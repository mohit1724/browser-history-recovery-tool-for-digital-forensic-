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data9.xml" ContentType="application/vnd.openxmlformats-officedocument.drawingml.diagramData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data7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data3.xml" ContentType="application/vnd.openxmlformats-officedocument.drawingml.diagramData+xml"/>
  <Override PartName="/ppt/diagrams/quickStyle9.xml" ContentType="application/vnd.openxmlformats-officedocument.drawingml.diagramStyle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quickStyle4.xml" ContentType="application/vnd.openxmlformats-officedocument.drawingml.diagramStyle+xml"/>
  <Override PartName="/ppt/diagrams/quickStyle8.xml" ContentType="application/vnd.openxmlformats-officedocument.drawingml.diagramStyle+xml"/>
  <Override PartName="/ppt/diagrams/data2.xml" ContentType="application/vnd.openxmlformats-officedocument.drawingml.diagramData+xml"/>
  <Override PartName="/ppt/diagrams/data8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drawing5.xml" ContentType="application/vnd.ms-office.drawingml.diagramDrawing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drawing6.xml" ContentType="application/vnd.ms-office.drawingml.diagramDrawing+xml"/>
  <Override PartName="/ppt/diagrams/colors5.xml" ContentType="application/vnd.openxmlformats-officedocument.drawingml.diagramColor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drawing7.xml" ContentType="application/vnd.ms-office.drawingml.diagramDrawing+xml"/>
  <Override PartName="/ppt/diagrams/colors6.xml" ContentType="application/vnd.openxmlformats-officedocument.drawingml.diagramColors+xml"/>
  <Override PartName="/ppt/diagrams/layout7.xml" ContentType="application/vnd.openxmlformats-officedocument.drawingml.diagramLayout+xml"/>
  <Override PartName="/ppt/diagrams/drawing8.xml" ContentType="application/vnd.ms-office.drawingml.diagramDrawing+xml"/>
  <Override PartName="/ppt/diagrams/colors7.xml" ContentType="application/vnd.openxmlformats-officedocument.drawingml.diagramColors+xml"/>
  <Override PartName="/ppt/diagrams/layout8.xml" ContentType="application/vnd.openxmlformats-officedocument.drawingml.diagramLayout+xml"/>
  <Override PartName="/ppt/diagrams/drawing9.xml" ContentType="application/vnd.ms-office.drawingml.diagramDrawing+xml"/>
  <Override PartName="/ppt/diagrams/colors8.xml" ContentType="application/vnd.openxmlformats-officedocument.drawingml.diagramColors+xml"/>
  <Override PartName="/ppt/diagrams/layout9.xml" ContentType="application/vnd.openxmlformats-officedocument.drawingml.diagramLayout+xml"/>
  <Override PartName="/ppt/diagrams/colors9.xml" ContentType="application/vnd.openxmlformats-officedocument.drawingml.diagramColors+xml"/>
  <Override PartName="/ppt/presProps.xml" ContentType="application/vnd.openxmlformats-officedocument.presentationml.presProps+xml"/>
  <Override PartName="/ppt/media/OOXDiagramDrawingRels4_6.svg" ContentType="image/svg"/>
  <Override PartName="/ppt/media/OOXDiagramDataRels5_1.svg" ContentType="image/svg"/>
  <Override PartName="/ppt/media/OOXDiagramDataRels1_5.svg" ContentType="image/svg"/>
  <Override PartName="/ppt/media/OOXDiagramDataRels5_5.svg" ContentType="image/svg"/>
  <Override PartName="/ppt/media/OOXDiagramDataRels1_1.svg" ContentType="image/svg"/>
  <Override PartName="/ppt/media/OOXDiagramDataRels5_7.svg" ContentType="image/svg"/>
  <Override PartName="/ppt/media/OOXDiagramDataRels1_3.svg" ContentType="image/svg"/>
  <Override PartName="/ppt/media/OOXDiagramDrawingRels5_5.svg" ContentType="image/svg"/>
  <Override PartName="/ppt/media/OOXDiagramDrawingRels1_1.svg" ContentType="image/svg"/>
  <Override PartName="/ppt/media/OOXDiagramDataRels4_4.svg" ContentType="image/svg"/>
  <Override PartName="/ppt/media/OOXDiagramDrawingRels4_8.svg" ContentType="image/svg"/>
  <Override PartName="/ppt/media/OOXDiagramDrawingRels5_7.svg" ContentType="image/svg"/>
  <Override PartName="/ppt/media/OOXDiagramDrawingRels1_3.svg" ContentType="image/svg"/>
  <Override PartName="/ppt/media/OOXDiagramDrawingRels5_1.svg" ContentType="image/svg"/>
  <Override PartName="/ppt/media/OOXDiagramDrawingRels1_5.svg" ContentType="image/svg"/>
  <Override PartName="/ppt/media/OOXDiagramDrawingRels4_3.svg" ContentType="image/svg"/>
  <Override PartName="/ppt/media/OOXDiagramDataRels4_10.svg" ContentType="image/svg"/>
  <Override PartName="/ppt/media/OOXDiagramDataRels4_1.svg" ContentType="image/svg"/>
  <Override PartName="/ppt/media/OOXDiagramDataRels4_3.svg" ContentType="image/svg"/>
  <Override PartName="/ppt/media/OOXDiagramDrawingRels4_1.svg" ContentType="image/svg"/>
  <Override PartName="/ppt/media/OOXDiagramDrawingRels4_10.svg" ContentType="image/svg"/>
  <Override PartName="/ppt/media/OOXDiagramDataRels4_6.svg" ContentType="image/svg"/>
  <Override PartName="/ppt/media/OOXDiagramDataRels4_8.svg" ContentType="image/svg"/>
  <Override PartName="/ppt/media/OOXDiagramDataRels7_1.svg" ContentType="image/svg"/>
  <Override PartName="/ppt/media/OOXDiagramDataRels8_1.svg" ContentType="image/svg"/>
  <Override PartName="/ppt/media/OOXDiagramDrawingRels4_4.svg" ContentType="image/svg"/>
  <Override PartName="/ppt/media/OOXDiagramDataRels8_3.svg" ContentType="image/svg"/>
  <Override PartName="/ppt/media/OOXDiagramDrawingRels5_3.svg" ContentType="image/svg"/>
  <Override PartName="/ppt/media/OOXDiagramDataRels5_3.svg" ContentType="image/svg"/>
  <Override PartName="/ppt/media/OOXDiagramDataRels7_3.svg" ContentType="image/svg"/>
  <Override PartName="/ppt/media/OOXDiagramDrawingRels7_1.svg" ContentType="image/svg"/>
  <Override PartName="/ppt/media/OOXDiagramDrawingRels7_3.svg" ContentType="image/svg"/>
  <Override PartName="/ppt/media/OOXDiagramDataRels8_5.svg" ContentType="image/svg"/>
  <Override PartName="/ppt/media/OOXDiagramDrawingRels8_1.svg" ContentType="image/svg"/>
  <Override PartName="/ppt/media/OOXDiagramDrawingRels8_3.svg" ContentType="image/svg"/>
  <Override PartName="/ppt/media/OOXDiagramDrawingRels8_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
</Relationships>
</file>

<file path=ppt/diagrams/_rels/data4.xml.rels><?xml version="1.0" encoding="UTF-8"?>
<Relationships xmlns="http://schemas.openxmlformats.org/package/2006/relationships"><Relationship Id="rId1" Type="http://schemas.openxmlformats.org/officeDocument/2006/relationships/image" Target="../media/OOXDiagramDataRels4_0.png"/><Relationship Id="rId10" Type="http://schemas.openxmlformats.org/officeDocument/2006/relationships/image" Target="../media/OOXDiagramDataRels4_1.svg"/><Relationship Id="rId11" Type="http://schemas.openxmlformats.org/officeDocument/2006/relationships/image" Target="../media/OOXDiagramDataRels4_2.png"/><Relationship Id="rId12" Type="http://schemas.openxmlformats.org/officeDocument/2006/relationships/image" Target="../media/OOXDiagramDataRels4_3.svg"/><Relationship Id="rId2" Type="http://schemas.openxmlformats.org/officeDocument/2006/relationships/image" Target="../media/OOXDiagramDataRels4_4.svg"/><Relationship Id="rId3" Type="http://schemas.openxmlformats.org/officeDocument/2006/relationships/image" Target="../media/OOXDiagramDataRels4_5.png"/><Relationship Id="rId4" Type="http://schemas.openxmlformats.org/officeDocument/2006/relationships/image" Target="../media/OOXDiagramDataRels4_6.svg"/><Relationship Id="rId5" Type="http://schemas.openxmlformats.org/officeDocument/2006/relationships/image" Target="../media/OOXDiagramDataRels4_7.png"/><Relationship Id="rId6" Type="http://schemas.openxmlformats.org/officeDocument/2006/relationships/image" Target="../media/OOXDiagramDataRels4_8.svg"/><Relationship Id="rId7" Type="http://schemas.openxmlformats.org/officeDocument/2006/relationships/image" Target="../media/OOXDiagramDataRels4_9.png"/><Relationship Id="rId8" Type="http://schemas.openxmlformats.org/officeDocument/2006/relationships/image" Target="../media/OOXDiagramDataRels4_10.svg"/><Relationship Id="rId9" Type="http://schemas.openxmlformats.org/officeDocument/2006/relationships/image" Target="../media/OOXDiagramDataRels4_11.png"/>
</Relationships>
</file>

<file path=ppt/diagrams/_rels/data5.xml.rels><?xml version="1.0" encoding="UTF-8"?>
<Relationships xmlns="http://schemas.openxmlformats.org/package/2006/relationships"><Relationship Id="rId1" Type="http://schemas.openxmlformats.org/officeDocument/2006/relationships/image" Target="../media/OOXDiagramDataRels5_0.png"/><Relationship Id="rId2" Type="http://schemas.openxmlformats.org/officeDocument/2006/relationships/image" Target="../media/OOXDiagramDataRels5_1.svg"/><Relationship Id="rId3" Type="http://schemas.openxmlformats.org/officeDocument/2006/relationships/image" Target="../media/OOXDiagramDataRels5_2.png"/><Relationship Id="rId4" Type="http://schemas.openxmlformats.org/officeDocument/2006/relationships/image" Target="../media/OOXDiagramDataRels5_3.svg"/><Relationship Id="rId5" Type="http://schemas.openxmlformats.org/officeDocument/2006/relationships/image" Target="../media/OOXDiagramDataRels5_4.png"/><Relationship Id="rId6" Type="http://schemas.openxmlformats.org/officeDocument/2006/relationships/image" Target="../media/OOXDiagramDataRels5_5.svg"/><Relationship Id="rId7" Type="http://schemas.openxmlformats.org/officeDocument/2006/relationships/image" Target="../media/OOXDiagramDataRels5_6.png"/><Relationship Id="rId8" Type="http://schemas.openxmlformats.org/officeDocument/2006/relationships/image" Target="../media/OOXDiagramDataRels5_7.svg"/>
</Relationships>
</file>

<file path=ppt/diagrams/_rels/data7.xml.rels><?xml version="1.0" encoding="UTF-8"?>
<Relationships xmlns="http://schemas.openxmlformats.org/package/2006/relationships"><Relationship Id="rId1" Type="http://schemas.openxmlformats.org/officeDocument/2006/relationships/image" Target="../media/OOXDiagramDataRels7_0.png"/><Relationship Id="rId2" Type="http://schemas.openxmlformats.org/officeDocument/2006/relationships/image" Target="../media/OOXDiagramDataRels7_1.svg"/><Relationship Id="rId3" Type="http://schemas.openxmlformats.org/officeDocument/2006/relationships/image" Target="../media/OOXDiagramDataRels7_2.png"/><Relationship Id="rId4" Type="http://schemas.openxmlformats.org/officeDocument/2006/relationships/image" Target="../media/OOXDiagramDataRels7_3.svg"/>
</Relationships>
</file>

<file path=ppt/diagrams/_rels/data8.xml.rels><?xml version="1.0" encoding="UTF-8"?>
<Relationships xmlns="http://schemas.openxmlformats.org/package/2006/relationships"><Relationship Id="rId1" Type="http://schemas.openxmlformats.org/officeDocument/2006/relationships/image" Target="../media/OOXDiagramDataRels8_0.png"/><Relationship Id="rId2" Type="http://schemas.openxmlformats.org/officeDocument/2006/relationships/image" Target="../media/OOXDiagramDataRels8_1.svg"/><Relationship Id="rId3" Type="http://schemas.openxmlformats.org/officeDocument/2006/relationships/image" Target="../media/OOXDiagramDataRels8_2.png"/><Relationship Id="rId4" Type="http://schemas.openxmlformats.org/officeDocument/2006/relationships/image" Target="../media/OOXDiagramDataRels8_3.svg"/><Relationship Id="rId5" Type="http://schemas.openxmlformats.org/officeDocument/2006/relationships/image" Target="../media/OOXDiagramDataRels8_4.png"/><Relationship Id="rId6" Type="http://schemas.openxmlformats.org/officeDocument/2006/relationships/image" Target="../media/OOXDiagramDataRels8_5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
</Relationships>
</file>

<file path=ppt/diagrams/_rels/drawing4.xml.rels><?xml version="1.0" encoding="UTF-8"?>
<Relationships xmlns="http://schemas.openxmlformats.org/package/2006/relationships"><Relationship Id="rId1" Type="http://schemas.openxmlformats.org/officeDocument/2006/relationships/image" Target="../media/OOXDiagramDrawingRels4_0.png"/><Relationship Id="rId10" Type="http://schemas.openxmlformats.org/officeDocument/2006/relationships/image" Target="../media/OOXDiagramDrawingRels4_1.svg"/><Relationship Id="rId11" Type="http://schemas.openxmlformats.org/officeDocument/2006/relationships/image" Target="../media/OOXDiagramDrawingRels4_2.png"/><Relationship Id="rId12" Type="http://schemas.openxmlformats.org/officeDocument/2006/relationships/image" Target="../media/OOXDiagramDrawingRels4_3.svg"/><Relationship Id="rId2" Type="http://schemas.openxmlformats.org/officeDocument/2006/relationships/image" Target="../media/OOXDiagramDrawingRels4_4.svg"/><Relationship Id="rId3" Type="http://schemas.openxmlformats.org/officeDocument/2006/relationships/image" Target="../media/OOXDiagramDrawingRels4_5.png"/><Relationship Id="rId4" Type="http://schemas.openxmlformats.org/officeDocument/2006/relationships/image" Target="../media/OOXDiagramDrawingRels4_6.svg"/><Relationship Id="rId5" Type="http://schemas.openxmlformats.org/officeDocument/2006/relationships/image" Target="../media/OOXDiagramDrawingRels4_7.png"/><Relationship Id="rId6" Type="http://schemas.openxmlformats.org/officeDocument/2006/relationships/image" Target="../media/OOXDiagramDrawingRels4_8.svg"/><Relationship Id="rId7" Type="http://schemas.openxmlformats.org/officeDocument/2006/relationships/image" Target="../media/OOXDiagramDrawingRels4_9.png"/><Relationship Id="rId8" Type="http://schemas.openxmlformats.org/officeDocument/2006/relationships/image" Target="../media/OOXDiagramDrawingRels4_10.svg"/><Relationship Id="rId9" Type="http://schemas.openxmlformats.org/officeDocument/2006/relationships/image" Target="../media/OOXDiagramDrawingRels4_11.png"/>
</Relationships>
</file>

<file path=ppt/diagrams/_rels/drawing5.xml.rels><?xml version="1.0" encoding="UTF-8"?>
<Relationships xmlns="http://schemas.openxmlformats.org/package/2006/relationships"><Relationship Id="rId1" Type="http://schemas.openxmlformats.org/officeDocument/2006/relationships/image" Target="../media/OOXDiagramDrawingRels5_0.png"/><Relationship Id="rId2" Type="http://schemas.openxmlformats.org/officeDocument/2006/relationships/image" Target="../media/OOXDiagramDrawingRels5_1.svg"/><Relationship Id="rId3" Type="http://schemas.openxmlformats.org/officeDocument/2006/relationships/image" Target="../media/OOXDiagramDrawingRels5_2.png"/><Relationship Id="rId4" Type="http://schemas.openxmlformats.org/officeDocument/2006/relationships/image" Target="../media/OOXDiagramDrawingRels5_3.svg"/><Relationship Id="rId5" Type="http://schemas.openxmlformats.org/officeDocument/2006/relationships/image" Target="../media/OOXDiagramDrawingRels5_4.png"/><Relationship Id="rId6" Type="http://schemas.openxmlformats.org/officeDocument/2006/relationships/image" Target="../media/OOXDiagramDrawingRels5_5.svg"/><Relationship Id="rId7" Type="http://schemas.openxmlformats.org/officeDocument/2006/relationships/image" Target="../media/OOXDiagramDrawingRels5_6.png"/><Relationship Id="rId8" Type="http://schemas.openxmlformats.org/officeDocument/2006/relationships/image" Target="../media/OOXDiagramDrawingRels5_7.svg"/>
</Relationships>
</file>

<file path=ppt/diagrams/_rels/drawing7.xml.rels><?xml version="1.0" encoding="UTF-8"?>
<Relationships xmlns="http://schemas.openxmlformats.org/package/2006/relationships"><Relationship Id="rId1" Type="http://schemas.openxmlformats.org/officeDocument/2006/relationships/image" Target="../media/OOXDiagramDrawingRels7_0.png"/><Relationship Id="rId2" Type="http://schemas.openxmlformats.org/officeDocument/2006/relationships/image" Target="../media/OOXDiagramDrawingRels7_1.svg"/><Relationship Id="rId3" Type="http://schemas.openxmlformats.org/officeDocument/2006/relationships/image" Target="../media/OOXDiagramDrawingRels7_2.png"/><Relationship Id="rId4" Type="http://schemas.openxmlformats.org/officeDocument/2006/relationships/image" Target="../media/OOXDiagramDrawingRels7_3.svg"/>
</Relationships>
</file>

<file path=ppt/diagrams/_rels/drawing8.xml.rels><?xml version="1.0" encoding="UTF-8"?>
<Relationships xmlns="http://schemas.openxmlformats.org/package/2006/relationships"><Relationship Id="rId1" Type="http://schemas.openxmlformats.org/officeDocument/2006/relationships/image" Target="../media/OOXDiagramDrawingRels8_0.png"/><Relationship Id="rId2" Type="http://schemas.openxmlformats.org/officeDocument/2006/relationships/image" Target="../media/OOXDiagramDrawingRels8_1.svg"/><Relationship Id="rId3" Type="http://schemas.openxmlformats.org/officeDocument/2006/relationships/image" Target="../media/OOXDiagramDrawingRels8_2.png"/><Relationship Id="rId4" Type="http://schemas.openxmlformats.org/officeDocument/2006/relationships/image" Target="../media/OOXDiagramDrawingRels8_3.svg"/><Relationship Id="rId5" Type="http://schemas.openxmlformats.org/officeDocument/2006/relationships/image" Target="../media/OOXDiagramDrawingRels8_4.png"/><Relationship Id="rId6" Type="http://schemas.openxmlformats.org/officeDocument/2006/relationships/image" Target="../media/OOXDiagramDrawingRels8_5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F2546E-C39C-4D29-A974-225829FA306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38873AC-C0D0-41E1-A863-F0F4AAC298E7}">
      <dgm:prSet/>
      <dgm:spPr/>
      <dgm:t>
        <a:bodyPr/>
        <a:lstStyle/>
        <a:p>
          <a:r>
            <a:rPr lang="en-US" b="0"/>
            <a:t>Browser history recovery tools are specialized software applications designed to retrieve and analyze deleted or lost browser history data from digital devices.</a:t>
          </a:r>
          <a:endParaRPr lang="en-US"/>
        </a:p>
      </dgm:t>
    </dgm:pt>
    <dgm:pt modelId="{6613A2A8-AC9C-4853-B37B-3471CCAD67E3}" type="parTrans" cxnId="{39A87249-C81C-441F-92DA-2257A790B9FE}">
      <dgm:prSet/>
      <dgm:spPr/>
      <dgm:t>
        <a:bodyPr/>
        <a:lstStyle/>
        <a:p>
          <a:endParaRPr lang="en-US"/>
        </a:p>
      </dgm:t>
    </dgm:pt>
    <dgm:pt modelId="{0952A25C-2BEE-437B-8923-E823A165B93B}" type="sibTrans" cxnId="{39A87249-C81C-441F-92DA-2257A790B9FE}">
      <dgm:prSet/>
      <dgm:spPr/>
      <dgm:t>
        <a:bodyPr/>
        <a:lstStyle/>
        <a:p>
          <a:endParaRPr lang="en-US"/>
        </a:p>
      </dgm:t>
    </dgm:pt>
    <dgm:pt modelId="{DD77BBE0-73A9-4D07-8B51-E29F47BE1A86}">
      <dgm:prSet/>
      <dgm:spPr/>
      <dgm:t>
        <a:bodyPr/>
        <a:lstStyle/>
        <a:p>
          <a:r>
            <a:rPr lang="en-US" b="0"/>
            <a:t>Their primary function is to assist in forensic investigations, providing crucial evidence related to user activities online.</a:t>
          </a:r>
          <a:endParaRPr lang="en-US"/>
        </a:p>
      </dgm:t>
    </dgm:pt>
    <dgm:pt modelId="{27B11F69-636A-4DB2-949A-CB2FD98EF4F5}" type="parTrans" cxnId="{E59D4244-4DDC-404D-A4EB-27C535DBC3AB}">
      <dgm:prSet/>
      <dgm:spPr/>
      <dgm:t>
        <a:bodyPr/>
        <a:lstStyle/>
        <a:p>
          <a:endParaRPr lang="en-US"/>
        </a:p>
      </dgm:t>
    </dgm:pt>
    <dgm:pt modelId="{C6EFD8FA-DB4F-47BC-B474-CEE3DDD54173}" type="sibTrans" cxnId="{E59D4244-4DDC-404D-A4EB-27C535DBC3AB}">
      <dgm:prSet/>
      <dgm:spPr/>
      <dgm:t>
        <a:bodyPr/>
        <a:lstStyle/>
        <a:p>
          <a:endParaRPr lang="en-US"/>
        </a:p>
      </dgm:t>
    </dgm:pt>
    <dgm:pt modelId="{185F4D89-5E9C-46AF-9997-A11DBDE1A5CE}">
      <dgm:prSet/>
      <dgm:spPr/>
      <dgm:t>
        <a:bodyPr/>
        <a:lstStyle/>
        <a:p>
          <a:r>
            <a:rPr lang="en-US" b="0"/>
            <a:t>Digital footprints become increasingly important in legal contexts, these tools are essential for uncovering digital evidence that can significantly impact investigations and outcomes.</a:t>
          </a:r>
          <a:endParaRPr lang="en-US"/>
        </a:p>
      </dgm:t>
    </dgm:pt>
    <dgm:pt modelId="{FBB199D3-BCC6-452C-B54C-2C6CB034D8E7}" type="parTrans" cxnId="{42602078-9201-4DF7-A4F0-AA78EFDA35D3}">
      <dgm:prSet/>
      <dgm:spPr/>
      <dgm:t>
        <a:bodyPr/>
        <a:lstStyle/>
        <a:p>
          <a:endParaRPr lang="en-US"/>
        </a:p>
      </dgm:t>
    </dgm:pt>
    <dgm:pt modelId="{880938B0-FC39-4706-A734-D73641907C4A}" type="sibTrans" cxnId="{42602078-9201-4DF7-A4F0-AA78EFDA35D3}">
      <dgm:prSet/>
      <dgm:spPr/>
      <dgm:t>
        <a:bodyPr/>
        <a:lstStyle/>
        <a:p>
          <a:endParaRPr lang="en-US"/>
        </a:p>
      </dgm:t>
    </dgm:pt>
    <dgm:pt modelId="{FF5F5C16-349B-40C0-B84B-CD81D96D5C4A}" type="pres">
      <dgm:prSet presAssocID="{79F2546E-C39C-4D29-A974-225829FA3065}" presName="root" presStyleCnt="0">
        <dgm:presLayoutVars>
          <dgm:dir/>
          <dgm:resizeHandles val="exact"/>
        </dgm:presLayoutVars>
      </dgm:prSet>
      <dgm:spPr/>
    </dgm:pt>
    <dgm:pt modelId="{B74AE21E-C4DA-47D9-BE7C-DFF6B726B2FB}" type="pres">
      <dgm:prSet presAssocID="{338873AC-C0D0-41E1-A863-F0F4AAC298E7}" presName="compNode" presStyleCnt="0"/>
      <dgm:spPr/>
    </dgm:pt>
    <dgm:pt modelId="{A4503F6C-5E08-4F99-B6DD-39A4EB861C79}" type="pres">
      <dgm:prSet presAssocID="{338873AC-C0D0-41E1-A863-F0F4AAC298E7}" presName="bgRect" presStyleLbl="bgShp" presStyleIdx="0" presStyleCnt="3"/>
      <dgm:spPr/>
    </dgm:pt>
    <dgm:pt modelId="{BFBBBDA8-1FD5-4BAD-8FC5-C316A50A1DA6}" type="pres">
      <dgm:prSet presAssocID="{338873AC-C0D0-41E1-A863-F0F4AAC298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15AC328-9D11-4881-AB10-D4F285B06C49}" type="pres">
      <dgm:prSet presAssocID="{338873AC-C0D0-41E1-A863-F0F4AAC298E7}" presName="spaceRect" presStyleCnt="0"/>
      <dgm:spPr/>
    </dgm:pt>
    <dgm:pt modelId="{2BD769F2-FF58-4B6D-A7C3-DA4B80FCD3F0}" type="pres">
      <dgm:prSet presAssocID="{338873AC-C0D0-41E1-A863-F0F4AAC298E7}" presName="parTx" presStyleLbl="revTx" presStyleIdx="0" presStyleCnt="3">
        <dgm:presLayoutVars>
          <dgm:chMax val="0"/>
          <dgm:chPref val="0"/>
        </dgm:presLayoutVars>
      </dgm:prSet>
      <dgm:spPr/>
    </dgm:pt>
    <dgm:pt modelId="{4801A792-3F06-4BA7-ADFE-7995E0336799}" type="pres">
      <dgm:prSet presAssocID="{0952A25C-2BEE-437B-8923-E823A165B93B}" presName="sibTrans" presStyleCnt="0"/>
      <dgm:spPr/>
    </dgm:pt>
    <dgm:pt modelId="{242805C1-E298-4836-98DE-CD2110393285}" type="pres">
      <dgm:prSet presAssocID="{DD77BBE0-73A9-4D07-8B51-E29F47BE1A86}" presName="compNode" presStyleCnt="0"/>
      <dgm:spPr/>
    </dgm:pt>
    <dgm:pt modelId="{21D73146-4763-49F4-B9B1-4C007515CCF3}" type="pres">
      <dgm:prSet presAssocID="{DD77BBE0-73A9-4D07-8B51-E29F47BE1A86}" presName="bgRect" presStyleLbl="bgShp" presStyleIdx="1" presStyleCnt="3"/>
      <dgm:spPr/>
    </dgm:pt>
    <dgm:pt modelId="{1B441250-683B-4A66-973A-B90581566A22}" type="pres">
      <dgm:prSet presAssocID="{DD77BBE0-73A9-4D07-8B51-E29F47BE1A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0801014F-7848-4CFC-B792-3BF6C179C9B5}" type="pres">
      <dgm:prSet presAssocID="{DD77BBE0-73A9-4D07-8B51-E29F47BE1A86}" presName="spaceRect" presStyleCnt="0"/>
      <dgm:spPr/>
    </dgm:pt>
    <dgm:pt modelId="{54D81C51-5B85-4ED6-90BB-AF7DD2FF606B}" type="pres">
      <dgm:prSet presAssocID="{DD77BBE0-73A9-4D07-8B51-E29F47BE1A86}" presName="parTx" presStyleLbl="revTx" presStyleIdx="1" presStyleCnt="3">
        <dgm:presLayoutVars>
          <dgm:chMax val="0"/>
          <dgm:chPref val="0"/>
        </dgm:presLayoutVars>
      </dgm:prSet>
      <dgm:spPr/>
    </dgm:pt>
    <dgm:pt modelId="{A9AFC04C-D329-4F36-BD1E-7D1CC331D362}" type="pres">
      <dgm:prSet presAssocID="{C6EFD8FA-DB4F-47BC-B474-CEE3DDD54173}" presName="sibTrans" presStyleCnt="0"/>
      <dgm:spPr/>
    </dgm:pt>
    <dgm:pt modelId="{12C35069-E430-4BA7-93C2-B9EE66D47697}" type="pres">
      <dgm:prSet presAssocID="{185F4D89-5E9C-46AF-9997-A11DBDE1A5CE}" presName="compNode" presStyleCnt="0"/>
      <dgm:spPr/>
    </dgm:pt>
    <dgm:pt modelId="{F123E551-E958-4531-9C35-82C413F1DD09}" type="pres">
      <dgm:prSet presAssocID="{185F4D89-5E9C-46AF-9997-A11DBDE1A5CE}" presName="bgRect" presStyleLbl="bgShp" presStyleIdx="2" presStyleCnt="3"/>
      <dgm:spPr/>
    </dgm:pt>
    <dgm:pt modelId="{2F55555C-9992-483F-A092-9D9C9296803F}" type="pres">
      <dgm:prSet presAssocID="{185F4D89-5E9C-46AF-9997-A11DBDE1A5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"/>
        </a:ext>
      </dgm:extLst>
    </dgm:pt>
    <dgm:pt modelId="{B56C1396-CA7D-44EB-9B22-D9B03FE898CD}" type="pres">
      <dgm:prSet presAssocID="{185F4D89-5E9C-46AF-9997-A11DBDE1A5CE}" presName="spaceRect" presStyleCnt="0"/>
      <dgm:spPr/>
    </dgm:pt>
    <dgm:pt modelId="{FDD2817E-06E2-4640-96E5-7A6FFA548680}" type="pres">
      <dgm:prSet presAssocID="{185F4D89-5E9C-46AF-9997-A11DBDE1A5C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BAB806-2508-4519-9CFC-DBE4BAF67FE6}" type="presOf" srcId="{DD77BBE0-73A9-4D07-8B51-E29F47BE1A86}" destId="{54D81C51-5B85-4ED6-90BB-AF7DD2FF606B}" srcOrd="0" destOrd="0" presId="urn:microsoft.com/office/officeart/2018/2/layout/IconVerticalSolidList"/>
    <dgm:cxn modelId="{E59D4244-4DDC-404D-A4EB-27C535DBC3AB}" srcId="{79F2546E-C39C-4D29-A974-225829FA3065}" destId="{DD77BBE0-73A9-4D07-8B51-E29F47BE1A86}" srcOrd="1" destOrd="0" parTransId="{27B11F69-636A-4DB2-949A-CB2FD98EF4F5}" sibTransId="{C6EFD8FA-DB4F-47BC-B474-CEE3DDD54173}"/>
    <dgm:cxn modelId="{39A87249-C81C-441F-92DA-2257A790B9FE}" srcId="{79F2546E-C39C-4D29-A974-225829FA3065}" destId="{338873AC-C0D0-41E1-A863-F0F4AAC298E7}" srcOrd="0" destOrd="0" parTransId="{6613A2A8-AC9C-4853-B37B-3471CCAD67E3}" sibTransId="{0952A25C-2BEE-437B-8923-E823A165B93B}"/>
    <dgm:cxn modelId="{4B89336C-469C-4B5F-BCC6-ECC812FE6213}" type="presOf" srcId="{185F4D89-5E9C-46AF-9997-A11DBDE1A5CE}" destId="{FDD2817E-06E2-4640-96E5-7A6FFA548680}" srcOrd="0" destOrd="0" presId="urn:microsoft.com/office/officeart/2018/2/layout/IconVerticalSolidList"/>
    <dgm:cxn modelId="{42602078-9201-4DF7-A4F0-AA78EFDA35D3}" srcId="{79F2546E-C39C-4D29-A974-225829FA3065}" destId="{185F4D89-5E9C-46AF-9997-A11DBDE1A5CE}" srcOrd="2" destOrd="0" parTransId="{FBB199D3-BCC6-452C-B54C-2C6CB034D8E7}" sibTransId="{880938B0-FC39-4706-A734-D73641907C4A}"/>
    <dgm:cxn modelId="{B50BAF84-8894-4C79-A52D-DECF8EC9B4E6}" type="presOf" srcId="{338873AC-C0D0-41E1-A863-F0F4AAC298E7}" destId="{2BD769F2-FF58-4B6D-A7C3-DA4B80FCD3F0}" srcOrd="0" destOrd="0" presId="urn:microsoft.com/office/officeart/2018/2/layout/IconVerticalSolidList"/>
    <dgm:cxn modelId="{C40EEEA3-E2A3-4A09-9433-3D3BDF9F13BD}" type="presOf" srcId="{79F2546E-C39C-4D29-A974-225829FA3065}" destId="{FF5F5C16-349B-40C0-B84B-CD81D96D5C4A}" srcOrd="0" destOrd="0" presId="urn:microsoft.com/office/officeart/2018/2/layout/IconVerticalSolidList"/>
    <dgm:cxn modelId="{F792A79E-F4C6-42B6-9D12-67FCD8311728}" type="presParOf" srcId="{FF5F5C16-349B-40C0-B84B-CD81D96D5C4A}" destId="{B74AE21E-C4DA-47D9-BE7C-DFF6B726B2FB}" srcOrd="0" destOrd="0" presId="urn:microsoft.com/office/officeart/2018/2/layout/IconVerticalSolidList"/>
    <dgm:cxn modelId="{FDE91008-6826-4F59-BE67-2AA2E3D89FCE}" type="presParOf" srcId="{B74AE21E-C4DA-47D9-BE7C-DFF6B726B2FB}" destId="{A4503F6C-5E08-4F99-B6DD-39A4EB861C79}" srcOrd="0" destOrd="0" presId="urn:microsoft.com/office/officeart/2018/2/layout/IconVerticalSolidList"/>
    <dgm:cxn modelId="{747CC421-9E7E-49A3-B363-7A6670396D0F}" type="presParOf" srcId="{B74AE21E-C4DA-47D9-BE7C-DFF6B726B2FB}" destId="{BFBBBDA8-1FD5-4BAD-8FC5-C316A50A1DA6}" srcOrd="1" destOrd="0" presId="urn:microsoft.com/office/officeart/2018/2/layout/IconVerticalSolidList"/>
    <dgm:cxn modelId="{9C5E7CD7-1415-4299-B899-325BA21ADD11}" type="presParOf" srcId="{B74AE21E-C4DA-47D9-BE7C-DFF6B726B2FB}" destId="{C15AC328-9D11-4881-AB10-D4F285B06C49}" srcOrd="2" destOrd="0" presId="urn:microsoft.com/office/officeart/2018/2/layout/IconVerticalSolidList"/>
    <dgm:cxn modelId="{206BE062-8E52-4DAD-B842-A0BD2AE04068}" type="presParOf" srcId="{B74AE21E-C4DA-47D9-BE7C-DFF6B726B2FB}" destId="{2BD769F2-FF58-4B6D-A7C3-DA4B80FCD3F0}" srcOrd="3" destOrd="0" presId="urn:microsoft.com/office/officeart/2018/2/layout/IconVerticalSolidList"/>
    <dgm:cxn modelId="{790ECEC4-5AB0-4C3F-B6C3-1544D86774AF}" type="presParOf" srcId="{FF5F5C16-349B-40C0-B84B-CD81D96D5C4A}" destId="{4801A792-3F06-4BA7-ADFE-7995E0336799}" srcOrd="1" destOrd="0" presId="urn:microsoft.com/office/officeart/2018/2/layout/IconVerticalSolidList"/>
    <dgm:cxn modelId="{C3C453DC-7332-4100-B9FC-A1C8D711F09B}" type="presParOf" srcId="{FF5F5C16-349B-40C0-B84B-CD81D96D5C4A}" destId="{242805C1-E298-4836-98DE-CD2110393285}" srcOrd="2" destOrd="0" presId="urn:microsoft.com/office/officeart/2018/2/layout/IconVerticalSolidList"/>
    <dgm:cxn modelId="{8012A4A4-35F1-4D56-BDC5-D69F2B5E7426}" type="presParOf" srcId="{242805C1-E298-4836-98DE-CD2110393285}" destId="{21D73146-4763-49F4-B9B1-4C007515CCF3}" srcOrd="0" destOrd="0" presId="urn:microsoft.com/office/officeart/2018/2/layout/IconVerticalSolidList"/>
    <dgm:cxn modelId="{915260EA-B966-4371-AA18-37AF4B2B6D32}" type="presParOf" srcId="{242805C1-E298-4836-98DE-CD2110393285}" destId="{1B441250-683B-4A66-973A-B90581566A22}" srcOrd="1" destOrd="0" presId="urn:microsoft.com/office/officeart/2018/2/layout/IconVerticalSolidList"/>
    <dgm:cxn modelId="{89511913-0693-4482-BF3F-53FA54CD14CF}" type="presParOf" srcId="{242805C1-E298-4836-98DE-CD2110393285}" destId="{0801014F-7848-4CFC-B792-3BF6C179C9B5}" srcOrd="2" destOrd="0" presId="urn:microsoft.com/office/officeart/2018/2/layout/IconVerticalSolidList"/>
    <dgm:cxn modelId="{A40BE1F1-891A-4018-BF21-4B36C7738D98}" type="presParOf" srcId="{242805C1-E298-4836-98DE-CD2110393285}" destId="{54D81C51-5B85-4ED6-90BB-AF7DD2FF606B}" srcOrd="3" destOrd="0" presId="urn:microsoft.com/office/officeart/2018/2/layout/IconVerticalSolidList"/>
    <dgm:cxn modelId="{0E362741-D0B2-4ADB-A727-BC0D561EF92D}" type="presParOf" srcId="{FF5F5C16-349B-40C0-B84B-CD81D96D5C4A}" destId="{A9AFC04C-D329-4F36-BD1E-7D1CC331D362}" srcOrd="3" destOrd="0" presId="urn:microsoft.com/office/officeart/2018/2/layout/IconVerticalSolidList"/>
    <dgm:cxn modelId="{61FBBC7A-48E1-49D7-A87C-ECF762B02384}" type="presParOf" srcId="{FF5F5C16-349B-40C0-B84B-CD81D96D5C4A}" destId="{12C35069-E430-4BA7-93C2-B9EE66D47697}" srcOrd="4" destOrd="0" presId="urn:microsoft.com/office/officeart/2018/2/layout/IconVerticalSolidList"/>
    <dgm:cxn modelId="{C0CA2F99-A0C5-4A0E-9385-10DF8D8A5341}" type="presParOf" srcId="{12C35069-E430-4BA7-93C2-B9EE66D47697}" destId="{F123E551-E958-4531-9C35-82C413F1DD09}" srcOrd="0" destOrd="0" presId="urn:microsoft.com/office/officeart/2018/2/layout/IconVerticalSolidList"/>
    <dgm:cxn modelId="{308D49EF-B4F9-496C-803A-B5231C4E2368}" type="presParOf" srcId="{12C35069-E430-4BA7-93C2-B9EE66D47697}" destId="{2F55555C-9992-483F-A092-9D9C9296803F}" srcOrd="1" destOrd="0" presId="urn:microsoft.com/office/officeart/2018/2/layout/IconVerticalSolidList"/>
    <dgm:cxn modelId="{32E3534C-A9BE-4C2F-8388-124DA76E8D23}" type="presParOf" srcId="{12C35069-E430-4BA7-93C2-B9EE66D47697}" destId="{B56C1396-CA7D-44EB-9B22-D9B03FE898CD}" srcOrd="2" destOrd="0" presId="urn:microsoft.com/office/officeart/2018/2/layout/IconVerticalSolidList"/>
    <dgm:cxn modelId="{ED5C64E4-031F-450C-9CB5-136825132439}" type="presParOf" srcId="{12C35069-E430-4BA7-93C2-B9EE66D47697}" destId="{FDD2817E-06E2-4640-96E5-7A6FFA5486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823355-69EC-4504-A46C-C2CA787D43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6F4DD5-A271-4E98-8D6A-58AA0EBA36DF}">
      <dgm:prSet/>
      <dgm:spPr/>
      <dgm:t>
        <a:bodyPr/>
        <a:lstStyle/>
        <a:p>
          <a:r>
            <a:rPr lang="en-US" b="0"/>
            <a:t>The primary goal is to assist in forensic investigations</a:t>
          </a:r>
          <a:endParaRPr lang="en-US"/>
        </a:p>
      </dgm:t>
    </dgm:pt>
    <dgm:pt modelId="{78C3CF11-C03F-441A-9E6F-9A8F81C5EF95}" type="parTrans" cxnId="{6EC2BD71-C408-4D37-B4DA-82D055758073}">
      <dgm:prSet/>
      <dgm:spPr/>
      <dgm:t>
        <a:bodyPr/>
        <a:lstStyle/>
        <a:p>
          <a:endParaRPr lang="en-US"/>
        </a:p>
      </dgm:t>
    </dgm:pt>
    <dgm:pt modelId="{46162A5D-B90A-4F9D-AB2E-D9EC952ADF9B}" type="sibTrans" cxnId="{6EC2BD71-C408-4D37-B4DA-82D055758073}">
      <dgm:prSet/>
      <dgm:spPr/>
      <dgm:t>
        <a:bodyPr/>
        <a:lstStyle/>
        <a:p>
          <a:endParaRPr lang="en-US"/>
        </a:p>
      </dgm:t>
    </dgm:pt>
    <dgm:pt modelId="{310ED23E-3161-4339-B66D-59DC03E6A452}">
      <dgm:prSet/>
      <dgm:spPr/>
      <dgm:t>
        <a:bodyPr/>
        <a:lstStyle/>
        <a:p>
          <a:r>
            <a:rPr lang="en-US" b="0"/>
            <a:t>Aid law enforcement and legal professionals in constructing timelines, verifying alibis, and uncovering illicit activities</a:t>
          </a:r>
          <a:endParaRPr lang="en-US"/>
        </a:p>
      </dgm:t>
    </dgm:pt>
    <dgm:pt modelId="{62294B59-303B-4838-8744-F1E4B965BA14}" type="parTrans" cxnId="{CE9A3EAB-E28B-4299-9B9D-F8D463435A9C}">
      <dgm:prSet/>
      <dgm:spPr/>
      <dgm:t>
        <a:bodyPr/>
        <a:lstStyle/>
        <a:p>
          <a:endParaRPr lang="en-US"/>
        </a:p>
      </dgm:t>
    </dgm:pt>
    <dgm:pt modelId="{926026AD-3EE9-4EF3-AF52-5D638174D2FF}" type="sibTrans" cxnId="{CE9A3EAB-E28B-4299-9B9D-F8D463435A9C}">
      <dgm:prSet/>
      <dgm:spPr/>
      <dgm:t>
        <a:bodyPr/>
        <a:lstStyle/>
        <a:p>
          <a:endParaRPr lang="en-US"/>
        </a:p>
      </dgm:t>
    </dgm:pt>
    <dgm:pt modelId="{40DD6F50-598D-4267-B276-8A1E7341076E}" type="pres">
      <dgm:prSet presAssocID="{8A823355-69EC-4504-A46C-C2CA787D4393}" presName="linear" presStyleCnt="0">
        <dgm:presLayoutVars>
          <dgm:animLvl val="lvl"/>
          <dgm:resizeHandles val="exact"/>
        </dgm:presLayoutVars>
      </dgm:prSet>
      <dgm:spPr/>
    </dgm:pt>
    <dgm:pt modelId="{A0008787-A1A3-4955-B8F6-B85FD35FA4F7}" type="pres">
      <dgm:prSet presAssocID="{086F4DD5-A271-4E98-8D6A-58AA0EBA36D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52F4F2-04E1-4FE3-934C-7B88DD3791DC}" type="pres">
      <dgm:prSet presAssocID="{46162A5D-B90A-4F9D-AB2E-D9EC952ADF9B}" presName="spacer" presStyleCnt="0"/>
      <dgm:spPr/>
    </dgm:pt>
    <dgm:pt modelId="{192A575E-C68E-4AC6-83F1-BEB1E90792AA}" type="pres">
      <dgm:prSet presAssocID="{310ED23E-3161-4339-B66D-59DC03E6A45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EC2BD71-C408-4D37-B4DA-82D055758073}" srcId="{8A823355-69EC-4504-A46C-C2CA787D4393}" destId="{086F4DD5-A271-4E98-8D6A-58AA0EBA36DF}" srcOrd="0" destOrd="0" parTransId="{78C3CF11-C03F-441A-9E6F-9A8F81C5EF95}" sibTransId="{46162A5D-B90A-4F9D-AB2E-D9EC952ADF9B}"/>
    <dgm:cxn modelId="{28ACD68A-9DD2-4E7A-AD1C-D03C77DD8665}" type="presOf" srcId="{8A823355-69EC-4504-A46C-C2CA787D4393}" destId="{40DD6F50-598D-4267-B276-8A1E7341076E}" srcOrd="0" destOrd="0" presId="urn:microsoft.com/office/officeart/2005/8/layout/vList2"/>
    <dgm:cxn modelId="{D811B89D-77BA-4B55-AED0-42189F7D8874}" type="presOf" srcId="{310ED23E-3161-4339-B66D-59DC03E6A452}" destId="{192A575E-C68E-4AC6-83F1-BEB1E90792AA}" srcOrd="0" destOrd="0" presId="urn:microsoft.com/office/officeart/2005/8/layout/vList2"/>
    <dgm:cxn modelId="{CE9A3EAB-E28B-4299-9B9D-F8D463435A9C}" srcId="{8A823355-69EC-4504-A46C-C2CA787D4393}" destId="{310ED23E-3161-4339-B66D-59DC03E6A452}" srcOrd="1" destOrd="0" parTransId="{62294B59-303B-4838-8744-F1E4B965BA14}" sibTransId="{926026AD-3EE9-4EF3-AF52-5D638174D2FF}"/>
    <dgm:cxn modelId="{2F90F7D0-8504-4A1D-AD95-05112F914122}" type="presOf" srcId="{086F4DD5-A271-4E98-8D6A-58AA0EBA36DF}" destId="{A0008787-A1A3-4955-B8F6-B85FD35FA4F7}" srcOrd="0" destOrd="0" presId="urn:microsoft.com/office/officeart/2005/8/layout/vList2"/>
    <dgm:cxn modelId="{57412464-9D95-4888-9480-23828C940DF4}" type="presParOf" srcId="{40DD6F50-598D-4267-B276-8A1E7341076E}" destId="{A0008787-A1A3-4955-B8F6-B85FD35FA4F7}" srcOrd="0" destOrd="0" presId="urn:microsoft.com/office/officeart/2005/8/layout/vList2"/>
    <dgm:cxn modelId="{8809DB25-6C43-4905-A5E4-2CED47973B31}" type="presParOf" srcId="{40DD6F50-598D-4267-B276-8A1E7341076E}" destId="{7E52F4F2-04E1-4FE3-934C-7B88DD3791DC}" srcOrd="1" destOrd="0" presId="urn:microsoft.com/office/officeart/2005/8/layout/vList2"/>
    <dgm:cxn modelId="{A9EE18E7-3B57-4749-B502-284D03CF6B5D}" type="presParOf" srcId="{40DD6F50-598D-4267-B276-8A1E7341076E}" destId="{192A575E-C68E-4AC6-83F1-BEB1E90792A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BEACE2-6039-41CA-B902-418444FC44E7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41CF95CB-A5F7-4238-AFE9-665443E300E2}">
      <dgm:prSet/>
      <dgm:spPr/>
      <dgm:t>
        <a:bodyPr/>
        <a:lstStyle/>
        <a:p>
          <a:r>
            <a:rPr lang="en-US" b="0"/>
            <a:t>1. Data Acquisition (Collection Phase)</a:t>
          </a:r>
          <a:endParaRPr lang="en-US"/>
        </a:p>
      </dgm:t>
    </dgm:pt>
    <dgm:pt modelId="{57550467-9F68-45C9-AAC9-7139D65F65CB}" type="parTrans" cxnId="{8A68526A-EDBA-4F4B-8962-6C6381827C12}">
      <dgm:prSet/>
      <dgm:spPr/>
      <dgm:t>
        <a:bodyPr/>
        <a:lstStyle/>
        <a:p>
          <a:endParaRPr lang="en-US"/>
        </a:p>
      </dgm:t>
    </dgm:pt>
    <dgm:pt modelId="{1E3F943F-0107-4F70-B7B4-40F8C83587C9}" type="sibTrans" cxnId="{8A68526A-EDBA-4F4B-8962-6C6381827C12}">
      <dgm:prSet/>
      <dgm:spPr/>
      <dgm:t>
        <a:bodyPr/>
        <a:lstStyle/>
        <a:p>
          <a:endParaRPr lang="en-US"/>
        </a:p>
      </dgm:t>
    </dgm:pt>
    <dgm:pt modelId="{8853329B-D73D-49A6-A3A6-D297FD1B8346}">
      <dgm:prSet/>
      <dgm:spPr/>
      <dgm:t>
        <a:bodyPr/>
        <a:lstStyle/>
        <a:p>
          <a:r>
            <a:rPr lang="en-US" b="0"/>
            <a:t>2.  Browser History Extraction</a:t>
          </a:r>
          <a:endParaRPr lang="en-US"/>
        </a:p>
      </dgm:t>
    </dgm:pt>
    <dgm:pt modelId="{5F03695B-CBDD-48B9-999F-09F73A7AC5E3}" type="parTrans" cxnId="{99E00A88-4C45-4FB8-BEB4-6BE9C5092C48}">
      <dgm:prSet/>
      <dgm:spPr/>
      <dgm:t>
        <a:bodyPr/>
        <a:lstStyle/>
        <a:p>
          <a:endParaRPr lang="en-US"/>
        </a:p>
      </dgm:t>
    </dgm:pt>
    <dgm:pt modelId="{6AD0EA85-69D4-40DA-9080-8538F6CE67C1}" type="sibTrans" cxnId="{99E00A88-4C45-4FB8-BEB4-6BE9C5092C48}">
      <dgm:prSet/>
      <dgm:spPr/>
      <dgm:t>
        <a:bodyPr/>
        <a:lstStyle/>
        <a:p>
          <a:endParaRPr lang="en-US"/>
        </a:p>
      </dgm:t>
    </dgm:pt>
    <dgm:pt modelId="{B81F14A7-79FC-4361-A75A-0A3AD0280AB1}">
      <dgm:prSet/>
      <dgm:spPr/>
      <dgm:t>
        <a:bodyPr/>
        <a:lstStyle/>
        <a:p>
          <a:r>
            <a:rPr lang="en-US" b="0"/>
            <a:t>3.  Parsing and Decoding</a:t>
          </a:r>
          <a:endParaRPr lang="en-US"/>
        </a:p>
      </dgm:t>
    </dgm:pt>
    <dgm:pt modelId="{45F26766-6EE4-4A3E-AAAB-3E7B0F4B84EF}" type="parTrans" cxnId="{ED3495C6-0CDC-40A9-AA59-3CAA6086B3B7}">
      <dgm:prSet/>
      <dgm:spPr/>
      <dgm:t>
        <a:bodyPr/>
        <a:lstStyle/>
        <a:p>
          <a:endParaRPr lang="en-US"/>
        </a:p>
      </dgm:t>
    </dgm:pt>
    <dgm:pt modelId="{DF06BC30-0000-4974-987B-0D2074600EBF}" type="sibTrans" cxnId="{ED3495C6-0CDC-40A9-AA59-3CAA6086B3B7}">
      <dgm:prSet/>
      <dgm:spPr/>
      <dgm:t>
        <a:bodyPr/>
        <a:lstStyle/>
        <a:p>
          <a:endParaRPr lang="en-US"/>
        </a:p>
      </dgm:t>
    </dgm:pt>
    <dgm:pt modelId="{40703F9E-950C-4C65-923E-0C79DECC3E61}">
      <dgm:prSet/>
      <dgm:spPr/>
      <dgm:t>
        <a:bodyPr/>
        <a:lstStyle/>
        <a:p>
          <a:r>
            <a:rPr lang="en-US" b="0"/>
            <a:t>4.  Deleted History Recovery</a:t>
          </a:r>
          <a:endParaRPr lang="en-US"/>
        </a:p>
      </dgm:t>
    </dgm:pt>
    <dgm:pt modelId="{7B628C88-EE30-4EA6-B0E2-B41490B796AB}" type="parTrans" cxnId="{D0E38502-4276-4FA2-BE43-35B0D19A409B}">
      <dgm:prSet/>
      <dgm:spPr/>
      <dgm:t>
        <a:bodyPr/>
        <a:lstStyle/>
        <a:p>
          <a:endParaRPr lang="en-US"/>
        </a:p>
      </dgm:t>
    </dgm:pt>
    <dgm:pt modelId="{93A61847-51CC-483C-ADA2-687B67B73D95}" type="sibTrans" cxnId="{D0E38502-4276-4FA2-BE43-35B0D19A409B}">
      <dgm:prSet/>
      <dgm:spPr/>
      <dgm:t>
        <a:bodyPr/>
        <a:lstStyle/>
        <a:p>
          <a:endParaRPr lang="en-US"/>
        </a:p>
      </dgm:t>
    </dgm:pt>
    <dgm:pt modelId="{F6A60D4E-5000-4238-9E0D-8E66EBBD6C7D}">
      <dgm:prSet/>
      <dgm:spPr/>
      <dgm:t>
        <a:bodyPr/>
        <a:lstStyle/>
        <a:p>
          <a:r>
            <a:rPr lang="en-US" b="0"/>
            <a:t>5.  Analysis and Correlation</a:t>
          </a:r>
          <a:endParaRPr lang="en-US"/>
        </a:p>
      </dgm:t>
    </dgm:pt>
    <dgm:pt modelId="{62927A22-A66A-4C6C-BBD7-C91ECF78E83C}" type="parTrans" cxnId="{14A21856-7A65-4AD0-9F8C-4A72FA49CB6B}">
      <dgm:prSet/>
      <dgm:spPr/>
      <dgm:t>
        <a:bodyPr/>
        <a:lstStyle/>
        <a:p>
          <a:endParaRPr lang="en-US"/>
        </a:p>
      </dgm:t>
    </dgm:pt>
    <dgm:pt modelId="{14F396F6-DA73-4662-A5EE-3212567DCE23}" type="sibTrans" cxnId="{14A21856-7A65-4AD0-9F8C-4A72FA49CB6B}">
      <dgm:prSet/>
      <dgm:spPr/>
      <dgm:t>
        <a:bodyPr/>
        <a:lstStyle/>
        <a:p>
          <a:endParaRPr lang="en-US"/>
        </a:p>
      </dgm:t>
    </dgm:pt>
    <dgm:pt modelId="{6BB526A7-36C9-49D1-83EF-1BC92696286A}">
      <dgm:prSet/>
      <dgm:spPr/>
      <dgm:t>
        <a:bodyPr/>
        <a:lstStyle/>
        <a:p>
          <a:r>
            <a:rPr lang="en-US" b="0"/>
            <a:t>6.  Reporting and Documentation</a:t>
          </a:r>
          <a:endParaRPr lang="en-US"/>
        </a:p>
      </dgm:t>
    </dgm:pt>
    <dgm:pt modelId="{D1EA9FAA-979C-455C-A3C9-8AC8AC1F5338}" type="parTrans" cxnId="{8664D1DB-C8FC-44BE-AC1D-C15184E4E60D}">
      <dgm:prSet/>
      <dgm:spPr/>
      <dgm:t>
        <a:bodyPr/>
        <a:lstStyle/>
        <a:p>
          <a:endParaRPr lang="en-US"/>
        </a:p>
      </dgm:t>
    </dgm:pt>
    <dgm:pt modelId="{27417DC4-6226-4874-BEC1-A3E5CCAF7A9B}" type="sibTrans" cxnId="{8664D1DB-C8FC-44BE-AC1D-C15184E4E60D}">
      <dgm:prSet/>
      <dgm:spPr/>
      <dgm:t>
        <a:bodyPr/>
        <a:lstStyle/>
        <a:p>
          <a:endParaRPr lang="en-US"/>
        </a:p>
      </dgm:t>
    </dgm:pt>
    <dgm:pt modelId="{F8B398E2-067E-4E38-BE72-E26DBA119A68}" type="pres">
      <dgm:prSet presAssocID="{2CBEACE2-6039-41CA-B902-418444FC44E7}" presName="diagram" presStyleCnt="0">
        <dgm:presLayoutVars>
          <dgm:dir/>
          <dgm:resizeHandles val="exact"/>
        </dgm:presLayoutVars>
      </dgm:prSet>
      <dgm:spPr/>
    </dgm:pt>
    <dgm:pt modelId="{CB8E428F-E7BB-4D58-B47E-8B2377ADEEA9}" type="pres">
      <dgm:prSet presAssocID="{41CF95CB-A5F7-4238-AFE9-665443E300E2}" presName="node" presStyleLbl="node1" presStyleIdx="0" presStyleCnt="6">
        <dgm:presLayoutVars>
          <dgm:bulletEnabled val="1"/>
        </dgm:presLayoutVars>
      </dgm:prSet>
      <dgm:spPr/>
    </dgm:pt>
    <dgm:pt modelId="{8CF0CC76-54AF-4684-B3E7-22FBF05765AB}" type="pres">
      <dgm:prSet presAssocID="{1E3F943F-0107-4F70-B7B4-40F8C83587C9}" presName="sibTrans" presStyleCnt="0"/>
      <dgm:spPr/>
    </dgm:pt>
    <dgm:pt modelId="{468BE96E-E955-4704-AC72-52BA2979C1FD}" type="pres">
      <dgm:prSet presAssocID="{8853329B-D73D-49A6-A3A6-D297FD1B8346}" presName="node" presStyleLbl="node1" presStyleIdx="1" presStyleCnt="6">
        <dgm:presLayoutVars>
          <dgm:bulletEnabled val="1"/>
        </dgm:presLayoutVars>
      </dgm:prSet>
      <dgm:spPr/>
    </dgm:pt>
    <dgm:pt modelId="{519B6A16-A16A-4119-AEB6-0A6DD187AC54}" type="pres">
      <dgm:prSet presAssocID="{6AD0EA85-69D4-40DA-9080-8538F6CE67C1}" presName="sibTrans" presStyleCnt="0"/>
      <dgm:spPr/>
    </dgm:pt>
    <dgm:pt modelId="{1683B190-3C6C-476E-ABB0-48E84F9B73F3}" type="pres">
      <dgm:prSet presAssocID="{B81F14A7-79FC-4361-A75A-0A3AD0280AB1}" presName="node" presStyleLbl="node1" presStyleIdx="2" presStyleCnt="6">
        <dgm:presLayoutVars>
          <dgm:bulletEnabled val="1"/>
        </dgm:presLayoutVars>
      </dgm:prSet>
      <dgm:spPr/>
    </dgm:pt>
    <dgm:pt modelId="{232CD8B1-BB6B-40B9-940E-93E0F6188429}" type="pres">
      <dgm:prSet presAssocID="{DF06BC30-0000-4974-987B-0D2074600EBF}" presName="sibTrans" presStyleCnt="0"/>
      <dgm:spPr/>
    </dgm:pt>
    <dgm:pt modelId="{3B04C948-2853-4355-BFF1-E466154BA6AF}" type="pres">
      <dgm:prSet presAssocID="{40703F9E-950C-4C65-923E-0C79DECC3E61}" presName="node" presStyleLbl="node1" presStyleIdx="3" presStyleCnt="6">
        <dgm:presLayoutVars>
          <dgm:bulletEnabled val="1"/>
        </dgm:presLayoutVars>
      </dgm:prSet>
      <dgm:spPr/>
    </dgm:pt>
    <dgm:pt modelId="{C1147502-3127-4C82-B8B8-33B15C4C73E7}" type="pres">
      <dgm:prSet presAssocID="{93A61847-51CC-483C-ADA2-687B67B73D95}" presName="sibTrans" presStyleCnt="0"/>
      <dgm:spPr/>
    </dgm:pt>
    <dgm:pt modelId="{A0DE3D25-112E-4922-806D-C3CD0867900D}" type="pres">
      <dgm:prSet presAssocID="{F6A60D4E-5000-4238-9E0D-8E66EBBD6C7D}" presName="node" presStyleLbl="node1" presStyleIdx="4" presStyleCnt="6">
        <dgm:presLayoutVars>
          <dgm:bulletEnabled val="1"/>
        </dgm:presLayoutVars>
      </dgm:prSet>
      <dgm:spPr/>
    </dgm:pt>
    <dgm:pt modelId="{217CF428-04D8-49FE-9DE0-50F6652A7D7A}" type="pres">
      <dgm:prSet presAssocID="{14F396F6-DA73-4662-A5EE-3212567DCE23}" presName="sibTrans" presStyleCnt="0"/>
      <dgm:spPr/>
    </dgm:pt>
    <dgm:pt modelId="{7E87050E-AECA-4D6C-8BED-A164C6B36FD3}" type="pres">
      <dgm:prSet presAssocID="{6BB526A7-36C9-49D1-83EF-1BC92696286A}" presName="node" presStyleLbl="node1" presStyleIdx="5" presStyleCnt="6">
        <dgm:presLayoutVars>
          <dgm:bulletEnabled val="1"/>
        </dgm:presLayoutVars>
      </dgm:prSet>
      <dgm:spPr/>
    </dgm:pt>
  </dgm:ptLst>
  <dgm:cxnLst>
    <dgm:cxn modelId="{D0E38502-4276-4FA2-BE43-35B0D19A409B}" srcId="{2CBEACE2-6039-41CA-B902-418444FC44E7}" destId="{40703F9E-950C-4C65-923E-0C79DECC3E61}" srcOrd="3" destOrd="0" parTransId="{7B628C88-EE30-4EA6-B0E2-B41490B796AB}" sibTransId="{93A61847-51CC-483C-ADA2-687B67B73D95}"/>
    <dgm:cxn modelId="{E3BF6C67-6C4D-4F33-8085-42134D6879B1}" type="presOf" srcId="{2CBEACE2-6039-41CA-B902-418444FC44E7}" destId="{F8B398E2-067E-4E38-BE72-E26DBA119A68}" srcOrd="0" destOrd="0" presId="urn:microsoft.com/office/officeart/2005/8/layout/default"/>
    <dgm:cxn modelId="{8A68526A-EDBA-4F4B-8962-6C6381827C12}" srcId="{2CBEACE2-6039-41CA-B902-418444FC44E7}" destId="{41CF95CB-A5F7-4238-AFE9-665443E300E2}" srcOrd="0" destOrd="0" parTransId="{57550467-9F68-45C9-AAC9-7139D65F65CB}" sibTransId="{1E3F943F-0107-4F70-B7B4-40F8C83587C9}"/>
    <dgm:cxn modelId="{2479E16B-0092-4517-AA51-99B3B8DD8BB9}" type="presOf" srcId="{40703F9E-950C-4C65-923E-0C79DECC3E61}" destId="{3B04C948-2853-4355-BFF1-E466154BA6AF}" srcOrd="0" destOrd="0" presId="urn:microsoft.com/office/officeart/2005/8/layout/default"/>
    <dgm:cxn modelId="{14A21856-7A65-4AD0-9F8C-4A72FA49CB6B}" srcId="{2CBEACE2-6039-41CA-B902-418444FC44E7}" destId="{F6A60D4E-5000-4238-9E0D-8E66EBBD6C7D}" srcOrd="4" destOrd="0" parTransId="{62927A22-A66A-4C6C-BBD7-C91ECF78E83C}" sibTransId="{14F396F6-DA73-4662-A5EE-3212567DCE23}"/>
    <dgm:cxn modelId="{99E00A88-4C45-4FB8-BEB4-6BE9C5092C48}" srcId="{2CBEACE2-6039-41CA-B902-418444FC44E7}" destId="{8853329B-D73D-49A6-A3A6-D297FD1B8346}" srcOrd="1" destOrd="0" parTransId="{5F03695B-CBDD-48B9-999F-09F73A7AC5E3}" sibTransId="{6AD0EA85-69D4-40DA-9080-8538F6CE67C1}"/>
    <dgm:cxn modelId="{54F9C19A-0AB1-4B08-84E9-65341C3A7B64}" type="presOf" srcId="{B81F14A7-79FC-4361-A75A-0A3AD0280AB1}" destId="{1683B190-3C6C-476E-ABB0-48E84F9B73F3}" srcOrd="0" destOrd="0" presId="urn:microsoft.com/office/officeart/2005/8/layout/default"/>
    <dgm:cxn modelId="{2CE943B2-91E5-420A-8DF2-857FAE665135}" type="presOf" srcId="{6BB526A7-36C9-49D1-83EF-1BC92696286A}" destId="{7E87050E-AECA-4D6C-8BED-A164C6B36FD3}" srcOrd="0" destOrd="0" presId="urn:microsoft.com/office/officeart/2005/8/layout/default"/>
    <dgm:cxn modelId="{ED3495C6-0CDC-40A9-AA59-3CAA6086B3B7}" srcId="{2CBEACE2-6039-41CA-B902-418444FC44E7}" destId="{B81F14A7-79FC-4361-A75A-0A3AD0280AB1}" srcOrd="2" destOrd="0" parTransId="{45F26766-6EE4-4A3E-AAAB-3E7B0F4B84EF}" sibTransId="{DF06BC30-0000-4974-987B-0D2074600EBF}"/>
    <dgm:cxn modelId="{7257BCD0-0A0A-464F-8CE9-88B0FCD4D2B1}" type="presOf" srcId="{41CF95CB-A5F7-4238-AFE9-665443E300E2}" destId="{CB8E428F-E7BB-4D58-B47E-8B2377ADEEA9}" srcOrd="0" destOrd="0" presId="urn:microsoft.com/office/officeart/2005/8/layout/default"/>
    <dgm:cxn modelId="{8664D1DB-C8FC-44BE-AC1D-C15184E4E60D}" srcId="{2CBEACE2-6039-41CA-B902-418444FC44E7}" destId="{6BB526A7-36C9-49D1-83EF-1BC92696286A}" srcOrd="5" destOrd="0" parTransId="{D1EA9FAA-979C-455C-A3C9-8AC8AC1F5338}" sibTransId="{27417DC4-6226-4874-BEC1-A3E5CCAF7A9B}"/>
    <dgm:cxn modelId="{3F7AD6E5-FA68-47E3-9E49-48A2F1620D02}" type="presOf" srcId="{F6A60D4E-5000-4238-9E0D-8E66EBBD6C7D}" destId="{A0DE3D25-112E-4922-806D-C3CD0867900D}" srcOrd="0" destOrd="0" presId="urn:microsoft.com/office/officeart/2005/8/layout/default"/>
    <dgm:cxn modelId="{3A57D8E7-4230-48CB-878E-EDD5B2F31830}" type="presOf" srcId="{8853329B-D73D-49A6-A3A6-D297FD1B8346}" destId="{468BE96E-E955-4704-AC72-52BA2979C1FD}" srcOrd="0" destOrd="0" presId="urn:microsoft.com/office/officeart/2005/8/layout/default"/>
    <dgm:cxn modelId="{E4DE982B-B748-4AEF-BE42-CD82EEC8FF2D}" type="presParOf" srcId="{F8B398E2-067E-4E38-BE72-E26DBA119A68}" destId="{CB8E428F-E7BB-4D58-B47E-8B2377ADEEA9}" srcOrd="0" destOrd="0" presId="urn:microsoft.com/office/officeart/2005/8/layout/default"/>
    <dgm:cxn modelId="{E596BE27-E420-4954-BE3A-309ED3F3C98A}" type="presParOf" srcId="{F8B398E2-067E-4E38-BE72-E26DBA119A68}" destId="{8CF0CC76-54AF-4684-B3E7-22FBF05765AB}" srcOrd="1" destOrd="0" presId="urn:microsoft.com/office/officeart/2005/8/layout/default"/>
    <dgm:cxn modelId="{C6BB15C7-E5DB-4DE5-B431-F2672210D704}" type="presParOf" srcId="{F8B398E2-067E-4E38-BE72-E26DBA119A68}" destId="{468BE96E-E955-4704-AC72-52BA2979C1FD}" srcOrd="2" destOrd="0" presId="urn:microsoft.com/office/officeart/2005/8/layout/default"/>
    <dgm:cxn modelId="{7F086AF1-719F-4A94-86BB-4CD01C332A3F}" type="presParOf" srcId="{F8B398E2-067E-4E38-BE72-E26DBA119A68}" destId="{519B6A16-A16A-4119-AEB6-0A6DD187AC54}" srcOrd="3" destOrd="0" presId="urn:microsoft.com/office/officeart/2005/8/layout/default"/>
    <dgm:cxn modelId="{C97D2C6F-C66F-4641-9F61-FCD2860B9293}" type="presParOf" srcId="{F8B398E2-067E-4E38-BE72-E26DBA119A68}" destId="{1683B190-3C6C-476E-ABB0-48E84F9B73F3}" srcOrd="4" destOrd="0" presId="urn:microsoft.com/office/officeart/2005/8/layout/default"/>
    <dgm:cxn modelId="{8AE46137-9ED1-4E64-B18E-E44B1A0693B2}" type="presParOf" srcId="{F8B398E2-067E-4E38-BE72-E26DBA119A68}" destId="{232CD8B1-BB6B-40B9-940E-93E0F6188429}" srcOrd="5" destOrd="0" presId="urn:microsoft.com/office/officeart/2005/8/layout/default"/>
    <dgm:cxn modelId="{BCB1BBB0-AF2A-4849-B17A-4B20A503D872}" type="presParOf" srcId="{F8B398E2-067E-4E38-BE72-E26DBA119A68}" destId="{3B04C948-2853-4355-BFF1-E466154BA6AF}" srcOrd="6" destOrd="0" presId="urn:microsoft.com/office/officeart/2005/8/layout/default"/>
    <dgm:cxn modelId="{8C6F7B74-789A-4FAF-945C-A3F19C4A0661}" type="presParOf" srcId="{F8B398E2-067E-4E38-BE72-E26DBA119A68}" destId="{C1147502-3127-4C82-B8B8-33B15C4C73E7}" srcOrd="7" destOrd="0" presId="urn:microsoft.com/office/officeart/2005/8/layout/default"/>
    <dgm:cxn modelId="{EA051C4B-8C25-49EF-9516-5E955A68B6DB}" type="presParOf" srcId="{F8B398E2-067E-4E38-BE72-E26DBA119A68}" destId="{A0DE3D25-112E-4922-806D-C3CD0867900D}" srcOrd="8" destOrd="0" presId="urn:microsoft.com/office/officeart/2005/8/layout/default"/>
    <dgm:cxn modelId="{67EBC435-682A-41E9-B8F3-AF52D49ADBCD}" type="presParOf" srcId="{F8B398E2-067E-4E38-BE72-E26DBA119A68}" destId="{217CF428-04D8-49FE-9DE0-50F6652A7D7A}" srcOrd="9" destOrd="0" presId="urn:microsoft.com/office/officeart/2005/8/layout/default"/>
    <dgm:cxn modelId="{406C4A5A-BF62-42E9-AD4D-142F664DE929}" type="presParOf" srcId="{F8B398E2-067E-4E38-BE72-E26DBA119A68}" destId="{7E87050E-AECA-4D6C-8BED-A164C6B36FD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527C18-3C95-4A5B-8A95-13AD13E49EB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17EF883-0942-4DD2-B3C7-F0811F9CCEBE}">
      <dgm:prSet/>
      <dgm:spPr/>
      <dgm:t>
        <a:bodyPr/>
        <a:lstStyle/>
        <a:p>
          <a:r>
            <a:rPr lang="en-US" b="0"/>
            <a:t>Use dd to create a disk image for investigation</a:t>
          </a:r>
          <a:endParaRPr lang="en-US"/>
        </a:p>
      </dgm:t>
    </dgm:pt>
    <dgm:pt modelId="{D25BB8E1-F52A-4CB7-85D7-1F25AAC754C7}" type="parTrans" cxnId="{499E6CF4-DBFC-4D5D-90E3-D8D7ABB15CD2}">
      <dgm:prSet/>
      <dgm:spPr/>
      <dgm:t>
        <a:bodyPr/>
        <a:lstStyle/>
        <a:p>
          <a:endParaRPr lang="en-US"/>
        </a:p>
      </dgm:t>
    </dgm:pt>
    <dgm:pt modelId="{8B318C1F-895A-4692-B8C8-29E9F3661F6F}" type="sibTrans" cxnId="{499E6CF4-DBFC-4D5D-90E3-D8D7ABB15CD2}">
      <dgm:prSet/>
      <dgm:spPr/>
      <dgm:t>
        <a:bodyPr/>
        <a:lstStyle/>
        <a:p>
          <a:endParaRPr lang="en-US"/>
        </a:p>
      </dgm:t>
    </dgm:pt>
    <dgm:pt modelId="{1AB2537C-C177-485C-A53F-CFC535565775}">
      <dgm:prSet/>
      <dgm:spPr/>
      <dgm:t>
        <a:bodyPr/>
        <a:lstStyle/>
        <a:p>
          <a:r>
            <a:rPr lang="en-US" b="0"/>
            <a:t>Chrome History Extraction (SQLite DB)-sqlite3 /path_to/History "SELECT url, title, visit_count, last_visit_time FROM urls ORDER BY last_visit_time DESC;"</a:t>
          </a:r>
          <a:endParaRPr lang="en-US"/>
        </a:p>
      </dgm:t>
    </dgm:pt>
    <dgm:pt modelId="{46E58F51-5EC0-4A8A-9B6B-62A1FD036BCB}" type="parTrans" cxnId="{19271138-A57E-41E1-8FE4-549152D545A4}">
      <dgm:prSet/>
      <dgm:spPr/>
      <dgm:t>
        <a:bodyPr/>
        <a:lstStyle/>
        <a:p>
          <a:endParaRPr lang="en-US"/>
        </a:p>
      </dgm:t>
    </dgm:pt>
    <dgm:pt modelId="{B1FAEA00-B4EF-4647-BA8E-C5A7FB177C0A}" type="sibTrans" cxnId="{19271138-A57E-41E1-8FE4-549152D545A4}">
      <dgm:prSet/>
      <dgm:spPr/>
      <dgm:t>
        <a:bodyPr/>
        <a:lstStyle/>
        <a:p>
          <a:endParaRPr lang="en-US"/>
        </a:p>
      </dgm:t>
    </dgm:pt>
    <dgm:pt modelId="{1720FD40-DEDE-4C88-B2C0-3C3285D27B10}">
      <dgm:prSet/>
      <dgm:spPr/>
      <dgm:t>
        <a:bodyPr/>
        <a:lstStyle/>
        <a:p>
          <a:r>
            <a:rPr lang="en-US" b="0"/>
            <a:t>Convert timestamps to human-readable format.</a:t>
          </a:r>
          <a:endParaRPr lang="en-US"/>
        </a:p>
      </dgm:t>
    </dgm:pt>
    <dgm:pt modelId="{437E24DE-4F68-4D00-A217-36725F9C1AA2}" type="parTrans" cxnId="{00478AED-80A9-4FA4-88C9-25AF4365185D}">
      <dgm:prSet/>
      <dgm:spPr/>
      <dgm:t>
        <a:bodyPr/>
        <a:lstStyle/>
        <a:p>
          <a:endParaRPr lang="en-US"/>
        </a:p>
      </dgm:t>
    </dgm:pt>
    <dgm:pt modelId="{C13BF33D-8838-4FD6-981A-88F631B77745}" type="sibTrans" cxnId="{00478AED-80A9-4FA4-88C9-25AF4365185D}">
      <dgm:prSet/>
      <dgm:spPr/>
      <dgm:t>
        <a:bodyPr/>
        <a:lstStyle/>
        <a:p>
          <a:endParaRPr lang="en-US"/>
        </a:p>
      </dgm:t>
    </dgm:pt>
    <dgm:pt modelId="{DB1CF60C-FD0A-496C-8842-F8E62219D486}">
      <dgm:prSet/>
      <dgm:spPr/>
      <dgm:t>
        <a:bodyPr/>
        <a:lstStyle/>
        <a:p>
          <a:r>
            <a:rPr lang="en-US" b="0"/>
            <a:t>Carve Unallocated Space</a:t>
          </a:r>
          <a:endParaRPr lang="en-US"/>
        </a:p>
      </dgm:t>
    </dgm:pt>
    <dgm:pt modelId="{2F07C560-206C-4F6E-9D9B-707F2C33EE28}" type="parTrans" cxnId="{EA48B262-B840-4AFD-BA36-B11771EE31FF}">
      <dgm:prSet/>
      <dgm:spPr/>
      <dgm:t>
        <a:bodyPr/>
        <a:lstStyle/>
        <a:p>
          <a:endParaRPr lang="en-US"/>
        </a:p>
      </dgm:t>
    </dgm:pt>
    <dgm:pt modelId="{A57D30F6-6FD8-4FFE-A76B-319CBA567EA9}" type="sibTrans" cxnId="{EA48B262-B840-4AFD-BA36-B11771EE31FF}">
      <dgm:prSet/>
      <dgm:spPr/>
      <dgm:t>
        <a:bodyPr/>
        <a:lstStyle/>
        <a:p>
          <a:endParaRPr lang="en-US"/>
        </a:p>
      </dgm:t>
    </dgm:pt>
    <dgm:pt modelId="{7B12EECB-5C11-420B-B9BE-0F5A1C315E07}">
      <dgm:prSet/>
      <dgm:spPr/>
      <dgm:t>
        <a:bodyPr/>
        <a:lstStyle/>
        <a:p>
          <a:r>
            <a:rPr lang="en-US" b="0"/>
            <a:t>Use Plaso to create a timeline</a:t>
          </a:r>
          <a:endParaRPr lang="en-US"/>
        </a:p>
      </dgm:t>
    </dgm:pt>
    <dgm:pt modelId="{1FC02EEF-0E15-4500-9D50-DF3A9D465902}" type="parTrans" cxnId="{6499722D-C867-4905-9690-BC515D3A789A}">
      <dgm:prSet/>
      <dgm:spPr/>
      <dgm:t>
        <a:bodyPr/>
        <a:lstStyle/>
        <a:p>
          <a:endParaRPr lang="en-US"/>
        </a:p>
      </dgm:t>
    </dgm:pt>
    <dgm:pt modelId="{8AF06911-BCFC-4AD8-AD88-4D2D722C3952}" type="sibTrans" cxnId="{6499722D-C867-4905-9690-BC515D3A789A}">
      <dgm:prSet/>
      <dgm:spPr/>
      <dgm:t>
        <a:bodyPr/>
        <a:lstStyle/>
        <a:p>
          <a:endParaRPr lang="en-US"/>
        </a:p>
      </dgm:t>
    </dgm:pt>
    <dgm:pt modelId="{BDFCDE7C-6A72-4B46-B4BE-3C2F79E7C85D}">
      <dgm:prSet/>
      <dgm:spPr/>
      <dgm:t>
        <a:bodyPr/>
        <a:lstStyle/>
        <a:p>
          <a:r>
            <a:rPr lang="en-US" b="0"/>
            <a:t>Verify Hash of Collected Evidence</a:t>
          </a:r>
          <a:endParaRPr lang="en-US"/>
        </a:p>
      </dgm:t>
    </dgm:pt>
    <dgm:pt modelId="{D49AA915-2DC4-4009-808D-CDEEF357247E}" type="parTrans" cxnId="{3EF5CC32-035E-4556-8C7D-A0AC07652069}">
      <dgm:prSet/>
      <dgm:spPr/>
      <dgm:t>
        <a:bodyPr/>
        <a:lstStyle/>
        <a:p>
          <a:endParaRPr lang="en-US"/>
        </a:p>
      </dgm:t>
    </dgm:pt>
    <dgm:pt modelId="{926C11E8-1793-4E7B-A533-C8FD2D999D1A}" type="sibTrans" cxnId="{3EF5CC32-035E-4556-8C7D-A0AC07652069}">
      <dgm:prSet/>
      <dgm:spPr/>
      <dgm:t>
        <a:bodyPr/>
        <a:lstStyle/>
        <a:p>
          <a:endParaRPr lang="en-US"/>
        </a:p>
      </dgm:t>
    </dgm:pt>
    <dgm:pt modelId="{60190215-948A-41D0-AC5D-D3A6B811594C}" type="pres">
      <dgm:prSet presAssocID="{CA527C18-3C95-4A5B-8A95-13AD13E49EB7}" presName="root" presStyleCnt="0">
        <dgm:presLayoutVars>
          <dgm:dir/>
          <dgm:resizeHandles val="exact"/>
        </dgm:presLayoutVars>
      </dgm:prSet>
      <dgm:spPr/>
    </dgm:pt>
    <dgm:pt modelId="{1CD59723-0F3E-410A-9BDE-96559E760138}" type="pres">
      <dgm:prSet presAssocID="{317EF883-0942-4DD2-B3C7-F0811F9CCEBE}" presName="compNode" presStyleCnt="0"/>
      <dgm:spPr/>
    </dgm:pt>
    <dgm:pt modelId="{0DA6B50F-EF15-45B8-9F42-4392F161FB16}" type="pres">
      <dgm:prSet presAssocID="{317EF883-0942-4DD2-B3C7-F0811F9CCEBE}" presName="bgRect" presStyleLbl="bgShp" presStyleIdx="0" presStyleCnt="6"/>
      <dgm:spPr/>
    </dgm:pt>
    <dgm:pt modelId="{EF33D322-C718-46B7-A6EE-E56D7229B9F5}" type="pres">
      <dgm:prSet presAssocID="{317EF883-0942-4DD2-B3C7-F0811F9CCEB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41C1F023-70AB-4FA3-B798-8A5C5E59F861}" type="pres">
      <dgm:prSet presAssocID="{317EF883-0942-4DD2-B3C7-F0811F9CCEBE}" presName="spaceRect" presStyleCnt="0"/>
      <dgm:spPr/>
    </dgm:pt>
    <dgm:pt modelId="{09E87FC1-904A-4F25-AC3D-981E66AAEDBA}" type="pres">
      <dgm:prSet presAssocID="{317EF883-0942-4DD2-B3C7-F0811F9CCEBE}" presName="parTx" presStyleLbl="revTx" presStyleIdx="0" presStyleCnt="6">
        <dgm:presLayoutVars>
          <dgm:chMax val="0"/>
          <dgm:chPref val="0"/>
        </dgm:presLayoutVars>
      </dgm:prSet>
      <dgm:spPr/>
    </dgm:pt>
    <dgm:pt modelId="{ABFCA6F2-F4C6-4889-B780-3BDF91C1BC2C}" type="pres">
      <dgm:prSet presAssocID="{8B318C1F-895A-4692-B8C8-29E9F3661F6F}" presName="sibTrans" presStyleCnt="0"/>
      <dgm:spPr/>
    </dgm:pt>
    <dgm:pt modelId="{8EB4647C-6A7E-4DD2-83B9-97E61677239C}" type="pres">
      <dgm:prSet presAssocID="{1AB2537C-C177-485C-A53F-CFC535565775}" presName="compNode" presStyleCnt="0"/>
      <dgm:spPr/>
    </dgm:pt>
    <dgm:pt modelId="{0B1DAA89-FB95-45C9-A3F0-ADE2067B1450}" type="pres">
      <dgm:prSet presAssocID="{1AB2537C-C177-485C-A53F-CFC535565775}" presName="bgRect" presStyleLbl="bgShp" presStyleIdx="1" presStyleCnt="6"/>
      <dgm:spPr/>
    </dgm:pt>
    <dgm:pt modelId="{06923924-17E6-4A7A-855F-F29DF2357F31}" type="pres">
      <dgm:prSet presAssocID="{1AB2537C-C177-485C-A53F-CFC53556577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D3301FA-C3E5-4F7C-9B3E-A84559EE405A}" type="pres">
      <dgm:prSet presAssocID="{1AB2537C-C177-485C-A53F-CFC535565775}" presName="spaceRect" presStyleCnt="0"/>
      <dgm:spPr/>
    </dgm:pt>
    <dgm:pt modelId="{4B240EE5-D4AD-41C3-A965-92CECBFA1CDC}" type="pres">
      <dgm:prSet presAssocID="{1AB2537C-C177-485C-A53F-CFC535565775}" presName="parTx" presStyleLbl="revTx" presStyleIdx="1" presStyleCnt="6">
        <dgm:presLayoutVars>
          <dgm:chMax val="0"/>
          <dgm:chPref val="0"/>
        </dgm:presLayoutVars>
      </dgm:prSet>
      <dgm:spPr/>
    </dgm:pt>
    <dgm:pt modelId="{DE4971B6-0962-4A1F-B4F9-7546CD506FE9}" type="pres">
      <dgm:prSet presAssocID="{B1FAEA00-B4EF-4647-BA8E-C5A7FB177C0A}" presName="sibTrans" presStyleCnt="0"/>
      <dgm:spPr/>
    </dgm:pt>
    <dgm:pt modelId="{B82F2642-0DDA-4C7F-A368-4603690ADF8D}" type="pres">
      <dgm:prSet presAssocID="{1720FD40-DEDE-4C88-B2C0-3C3285D27B10}" presName="compNode" presStyleCnt="0"/>
      <dgm:spPr/>
    </dgm:pt>
    <dgm:pt modelId="{440028E0-EDC1-477E-BBB6-8D85AC50EB83}" type="pres">
      <dgm:prSet presAssocID="{1720FD40-DEDE-4C88-B2C0-3C3285D27B10}" presName="bgRect" presStyleLbl="bgShp" presStyleIdx="2" presStyleCnt="6"/>
      <dgm:spPr/>
    </dgm:pt>
    <dgm:pt modelId="{C2D44A3F-CE9D-4C7E-8F2C-E809FAA0958A}" type="pres">
      <dgm:prSet presAssocID="{1720FD40-DEDE-4C88-B2C0-3C3285D27B1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407F3B4F-F158-40C3-86BA-7440A04D75CF}" type="pres">
      <dgm:prSet presAssocID="{1720FD40-DEDE-4C88-B2C0-3C3285D27B10}" presName="spaceRect" presStyleCnt="0"/>
      <dgm:spPr/>
    </dgm:pt>
    <dgm:pt modelId="{2C0C3EFB-FF31-46AD-95FE-3FBE9917645E}" type="pres">
      <dgm:prSet presAssocID="{1720FD40-DEDE-4C88-B2C0-3C3285D27B10}" presName="parTx" presStyleLbl="revTx" presStyleIdx="2" presStyleCnt="6">
        <dgm:presLayoutVars>
          <dgm:chMax val="0"/>
          <dgm:chPref val="0"/>
        </dgm:presLayoutVars>
      </dgm:prSet>
      <dgm:spPr/>
    </dgm:pt>
    <dgm:pt modelId="{A3BFE9C5-6663-489C-B008-F2DE50A8A81D}" type="pres">
      <dgm:prSet presAssocID="{C13BF33D-8838-4FD6-981A-88F631B77745}" presName="sibTrans" presStyleCnt="0"/>
      <dgm:spPr/>
    </dgm:pt>
    <dgm:pt modelId="{9CF06F3B-8084-4954-B0C8-22A75084E16F}" type="pres">
      <dgm:prSet presAssocID="{DB1CF60C-FD0A-496C-8842-F8E62219D486}" presName="compNode" presStyleCnt="0"/>
      <dgm:spPr/>
    </dgm:pt>
    <dgm:pt modelId="{E37ECAAF-5565-4382-96C2-FF328AD0B928}" type="pres">
      <dgm:prSet presAssocID="{DB1CF60C-FD0A-496C-8842-F8E62219D486}" presName="bgRect" presStyleLbl="bgShp" presStyleIdx="3" presStyleCnt="6"/>
      <dgm:spPr/>
    </dgm:pt>
    <dgm:pt modelId="{BD4B53B1-734B-4EB0-AAE3-5FDAEC1CDF94}" type="pres">
      <dgm:prSet presAssocID="{DB1CF60C-FD0A-496C-8842-F8E62219D48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57DB137F-0E1E-4615-9143-547295922B68}" type="pres">
      <dgm:prSet presAssocID="{DB1CF60C-FD0A-496C-8842-F8E62219D486}" presName="spaceRect" presStyleCnt="0"/>
      <dgm:spPr/>
    </dgm:pt>
    <dgm:pt modelId="{0A81AA1E-7FD1-4C55-A1A3-46939DB9BA93}" type="pres">
      <dgm:prSet presAssocID="{DB1CF60C-FD0A-496C-8842-F8E62219D486}" presName="parTx" presStyleLbl="revTx" presStyleIdx="3" presStyleCnt="6">
        <dgm:presLayoutVars>
          <dgm:chMax val="0"/>
          <dgm:chPref val="0"/>
        </dgm:presLayoutVars>
      </dgm:prSet>
      <dgm:spPr/>
    </dgm:pt>
    <dgm:pt modelId="{CD451D8F-CABC-4419-9885-A32BAF7FE8E1}" type="pres">
      <dgm:prSet presAssocID="{A57D30F6-6FD8-4FFE-A76B-319CBA567EA9}" presName="sibTrans" presStyleCnt="0"/>
      <dgm:spPr/>
    </dgm:pt>
    <dgm:pt modelId="{35B13CE7-EF04-48C3-93FC-FAB9217C5D4C}" type="pres">
      <dgm:prSet presAssocID="{7B12EECB-5C11-420B-B9BE-0F5A1C315E07}" presName="compNode" presStyleCnt="0"/>
      <dgm:spPr/>
    </dgm:pt>
    <dgm:pt modelId="{ECB0E2A4-B86C-4167-95ED-60446B5CBA92}" type="pres">
      <dgm:prSet presAssocID="{7B12EECB-5C11-420B-B9BE-0F5A1C315E07}" presName="bgRect" presStyleLbl="bgShp" presStyleIdx="4" presStyleCnt="6"/>
      <dgm:spPr/>
    </dgm:pt>
    <dgm:pt modelId="{4E917F24-0C44-4611-B50E-FF17C7AEDFF7}" type="pres">
      <dgm:prSet presAssocID="{7B12EECB-5C11-420B-B9BE-0F5A1C315E0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076D469-F979-4EA8-B688-C791BB037861}" type="pres">
      <dgm:prSet presAssocID="{7B12EECB-5C11-420B-B9BE-0F5A1C315E07}" presName="spaceRect" presStyleCnt="0"/>
      <dgm:spPr/>
    </dgm:pt>
    <dgm:pt modelId="{0B873E38-7A7A-4C60-BBA4-6F003544D532}" type="pres">
      <dgm:prSet presAssocID="{7B12EECB-5C11-420B-B9BE-0F5A1C315E07}" presName="parTx" presStyleLbl="revTx" presStyleIdx="4" presStyleCnt="6">
        <dgm:presLayoutVars>
          <dgm:chMax val="0"/>
          <dgm:chPref val="0"/>
        </dgm:presLayoutVars>
      </dgm:prSet>
      <dgm:spPr/>
    </dgm:pt>
    <dgm:pt modelId="{CB316A50-E979-477D-AE5C-215233FFB22D}" type="pres">
      <dgm:prSet presAssocID="{8AF06911-BCFC-4AD8-AD88-4D2D722C3952}" presName="sibTrans" presStyleCnt="0"/>
      <dgm:spPr/>
    </dgm:pt>
    <dgm:pt modelId="{91E58AAD-F5B4-4E90-ABFF-EBC7CF548012}" type="pres">
      <dgm:prSet presAssocID="{BDFCDE7C-6A72-4B46-B4BE-3C2F79E7C85D}" presName="compNode" presStyleCnt="0"/>
      <dgm:spPr/>
    </dgm:pt>
    <dgm:pt modelId="{61B7E9D0-322C-4720-863A-F9291964FF4E}" type="pres">
      <dgm:prSet presAssocID="{BDFCDE7C-6A72-4B46-B4BE-3C2F79E7C85D}" presName="bgRect" presStyleLbl="bgShp" presStyleIdx="5" presStyleCnt="6"/>
      <dgm:spPr/>
    </dgm:pt>
    <dgm:pt modelId="{D06D3C28-DB93-4900-A0EE-E7BC11B6EA46}" type="pres">
      <dgm:prSet presAssocID="{BDFCDE7C-6A72-4B46-B4BE-3C2F79E7C85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2FDFD6-0744-4E11-80B8-F4FB25D3E16E}" type="pres">
      <dgm:prSet presAssocID="{BDFCDE7C-6A72-4B46-B4BE-3C2F79E7C85D}" presName="spaceRect" presStyleCnt="0"/>
      <dgm:spPr/>
    </dgm:pt>
    <dgm:pt modelId="{F08A1E6B-38FA-4ED4-97F6-04CDFBE77BFA}" type="pres">
      <dgm:prSet presAssocID="{BDFCDE7C-6A72-4B46-B4BE-3C2F79E7C85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AFEA117-AF95-4018-8632-D4E9CEAB45C4}" type="presOf" srcId="{BDFCDE7C-6A72-4B46-B4BE-3C2F79E7C85D}" destId="{F08A1E6B-38FA-4ED4-97F6-04CDFBE77BFA}" srcOrd="0" destOrd="0" presId="urn:microsoft.com/office/officeart/2018/2/layout/IconVerticalSolidList"/>
    <dgm:cxn modelId="{9AACF326-4624-4BE9-8759-C162B89C4CCA}" type="presOf" srcId="{7B12EECB-5C11-420B-B9BE-0F5A1C315E07}" destId="{0B873E38-7A7A-4C60-BBA4-6F003544D532}" srcOrd="0" destOrd="0" presId="urn:microsoft.com/office/officeart/2018/2/layout/IconVerticalSolidList"/>
    <dgm:cxn modelId="{6499722D-C867-4905-9690-BC515D3A789A}" srcId="{CA527C18-3C95-4A5B-8A95-13AD13E49EB7}" destId="{7B12EECB-5C11-420B-B9BE-0F5A1C315E07}" srcOrd="4" destOrd="0" parTransId="{1FC02EEF-0E15-4500-9D50-DF3A9D465902}" sibTransId="{8AF06911-BCFC-4AD8-AD88-4D2D722C3952}"/>
    <dgm:cxn modelId="{3EF5CC32-035E-4556-8C7D-A0AC07652069}" srcId="{CA527C18-3C95-4A5B-8A95-13AD13E49EB7}" destId="{BDFCDE7C-6A72-4B46-B4BE-3C2F79E7C85D}" srcOrd="5" destOrd="0" parTransId="{D49AA915-2DC4-4009-808D-CDEEF357247E}" sibTransId="{926C11E8-1793-4E7B-A533-C8FD2D999D1A}"/>
    <dgm:cxn modelId="{19271138-A57E-41E1-8FE4-549152D545A4}" srcId="{CA527C18-3C95-4A5B-8A95-13AD13E49EB7}" destId="{1AB2537C-C177-485C-A53F-CFC535565775}" srcOrd="1" destOrd="0" parTransId="{46E58F51-5EC0-4A8A-9B6B-62A1FD036BCB}" sibTransId="{B1FAEA00-B4EF-4647-BA8E-C5A7FB177C0A}"/>
    <dgm:cxn modelId="{557ED73D-9941-46A0-855C-CF1CCF0D893B}" type="presOf" srcId="{317EF883-0942-4DD2-B3C7-F0811F9CCEBE}" destId="{09E87FC1-904A-4F25-AC3D-981E66AAEDBA}" srcOrd="0" destOrd="0" presId="urn:microsoft.com/office/officeart/2018/2/layout/IconVerticalSolidList"/>
    <dgm:cxn modelId="{BDC4215B-9016-467C-8A80-145E6A403652}" type="presOf" srcId="{CA527C18-3C95-4A5B-8A95-13AD13E49EB7}" destId="{60190215-948A-41D0-AC5D-D3A6B811594C}" srcOrd="0" destOrd="0" presId="urn:microsoft.com/office/officeart/2018/2/layout/IconVerticalSolidList"/>
    <dgm:cxn modelId="{EA48B262-B840-4AFD-BA36-B11771EE31FF}" srcId="{CA527C18-3C95-4A5B-8A95-13AD13E49EB7}" destId="{DB1CF60C-FD0A-496C-8842-F8E62219D486}" srcOrd="3" destOrd="0" parTransId="{2F07C560-206C-4F6E-9D9B-707F2C33EE28}" sibTransId="{A57D30F6-6FD8-4FFE-A76B-319CBA567EA9}"/>
    <dgm:cxn modelId="{BB7BC78C-37C9-4156-A0EA-19C77F766E76}" type="presOf" srcId="{DB1CF60C-FD0A-496C-8842-F8E62219D486}" destId="{0A81AA1E-7FD1-4C55-A1A3-46939DB9BA93}" srcOrd="0" destOrd="0" presId="urn:microsoft.com/office/officeart/2018/2/layout/IconVerticalSolidList"/>
    <dgm:cxn modelId="{9F3661B3-16D5-4896-A12D-A9D6A095542C}" type="presOf" srcId="{1720FD40-DEDE-4C88-B2C0-3C3285D27B10}" destId="{2C0C3EFB-FF31-46AD-95FE-3FBE9917645E}" srcOrd="0" destOrd="0" presId="urn:microsoft.com/office/officeart/2018/2/layout/IconVerticalSolidList"/>
    <dgm:cxn modelId="{B5FEC1CB-BEA9-45F8-95E5-DAB9FB8A04DD}" type="presOf" srcId="{1AB2537C-C177-485C-A53F-CFC535565775}" destId="{4B240EE5-D4AD-41C3-A965-92CECBFA1CDC}" srcOrd="0" destOrd="0" presId="urn:microsoft.com/office/officeart/2018/2/layout/IconVerticalSolidList"/>
    <dgm:cxn modelId="{00478AED-80A9-4FA4-88C9-25AF4365185D}" srcId="{CA527C18-3C95-4A5B-8A95-13AD13E49EB7}" destId="{1720FD40-DEDE-4C88-B2C0-3C3285D27B10}" srcOrd="2" destOrd="0" parTransId="{437E24DE-4F68-4D00-A217-36725F9C1AA2}" sibTransId="{C13BF33D-8838-4FD6-981A-88F631B77745}"/>
    <dgm:cxn modelId="{499E6CF4-DBFC-4D5D-90E3-D8D7ABB15CD2}" srcId="{CA527C18-3C95-4A5B-8A95-13AD13E49EB7}" destId="{317EF883-0942-4DD2-B3C7-F0811F9CCEBE}" srcOrd="0" destOrd="0" parTransId="{D25BB8E1-F52A-4CB7-85D7-1F25AAC754C7}" sibTransId="{8B318C1F-895A-4692-B8C8-29E9F3661F6F}"/>
    <dgm:cxn modelId="{38255963-5E5A-4BCF-A404-648A5B1A525B}" type="presParOf" srcId="{60190215-948A-41D0-AC5D-D3A6B811594C}" destId="{1CD59723-0F3E-410A-9BDE-96559E760138}" srcOrd="0" destOrd="0" presId="urn:microsoft.com/office/officeart/2018/2/layout/IconVerticalSolidList"/>
    <dgm:cxn modelId="{D7FC5C4C-18EE-4847-BCFB-A3E880DBE95A}" type="presParOf" srcId="{1CD59723-0F3E-410A-9BDE-96559E760138}" destId="{0DA6B50F-EF15-45B8-9F42-4392F161FB16}" srcOrd="0" destOrd="0" presId="urn:microsoft.com/office/officeart/2018/2/layout/IconVerticalSolidList"/>
    <dgm:cxn modelId="{DF02DB6C-9A42-476A-82C8-646CBC5E7B06}" type="presParOf" srcId="{1CD59723-0F3E-410A-9BDE-96559E760138}" destId="{EF33D322-C718-46B7-A6EE-E56D7229B9F5}" srcOrd="1" destOrd="0" presId="urn:microsoft.com/office/officeart/2018/2/layout/IconVerticalSolidList"/>
    <dgm:cxn modelId="{E3E079DF-2109-4A28-967C-9EB79D7547CE}" type="presParOf" srcId="{1CD59723-0F3E-410A-9BDE-96559E760138}" destId="{41C1F023-70AB-4FA3-B798-8A5C5E59F861}" srcOrd="2" destOrd="0" presId="urn:microsoft.com/office/officeart/2018/2/layout/IconVerticalSolidList"/>
    <dgm:cxn modelId="{A1B2395D-4DC2-49C6-A643-A418F2D1C058}" type="presParOf" srcId="{1CD59723-0F3E-410A-9BDE-96559E760138}" destId="{09E87FC1-904A-4F25-AC3D-981E66AAEDBA}" srcOrd="3" destOrd="0" presId="urn:microsoft.com/office/officeart/2018/2/layout/IconVerticalSolidList"/>
    <dgm:cxn modelId="{053E17E1-7130-460F-998D-AF1170FA940F}" type="presParOf" srcId="{60190215-948A-41D0-AC5D-D3A6B811594C}" destId="{ABFCA6F2-F4C6-4889-B780-3BDF91C1BC2C}" srcOrd="1" destOrd="0" presId="urn:microsoft.com/office/officeart/2018/2/layout/IconVerticalSolidList"/>
    <dgm:cxn modelId="{872DB868-B342-421D-B4C5-BE6758EAF598}" type="presParOf" srcId="{60190215-948A-41D0-AC5D-D3A6B811594C}" destId="{8EB4647C-6A7E-4DD2-83B9-97E61677239C}" srcOrd="2" destOrd="0" presId="urn:microsoft.com/office/officeart/2018/2/layout/IconVerticalSolidList"/>
    <dgm:cxn modelId="{185C64A7-E09C-43B7-9DF9-675291273F62}" type="presParOf" srcId="{8EB4647C-6A7E-4DD2-83B9-97E61677239C}" destId="{0B1DAA89-FB95-45C9-A3F0-ADE2067B1450}" srcOrd="0" destOrd="0" presId="urn:microsoft.com/office/officeart/2018/2/layout/IconVerticalSolidList"/>
    <dgm:cxn modelId="{E1360867-8613-426D-B3EF-F2B20316CCFE}" type="presParOf" srcId="{8EB4647C-6A7E-4DD2-83B9-97E61677239C}" destId="{06923924-17E6-4A7A-855F-F29DF2357F31}" srcOrd="1" destOrd="0" presId="urn:microsoft.com/office/officeart/2018/2/layout/IconVerticalSolidList"/>
    <dgm:cxn modelId="{70CE9788-6E57-4E3F-B046-9AFC60B20491}" type="presParOf" srcId="{8EB4647C-6A7E-4DD2-83B9-97E61677239C}" destId="{4D3301FA-C3E5-4F7C-9B3E-A84559EE405A}" srcOrd="2" destOrd="0" presId="urn:microsoft.com/office/officeart/2018/2/layout/IconVerticalSolidList"/>
    <dgm:cxn modelId="{B248C121-8ADB-4FDE-B97C-E66BF8256248}" type="presParOf" srcId="{8EB4647C-6A7E-4DD2-83B9-97E61677239C}" destId="{4B240EE5-D4AD-41C3-A965-92CECBFA1CDC}" srcOrd="3" destOrd="0" presId="urn:microsoft.com/office/officeart/2018/2/layout/IconVerticalSolidList"/>
    <dgm:cxn modelId="{F163839B-B993-4EC2-BC68-9FD06166817C}" type="presParOf" srcId="{60190215-948A-41D0-AC5D-D3A6B811594C}" destId="{DE4971B6-0962-4A1F-B4F9-7546CD506FE9}" srcOrd="3" destOrd="0" presId="urn:microsoft.com/office/officeart/2018/2/layout/IconVerticalSolidList"/>
    <dgm:cxn modelId="{F434DA15-4E18-4FCB-976D-3A4BB56601B6}" type="presParOf" srcId="{60190215-948A-41D0-AC5D-D3A6B811594C}" destId="{B82F2642-0DDA-4C7F-A368-4603690ADF8D}" srcOrd="4" destOrd="0" presId="urn:microsoft.com/office/officeart/2018/2/layout/IconVerticalSolidList"/>
    <dgm:cxn modelId="{A52BF711-D929-4AD1-8E33-FC040EA12C76}" type="presParOf" srcId="{B82F2642-0DDA-4C7F-A368-4603690ADF8D}" destId="{440028E0-EDC1-477E-BBB6-8D85AC50EB83}" srcOrd="0" destOrd="0" presId="urn:microsoft.com/office/officeart/2018/2/layout/IconVerticalSolidList"/>
    <dgm:cxn modelId="{5C172954-B0EE-4FAA-85D2-98CABF6D8C5C}" type="presParOf" srcId="{B82F2642-0DDA-4C7F-A368-4603690ADF8D}" destId="{C2D44A3F-CE9D-4C7E-8F2C-E809FAA0958A}" srcOrd="1" destOrd="0" presId="urn:microsoft.com/office/officeart/2018/2/layout/IconVerticalSolidList"/>
    <dgm:cxn modelId="{2F1EE66F-D69E-4DA2-8EF4-8105AC3E918D}" type="presParOf" srcId="{B82F2642-0DDA-4C7F-A368-4603690ADF8D}" destId="{407F3B4F-F158-40C3-86BA-7440A04D75CF}" srcOrd="2" destOrd="0" presId="urn:microsoft.com/office/officeart/2018/2/layout/IconVerticalSolidList"/>
    <dgm:cxn modelId="{152B1BDE-01A1-43DA-B926-94795C053E22}" type="presParOf" srcId="{B82F2642-0DDA-4C7F-A368-4603690ADF8D}" destId="{2C0C3EFB-FF31-46AD-95FE-3FBE9917645E}" srcOrd="3" destOrd="0" presId="urn:microsoft.com/office/officeart/2018/2/layout/IconVerticalSolidList"/>
    <dgm:cxn modelId="{F3E644C6-49B1-440A-A78F-28B0AD740D14}" type="presParOf" srcId="{60190215-948A-41D0-AC5D-D3A6B811594C}" destId="{A3BFE9C5-6663-489C-B008-F2DE50A8A81D}" srcOrd="5" destOrd="0" presId="urn:microsoft.com/office/officeart/2018/2/layout/IconVerticalSolidList"/>
    <dgm:cxn modelId="{A04D4867-AEE2-437E-B2F1-D31ACDAAC2AA}" type="presParOf" srcId="{60190215-948A-41D0-AC5D-D3A6B811594C}" destId="{9CF06F3B-8084-4954-B0C8-22A75084E16F}" srcOrd="6" destOrd="0" presId="urn:microsoft.com/office/officeart/2018/2/layout/IconVerticalSolidList"/>
    <dgm:cxn modelId="{0756FEEF-DC34-4107-AA33-A3BF08AAFDCE}" type="presParOf" srcId="{9CF06F3B-8084-4954-B0C8-22A75084E16F}" destId="{E37ECAAF-5565-4382-96C2-FF328AD0B928}" srcOrd="0" destOrd="0" presId="urn:microsoft.com/office/officeart/2018/2/layout/IconVerticalSolidList"/>
    <dgm:cxn modelId="{05C3E200-7413-44CE-964D-42AAD480B0C1}" type="presParOf" srcId="{9CF06F3B-8084-4954-B0C8-22A75084E16F}" destId="{BD4B53B1-734B-4EB0-AAE3-5FDAEC1CDF94}" srcOrd="1" destOrd="0" presId="urn:microsoft.com/office/officeart/2018/2/layout/IconVerticalSolidList"/>
    <dgm:cxn modelId="{6EB92687-F8FD-4F38-B3EA-DA38442AC823}" type="presParOf" srcId="{9CF06F3B-8084-4954-B0C8-22A75084E16F}" destId="{57DB137F-0E1E-4615-9143-547295922B68}" srcOrd="2" destOrd="0" presId="urn:microsoft.com/office/officeart/2018/2/layout/IconVerticalSolidList"/>
    <dgm:cxn modelId="{54968981-A1B8-457E-ADE5-C5AFB6380ED1}" type="presParOf" srcId="{9CF06F3B-8084-4954-B0C8-22A75084E16F}" destId="{0A81AA1E-7FD1-4C55-A1A3-46939DB9BA93}" srcOrd="3" destOrd="0" presId="urn:microsoft.com/office/officeart/2018/2/layout/IconVerticalSolidList"/>
    <dgm:cxn modelId="{AA379E93-5767-47A2-A1C5-B8927DEAB1B8}" type="presParOf" srcId="{60190215-948A-41D0-AC5D-D3A6B811594C}" destId="{CD451D8F-CABC-4419-9885-A32BAF7FE8E1}" srcOrd="7" destOrd="0" presId="urn:microsoft.com/office/officeart/2018/2/layout/IconVerticalSolidList"/>
    <dgm:cxn modelId="{8E17ADD8-5F7B-4E78-85C3-DE5ADE6A3F11}" type="presParOf" srcId="{60190215-948A-41D0-AC5D-D3A6B811594C}" destId="{35B13CE7-EF04-48C3-93FC-FAB9217C5D4C}" srcOrd="8" destOrd="0" presId="urn:microsoft.com/office/officeart/2018/2/layout/IconVerticalSolidList"/>
    <dgm:cxn modelId="{935DDD7B-C054-4527-B80A-059D5052C885}" type="presParOf" srcId="{35B13CE7-EF04-48C3-93FC-FAB9217C5D4C}" destId="{ECB0E2A4-B86C-4167-95ED-60446B5CBA92}" srcOrd="0" destOrd="0" presId="urn:microsoft.com/office/officeart/2018/2/layout/IconVerticalSolidList"/>
    <dgm:cxn modelId="{9B8ED110-F745-4FC2-A4EE-C6AA7A270259}" type="presParOf" srcId="{35B13CE7-EF04-48C3-93FC-FAB9217C5D4C}" destId="{4E917F24-0C44-4611-B50E-FF17C7AEDFF7}" srcOrd="1" destOrd="0" presId="urn:microsoft.com/office/officeart/2018/2/layout/IconVerticalSolidList"/>
    <dgm:cxn modelId="{183E01DB-6755-4389-B17E-91F1DBB57934}" type="presParOf" srcId="{35B13CE7-EF04-48C3-93FC-FAB9217C5D4C}" destId="{5076D469-F979-4EA8-B688-C791BB037861}" srcOrd="2" destOrd="0" presId="urn:microsoft.com/office/officeart/2018/2/layout/IconVerticalSolidList"/>
    <dgm:cxn modelId="{33E1F3C6-6CC4-49E6-99DE-3E8AA807C50A}" type="presParOf" srcId="{35B13CE7-EF04-48C3-93FC-FAB9217C5D4C}" destId="{0B873E38-7A7A-4C60-BBA4-6F003544D532}" srcOrd="3" destOrd="0" presId="urn:microsoft.com/office/officeart/2018/2/layout/IconVerticalSolidList"/>
    <dgm:cxn modelId="{9AED6879-7416-4870-99B3-D0E3CD4E56BA}" type="presParOf" srcId="{60190215-948A-41D0-AC5D-D3A6B811594C}" destId="{CB316A50-E979-477D-AE5C-215233FFB22D}" srcOrd="9" destOrd="0" presId="urn:microsoft.com/office/officeart/2018/2/layout/IconVerticalSolidList"/>
    <dgm:cxn modelId="{550C3779-4717-48E0-8E3D-D99B29926647}" type="presParOf" srcId="{60190215-948A-41D0-AC5D-D3A6B811594C}" destId="{91E58AAD-F5B4-4E90-ABFF-EBC7CF548012}" srcOrd="10" destOrd="0" presId="urn:microsoft.com/office/officeart/2018/2/layout/IconVerticalSolidList"/>
    <dgm:cxn modelId="{473939DC-7012-4CEE-81A5-16F324C0ED0E}" type="presParOf" srcId="{91E58AAD-F5B4-4E90-ABFF-EBC7CF548012}" destId="{61B7E9D0-322C-4720-863A-F9291964FF4E}" srcOrd="0" destOrd="0" presId="urn:microsoft.com/office/officeart/2018/2/layout/IconVerticalSolidList"/>
    <dgm:cxn modelId="{B2E069BE-BE08-4EDF-A2B4-21BB95032807}" type="presParOf" srcId="{91E58AAD-F5B4-4E90-ABFF-EBC7CF548012}" destId="{D06D3C28-DB93-4900-A0EE-E7BC11B6EA46}" srcOrd="1" destOrd="0" presId="urn:microsoft.com/office/officeart/2018/2/layout/IconVerticalSolidList"/>
    <dgm:cxn modelId="{C2CE1B77-1691-4474-8732-128129397481}" type="presParOf" srcId="{91E58AAD-F5B4-4E90-ABFF-EBC7CF548012}" destId="{E92FDFD6-0744-4E11-80B8-F4FB25D3E16E}" srcOrd="2" destOrd="0" presId="urn:microsoft.com/office/officeart/2018/2/layout/IconVerticalSolidList"/>
    <dgm:cxn modelId="{0E1CBC48-F910-4172-B016-35FBA1FA3AF9}" type="presParOf" srcId="{91E58AAD-F5B4-4E90-ABFF-EBC7CF548012}" destId="{F08A1E6B-38FA-4ED4-97F6-04CDFBE77B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E25070-7BE1-4C7C-B63D-48084CC484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38A003-5573-4333-A979-D720328CD2C9}">
      <dgm:prSet/>
      <dgm:spPr/>
      <dgm:t>
        <a:bodyPr/>
        <a:lstStyle/>
        <a:p>
          <a:r>
            <a:rPr lang="en-US" b="0"/>
            <a:t>Target-Windows 10 with Google Chrome and Mozilla Firefox installed.</a:t>
          </a:r>
          <a:endParaRPr lang="en-US"/>
        </a:p>
      </dgm:t>
    </dgm:pt>
    <dgm:pt modelId="{528F2983-0F7C-4CCA-B011-38662003B316}" type="parTrans" cxnId="{59073AFD-573C-4E47-B2FC-72F4CCA02D54}">
      <dgm:prSet/>
      <dgm:spPr/>
      <dgm:t>
        <a:bodyPr/>
        <a:lstStyle/>
        <a:p>
          <a:endParaRPr lang="en-US"/>
        </a:p>
      </dgm:t>
    </dgm:pt>
    <dgm:pt modelId="{195FFE9C-6C1F-4D23-A6B6-50A177C4B2FA}" type="sibTrans" cxnId="{59073AFD-573C-4E47-B2FC-72F4CCA02D54}">
      <dgm:prSet/>
      <dgm:spPr/>
      <dgm:t>
        <a:bodyPr/>
        <a:lstStyle/>
        <a:p>
          <a:endParaRPr lang="en-US"/>
        </a:p>
      </dgm:t>
    </dgm:pt>
    <dgm:pt modelId="{E84A1F42-8A6A-45C9-B656-0418B587B0B4}">
      <dgm:prSet/>
      <dgm:spPr/>
      <dgm:t>
        <a:bodyPr/>
        <a:lstStyle/>
        <a:p>
          <a:r>
            <a:rPr lang="en-US" b="0"/>
            <a:t>Extracted files:Chrome History: History file (/Default/History – SQLite)</a:t>
          </a:r>
          <a:endParaRPr lang="en-US"/>
        </a:p>
      </dgm:t>
    </dgm:pt>
    <dgm:pt modelId="{64026995-E10D-4366-8A79-D3EA8D843047}" type="parTrans" cxnId="{CC0A463D-8753-4392-B3DF-5363CF843E5B}">
      <dgm:prSet/>
      <dgm:spPr/>
      <dgm:t>
        <a:bodyPr/>
        <a:lstStyle/>
        <a:p>
          <a:endParaRPr lang="en-US"/>
        </a:p>
      </dgm:t>
    </dgm:pt>
    <dgm:pt modelId="{15E4DD2E-1D77-4990-B7E1-40F815B6054B}" type="sibTrans" cxnId="{CC0A463D-8753-4392-B3DF-5363CF843E5B}">
      <dgm:prSet/>
      <dgm:spPr/>
      <dgm:t>
        <a:bodyPr/>
        <a:lstStyle/>
        <a:p>
          <a:endParaRPr lang="en-US"/>
        </a:p>
      </dgm:t>
    </dgm:pt>
    <dgm:pt modelId="{0F0A6EF0-68E9-4C87-B5D2-F5C8BD38E088}">
      <dgm:prSet/>
      <dgm:spPr/>
      <dgm:t>
        <a:bodyPr/>
        <a:lstStyle/>
        <a:p>
          <a:r>
            <a:rPr lang="en-US" b="0"/>
            <a:t>Correlated 120 browsing activities over a period of 5 days.</a:t>
          </a:r>
          <a:endParaRPr lang="en-US"/>
        </a:p>
      </dgm:t>
    </dgm:pt>
    <dgm:pt modelId="{ED5E9E9C-7A98-413A-AC4C-5190488FF4FB}" type="parTrans" cxnId="{13BF7AA1-7B64-4A7B-938E-6EE0AFE1638D}">
      <dgm:prSet/>
      <dgm:spPr/>
      <dgm:t>
        <a:bodyPr/>
        <a:lstStyle/>
        <a:p>
          <a:endParaRPr lang="en-US"/>
        </a:p>
      </dgm:t>
    </dgm:pt>
    <dgm:pt modelId="{D2918779-040C-4E48-90E0-DA56D1D8AE26}" type="sibTrans" cxnId="{13BF7AA1-7B64-4A7B-938E-6EE0AFE1638D}">
      <dgm:prSet/>
      <dgm:spPr/>
      <dgm:t>
        <a:bodyPr/>
        <a:lstStyle/>
        <a:p>
          <a:endParaRPr lang="en-US"/>
        </a:p>
      </dgm:t>
    </dgm:pt>
    <dgm:pt modelId="{6E951789-2093-4F1C-BBE6-350F5642D960}">
      <dgm:prSet/>
      <dgm:spPr/>
      <dgm:t>
        <a:bodyPr/>
        <a:lstStyle/>
        <a:p>
          <a:r>
            <a:rPr lang="en-US" b="0"/>
            <a:t>Browsing Patterns :visits to e-commerce, social media, and video platforms.</a:t>
          </a:r>
          <a:endParaRPr lang="en-US"/>
        </a:p>
      </dgm:t>
    </dgm:pt>
    <dgm:pt modelId="{F6E8A12D-4C4D-4056-B56C-A05FE1684439}" type="parTrans" cxnId="{FF31E21B-16C8-4EAB-92D5-B710A71BC690}">
      <dgm:prSet/>
      <dgm:spPr/>
      <dgm:t>
        <a:bodyPr/>
        <a:lstStyle/>
        <a:p>
          <a:endParaRPr lang="en-US"/>
        </a:p>
      </dgm:t>
    </dgm:pt>
    <dgm:pt modelId="{CED12CFD-89B1-4A2A-9662-40CD19F17B2C}" type="sibTrans" cxnId="{FF31E21B-16C8-4EAB-92D5-B710A71BC690}">
      <dgm:prSet/>
      <dgm:spPr/>
      <dgm:t>
        <a:bodyPr/>
        <a:lstStyle/>
        <a:p>
          <a:endParaRPr lang="en-US"/>
        </a:p>
      </dgm:t>
    </dgm:pt>
    <dgm:pt modelId="{A091E5F8-7C8C-4815-B665-271F7B466D91}" type="pres">
      <dgm:prSet presAssocID="{EDE25070-7BE1-4C7C-B63D-48084CC484AB}" presName="root" presStyleCnt="0">
        <dgm:presLayoutVars>
          <dgm:dir/>
          <dgm:resizeHandles val="exact"/>
        </dgm:presLayoutVars>
      </dgm:prSet>
      <dgm:spPr/>
    </dgm:pt>
    <dgm:pt modelId="{D4BD7E28-CA16-4C33-A3DD-C78668D28894}" type="pres">
      <dgm:prSet presAssocID="{0F38A003-5573-4333-A979-D720328CD2C9}" presName="compNode" presStyleCnt="0"/>
      <dgm:spPr/>
    </dgm:pt>
    <dgm:pt modelId="{B0864615-9B27-496C-BD79-B3D2845CB21B}" type="pres">
      <dgm:prSet presAssocID="{0F38A003-5573-4333-A979-D720328CD2C9}" presName="bgRect" presStyleLbl="bgShp" presStyleIdx="0" presStyleCnt="4"/>
      <dgm:spPr/>
    </dgm:pt>
    <dgm:pt modelId="{DBE4AF3D-689E-4F5D-B574-134CDD75DB59}" type="pres">
      <dgm:prSet presAssocID="{0F38A003-5573-4333-A979-D720328CD2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C5F3A3C-7393-408B-8757-8541CA66F016}" type="pres">
      <dgm:prSet presAssocID="{0F38A003-5573-4333-A979-D720328CD2C9}" presName="spaceRect" presStyleCnt="0"/>
      <dgm:spPr/>
    </dgm:pt>
    <dgm:pt modelId="{31F2427D-CFF7-4370-974C-5B098044D1D8}" type="pres">
      <dgm:prSet presAssocID="{0F38A003-5573-4333-A979-D720328CD2C9}" presName="parTx" presStyleLbl="revTx" presStyleIdx="0" presStyleCnt="4">
        <dgm:presLayoutVars>
          <dgm:chMax val="0"/>
          <dgm:chPref val="0"/>
        </dgm:presLayoutVars>
      </dgm:prSet>
      <dgm:spPr/>
    </dgm:pt>
    <dgm:pt modelId="{10A2EDA4-55F6-44A1-8CB8-1EFC16AA18C5}" type="pres">
      <dgm:prSet presAssocID="{195FFE9C-6C1F-4D23-A6B6-50A177C4B2FA}" presName="sibTrans" presStyleCnt="0"/>
      <dgm:spPr/>
    </dgm:pt>
    <dgm:pt modelId="{0623F4FC-229C-4B03-A4DD-4D047DDB68D0}" type="pres">
      <dgm:prSet presAssocID="{E84A1F42-8A6A-45C9-B656-0418B587B0B4}" presName="compNode" presStyleCnt="0"/>
      <dgm:spPr/>
    </dgm:pt>
    <dgm:pt modelId="{94AE21C9-0D12-4232-B38B-FD58BE5F5905}" type="pres">
      <dgm:prSet presAssocID="{E84A1F42-8A6A-45C9-B656-0418B587B0B4}" presName="bgRect" presStyleLbl="bgShp" presStyleIdx="1" presStyleCnt="4"/>
      <dgm:spPr/>
    </dgm:pt>
    <dgm:pt modelId="{E529E4E5-D688-4AA0-979A-B39D61BED0F5}" type="pres">
      <dgm:prSet presAssocID="{E84A1F42-8A6A-45C9-B656-0418B587B0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9E5A51EA-FFD1-4EC2-B602-9B338E6BEF08}" type="pres">
      <dgm:prSet presAssocID="{E84A1F42-8A6A-45C9-B656-0418B587B0B4}" presName="spaceRect" presStyleCnt="0"/>
      <dgm:spPr/>
    </dgm:pt>
    <dgm:pt modelId="{312FC866-2BAB-463B-8F40-14CE553A701D}" type="pres">
      <dgm:prSet presAssocID="{E84A1F42-8A6A-45C9-B656-0418B587B0B4}" presName="parTx" presStyleLbl="revTx" presStyleIdx="1" presStyleCnt="4">
        <dgm:presLayoutVars>
          <dgm:chMax val="0"/>
          <dgm:chPref val="0"/>
        </dgm:presLayoutVars>
      </dgm:prSet>
      <dgm:spPr/>
    </dgm:pt>
    <dgm:pt modelId="{AF63BF96-9D62-4D12-AAD5-9BFC6241EDC6}" type="pres">
      <dgm:prSet presAssocID="{15E4DD2E-1D77-4990-B7E1-40F815B6054B}" presName="sibTrans" presStyleCnt="0"/>
      <dgm:spPr/>
    </dgm:pt>
    <dgm:pt modelId="{83ED547B-AD5A-43BB-A3C7-8BDEFC4D380D}" type="pres">
      <dgm:prSet presAssocID="{0F0A6EF0-68E9-4C87-B5D2-F5C8BD38E088}" presName="compNode" presStyleCnt="0"/>
      <dgm:spPr/>
    </dgm:pt>
    <dgm:pt modelId="{02BFF8F2-FF6C-444F-AEAE-50B82A2DE0D3}" type="pres">
      <dgm:prSet presAssocID="{0F0A6EF0-68E9-4C87-B5D2-F5C8BD38E088}" presName="bgRect" presStyleLbl="bgShp" presStyleIdx="2" presStyleCnt="4"/>
      <dgm:spPr/>
    </dgm:pt>
    <dgm:pt modelId="{F7A0F0AB-5A21-4736-B721-906DF647F92D}" type="pres">
      <dgm:prSet presAssocID="{0F0A6EF0-68E9-4C87-B5D2-F5C8BD38E08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9627487-1F27-4881-AC6C-CA118D90739F}" type="pres">
      <dgm:prSet presAssocID="{0F0A6EF0-68E9-4C87-B5D2-F5C8BD38E088}" presName="spaceRect" presStyleCnt="0"/>
      <dgm:spPr/>
    </dgm:pt>
    <dgm:pt modelId="{3D5B82DC-BCE7-44EE-B3B8-32E81586E652}" type="pres">
      <dgm:prSet presAssocID="{0F0A6EF0-68E9-4C87-B5D2-F5C8BD38E088}" presName="parTx" presStyleLbl="revTx" presStyleIdx="2" presStyleCnt="4">
        <dgm:presLayoutVars>
          <dgm:chMax val="0"/>
          <dgm:chPref val="0"/>
        </dgm:presLayoutVars>
      </dgm:prSet>
      <dgm:spPr/>
    </dgm:pt>
    <dgm:pt modelId="{F2D3037D-B003-40C4-9837-3766DC723A38}" type="pres">
      <dgm:prSet presAssocID="{D2918779-040C-4E48-90E0-DA56D1D8AE26}" presName="sibTrans" presStyleCnt="0"/>
      <dgm:spPr/>
    </dgm:pt>
    <dgm:pt modelId="{4A5BC77D-9ABF-425B-A6D9-25472D556FDA}" type="pres">
      <dgm:prSet presAssocID="{6E951789-2093-4F1C-BBE6-350F5642D960}" presName="compNode" presStyleCnt="0"/>
      <dgm:spPr/>
    </dgm:pt>
    <dgm:pt modelId="{11412166-8235-448C-AA74-CCC6A5EC3BC8}" type="pres">
      <dgm:prSet presAssocID="{6E951789-2093-4F1C-BBE6-350F5642D960}" presName="bgRect" presStyleLbl="bgShp" presStyleIdx="3" presStyleCnt="4"/>
      <dgm:spPr/>
    </dgm:pt>
    <dgm:pt modelId="{0708A03E-72E0-45E0-BEF2-B172430E00CE}" type="pres">
      <dgm:prSet presAssocID="{6E951789-2093-4F1C-BBE6-350F5642D9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pcorn"/>
        </a:ext>
      </dgm:extLst>
    </dgm:pt>
    <dgm:pt modelId="{6AC851F4-8303-43EE-B5B7-0E515056815E}" type="pres">
      <dgm:prSet presAssocID="{6E951789-2093-4F1C-BBE6-350F5642D960}" presName="spaceRect" presStyleCnt="0"/>
      <dgm:spPr/>
    </dgm:pt>
    <dgm:pt modelId="{46772874-C0F2-44EC-9FFF-BFE784D2F7DE}" type="pres">
      <dgm:prSet presAssocID="{6E951789-2093-4F1C-BBE6-350F5642D9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CFC614-AA9F-4F7D-B2BC-77F76CC10E55}" type="presOf" srcId="{6E951789-2093-4F1C-BBE6-350F5642D960}" destId="{46772874-C0F2-44EC-9FFF-BFE784D2F7DE}" srcOrd="0" destOrd="0" presId="urn:microsoft.com/office/officeart/2018/2/layout/IconVerticalSolidList"/>
    <dgm:cxn modelId="{FF31E21B-16C8-4EAB-92D5-B710A71BC690}" srcId="{EDE25070-7BE1-4C7C-B63D-48084CC484AB}" destId="{6E951789-2093-4F1C-BBE6-350F5642D960}" srcOrd="3" destOrd="0" parTransId="{F6E8A12D-4C4D-4056-B56C-A05FE1684439}" sibTransId="{CED12CFD-89B1-4A2A-9662-40CD19F17B2C}"/>
    <dgm:cxn modelId="{4AE0451D-666C-49F9-87B4-234D39826C6B}" type="presOf" srcId="{EDE25070-7BE1-4C7C-B63D-48084CC484AB}" destId="{A091E5F8-7C8C-4815-B665-271F7B466D91}" srcOrd="0" destOrd="0" presId="urn:microsoft.com/office/officeart/2018/2/layout/IconVerticalSolidList"/>
    <dgm:cxn modelId="{CC0A463D-8753-4392-B3DF-5363CF843E5B}" srcId="{EDE25070-7BE1-4C7C-B63D-48084CC484AB}" destId="{E84A1F42-8A6A-45C9-B656-0418B587B0B4}" srcOrd="1" destOrd="0" parTransId="{64026995-E10D-4366-8A79-D3EA8D843047}" sibTransId="{15E4DD2E-1D77-4990-B7E1-40F815B6054B}"/>
    <dgm:cxn modelId="{51CE7556-8D3D-4573-8FF0-8C139AE84295}" type="presOf" srcId="{0F38A003-5573-4333-A979-D720328CD2C9}" destId="{31F2427D-CFF7-4370-974C-5B098044D1D8}" srcOrd="0" destOrd="0" presId="urn:microsoft.com/office/officeart/2018/2/layout/IconVerticalSolidList"/>
    <dgm:cxn modelId="{B0DB5E91-1097-47DA-AAE1-1EB65C80B2BF}" type="presOf" srcId="{E84A1F42-8A6A-45C9-B656-0418B587B0B4}" destId="{312FC866-2BAB-463B-8F40-14CE553A701D}" srcOrd="0" destOrd="0" presId="urn:microsoft.com/office/officeart/2018/2/layout/IconVerticalSolidList"/>
    <dgm:cxn modelId="{13BF7AA1-7B64-4A7B-938E-6EE0AFE1638D}" srcId="{EDE25070-7BE1-4C7C-B63D-48084CC484AB}" destId="{0F0A6EF0-68E9-4C87-B5D2-F5C8BD38E088}" srcOrd="2" destOrd="0" parTransId="{ED5E9E9C-7A98-413A-AC4C-5190488FF4FB}" sibTransId="{D2918779-040C-4E48-90E0-DA56D1D8AE26}"/>
    <dgm:cxn modelId="{20B1B6F2-0609-460D-9608-6A2BD8753FAE}" type="presOf" srcId="{0F0A6EF0-68E9-4C87-B5D2-F5C8BD38E088}" destId="{3D5B82DC-BCE7-44EE-B3B8-32E81586E652}" srcOrd="0" destOrd="0" presId="urn:microsoft.com/office/officeart/2018/2/layout/IconVerticalSolidList"/>
    <dgm:cxn modelId="{59073AFD-573C-4E47-B2FC-72F4CCA02D54}" srcId="{EDE25070-7BE1-4C7C-B63D-48084CC484AB}" destId="{0F38A003-5573-4333-A979-D720328CD2C9}" srcOrd="0" destOrd="0" parTransId="{528F2983-0F7C-4CCA-B011-38662003B316}" sibTransId="{195FFE9C-6C1F-4D23-A6B6-50A177C4B2FA}"/>
    <dgm:cxn modelId="{A3854DA8-D073-4564-B854-E3C0DB4724BB}" type="presParOf" srcId="{A091E5F8-7C8C-4815-B665-271F7B466D91}" destId="{D4BD7E28-CA16-4C33-A3DD-C78668D28894}" srcOrd="0" destOrd="0" presId="urn:microsoft.com/office/officeart/2018/2/layout/IconVerticalSolidList"/>
    <dgm:cxn modelId="{D346D13A-9B24-49A2-A8BC-D709F8EBF464}" type="presParOf" srcId="{D4BD7E28-CA16-4C33-A3DD-C78668D28894}" destId="{B0864615-9B27-496C-BD79-B3D2845CB21B}" srcOrd="0" destOrd="0" presId="urn:microsoft.com/office/officeart/2018/2/layout/IconVerticalSolidList"/>
    <dgm:cxn modelId="{D80D4FD0-AC32-46DF-9B0D-3BB916B3773D}" type="presParOf" srcId="{D4BD7E28-CA16-4C33-A3DD-C78668D28894}" destId="{DBE4AF3D-689E-4F5D-B574-134CDD75DB59}" srcOrd="1" destOrd="0" presId="urn:microsoft.com/office/officeart/2018/2/layout/IconVerticalSolidList"/>
    <dgm:cxn modelId="{F39C0FCF-7F3D-499F-941F-0094C2B4846E}" type="presParOf" srcId="{D4BD7E28-CA16-4C33-A3DD-C78668D28894}" destId="{EC5F3A3C-7393-408B-8757-8541CA66F016}" srcOrd="2" destOrd="0" presId="urn:microsoft.com/office/officeart/2018/2/layout/IconVerticalSolidList"/>
    <dgm:cxn modelId="{9BC0CF70-2DFA-434C-A4F8-50EB42E179E3}" type="presParOf" srcId="{D4BD7E28-CA16-4C33-A3DD-C78668D28894}" destId="{31F2427D-CFF7-4370-974C-5B098044D1D8}" srcOrd="3" destOrd="0" presId="urn:microsoft.com/office/officeart/2018/2/layout/IconVerticalSolidList"/>
    <dgm:cxn modelId="{BF8FB705-E0AC-482B-9DF9-9B40D4282A87}" type="presParOf" srcId="{A091E5F8-7C8C-4815-B665-271F7B466D91}" destId="{10A2EDA4-55F6-44A1-8CB8-1EFC16AA18C5}" srcOrd="1" destOrd="0" presId="urn:microsoft.com/office/officeart/2018/2/layout/IconVerticalSolidList"/>
    <dgm:cxn modelId="{05713EFF-3CD6-4626-AD8F-98A9F49F7A38}" type="presParOf" srcId="{A091E5F8-7C8C-4815-B665-271F7B466D91}" destId="{0623F4FC-229C-4B03-A4DD-4D047DDB68D0}" srcOrd="2" destOrd="0" presId="urn:microsoft.com/office/officeart/2018/2/layout/IconVerticalSolidList"/>
    <dgm:cxn modelId="{BB8DA00A-1A3F-4828-BD01-8F320CDC2E56}" type="presParOf" srcId="{0623F4FC-229C-4B03-A4DD-4D047DDB68D0}" destId="{94AE21C9-0D12-4232-B38B-FD58BE5F5905}" srcOrd="0" destOrd="0" presId="urn:microsoft.com/office/officeart/2018/2/layout/IconVerticalSolidList"/>
    <dgm:cxn modelId="{FDB92971-A071-41E8-8EB2-9A8F6CEBFB84}" type="presParOf" srcId="{0623F4FC-229C-4B03-A4DD-4D047DDB68D0}" destId="{E529E4E5-D688-4AA0-979A-B39D61BED0F5}" srcOrd="1" destOrd="0" presId="urn:microsoft.com/office/officeart/2018/2/layout/IconVerticalSolidList"/>
    <dgm:cxn modelId="{136FE567-42AE-4B3E-86B3-17D2A478F341}" type="presParOf" srcId="{0623F4FC-229C-4B03-A4DD-4D047DDB68D0}" destId="{9E5A51EA-FFD1-4EC2-B602-9B338E6BEF08}" srcOrd="2" destOrd="0" presId="urn:microsoft.com/office/officeart/2018/2/layout/IconVerticalSolidList"/>
    <dgm:cxn modelId="{9BF7DF98-9C7D-4069-995C-5DE183A6E8C4}" type="presParOf" srcId="{0623F4FC-229C-4B03-A4DD-4D047DDB68D0}" destId="{312FC866-2BAB-463B-8F40-14CE553A701D}" srcOrd="3" destOrd="0" presId="urn:microsoft.com/office/officeart/2018/2/layout/IconVerticalSolidList"/>
    <dgm:cxn modelId="{876C2708-CA63-4C5B-ACBE-913D5AACD858}" type="presParOf" srcId="{A091E5F8-7C8C-4815-B665-271F7B466D91}" destId="{AF63BF96-9D62-4D12-AAD5-9BFC6241EDC6}" srcOrd="3" destOrd="0" presId="urn:microsoft.com/office/officeart/2018/2/layout/IconVerticalSolidList"/>
    <dgm:cxn modelId="{374EA1DB-476B-4FF5-8F1C-9CB845E0C40E}" type="presParOf" srcId="{A091E5F8-7C8C-4815-B665-271F7B466D91}" destId="{83ED547B-AD5A-43BB-A3C7-8BDEFC4D380D}" srcOrd="4" destOrd="0" presId="urn:microsoft.com/office/officeart/2018/2/layout/IconVerticalSolidList"/>
    <dgm:cxn modelId="{E7F178C4-FB1E-4B0F-9BA5-C8EFF07BCE9A}" type="presParOf" srcId="{83ED547B-AD5A-43BB-A3C7-8BDEFC4D380D}" destId="{02BFF8F2-FF6C-444F-AEAE-50B82A2DE0D3}" srcOrd="0" destOrd="0" presId="urn:microsoft.com/office/officeart/2018/2/layout/IconVerticalSolidList"/>
    <dgm:cxn modelId="{84D7CB76-D6FB-4877-920E-B450385C74D9}" type="presParOf" srcId="{83ED547B-AD5A-43BB-A3C7-8BDEFC4D380D}" destId="{F7A0F0AB-5A21-4736-B721-906DF647F92D}" srcOrd="1" destOrd="0" presId="urn:microsoft.com/office/officeart/2018/2/layout/IconVerticalSolidList"/>
    <dgm:cxn modelId="{2A2113B3-8EBD-46EF-8CA0-46FFDB9244F8}" type="presParOf" srcId="{83ED547B-AD5A-43BB-A3C7-8BDEFC4D380D}" destId="{89627487-1F27-4881-AC6C-CA118D90739F}" srcOrd="2" destOrd="0" presId="urn:microsoft.com/office/officeart/2018/2/layout/IconVerticalSolidList"/>
    <dgm:cxn modelId="{E50A0F2F-D91D-498D-93F3-E934567336FD}" type="presParOf" srcId="{83ED547B-AD5A-43BB-A3C7-8BDEFC4D380D}" destId="{3D5B82DC-BCE7-44EE-B3B8-32E81586E652}" srcOrd="3" destOrd="0" presId="urn:microsoft.com/office/officeart/2018/2/layout/IconVerticalSolidList"/>
    <dgm:cxn modelId="{32C0CCE0-AF59-4DA5-AC1E-2C0133AF6D63}" type="presParOf" srcId="{A091E5F8-7C8C-4815-B665-271F7B466D91}" destId="{F2D3037D-B003-40C4-9837-3766DC723A38}" srcOrd="5" destOrd="0" presId="urn:microsoft.com/office/officeart/2018/2/layout/IconVerticalSolidList"/>
    <dgm:cxn modelId="{0C84ACC7-2104-4BC0-B3EE-DADB93CD0B1A}" type="presParOf" srcId="{A091E5F8-7C8C-4815-B665-271F7B466D91}" destId="{4A5BC77D-9ABF-425B-A6D9-25472D556FDA}" srcOrd="6" destOrd="0" presId="urn:microsoft.com/office/officeart/2018/2/layout/IconVerticalSolidList"/>
    <dgm:cxn modelId="{16ACF45C-6789-4A2F-B951-679B92862F6B}" type="presParOf" srcId="{4A5BC77D-9ABF-425B-A6D9-25472D556FDA}" destId="{11412166-8235-448C-AA74-CCC6A5EC3BC8}" srcOrd="0" destOrd="0" presId="urn:microsoft.com/office/officeart/2018/2/layout/IconVerticalSolidList"/>
    <dgm:cxn modelId="{706DFB40-D60A-4A8D-8E7D-8F78D4ADAD0E}" type="presParOf" srcId="{4A5BC77D-9ABF-425B-A6D9-25472D556FDA}" destId="{0708A03E-72E0-45E0-BEF2-B172430E00CE}" srcOrd="1" destOrd="0" presId="urn:microsoft.com/office/officeart/2018/2/layout/IconVerticalSolidList"/>
    <dgm:cxn modelId="{506859CB-E7C2-4B28-986E-23A553EAA29B}" type="presParOf" srcId="{4A5BC77D-9ABF-425B-A6D9-25472D556FDA}" destId="{6AC851F4-8303-43EE-B5B7-0E515056815E}" srcOrd="2" destOrd="0" presId="urn:microsoft.com/office/officeart/2018/2/layout/IconVerticalSolidList"/>
    <dgm:cxn modelId="{D5C33346-E62D-4FB6-873C-A58B4820E4BF}" type="presParOf" srcId="{4A5BC77D-9ABF-425B-A6D9-25472D556FDA}" destId="{46772874-C0F2-44EC-9FFF-BFE784D2F7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FEE81C-7913-4A78-96AE-96C7BBEC4B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D495A7-8EE0-4DDC-9BAF-18FF43E3D768}">
      <dgm:prSet/>
      <dgm:spPr/>
      <dgm:t>
        <a:bodyPr/>
        <a:lstStyle/>
        <a:p>
          <a:r>
            <a:rPr lang="en-US" b="0"/>
            <a:t>Challenges:</a:t>
          </a:r>
          <a:endParaRPr lang="en-US"/>
        </a:p>
      </dgm:t>
    </dgm:pt>
    <dgm:pt modelId="{93DBB35A-9377-4EA0-A6C0-51D0C2603FD2}" type="parTrans" cxnId="{D6BF9FC4-1C6F-4E59-9F0A-40313CE1B79E}">
      <dgm:prSet/>
      <dgm:spPr/>
      <dgm:t>
        <a:bodyPr/>
        <a:lstStyle/>
        <a:p>
          <a:endParaRPr lang="en-US"/>
        </a:p>
      </dgm:t>
    </dgm:pt>
    <dgm:pt modelId="{3ADFCD76-DD7C-41E7-B9CE-1D8A19226BA2}" type="sibTrans" cxnId="{D6BF9FC4-1C6F-4E59-9F0A-40313CE1B79E}">
      <dgm:prSet/>
      <dgm:spPr/>
      <dgm:t>
        <a:bodyPr/>
        <a:lstStyle/>
        <a:p>
          <a:endParaRPr lang="en-US"/>
        </a:p>
      </dgm:t>
    </dgm:pt>
    <dgm:pt modelId="{7AE27335-A68C-477E-9BB6-764AB86D07FC}">
      <dgm:prSet/>
      <dgm:spPr/>
      <dgm:t>
        <a:bodyPr/>
        <a:lstStyle/>
        <a:p>
          <a:r>
            <a:rPr lang="en-US" b="0"/>
            <a:t>1. Integration with legacy systems without modification.</a:t>
          </a:r>
          <a:endParaRPr lang="en-US"/>
        </a:p>
      </dgm:t>
    </dgm:pt>
    <dgm:pt modelId="{36C58C5B-C41B-4D04-A994-9617BB9CB4F3}" type="parTrans" cxnId="{F467ECAF-8EF7-461F-AABA-A86028089062}">
      <dgm:prSet/>
      <dgm:spPr/>
      <dgm:t>
        <a:bodyPr/>
        <a:lstStyle/>
        <a:p>
          <a:endParaRPr lang="en-US"/>
        </a:p>
      </dgm:t>
    </dgm:pt>
    <dgm:pt modelId="{A114453A-44EA-4475-948C-49CE1B40E405}" type="sibTrans" cxnId="{F467ECAF-8EF7-461F-AABA-A86028089062}">
      <dgm:prSet/>
      <dgm:spPr/>
      <dgm:t>
        <a:bodyPr/>
        <a:lstStyle/>
        <a:p>
          <a:endParaRPr lang="en-US"/>
        </a:p>
      </dgm:t>
    </dgm:pt>
    <dgm:pt modelId="{5D58DAE5-79D2-4B9D-B89C-1B693123B142}">
      <dgm:prSet/>
      <dgm:spPr/>
      <dgm:t>
        <a:bodyPr/>
        <a:lstStyle/>
        <a:p>
          <a:r>
            <a:rPr lang="en-US" b="0"/>
            <a:t>2. Advanced methods implemented to protect privacy.</a:t>
          </a:r>
          <a:endParaRPr lang="en-US"/>
        </a:p>
      </dgm:t>
    </dgm:pt>
    <dgm:pt modelId="{952DFC4B-15F4-4C36-BEF5-6E97789738C9}" type="parTrans" cxnId="{DF3F3560-7DD6-4A34-8361-EBFFE37E01AF}">
      <dgm:prSet/>
      <dgm:spPr/>
      <dgm:t>
        <a:bodyPr/>
        <a:lstStyle/>
        <a:p>
          <a:endParaRPr lang="en-US"/>
        </a:p>
      </dgm:t>
    </dgm:pt>
    <dgm:pt modelId="{95C997F5-1A16-4F62-9DC1-C463A114BCEC}" type="sibTrans" cxnId="{DF3F3560-7DD6-4A34-8361-EBFFE37E01AF}">
      <dgm:prSet/>
      <dgm:spPr/>
      <dgm:t>
        <a:bodyPr/>
        <a:lstStyle/>
        <a:p>
          <a:endParaRPr lang="en-US"/>
        </a:p>
      </dgm:t>
    </dgm:pt>
    <dgm:pt modelId="{5F843936-612D-4CF0-B763-AFB206EB68E7}">
      <dgm:prSet/>
      <dgm:spPr/>
      <dgm:t>
        <a:bodyPr/>
        <a:lstStyle/>
        <a:p>
          <a:r>
            <a:rPr lang="en-US" b="0"/>
            <a:t>3. Secure capture without harming the environment.</a:t>
          </a:r>
          <a:endParaRPr lang="en-US"/>
        </a:p>
      </dgm:t>
    </dgm:pt>
    <dgm:pt modelId="{400A5DD6-C868-4506-944D-2E1D2712BE29}" type="parTrans" cxnId="{CB65FC55-D8D0-4AFE-AD2D-FBB0E756C879}">
      <dgm:prSet/>
      <dgm:spPr/>
      <dgm:t>
        <a:bodyPr/>
        <a:lstStyle/>
        <a:p>
          <a:endParaRPr lang="en-US"/>
        </a:p>
      </dgm:t>
    </dgm:pt>
    <dgm:pt modelId="{486A3CA3-3E2A-41DF-ACA0-0E7E5A2E7335}" type="sibTrans" cxnId="{CB65FC55-D8D0-4AFE-AD2D-FBB0E756C879}">
      <dgm:prSet/>
      <dgm:spPr/>
      <dgm:t>
        <a:bodyPr/>
        <a:lstStyle/>
        <a:p>
          <a:endParaRPr lang="en-US"/>
        </a:p>
      </dgm:t>
    </dgm:pt>
    <dgm:pt modelId="{50916D1E-C1E4-4959-951F-DB32EC416DBE}">
      <dgm:prSet/>
      <dgm:spPr/>
      <dgm:t>
        <a:bodyPr/>
        <a:lstStyle/>
        <a:p>
          <a:r>
            <a:rPr lang="en-US" b="0"/>
            <a:t>Solutions:</a:t>
          </a:r>
          <a:endParaRPr lang="en-US"/>
        </a:p>
      </dgm:t>
    </dgm:pt>
    <dgm:pt modelId="{81458668-771A-4108-9D82-B92FB5ACE045}" type="parTrans" cxnId="{ECB22D0E-AB92-46F3-A385-C65D31C1DF93}">
      <dgm:prSet/>
      <dgm:spPr/>
      <dgm:t>
        <a:bodyPr/>
        <a:lstStyle/>
        <a:p>
          <a:endParaRPr lang="en-US"/>
        </a:p>
      </dgm:t>
    </dgm:pt>
    <dgm:pt modelId="{51992DF4-2E2D-4773-A6F0-3FBE66F57673}" type="sibTrans" cxnId="{ECB22D0E-AB92-46F3-A385-C65D31C1DF93}">
      <dgm:prSet/>
      <dgm:spPr/>
      <dgm:t>
        <a:bodyPr/>
        <a:lstStyle/>
        <a:p>
          <a:endParaRPr lang="en-US"/>
        </a:p>
      </dgm:t>
    </dgm:pt>
    <dgm:pt modelId="{5A8D7476-378E-4DE0-8D24-BA25869F39AC}">
      <dgm:prSet/>
      <dgm:spPr/>
      <dgm:t>
        <a:bodyPr/>
        <a:lstStyle/>
        <a:p>
          <a:r>
            <a:rPr lang="en-US" b="0"/>
            <a:t>1. Implemented a middleware approach to avoid modifying legacy code.</a:t>
          </a:r>
          <a:endParaRPr lang="en-US"/>
        </a:p>
      </dgm:t>
    </dgm:pt>
    <dgm:pt modelId="{E249DCCB-9BA1-41B0-8A43-81DCBF627307}" type="parTrans" cxnId="{FF498027-3544-4F31-BFD3-EC85ED614BFB}">
      <dgm:prSet/>
      <dgm:spPr/>
      <dgm:t>
        <a:bodyPr/>
        <a:lstStyle/>
        <a:p>
          <a:endParaRPr lang="en-US"/>
        </a:p>
      </dgm:t>
    </dgm:pt>
    <dgm:pt modelId="{155C166C-FDA1-4A24-8940-0D47648CD1A0}" type="sibTrans" cxnId="{FF498027-3544-4F31-BFD3-EC85ED614BFB}">
      <dgm:prSet/>
      <dgm:spPr/>
      <dgm:t>
        <a:bodyPr/>
        <a:lstStyle/>
        <a:p>
          <a:endParaRPr lang="en-US"/>
        </a:p>
      </dgm:t>
    </dgm:pt>
    <dgm:pt modelId="{DCDEB0CD-C702-49E4-8195-6105F3B38832}">
      <dgm:prSet/>
      <dgm:spPr/>
      <dgm:t>
        <a:bodyPr/>
        <a:lstStyle/>
        <a:p>
          <a:r>
            <a:rPr lang="en-US" b="0"/>
            <a:t>2. Worked under the protected environment.</a:t>
          </a:r>
          <a:endParaRPr lang="en-US"/>
        </a:p>
      </dgm:t>
    </dgm:pt>
    <dgm:pt modelId="{21172601-9AAD-4085-83F9-C636B36FEAF0}" type="parTrans" cxnId="{9796E26E-FDA8-484D-AACA-2C0C432158AD}">
      <dgm:prSet/>
      <dgm:spPr/>
      <dgm:t>
        <a:bodyPr/>
        <a:lstStyle/>
        <a:p>
          <a:endParaRPr lang="en-US"/>
        </a:p>
      </dgm:t>
    </dgm:pt>
    <dgm:pt modelId="{73386563-D8DC-4970-B7EA-59C0DCC65E20}" type="sibTrans" cxnId="{9796E26E-FDA8-484D-AACA-2C0C432158AD}">
      <dgm:prSet/>
      <dgm:spPr/>
      <dgm:t>
        <a:bodyPr/>
        <a:lstStyle/>
        <a:p>
          <a:endParaRPr lang="en-US"/>
        </a:p>
      </dgm:t>
    </dgm:pt>
    <dgm:pt modelId="{08C4A9B3-A0E6-4B77-B380-748829022AE7}">
      <dgm:prSet/>
      <dgm:spPr/>
      <dgm:t>
        <a:bodyPr/>
        <a:lstStyle/>
        <a:p>
          <a:r>
            <a:rPr lang="en-US" b="0"/>
            <a:t>3. Avoided to create backdoors for attacks.</a:t>
          </a:r>
          <a:endParaRPr lang="en-US"/>
        </a:p>
      </dgm:t>
    </dgm:pt>
    <dgm:pt modelId="{8F7CA695-B6ED-49E5-B66F-F689A4072C7E}" type="parTrans" cxnId="{AA89325E-6A3D-4751-A048-9BA656239DCB}">
      <dgm:prSet/>
      <dgm:spPr/>
      <dgm:t>
        <a:bodyPr/>
        <a:lstStyle/>
        <a:p>
          <a:endParaRPr lang="en-US"/>
        </a:p>
      </dgm:t>
    </dgm:pt>
    <dgm:pt modelId="{271F556E-C4FF-461B-A15C-48BE254EB010}" type="sibTrans" cxnId="{AA89325E-6A3D-4751-A048-9BA656239DCB}">
      <dgm:prSet/>
      <dgm:spPr/>
      <dgm:t>
        <a:bodyPr/>
        <a:lstStyle/>
        <a:p>
          <a:endParaRPr lang="en-US"/>
        </a:p>
      </dgm:t>
    </dgm:pt>
    <dgm:pt modelId="{3B2C34C7-2F89-4E17-A67B-78A3452D2259}" type="pres">
      <dgm:prSet presAssocID="{D8FEE81C-7913-4A78-96AE-96C7BBEC4B51}" presName="linear" presStyleCnt="0">
        <dgm:presLayoutVars>
          <dgm:animLvl val="lvl"/>
          <dgm:resizeHandles val="exact"/>
        </dgm:presLayoutVars>
      </dgm:prSet>
      <dgm:spPr/>
    </dgm:pt>
    <dgm:pt modelId="{0BF371BD-0158-4F5A-9467-5542FB51C337}" type="pres">
      <dgm:prSet presAssocID="{87D495A7-8EE0-4DDC-9BAF-18FF43E3D76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7BC5B33-338C-4069-95BE-E6CE8AA04369}" type="pres">
      <dgm:prSet presAssocID="{3ADFCD76-DD7C-41E7-B9CE-1D8A19226BA2}" presName="spacer" presStyleCnt="0"/>
      <dgm:spPr/>
    </dgm:pt>
    <dgm:pt modelId="{A70268AA-AFE2-4A9C-8A0D-CF3BAAED0F16}" type="pres">
      <dgm:prSet presAssocID="{7AE27335-A68C-477E-9BB6-764AB86D07F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30888BE-6B9D-4E31-BE3A-4CD5DF1AA881}" type="pres">
      <dgm:prSet presAssocID="{A114453A-44EA-4475-948C-49CE1B40E405}" presName="spacer" presStyleCnt="0"/>
      <dgm:spPr/>
    </dgm:pt>
    <dgm:pt modelId="{12C32BAC-CF01-4C31-96D8-13DA649851DD}" type="pres">
      <dgm:prSet presAssocID="{5D58DAE5-79D2-4B9D-B89C-1B693123B14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4CD1ED-8F3A-4C55-A128-5936156D942A}" type="pres">
      <dgm:prSet presAssocID="{95C997F5-1A16-4F62-9DC1-C463A114BCEC}" presName="spacer" presStyleCnt="0"/>
      <dgm:spPr/>
    </dgm:pt>
    <dgm:pt modelId="{BECDAB62-1340-4E8D-AB00-51FFBA0DD354}" type="pres">
      <dgm:prSet presAssocID="{5F843936-612D-4CF0-B763-AFB206EB68E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A30092E-EC3F-4200-9029-FD99601C86B0}" type="pres">
      <dgm:prSet presAssocID="{5F843936-612D-4CF0-B763-AFB206EB68E7}" presName="childText" presStyleLbl="revTx" presStyleIdx="0" presStyleCnt="1">
        <dgm:presLayoutVars>
          <dgm:bulletEnabled val="1"/>
        </dgm:presLayoutVars>
      </dgm:prSet>
      <dgm:spPr/>
    </dgm:pt>
    <dgm:pt modelId="{1DE0662D-C900-49EF-ABDA-DAC4C13F39C9}" type="pres">
      <dgm:prSet presAssocID="{5A8D7476-378E-4DE0-8D24-BA25869F39A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F3DF257-0EEC-4E6B-A1F1-FEAA66CB4A5E}" type="pres">
      <dgm:prSet presAssocID="{155C166C-FDA1-4A24-8940-0D47648CD1A0}" presName="spacer" presStyleCnt="0"/>
      <dgm:spPr/>
    </dgm:pt>
    <dgm:pt modelId="{C628F7BE-7FDA-4C63-A31E-24948A4A2F98}" type="pres">
      <dgm:prSet presAssocID="{DCDEB0CD-C702-49E4-8195-6105F3B3883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1DA3D21-3874-4F5C-86DF-83CE5C459C86}" type="pres">
      <dgm:prSet presAssocID="{73386563-D8DC-4970-B7EA-59C0DCC65E20}" presName="spacer" presStyleCnt="0"/>
      <dgm:spPr/>
    </dgm:pt>
    <dgm:pt modelId="{DA2080B1-F6DC-4E93-8A62-7E314FDAC5F4}" type="pres">
      <dgm:prSet presAssocID="{08C4A9B3-A0E6-4B77-B380-748829022AE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CB22D0E-AB92-46F3-A385-C65D31C1DF93}" srcId="{5F843936-612D-4CF0-B763-AFB206EB68E7}" destId="{50916D1E-C1E4-4959-951F-DB32EC416DBE}" srcOrd="0" destOrd="0" parTransId="{81458668-771A-4108-9D82-B92FB5ACE045}" sibTransId="{51992DF4-2E2D-4773-A6F0-3FBE66F57673}"/>
    <dgm:cxn modelId="{3DFCE114-3943-4D6C-9C12-958DC3C85C44}" type="presOf" srcId="{87D495A7-8EE0-4DDC-9BAF-18FF43E3D768}" destId="{0BF371BD-0158-4F5A-9467-5542FB51C337}" srcOrd="0" destOrd="0" presId="urn:microsoft.com/office/officeart/2005/8/layout/vList2"/>
    <dgm:cxn modelId="{FF498027-3544-4F31-BFD3-EC85ED614BFB}" srcId="{D8FEE81C-7913-4A78-96AE-96C7BBEC4B51}" destId="{5A8D7476-378E-4DE0-8D24-BA25869F39AC}" srcOrd="4" destOrd="0" parTransId="{E249DCCB-9BA1-41B0-8A43-81DCBF627307}" sibTransId="{155C166C-FDA1-4A24-8940-0D47648CD1A0}"/>
    <dgm:cxn modelId="{3E54852C-EB7E-4623-9F13-A22ED48571D6}" type="presOf" srcId="{D8FEE81C-7913-4A78-96AE-96C7BBEC4B51}" destId="{3B2C34C7-2F89-4E17-A67B-78A3452D2259}" srcOrd="0" destOrd="0" presId="urn:microsoft.com/office/officeart/2005/8/layout/vList2"/>
    <dgm:cxn modelId="{AA89325E-6A3D-4751-A048-9BA656239DCB}" srcId="{D8FEE81C-7913-4A78-96AE-96C7BBEC4B51}" destId="{08C4A9B3-A0E6-4B77-B380-748829022AE7}" srcOrd="6" destOrd="0" parTransId="{8F7CA695-B6ED-49E5-B66F-F689A4072C7E}" sibTransId="{271F556E-C4FF-461B-A15C-48BE254EB010}"/>
    <dgm:cxn modelId="{DF3F3560-7DD6-4A34-8361-EBFFE37E01AF}" srcId="{D8FEE81C-7913-4A78-96AE-96C7BBEC4B51}" destId="{5D58DAE5-79D2-4B9D-B89C-1B693123B142}" srcOrd="2" destOrd="0" parTransId="{952DFC4B-15F4-4C36-BEF5-6E97789738C9}" sibTransId="{95C997F5-1A16-4F62-9DC1-C463A114BCEC}"/>
    <dgm:cxn modelId="{A8284945-EA6E-4817-9C79-08D6515C8DC8}" type="presOf" srcId="{DCDEB0CD-C702-49E4-8195-6105F3B38832}" destId="{C628F7BE-7FDA-4C63-A31E-24948A4A2F98}" srcOrd="0" destOrd="0" presId="urn:microsoft.com/office/officeart/2005/8/layout/vList2"/>
    <dgm:cxn modelId="{9796E26E-FDA8-484D-AACA-2C0C432158AD}" srcId="{D8FEE81C-7913-4A78-96AE-96C7BBEC4B51}" destId="{DCDEB0CD-C702-49E4-8195-6105F3B38832}" srcOrd="5" destOrd="0" parTransId="{21172601-9AAD-4085-83F9-C636B36FEAF0}" sibTransId="{73386563-D8DC-4970-B7EA-59C0DCC65E20}"/>
    <dgm:cxn modelId="{2227D26F-E6DB-490B-A24A-66BE9BF54A43}" type="presOf" srcId="{08C4A9B3-A0E6-4B77-B380-748829022AE7}" destId="{DA2080B1-F6DC-4E93-8A62-7E314FDAC5F4}" srcOrd="0" destOrd="0" presId="urn:microsoft.com/office/officeart/2005/8/layout/vList2"/>
    <dgm:cxn modelId="{CB65FC55-D8D0-4AFE-AD2D-FBB0E756C879}" srcId="{D8FEE81C-7913-4A78-96AE-96C7BBEC4B51}" destId="{5F843936-612D-4CF0-B763-AFB206EB68E7}" srcOrd="3" destOrd="0" parTransId="{400A5DD6-C868-4506-944D-2E1D2712BE29}" sibTransId="{486A3CA3-3E2A-41DF-ACA0-0E7E5A2E7335}"/>
    <dgm:cxn modelId="{7E8E728B-D630-443C-8664-99D1E6F488B1}" type="presOf" srcId="{50916D1E-C1E4-4959-951F-DB32EC416DBE}" destId="{3A30092E-EC3F-4200-9029-FD99601C86B0}" srcOrd="0" destOrd="0" presId="urn:microsoft.com/office/officeart/2005/8/layout/vList2"/>
    <dgm:cxn modelId="{F467ECAF-8EF7-461F-AABA-A86028089062}" srcId="{D8FEE81C-7913-4A78-96AE-96C7BBEC4B51}" destId="{7AE27335-A68C-477E-9BB6-764AB86D07FC}" srcOrd="1" destOrd="0" parTransId="{36C58C5B-C41B-4D04-A994-9617BB9CB4F3}" sibTransId="{A114453A-44EA-4475-948C-49CE1B40E405}"/>
    <dgm:cxn modelId="{E8F0A6B1-620D-4034-A0EE-0A77C3FE4349}" type="presOf" srcId="{7AE27335-A68C-477E-9BB6-764AB86D07FC}" destId="{A70268AA-AFE2-4A9C-8A0D-CF3BAAED0F16}" srcOrd="0" destOrd="0" presId="urn:microsoft.com/office/officeart/2005/8/layout/vList2"/>
    <dgm:cxn modelId="{D6BF9FC4-1C6F-4E59-9F0A-40313CE1B79E}" srcId="{D8FEE81C-7913-4A78-96AE-96C7BBEC4B51}" destId="{87D495A7-8EE0-4DDC-9BAF-18FF43E3D768}" srcOrd="0" destOrd="0" parTransId="{93DBB35A-9377-4EA0-A6C0-51D0C2603FD2}" sibTransId="{3ADFCD76-DD7C-41E7-B9CE-1D8A19226BA2}"/>
    <dgm:cxn modelId="{728324CB-291E-41B3-B344-C29FBF0BDB36}" type="presOf" srcId="{5D58DAE5-79D2-4B9D-B89C-1B693123B142}" destId="{12C32BAC-CF01-4C31-96D8-13DA649851DD}" srcOrd="0" destOrd="0" presId="urn:microsoft.com/office/officeart/2005/8/layout/vList2"/>
    <dgm:cxn modelId="{F2F339E1-7801-4555-8541-25693FAE3CBF}" type="presOf" srcId="{5F843936-612D-4CF0-B763-AFB206EB68E7}" destId="{BECDAB62-1340-4E8D-AB00-51FFBA0DD354}" srcOrd="0" destOrd="0" presId="urn:microsoft.com/office/officeart/2005/8/layout/vList2"/>
    <dgm:cxn modelId="{953CDEE8-5ADD-49B3-B461-9DF023E0C6E3}" type="presOf" srcId="{5A8D7476-378E-4DE0-8D24-BA25869F39AC}" destId="{1DE0662D-C900-49EF-ABDA-DAC4C13F39C9}" srcOrd="0" destOrd="0" presId="urn:microsoft.com/office/officeart/2005/8/layout/vList2"/>
    <dgm:cxn modelId="{94EE92BE-FFE2-4F48-9C69-95FB69996F93}" type="presParOf" srcId="{3B2C34C7-2F89-4E17-A67B-78A3452D2259}" destId="{0BF371BD-0158-4F5A-9467-5542FB51C337}" srcOrd="0" destOrd="0" presId="urn:microsoft.com/office/officeart/2005/8/layout/vList2"/>
    <dgm:cxn modelId="{0B37D368-8C9D-494B-AE9E-AABC685A9F4B}" type="presParOf" srcId="{3B2C34C7-2F89-4E17-A67B-78A3452D2259}" destId="{57BC5B33-338C-4069-95BE-E6CE8AA04369}" srcOrd="1" destOrd="0" presId="urn:microsoft.com/office/officeart/2005/8/layout/vList2"/>
    <dgm:cxn modelId="{F8DD7CD8-1D3F-4A9B-95C7-64D340EB8135}" type="presParOf" srcId="{3B2C34C7-2F89-4E17-A67B-78A3452D2259}" destId="{A70268AA-AFE2-4A9C-8A0D-CF3BAAED0F16}" srcOrd="2" destOrd="0" presId="urn:microsoft.com/office/officeart/2005/8/layout/vList2"/>
    <dgm:cxn modelId="{C6A14065-84F4-4BC9-8468-605097A1BE45}" type="presParOf" srcId="{3B2C34C7-2F89-4E17-A67B-78A3452D2259}" destId="{A30888BE-6B9D-4E31-BE3A-4CD5DF1AA881}" srcOrd="3" destOrd="0" presId="urn:microsoft.com/office/officeart/2005/8/layout/vList2"/>
    <dgm:cxn modelId="{D7759923-1E8E-40A4-987B-FDF1A56A530D}" type="presParOf" srcId="{3B2C34C7-2F89-4E17-A67B-78A3452D2259}" destId="{12C32BAC-CF01-4C31-96D8-13DA649851DD}" srcOrd="4" destOrd="0" presId="urn:microsoft.com/office/officeart/2005/8/layout/vList2"/>
    <dgm:cxn modelId="{C1D5464C-3F94-4E4A-8D4D-4B536306F6ED}" type="presParOf" srcId="{3B2C34C7-2F89-4E17-A67B-78A3452D2259}" destId="{DD4CD1ED-8F3A-4C55-A128-5936156D942A}" srcOrd="5" destOrd="0" presId="urn:microsoft.com/office/officeart/2005/8/layout/vList2"/>
    <dgm:cxn modelId="{FC224F26-1FB1-44B3-84AA-738A209FB276}" type="presParOf" srcId="{3B2C34C7-2F89-4E17-A67B-78A3452D2259}" destId="{BECDAB62-1340-4E8D-AB00-51FFBA0DD354}" srcOrd="6" destOrd="0" presId="urn:microsoft.com/office/officeart/2005/8/layout/vList2"/>
    <dgm:cxn modelId="{F4BAF129-B487-40E9-A230-8E3FFDC8DB58}" type="presParOf" srcId="{3B2C34C7-2F89-4E17-A67B-78A3452D2259}" destId="{3A30092E-EC3F-4200-9029-FD99601C86B0}" srcOrd="7" destOrd="0" presId="urn:microsoft.com/office/officeart/2005/8/layout/vList2"/>
    <dgm:cxn modelId="{A271CB22-F0ED-4D2A-8285-B4F2D5BBD602}" type="presParOf" srcId="{3B2C34C7-2F89-4E17-A67B-78A3452D2259}" destId="{1DE0662D-C900-49EF-ABDA-DAC4C13F39C9}" srcOrd="8" destOrd="0" presId="urn:microsoft.com/office/officeart/2005/8/layout/vList2"/>
    <dgm:cxn modelId="{99A6877F-ECFA-4E32-BFCE-9232DE190350}" type="presParOf" srcId="{3B2C34C7-2F89-4E17-A67B-78A3452D2259}" destId="{EF3DF257-0EEC-4E6B-A1F1-FEAA66CB4A5E}" srcOrd="9" destOrd="0" presId="urn:microsoft.com/office/officeart/2005/8/layout/vList2"/>
    <dgm:cxn modelId="{93674983-440C-4AB0-A2C1-A63788827B43}" type="presParOf" srcId="{3B2C34C7-2F89-4E17-A67B-78A3452D2259}" destId="{C628F7BE-7FDA-4C63-A31E-24948A4A2F98}" srcOrd="10" destOrd="0" presId="urn:microsoft.com/office/officeart/2005/8/layout/vList2"/>
    <dgm:cxn modelId="{AFC4EC65-006D-4B66-A16A-DD08F8407763}" type="presParOf" srcId="{3B2C34C7-2F89-4E17-A67B-78A3452D2259}" destId="{41DA3D21-3874-4F5C-86DF-83CE5C459C86}" srcOrd="11" destOrd="0" presId="urn:microsoft.com/office/officeart/2005/8/layout/vList2"/>
    <dgm:cxn modelId="{2553309E-947D-4BF8-A58D-09CB22E37666}" type="presParOf" srcId="{3B2C34C7-2F89-4E17-A67B-78A3452D2259}" destId="{DA2080B1-F6DC-4E93-8A62-7E314FDAC5F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03B76B-1862-480F-B13E-BED599193E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1F89BD8-6D84-4732-B423-311E048DFC9F}">
      <dgm:prSet/>
      <dgm:spPr/>
      <dgm:t>
        <a:bodyPr/>
        <a:lstStyle/>
        <a:p>
          <a:r>
            <a:rPr lang="en-US" b="0"/>
            <a:t>Effectively performed data acquisition, extraction, parsing, and recovery of browsing artifacts from multiple browsers.</a:t>
          </a:r>
          <a:endParaRPr lang="en-US"/>
        </a:p>
      </dgm:t>
    </dgm:pt>
    <dgm:pt modelId="{45E32A90-920F-44FE-9773-7B58D3632599}" type="parTrans" cxnId="{3FA8CEAB-99B8-445E-9397-C41A734E2FC8}">
      <dgm:prSet/>
      <dgm:spPr/>
      <dgm:t>
        <a:bodyPr/>
        <a:lstStyle/>
        <a:p>
          <a:endParaRPr lang="en-US"/>
        </a:p>
      </dgm:t>
    </dgm:pt>
    <dgm:pt modelId="{5D6DBB07-D451-4D3B-8F27-6894BED72475}" type="sibTrans" cxnId="{3FA8CEAB-99B8-445E-9397-C41A734E2FC8}">
      <dgm:prSet/>
      <dgm:spPr/>
      <dgm:t>
        <a:bodyPr/>
        <a:lstStyle/>
        <a:p>
          <a:endParaRPr lang="en-US"/>
        </a:p>
      </dgm:t>
    </dgm:pt>
    <dgm:pt modelId="{B1AE9C23-83C6-4D89-A141-8A4DA2E6D801}">
      <dgm:prSet/>
      <dgm:spPr/>
      <dgm:t>
        <a:bodyPr/>
        <a:lstStyle/>
        <a:p>
          <a:r>
            <a:rPr lang="en-US" b="0"/>
            <a:t>Successfully identified, analyzed, and correlated user activity</a:t>
          </a:r>
          <a:endParaRPr lang="en-US"/>
        </a:p>
      </dgm:t>
    </dgm:pt>
    <dgm:pt modelId="{4EE93B18-062C-471A-BF07-E329A56CDA8E}" type="parTrans" cxnId="{117C76E1-AEEC-436C-A30A-31B7EA3DB844}">
      <dgm:prSet/>
      <dgm:spPr/>
      <dgm:t>
        <a:bodyPr/>
        <a:lstStyle/>
        <a:p>
          <a:endParaRPr lang="en-US"/>
        </a:p>
      </dgm:t>
    </dgm:pt>
    <dgm:pt modelId="{A77DB7D1-4A4A-4B14-A470-19C64FEA8455}" type="sibTrans" cxnId="{117C76E1-AEEC-436C-A30A-31B7EA3DB844}">
      <dgm:prSet/>
      <dgm:spPr/>
      <dgm:t>
        <a:bodyPr/>
        <a:lstStyle/>
        <a:p>
          <a:endParaRPr lang="en-US"/>
        </a:p>
      </dgm:t>
    </dgm:pt>
    <dgm:pt modelId="{C9677139-5A92-465A-BDF4-4583CA015743}" type="pres">
      <dgm:prSet presAssocID="{D303B76B-1862-480F-B13E-BED599193E75}" presName="root" presStyleCnt="0">
        <dgm:presLayoutVars>
          <dgm:dir/>
          <dgm:resizeHandles val="exact"/>
        </dgm:presLayoutVars>
      </dgm:prSet>
      <dgm:spPr/>
    </dgm:pt>
    <dgm:pt modelId="{6FC0154E-F5BB-48AF-969C-4153EE930455}" type="pres">
      <dgm:prSet presAssocID="{B1F89BD8-6D84-4732-B423-311E048DFC9F}" presName="compNode" presStyleCnt="0"/>
      <dgm:spPr/>
    </dgm:pt>
    <dgm:pt modelId="{82297E8B-37F0-4FE7-8D13-E2B3BF0D2288}" type="pres">
      <dgm:prSet presAssocID="{B1F89BD8-6D84-4732-B423-311E048DFC9F}" presName="bgRect" presStyleLbl="bgShp" presStyleIdx="0" presStyleCnt="2"/>
      <dgm:spPr/>
    </dgm:pt>
    <dgm:pt modelId="{EA7B120C-64FA-4B09-82AF-D6BF66025FA7}" type="pres">
      <dgm:prSet presAssocID="{B1F89BD8-6D84-4732-B423-311E048DFC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C3BB2780-F15F-4B43-B834-9FE4397C23A3}" type="pres">
      <dgm:prSet presAssocID="{B1F89BD8-6D84-4732-B423-311E048DFC9F}" presName="spaceRect" presStyleCnt="0"/>
      <dgm:spPr/>
    </dgm:pt>
    <dgm:pt modelId="{6FFC1068-823D-4D34-8BED-42C467EE743A}" type="pres">
      <dgm:prSet presAssocID="{B1F89BD8-6D84-4732-B423-311E048DFC9F}" presName="parTx" presStyleLbl="revTx" presStyleIdx="0" presStyleCnt="2">
        <dgm:presLayoutVars>
          <dgm:chMax val="0"/>
          <dgm:chPref val="0"/>
        </dgm:presLayoutVars>
      </dgm:prSet>
      <dgm:spPr/>
    </dgm:pt>
    <dgm:pt modelId="{14EF458D-BE24-4961-83D1-E780F4360C4A}" type="pres">
      <dgm:prSet presAssocID="{5D6DBB07-D451-4D3B-8F27-6894BED72475}" presName="sibTrans" presStyleCnt="0"/>
      <dgm:spPr/>
    </dgm:pt>
    <dgm:pt modelId="{96F7902C-07D1-4B56-A2CE-0E4C151B7580}" type="pres">
      <dgm:prSet presAssocID="{B1AE9C23-83C6-4D89-A141-8A4DA2E6D801}" presName="compNode" presStyleCnt="0"/>
      <dgm:spPr/>
    </dgm:pt>
    <dgm:pt modelId="{764D1900-3223-43AD-9FE8-F77B6770C1AF}" type="pres">
      <dgm:prSet presAssocID="{B1AE9C23-83C6-4D89-A141-8A4DA2E6D801}" presName="bgRect" presStyleLbl="bgShp" presStyleIdx="1" presStyleCnt="2"/>
      <dgm:spPr/>
    </dgm:pt>
    <dgm:pt modelId="{6AE9E830-1764-4264-95BC-4466BFE90293}" type="pres">
      <dgm:prSet presAssocID="{B1AE9C23-83C6-4D89-A141-8A4DA2E6D8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7809889-C8EB-4C68-A3D3-6E0F5BD8B179}" type="pres">
      <dgm:prSet presAssocID="{B1AE9C23-83C6-4D89-A141-8A4DA2E6D801}" presName="spaceRect" presStyleCnt="0"/>
      <dgm:spPr/>
    </dgm:pt>
    <dgm:pt modelId="{E8D8F364-3338-41E1-AFAB-C93F939FE34F}" type="pres">
      <dgm:prSet presAssocID="{B1AE9C23-83C6-4D89-A141-8A4DA2E6D80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4D6AC26-BCAE-483A-8801-A2EB692B25DD}" type="presOf" srcId="{B1F89BD8-6D84-4732-B423-311E048DFC9F}" destId="{6FFC1068-823D-4D34-8BED-42C467EE743A}" srcOrd="0" destOrd="0" presId="urn:microsoft.com/office/officeart/2018/2/layout/IconVerticalSolidList"/>
    <dgm:cxn modelId="{0816E269-EFD1-48F9-ABF2-E6850F996F99}" type="presOf" srcId="{D303B76B-1862-480F-B13E-BED599193E75}" destId="{C9677139-5A92-465A-BDF4-4583CA015743}" srcOrd="0" destOrd="0" presId="urn:microsoft.com/office/officeart/2018/2/layout/IconVerticalSolidList"/>
    <dgm:cxn modelId="{3FA8CEAB-99B8-445E-9397-C41A734E2FC8}" srcId="{D303B76B-1862-480F-B13E-BED599193E75}" destId="{B1F89BD8-6D84-4732-B423-311E048DFC9F}" srcOrd="0" destOrd="0" parTransId="{45E32A90-920F-44FE-9773-7B58D3632599}" sibTransId="{5D6DBB07-D451-4D3B-8F27-6894BED72475}"/>
    <dgm:cxn modelId="{0CC0BFDE-DBB7-41AE-8CD8-22E9C2676838}" type="presOf" srcId="{B1AE9C23-83C6-4D89-A141-8A4DA2E6D801}" destId="{E8D8F364-3338-41E1-AFAB-C93F939FE34F}" srcOrd="0" destOrd="0" presId="urn:microsoft.com/office/officeart/2018/2/layout/IconVerticalSolidList"/>
    <dgm:cxn modelId="{117C76E1-AEEC-436C-A30A-31B7EA3DB844}" srcId="{D303B76B-1862-480F-B13E-BED599193E75}" destId="{B1AE9C23-83C6-4D89-A141-8A4DA2E6D801}" srcOrd="1" destOrd="0" parTransId="{4EE93B18-062C-471A-BF07-E329A56CDA8E}" sibTransId="{A77DB7D1-4A4A-4B14-A470-19C64FEA8455}"/>
    <dgm:cxn modelId="{FCA3B165-98E3-4F51-B29C-597D4F0783D1}" type="presParOf" srcId="{C9677139-5A92-465A-BDF4-4583CA015743}" destId="{6FC0154E-F5BB-48AF-969C-4153EE930455}" srcOrd="0" destOrd="0" presId="urn:microsoft.com/office/officeart/2018/2/layout/IconVerticalSolidList"/>
    <dgm:cxn modelId="{EC641183-4214-4D47-A4DA-C60BCB1C5923}" type="presParOf" srcId="{6FC0154E-F5BB-48AF-969C-4153EE930455}" destId="{82297E8B-37F0-4FE7-8D13-E2B3BF0D2288}" srcOrd="0" destOrd="0" presId="urn:microsoft.com/office/officeart/2018/2/layout/IconVerticalSolidList"/>
    <dgm:cxn modelId="{DA023E90-D341-4E7E-A04B-4CE7FC971DE0}" type="presParOf" srcId="{6FC0154E-F5BB-48AF-969C-4153EE930455}" destId="{EA7B120C-64FA-4B09-82AF-D6BF66025FA7}" srcOrd="1" destOrd="0" presId="urn:microsoft.com/office/officeart/2018/2/layout/IconVerticalSolidList"/>
    <dgm:cxn modelId="{70DAF989-8FAF-4586-A049-190E951F2B23}" type="presParOf" srcId="{6FC0154E-F5BB-48AF-969C-4153EE930455}" destId="{C3BB2780-F15F-4B43-B834-9FE4397C23A3}" srcOrd="2" destOrd="0" presId="urn:microsoft.com/office/officeart/2018/2/layout/IconVerticalSolidList"/>
    <dgm:cxn modelId="{171E083A-FD03-4A72-8C7E-C577FE57B6C4}" type="presParOf" srcId="{6FC0154E-F5BB-48AF-969C-4153EE930455}" destId="{6FFC1068-823D-4D34-8BED-42C467EE743A}" srcOrd="3" destOrd="0" presId="urn:microsoft.com/office/officeart/2018/2/layout/IconVerticalSolidList"/>
    <dgm:cxn modelId="{815A1410-A53F-4AF1-81E1-EB7DC696734C}" type="presParOf" srcId="{C9677139-5A92-465A-BDF4-4583CA015743}" destId="{14EF458D-BE24-4961-83D1-E780F4360C4A}" srcOrd="1" destOrd="0" presId="urn:microsoft.com/office/officeart/2018/2/layout/IconVerticalSolidList"/>
    <dgm:cxn modelId="{E4F7698D-972A-484F-8A41-C8F7889B5E80}" type="presParOf" srcId="{C9677139-5A92-465A-BDF4-4583CA015743}" destId="{96F7902C-07D1-4B56-A2CE-0E4C151B7580}" srcOrd="2" destOrd="0" presId="urn:microsoft.com/office/officeart/2018/2/layout/IconVerticalSolidList"/>
    <dgm:cxn modelId="{CA9AE525-46FC-42D1-B460-33833049E97F}" type="presParOf" srcId="{96F7902C-07D1-4B56-A2CE-0E4C151B7580}" destId="{764D1900-3223-43AD-9FE8-F77B6770C1AF}" srcOrd="0" destOrd="0" presId="urn:microsoft.com/office/officeart/2018/2/layout/IconVerticalSolidList"/>
    <dgm:cxn modelId="{A77186C6-30A1-4E75-BDD7-FB532FE6E392}" type="presParOf" srcId="{96F7902C-07D1-4B56-A2CE-0E4C151B7580}" destId="{6AE9E830-1764-4264-95BC-4466BFE90293}" srcOrd="1" destOrd="0" presId="urn:microsoft.com/office/officeart/2018/2/layout/IconVerticalSolidList"/>
    <dgm:cxn modelId="{4B67E484-3A97-4B96-860F-9054C26039B7}" type="presParOf" srcId="{96F7902C-07D1-4B56-A2CE-0E4C151B7580}" destId="{97809889-C8EB-4C68-A3D3-6E0F5BD8B179}" srcOrd="2" destOrd="0" presId="urn:microsoft.com/office/officeart/2018/2/layout/IconVerticalSolidList"/>
    <dgm:cxn modelId="{C14B2738-CBE7-4394-8D5D-4ACAECC19FDA}" type="presParOf" srcId="{96F7902C-07D1-4B56-A2CE-0E4C151B7580}" destId="{E8D8F364-3338-41E1-AFAB-C93F939FE3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BB3982-5808-4BCE-A4AA-E0CC516E64B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BA470A0-06F9-4AAE-9AB1-A8F364D56A8B}">
      <dgm:prSet/>
      <dgm:spPr/>
      <dgm:t>
        <a:bodyPr/>
        <a:lstStyle/>
        <a:p>
          <a:pPr>
            <a:defRPr cap="all"/>
          </a:pPr>
          <a:r>
            <a:rPr lang="en-US" b="0"/>
            <a:t>Securely correlated within provided timestamps.</a:t>
          </a:r>
          <a:endParaRPr lang="en-US"/>
        </a:p>
      </dgm:t>
    </dgm:pt>
    <dgm:pt modelId="{F9D29E32-90B7-4096-80CE-B6731D96F37A}" type="parTrans" cxnId="{41F078AF-D2A6-4800-BAE0-C15E3C40C702}">
      <dgm:prSet/>
      <dgm:spPr/>
      <dgm:t>
        <a:bodyPr/>
        <a:lstStyle/>
        <a:p>
          <a:endParaRPr lang="en-US"/>
        </a:p>
      </dgm:t>
    </dgm:pt>
    <dgm:pt modelId="{74826DD0-FB42-4ED7-AE06-65A50635945E}" type="sibTrans" cxnId="{41F078AF-D2A6-4800-BAE0-C15E3C40C702}">
      <dgm:prSet/>
      <dgm:spPr/>
      <dgm:t>
        <a:bodyPr/>
        <a:lstStyle/>
        <a:p>
          <a:endParaRPr lang="en-US"/>
        </a:p>
      </dgm:t>
    </dgm:pt>
    <dgm:pt modelId="{3CD4BCE2-311A-42D9-AA37-BC8EEC0EB2AD}">
      <dgm:prSet/>
      <dgm:spPr/>
      <dgm:t>
        <a:bodyPr/>
        <a:lstStyle/>
        <a:p>
          <a:pPr>
            <a:defRPr cap="all"/>
          </a:pPr>
          <a:r>
            <a:rPr lang="en-US" b="0"/>
            <a:t>Successfully intercepted activity logs..</a:t>
          </a:r>
          <a:endParaRPr lang="en-US"/>
        </a:p>
      </dgm:t>
    </dgm:pt>
    <dgm:pt modelId="{025D484B-3D0A-4AC1-BB0C-3607484AFD21}" type="parTrans" cxnId="{67333769-0DA6-4AFA-9922-5CC6982C5E91}">
      <dgm:prSet/>
      <dgm:spPr/>
      <dgm:t>
        <a:bodyPr/>
        <a:lstStyle/>
        <a:p>
          <a:endParaRPr lang="en-US"/>
        </a:p>
      </dgm:t>
    </dgm:pt>
    <dgm:pt modelId="{EF175B5C-BB0D-4CCE-A158-E6D80D84222F}" type="sibTrans" cxnId="{67333769-0DA6-4AFA-9922-5CC6982C5E91}">
      <dgm:prSet/>
      <dgm:spPr/>
      <dgm:t>
        <a:bodyPr/>
        <a:lstStyle/>
        <a:p>
          <a:endParaRPr lang="en-US"/>
        </a:p>
      </dgm:t>
    </dgm:pt>
    <dgm:pt modelId="{7166E0A6-8BA4-48A4-9EEE-76CD862841C6}">
      <dgm:prSet/>
      <dgm:spPr/>
      <dgm:t>
        <a:bodyPr/>
        <a:lstStyle/>
        <a:p>
          <a:pPr>
            <a:defRPr cap="all"/>
          </a:pPr>
          <a:r>
            <a:rPr lang="en-US" b="0"/>
            <a:t>Further tests required for large-scale deployment.</a:t>
          </a:r>
          <a:endParaRPr lang="en-US"/>
        </a:p>
      </dgm:t>
    </dgm:pt>
    <dgm:pt modelId="{F4594E02-4F7C-455F-B45F-EBFE6A2C77DE}" type="parTrans" cxnId="{15824AB8-E68B-4D28-8ED0-2AD557C549EB}">
      <dgm:prSet/>
      <dgm:spPr/>
      <dgm:t>
        <a:bodyPr/>
        <a:lstStyle/>
        <a:p>
          <a:endParaRPr lang="en-US"/>
        </a:p>
      </dgm:t>
    </dgm:pt>
    <dgm:pt modelId="{0C41384B-E293-4CB8-B4AC-22FC63907416}" type="sibTrans" cxnId="{15824AB8-E68B-4D28-8ED0-2AD557C549EB}">
      <dgm:prSet/>
      <dgm:spPr/>
      <dgm:t>
        <a:bodyPr/>
        <a:lstStyle/>
        <a:p>
          <a:endParaRPr lang="en-US"/>
        </a:p>
      </dgm:t>
    </dgm:pt>
    <dgm:pt modelId="{DBEB3B95-76EF-49D8-AE41-71897E1908DF}" type="pres">
      <dgm:prSet presAssocID="{44BB3982-5808-4BCE-A4AA-E0CC516E64B2}" presName="root" presStyleCnt="0">
        <dgm:presLayoutVars>
          <dgm:dir/>
          <dgm:resizeHandles val="exact"/>
        </dgm:presLayoutVars>
      </dgm:prSet>
      <dgm:spPr/>
    </dgm:pt>
    <dgm:pt modelId="{50D485B1-C3B2-4320-9FB5-CD37E4C33DF3}" type="pres">
      <dgm:prSet presAssocID="{FBA470A0-06F9-4AAE-9AB1-A8F364D56A8B}" presName="compNode" presStyleCnt="0"/>
      <dgm:spPr/>
    </dgm:pt>
    <dgm:pt modelId="{2F53E614-CB04-4E78-B6AF-087BC2966CB2}" type="pres">
      <dgm:prSet presAssocID="{FBA470A0-06F9-4AAE-9AB1-A8F364D56A8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F05A82F-D686-4AEA-BD34-42096849618C}" type="pres">
      <dgm:prSet presAssocID="{FBA470A0-06F9-4AAE-9AB1-A8F364D56A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B8F55FF-A2B2-488A-B0EF-FFBB2E9E8964}" type="pres">
      <dgm:prSet presAssocID="{FBA470A0-06F9-4AAE-9AB1-A8F364D56A8B}" presName="spaceRect" presStyleCnt="0"/>
      <dgm:spPr/>
    </dgm:pt>
    <dgm:pt modelId="{3ABD7DB5-F5BD-4A59-87E2-77D216365C46}" type="pres">
      <dgm:prSet presAssocID="{FBA470A0-06F9-4AAE-9AB1-A8F364D56A8B}" presName="textRect" presStyleLbl="revTx" presStyleIdx="0" presStyleCnt="3">
        <dgm:presLayoutVars>
          <dgm:chMax val="1"/>
          <dgm:chPref val="1"/>
        </dgm:presLayoutVars>
      </dgm:prSet>
      <dgm:spPr/>
    </dgm:pt>
    <dgm:pt modelId="{C813C13B-DA15-4CDF-82F0-C4D32CAD56C6}" type="pres">
      <dgm:prSet presAssocID="{74826DD0-FB42-4ED7-AE06-65A50635945E}" presName="sibTrans" presStyleCnt="0"/>
      <dgm:spPr/>
    </dgm:pt>
    <dgm:pt modelId="{5F651E37-23B9-4AB3-BD7F-09FFC648CA87}" type="pres">
      <dgm:prSet presAssocID="{3CD4BCE2-311A-42D9-AA37-BC8EEC0EB2AD}" presName="compNode" presStyleCnt="0"/>
      <dgm:spPr/>
    </dgm:pt>
    <dgm:pt modelId="{769FB7D2-8B58-4B52-BC44-145B637A873A}" type="pres">
      <dgm:prSet presAssocID="{3CD4BCE2-311A-42D9-AA37-BC8EEC0EB2A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5D812C9-0AF3-48DF-B1EA-1559EACFB014}" type="pres">
      <dgm:prSet presAssocID="{3CD4BCE2-311A-42D9-AA37-BC8EEC0EB2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CADEC34-B8A9-4024-BDB0-DC1339737E9D}" type="pres">
      <dgm:prSet presAssocID="{3CD4BCE2-311A-42D9-AA37-BC8EEC0EB2AD}" presName="spaceRect" presStyleCnt="0"/>
      <dgm:spPr/>
    </dgm:pt>
    <dgm:pt modelId="{C7910DFF-9153-474D-B85F-99F15048CEF9}" type="pres">
      <dgm:prSet presAssocID="{3CD4BCE2-311A-42D9-AA37-BC8EEC0EB2AD}" presName="textRect" presStyleLbl="revTx" presStyleIdx="1" presStyleCnt="3">
        <dgm:presLayoutVars>
          <dgm:chMax val="1"/>
          <dgm:chPref val="1"/>
        </dgm:presLayoutVars>
      </dgm:prSet>
      <dgm:spPr/>
    </dgm:pt>
    <dgm:pt modelId="{BCAF66ED-44CB-4930-AA70-AECDD87B831F}" type="pres">
      <dgm:prSet presAssocID="{EF175B5C-BB0D-4CCE-A158-E6D80D84222F}" presName="sibTrans" presStyleCnt="0"/>
      <dgm:spPr/>
    </dgm:pt>
    <dgm:pt modelId="{A18ED983-7BCA-436C-9532-338311DF7112}" type="pres">
      <dgm:prSet presAssocID="{7166E0A6-8BA4-48A4-9EEE-76CD862841C6}" presName="compNode" presStyleCnt="0"/>
      <dgm:spPr/>
    </dgm:pt>
    <dgm:pt modelId="{C805A3D3-427D-479B-8147-62D7DB833B55}" type="pres">
      <dgm:prSet presAssocID="{7166E0A6-8BA4-48A4-9EEE-76CD862841C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A18D500-9FAC-4522-B76C-385F42EA5FA9}" type="pres">
      <dgm:prSet presAssocID="{7166E0A6-8BA4-48A4-9EEE-76CD862841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FAAF69B1-7DE9-4CF7-8C40-8B8B1F06D954}" type="pres">
      <dgm:prSet presAssocID="{7166E0A6-8BA4-48A4-9EEE-76CD862841C6}" presName="spaceRect" presStyleCnt="0"/>
      <dgm:spPr/>
    </dgm:pt>
    <dgm:pt modelId="{04FB7497-23C3-4390-BE8E-388C7B7D0658}" type="pres">
      <dgm:prSet presAssocID="{7166E0A6-8BA4-48A4-9EEE-76CD862841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04E7331-4949-4D4F-B982-C9CB9EDFA398}" type="presOf" srcId="{FBA470A0-06F9-4AAE-9AB1-A8F364D56A8B}" destId="{3ABD7DB5-F5BD-4A59-87E2-77D216365C46}" srcOrd="0" destOrd="0" presId="urn:microsoft.com/office/officeart/2018/5/layout/IconLeafLabelList"/>
    <dgm:cxn modelId="{AAE59367-F440-4008-848D-98E53E81E9D0}" type="presOf" srcId="{7166E0A6-8BA4-48A4-9EEE-76CD862841C6}" destId="{04FB7497-23C3-4390-BE8E-388C7B7D0658}" srcOrd="0" destOrd="0" presId="urn:microsoft.com/office/officeart/2018/5/layout/IconLeafLabelList"/>
    <dgm:cxn modelId="{67333769-0DA6-4AFA-9922-5CC6982C5E91}" srcId="{44BB3982-5808-4BCE-A4AA-E0CC516E64B2}" destId="{3CD4BCE2-311A-42D9-AA37-BC8EEC0EB2AD}" srcOrd="1" destOrd="0" parTransId="{025D484B-3D0A-4AC1-BB0C-3607484AFD21}" sibTransId="{EF175B5C-BB0D-4CCE-A158-E6D80D84222F}"/>
    <dgm:cxn modelId="{41F078AF-D2A6-4800-BAE0-C15E3C40C702}" srcId="{44BB3982-5808-4BCE-A4AA-E0CC516E64B2}" destId="{FBA470A0-06F9-4AAE-9AB1-A8F364D56A8B}" srcOrd="0" destOrd="0" parTransId="{F9D29E32-90B7-4096-80CE-B6731D96F37A}" sibTransId="{74826DD0-FB42-4ED7-AE06-65A50635945E}"/>
    <dgm:cxn modelId="{CAF2E8B1-89C4-4E82-AF84-CC11405F234A}" type="presOf" srcId="{3CD4BCE2-311A-42D9-AA37-BC8EEC0EB2AD}" destId="{C7910DFF-9153-474D-B85F-99F15048CEF9}" srcOrd="0" destOrd="0" presId="urn:microsoft.com/office/officeart/2018/5/layout/IconLeafLabelList"/>
    <dgm:cxn modelId="{15824AB8-E68B-4D28-8ED0-2AD557C549EB}" srcId="{44BB3982-5808-4BCE-A4AA-E0CC516E64B2}" destId="{7166E0A6-8BA4-48A4-9EEE-76CD862841C6}" srcOrd="2" destOrd="0" parTransId="{F4594E02-4F7C-455F-B45F-EBFE6A2C77DE}" sibTransId="{0C41384B-E293-4CB8-B4AC-22FC63907416}"/>
    <dgm:cxn modelId="{074226F9-B2D8-4827-8AC2-B639B9BCB586}" type="presOf" srcId="{44BB3982-5808-4BCE-A4AA-E0CC516E64B2}" destId="{DBEB3B95-76EF-49D8-AE41-71897E1908DF}" srcOrd="0" destOrd="0" presId="urn:microsoft.com/office/officeart/2018/5/layout/IconLeafLabelList"/>
    <dgm:cxn modelId="{D96C6CEB-D224-47DC-880D-AFD1C0BB1ACA}" type="presParOf" srcId="{DBEB3B95-76EF-49D8-AE41-71897E1908DF}" destId="{50D485B1-C3B2-4320-9FB5-CD37E4C33DF3}" srcOrd="0" destOrd="0" presId="urn:microsoft.com/office/officeart/2018/5/layout/IconLeafLabelList"/>
    <dgm:cxn modelId="{EBAB49C5-A83D-439A-B7FF-411555DFECF3}" type="presParOf" srcId="{50D485B1-C3B2-4320-9FB5-CD37E4C33DF3}" destId="{2F53E614-CB04-4E78-B6AF-087BC2966CB2}" srcOrd="0" destOrd="0" presId="urn:microsoft.com/office/officeart/2018/5/layout/IconLeafLabelList"/>
    <dgm:cxn modelId="{8A3345DE-9D95-427B-98AB-EE74A392B93F}" type="presParOf" srcId="{50D485B1-C3B2-4320-9FB5-CD37E4C33DF3}" destId="{3F05A82F-D686-4AEA-BD34-42096849618C}" srcOrd="1" destOrd="0" presId="urn:microsoft.com/office/officeart/2018/5/layout/IconLeafLabelList"/>
    <dgm:cxn modelId="{055A85E3-CF85-4FA2-867A-6BFBE26C86D1}" type="presParOf" srcId="{50D485B1-C3B2-4320-9FB5-CD37E4C33DF3}" destId="{6B8F55FF-A2B2-488A-B0EF-FFBB2E9E8964}" srcOrd="2" destOrd="0" presId="urn:microsoft.com/office/officeart/2018/5/layout/IconLeafLabelList"/>
    <dgm:cxn modelId="{097CB30B-8047-4C74-A0B8-66B46B5ACF34}" type="presParOf" srcId="{50D485B1-C3B2-4320-9FB5-CD37E4C33DF3}" destId="{3ABD7DB5-F5BD-4A59-87E2-77D216365C46}" srcOrd="3" destOrd="0" presId="urn:microsoft.com/office/officeart/2018/5/layout/IconLeafLabelList"/>
    <dgm:cxn modelId="{ABD25377-827E-4B71-AD64-C1E0CD24BC76}" type="presParOf" srcId="{DBEB3B95-76EF-49D8-AE41-71897E1908DF}" destId="{C813C13B-DA15-4CDF-82F0-C4D32CAD56C6}" srcOrd="1" destOrd="0" presId="urn:microsoft.com/office/officeart/2018/5/layout/IconLeafLabelList"/>
    <dgm:cxn modelId="{F2E06451-3382-4066-8FBB-229C71BA339F}" type="presParOf" srcId="{DBEB3B95-76EF-49D8-AE41-71897E1908DF}" destId="{5F651E37-23B9-4AB3-BD7F-09FFC648CA87}" srcOrd="2" destOrd="0" presId="urn:microsoft.com/office/officeart/2018/5/layout/IconLeafLabelList"/>
    <dgm:cxn modelId="{BAFE8CB8-6E0F-4E31-B3C1-6AE27EC5D7DD}" type="presParOf" srcId="{5F651E37-23B9-4AB3-BD7F-09FFC648CA87}" destId="{769FB7D2-8B58-4B52-BC44-145B637A873A}" srcOrd="0" destOrd="0" presId="urn:microsoft.com/office/officeart/2018/5/layout/IconLeafLabelList"/>
    <dgm:cxn modelId="{BD905FEC-9C5F-4ED4-ABC1-7158AB79CDCC}" type="presParOf" srcId="{5F651E37-23B9-4AB3-BD7F-09FFC648CA87}" destId="{E5D812C9-0AF3-48DF-B1EA-1559EACFB014}" srcOrd="1" destOrd="0" presId="urn:microsoft.com/office/officeart/2018/5/layout/IconLeafLabelList"/>
    <dgm:cxn modelId="{30310AB1-DB10-4EF5-B0AA-4A67F9AC9A93}" type="presParOf" srcId="{5F651E37-23B9-4AB3-BD7F-09FFC648CA87}" destId="{0CADEC34-B8A9-4024-BDB0-DC1339737E9D}" srcOrd="2" destOrd="0" presId="urn:microsoft.com/office/officeart/2018/5/layout/IconLeafLabelList"/>
    <dgm:cxn modelId="{0DEDD499-3B3E-471A-BAD7-B94276F89D39}" type="presParOf" srcId="{5F651E37-23B9-4AB3-BD7F-09FFC648CA87}" destId="{C7910DFF-9153-474D-B85F-99F15048CEF9}" srcOrd="3" destOrd="0" presId="urn:microsoft.com/office/officeart/2018/5/layout/IconLeafLabelList"/>
    <dgm:cxn modelId="{61BF810F-12CA-48C0-85DE-0FCF6A92A3F5}" type="presParOf" srcId="{DBEB3B95-76EF-49D8-AE41-71897E1908DF}" destId="{BCAF66ED-44CB-4930-AA70-AECDD87B831F}" srcOrd="3" destOrd="0" presId="urn:microsoft.com/office/officeart/2018/5/layout/IconLeafLabelList"/>
    <dgm:cxn modelId="{990B61E5-6CCA-4F84-A781-13044D1DD61F}" type="presParOf" srcId="{DBEB3B95-76EF-49D8-AE41-71897E1908DF}" destId="{A18ED983-7BCA-436C-9532-338311DF7112}" srcOrd="4" destOrd="0" presId="urn:microsoft.com/office/officeart/2018/5/layout/IconLeafLabelList"/>
    <dgm:cxn modelId="{DD9307EA-2273-4A8F-873C-828976E77952}" type="presParOf" srcId="{A18ED983-7BCA-436C-9532-338311DF7112}" destId="{C805A3D3-427D-479B-8147-62D7DB833B55}" srcOrd="0" destOrd="0" presId="urn:microsoft.com/office/officeart/2018/5/layout/IconLeafLabelList"/>
    <dgm:cxn modelId="{28252B5E-3D6F-41B4-B488-1ADBFEC8B050}" type="presParOf" srcId="{A18ED983-7BCA-436C-9532-338311DF7112}" destId="{DA18D500-9FAC-4522-B76C-385F42EA5FA9}" srcOrd="1" destOrd="0" presId="urn:microsoft.com/office/officeart/2018/5/layout/IconLeafLabelList"/>
    <dgm:cxn modelId="{8D5F088B-B441-43FF-A84C-6A5029EB37DD}" type="presParOf" srcId="{A18ED983-7BCA-436C-9532-338311DF7112}" destId="{FAAF69B1-7DE9-4CF7-8C40-8B8B1F06D954}" srcOrd="2" destOrd="0" presId="urn:microsoft.com/office/officeart/2018/5/layout/IconLeafLabelList"/>
    <dgm:cxn modelId="{877EBFAF-ACF8-4173-9599-A706BEA10B1B}" type="presParOf" srcId="{A18ED983-7BCA-436C-9532-338311DF7112}" destId="{04FB7497-23C3-4390-BE8E-388C7B7D065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1C0B57C-448D-4925-8FB7-9149C8A5451E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11AA7E2-DED9-424E-8F14-5B2E5147B9EC}">
      <dgm:prSet/>
      <dgm:spPr/>
      <dgm:t>
        <a:bodyPr/>
        <a:lstStyle/>
        <a:p>
          <a:r>
            <a:rPr lang="en-US" b="0"/>
            <a:t>Enhanced AI-Powered Data Analysis</a:t>
          </a:r>
          <a:endParaRPr lang="en-US"/>
        </a:p>
      </dgm:t>
    </dgm:pt>
    <dgm:pt modelId="{7B3BD36F-323B-4408-8057-FBAD6B309409}" type="parTrans" cxnId="{6E332168-62D8-48B6-A06D-6661B7E0061F}">
      <dgm:prSet/>
      <dgm:spPr/>
      <dgm:t>
        <a:bodyPr/>
        <a:lstStyle/>
        <a:p>
          <a:endParaRPr lang="en-US"/>
        </a:p>
      </dgm:t>
    </dgm:pt>
    <dgm:pt modelId="{BCEDD673-62D0-4972-A6B7-1C24FC244B22}" type="sibTrans" cxnId="{6E332168-62D8-48B6-A06D-6661B7E0061F}">
      <dgm:prSet/>
      <dgm:spPr/>
      <dgm:t>
        <a:bodyPr/>
        <a:lstStyle/>
        <a:p>
          <a:endParaRPr lang="en-US"/>
        </a:p>
      </dgm:t>
    </dgm:pt>
    <dgm:pt modelId="{3B42571C-4131-409B-8C59-7748B571EE71}">
      <dgm:prSet/>
      <dgm:spPr/>
      <dgm:t>
        <a:bodyPr/>
        <a:lstStyle/>
        <a:p>
          <a:r>
            <a:rPr lang="en-US" b="0"/>
            <a:t>Deep Learning for Deleted Data Reconstruction</a:t>
          </a:r>
          <a:endParaRPr lang="en-US"/>
        </a:p>
      </dgm:t>
    </dgm:pt>
    <dgm:pt modelId="{72B46881-074F-40EB-AFFF-3D7592FDD2EC}" type="parTrans" cxnId="{8808309B-7F41-41FE-AC10-7F7AA1896088}">
      <dgm:prSet/>
      <dgm:spPr/>
      <dgm:t>
        <a:bodyPr/>
        <a:lstStyle/>
        <a:p>
          <a:endParaRPr lang="en-US"/>
        </a:p>
      </dgm:t>
    </dgm:pt>
    <dgm:pt modelId="{C45ED4F5-FEC8-4879-8093-CDE89C298BC4}" type="sibTrans" cxnId="{8808309B-7F41-41FE-AC10-7F7AA1896088}">
      <dgm:prSet/>
      <dgm:spPr/>
      <dgm:t>
        <a:bodyPr/>
        <a:lstStyle/>
        <a:p>
          <a:endParaRPr lang="en-US"/>
        </a:p>
      </dgm:t>
    </dgm:pt>
    <dgm:pt modelId="{D68FFD07-2948-4813-9B37-DCBEAD22E4C7}">
      <dgm:prSet/>
      <dgm:spPr/>
      <dgm:t>
        <a:bodyPr/>
        <a:lstStyle/>
        <a:p>
          <a:r>
            <a:rPr lang="en-US" b="0"/>
            <a:t>Real-Time Browser Activity Monitoring</a:t>
          </a:r>
          <a:endParaRPr lang="en-US"/>
        </a:p>
      </dgm:t>
    </dgm:pt>
    <dgm:pt modelId="{59038E78-1945-4419-97B8-371B17A1A1A6}" type="parTrans" cxnId="{66AE9241-6D87-4CE6-8BD5-D18E64787B92}">
      <dgm:prSet/>
      <dgm:spPr/>
      <dgm:t>
        <a:bodyPr/>
        <a:lstStyle/>
        <a:p>
          <a:endParaRPr lang="en-US"/>
        </a:p>
      </dgm:t>
    </dgm:pt>
    <dgm:pt modelId="{C56C8CFB-3E1D-4EF1-9E62-0CD7F0D3AFAD}" type="sibTrans" cxnId="{66AE9241-6D87-4CE6-8BD5-D18E64787B92}">
      <dgm:prSet/>
      <dgm:spPr/>
      <dgm:t>
        <a:bodyPr/>
        <a:lstStyle/>
        <a:p>
          <a:endParaRPr lang="en-US"/>
        </a:p>
      </dgm:t>
    </dgm:pt>
    <dgm:pt modelId="{7F25E10F-0CE4-472C-9D15-D703520BC20F}">
      <dgm:prSet/>
      <dgm:spPr/>
      <dgm:t>
        <a:bodyPr/>
        <a:lstStyle/>
        <a:p>
          <a:r>
            <a:rPr lang="en-US" b="0"/>
            <a:t>Encryption and Encrypted History Analysis</a:t>
          </a:r>
          <a:endParaRPr lang="en-US"/>
        </a:p>
      </dgm:t>
    </dgm:pt>
    <dgm:pt modelId="{5794E34D-351D-4E22-8B6B-1A522099FE34}" type="parTrans" cxnId="{79A58A0A-D0DB-4F4F-B0C8-D62087BFCA3F}">
      <dgm:prSet/>
      <dgm:spPr/>
      <dgm:t>
        <a:bodyPr/>
        <a:lstStyle/>
        <a:p>
          <a:endParaRPr lang="en-US"/>
        </a:p>
      </dgm:t>
    </dgm:pt>
    <dgm:pt modelId="{112E156E-66BC-4977-A5F1-07C1E7424FC8}" type="sibTrans" cxnId="{79A58A0A-D0DB-4F4F-B0C8-D62087BFCA3F}">
      <dgm:prSet/>
      <dgm:spPr/>
      <dgm:t>
        <a:bodyPr/>
        <a:lstStyle/>
        <a:p>
          <a:endParaRPr lang="en-US"/>
        </a:p>
      </dgm:t>
    </dgm:pt>
    <dgm:pt modelId="{F9F6EF96-9E81-4F31-B8AE-D2A5753AA5E8}">
      <dgm:prSet/>
      <dgm:spPr/>
      <dgm:t>
        <a:bodyPr/>
        <a:lstStyle/>
        <a:p>
          <a:r>
            <a:rPr lang="en-US" b="0"/>
            <a:t>Cross-Browser and Multi-Device Synchronization Analysis</a:t>
          </a:r>
          <a:endParaRPr lang="en-US"/>
        </a:p>
      </dgm:t>
    </dgm:pt>
    <dgm:pt modelId="{E243CD0B-4431-4059-895D-A503FFC696C8}" type="parTrans" cxnId="{5444E896-C227-45FC-8019-B07B8FF824A0}">
      <dgm:prSet/>
      <dgm:spPr/>
      <dgm:t>
        <a:bodyPr/>
        <a:lstStyle/>
        <a:p>
          <a:endParaRPr lang="en-US"/>
        </a:p>
      </dgm:t>
    </dgm:pt>
    <dgm:pt modelId="{800F3039-EEF0-4A36-8AC4-61C5CC118FD9}" type="sibTrans" cxnId="{5444E896-C227-45FC-8019-B07B8FF824A0}">
      <dgm:prSet/>
      <dgm:spPr/>
      <dgm:t>
        <a:bodyPr/>
        <a:lstStyle/>
        <a:p>
          <a:endParaRPr lang="en-US"/>
        </a:p>
      </dgm:t>
    </dgm:pt>
    <dgm:pt modelId="{CC0670D5-3600-4348-94FF-0B610440DAE6}" type="pres">
      <dgm:prSet presAssocID="{F1C0B57C-448D-4925-8FB7-9149C8A5451E}" presName="diagram" presStyleCnt="0">
        <dgm:presLayoutVars>
          <dgm:dir/>
          <dgm:resizeHandles val="exact"/>
        </dgm:presLayoutVars>
      </dgm:prSet>
      <dgm:spPr/>
    </dgm:pt>
    <dgm:pt modelId="{E341D33D-E17E-47C0-A5A2-8ABB3A6D23C2}" type="pres">
      <dgm:prSet presAssocID="{711AA7E2-DED9-424E-8F14-5B2E5147B9EC}" presName="node" presStyleLbl="node1" presStyleIdx="0" presStyleCnt="5">
        <dgm:presLayoutVars>
          <dgm:bulletEnabled val="1"/>
        </dgm:presLayoutVars>
      </dgm:prSet>
      <dgm:spPr/>
    </dgm:pt>
    <dgm:pt modelId="{429AADCF-9C1B-49FB-ADED-7180A4AA5762}" type="pres">
      <dgm:prSet presAssocID="{BCEDD673-62D0-4972-A6B7-1C24FC244B22}" presName="sibTrans" presStyleCnt="0"/>
      <dgm:spPr/>
    </dgm:pt>
    <dgm:pt modelId="{3B9A1377-8B72-41E0-824F-08E075D22EB9}" type="pres">
      <dgm:prSet presAssocID="{3B42571C-4131-409B-8C59-7748B571EE71}" presName="node" presStyleLbl="node1" presStyleIdx="1" presStyleCnt="5">
        <dgm:presLayoutVars>
          <dgm:bulletEnabled val="1"/>
        </dgm:presLayoutVars>
      </dgm:prSet>
      <dgm:spPr/>
    </dgm:pt>
    <dgm:pt modelId="{C760D6E0-60CE-4BDA-9C5C-A5DC7F90EBD4}" type="pres">
      <dgm:prSet presAssocID="{C45ED4F5-FEC8-4879-8093-CDE89C298BC4}" presName="sibTrans" presStyleCnt="0"/>
      <dgm:spPr/>
    </dgm:pt>
    <dgm:pt modelId="{B5016F10-E941-4E8A-99E4-F5763DB22960}" type="pres">
      <dgm:prSet presAssocID="{D68FFD07-2948-4813-9B37-DCBEAD22E4C7}" presName="node" presStyleLbl="node1" presStyleIdx="2" presStyleCnt="5">
        <dgm:presLayoutVars>
          <dgm:bulletEnabled val="1"/>
        </dgm:presLayoutVars>
      </dgm:prSet>
      <dgm:spPr/>
    </dgm:pt>
    <dgm:pt modelId="{3E288110-70B7-4CFB-B800-ED2CDFB9F929}" type="pres">
      <dgm:prSet presAssocID="{C56C8CFB-3E1D-4EF1-9E62-0CD7F0D3AFAD}" presName="sibTrans" presStyleCnt="0"/>
      <dgm:spPr/>
    </dgm:pt>
    <dgm:pt modelId="{E7DFC495-1D1E-4A45-ADB1-E4A65813D4E1}" type="pres">
      <dgm:prSet presAssocID="{7F25E10F-0CE4-472C-9D15-D703520BC20F}" presName="node" presStyleLbl="node1" presStyleIdx="3" presStyleCnt="5">
        <dgm:presLayoutVars>
          <dgm:bulletEnabled val="1"/>
        </dgm:presLayoutVars>
      </dgm:prSet>
      <dgm:spPr/>
    </dgm:pt>
    <dgm:pt modelId="{EFA5FCA1-CD54-426D-9B97-9301606B1B75}" type="pres">
      <dgm:prSet presAssocID="{112E156E-66BC-4977-A5F1-07C1E7424FC8}" presName="sibTrans" presStyleCnt="0"/>
      <dgm:spPr/>
    </dgm:pt>
    <dgm:pt modelId="{01BB36DC-3E9B-4D9B-8B66-920B1D4C60CD}" type="pres">
      <dgm:prSet presAssocID="{F9F6EF96-9E81-4F31-B8AE-D2A5753AA5E8}" presName="node" presStyleLbl="node1" presStyleIdx="4" presStyleCnt="5">
        <dgm:presLayoutVars>
          <dgm:bulletEnabled val="1"/>
        </dgm:presLayoutVars>
      </dgm:prSet>
      <dgm:spPr/>
    </dgm:pt>
  </dgm:ptLst>
  <dgm:cxnLst>
    <dgm:cxn modelId="{79A58A0A-D0DB-4F4F-B0C8-D62087BFCA3F}" srcId="{F1C0B57C-448D-4925-8FB7-9149C8A5451E}" destId="{7F25E10F-0CE4-472C-9D15-D703520BC20F}" srcOrd="3" destOrd="0" parTransId="{5794E34D-351D-4E22-8B6B-1A522099FE34}" sibTransId="{112E156E-66BC-4977-A5F1-07C1E7424FC8}"/>
    <dgm:cxn modelId="{E9C69D32-1121-4A10-90EA-03BFC6C47BC4}" type="presOf" srcId="{7F25E10F-0CE4-472C-9D15-D703520BC20F}" destId="{E7DFC495-1D1E-4A45-ADB1-E4A65813D4E1}" srcOrd="0" destOrd="0" presId="urn:microsoft.com/office/officeart/2005/8/layout/default"/>
    <dgm:cxn modelId="{1C4CF43D-2DEA-4BF4-A51E-F31994108CC0}" type="presOf" srcId="{F9F6EF96-9E81-4F31-B8AE-D2A5753AA5E8}" destId="{01BB36DC-3E9B-4D9B-8B66-920B1D4C60CD}" srcOrd="0" destOrd="0" presId="urn:microsoft.com/office/officeart/2005/8/layout/default"/>
    <dgm:cxn modelId="{66AE9241-6D87-4CE6-8BD5-D18E64787B92}" srcId="{F1C0B57C-448D-4925-8FB7-9149C8A5451E}" destId="{D68FFD07-2948-4813-9B37-DCBEAD22E4C7}" srcOrd="2" destOrd="0" parTransId="{59038E78-1945-4419-97B8-371B17A1A1A6}" sibTransId="{C56C8CFB-3E1D-4EF1-9E62-0CD7F0D3AFAD}"/>
    <dgm:cxn modelId="{6E332168-62D8-48B6-A06D-6661B7E0061F}" srcId="{F1C0B57C-448D-4925-8FB7-9149C8A5451E}" destId="{711AA7E2-DED9-424E-8F14-5B2E5147B9EC}" srcOrd="0" destOrd="0" parTransId="{7B3BD36F-323B-4408-8057-FBAD6B309409}" sibTransId="{BCEDD673-62D0-4972-A6B7-1C24FC244B22}"/>
    <dgm:cxn modelId="{FD258656-8A60-4906-A59D-C2573C701490}" type="presOf" srcId="{F1C0B57C-448D-4925-8FB7-9149C8A5451E}" destId="{CC0670D5-3600-4348-94FF-0B610440DAE6}" srcOrd="0" destOrd="0" presId="urn:microsoft.com/office/officeart/2005/8/layout/default"/>
    <dgm:cxn modelId="{5444E896-C227-45FC-8019-B07B8FF824A0}" srcId="{F1C0B57C-448D-4925-8FB7-9149C8A5451E}" destId="{F9F6EF96-9E81-4F31-B8AE-D2A5753AA5E8}" srcOrd="4" destOrd="0" parTransId="{E243CD0B-4431-4059-895D-A503FFC696C8}" sibTransId="{800F3039-EEF0-4A36-8AC4-61C5CC118FD9}"/>
    <dgm:cxn modelId="{8808309B-7F41-41FE-AC10-7F7AA1896088}" srcId="{F1C0B57C-448D-4925-8FB7-9149C8A5451E}" destId="{3B42571C-4131-409B-8C59-7748B571EE71}" srcOrd="1" destOrd="0" parTransId="{72B46881-074F-40EB-AFFF-3D7592FDD2EC}" sibTransId="{C45ED4F5-FEC8-4879-8093-CDE89C298BC4}"/>
    <dgm:cxn modelId="{0D2F11AE-D675-4A50-A63B-32FCE2DD7F96}" type="presOf" srcId="{711AA7E2-DED9-424E-8F14-5B2E5147B9EC}" destId="{E341D33D-E17E-47C0-A5A2-8ABB3A6D23C2}" srcOrd="0" destOrd="0" presId="urn:microsoft.com/office/officeart/2005/8/layout/default"/>
    <dgm:cxn modelId="{D21873C5-222D-4B68-98E2-5E04CC74B827}" type="presOf" srcId="{D68FFD07-2948-4813-9B37-DCBEAD22E4C7}" destId="{B5016F10-E941-4E8A-99E4-F5763DB22960}" srcOrd="0" destOrd="0" presId="urn:microsoft.com/office/officeart/2005/8/layout/default"/>
    <dgm:cxn modelId="{31CC78EA-7F11-4C85-8BC6-B1F52C7651AE}" type="presOf" srcId="{3B42571C-4131-409B-8C59-7748B571EE71}" destId="{3B9A1377-8B72-41E0-824F-08E075D22EB9}" srcOrd="0" destOrd="0" presId="urn:microsoft.com/office/officeart/2005/8/layout/default"/>
    <dgm:cxn modelId="{E30B742A-86D3-45C7-8B07-DEB90D7619FD}" type="presParOf" srcId="{CC0670D5-3600-4348-94FF-0B610440DAE6}" destId="{E341D33D-E17E-47C0-A5A2-8ABB3A6D23C2}" srcOrd="0" destOrd="0" presId="urn:microsoft.com/office/officeart/2005/8/layout/default"/>
    <dgm:cxn modelId="{56CBD7BD-5BBA-485B-A130-5009EFDF0B20}" type="presParOf" srcId="{CC0670D5-3600-4348-94FF-0B610440DAE6}" destId="{429AADCF-9C1B-49FB-ADED-7180A4AA5762}" srcOrd="1" destOrd="0" presId="urn:microsoft.com/office/officeart/2005/8/layout/default"/>
    <dgm:cxn modelId="{A3069104-4EB2-4F6A-884C-C3A0BC1897D5}" type="presParOf" srcId="{CC0670D5-3600-4348-94FF-0B610440DAE6}" destId="{3B9A1377-8B72-41E0-824F-08E075D22EB9}" srcOrd="2" destOrd="0" presId="urn:microsoft.com/office/officeart/2005/8/layout/default"/>
    <dgm:cxn modelId="{265776F6-A9C7-4E3A-8E64-0F9B8B617F80}" type="presParOf" srcId="{CC0670D5-3600-4348-94FF-0B610440DAE6}" destId="{C760D6E0-60CE-4BDA-9C5C-A5DC7F90EBD4}" srcOrd="3" destOrd="0" presId="urn:microsoft.com/office/officeart/2005/8/layout/default"/>
    <dgm:cxn modelId="{17AC230A-DDF7-48E3-8951-08C51D32C044}" type="presParOf" srcId="{CC0670D5-3600-4348-94FF-0B610440DAE6}" destId="{B5016F10-E941-4E8A-99E4-F5763DB22960}" srcOrd="4" destOrd="0" presId="urn:microsoft.com/office/officeart/2005/8/layout/default"/>
    <dgm:cxn modelId="{2E123CBF-AC06-46E9-AE31-C736C6850E5B}" type="presParOf" srcId="{CC0670D5-3600-4348-94FF-0B610440DAE6}" destId="{3E288110-70B7-4CFB-B800-ED2CDFB9F929}" srcOrd="5" destOrd="0" presId="urn:microsoft.com/office/officeart/2005/8/layout/default"/>
    <dgm:cxn modelId="{DCB46C94-D4E2-4D38-A27B-B3964339CAC8}" type="presParOf" srcId="{CC0670D5-3600-4348-94FF-0B610440DAE6}" destId="{E7DFC495-1D1E-4A45-ADB1-E4A65813D4E1}" srcOrd="6" destOrd="0" presId="urn:microsoft.com/office/officeart/2005/8/layout/default"/>
    <dgm:cxn modelId="{47EBDB44-4136-4EFA-A8D3-9914E8592A60}" type="presParOf" srcId="{CC0670D5-3600-4348-94FF-0B610440DAE6}" destId="{EFA5FCA1-CD54-426D-9B97-9301606B1B75}" srcOrd="7" destOrd="0" presId="urn:microsoft.com/office/officeart/2005/8/layout/default"/>
    <dgm:cxn modelId="{6917EC35-3579-47FF-BFD5-0EBF6D8FF7E7}" type="presParOf" srcId="{CC0670D5-3600-4348-94FF-0B610440DAE6}" destId="{01BB36DC-3E9B-4D9B-8B66-920B1D4C60C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03F6C-5E08-4F99-B6DD-39A4EB861C79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BBDA8-1FD5-4BAD-8FC5-C316A50A1DA6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769F2-FF58-4B6D-A7C3-DA4B80FCD3F0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Browser history recovery tools are specialized software applications designed to retrieve and analyze deleted or lost browser history data from digital devices.</a:t>
          </a:r>
          <a:endParaRPr lang="en-US" sz="1900" kern="1200"/>
        </a:p>
      </dsp:txBody>
      <dsp:txXfrm>
        <a:off x="1437631" y="531"/>
        <a:ext cx="6449068" cy="1244702"/>
      </dsp:txXfrm>
    </dsp:sp>
    <dsp:sp modelId="{21D73146-4763-49F4-B9B1-4C007515CCF3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41250-683B-4A66-973A-B90581566A2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81C51-5B85-4ED6-90BB-AF7DD2FF606B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Their primary function is to assist in forensic investigations, providing crucial evidence related to user activities online.</a:t>
          </a:r>
          <a:endParaRPr lang="en-US" sz="1900" kern="1200"/>
        </a:p>
      </dsp:txBody>
      <dsp:txXfrm>
        <a:off x="1437631" y="1556410"/>
        <a:ext cx="6449068" cy="1244702"/>
      </dsp:txXfrm>
    </dsp:sp>
    <dsp:sp modelId="{F123E551-E958-4531-9C35-82C413F1DD09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5555C-9992-483F-A092-9D9C9296803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2817E-06E2-4640-96E5-7A6FFA548680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Digital footprints become increasingly important in legal contexts, these tools are essential for uncovering digital evidence that can significantly impact investigations and outcomes.</a:t>
          </a:r>
          <a:endParaRPr lang="en-US" sz="1900" kern="1200"/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08787-A1A3-4955-B8F6-B85FD35FA4F7}">
      <dsp:nvSpPr>
        <dsp:cNvPr id="0" name=""/>
        <dsp:cNvSpPr/>
      </dsp:nvSpPr>
      <dsp:spPr>
        <a:xfrm>
          <a:off x="0" y="28853"/>
          <a:ext cx="7886700" cy="21007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/>
            <a:t>The primary goal is to assist in forensic investigations</a:t>
          </a:r>
          <a:endParaRPr lang="en-US" sz="3200" kern="1200"/>
        </a:p>
      </dsp:txBody>
      <dsp:txXfrm>
        <a:off x="102549" y="131402"/>
        <a:ext cx="7681602" cy="1895637"/>
      </dsp:txXfrm>
    </dsp:sp>
    <dsp:sp modelId="{192A575E-C68E-4AC6-83F1-BEB1E90792AA}">
      <dsp:nvSpPr>
        <dsp:cNvPr id="0" name=""/>
        <dsp:cNvSpPr/>
      </dsp:nvSpPr>
      <dsp:spPr>
        <a:xfrm>
          <a:off x="0" y="2221749"/>
          <a:ext cx="7886700" cy="21007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/>
            <a:t>Aid law enforcement and legal professionals in constructing timelines, verifying alibis, and uncovering illicit activities</a:t>
          </a:r>
          <a:endParaRPr lang="en-US" sz="3200" kern="1200"/>
        </a:p>
      </dsp:txBody>
      <dsp:txXfrm>
        <a:off x="102549" y="2324298"/>
        <a:ext cx="7681602" cy="1895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E428F-E7BB-4D58-B47E-8B2377ADEEA9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1. Data Acquisition (Collection Phase)</a:t>
          </a:r>
          <a:endParaRPr lang="en-US" sz="2500" kern="1200"/>
        </a:p>
      </dsp:txBody>
      <dsp:txXfrm>
        <a:off x="0" y="573683"/>
        <a:ext cx="2464593" cy="1478756"/>
      </dsp:txXfrm>
    </dsp:sp>
    <dsp:sp modelId="{468BE96E-E955-4704-AC72-52BA2979C1FD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2.  Browser History Extraction</a:t>
          </a:r>
          <a:endParaRPr lang="en-US" sz="2500" kern="1200"/>
        </a:p>
      </dsp:txBody>
      <dsp:txXfrm>
        <a:off x="2711053" y="573683"/>
        <a:ext cx="2464593" cy="1478756"/>
      </dsp:txXfrm>
    </dsp:sp>
    <dsp:sp modelId="{1683B190-3C6C-476E-ABB0-48E84F9B73F3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3.  Parsing and Decoding</a:t>
          </a:r>
          <a:endParaRPr lang="en-US" sz="2500" kern="1200"/>
        </a:p>
      </dsp:txBody>
      <dsp:txXfrm>
        <a:off x="5422106" y="573683"/>
        <a:ext cx="2464593" cy="1478756"/>
      </dsp:txXfrm>
    </dsp:sp>
    <dsp:sp modelId="{3B04C948-2853-4355-BFF1-E466154BA6AF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4.  Deleted History Recovery</a:t>
          </a:r>
          <a:endParaRPr lang="en-US" sz="2500" kern="1200"/>
        </a:p>
      </dsp:txBody>
      <dsp:txXfrm>
        <a:off x="0" y="2298898"/>
        <a:ext cx="2464593" cy="1478756"/>
      </dsp:txXfrm>
    </dsp:sp>
    <dsp:sp modelId="{A0DE3D25-112E-4922-806D-C3CD0867900D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5.  Analysis and Correlation</a:t>
          </a:r>
          <a:endParaRPr lang="en-US" sz="2500" kern="1200"/>
        </a:p>
      </dsp:txBody>
      <dsp:txXfrm>
        <a:off x="2711053" y="2298898"/>
        <a:ext cx="2464593" cy="1478756"/>
      </dsp:txXfrm>
    </dsp:sp>
    <dsp:sp modelId="{7E87050E-AECA-4D6C-8BED-A164C6B36FD3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6.  Reporting and Documentation</a:t>
          </a:r>
          <a:endParaRPr lang="en-US" sz="2500" kern="1200"/>
        </a:p>
      </dsp:txBody>
      <dsp:txXfrm>
        <a:off x="5422106" y="2298898"/>
        <a:ext cx="2464593" cy="1478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6B50F-EF15-45B8-9F42-4392F161FB16}">
      <dsp:nvSpPr>
        <dsp:cNvPr id="0" name=""/>
        <dsp:cNvSpPr/>
      </dsp:nvSpPr>
      <dsp:spPr>
        <a:xfrm>
          <a:off x="0" y="1409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3D322-C718-46B7-A6EE-E56D7229B9F5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87FC1-904A-4F25-AC3D-981E66AAEDBA}">
      <dsp:nvSpPr>
        <dsp:cNvPr id="0" name=""/>
        <dsp:cNvSpPr/>
      </dsp:nvSpPr>
      <dsp:spPr>
        <a:xfrm>
          <a:off x="693749" y="1409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Use dd to create a disk image for investigation</a:t>
          </a:r>
          <a:endParaRPr lang="en-US" sz="1600" kern="1200"/>
        </a:p>
      </dsp:txBody>
      <dsp:txXfrm>
        <a:off x="693749" y="1409"/>
        <a:ext cx="7192950" cy="600648"/>
      </dsp:txXfrm>
    </dsp:sp>
    <dsp:sp modelId="{0B1DAA89-FB95-45C9-A3F0-ADE2067B1450}">
      <dsp:nvSpPr>
        <dsp:cNvPr id="0" name=""/>
        <dsp:cNvSpPr/>
      </dsp:nvSpPr>
      <dsp:spPr>
        <a:xfrm>
          <a:off x="0" y="752220"/>
          <a:ext cx="78867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23924-17E6-4A7A-855F-F29DF2357F31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40EE5-D4AD-41C3-A965-92CECBFA1CDC}">
      <dsp:nvSpPr>
        <dsp:cNvPr id="0" name=""/>
        <dsp:cNvSpPr/>
      </dsp:nvSpPr>
      <dsp:spPr>
        <a:xfrm>
          <a:off x="693749" y="752220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Chrome History Extraction (SQLite DB)-sqlite3 /path_to/History "SELECT url, title, visit_count, last_visit_time FROM urls ORDER BY last_visit_time DESC;"</a:t>
          </a:r>
          <a:endParaRPr lang="en-US" sz="1600" kern="1200"/>
        </a:p>
      </dsp:txBody>
      <dsp:txXfrm>
        <a:off x="693749" y="752220"/>
        <a:ext cx="7192950" cy="600648"/>
      </dsp:txXfrm>
    </dsp:sp>
    <dsp:sp modelId="{440028E0-EDC1-477E-BBB6-8D85AC50EB83}">
      <dsp:nvSpPr>
        <dsp:cNvPr id="0" name=""/>
        <dsp:cNvSpPr/>
      </dsp:nvSpPr>
      <dsp:spPr>
        <a:xfrm>
          <a:off x="0" y="1503031"/>
          <a:ext cx="78867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44A3F-CE9D-4C7E-8F2C-E809FAA0958A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C3EFB-FF31-46AD-95FE-3FBE9917645E}">
      <dsp:nvSpPr>
        <dsp:cNvPr id="0" name=""/>
        <dsp:cNvSpPr/>
      </dsp:nvSpPr>
      <dsp:spPr>
        <a:xfrm>
          <a:off x="693749" y="1503031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Convert timestamps to human-readable format.</a:t>
          </a:r>
          <a:endParaRPr lang="en-US" sz="1600" kern="1200"/>
        </a:p>
      </dsp:txBody>
      <dsp:txXfrm>
        <a:off x="693749" y="1503031"/>
        <a:ext cx="7192950" cy="600648"/>
      </dsp:txXfrm>
    </dsp:sp>
    <dsp:sp modelId="{E37ECAAF-5565-4382-96C2-FF328AD0B928}">
      <dsp:nvSpPr>
        <dsp:cNvPr id="0" name=""/>
        <dsp:cNvSpPr/>
      </dsp:nvSpPr>
      <dsp:spPr>
        <a:xfrm>
          <a:off x="0" y="2253843"/>
          <a:ext cx="78867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B53B1-734B-4EB0-AAE3-5FDAEC1CDF94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1AA1E-7FD1-4C55-A1A3-46939DB9BA93}">
      <dsp:nvSpPr>
        <dsp:cNvPr id="0" name=""/>
        <dsp:cNvSpPr/>
      </dsp:nvSpPr>
      <dsp:spPr>
        <a:xfrm>
          <a:off x="693749" y="2253843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Carve Unallocated Space</a:t>
          </a:r>
          <a:endParaRPr lang="en-US" sz="1600" kern="1200"/>
        </a:p>
      </dsp:txBody>
      <dsp:txXfrm>
        <a:off x="693749" y="2253843"/>
        <a:ext cx="7192950" cy="600648"/>
      </dsp:txXfrm>
    </dsp:sp>
    <dsp:sp modelId="{ECB0E2A4-B86C-4167-95ED-60446B5CBA92}">
      <dsp:nvSpPr>
        <dsp:cNvPr id="0" name=""/>
        <dsp:cNvSpPr/>
      </dsp:nvSpPr>
      <dsp:spPr>
        <a:xfrm>
          <a:off x="0" y="3004654"/>
          <a:ext cx="78867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17F24-0C44-4611-B50E-FF17C7AEDFF7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73E38-7A7A-4C60-BBA4-6F003544D532}">
      <dsp:nvSpPr>
        <dsp:cNvPr id="0" name=""/>
        <dsp:cNvSpPr/>
      </dsp:nvSpPr>
      <dsp:spPr>
        <a:xfrm>
          <a:off x="693749" y="3004654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Use Plaso to create a timeline</a:t>
          </a:r>
          <a:endParaRPr lang="en-US" sz="1600" kern="1200"/>
        </a:p>
      </dsp:txBody>
      <dsp:txXfrm>
        <a:off x="693749" y="3004654"/>
        <a:ext cx="7192950" cy="600648"/>
      </dsp:txXfrm>
    </dsp:sp>
    <dsp:sp modelId="{61B7E9D0-322C-4720-863A-F9291964FF4E}">
      <dsp:nvSpPr>
        <dsp:cNvPr id="0" name=""/>
        <dsp:cNvSpPr/>
      </dsp:nvSpPr>
      <dsp:spPr>
        <a:xfrm>
          <a:off x="0" y="3755465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D3C28-DB93-4900-A0EE-E7BC11B6EA46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A1E6B-38FA-4ED4-97F6-04CDFBE77BFA}">
      <dsp:nvSpPr>
        <dsp:cNvPr id="0" name=""/>
        <dsp:cNvSpPr/>
      </dsp:nvSpPr>
      <dsp:spPr>
        <a:xfrm>
          <a:off x="693749" y="3755465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Verify Hash of Collected Evidence</a:t>
          </a:r>
          <a:endParaRPr lang="en-US" sz="1600" kern="1200"/>
        </a:p>
      </dsp:txBody>
      <dsp:txXfrm>
        <a:off x="693749" y="3755465"/>
        <a:ext cx="7192950" cy="600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64615-9B27-496C-BD79-B3D2845CB21B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4AF3D-689E-4F5D-B574-134CDD75DB59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2427D-CFF7-4370-974C-5B098044D1D8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Target-Windows 10 with Google Chrome and Mozilla Firefox installed.</a:t>
          </a:r>
          <a:endParaRPr lang="en-US" sz="2200" kern="1200"/>
        </a:p>
      </dsp:txBody>
      <dsp:txXfrm>
        <a:off x="1058686" y="1808"/>
        <a:ext cx="6828013" cy="916611"/>
      </dsp:txXfrm>
    </dsp:sp>
    <dsp:sp modelId="{94AE21C9-0D12-4232-B38B-FD58BE5F5905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9E4E5-D688-4AA0-979A-B39D61BED0F5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FC866-2BAB-463B-8F40-14CE553A701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Extracted files:Chrome History: History file (/Default/History – SQLite)</a:t>
          </a:r>
          <a:endParaRPr lang="en-US" sz="2200" kern="1200"/>
        </a:p>
      </dsp:txBody>
      <dsp:txXfrm>
        <a:off x="1058686" y="1147573"/>
        <a:ext cx="6828013" cy="916611"/>
      </dsp:txXfrm>
    </dsp:sp>
    <dsp:sp modelId="{02BFF8F2-FF6C-444F-AEAE-50B82A2DE0D3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0F0AB-5A21-4736-B721-906DF647F92D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B82DC-BCE7-44EE-B3B8-32E81586E652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Correlated 120 browsing activities over a period of 5 days.</a:t>
          </a:r>
          <a:endParaRPr lang="en-US" sz="2200" kern="1200"/>
        </a:p>
      </dsp:txBody>
      <dsp:txXfrm>
        <a:off x="1058686" y="2293338"/>
        <a:ext cx="6828013" cy="916611"/>
      </dsp:txXfrm>
    </dsp:sp>
    <dsp:sp modelId="{11412166-8235-448C-AA74-CCC6A5EC3BC8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8A03E-72E0-45E0-BEF2-B172430E00C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72874-C0F2-44EC-9FFF-BFE784D2F7D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Browsing Patterns :visits to e-commerce, social media, and video platforms.</a:t>
          </a:r>
          <a:endParaRPr lang="en-US" sz="2200" kern="1200"/>
        </a:p>
      </dsp:txBody>
      <dsp:txXfrm>
        <a:off x="1058686" y="3439103"/>
        <a:ext cx="6828013" cy="9166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371BD-0158-4F5A-9467-5542FB51C337}">
      <dsp:nvSpPr>
        <dsp:cNvPr id="0" name=""/>
        <dsp:cNvSpPr/>
      </dsp:nvSpPr>
      <dsp:spPr>
        <a:xfrm>
          <a:off x="0" y="367444"/>
          <a:ext cx="7886700" cy="4334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Challenges:</a:t>
          </a:r>
          <a:endParaRPr lang="en-US" sz="1900" kern="1200"/>
        </a:p>
      </dsp:txBody>
      <dsp:txXfrm>
        <a:off x="21161" y="388605"/>
        <a:ext cx="7844378" cy="391163"/>
      </dsp:txXfrm>
    </dsp:sp>
    <dsp:sp modelId="{A70268AA-AFE2-4A9C-8A0D-CF3BAAED0F16}">
      <dsp:nvSpPr>
        <dsp:cNvPr id="0" name=""/>
        <dsp:cNvSpPr/>
      </dsp:nvSpPr>
      <dsp:spPr>
        <a:xfrm>
          <a:off x="0" y="855649"/>
          <a:ext cx="7886700" cy="433485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1. Integration with legacy systems without modification.</a:t>
          </a:r>
          <a:endParaRPr lang="en-US" sz="1900" kern="1200"/>
        </a:p>
      </dsp:txBody>
      <dsp:txXfrm>
        <a:off x="21161" y="876810"/>
        <a:ext cx="7844378" cy="391163"/>
      </dsp:txXfrm>
    </dsp:sp>
    <dsp:sp modelId="{12C32BAC-CF01-4C31-96D8-13DA649851DD}">
      <dsp:nvSpPr>
        <dsp:cNvPr id="0" name=""/>
        <dsp:cNvSpPr/>
      </dsp:nvSpPr>
      <dsp:spPr>
        <a:xfrm>
          <a:off x="0" y="1343854"/>
          <a:ext cx="7886700" cy="43348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2. Advanced methods implemented to protect privacy.</a:t>
          </a:r>
          <a:endParaRPr lang="en-US" sz="1900" kern="1200"/>
        </a:p>
      </dsp:txBody>
      <dsp:txXfrm>
        <a:off x="21161" y="1365015"/>
        <a:ext cx="7844378" cy="391163"/>
      </dsp:txXfrm>
    </dsp:sp>
    <dsp:sp modelId="{BECDAB62-1340-4E8D-AB00-51FFBA0DD354}">
      <dsp:nvSpPr>
        <dsp:cNvPr id="0" name=""/>
        <dsp:cNvSpPr/>
      </dsp:nvSpPr>
      <dsp:spPr>
        <a:xfrm>
          <a:off x="0" y="1832059"/>
          <a:ext cx="7886700" cy="43348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3. Secure capture without harming the environment.</a:t>
          </a:r>
          <a:endParaRPr lang="en-US" sz="1900" kern="1200"/>
        </a:p>
      </dsp:txBody>
      <dsp:txXfrm>
        <a:off x="21161" y="1853220"/>
        <a:ext cx="7844378" cy="391163"/>
      </dsp:txXfrm>
    </dsp:sp>
    <dsp:sp modelId="{3A30092E-EC3F-4200-9029-FD99601C86B0}">
      <dsp:nvSpPr>
        <dsp:cNvPr id="0" name=""/>
        <dsp:cNvSpPr/>
      </dsp:nvSpPr>
      <dsp:spPr>
        <a:xfrm>
          <a:off x="0" y="2265544"/>
          <a:ext cx="78867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kern="1200"/>
            <a:t>Solutions:</a:t>
          </a:r>
          <a:endParaRPr lang="en-US" sz="1500" kern="1200"/>
        </a:p>
      </dsp:txBody>
      <dsp:txXfrm>
        <a:off x="0" y="2265544"/>
        <a:ext cx="7886700" cy="314640"/>
      </dsp:txXfrm>
    </dsp:sp>
    <dsp:sp modelId="{1DE0662D-C900-49EF-ABDA-DAC4C13F39C9}">
      <dsp:nvSpPr>
        <dsp:cNvPr id="0" name=""/>
        <dsp:cNvSpPr/>
      </dsp:nvSpPr>
      <dsp:spPr>
        <a:xfrm>
          <a:off x="0" y="2580184"/>
          <a:ext cx="7886700" cy="43348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1. Implemented a middleware approach to avoid modifying legacy code.</a:t>
          </a:r>
          <a:endParaRPr lang="en-US" sz="1900" kern="1200"/>
        </a:p>
      </dsp:txBody>
      <dsp:txXfrm>
        <a:off x="21161" y="2601345"/>
        <a:ext cx="7844378" cy="391163"/>
      </dsp:txXfrm>
    </dsp:sp>
    <dsp:sp modelId="{C628F7BE-7FDA-4C63-A31E-24948A4A2F98}">
      <dsp:nvSpPr>
        <dsp:cNvPr id="0" name=""/>
        <dsp:cNvSpPr/>
      </dsp:nvSpPr>
      <dsp:spPr>
        <a:xfrm>
          <a:off x="0" y="3068389"/>
          <a:ext cx="7886700" cy="433485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2. Worked under the protected environment.</a:t>
          </a:r>
          <a:endParaRPr lang="en-US" sz="1900" kern="1200"/>
        </a:p>
      </dsp:txBody>
      <dsp:txXfrm>
        <a:off x="21161" y="3089550"/>
        <a:ext cx="7844378" cy="391163"/>
      </dsp:txXfrm>
    </dsp:sp>
    <dsp:sp modelId="{DA2080B1-F6DC-4E93-8A62-7E314FDAC5F4}">
      <dsp:nvSpPr>
        <dsp:cNvPr id="0" name=""/>
        <dsp:cNvSpPr/>
      </dsp:nvSpPr>
      <dsp:spPr>
        <a:xfrm>
          <a:off x="0" y="3556594"/>
          <a:ext cx="7886700" cy="43348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3. Avoided to create backdoors for attacks.</a:t>
          </a:r>
          <a:endParaRPr lang="en-US" sz="1900" kern="1200"/>
        </a:p>
      </dsp:txBody>
      <dsp:txXfrm>
        <a:off x="21161" y="3577755"/>
        <a:ext cx="7844378" cy="3911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97E8B-37F0-4FE7-8D13-E2B3BF0D2288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B120C-64FA-4B09-82AF-D6BF66025FA7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C1068-823D-4D34-8BED-42C467EE743A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Effectively performed data acquisition, extraction, parsing, and recovery of browsing artifacts from multiple browsers.</a:t>
          </a:r>
          <a:endParaRPr lang="en-US" sz="2500" kern="1200"/>
        </a:p>
      </dsp:txBody>
      <dsp:txXfrm>
        <a:off x="1509882" y="708097"/>
        <a:ext cx="6376817" cy="1307257"/>
      </dsp:txXfrm>
    </dsp:sp>
    <dsp:sp modelId="{764D1900-3223-43AD-9FE8-F77B6770C1AF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9E830-1764-4264-95BC-4466BFE90293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8F364-3338-41E1-AFAB-C93F939FE34F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Successfully identified, analyzed, and correlated user activity</a:t>
          </a:r>
          <a:endParaRPr lang="en-US" sz="2500" kern="1200"/>
        </a:p>
      </dsp:txBody>
      <dsp:txXfrm>
        <a:off x="1509882" y="2342169"/>
        <a:ext cx="6376817" cy="13072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3E614-CB04-4E78-B6AF-087BC2966CB2}">
      <dsp:nvSpPr>
        <dsp:cNvPr id="0" name=""/>
        <dsp:cNvSpPr/>
      </dsp:nvSpPr>
      <dsp:spPr>
        <a:xfrm>
          <a:off x="530099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5A82F-D686-4AEA-BD34-42096849618C}">
      <dsp:nvSpPr>
        <dsp:cNvPr id="0" name=""/>
        <dsp:cNvSpPr/>
      </dsp:nvSpPr>
      <dsp:spPr>
        <a:xfrm>
          <a:off x="829912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D7DB5-F5BD-4A59-87E2-77D216365C46}">
      <dsp:nvSpPr>
        <dsp:cNvPr id="0" name=""/>
        <dsp:cNvSpPr/>
      </dsp:nvSpPr>
      <dsp:spPr>
        <a:xfrm>
          <a:off x="80381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/>
            <a:t>Securely correlated within provided timestamps.</a:t>
          </a:r>
          <a:endParaRPr lang="en-US" sz="1400" kern="1200"/>
        </a:p>
      </dsp:txBody>
      <dsp:txXfrm>
        <a:off x="80381" y="2741262"/>
        <a:ext cx="2306250" cy="720000"/>
      </dsp:txXfrm>
    </dsp:sp>
    <dsp:sp modelId="{769FB7D2-8B58-4B52-BC44-145B637A873A}">
      <dsp:nvSpPr>
        <dsp:cNvPr id="0" name=""/>
        <dsp:cNvSpPr/>
      </dsp:nvSpPr>
      <dsp:spPr>
        <a:xfrm>
          <a:off x="3239943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812C9-0AF3-48DF-B1EA-1559EACFB014}">
      <dsp:nvSpPr>
        <dsp:cNvPr id="0" name=""/>
        <dsp:cNvSpPr/>
      </dsp:nvSpPr>
      <dsp:spPr>
        <a:xfrm>
          <a:off x="3539756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10DFF-9153-474D-B85F-99F15048CEF9}">
      <dsp:nvSpPr>
        <dsp:cNvPr id="0" name=""/>
        <dsp:cNvSpPr/>
      </dsp:nvSpPr>
      <dsp:spPr>
        <a:xfrm>
          <a:off x="2790224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/>
            <a:t>Successfully intercepted activity logs..</a:t>
          </a:r>
          <a:endParaRPr lang="en-US" sz="1400" kern="1200"/>
        </a:p>
      </dsp:txBody>
      <dsp:txXfrm>
        <a:off x="2790224" y="2741262"/>
        <a:ext cx="2306250" cy="720000"/>
      </dsp:txXfrm>
    </dsp:sp>
    <dsp:sp modelId="{C805A3D3-427D-479B-8147-62D7DB833B55}">
      <dsp:nvSpPr>
        <dsp:cNvPr id="0" name=""/>
        <dsp:cNvSpPr/>
      </dsp:nvSpPr>
      <dsp:spPr>
        <a:xfrm>
          <a:off x="5949787" y="89626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8D500-9FAC-4522-B76C-385F42EA5FA9}">
      <dsp:nvSpPr>
        <dsp:cNvPr id="0" name=""/>
        <dsp:cNvSpPr/>
      </dsp:nvSpPr>
      <dsp:spPr>
        <a:xfrm>
          <a:off x="6249600" y="1196074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B7497-23C3-4390-BE8E-388C7B7D0658}">
      <dsp:nvSpPr>
        <dsp:cNvPr id="0" name=""/>
        <dsp:cNvSpPr/>
      </dsp:nvSpPr>
      <dsp:spPr>
        <a:xfrm>
          <a:off x="5500068" y="274126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/>
            <a:t>Further tests required for large-scale deployment.</a:t>
          </a:r>
          <a:endParaRPr lang="en-US" sz="1400" kern="1200"/>
        </a:p>
      </dsp:txBody>
      <dsp:txXfrm>
        <a:off x="5500068" y="2741262"/>
        <a:ext cx="2306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1D33D-E17E-47C0-A5A2-8ABB3A6D23C2}">
      <dsp:nvSpPr>
        <dsp:cNvPr id="0" name=""/>
        <dsp:cNvSpPr/>
      </dsp:nvSpPr>
      <dsp:spPr>
        <a:xfrm>
          <a:off x="0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Enhanced AI-Powered Data Analysis</a:t>
          </a:r>
          <a:endParaRPr lang="en-US" sz="2400" kern="1200"/>
        </a:p>
      </dsp:txBody>
      <dsp:txXfrm>
        <a:off x="0" y="667119"/>
        <a:ext cx="2462450" cy="1477470"/>
      </dsp:txXfrm>
    </dsp:sp>
    <dsp:sp modelId="{3B9A1377-8B72-41E0-824F-08E075D22EB9}">
      <dsp:nvSpPr>
        <dsp:cNvPr id="0" name=""/>
        <dsp:cNvSpPr/>
      </dsp:nvSpPr>
      <dsp:spPr>
        <a:xfrm>
          <a:off x="2708695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Deep Learning for Deleted Data Reconstruction</a:t>
          </a:r>
          <a:endParaRPr lang="en-US" sz="2400" kern="1200"/>
        </a:p>
      </dsp:txBody>
      <dsp:txXfrm>
        <a:off x="2708695" y="667119"/>
        <a:ext cx="2462450" cy="1477470"/>
      </dsp:txXfrm>
    </dsp:sp>
    <dsp:sp modelId="{B5016F10-E941-4E8A-99E4-F5763DB22960}">
      <dsp:nvSpPr>
        <dsp:cNvPr id="0" name=""/>
        <dsp:cNvSpPr/>
      </dsp:nvSpPr>
      <dsp:spPr>
        <a:xfrm>
          <a:off x="5417391" y="667119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Real-Time Browser Activity Monitoring</a:t>
          </a:r>
          <a:endParaRPr lang="en-US" sz="2400" kern="1200"/>
        </a:p>
      </dsp:txBody>
      <dsp:txXfrm>
        <a:off x="5417391" y="667119"/>
        <a:ext cx="2462450" cy="1477470"/>
      </dsp:txXfrm>
    </dsp:sp>
    <dsp:sp modelId="{E7DFC495-1D1E-4A45-ADB1-E4A65813D4E1}">
      <dsp:nvSpPr>
        <dsp:cNvPr id="0" name=""/>
        <dsp:cNvSpPr/>
      </dsp:nvSpPr>
      <dsp:spPr>
        <a:xfrm>
          <a:off x="1354347" y="2390834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Encryption and Encrypted History Analysis</a:t>
          </a:r>
          <a:endParaRPr lang="en-US" sz="2400" kern="1200"/>
        </a:p>
      </dsp:txBody>
      <dsp:txXfrm>
        <a:off x="1354347" y="2390834"/>
        <a:ext cx="2462450" cy="1477470"/>
      </dsp:txXfrm>
    </dsp:sp>
    <dsp:sp modelId="{01BB36DC-3E9B-4D9B-8B66-920B1D4C60CD}">
      <dsp:nvSpPr>
        <dsp:cNvPr id="0" name=""/>
        <dsp:cNvSpPr/>
      </dsp:nvSpPr>
      <dsp:spPr>
        <a:xfrm>
          <a:off x="4063043" y="2390834"/>
          <a:ext cx="2462450" cy="14774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Cross-Browser and Multi-Device Synchronization Analysis</a:t>
          </a:r>
          <a:endParaRPr lang="en-US" sz="2400" kern="1200"/>
        </a:p>
      </dsp:txBody>
      <dsp:txXfrm>
        <a:off x="4063043" y="2390834"/>
        <a:ext cx="2462450" cy="1477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E03E59-3C0E-487E-8300-5F2246A1FB8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888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6BBFC3-47B3-43B4-BD67-7E1CD8F9488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6488E1-466D-487D-BC05-F03B9FDBC39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2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3D3B6B-E7DB-40C8-8202-445EA0DF518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94E0C7-A3F8-4E29-86E6-BEEC523C39B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62DF68-F400-496E-8C09-1E29A38D2A2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D4DAEA-C863-428B-B743-F0F66CA7328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04D076-0581-445F-B7D5-4213C03253D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76BA11-526C-446D-A239-0F75BD1388A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E5EC1B-5C3C-46C8-8E41-E2CBD6119A7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34FCDC-BBA5-4045-8568-FC3368BB1D8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7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8880" cy="215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FFAA3B-93D3-4CCE-9416-E0D9E78C060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5.xml"/><Relationship Id="rId2" Type="http://schemas.openxmlformats.org/officeDocument/2006/relationships/diagramLayout" Target="../diagrams/layout5.xml"/><Relationship Id="rId3" Type="http://schemas.openxmlformats.org/officeDocument/2006/relationships/diagramQuickStyle" Target="../diagrams/quickStyle5.xml"/><Relationship Id="rId4" Type="http://schemas.openxmlformats.org/officeDocument/2006/relationships/diagramColors" Target="../diagrams/colors5.xml"/><Relationship Id="rId5" Type="http://schemas.microsoft.com/office/2007/relationships/diagramDrawing" Target="../diagrams/drawing5.xml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diagramData" Target="../diagrams/data6.xml"/><Relationship Id="rId2" Type="http://schemas.openxmlformats.org/officeDocument/2006/relationships/diagramLayout" Target="../diagrams/layout6.xml"/><Relationship Id="rId3" Type="http://schemas.openxmlformats.org/officeDocument/2006/relationships/diagramQuickStyle" Target="../diagrams/quickStyle6.xml"/><Relationship Id="rId4" Type="http://schemas.openxmlformats.org/officeDocument/2006/relationships/diagramColors" Target="../diagrams/colors6.xml"/><Relationship Id="rId5" Type="http://schemas.microsoft.com/office/2007/relationships/diagramDrawing" Target="../diagrams/drawing6.xml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7.xml"/><Relationship Id="rId2" Type="http://schemas.openxmlformats.org/officeDocument/2006/relationships/diagramLayout" Target="../diagrams/layout7.xml"/><Relationship Id="rId3" Type="http://schemas.openxmlformats.org/officeDocument/2006/relationships/diagramQuickStyle" Target="../diagrams/quickStyle7.xml"/><Relationship Id="rId4" Type="http://schemas.openxmlformats.org/officeDocument/2006/relationships/diagramColors" Target="../diagrams/colors7.xml"/><Relationship Id="rId5" Type="http://schemas.microsoft.com/office/2007/relationships/diagramDrawing" Target="../diagrams/drawing7.xml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diagramData" Target="../diagrams/data8.xml"/><Relationship Id="rId2" Type="http://schemas.openxmlformats.org/officeDocument/2006/relationships/diagramLayout" Target="../diagrams/layout8.xml"/><Relationship Id="rId3" Type="http://schemas.openxmlformats.org/officeDocument/2006/relationships/diagramQuickStyle" Target="../diagrams/quickStyle8.xml"/><Relationship Id="rId4" Type="http://schemas.openxmlformats.org/officeDocument/2006/relationships/diagramColors" Target="../diagrams/colors8.xml"/><Relationship Id="rId5" Type="http://schemas.microsoft.com/office/2007/relationships/diagramDrawing" Target="../diagrams/drawing8.xml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diagramData" Target="../diagrams/data9.xml"/><Relationship Id="rId2" Type="http://schemas.openxmlformats.org/officeDocument/2006/relationships/diagramLayout" Target="../diagrams/layout9.xml"/><Relationship Id="rId3" Type="http://schemas.openxmlformats.org/officeDocument/2006/relationships/diagramQuickStyle" Target="../diagrams/quickStyle9.xml"/><Relationship Id="rId4" Type="http://schemas.openxmlformats.org/officeDocument/2006/relationships/diagramColors" Target="../diagrams/colors9.xml"/><Relationship Id="rId5" Type="http://schemas.microsoft.com/office/2007/relationships/diagramDrawing" Target="../diagrams/drawing9.xml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pSp>
        <p:nvGrpSpPr>
          <p:cNvPr id="76" name="Group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5600520" cy="6857640"/>
            <a:chOff x="0" y="0"/>
            <a:chExt cx="5600520" cy="6857640"/>
          </a:xfrm>
        </p:grpSpPr>
        <p:sp>
          <p:nvSpPr>
            <p:cNvPr id="77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600520" cy="685764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600520" cy="685764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9" name="Freeform: 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27080" cy="6857640"/>
          </a:xfrm>
          <a:custGeom>
            <a:avLst/>
            <a:gdLst>
              <a:gd name="textAreaLeft" fmla="*/ 0 w 5527080"/>
              <a:gd name="textAreaRight" fmla="*/ 5527440 w 5527080"/>
              <a:gd name="textAreaTop" fmla="*/ 0 h 6857640"/>
              <a:gd name="textAreaBottom" fmla="*/ 6858000 h 6857640"/>
              <a:gd name="GluePoint1X" fmla="*/ 369702 w 7369701"/>
              <a:gd name="GluePoint1Y" fmla="*/ 6712169 h 6858000"/>
              <a:gd name="GluePoint2X" fmla="*/ 366575 w 7369701"/>
              <a:gd name="GluePoint2Y" fmla="*/ 6715556 h 6858000"/>
              <a:gd name="GluePoint3X" fmla="*/ 371637 w 7369701"/>
              <a:gd name="GluePoint3Y" fmla="*/ 6713954 h 6858000"/>
              <a:gd name="GluePoint4X" fmla="*/ 369702 w 7369701"/>
              <a:gd name="GluePoint4Y" fmla="*/ 6712169 h 6858000"/>
              <a:gd name="GluePoint5X" fmla="*/ 1019354 w 7369701"/>
              <a:gd name="GluePoint5Y" fmla="*/ 6315006 h 6858000"/>
              <a:gd name="GluePoint6X" fmla="*/ 441046 w 7369701"/>
              <a:gd name="GluePoint6Y" fmla="*/ 6691153 h 6858000"/>
              <a:gd name="GluePoint7X" fmla="*/ 1019354 w 7369701"/>
              <a:gd name="GluePoint7Y" fmla="*/ 6315006 h 6858000"/>
              <a:gd name="GluePoint8X" fmla="*/ 991680 w 7369701"/>
              <a:gd name="GluePoint8Y" fmla="*/ 6298413 h 6858000"/>
              <a:gd name="GluePoint9X" fmla="*/ 409060 w 7369701"/>
              <a:gd name="GluePoint9Y" fmla="*/ 6671470 h 6858000"/>
              <a:gd name="GluePoint10X" fmla="*/ 991680 w 7369701"/>
              <a:gd name="GluePoint10Y" fmla="*/ 6298413 h 6858000"/>
              <a:gd name="GluePoint11X" fmla="*/ 103333 w 7369701"/>
              <a:gd name="GluePoint11Y" fmla="*/ 5699602 h 6858000"/>
              <a:gd name="GluePoint12X" fmla="*/ 233938 w 7369701"/>
              <a:gd name="GluePoint12Y" fmla="*/ 5809416 h 6858000"/>
              <a:gd name="GluePoint13X" fmla="*/ 883580 w 7369701"/>
              <a:gd name="GluePoint13Y" fmla="*/ 6180710 h 6858000"/>
              <a:gd name="GluePoint14X" fmla="*/ 487337 w 7369701"/>
              <a:gd name="GluePoint14Y" fmla="*/ 5950182 h 6858000"/>
              <a:gd name="GluePoint15X" fmla="*/ 354051 w 7369701"/>
              <a:gd name="GluePoint15Y" fmla="*/ 5854912 h 6858000"/>
              <a:gd name="GluePoint16X" fmla="*/ 195436 w 7369701"/>
              <a:gd name="GluePoint16Y" fmla="*/ 5755068 h 6858000"/>
              <a:gd name="GluePoint17X" fmla="*/ 103333 w 7369701"/>
              <a:gd name="GluePoint17Y" fmla="*/ 5699602 h 6858000"/>
              <a:gd name="GluePoint18X" fmla="*/ 5539432 w 7369701"/>
              <a:gd name="GluePoint18Y" fmla="*/ 5642928 h 6858000"/>
              <a:gd name="GluePoint19X" fmla="*/ 5555462 w 7369701"/>
              <a:gd name="GluePoint19Y" fmla="*/ 5694454 h 6858000"/>
              <a:gd name="GluePoint20X" fmla="*/ 5828270 w 7369701"/>
              <a:gd name="GluePoint20Y" fmla="*/ 6320663 h 6858000"/>
              <a:gd name="GluePoint21X" fmla="*/ 5947416 w 7369701"/>
              <a:gd name="GluePoint21Y" fmla="*/ 6574846 h 6858000"/>
              <a:gd name="GluePoint22X" fmla="*/ 5539432 w 7369701"/>
              <a:gd name="GluePoint22Y" fmla="*/ 5642928 h 6858000"/>
              <a:gd name="GluePoint23X" fmla="*/ 51253 w 7369701"/>
              <a:gd name="GluePoint23Y" fmla="*/ 5631825 h 6858000"/>
              <a:gd name="GluePoint24X" fmla="*/ 211622 w 7369701"/>
              <a:gd name="GluePoint24Y" fmla="*/ 5728803 h 6858000"/>
              <a:gd name="GluePoint25X" fmla="*/ 371652 w 7369701"/>
              <a:gd name="GluePoint25Y" fmla="*/ 5829062 h 6858000"/>
              <a:gd name="GluePoint26X" fmla="*/ 505903 w 7369701"/>
              <a:gd name="GluePoint26Y" fmla="*/ 5925221 h 6858000"/>
              <a:gd name="GluePoint27X" fmla="*/ 899240 w 7369701"/>
              <a:gd name="GluePoint27Y" fmla="*/ 6153068 h 6858000"/>
              <a:gd name="GluePoint28X" fmla="*/ 988114 w 7369701"/>
              <a:gd name="GluePoint28Y" fmla="*/ 6174204 h 6858000"/>
              <a:gd name="GluePoint29X" fmla="*/ 845971 w 7369701"/>
              <a:gd name="GluePoint29Y" fmla="*/ 6067177 h 6858000"/>
              <a:gd name="GluePoint30X" fmla="*/ 448057 w 7369701"/>
              <a:gd name="GluePoint30Y" fmla="*/ 5841376 h 6858000"/>
              <a:gd name="GluePoint31X" fmla="*/ 51253 w 7369701"/>
              <a:gd name="GluePoint31Y" fmla="*/ 5631825 h 6858000"/>
              <a:gd name="GluePoint32X" fmla="*/ 2606687 w 7369701"/>
              <a:gd name="GluePoint32Y" fmla="*/ 5630718 h 6858000"/>
              <a:gd name="GluePoint33X" fmla="*/ 2645658 w 7369701"/>
              <a:gd name="GluePoint33Y" fmla="*/ 6640259 h 6858000"/>
              <a:gd name="GluePoint34X" fmla="*/ 2606687 w 7369701"/>
              <a:gd name="GluePoint34Y" fmla="*/ 5630718 h 6858000"/>
              <a:gd name="GluePoint35X" fmla="*/ 3642057 w 7369701"/>
              <a:gd name="GluePoint35Y" fmla="*/ 5573487 h 6858000"/>
              <a:gd name="GluePoint36X" fmla="*/ 3632981 w 7369701"/>
              <a:gd name="GluePoint36Y" fmla="*/ 5579437 h 6858000"/>
              <a:gd name="GluePoint37X" fmla="*/ 3382436 w 7369701"/>
              <a:gd name="GluePoint37Y" fmla="*/ 5952726 h 6858000"/>
              <a:gd name="GluePoint38X" fmla="*/ 3191929 w 7369701"/>
              <a:gd name="GluePoint38Y" fmla="*/ 6662669 h 6858000"/>
              <a:gd name="GluePoint39X" fmla="*/ 3369898 w 7369701"/>
              <a:gd name="GluePoint39Y" fmla="*/ 6081771 h 6858000"/>
              <a:gd name="GluePoint40X" fmla="*/ 3642057 w 7369701"/>
              <a:gd name="GluePoint40Y" fmla="*/ 5573487 h 6858000"/>
              <a:gd name="GluePoint41X" fmla="*/ 2650666 w 7369701"/>
              <a:gd name="GluePoint41Y" fmla="*/ 5530686 h 6858000"/>
              <a:gd name="GluePoint42X" fmla="*/ 2650249 w 7369701"/>
              <a:gd name="GluePoint42Y" fmla="*/ 5532101 h 6858000"/>
              <a:gd name="GluePoint43X" fmla="*/ 2663808 w 7369701"/>
              <a:gd name="GluePoint43Y" fmla="*/ 6535215 h 6858000"/>
              <a:gd name="GluePoint44X" fmla="*/ 2665418 w 7369701"/>
              <a:gd name="GluePoint44Y" fmla="*/ 6132756 h 6858000"/>
              <a:gd name="GluePoint45X" fmla="*/ 2650666 w 7369701"/>
              <a:gd name="GluePoint45Y" fmla="*/ 5530686 h 6858000"/>
              <a:gd name="GluePoint46X" fmla="*/ 2680277 w 7369701"/>
              <a:gd name="GluePoint46Y" fmla="*/ 5479204 h 6858000"/>
              <a:gd name="GluePoint47X" fmla="*/ 2678972 w 7369701"/>
              <a:gd name="GluePoint47Y" fmla="*/ 5481582 h 6858000"/>
              <a:gd name="GluePoint48X" fmla="*/ 2696666 w 7369701"/>
              <a:gd name="GluePoint48Y" fmla="*/ 6133836 h 6858000"/>
              <a:gd name="GluePoint49X" fmla="*/ 2695769 w 7369701"/>
              <a:gd name="GluePoint49Y" fmla="*/ 6390955 h 6858000"/>
              <a:gd name="GluePoint50X" fmla="*/ 2739893 w 7369701"/>
              <a:gd name="GluePoint50Y" fmla="*/ 6108357 h 6858000"/>
              <a:gd name="GluePoint51X" fmla="*/ 2680277 w 7369701"/>
              <a:gd name="GluePoint51Y" fmla="*/ 5479204 h 6858000"/>
              <a:gd name="GluePoint52X" fmla="*/ 1132195 w 7369701"/>
              <a:gd name="GluePoint52Y" fmla="*/ 5467980 h 6858000"/>
              <a:gd name="GluePoint53X" fmla="*/ 1679056 w 7369701"/>
              <a:gd name="GluePoint53Y" fmla="*/ 5516907 h 6858000"/>
              <a:gd name="GluePoint54X" fmla="*/ 2128648 w 7369701"/>
              <a:gd name="GluePoint54Y" fmla="*/ 5474249 h 6858000"/>
              <a:gd name="GluePoint55X" fmla="*/ 1825619 w 7369701"/>
              <a:gd name="GluePoint55Y" fmla="*/ 5478447 h 6858000"/>
              <a:gd name="GluePoint56X" fmla="*/ 1737798 w 7369701"/>
              <a:gd name="GluePoint56Y" fmla="*/ 5483353 h 6858000"/>
              <a:gd name="GluePoint57X" fmla="*/ 1132195 w 7369701"/>
              <a:gd name="GluePoint57Y" fmla="*/ 5467980 h 6858000"/>
              <a:gd name="GluePoint58X" fmla="*/ 1456157 w 7369701"/>
              <a:gd name="GluePoint58Y" fmla="*/ 5371404 h 6858000"/>
              <a:gd name="GluePoint59X" fmla="*/ 1244432 w 7369701"/>
              <a:gd name="GluePoint59Y" fmla="*/ 5385601 h 6858000"/>
              <a:gd name="GluePoint60X" fmla="*/ 973990 w 7369701"/>
              <a:gd name="GluePoint60Y" fmla="*/ 5424940 h 6858000"/>
              <a:gd name="GluePoint61X" fmla="*/ 1103809 w 7369701"/>
              <a:gd name="GluePoint61Y" fmla="*/ 5433720 h 6858000"/>
              <a:gd name="GluePoint62X" fmla="*/ 1123454 w 7369701"/>
              <a:gd name="GluePoint62Y" fmla="*/ 5435727 h 6858000"/>
              <a:gd name="GluePoint63X" fmla="*/ 1737017 w 7369701"/>
              <a:gd name="GluePoint63Y" fmla="*/ 5452183 h 6858000"/>
              <a:gd name="GluePoint64X" fmla="*/ 1824397 w 7369701"/>
              <a:gd name="GluePoint64Y" fmla="*/ 5447757 h 6858000"/>
              <a:gd name="GluePoint65X" fmla="*/ 2070059 w 7369701"/>
              <a:gd name="GluePoint65Y" fmla="*/ 5441660 h 6858000"/>
              <a:gd name="GluePoint66X" fmla="*/ 1456157 w 7369701"/>
              <a:gd name="GluePoint66Y" fmla="*/ 5371404 h 6858000"/>
              <a:gd name="GluePoint67X" fmla="*/ 4988186 w 7369701"/>
              <a:gd name="GluePoint67Y" fmla="*/ 5216467 h 6858000"/>
              <a:gd name="GluePoint68X" fmla="*/ 4777334 w 7369701"/>
              <a:gd name="GluePoint68Y" fmla="*/ 5406072 h 6858000"/>
              <a:gd name="GluePoint69X" fmla="*/ 4718341 w 7369701"/>
              <a:gd name="GluePoint69Y" fmla="*/ 5468043 h 6858000"/>
              <a:gd name="GluePoint70X" fmla="*/ 4604655 w 7369701"/>
              <a:gd name="GluePoint70Y" fmla="*/ 5583434 h 6858000"/>
              <a:gd name="GluePoint71X" fmla="*/ 4565074 w 7369701"/>
              <a:gd name="GluePoint71Y" fmla="*/ 5618550 h 6858000"/>
              <a:gd name="GluePoint72X" fmla="*/ 4988186 w 7369701"/>
              <a:gd name="GluePoint72Y" fmla="*/ 5216467 h 6858000"/>
              <a:gd name="GluePoint73X" fmla="*/ 4978032 w 7369701"/>
              <a:gd name="GluePoint73Y" fmla="*/ 5183809 h 6858000"/>
              <a:gd name="GluePoint74X" fmla="*/ 4463413 w 7369701"/>
              <a:gd name="GluePoint74Y" fmla="*/ 5615162 h 6858000"/>
              <a:gd name="GluePoint75X" fmla="*/ 4358134 w 7369701"/>
              <a:gd name="GluePoint75Y" fmla="*/ 5742791 h 6858000"/>
              <a:gd name="GluePoint76X" fmla="*/ 4376219 w 7369701"/>
              <a:gd name="GluePoint76Y" fmla="*/ 5729027 h 6858000"/>
              <a:gd name="GluePoint77X" fmla="*/ 4582340 w 7369701"/>
              <a:gd name="GluePoint77Y" fmla="*/ 5561037 h 6858000"/>
              <a:gd name="GluePoint78X" fmla="*/ 4694684 w 7369701"/>
              <a:gd name="GluePoint78Y" fmla="*/ 5447098 h 6858000"/>
              <a:gd name="GluePoint79X" fmla="*/ 4754123 w 7369701"/>
              <a:gd name="GluePoint79Y" fmla="*/ 5384643 h 6858000"/>
              <a:gd name="GluePoint80X" fmla="*/ 4978032 w 7369701"/>
              <a:gd name="GluePoint80Y" fmla="*/ 5183809 h 6858000"/>
              <a:gd name="GluePoint81X" fmla="*/ 1903353 w 7369701"/>
              <a:gd name="GluePoint81Y" fmla="*/ 5044827 h 6858000"/>
              <a:gd name="GluePoint82X" fmla="*/ 1936931 w 7369701"/>
              <a:gd name="GluePoint82Y" fmla="*/ 5093954 h 6858000"/>
              <a:gd name="GluePoint83X" fmla="*/ 2195868 w 7369701"/>
              <a:gd name="GluePoint83Y" fmla="*/ 5396574 h 6858000"/>
              <a:gd name="GluePoint84X" fmla="*/ 2088852 w 7369701"/>
              <a:gd name="GluePoint84Y" fmla="*/ 5166123 h 6858000"/>
              <a:gd name="GluePoint85X" fmla="*/ 1958241 w 7369701"/>
              <a:gd name="GluePoint85Y" fmla="*/ 5067955 h 6858000"/>
              <a:gd name="GluePoint86X" fmla="*/ 1903353 w 7369701"/>
              <a:gd name="GluePoint86Y" fmla="*/ 5044827 h 6858000"/>
              <a:gd name="GluePoint87X" fmla="*/ 1979378 w 7369701"/>
              <a:gd name="GluePoint87Y" fmla="*/ 4769504 h 6858000"/>
              <a:gd name="GluePoint88X" fmla="*/ 2882120 w 7369701"/>
              <a:gd name="GluePoint88Y" fmla="*/ 5064547 h 6858000"/>
              <a:gd name="GluePoint89X" fmla="*/ 2793103 w 7369701"/>
              <a:gd name="GluePoint89Y" fmla="*/ 5039699 h 6858000"/>
              <a:gd name="GluePoint90X" fmla="*/ 2770041 w 7369701"/>
              <a:gd name="GluePoint90Y" fmla="*/ 5033634 h 6858000"/>
              <a:gd name="GluePoint91X" fmla="*/ 1979378 w 7369701"/>
              <a:gd name="GluePoint91Y" fmla="*/ 4769504 h 6858000"/>
              <a:gd name="GluePoint92X" fmla="*/ 1927410 w 7369701"/>
              <a:gd name="GluePoint92Y" fmla="*/ 4716164 h 6858000"/>
              <a:gd name="GluePoint93X" fmla="*/ 1959587 w 7369701"/>
              <a:gd name="GluePoint93Y" fmla="*/ 4728849 h 6858000"/>
              <a:gd name="GluePoint94X" fmla="*/ 2777707 w 7369701"/>
              <a:gd name="GluePoint94Y" fmla="*/ 5003991 h 6858000"/>
              <a:gd name="GluePoint95X" fmla="*/ 2800768 w 7369701"/>
              <a:gd name="GluePoint95Y" fmla="*/ 5010056 h 6858000"/>
              <a:gd name="GluePoint96X" fmla="*/ 2879408 w 7369701"/>
              <a:gd name="GluePoint96Y" fmla="*/ 5031590 h 6858000"/>
              <a:gd name="GluePoint97X" fmla="*/ 2862295 w 7369701"/>
              <a:gd name="GluePoint97Y" fmla="*/ 5022958 h 6858000"/>
              <a:gd name="GluePoint98X" fmla="*/ 2813343 w 7369701"/>
              <a:gd name="GluePoint98Y" fmla="*/ 4998369 h 6858000"/>
              <a:gd name="GluePoint99X" fmla="*/ 2646245 w 7369701"/>
              <a:gd name="GluePoint99Y" fmla="*/ 4930999 h 6858000"/>
              <a:gd name="GluePoint100X" fmla="*/ 1999243 w 7369701"/>
              <a:gd name="GluePoint100Y" fmla="*/ 4730524 h 6858000"/>
              <a:gd name="GluePoint101X" fmla="*/ 1979527 w 7369701"/>
              <a:gd name="GluePoint101Y" fmla="*/ 4726651 h 6858000"/>
              <a:gd name="GluePoint102X" fmla="*/ 1927410 w 7369701"/>
              <a:gd name="GluePoint102Y" fmla="*/ 4716164 h 6858000"/>
              <a:gd name="GluePoint103X" fmla="*/ 1997014 w 7369701"/>
              <a:gd name="GluePoint103Y" fmla="*/ 4698007 h 6858000"/>
              <a:gd name="GluePoint104X" fmla="*/ 2005458 w 7369701"/>
              <a:gd name="GluePoint104Y" fmla="*/ 4699540 h 6858000"/>
              <a:gd name="GluePoint105X" fmla="*/ 2657186 w 7369701"/>
              <a:gd name="GluePoint105Y" fmla="*/ 4901687 h 6858000"/>
              <a:gd name="GluePoint106X" fmla="*/ 2826662 w 7369701"/>
              <a:gd name="GluePoint106Y" fmla="*/ 4970362 h 6858000"/>
              <a:gd name="GluePoint107X" fmla="*/ 2876100 w 7369701"/>
              <a:gd name="GluePoint107Y" fmla="*/ 4995397 h 6858000"/>
              <a:gd name="GluePoint108X" fmla="*/ 3042600 w 7369701"/>
              <a:gd name="GluePoint108Y" fmla="*/ 5059532 h 6858000"/>
              <a:gd name="GluePoint109X" fmla="*/ 1997014 w 7369701"/>
              <a:gd name="GluePoint109Y" fmla="*/ 4698007 h 6858000"/>
              <a:gd name="GluePoint110X" fmla="*/ 2305292 w 7369701"/>
              <a:gd name="GluePoint110Y" fmla="*/ 4219492 h 6858000"/>
              <a:gd name="GluePoint111X" fmla="*/ 3360922 w 7369701"/>
              <a:gd name="GluePoint111Y" fmla="*/ 4529373 h 6858000"/>
              <a:gd name="GluePoint112X" fmla="*/ 3492420 w 7369701"/>
              <a:gd name="GluePoint112Y" fmla="*/ 4510145 h 6858000"/>
              <a:gd name="GluePoint113X" fmla="*/ 3364086 w 7369701"/>
              <a:gd name="GluePoint113Y" fmla="*/ 4480340 h 6858000"/>
              <a:gd name="GluePoint114X" fmla="*/ 3225818 w 7369701"/>
              <a:gd name="GluePoint114Y" fmla="*/ 4411822 h 6858000"/>
              <a:gd name="GluePoint115X" fmla="*/ 3129696 w 7369701"/>
              <a:gd name="GluePoint115Y" fmla="*/ 4360704 h 6858000"/>
              <a:gd name="GluePoint116X" fmla="*/ 2814545 w 7369701"/>
              <a:gd name="GluePoint116Y" fmla="*/ 4282955 h 6858000"/>
              <a:gd name="GluePoint117X" fmla="*/ 2305292 w 7369701"/>
              <a:gd name="GluePoint117Y" fmla="*/ 4219492 h 6858000"/>
              <a:gd name="GluePoint118X" fmla="*/ 2626982 w 7369701"/>
              <a:gd name="GluePoint118Y" fmla="*/ 4206450 h 6858000"/>
              <a:gd name="GluePoint119X" fmla="*/ 2490617 w 7369701"/>
              <a:gd name="GluePoint119Y" fmla="*/ 4206951 h 6858000"/>
              <a:gd name="GluePoint120X" fmla="*/ 2819869 w 7369701"/>
              <a:gd name="GluePoint120Y" fmla="*/ 4252936 h 6858000"/>
              <a:gd name="GluePoint121X" fmla="*/ 3143018 w 7369701"/>
              <a:gd name="GluePoint121Y" fmla="*/ 4332698 h 6858000"/>
              <a:gd name="GluePoint122X" fmla="*/ 3241520 w 7369701"/>
              <a:gd name="GluePoint122Y" fmla="*/ 4385112 h 6858000"/>
              <a:gd name="GluePoint123X" fmla="*/ 3374575 w 7369701"/>
              <a:gd name="GluePoint123Y" fmla="*/ 4451517 h 6858000"/>
              <a:gd name="GluePoint124X" fmla="*/ 3505221 w 7369701"/>
              <a:gd name="GluePoint124Y" fmla="*/ 4480757 h 6858000"/>
              <a:gd name="GluePoint125X" fmla="*/ 2626982 w 7369701"/>
              <a:gd name="GluePoint125Y" fmla="*/ 4206450 h 6858000"/>
              <a:gd name="GluePoint126X" fmla="*/ 1310106 w 7369701"/>
              <a:gd name="GluePoint126Y" fmla="*/ 3943217 h 6858000"/>
              <a:gd name="GluePoint127X" fmla="*/ 854994 w 7369701"/>
              <a:gd name="GluePoint127Y" fmla="*/ 4399136 h 6858000"/>
              <a:gd name="GluePoint128X" fmla="*/ 742462 w 7369701"/>
              <a:gd name="GluePoint128Y" fmla="*/ 4594648 h 6858000"/>
              <a:gd name="GluePoint129X" fmla="*/ 820602 w 7369701"/>
              <a:gd name="GluePoint129Y" fmla="*/ 4485915 h 6858000"/>
              <a:gd name="GluePoint130X" fmla="*/ 878295 w 7369701"/>
              <a:gd name="GluePoint130Y" fmla="*/ 4403594 h 6858000"/>
              <a:gd name="GluePoint131X" fmla="*/ 1240607 w 7369701"/>
              <a:gd name="GluePoint131Y" fmla="*/ 4010401 h 6858000"/>
              <a:gd name="GluePoint132X" fmla="*/ 1310106 w 7369701"/>
              <a:gd name="GluePoint132Y" fmla="*/ 3943217 h 6858000"/>
              <a:gd name="GluePoint133X" fmla="*/ 1423113 w 7369701"/>
              <a:gd name="GluePoint133Y" fmla="*/ 3874565 h 6858000"/>
              <a:gd name="GluePoint134X" fmla="*/ 1260565 w 7369701"/>
              <a:gd name="GluePoint134Y" fmla="*/ 4031982 h 6858000"/>
              <a:gd name="GluePoint135X" fmla="*/ 901900 w 7369701"/>
              <a:gd name="GluePoint135Y" fmla="*/ 4421236 h 6858000"/>
              <a:gd name="GluePoint136X" fmla="*/ 845044 w 7369701"/>
              <a:gd name="GluePoint136Y" fmla="*/ 4502436 h 6858000"/>
              <a:gd name="GluePoint137X" fmla="*/ 685926 w 7369701"/>
              <a:gd name="GluePoint137Y" fmla="*/ 4703069 h 6858000"/>
              <a:gd name="GluePoint138X" fmla="*/ 684248 w 7369701"/>
              <a:gd name="GluePoint138Y" fmla="*/ 4706721 h 6858000"/>
              <a:gd name="GluePoint139X" fmla="*/ 1423113 w 7369701"/>
              <a:gd name="GluePoint139Y" fmla="*/ 3874565 h 6858000"/>
              <a:gd name="GluePoint140X" fmla="*/ 3316479 w 7369701"/>
              <a:gd name="GluePoint140Y" fmla="*/ 3872136 h 6858000"/>
              <a:gd name="GluePoint141X" fmla="*/ 3546806 w 7369701"/>
              <a:gd name="GluePoint141Y" fmla="*/ 4356139 h 6858000"/>
              <a:gd name="GluePoint142X" fmla="*/ 3364433 w 7369701"/>
              <a:gd name="GluePoint142Y" fmla="*/ 3953121 h 6858000"/>
              <a:gd name="GluePoint143X" fmla="*/ 3316479 w 7369701"/>
              <a:gd name="GluePoint143Y" fmla="*/ 3872136 h 6858000"/>
              <a:gd name="GluePoint144X" fmla="*/ 3291335 w 7369701"/>
              <a:gd name="GluePoint144Y" fmla="*/ 3767420 h 6858000"/>
              <a:gd name="GluePoint145X" fmla="*/ 3390805 w 7369701"/>
              <a:gd name="GluePoint145Y" fmla="*/ 3937163 h 6858000"/>
              <a:gd name="GluePoint146X" fmla="*/ 3579062 w 7369701"/>
              <a:gd name="GluePoint146Y" fmla="*/ 4359040 h 6858000"/>
              <a:gd name="GluePoint147X" fmla="*/ 3467355 w 7369701"/>
              <a:gd name="GluePoint147Y" fmla="*/ 3988130 h 6858000"/>
              <a:gd name="GluePoint148X" fmla="*/ 3310753 w 7369701"/>
              <a:gd name="GluePoint148Y" fmla="*/ 3787140 h 6858000"/>
              <a:gd name="GluePoint149X" fmla="*/ 3291335 w 7369701"/>
              <a:gd name="GluePoint149Y" fmla="*/ 3767420 h 6858000"/>
              <a:gd name="GluePoint150X" fmla="*/ 1635889 w 7369701"/>
              <a:gd name="GluePoint150Y" fmla="*/ 3709494 h 6858000"/>
              <a:gd name="GluePoint151X" fmla="*/ 1634800 w 7369701"/>
              <a:gd name="GluePoint151Y" fmla="*/ 3731111 h 6858000"/>
              <a:gd name="GluePoint152X" fmla="*/ 1635889 w 7369701"/>
              <a:gd name="GluePoint152Y" fmla="*/ 3709494 h 6858000"/>
              <a:gd name="GluePoint153X" fmla="*/ 1510397 w 7369701"/>
              <a:gd name="GluePoint153Y" fmla="*/ 3684705 h 6858000"/>
              <a:gd name="GluePoint154X" fmla="*/ 1146550 w 7369701"/>
              <a:gd name="GluePoint154Y" fmla="*/ 3802012 h 6858000"/>
              <a:gd name="GluePoint155X" fmla="*/ 698834 w 7369701"/>
              <a:gd name="GluePoint155Y" fmla="*/ 3952272 h 6858000"/>
              <a:gd name="GluePoint156X" fmla="*/ 34256 w 7369701"/>
              <a:gd name="GluePoint156Y" fmla="*/ 4347603 h 6858000"/>
              <a:gd name="GluePoint157X" fmla="*/ 527241 w 7369701"/>
              <a:gd name="GluePoint157Y" fmla="*/ 4065078 h 6858000"/>
              <a:gd name="GluePoint158X" fmla="*/ 1510397 w 7369701"/>
              <a:gd name="GluePoint158Y" fmla="*/ 3684705 h 6858000"/>
              <a:gd name="GluePoint159X" fmla="*/ 1313114 w 7369701"/>
              <a:gd name="GluePoint159Y" fmla="*/ 3655216 h 6858000"/>
              <a:gd name="GluePoint160X" fmla="*/ 1109304 w 7369701"/>
              <a:gd name="GluePoint160Y" fmla="*/ 3669030 h 6858000"/>
              <a:gd name="GluePoint161X" fmla="*/ 8129 w 7369701"/>
              <a:gd name="GluePoint161Y" fmla="*/ 4330519 h 6858000"/>
              <a:gd name="GluePoint162X" fmla="*/ 687572 w 7369701"/>
              <a:gd name="GluePoint162Y" fmla="*/ 3925629 h 6858000"/>
              <a:gd name="GluePoint163X" fmla="*/ 1138365 w 7369701"/>
              <a:gd name="GluePoint163Y" fmla="*/ 3774515 h 6858000"/>
              <a:gd name="GluePoint164X" fmla="*/ 1505579 w 7369701"/>
              <a:gd name="GluePoint164Y" fmla="*/ 3655526 h 6858000"/>
              <a:gd name="GluePoint165X" fmla="*/ 1313114 w 7369701"/>
              <a:gd name="GluePoint165Y" fmla="*/ 3655216 h 6858000"/>
              <a:gd name="GluePoint166X" fmla="*/ 3655073 w 7369701"/>
              <a:gd name="GluePoint166Y" fmla="*/ 3650884 h 6858000"/>
              <a:gd name="GluePoint167X" fmla="*/ 3989938 w 7369701"/>
              <a:gd name="GluePoint167Y" fmla="*/ 3991685 h 6858000"/>
              <a:gd name="GluePoint168X" fmla="*/ 4393907 w 7369701"/>
              <a:gd name="GluePoint168Y" fmla="*/ 4261258 h 6858000"/>
              <a:gd name="GluePoint169X" fmla="*/ 4648051 w 7369701"/>
              <a:gd name="GluePoint169Y" fmla="*/ 4374051 h 6858000"/>
              <a:gd name="GluePoint170X" fmla="*/ 4383389 w 7369701"/>
              <a:gd name="GluePoint170Y" fmla="*/ 4184369 h 6858000"/>
              <a:gd name="GluePoint171X" fmla="*/ 4165508 w 7369701"/>
              <a:gd name="GluePoint171Y" fmla="*/ 4035196 h 6858000"/>
              <a:gd name="GluePoint172X" fmla="*/ 4068162 w 7369701"/>
              <a:gd name="GluePoint172Y" fmla="*/ 3953394 h 6858000"/>
              <a:gd name="GluePoint173X" fmla="*/ 3981416 w 7369701"/>
              <a:gd name="GluePoint173Y" fmla="*/ 3880482 h 6858000"/>
              <a:gd name="GluePoint174X" fmla="*/ 3800147 w 7369701"/>
              <a:gd name="GluePoint174Y" fmla="*/ 3749872 h 6858000"/>
              <a:gd name="GluePoint175X" fmla="*/ 3655073 w 7369701"/>
              <a:gd name="GluePoint175Y" fmla="*/ 3650884 h 6858000"/>
              <a:gd name="GluePoint176X" fmla="*/ 3670252 w 7369701"/>
              <a:gd name="GluePoint176Y" fmla="*/ 3622798 h 6858000"/>
              <a:gd name="GluePoint177X" fmla="*/ 3817258 w 7369701"/>
              <a:gd name="GluePoint177Y" fmla="*/ 3723577 h 6858000"/>
              <a:gd name="GluePoint178X" fmla="*/ 4000461 w 7369701"/>
              <a:gd name="GluePoint178Y" fmla="*/ 3855966 h 6858000"/>
              <a:gd name="GluePoint179X" fmla="*/ 4088180 w 7369701"/>
              <a:gd name="GluePoint179Y" fmla="*/ 3929774 h 6858000"/>
              <a:gd name="GluePoint180X" fmla="*/ 4184555 w 7369701"/>
              <a:gd name="GluePoint180Y" fmla="*/ 4010683 h 6858000"/>
              <a:gd name="GluePoint181X" fmla="*/ 4399563 w 7369701"/>
              <a:gd name="GluePoint181Y" fmla="*/ 4158106 h 6858000"/>
              <a:gd name="GluePoint182X" fmla="*/ 4684469 w 7369701"/>
              <a:gd name="GluePoint182Y" fmla="*/ 4364680 h 6858000"/>
              <a:gd name="GluePoint183X" fmla="*/ 4690271 w 7369701"/>
              <a:gd name="GluePoint183Y" fmla="*/ 4370034 h 6858000"/>
              <a:gd name="GluePoint184X" fmla="*/ 4136093 w 7369701"/>
              <a:gd name="GluePoint184Y" fmla="*/ 3858466 h 6858000"/>
              <a:gd name="GluePoint185X" fmla="*/ 3670252 w 7369701"/>
              <a:gd name="GluePoint185Y" fmla="*/ 3622798 h 6858000"/>
              <a:gd name="GluePoint186X" fmla="*/ 4440129 w 7369701"/>
              <a:gd name="GluePoint186Y" fmla="*/ 3448571 h 6858000"/>
              <a:gd name="GluePoint187X" fmla="*/ 4856525 w 7369701"/>
              <a:gd name="GluePoint187Y" fmla="*/ 3915351 h 6858000"/>
              <a:gd name="GluePoint188X" fmla="*/ 5059055 w 7369701"/>
              <a:gd name="GluePoint188Y" fmla="*/ 4108918 h 6858000"/>
              <a:gd name="GluePoint189X" fmla="*/ 5290070 w 7369701"/>
              <a:gd name="GluePoint189Y" fmla="*/ 4263619 h 6858000"/>
              <a:gd name="GluePoint190X" fmla="*/ 4834991 w 7369701"/>
              <a:gd name="GluePoint190Y" fmla="*/ 3830985 h 6858000"/>
              <a:gd name="GluePoint191X" fmla="*/ 4440129 w 7369701"/>
              <a:gd name="GluePoint191Y" fmla="*/ 3448571 h 6858000"/>
              <a:gd name="GluePoint192X" fmla="*/ 4441737 w 7369701"/>
              <a:gd name="GluePoint192Y" fmla="*/ 3399734 h 6858000"/>
              <a:gd name="GluePoint193X" fmla="*/ 4431236 w 7369701"/>
              <a:gd name="GluePoint193Y" fmla="*/ 3400954 h 6858000"/>
              <a:gd name="GluePoint194X" fmla="*/ 4557150 w 7369701"/>
              <a:gd name="GluePoint194Y" fmla="*/ 3510023 h 6858000"/>
              <a:gd name="GluePoint195X" fmla="*/ 4856936 w 7369701"/>
              <a:gd name="GluePoint195Y" fmla="*/ 3809146 h 6858000"/>
              <a:gd name="GluePoint196X" fmla="*/ 5111996 w 7369701"/>
              <a:gd name="GluePoint196Y" fmla="*/ 4065759 h 6858000"/>
              <a:gd name="GluePoint197X" fmla="*/ 5388878 w 7369701"/>
              <a:gd name="GluePoint197Y" fmla="*/ 4300185 h 6858000"/>
              <a:gd name="GluePoint198X" fmla="*/ 5425556 w 7369701"/>
              <a:gd name="GluePoint198Y" fmla="*/ 4308967 h 6858000"/>
              <a:gd name="GluePoint199X" fmla="*/ 4943646 w 7369701"/>
              <a:gd name="GluePoint199Y" fmla="*/ 3822916 h 6858000"/>
              <a:gd name="GluePoint200X" fmla="*/ 4594837 w 7369701"/>
              <a:gd name="GluePoint200Y" fmla="*/ 3532274 h 6858000"/>
              <a:gd name="GluePoint201X" fmla="*/ 4441737 w 7369701"/>
              <a:gd name="GluePoint201Y" fmla="*/ 3399734 h 6858000"/>
              <a:gd name="GluePoint202X" fmla="*/ 5425834 w 7369701"/>
              <a:gd name="GluePoint202Y" fmla="*/ 3162785 h 6858000"/>
              <a:gd name="GluePoint203X" fmla="*/ 5401644 w 7369701"/>
              <a:gd name="GluePoint203Y" fmla="*/ 3617847 h 6858000"/>
              <a:gd name="GluePoint204X" fmla="*/ 5467256 w 7369701"/>
              <a:gd name="GluePoint204Y" fmla="*/ 4175494 h 6858000"/>
              <a:gd name="GluePoint205X" fmla="*/ 5448069 w 7369701"/>
              <a:gd name="GluePoint205Y" fmla="*/ 3567554 h 6858000"/>
              <a:gd name="GluePoint206X" fmla="*/ 5425834 w 7369701"/>
              <a:gd name="GluePoint206Y" fmla="*/ 3162785 h 6858000"/>
              <a:gd name="GluePoint207X" fmla="*/ 1318687 w 7369701"/>
              <a:gd name="GluePoint207Y" fmla="*/ 3113840 h 6858000"/>
              <a:gd name="GluePoint208X" fmla="*/ 1066793 w 7369701"/>
              <a:gd name="GluePoint208Y" fmla="*/ 3212171 h 6858000"/>
              <a:gd name="GluePoint209X" fmla="*/ 993319 w 7369701"/>
              <a:gd name="GluePoint209Y" fmla="*/ 3247648 h 6858000"/>
              <a:gd name="GluePoint210X" fmla="*/ 853081 w 7369701"/>
              <a:gd name="GluePoint210Y" fmla="*/ 3312410 h 6858000"/>
              <a:gd name="GluePoint211X" fmla="*/ 805957 w 7369701"/>
              <a:gd name="GluePoint211Y" fmla="*/ 3330443 h 6858000"/>
              <a:gd name="GluePoint212X" fmla="*/ 1318687 w 7369701"/>
              <a:gd name="GluePoint212Y" fmla="*/ 3113840 h 6858000"/>
              <a:gd name="GluePoint213X" fmla="*/ 5453702 w 7369701"/>
              <a:gd name="GluePoint213Y" fmla="*/ 3090882 h 6858000"/>
              <a:gd name="GluePoint214X" fmla="*/ 5480135 w 7369701"/>
              <a:gd name="GluePoint214Y" fmla="*/ 3565802 h 6858000"/>
              <a:gd name="GluePoint215X" fmla="*/ 5499023 w 7369701"/>
              <a:gd name="GluePoint215Y" fmla="*/ 4166310 h 6858000"/>
              <a:gd name="GluePoint216X" fmla="*/ 5547022 w 7369701"/>
              <a:gd name="GluePoint216Y" fmla="*/ 3607838 h 6858000"/>
              <a:gd name="GluePoint217X" fmla="*/ 5515964 w 7369701"/>
              <a:gd name="GluePoint217Y" fmla="*/ 3378541 h 6858000"/>
              <a:gd name="GluePoint218X" fmla="*/ 5453702 w 7369701"/>
              <a:gd name="GluePoint218Y" fmla="*/ 3090882 h 6858000"/>
              <a:gd name="GluePoint219X" fmla="*/ 1238695 w 7369701"/>
              <a:gd name="GluePoint219Y" fmla="*/ 3076820 h 6858000"/>
              <a:gd name="GluePoint220X" fmla="*/ 716371 w 7369701"/>
              <a:gd name="GluePoint220Y" fmla="*/ 3293249 h 6858000"/>
              <a:gd name="GluePoint221X" fmla="*/ 579522 w 7369701"/>
              <a:gd name="GluePoint221Y" fmla="*/ 3371759 h 6858000"/>
              <a:gd name="GluePoint222X" fmla="*/ 600288 w 7369701"/>
              <a:gd name="GluePoint222Y" fmla="*/ 3365555 h 6858000"/>
              <a:gd name="GluePoint223X" fmla="*/ 840692 w 7369701"/>
              <a:gd name="GluePoint223Y" fmla="*/ 3284921 h 6858000"/>
              <a:gd name="GluePoint224X" fmla="*/ 979248 w 7369701"/>
              <a:gd name="GluePoint224Y" fmla="*/ 3221003 h 6858000"/>
              <a:gd name="GluePoint225X" fmla="*/ 1053282 w 7369701"/>
              <a:gd name="GluePoint225Y" fmla="*/ 3185247 h 6858000"/>
              <a:gd name="GluePoint226X" fmla="*/ 1320603 w 7369701"/>
              <a:gd name="GluePoint226Y" fmla="*/ 3081281 h 6858000"/>
              <a:gd name="GluePoint227X" fmla="*/ 1238695 w 7369701"/>
              <a:gd name="GluePoint227Y" fmla="*/ 3076820 h 6858000"/>
              <a:gd name="GluePoint228X" fmla="*/ 5425627 w 7369701"/>
              <a:gd name="GluePoint228Y" fmla="*/ 2954192 h 6858000"/>
              <a:gd name="GluePoint229X" fmla="*/ 5470770 w 7369701"/>
              <a:gd name="GluePoint229Y" fmla="*/ 3005435 h 6858000"/>
              <a:gd name="GluePoint230X" fmla="*/ 5519779 w 7369701"/>
              <a:gd name="GluePoint230Y" fmla="*/ 4359223 h 6858000"/>
              <a:gd name="GluePoint231X" fmla="*/ 5520293 w 7369701"/>
              <a:gd name="GluePoint231Y" fmla="*/ 4360602 h 6858000"/>
              <a:gd name="GluePoint232X" fmla="*/ 5767221 w 7369701"/>
              <a:gd name="GluePoint232Y" fmla="*/ 4665564 h 6858000"/>
              <a:gd name="GluePoint233X" fmla="*/ 6937169 w 7369701"/>
              <a:gd name="GluePoint233Y" fmla="*/ 4815941 h 6858000"/>
              <a:gd name="GluePoint234X" fmla="*/ 6953922 w 7369701"/>
              <a:gd name="GluePoint234Y" fmla="*/ 4890068 h 6858000"/>
              <a:gd name="GluePoint235X" fmla="*/ 6071359 w 7369701"/>
              <a:gd name="GluePoint235Y" fmla="*/ 4770770 h 6858000"/>
              <a:gd name="GluePoint236X" fmla="*/ 6038839 w 7369701"/>
              <a:gd name="GluePoint236Y" fmla="*/ 4764474 h 6858000"/>
              <a:gd name="GluePoint237X" fmla="*/ 6038706 w 7369701"/>
              <a:gd name="GluePoint237Y" fmla="*/ 4763847 h 6858000"/>
              <a:gd name="GluePoint238X" fmla="*/ 6037784 w 7369701"/>
              <a:gd name="GluePoint238Y" fmla="*/ 4764270 h 6858000"/>
              <a:gd name="GluePoint239X" fmla="*/ 6038839 w 7369701"/>
              <a:gd name="GluePoint239Y" fmla="*/ 4764474 h 6858000"/>
              <a:gd name="GluePoint240X" fmla="*/ 6040338 w 7369701"/>
              <a:gd name="GluePoint240Y" fmla="*/ 4771418 h 6858000"/>
              <a:gd name="GluePoint241X" fmla="*/ 6024488 w 7369701"/>
              <a:gd name="GluePoint241Y" fmla="*/ 4809903 h 6858000"/>
              <a:gd name="GluePoint242X" fmla="*/ 5599771 w 7369701"/>
              <a:gd name="GluePoint242Y" fmla="*/ 5509652 h 6858000"/>
              <a:gd name="GluePoint243X" fmla="*/ 5548843 w 7369701"/>
              <a:gd name="GluePoint243Y" fmla="*/ 5563845 h 6858000"/>
              <a:gd name="GluePoint244X" fmla="*/ 5940952 w 7369701"/>
              <a:gd name="GluePoint244Y" fmla="*/ 6250028 h 6858000"/>
              <a:gd name="GluePoint245X" fmla="*/ 6043441 w 7369701"/>
              <a:gd name="GluePoint245Y" fmla="*/ 6665847 h 6858000"/>
              <a:gd name="GluePoint246X" fmla="*/ 6093432 w 7369701"/>
              <a:gd name="GluePoint246Y" fmla="*/ 6858000 h 6858000"/>
              <a:gd name="GluePoint247X" fmla="*/ 6034344 w 7369701"/>
              <a:gd name="GluePoint247Y" fmla="*/ 6858000 h 6858000"/>
              <a:gd name="GluePoint248X" fmla="*/ 6026679 w 7369701"/>
              <a:gd name="GluePoint248Y" fmla="*/ 6836959 h 6858000"/>
              <a:gd name="GluePoint249X" fmla="*/ 5800441 w 7369701"/>
              <a:gd name="GluePoint249Y" fmla="*/ 6335286 h 6858000"/>
              <a:gd name="GluePoint250X" fmla="*/ 5526562 w 7369701"/>
              <a:gd name="GluePoint250Y" fmla="*/ 5705388 h 6858000"/>
              <a:gd name="GluePoint251X" fmla="*/ 5519640 w 7369701"/>
              <a:gd name="GluePoint251Y" fmla="*/ 5683774 h 6858000"/>
              <a:gd name="GluePoint252X" fmla="*/ 5844559 w 7369701"/>
              <a:gd name="GluePoint252Y" fmla="*/ 6553349 h 6858000"/>
              <a:gd name="GluePoint253X" fmla="*/ 5975994 w 7369701"/>
              <a:gd name="GluePoint253Y" fmla="*/ 6858000 h 6858000"/>
              <a:gd name="GluePoint254X" fmla="*/ 5898547 w 7369701"/>
              <a:gd name="GluePoint254Y" fmla="*/ 6858000 h 6858000"/>
              <a:gd name="GluePoint255X" fmla="*/ 5682041 w 7369701"/>
              <a:gd name="GluePoint255Y" fmla="*/ 6355860 h 6858000"/>
              <a:gd name="GluePoint256X" fmla="*/ 5461758 w 7369701"/>
              <a:gd name="GluePoint256Y" fmla="*/ 5820220 h 6858000"/>
              <a:gd name="GluePoint257X" fmla="*/ 5237282 w 7369701"/>
              <a:gd name="GluePoint257Y" fmla="*/ 6579086 h 6858000"/>
              <a:gd name="GluePoint258X" fmla="*/ 5115009 w 7369701"/>
              <a:gd name="GluePoint258Y" fmla="*/ 6858000 h 6858000"/>
              <a:gd name="GluePoint259X" fmla="*/ 5028074 w 7369701"/>
              <a:gd name="GluePoint259Y" fmla="*/ 6858000 h 6858000"/>
              <a:gd name="GluePoint260X" fmla="*/ 5079508 w 7369701"/>
              <a:gd name="GluePoint260Y" fmla="*/ 6749074 h 6858000"/>
              <a:gd name="GluePoint261X" fmla="*/ 5371846 w 7369701"/>
              <a:gd name="GluePoint261Y" fmla="*/ 5924413 h 6858000"/>
              <a:gd name="GluePoint262X" fmla="*/ 5270512 w 7369701"/>
              <a:gd name="GluePoint262Y" fmla="*/ 6138975 h 6858000"/>
              <a:gd name="GluePoint263X" fmla="*/ 5062409 w 7369701"/>
              <a:gd name="GluePoint263Y" fmla="*/ 6653544 h 6858000"/>
              <a:gd name="GluePoint264X" fmla="*/ 5036628 w 7369701"/>
              <a:gd name="GluePoint264Y" fmla="*/ 6754247 h 6858000"/>
              <a:gd name="GluePoint265X" fmla="*/ 5009112 w 7369701"/>
              <a:gd name="GluePoint265Y" fmla="*/ 6858000 h 6858000"/>
              <a:gd name="GluePoint266X" fmla="*/ 4976679 w 7369701"/>
              <a:gd name="GluePoint266Y" fmla="*/ 6858000 h 6858000"/>
              <a:gd name="GluePoint267X" fmla="*/ 5006537 w 7369701"/>
              <a:gd name="GluePoint267Y" fmla="*/ 6747068 h 6858000"/>
              <a:gd name="GluePoint268X" fmla="*/ 5032723 w 7369701"/>
              <a:gd name="GluePoint268Y" fmla="*/ 6644957 h 6858000"/>
              <a:gd name="GluePoint269X" fmla="*/ 5242949 w 7369701"/>
              <a:gd name="GluePoint269Y" fmla="*/ 6125175 h 6858000"/>
              <a:gd name="GluePoint270X" fmla="*/ 5286321 w 7369701"/>
              <a:gd name="GluePoint270Y" fmla="*/ 6033555 h 6858000"/>
              <a:gd name="GluePoint271X" fmla="*/ 5008210 w 7369701"/>
              <a:gd name="GluePoint271Y" fmla="*/ 6649194 h 6858000"/>
              <a:gd name="GluePoint272X" fmla="*/ 4986321 w 7369701"/>
              <a:gd name="GluePoint272Y" fmla="*/ 6765687 h 6858000"/>
              <a:gd name="GluePoint273X" fmla="*/ 4973474 w 7369701"/>
              <a:gd name="GluePoint273Y" fmla="*/ 6858000 h 6858000"/>
              <a:gd name="GluePoint274X" fmla="*/ 4907178 w 7369701"/>
              <a:gd name="GluePoint274Y" fmla="*/ 6858000 h 6858000"/>
              <a:gd name="GluePoint275X" fmla="*/ 4910810 w 7369701"/>
              <a:gd name="GluePoint275Y" fmla="*/ 6829660 h 6858000"/>
              <a:gd name="GluePoint276X" fmla="*/ 4987461 w 7369701"/>
              <a:gd name="GluePoint276Y" fmla="*/ 6432994 h 6858000"/>
              <a:gd name="GluePoint277X" fmla="*/ 5179262 w 7369701"/>
              <a:gd name="GluePoint277Y" fmla="*/ 6035044 h 6858000"/>
              <a:gd name="GluePoint278X" fmla="*/ 4689678 w 7369701"/>
              <a:gd name="GluePoint278Y" fmla="*/ 6440241 h 6858000"/>
              <a:gd name="GluePoint279X" fmla="*/ 4477543 w 7369701"/>
              <a:gd name="GluePoint279Y" fmla="*/ 6674836 h 6858000"/>
              <a:gd name="GluePoint280X" fmla="*/ 4329957 w 7369701"/>
              <a:gd name="GluePoint280Y" fmla="*/ 6858000 h 6858000"/>
              <a:gd name="GluePoint281X" fmla="*/ 4218595 w 7369701"/>
              <a:gd name="GluePoint281Y" fmla="*/ 6858000 h 6858000"/>
              <a:gd name="GluePoint282X" fmla="*/ 4368888 w 7369701"/>
              <a:gd name="GluePoint282Y" fmla="*/ 6668412 h 6858000"/>
              <a:gd name="GluePoint283X" fmla="*/ 4563091 w 7369701"/>
              <a:gd name="GluePoint283Y" fmla="*/ 6442508 h 6858000"/>
              <a:gd name="GluePoint284X" fmla="*/ 5387324 w 7369701"/>
              <a:gd name="GluePoint284Y" fmla="*/ 5705830 h 6858000"/>
              <a:gd name="GluePoint285X" fmla="*/ 5073620 w 7369701"/>
              <a:gd name="GluePoint285Y" fmla="*/ 5955437 h 6858000"/>
              <a:gd name="GluePoint286X" fmla="*/ 4689789 w 7369701"/>
              <a:gd name="GluePoint286Y" fmla="*/ 6268382 h 6858000"/>
              <a:gd name="GluePoint287X" fmla="*/ 4418722 w 7369701"/>
              <a:gd name="GluePoint287Y" fmla="*/ 6570886 h 6858000"/>
              <a:gd name="GluePoint288X" fmla="*/ 4214944 w 7369701"/>
              <a:gd name="GluePoint288Y" fmla="*/ 6858000 h 6858000"/>
              <a:gd name="GluePoint289X" fmla="*/ 4177898 w 7369701"/>
              <a:gd name="GluePoint289Y" fmla="*/ 6858000 h 6858000"/>
              <a:gd name="GluePoint290X" fmla="*/ 4391597 w 7369701"/>
              <a:gd name="GluePoint290Y" fmla="*/ 6556370 h 6858000"/>
              <a:gd name="GluePoint291X" fmla="*/ 4668889 w 7369701"/>
              <a:gd name="GluePoint291Y" fmla="*/ 6246399 h 6858000"/>
              <a:gd name="GluePoint292X" fmla="*/ 5055427 w 7369701"/>
              <a:gd name="GluePoint292Y" fmla="*/ 5931476 h 6858000"/>
              <a:gd name="GluePoint293X" fmla="*/ 5371814 w 7369701"/>
              <a:gd name="GluePoint293Y" fmla="*/ 5678975 h 6858000"/>
              <a:gd name="GluePoint294X" fmla="*/ 4987918 w 7369701"/>
              <a:gd name="GluePoint294Y" fmla="*/ 5838701 h 6858000"/>
              <a:gd name="GluePoint295X" fmla="*/ 4317146 w 7369701"/>
              <a:gd name="GluePoint295Y" fmla="*/ 6587716 h 6858000"/>
              <a:gd name="GluePoint296X" fmla="*/ 4171627 w 7369701"/>
              <a:gd name="GluePoint296Y" fmla="*/ 6858000 h 6858000"/>
              <a:gd name="GluePoint297X" fmla="*/ 4081585 w 7369701"/>
              <a:gd name="GluePoint297Y" fmla="*/ 6858000 h 6858000"/>
              <a:gd name="GluePoint298X" fmla="*/ 4238603 w 7369701"/>
              <a:gd name="GluePoint298Y" fmla="*/ 6559341 h 6858000"/>
              <a:gd name="GluePoint299X" fmla="*/ 4778333 w 7369701"/>
              <a:gd name="GluePoint299Y" fmla="*/ 5873626 h 6858000"/>
              <a:gd name="GluePoint300X" fmla="*/ 5414185 w 7369701"/>
              <a:gd name="GluePoint300Y" fmla="*/ 5573882 h 6858000"/>
              <a:gd name="GluePoint301X" fmla="*/ 5959648 w 7369701"/>
              <a:gd name="GluePoint301Y" fmla="*/ 4760797 h 6858000"/>
              <a:gd name="GluePoint302X" fmla="*/ 5355019 w 7369701"/>
              <a:gd name="GluePoint302Y" fmla="*/ 4734672 h 6858000"/>
              <a:gd name="GluePoint303X" fmla="*/ 5083565 w 7369701"/>
              <a:gd name="GluePoint303Y" fmla="*/ 5179121 h 6858000"/>
              <a:gd name="GluePoint304X" fmla="*/ 4713577 w 7369701"/>
              <a:gd name="GluePoint304Y" fmla="*/ 5616803 h 6858000"/>
              <a:gd name="GluePoint305X" fmla="*/ 3989559 w 7369701"/>
              <a:gd name="GluePoint305Y" fmla="*/ 6145945 h 6858000"/>
              <a:gd name="GluePoint306X" fmla="*/ 3939824 w 7369701"/>
              <a:gd name="GluePoint306Y" fmla="*/ 6066900 h 6858000"/>
              <a:gd name="GluePoint307X" fmla="*/ 4584537 w 7369701"/>
              <a:gd name="GluePoint307Y" fmla="*/ 5324826 h 6858000"/>
              <a:gd name="GluePoint308X" fmla="*/ 5037105 w 7369701"/>
              <a:gd name="GluePoint308Y" fmla="*/ 5088765 h 6858000"/>
              <a:gd name="GluePoint309X" fmla="*/ 5039930 w 7369701"/>
              <a:gd name="GluePoint309Y" fmla="*/ 5089585 h 6858000"/>
              <a:gd name="GluePoint310X" fmla="*/ 5263764 w 7369701"/>
              <a:gd name="GluePoint310Y" fmla="*/ 4735525 h 6858000"/>
              <a:gd name="GluePoint311X" fmla="*/ 4086300 w 7369701"/>
              <a:gd name="GluePoint311Y" fmla="*/ 4884599 h 6858000"/>
              <a:gd name="GluePoint312X" fmla="*/ 4085485 w 7369701"/>
              <a:gd name="GluePoint312Y" fmla="*/ 4899070 h 6858000"/>
              <a:gd name="GluePoint313X" fmla="*/ 3871915 w 7369701"/>
              <a:gd name="GluePoint313Y" fmla="*/ 5253645 h 6858000"/>
              <a:gd name="GluePoint314X" fmla="*/ 3799374 w 7369701"/>
              <a:gd name="GluePoint314Y" fmla="*/ 5466127 h 6858000"/>
              <a:gd name="GluePoint315X" fmla="*/ 3498850 w 7369701"/>
              <a:gd name="GluePoint315Y" fmla="*/ 6661888 h 6858000"/>
              <a:gd name="GluePoint316X" fmla="*/ 3399216 w 7369701"/>
              <a:gd name="GluePoint316Y" fmla="*/ 6858000 h 6858000"/>
              <a:gd name="GluePoint317X" fmla="*/ 3303688 w 7369701"/>
              <a:gd name="GluePoint317Y" fmla="*/ 6858000 h 6858000"/>
              <a:gd name="GluePoint318X" fmla="*/ 3391774 w 7369701"/>
              <a:gd name="GluePoint318Y" fmla="*/ 6697181 h 6858000"/>
              <a:gd name="GluePoint319X" fmla="*/ 3735540 w 7369701"/>
              <a:gd name="GluePoint319Y" fmla="*/ 5546923 h 6858000"/>
              <a:gd name="GluePoint320X" fmla="*/ 3729438 w 7369701"/>
              <a:gd name="GluePoint320Y" fmla="*/ 5569058 h 6858000"/>
              <a:gd name="GluePoint321X" fmla="*/ 3707782 w 7369701"/>
              <a:gd name="GluePoint321Y" fmla="*/ 5644908 h 6858000"/>
              <a:gd name="GluePoint322X" fmla="*/ 3583827 w 7369701"/>
              <a:gd name="GluePoint322Y" fmla="*/ 6039215 h 6858000"/>
              <a:gd name="GluePoint323X" fmla="*/ 3547861 w 7369701"/>
              <a:gd name="GluePoint323Y" fmla="*/ 6129609 h 6858000"/>
              <a:gd name="GluePoint324X" fmla="*/ 3490905 w 7369701"/>
              <a:gd name="GluePoint324Y" fmla="*/ 6277660 h 6858000"/>
              <a:gd name="GluePoint325X" fmla="*/ 3455859 w 7369701"/>
              <a:gd name="GluePoint325Y" fmla="*/ 6391301 h 6858000"/>
              <a:gd name="GluePoint326X" fmla="*/ 3429112 w 7369701"/>
              <a:gd name="GluePoint326Y" fmla="*/ 6479469 h 6858000"/>
              <a:gd name="GluePoint327X" fmla="*/ 3304862 w 7369701"/>
              <a:gd name="GluePoint327Y" fmla="*/ 6796476 h 6858000"/>
              <a:gd name="GluePoint328X" fmla="*/ 3276071 w 7369701"/>
              <a:gd name="GluePoint328Y" fmla="*/ 6858000 h 6858000"/>
              <a:gd name="GluePoint329X" fmla="*/ 3240805 w 7369701"/>
              <a:gd name="GluePoint329Y" fmla="*/ 6858000 h 6858000"/>
              <a:gd name="GluePoint330X" fmla="*/ 3275917 w 7369701"/>
              <a:gd name="GluePoint330Y" fmla="*/ 6783192 h 6858000"/>
              <a:gd name="GluePoint331X" fmla="*/ 3399358 w 7369701"/>
              <a:gd name="GluePoint331Y" fmla="*/ 6469011 h 6858000"/>
              <a:gd name="GluePoint332X" fmla="*/ 3425650 w 7369701"/>
              <a:gd name="GluePoint332Y" fmla="*/ 6381333 h 6858000"/>
              <a:gd name="GluePoint333X" fmla="*/ 3460661 w 7369701"/>
              <a:gd name="GluePoint333Y" fmla="*/ 6266763 h 6858000"/>
              <a:gd name="GluePoint334X" fmla="*/ 3518021 w 7369701"/>
              <a:gd name="GluePoint334Y" fmla="*/ 6117298 h 6858000"/>
              <a:gd name="GluePoint335X" fmla="*/ 3554035 w 7369701"/>
              <a:gd name="GluePoint335Y" fmla="*/ 6027832 h 6858000"/>
              <a:gd name="GluePoint336X" fmla="*/ 3677174 w 7369701"/>
              <a:gd name="GluePoint336Y" fmla="*/ 5636351 h 6858000"/>
              <a:gd name="GluePoint337X" fmla="*/ 3698819 w 7369701"/>
              <a:gd name="GluePoint337Y" fmla="*/ 5560503 h 6858000"/>
              <a:gd name="GluePoint338X" fmla="*/ 3702094 w 7369701"/>
              <a:gd name="GluePoint338Y" fmla="*/ 5549194 h 6858000"/>
              <a:gd name="GluePoint339X" fmla="*/ 3398355 w 7369701"/>
              <a:gd name="GluePoint339Y" fmla="*/ 6094603 h 6858000"/>
              <a:gd name="GluePoint340X" fmla="*/ 3193941 w 7369701"/>
              <a:gd name="GluePoint340Y" fmla="*/ 6798775 h 6858000"/>
              <a:gd name="GluePoint341X" fmla="*/ 3184140 w 7369701"/>
              <a:gd name="GluePoint341Y" fmla="*/ 6858000 h 6858000"/>
              <a:gd name="GluePoint342X" fmla="*/ 3099978 w 7369701"/>
              <a:gd name="GluePoint342Y" fmla="*/ 6858000 h 6858000"/>
              <a:gd name="GluePoint343X" fmla="*/ 3101556 w 7369701"/>
              <a:gd name="GluePoint343Y" fmla="*/ 6843337 h 6858000"/>
              <a:gd name="GluePoint344X" fmla="*/ 3370162 w 7369701"/>
              <a:gd name="GluePoint344Y" fmla="*/ 5785550 h 6858000"/>
              <a:gd name="GluePoint345X" fmla="*/ 3746477 w 7369701"/>
              <a:gd name="GluePoint345Y" fmla="*/ 5377889 h 6858000"/>
              <a:gd name="GluePoint346X" fmla="*/ 3863399 w 7369701"/>
              <a:gd name="GluePoint346Y" fmla="*/ 5087257 h 6858000"/>
              <a:gd name="GluePoint347X" fmla="*/ 3968712 w 7369701"/>
              <a:gd name="GluePoint347Y" fmla="*/ 4913989 h 6858000"/>
              <a:gd name="GluePoint348X" fmla="*/ 2792390 w 7369701"/>
              <a:gd name="GluePoint348Y" fmla="*/ 5382974 h 6858000"/>
              <a:gd name="GluePoint349X" fmla="*/ 2714982 w 7369701"/>
              <a:gd name="GluePoint349Y" fmla="*/ 5427051 h 6858000"/>
              <a:gd name="GluePoint350X" fmla="*/ 2813361 w 7369701"/>
              <a:gd name="GluePoint350Y" fmla="*/ 6023912 h 6858000"/>
              <a:gd name="GluePoint351X" fmla="*/ 2688430 w 7369701"/>
              <a:gd name="GluePoint351Y" fmla="*/ 6801564 h 6858000"/>
              <a:gd name="GluePoint352X" fmla="*/ 2629626 w 7369701"/>
              <a:gd name="GluePoint352Y" fmla="*/ 6763394 h 6858000"/>
              <a:gd name="GluePoint353X" fmla="*/ 2565328 w 7369701"/>
              <a:gd name="GluePoint353Y" fmla="*/ 5516399 h 6858000"/>
              <a:gd name="GluePoint354X" fmla="*/ 1922999 w 7369701"/>
              <a:gd name="GluePoint354Y" fmla="*/ 5980343 h 6858000"/>
              <a:gd name="GluePoint355X" fmla="*/ 1950261 w 7369701"/>
              <a:gd name="GluePoint355Y" fmla="*/ 6405858 h 6858000"/>
              <a:gd name="GluePoint356X" fmla="*/ 2365554 w 7369701"/>
              <a:gd name="GluePoint356Y" fmla="*/ 6759107 h 6858000"/>
              <a:gd name="GluePoint357X" fmla="*/ 2424142 w 7369701"/>
              <a:gd name="GluePoint357Y" fmla="*/ 6858000 h 6858000"/>
              <a:gd name="GluePoint358X" fmla="*/ 2395994 w 7369701"/>
              <a:gd name="GluePoint358Y" fmla="*/ 6858000 h 6858000"/>
              <a:gd name="GluePoint359X" fmla="*/ 2392863 w 7369701"/>
              <a:gd name="GluePoint359Y" fmla="*/ 6852964 h 6858000"/>
              <a:gd name="GluePoint360X" fmla="*/ 2017589 w 7369701"/>
              <a:gd name="GluePoint360Y" fmla="*/ 6493982 h 6858000"/>
              <a:gd name="GluePoint361X" fmla="*/ 2147336 w 7369701"/>
              <a:gd name="GluePoint361Y" fmla="*/ 6594052 h 6858000"/>
              <a:gd name="GluePoint362X" fmla="*/ 2207047 w 7369701"/>
              <a:gd name="GluePoint362Y" fmla="*/ 6654540 h 6858000"/>
              <a:gd name="GluePoint363X" fmla="*/ 2299106 w 7369701"/>
              <a:gd name="GluePoint363Y" fmla="*/ 6778931 h 6858000"/>
              <a:gd name="GluePoint364X" fmla="*/ 2314430 w 7369701"/>
              <a:gd name="GluePoint364Y" fmla="*/ 6801144 h 6858000"/>
              <a:gd name="GluePoint365X" fmla="*/ 2352406 w 7369701"/>
              <a:gd name="GluePoint365Y" fmla="*/ 6858000 h 6858000"/>
              <a:gd name="GluePoint366X" fmla="*/ 2314492 w 7369701"/>
              <a:gd name="GluePoint366Y" fmla="*/ 6858000 h 6858000"/>
              <a:gd name="GluePoint367X" fmla="*/ 2288095 w 7369701"/>
              <a:gd name="GluePoint367Y" fmla="*/ 6818030 h 6858000"/>
              <a:gd name="GluePoint368X" fmla="*/ 2272768 w 7369701"/>
              <a:gd name="GluePoint368Y" fmla="*/ 6795822 h 6858000"/>
              <a:gd name="GluePoint369X" fmla="*/ 2182715 w 7369701"/>
              <a:gd name="GluePoint369Y" fmla="*/ 6675071 h 6858000"/>
              <a:gd name="GluePoint370X" fmla="*/ 2032061 w 7369701"/>
              <a:gd name="GluePoint370Y" fmla="*/ 6541380 h 6858000"/>
              <a:gd name="GluePoint371X" fmla="*/ 2257220 w 7369701"/>
              <a:gd name="GluePoint371Y" fmla="*/ 6826257 h 6858000"/>
              <a:gd name="GluePoint372X" fmla="*/ 2281324 w 7369701"/>
              <a:gd name="GluePoint372Y" fmla="*/ 6858000 h 6858000"/>
              <a:gd name="GluePoint373X" fmla="*/ 2242860 w 7369701"/>
              <a:gd name="GluePoint373Y" fmla="*/ 6858000 h 6858000"/>
              <a:gd name="GluePoint374X" fmla="*/ 2232818 w 7369701"/>
              <a:gd name="GluePoint374Y" fmla="*/ 6844926 h 6858000"/>
              <a:gd name="GluePoint375X" fmla="*/ 1990172 w 7369701"/>
              <a:gd name="GluePoint375Y" fmla="*/ 6542121 h 6858000"/>
              <a:gd name="GluePoint376X" fmla="*/ 2124090 w 7369701"/>
              <a:gd name="GluePoint376Y" fmla="*/ 6761017 h 6858000"/>
              <a:gd name="GluePoint377X" fmla="*/ 2200380 w 7369701"/>
              <a:gd name="GluePoint377Y" fmla="*/ 6858000 h 6858000"/>
              <a:gd name="GluePoint378X" fmla="*/ 2147507 w 7369701"/>
              <a:gd name="GluePoint378Y" fmla="*/ 6858000 h 6858000"/>
              <a:gd name="GluePoint379X" fmla="*/ 2070668 w 7369701"/>
              <a:gd name="GluePoint379Y" fmla="*/ 6761520 h 6858000"/>
              <a:gd name="GluePoint380X" fmla="*/ 1975142 w 7369701"/>
              <a:gd name="GluePoint380Y" fmla="*/ 6585570 h 6858000"/>
              <a:gd name="GluePoint381X" fmla="*/ 2050035 w 7369701"/>
              <a:gd name="GluePoint381Y" fmla="*/ 6813345 h 6858000"/>
              <a:gd name="GluePoint382X" fmla="*/ 2063025 w 7369701"/>
              <a:gd name="GluePoint382Y" fmla="*/ 6858000 h 6858000"/>
              <a:gd name="GluePoint383X" fmla="*/ 2021675 w 7369701"/>
              <a:gd name="GluePoint383Y" fmla="*/ 6858000 h 6858000"/>
              <a:gd name="GluePoint384X" fmla="*/ 2019308 w 7369701"/>
              <a:gd name="GluePoint384Y" fmla="*/ 6847118 h 6858000"/>
              <a:gd name="GluePoint385X" fmla="*/ 1938835 w 7369701"/>
              <a:gd name="GluePoint385Y" fmla="*/ 6551160 h 6858000"/>
              <a:gd name="GluePoint386X" fmla="*/ 1953230 w 7369701"/>
              <a:gd name="GluePoint386Y" fmla="*/ 6759699 h 6858000"/>
              <a:gd name="GluePoint387X" fmla="*/ 1956763 w 7369701"/>
              <a:gd name="GluePoint387Y" fmla="*/ 6778191 h 6858000"/>
              <a:gd name="GluePoint388X" fmla="*/ 1967925 w 7369701"/>
              <a:gd name="GluePoint388Y" fmla="*/ 6858000 h 6858000"/>
              <a:gd name="GluePoint389X" fmla="*/ 1936622 w 7369701"/>
              <a:gd name="GluePoint389Y" fmla="*/ 6858000 h 6858000"/>
              <a:gd name="GluePoint390X" fmla="*/ 1926261 w 7369701"/>
              <a:gd name="GluePoint390Y" fmla="*/ 6784064 h 6858000"/>
              <a:gd name="GluePoint391X" fmla="*/ 1922724 w 7369701"/>
              <a:gd name="GluePoint391Y" fmla="*/ 6765577 h 6858000"/>
              <a:gd name="GluePoint392X" fmla="*/ 1904650 w 7369701"/>
              <a:gd name="GluePoint392Y" fmla="*/ 6639616 h 6858000"/>
              <a:gd name="GluePoint393X" fmla="*/ 1885273 w 7369701"/>
              <a:gd name="GluePoint393Y" fmla="*/ 6858000 h 6858000"/>
              <a:gd name="GluePoint394X" fmla="*/ 1854363 w 7369701"/>
              <a:gd name="GluePoint394Y" fmla="*/ 6858000 h 6858000"/>
              <a:gd name="GluePoint395X" fmla="*/ 1880391 w 7369701"/>
              <a:gd name="GluePoint395Y" fmla="*/ 6603796 h 6858000"/>
              <a:gd name="GluePoint396X" fmla="*/ 1818273 w 7369701"/>
              <a:gd name="GluePoint396Y" fmla="*/ 6715729 h 6858000"/>
              <a:gd name="GluePoint397X" fmla="*/ 1794691 w 7369701"/>
              <a:gd name="GluePoint397Y" fmla="*/ 6843239 h 6858000"/>
              <a:gd name="GluePoint398X" fmla="*/ 1794914 w 7369701"/>
              <a:gd name="GluePoint398Y" fmla="*/ 6858000 h 6858000"/>
              <a:gd name="GluePoint399X" fmla="*/ 1746128 w 7369701"/>
              <a:gd name="GluePoint399Y" fmla="*/ 6858000 h 6858000"/>
              <a:gd name="GluePoint400X" fmla="*/ 1753934 w 7369701"/>
              <a:gd name="GluePoint400Y" fmla="*/ 6724796 h 6858000"/>
              <a:gd name="GluePoint401X" fmla="*/ 1792053 w 7369701"/>
              <a:gd name="GluePoint401Y" fmla="*/ 6572396 h 6858000"/>
              <a:gd name="GluePoint402X" fmla="*/ 1862248 w 7369701"/>
              <a:gd name="GluePoint402Y" fmla="*/ 6266397 h 6858000"/>
              <a:gd name="GluePoint403X" fmla="*/ 1862250 w 7369701"/>
              <a:gd name="GluePoint403Y" fmla="*/ 6033531 h 6858000"/>
              <a:gd name="GluePoint404X" fmla="*/ 1211999 w 7369701"/>
              <a:gd name="GluePoint404Y" fmla="*/ 6683610 h 6858000"/>
              <a:gd name="GluePoint405X" fmla="*/ 1213266 w 7369701"/>
              <a:gd name="GluePoint405Y" fmla="*/ 6691947 h 6858000"/>
              <a:gd name="GluePoint406X" fmla="*/ 1203370 w 7369701"/>
              <a:gd name="GluePoint406Y" fmla="*/ 6850676 h 6858000"/>
              <a:gd name="GluePoint407X" fmla="*/ 1203671 w 7369701"/>
              <a:gd name="GluePoint407Y" fmla="*/ 6858000 h 6858000"/>
              <a:gd name="GluePoint408X" fmla="*/ 1143180 w 7369701"/>
              <a:gd name="GluePoint408Y" fmla="*/ 6858000 h 6858000"/>
              <a:gd name="GluePoint409X" fmla="*/ 1142176 w 7369701"/>
              <a:gd name="GluePoint409Y" fmla="*/ 6766045 h 6858000"/>
              <a:gd name="GluePoint410X" fmla="*/ 1067484 w 7369701"/>
              <a:gd name="GluePoint410Y" fmla="*/ 6858000 h 6858000"/>
              <a:gd name="GluePoint411X" fmla="*/ 953928 w 7369701"/>
              <a:gd name="GluePoint411Y" fmla="*/ 6858000 h 6858000"/>
              <a:gd name="GluePoint412X" fmla="*/ 959715 w 7369701"/>
              <a:gd name="GluePoint412Y" fmla="*/ 6850185 h 6858000"/>
              <a:gd name="GluePoint413X" fmla="*/ 1483788 w 7369701"/>
              <a:gd name="GluePoint413Y" fmla="*/ 6259174 h 6858000"/>
              <a:gd name="GluePoint414X" fmla="*/ 1100671 w 7369701"/>
              <a:gd name="GluePoint414Y" fmla="*/ 6252137 h 6858000"/>
              <a:gd name="GluePoint415X" fmla="*/ 1090144 w 7369701"/>
              <a:gd name="GluePoint415Y" fmla="*/ 6256748 h 6858000"/>
              <a:gd name="GluePoint416X" fmla="*/ 1095872 w 7369701"/>
              <a:gd name="GluePoint416Y" fmla="*/ 6271892 h 6858000"/>
              <a:gd name="GluePoint417X" fmla="*/ 262785 w 7369701"/>
              <a:gd name="GluePoint417Y" fmla="*/ 6845450 h 6858000"/>
              <a:gd name="GluePoint418X" fmla="*/ 209968 w 7369701"/>
              <a:gd name="GluePoint418Y" fmla="*/ 6770713 h 6858000"/>
              <a:gd name="GluePoint419X" fmla="*/ 873460 w 7369701"/>
              <a:gd name="GluePoint419Y" fmla="*/ 6253768 h 6858000"/>
              <a:gd name="GluePoint420X" fmla="*/ 192686 w 7369701"/>
              <a:gd name="GluePoint420Y" fmla="*/ 5849257 h 6858000"/>
              <a:gd name="GluePoint421X" fmla="*/ 4696 w 7369701"/>
              <a:gd name="GluePoint421Y" fmla="*/ 5697668 h 6858000"/>
              <a:gd name="GluePoint422X" fmla="*/ 0 w 7369701"/>
              <a:gd name="GluePoint422Y" fmla="*/ 5689984 h 6858000"/>
              <a:gd name="GluePoint423X" fmla="*/ 0 w 7369701"/>
              <a:gd name="GluePoint423Y" fmla="*/ 5513472 h 6858000"/>
              <a:gd name="GluePoint424X" fmla="*/ 174101 w 7369701"/>
              <a:gd name="GluePoint424Y" fmla="*/ 5620277 h 6858000"/>
              <a:gd name="GluePoint425X" fmla="*/ 891800 w 7369701"/>
              <a:gd name="GluePoint425Y" fmla="*/ 6036935 h 6858000"/>
              <a:gd name="GluePoint426X" fmla="*/ 1072219 w 7369701"/>
              <a:gd name="GluePoint426Y" fmla="*/ 6169443 h 6858000"/>
              <a:gd name="GluePoint427X" fmla="*/ 1074117 w 7369701"/>
              <a:gd name="GluePoint427Y" fmla="*/ 6170301 h 6858000"/>
              <a:gd name="GluePoint428X" fmla="*/ 1083114 w 7369701"/>
              <a:gd name="GluePoint428Y" fmla="*/ 6174131 h 6858000"/>
              <a:gd name="GluePoint429X" fmla="*/ 1543010 w 7369701"/>
              <a:gd name="GluePoint429Y" fmla="*/ 6191140 h 6858000"/>
              <a:gd name="GluePoint430X" fmla="*/ 1551080 w 7369701"/>
              <a:gd name="GluePoint430Y" fmla="*/ 6195006 h 6858000"/>
              <a:gd name="GluePoint431X" fmla="*/ 2345443 w 7369701"/>
              <a:gd name="GluePoint431Y" fmla="*/ 5549882 h 6858000"/>
              <a:gd name="GluePoint432X" fmla="*/ 1721499 w 7369701"/>
              <a:gd name="GluePoint432Y" fmla="*/ 5599969 h 6858000"/>
              <a:gd name="GluePoint433X" fmla="*/ 767716 w 7369701"/>
              <a:gd name="GluePoint433Y" fmla="*/ 5472768 h 6858000"/>
              <a:gd name="GluePoint434X" fmla="*/ 722147 w 7369701"/>
              <a:gd name="GluePoint434Y" fmla="*/ 5393091 h 6858000"/>
              <a:gd name="GluePoint435X" fmla="*/ 1485552 w 7369701"/>
              <a:gd name="GluePoint435Y" fmla="*/ 5313202 h 6858000"/>
              <a:gd name="GluePoint436X" fmla="*/ 2143004 w 7369701"/>
              <a:gd name="GluePoint436Y" fmla="*/ 5402420 h 6858000"/>
              <a:gd name="GluePoint437X" fmla="*/ 1933391 w 7369701"/>
              <a:gd name="GluePoint437Y" fmla="*/ 5156971 h 6858000"/>
              <a:gd name="GluePoint438X" fmla="*/ 1827118 w 7369701"/>
              <a:gd name="GluePoint438Y" fmla="*/ 4968410 h 6858000"/>
              <a:gd name="GluePoint439X" fmla="*/ 1837349 w 7369701"/>
              <a:gd name="GluePoint439Y" fmla="*/ 4956357 h 6858000"/>
              <a:gd name="GluePoint440X" fmla="*/ 2162835 w 7369701"/>
              <a:gd name="GluePoint440Y" fmla="*/ 5187853 h 6858000"/>
              <a:gd name="GluePoint441X" fmla="*/ 2257167 w 7369701"/>
              <a:gd name="GluePoint441Y" fmla="*/ 5462123 h 6858000"/>
              <a:gd name="GluePoint442X" fmla="*/ 2261598 w 7369701"/>
              <a:gd name="GluePoint442Y" fmla="*/ 5467998 h 6858000"/>
              <a:gd name="GluePoint443X" fmla="*/ 2437177 w 7369701"/>
              <a:gd name="GluePoint443Y" fmla="*/ 5479608 h 6858000"/>
              <a:gd name="GluePoint444X" fmla="*/ 2445247 w 7369701"/>
              <a:gd name="GluePoint444Y" fmla="*/ 5483476 h 6858000"/>
              <a:gd name="GluePoint445X" fmla="*/ 2743626 w 7369701"/>
              <a:gd name="GluePoint445Y" fmla="*/ 5304819 h 6858000"/>
              <a:gd name="GluePoint446X" fmla="*/ 3048102 w 7369701"/>
              <a:gd name="GluePoint446Y" fmla="*/ 5150595 h 6858000"/>
              <a:gd name="GluePoint447X" fmla="*/ 1799414 w 7369701"/>
              <a:gd name="GluePoint447Y" fmla="*/ 4694732 h 6858000"/>
              <a:gd name="GluePoint448X" fmla="*/ 1771735 w 7369701"/>
              <a:gd name="GluePoint448Y" fmla="*/ 4619929 h 6858000"/>
              <a:gd name="GluePoint449X" fmla="*/ 3104273 w 7369701"/>
              <a:gd name="GluePoint449Y" fmla="*/ 5076159 h 6858000"/>
              <a:gd name="GluePoint450X" fmla="*/ 3113245 w 7369701"/>
              <a:gd name="GluePoint450Y" fmla="*/ 5090705 h 6858000"/>
              <a:gd name="GluePoint451X" fmla="*/ 3126294 w 7369701"/>
              <a:gd name="GluePoint451Y" fmla="*/ 5114400 h 6858000"/>
              <a:gd name="GluePoint452X" fmla="*/ 3937433 w 7369701"/>
              <a:gd name="GluePoint452Y" fmla="*/ 4830473 h 6858000"/>
              <a:gd name="GluePoint453X" fmla="*/ 3590475 w 7369701"/>
              <a:gd name="GluePoint453Y" fmla="*/ 4597974 h 6858000"/>
              <a:gd name="GluePoint454X" fmla="*/ 3100264 w 7369701"/>
              <a:gd name="GluePoint454Y" fmla="*/ 4579845 h 6858000"/>
              <a:gd name="GluePoint455X" fmla="*/ 2183576 w 7369701"/>
              <a:gd name="GluePoint455Y" fmla="*/ 4227150 h 6858000"/>
              <a:gd name="GluePoint456X" fmla="*/ 2151029 w 7369701"/>
              <a:gd name="GluePoint456Y" fmla="*/ 4146947 h 6858000"/>
              <a:gd name="GluePoint457X" fmla="*/ 3563434 w 7369701"/>
              <a:gd name="GluePoint457Y" fmla="*/ 4469115 h 6858000"/>
              <a:gd name="GluePoint458X" fmla="*/ 3177952 w 7369701"/>
              <a:gd name="GluePoint458Y" fmla="*/ 3657386 h 6858000"/>
              <a:gd name="GluePoint459X" fmla="*/ 3189263 w 7369701"/>
              <a:gd name="GluePoint459Y" fmla="*/ 3625726 h 6858000"/>
              <a:gd name="GluePoint460X" fmla="*/ 3560912 w 7369701"/>
              <a:gd name="GluePoint460Y" fmla="*/ 4079863 h 6858000"/>
              <a:gd name="GluePoint461X" fmla="*/ 3626636 w 7369701"/>
              <a:gd name="GluePoint461Y" fmla="*/ 4512230 h 6858000"/>
              <a:gd name="GluePoint462X" fmla="*/ 3653088 w 7369701"/>
              <a:gd name="GluePoint462Y" fmla="*/ 4521417 h 6858000"/>
              <a:gd name="GluePoint463X" fmla="*/ 3988128 w 7369701"/>
              <a:gd name="GluePoint463Y" fmla="*/ 4817267 h 6858000"/>
              <a:gd name="GluePoint464X" fmla="*/ 4830582 w 7369701"/>
              <a:gd name="GluePoint464Y" fmla="*/ 4676000 h 6858000"/>
              <a:gd name="GluePoint465X" fmla="*/ 4830100 w 7369701"/>
              <a:gd name="GluePoint465Y" fmla="*/ 4675554 h 6858000"/>
              <a:gd name="GluePoint466X" fmla="*/ 4036318 w 7369701"/>
              <a:gd name="GluePoint466Y" fmla="*/ 4147013 h 6858000"/>
              <a:gd name="GluePoint467X" fmla="*/ 3432098 w 7369701"/>
              <a:gd name="GluePoint467Y" fmla="*/ 3537312 h 6858000"/>
              <a:gd name="GluePoint468X" fmla="*/ 3446761 w 7369701"/>
              <a:gd name="GluePoint468Y" fmla="*/ 3461278 h 6858000"/>
              <a:gd name="GluePoint469X" fmla="*/ 4419733 w 7369701"/>
              <a:gd name="GluePoint469Y" fmla="*/ 3963555 h 6858000"/>
              <a:gd name="GluePoint470X" fmla="*/ 4781371 w 7369701"/>
              <a:gd name="GluePoint470Y" fmla="*/ 4458604 h 6858000"/>
              <a:gd name="GluePoint471X" fmla="*/ 4780440 w 7369701"/>
              <a:gd name="GluePoint471Y" fmla="*/ 4470290 h 6858000"/>
              <a:gd name="GluePoint472X" fmla="*/ 4898954 w 7369701"/>
              <a:gd name="GluePoint472Y" fmla="*/ 4662092 h 6858000"/>
              <a:gd name="GluePoint473X" fmla="*/ 4900699 w 7369701"/>
              <a:gd name="GluePoint473Y" fmla="*/ 4670867 h 6858000"/>
              <a:gd name="GluePoint474X" fmla="*/ 5714511 w 7369701"/>
              <a:gd name="GluePoint474Y" fmla="*/ 4663483 h 6858000"/>
              <a:gd name="GluePoint475X" fmla="*/ 5464793 w 7369701"/>
              <a:gd name="GluePoint475Y" fmla="*/ 4393556 h 6858000"/>
              <a:gd name="GluePoint476X" fmla="*/ 5461897 w 7369701"/>
              <a:gd name="GluePoint476Y" fmla="*/ 4390879 h 6858000"/>
              <a:gd name="GluePoint477X" fmla="*/ 4294126 w 7369701"/>
              <a:gd name="GluePoint477Y" fmla="*/ 3303048 h 6858000"/>
              <a:gd name="GluePoint478X" fmla="*/ 4305321 w 7369701"/>
              <a:gd name="GluePoint478Y" fmla="*/ 3256953 h 6858000"/>
              <a:gd name="GluePoint479X" fmla="*/ 4949299 w 7369701"/>
              <a:gd name="GluePoint479Y" fmla="*/ 3766336 h 6858000"/>
              <a:gd name="GluePoint480X" fmla="*/ 5291452 w 7369701"/>
              <a:gd name="GluePoint480Y" fmla="*/ 4076801 h 6858000"/>
              <a:gd name="GluePoint481X" fmla="*/ 5434998 w 7369701"/>
              <a:gd name="GluePoint481Y" fmla="*/ 4254100 h 6858000"/>
              <a:gd name="GluePoint482X" fmla="*/ 5351015 w 7369701"/>
              <a:gd name="GluePoint482Y" fmla="*/ 3760989 h 6858000"/>
              <a:gd name="GluePoint483X" fmla="*/ 5413780 w 7369701"/>
              <a:gd name="GluePoint483Y" fmla="*/ 2966265 h 6858000"/>
              <a:gd name="GluePoint484X" fmla="*/ 5425627 w 7369701"/>
              <a:gd name="GluePoint484Y" fmla="*/ 2954192 h 6858000"/>
              <a:gd name="GluePoint485X" fmla="*/ 6604735 w 7369701"/>
              <a:gd name="GluePoint485Y" fmla="*/ 2041381 h 6858000"/>
              <a:gd name="GluePoint486X" fmla="*/ 7204487 w 7369701"/>
              <a:gd name="GluePoint486Y" fmla="*/ 2742112 h 6858000"/>
              <a:gd name="GluePoint487X" fmla="*/ 7131592 w 7369701"/>
              <a:gd name="GluePoint487Y" fmla="*/ 2672096 h 6858000"/>
              <a:gd name="GluePoint488X" fmla="*/ 6996344 w 7369701"/>
              <a:gd name="GluePoint488Y" fmla="*/ 2518310 h 6858000"/>
              <a:gd name="GluePoint489X" fmla="*/ 6735495 w 7369701"/>
              <a:gd name="GluePoint489Y" fmla="*/ 2196890 h 6858000"/>
              <a:gd name="GluePoint490X" fmla="*/ 6721901 w 7369701"/>
              <a:gd name="GluePoint490Y" fmla="*/ 2179274 h 6858000"/>
              <a:gd name="GluePoint491X" fmla="*/ 6604735 w 7369701"/>
              <a:gd name="GluePoint491Y" fmla="*/ 2041381 h 6858000"/>
              <a:gd name="GluePoint492X" fmla="*/ 6591670 w 7369701"/>
              <a:gd name="GluePoint492Y" fmla="*/ 1988277 h 6858000"/>
              <a:gd name="GluePoint493X" fmla="*/ 6747349 w 7369701"/>
              <a:gd name="GluePoint493Y" fmla="*/ 2160069 h 6858000"/>
              <a:gd name="GluePoint494X" fmla="*/ 6760943 w 7369701"/>
              <a:gd name="GluePoint494Y" fmla="*/ 2177686 h 6858000"/>
              <a:gd name="GluePoint495X" fmla="*/ 7021065 w 7369701"/>
              <a:gd name="GluePoint495Y" fmla="*/ 2498102 h 6858000"/>
              <a:gd name="GluePoint496X" fmla="*/ 7155223 w 7369701"/>
              <a:gd name="GluePoint496Y" fmla="*/ 2650386 h 6858000"/>
              <a:gd name="GluePoint497X" fmla="*/ 7203167 w 7369701"/>
              <a:gd name="GluePoint497Y" fmla="*/ 2697288 h 6858000"/>
              <a:gd name="GluePoint498X" fmla="*/ 6937703 w 7369701"/>
              <a:gd name="GluePoint498Y" fmla="*/ 2321981 h 6858000"/>
              <a:gd name="GluePoint499X" fmla="*/ 6591670 w 7369701"/>
              <a:gd name="GluePoint499Y" fmla="*/ 1988277 h 6858000"/>
              <a:gd name="GluePoint500X" fmla="*/ 5798671 w 7369701"/>
              <a:gd name="GluePoint500Y" fmla="*/ 1981601 h 6858000"/>
              <a:gd name="GluePoint501X" fmla="*/ 5754709 w 7369701"/>
              <a:gd name="GluePoint501Y" fmla="*/ 2071454 h 6858000"/>
              <a:gd name="GluePoint502X" fmla="*/ 5763044 w 7369701"/>
              <a:gd name="GluePoint502Y" fmla="*/ 2842206 h 6858000"/>
              <a:gd name="GluePoint503X" fmla="*/ 5764974 w 7369701"/>
              <a:gd name="GluePoint503Y" fmla="*/ 2799609 h 6858000"/>
              <a:gd name="GluePoint504X" fmla="*/ 5767665 w 7369701"/>
              <a:gd name="GluePoint504Y" fmla="*/ 2666409 h 6858000"/>
              <a:gd name="GluePoint505X" fmla="*/ 5763055 w 7369701"/>
              <a:gd name="GluePoint505Y" fmla="*/ 2579705 h 6858000"/>
              <a:gd name="GluePoint506X" fmla="*/ 5758079 w 7369701"/>
              <a:gd name="GluePoint506Y" fmla="*/ 2492508 h 6858000"/>
              <a:gd name="GluePoint507X" fmla="*/ 5779325 w 7369701"/>
              <a:gd name="GluePoint507Y" fmla="*/ 2197069 h 6858000"/>
              <a:gd name="GluePoint508X" fmla="*/ 5798671 w 7369701"/>
              <a:gd name="GluePoint508Y" fmla="*/ 1981601 h 6858000"/>
              <a:gd name="GluePoint509X" fmla="*/ 5829202 w 7369701"/>
              <a:gd name="GluePoint509Y" fmla="*/ 1971679 h 6858000"/>
              <a:gd name="GluePoint510X" fmla="*/ 5809558 w 7369701"/>
              <a:gd name="GluePoint510Y" fmla="*/ 2198043 h 6858000"/>
              <a:gd name="GluePoint511X" fmla="*/ 5788653 w 7369701"/>
              <a:gd name="GluePoint511Y" fmla="*/ 2489430 h 6858000"/>
              <a:gd name="GluePoint512X" fmla="*/ 5793439 w 7369701"/>
              <a:gd name="GluePoint512Y" fmla="*/ 2575235 h 6858000"/>
              <a:gd name="GluePoint513X" fmla="*/ 5796837 w 7369701"/>
              <a:gd name="GluePoint513Y" fmla="*/ 2637633 h 6858000"/>
              <a:gd name="GluePoint514X" fmla="*/ 5818614 w 7369701"/>
              <a:gd name="GluePoint514Y" fmla="*/ 2473055 h 6858000"/>
              <a:gd name="GluePoint515X" fmla="*/ 5829202 w 7369701"/>
              <a:gd name="GluePoint515Y" fmla="*/ 1971679 h 6858000"/>
              <a:gd name="GluePoint516X" fmla="*/ 5911389 w 7369701"/>
              <a:gd name="GluePoint516Y" fmla="*/ 1898371 h 6858000"/>
              <a:gd name="GluePoint517X" fmla="*/ 6237627 w 7369701"/>
              <a:gd name="GluePoint517Y" fmla="*/ 2231921 h 6858000"/>
              <a:gd name="GluePoint518X" fmla="*/ 5911389 w 7369701"/>
              <a:gd name="GluePoint518Y" fmla="*/ 1898371 h 6858000"/>
              <a:gd name="GluePoint519X" fmla="*/ 6944437 w 7369701"/>
              <a:gd name="GluePoint519Y" fmla="*/ 1575402 h 6858000"/>
              <a:gd name="GluePoint520X" fmla="*/ 6304730 w 7369701"/>
              <a:gd name="GluePoint520Y" fmla="*/ 1766654 h 6858000"/>
              <a:gd name="GluePoint521X" fmla="*/ 6944437 w 7369701"/>
              <a:gd name="GluePoint521Y" fmla="*/ 1575402 h 6858000"/>
              <a:gd name="GluePoint522X" fmla="*/ 7019523 w 7369701"/>
              <a:gd name="GluePoint522Y" fmla="*/ 1519450 h 6858000"/>
              <a:gd name="GluePoint523X" fmla="*/ 6298091 w 7369701"/>
              <a:gd name="GluePoint523Y" fmla="*/ 1737122 h 6858000"/>
              <a:gd name="GluePoint524X" fmla="*/ 7019523 w 7369701"/>
              <a:gd name="GluePoint524Y" fmla="*/ 1519450 h 6858000"/>
              <a:gd name="GluePoint525X" fmla="*/ 2399523 w 7369701"/>
              <a:gd name="GluePoint525Y" fmla="*/ 1428234 h 6858000"/>
              <a:gd name="GluePoint526X" fmla="*/ 2224982 w 7369701"/>
              <a:gd name="GluePoint526Y" fmla="*/ 1826201 h 6858000"/>
              <a:gd name="GluePoint527X" fmla="*/ 2096099 w 7369701"/>
              <a:gd name="GluePoint527Y" fmla="*/ 2345900 h 6858000"/>
              <a:gd name="GluePoint528X" fmla="*/ 2283317 w 7369701"/>
              <a:gd name="GluePoint528Y" fmla="*/ 1796925 h 6858000"/>
              <a:gd name="GluePoint529X" fmla="*/ 2399523 w 7369701"/>
              <a:gd name="GluePoint529Y" fmla="*/ 1428234 h 6858000"/>
              <a:gd name="GluePoint530X" fmla="*/ 2448558 w 7369701"/>
              <a:gd name="GluePoint530Y" fmla="*/ 1373435 h 6858000"/>
              <a:gd name="GluePoint531X" fmla="*/ 2312521 w 7369701"/>
              <a:gd name="GluePoint531Y" fmla="*/ 1806140 h 6858000"/>
              <a:gd name="GluePoint532X" fmla="*/ 2127533 w 7369701"/>
              <a:gd name="GluePoint532Y" fmla="*/ 2348380 h 6858000"/>
              <a:gd name="GluePoint533X" fmla="*/ 2358080 w 7369701"/>
              <a:gd name="GluePoint533Y" fmla="*/ 1866134 h 6858000"/>
              <a:gd name="GluePoint534X" fmla="*/ 2407436 w 7369701"/>
              <a:gd name="GluePoint534Y" fmla="*/ 1651070 h 6858000"/>
              <a:gd name="GluePoint535X" fmla="*/ 2448558 w 7369701"/>
              <a:gd name="GluePoint535Y" fmla="*/ 1373435 h 6858000"/>
              <a:gd name="GluePoint536X" fmla="*/ 278707 w 7369701"/>
              <a:gd name="GluePoint536Y" fmla="*/ 1352270 h 6858000"/>
              <a:gd name="GluePoint537X" fmla="*/ 321570 w 7369701"/>
              <a:gd name="GluePoint537Y" fmla="*/ 1861610 h 6858000"/>
              <a:gd name="GluePoint538X" fmla="*/ 294281 w 7369701"/>
              <a:gd name="GluePoint538Y" fmla="*/ 1440658 h 6858000"/>
              <a:gd name="GluePoint539X" fmla="*/ 278707 w 7369701"/>
              <a:gd name="GluePoint539Y" fmla="*/ 1352270 h 6858000"/>
              <a:gd name="GluePoint540X" fmla="*/ 1423821 w 7369701"/>
              <a:gd name="GluePoint540Y" fmla="*/ 1351958 h 6858000"/>
              <a:gd name="GluePoint541X" fmla="*/ 1638521 w 7369701"/>
              <a:gd name="GluePoint541Y" fmla="*/ 1908470 h 6858000"/>
              <a:gd name="GluePoint542X" fmla="*/ 1754199 w 7369701"/>
              <a:gd name="GluePoint542Y" fmla="*/ 2149284 h 6858000"/>
              <a:gd name="GluePoint543X" fmla="*/ 1908359 w 7369701"/>
              <a:gd name="GluePoint543Y" fmla="*/ 2364988 h 6858000"/>
              <a:gd name="GluePoint544X" fmla="*/ 1647661 w 7369701"/>
              <a:gd name="GluePoint544Y" fmla="*/ 1825945 h 6858000"/>
              <a:gd name="GluePoint545X" fmla="*/ 1423821 w 7369701"/>
              <a:gd name="GluePoint545Y" fmla="*/ 1351958 h 6858000"/>
              <a:gd name="GluePoint546X" fmla="*/ 1431890 w 7369701"/>
              <a:gd name="GluePoint546Y" fmla="*/ 1306475 h 6858000"/>
              <a:gd name="GluePoint547X" fmla="*/ 1507597 w 7369701"/>
              <a:gd name="GluePoint547Y" fmla="*/ 1446132 h 6858000"/>
              <a:gd name="GluePoint548X" fmla="*/ 1674586 w 7369701"/>
              <a:gd name="GluePoint548Y" fmla="*/ 1813832 h 6858000"/>
              <a:gd name="GluePoint549X" fmla="*/ 1815950 w 7369701"/>
              <a:gd name="GluePoint549Y" fmla="*/ 2128564 h 6858000"/>
              <a:gd name="GluePoint550X" fmla="*/ 1984242 w 7369701"/>
              <a:gd name="GluePoint550Y" fmla="*/ 2430829 h 6858000"/>
              <a:gd name="GluePoint551X" fmla="*/ 2014023 w 7369701"/>
              <a:gd name="GluePoint551Y" fmla="*/ 2450995 h 6858000"/>
              <a:gd name="GluePoint552X" fmla="*/ 1747337 w 7369701"/>
              <a:gd name="GluePoint552Y" fmla="*/ 1855264 h 6858000"/>
              <a:gd name="GluePoint553X" fmla="*/ 1533749 w 7369701"/>
              <a:gd name="GluePoint553Y" fmla="*/ 1478656 h 6858000"/>
              <a:gd name="GluePoint554X" fmla="*/ 1431890 w 7369701"/>
              <a:gd name="GluePoint554Y" fmla="*/ 1306475 h 6858000"/>
              <a:gd name="GluePoint555X" fmla="*/ 5052692 w 7369701"/>
              <a:gd name="GluePoint555Y" fmla="*/ 1292994 h 6858000"/>
              <a:gd name="GluePoint556X" fmla="*/ 5200661 w 7369701"/>
              <a:gd name="GluePoint556Y" fmla="*/ 1635186 h 6858000"/>
              <a:gd name="GluePoint557X" fmla="*/ 5297138 w 7369701"/>
              <a:gd name="GluePoint557Y" fmla="*/ 1906351 h 6858000"/>
              <a:gd name="GluePoint558X" fmla="*/ 5052692 w 7369701"/>
              <a:gd name="GluePoint558Y" fmla="*/ 1292994 h 6858000"/>
              <a:gd name="GluePoint559X" fmla="*/ 5009948 w 7369701"/>
              <a:gd name="GluePoint559Y" fmla="*/ 1273619 h 6858000"/>
              <a:gd name="GluePoint560X" fmla="*/ 5121777 w 7369701"/>
              <a:gd name="GluePoint560Y" fmla="*/ 1654213 h 6858000"/>
              <a:gd name="GluePoint561X" fmla="*/ 5293545 w 7369701"/>
              <a:gd name="GluePoint561Y" fmla="*/ 2072247 h 6858000"/>
              <a:gd name="GluePoint562X" fmla="*/ 5294042 w 7369701"/>
              <a:gd name="GluePoint562Y" fmla="*/ 2065019 h 6858000"/>
              <a:gd name="GluePoint563X" fmla="*/ 5171936 w 7369701"/>
              <a:gd name="GluePoint563Y" fmla="*/ 1647613 h 6858000"/>
              <a:gd name="GluePoint564X" fmla="*/ 5009948 w 7369701"/>
              <a:gd name="GluePoint564Y" fmla="*/ 1273619 h 6858000"/>
              <a:gd name="GluePoint565X" fmla="*/ 655236 w 7369701"/>
              <a:gd name="GluePoint565Y" fmla="*/ 1268632 h 6858000"/>
              <a:gd name="GluePoint566X" fmla="*/ 839521 w 7369701"/>
              <a:gd name="GluePoint566Y" fmla="*/ 1685315 h 6858000"/>
              <a:gd name="GluePoint567X" fmla="*/ 1109416 w 7369701"/>
              <a:gd name="GluePoint567Y" fmla="*/ 2061663 h 6858000"/>
              <a:gd name="GluePoint568X" fmla="*/ 1298300 w 7369701"/>
              <a:gd name="GluePoint568Y" fmla="*/ 2247742 h 6858000"/>
              <a:gd name="GluePoint569X" fmla="*/ 1125871 w 7369701"/>
              <a:gd name="GluePoint569Y" fmla="*/ 1989513 h 6858000"/>
              <a:gd name="GluePoint570X" fmla="*/ 981574 w 7369701"/>
              <a:gd name="GluePoint570Y" fmla="*/ 1783157 h 6858000"/>
              <a:gd name="GluePoint571X" fmla="*/ 922198 w 7369701"/>
              <a:gd name="GluePoint571Y" fmla="*/ 1677437 h 6858000"/>
              <a:gd name="GluePoint572X" fmla="*/ 869293 w 7369701"/>
              <a:gd name="GluePoint572Y" fmla="*/ 1583214 h 6858000"/>
              <a:gd name="GluePoint573X" fmla="*/ 751431 w 7369701"/>
              <a:gd name="GluePoint573Y" fmla="*/ 1405731 h 6858000"/>
              <a:gd name="GluePoint574X" fmla="*/ 655236 w 7369701"/>
              <a:gd name="GluePoint574Y" fmla="*/ 1268632 h 6858000"/>
              <a:gd name="GluePoint575X" fmla="*/ 6516292 w 7369701"/>
              <a:gd name="GluePoint575Y" fmla="*/ 1263064 h 6858000"/>
              <a:gd name="GluePoint576X" fmla="*/ 5736320 w 7369701"/>
              <a:gd name="GluePoint576Y" fmla="*/ 1501803 h 6858000"/>
              <a:gd name="GluePoint577X" fmla="*/ 6516292 w 7369701"/>
              <a:gd name="GluePoint577Y" fmla="*/ 1263064 h 6858000"/>
              <a:gd name="GluePoint578X" fmla="*/ 291466 w 7369701"/>
              <a:gd name="GluePoint578Y" fmla="*/ 1250369 h 6858000"/>
              <a:gd name="GluePoint579X" fmla="*/ 323180 w 7369701"/>
              <a:gd name="GluePoint579Y" fmla="*/ 1435283 h 6858000"/>
              <a:gd name="GluePoint580X" fmla="*/ 349381 w 7369701"/>
              <a:gd name="GluePoint580Y" fmla="*/ 1875041 h 6858000"/>
              <a:gd name="GluePoint581X" fmla="*/ 374363 w 7369701"/>
              <a:gd name="GluePoint581Y" fmla="*/ 1506494 h 6858000"/>
              <a:gd name="GluePoint582X" fmla="*/ 302168 w 7369701"/>
              <a:gd name="GluePoint582Y" fmla="*/ 1274495 h 6858000"/>
              <a:gd name="GluePoint583X" fmla="*/ 291466 w 7369701"/>
              <a:gd name="GluePoint583Y" fmla="*/ 1250369 h 6858000"/>
              <a:gd name="GluePoint584X" fmla="*/ 678222 w 7369701"/>
              <a:gd name="GluePoint584Y" fmla="*/ 1248670 h 6858000"/>
              <a:gd name="GluePoint585X" fmla="*/ 775536 w 7369701"/>
              <a:gd name="GluePoint585Y" fmla="*/ 1388015 h 6858000"/>
              <a:gd name="GluePoint586X" fmla="*/ 894529 w 7369701"/>
              <a:gd name="GluePoint586Y" fmla="*/ 1567739 h 6858000"/>
              <a:gd name="GluePoint587X" fmla="*/ 948000 w 7369701"/>
              <a:gd name="GluePoint587Y" fmla="*/ 1663088 h 6858000"/>
              <a:gd name="GluePoint588X" fmla="*/ 1006812 w 7369701"/>
              <a:gd name="GluePoint588Y" fmla="*/ 1767683 h 6858000"/>
              <a:gd name="GluePoint589X" fmla="*/ 1149133 w 7369701"/>
              <a:gd name="GluePoint589Y" fmla="*/ 1971513 h 6858000"/>
              <a:gd name="GluePoint590X" fmla="*/ 1333952 w 7369701"/>
              <a:gd name="GluePoint590Y" fmla="*/ 2251620 h 6858000"/>
              <a:gd name="GluePoint591X" fmla="*/ 1337329 w 7369701"/>
              <a:gd name="GluePoint591Y" fmla="*/ 2258350 h 6858000"/>
              <a:gd name="GluePoint592X" fmla="*/ 1014726 w 7369701"/>
              <a:gd name="GluePoint592Y" fmla="*/ 1615556 h 6858000"/>
              <a:gd name="GluePoint593X" fmla="*/ 678222 w 7369701"/>
              <a:gd name="GluePoint593Y" fmla="*/ 1248670 h 6858000"/>
              <a:gd name="GluePoint594X" fmla="*/ 6691602 w 7369701"/>
              <a:gd name="GluePoint594Y" fmla="*/ 1140573 h 6858000"/>
              <a:gd name="GluePoint595X" fmla="*/ 6571100 w 7369701"/>
              <a:gd name="GluePoint595Y" fmla="*/ 1183662 h 6858000"/>
              <a:gd name="GluePoint596X" fmla="*/ 6241687 w 7369701"/>
              <a:gd name="GluePoint596Y" fmla="*/ 1257600 h 6858000"/>
              <a:gd name="GluePoint597X" fmla="*/ 5693009 w 7369701"/>
              <a:gd name="GluePoint597Y" fmla="*/ 1478256 h 6858000"/>
              <a:gd name="GluePoint598X" fmla="*/ 6548420 w 7369701"/>
              <a:gd name="GluePoint598Y" fmla="*/ 1214599 h 6858000"/>
              <a:gd name="GluePoint599X" fmla="*/ 6605473 w 7369701"/>
              <a:gd name="GluePoint599Y" fmla="*/ 1184686 h 6858000"/>
              <a:gd name="GluePoint600X" fmla="*/ 6691602 w 7369701"/>
              <a:gd name="GluePoint600Y" fmla="*/ 1140573 h 6858000"/>
              <a:gd name="GluePoint601X" fmla="*/ 4002475 w 7369701"/>
              <a:gd name="GluePoint601Y" fmla="*/ 1037802 h 6858000"/>
              <a:gd name="GluePoint602X" fmla="*/ 4000324 w 7369701"/>
              <a:gd name="GluePoint602Y" fmla="*/ 1039362 h 6858000"/>
              <a:gd name="GluePoint603X" fmla="*/ 4002862 w 7369701"/>
              <a:gd name="GluePoint603Y" fmla="*/ 1042866 h 6858000"/>
              <a:gd name="GluePoint604X" fmla="*/ 4002475 w 7369701"/>
              <a:gd name="GluePoint604Y" fmla="*/ 1037802 h 6858000"/>
              <a:gd name="GluePoint605X" fmla="*/ 506322 w 7369701"/>
              <a:gd name="GluePoint605Y" fmla="*/ 1020997 h 6858000"/>
              <a:gd name="GluePoint606X" fmla="*/ 533068 w 7369701"/>
              <a:gd name="GluePoint606Y" fmla="*/ 1029409 h 6858000"/>
              <a:gd name="GluePoint607X" fmla="*/ 1232525 w 7369701"/>
              <a:gd name="GluePoint607Y" fmla="*/ 1804675 h 6858000"/>
              <a:gd name="GluePoint608X" fmla="*/ 1388858 w 7369701"/>
              <a:gd name="GluePoint608Y" fmla="*/ 2368011 h 6858000"/>
              <a:gd name="GluePoint609X" fmla="*/ 1384098 w 7369701"/>
              <a:gd name="GluePoint609Y" fmla="*/ 2378125 h 6858000"/>
              <a:gd name="GluePoint610X" fmla="*/ 1425393 w 7369701"/>
              <a:gd name="GluePoint610Y" fmla="*/ 2589124 h 6858000"/>
              <a:gd name="GluePoint611X" fmla="*/ 1424001 w 7369701"/>
              <a:gd name="GluePoint611Y" fmla="*/ 2597541 h 6858000"/>
              <a:gd name="GluePoint612X" fmla="*/ 2152729 w 7369701"/>
              <a:gd name="GluePoint612Y" fmla="*/ 2864487 h 6858000"/>
              <a:gd name="GluePoint613X" fmla="*/ 2020609 w 7369701"/>
              <a:gd name="GluePoint613Y" fmla="*/ 2539671 h 6858000"/>
              <a:gd name="GluePoint614X" fmla="*/ 2018920 w 7369701"/>
              <a:gd name="GluePoint614Y" fmla="*/ 2536309 h 6858000"/>
              <a:gd name="GluePoint615X" fmla="*/ 1342441 w 7369701"/>
              <a:gd name="GluePoint615Y" fmla="*/ 1173017 h 6858000"/>
              <a:gd name="GluePoint616X" fmla="*/ 1367925 w 7369701"/>
              <a:gd name="GluePoint616Y" fmla="*/ 1135648 h 6858000"/>
              <a:gd name="GluePoint617X" fmla="*/ 1771401 w 7369701"/>
              <a:gd name="GluePoint617Y" fmla="*/ 1806673 h 6858000"/>
              <a:gd name="GluePoint618X" fmla="*/ 1972385 w 7369701"/>
              <a:gd name="GluePoint618Y" fmla="*/ 2198735 h 6858000"/>
              <a:gd name="GluePoint619X" fmla="*/ 2040892 w 7369701"/>
              <a:gd name="GluePoint619Y" fmla="*/ 2405205 h 6858000"/>
              <a:gd name="GluePoint620X" fmla="*/ 2131689 w 7369701"/>
              <a:gd name="GluePoint620Y" fmla="*/ 1936926 h 6858000"/>
              <a:gd name="GluePoint621X" fmla="*/ 2454820 w 7369701"/>
              <a:gd name="GluePoint621Y" fmla="*/ 1248808 h 6858000"/>
              <a:gd name="GluePoint622X" fmla="*/ 2492512 w 7369701"/>
              <a:gd name="GluePoint622Y" fmla="*/ 1302920 h 6858000"/>
              <a:gd name="GluePoint623X" fmla="*/ 2081216 w 7369701"/>
              <a:gd name="GluePoint623Y" fmla="*/ 2527513 h 6858000"/>
              <a:gd name="GluePoint624X" fmla="*/ 2081211 w 7369701"/>
              <a:gd name="GluePoint624Y" fmla="*/ 2528916 h 6858000"/>
              <a:gd name="GluePoint625X" fmla="*/ 2199067 w 7369701"/>
              <a:gd name="GluePoint625Y" fmla="*/ 2884061 h 6858000"/>
              <a:gd name="GluePoint626X" fmla="*/ 3192586 w 7369701"/>
              <a:gd name="GluePoint626Y" fmla="*/ 3411496 h 6858000"/>
              <a:gd name="GluePoint627X" fmla="*/ 3182620 w 7369701"/>
              <a:gd name="GluePoint627Y" fmla="*/ 3483279 h 6858000"/>
              <a:gd name="GluePoint628X" fmla="*/ 2435119 w 7369701"/>
              <a:gd name="GluePoint628Y" fmla="*/ 3080173 h 6858000"/>
              <a:gd name="GluePoint629X" fmla="*/ 2410152 w 7369701"/>
              <a:gd name="GluePoint629Y" fmla="*/ 3063751 h 6858000"/>
              <a:gd name="GluePoint630X" fmla="*/ 2408099 w 7369701"/>
              <a:gd name="GluePoint630Y" fmla="*/ 3064403 h 6858000"/>
              <a:gd name="GluePoint631X" fmla="*/ 2407218 w 7369701"/>
              <a:gd name="GluePoint631Y" fmla="*/ 3070324 h 6858000"/>
              <a:gd name="GluePoint632X" fmla="*/ 2380138 w 7369701"/>
              <a:gd name="GluePoint632Y" fmla="*/ 3099341 h 6858000"/>
              <a:gd name="GluePoint633X" fmla="*/ 1765923 w 7369701"/>
              <a:gd name="GluePoint633Y" fmla="*/ 3581043 h 6858000"/>
              <a:gd name="GluePoint634X" fmla="*/ 1702258 w 7369701"/>
              <a:gd name="GluePoint634Y" fmla="*/ 3612286 h 6858000"/>
              <a:gd name="GluePoint635X" fmla="*/ 1538370 w 7369701"/>
              <a:gd name="GluePoint635Y" fmla="*/ 3811804 h 6858000"/>
              <a:gd name="GluePoint636X" fmla="*/ 542867 w 7369701"/>
              <a:gd name="GluePoint636Y" fmla="*/ 4944092 h 6858000"/>
              <a:gd name="GluePoint637X" fmla="*/ 515800 w 7369701"/>
              <a:gd name="GluePoint637Y" fmla="*/ 4862180 h 6858000"/>
              <a:gd name="GluePoint638X" fmla="*/ 909145 w 7369701"/>
              <a:gd name="GluePoint638Y" fmla="*/ 4199225 h 6858000"/>
              <a:gd name="GluePoint639X" fmla="*/ 1214067 w 7369701"/>
              <a:gd name="GluePoint639Y" fmla="*/ 3908561 h 6858000"/>
              <a:gd name="GluePoint640X" fmla="*/ 640967 w 7369701"/>
              <a:gd name="GluePoint640Y" fmla="*/ 4105601 h 6858000"/>
              <a:gd name="GluePoint641X" fmla="*/ 112563 w 7369701"/>
              <a:gd name="GluePoint641Y" fmla="*/ 4396952 h 6858000"/>
              <a:gd name="GluePoint642X" fmla="*/ 0 w 7369701"/>
              <a:gd name="GluePoint642Y" fmla="*/ 4466006 h 6858000"/>
              <a:gd name="GluePoint643X" fmla="*/ 0 w 7369701"/>
              <a:gd name="GluePoint643Y" fmla="*/ 4233763 h 6858000"/>
              <a:gd name="GluePoint644X" fmla="*/ 36881 w 7369701"/>
              <a:gd name="GluePoint644Y" fmla="*/ 4200118 h 6858000"/>
              <a:gd name="GluePoint645X" fmla="*/ 910534 w 7369701"/>
              <a:gd name="GluePoint645Y" fmla="*/ 3629753 h 6858000"/>
              <a:gd name="GluePoint646X" fmla="*/ 1578717 w 7369701"/>
              <a:gd name="GluePoint646Y" fmla="*/ 3575982 h 6858000"/>
              <a:gd name="GluePoint647X" fmla="*/ 2338780 w 7369701"/>
              <a:gd name="GluePoint647Y" fmla="*/ 3033725 h 6858000"/>
              <a:gd name="GluePoint648X" fmla="*/ 1807991 w 7369701"/>
              <a:gd name="GluePoint648Y" fmla="*/ 2807184 h 6858000"/>
              <a:gd name="GluePoint649X" fmla="*/ 1416358 w 7369701"/>
              <a:gd name="GluePoint649Y" fmla="*/ 3112571 h 6858000"/>
              <a:gd name="GluePoint650X" fmla="*/ 939066 w 7369701"/>
              <a:gd name="GluePoint650Y" fmla="*/ 3378798 h 6858000"/>
              <a:gd name="GluePoint651X" fmla="*/ 115099 w 7369701"/>
              <a:gd name="GluePoint651Y" fmla="*/ 3607650 h 6858000"/>
              <a:gd name="GluePoint652X" fmla="*/ 97284 w 7369701"/>
              <a:gd name="GluePoint652Y" fmla="*/ 3520393 h 6858000"/>
              <a:gd name="GluePoint653X" fmla="*/ 922050 w 7369701"/>
              <a:gd name="GluePoint653Y" fmla="*/ 3074867 h 6858000"/>
              <a:gd name="GluePoint654X" fmla="*/ 1405265 w 7369701"/>
              <a:gd name="GluePoint654Y" fmla="*/ 3016319 h 6858000"/>
              <a:gd name="GluePoint655X" fmla="*/ 1407512 w 7369701"/>
              <a:gd name="GluePoint655Y" fmla="*/ 3018001 h 6858000"/>
              <a:gd name="GluePoint656X" fmla="*/ 1726266 w 7369701"/>
              <a:gd name="GluePoint656Y" fmla="*/ 2777274 h 6858000"/>
              <a:gd name="GluePoint657X" fmla="*/ 625390 w 7369701"/>
              <a:gd name="GluePoint657Y" fmla="*/ 2514541 h 6858000"/>
              <a:gd name="GluePoint658X" fmla="*/ 619799 w 7369701"/>
              <a:gd name="GluePoint658Y" fmla="*/ 2527180 h 6858000"/>
              <a:gd name="GluePoint659X" fmla="*/ 310030 w 7369701"/>
              <a:gd name="GluePoint659Y" fmla="*/ 2771818 h 6858000"/>
              <a:gd name="GluePoint660X" fmla="*/ 173877 w 7369701"/>
              <a:gd name="GluePoint660Y" fmla="*/ 2937056 h 6858000"/>
              <a:gd name="GluePoint661X" fmla="*/ 77889 w 7369701"/>
              <a:gd name="GluePoint661Y" fmla="*/ 3138440 h 6858000"/>
              <a:gd name="GluePoint662X" fmla="*/ 0 w 7369701"/>
              <a:gd name="GluePoint662Y" fmla="*/ 3271395 h 6858000"/>
              <a:gd name="GluePoint663X" fmla="*/ 0 w 7369701"/>
              <a:gd name="GluePoint663Y" fmla="*/ 3153002 h 6858000"/>
              <a:gd name="GluePoint664X" fmla="*/ 2386 w 7369701"/>
              <a:gd name="GluePoint664Y" fmla="*/ 3149203 h 6858000"/>
              <a:gd name="GluePoint665X" fmla="*/ 89753 w 7369701"/>
              <a:gd name="GluePoint665Y" fmla="*/ 2987702 h 6858000"/>
              <a:gd name="GluePoint666X" fmla="*/ 76869 w 7369701"/>
              <a:gd name="GluePoint666Y" fmla="*/ 3005404 h 6858000"/>
              <a:gd name="GluePoint667X" fmla="*/ 32049 w 7369701"/>
              <a:gd name="GluePoint667Y" fmla="*/ 3065814 h 6858000"/>
              <a:gd name="GluePoint668X" fmla="*/ 0 w 7369701"/>
              <a:gd name="GluePoint668Y" fmla="*/ 3108744 h 6858000"/>
              <a:gd name="GluePoint669X" fmla="*/ 0 w 7369701"/>
              <a:gd name="GluePoint669Y" fmla="*/ 3058059 h 6858000"/>
              <a:gd name="GluePoint670X" fmla="*/ 7610 w 7369701"/>
              <a:gd name="GluePoint670Y" fmla="*/ 3047889 h 6858000"/>
              <a:gd name="GluePoint671X" fmla="*/ 52419 w 7369701"/>
              <a:gd name="GluePoint671Y" fmla="*/ 2987479 h 6858000"/>
              <a:gd name="GluePoint672X" fmla="*/ 59142 w 7369701"/>
              <a:gd name="GluePoint672Y" fmla="*/ 2978488 h 6858000"/>
              <a:gd name="GluePoint673X" fmla="*/ 0 w 7369701"/>
              <a:gd name="GluePoint673Y" fmla="*/ 3015334 h 6858000"/>
              <a:gd name="GluePoint674X" fmla="*/ 0 w 7369701"/>
              <a:gd name="GluePoint674Y" fmla="*/ 2914286 h 6858000"/>
              <a:gd name="GluePoint675X" fmla="*/ 36383 w 7369701"/>
              <a:gd name="GluePoint675Y" fmla="*/ 2901128 h 6858000"/>
              <a:gd name="GluePoint676X" fmla="*/ 156329 w 7369701"/>
              <a:gd name="GluePoint676Y" fmla="*/ 2840533 h 6858000"/>
              <a:gd name="GluePoint677X" fmla="*/ 358355 w 7369701"/>
              <a:gd name="GluePoint677Y" fmla="*/ 2620471 h 6858000"/>
              <a:gd name="GluePoint678X" fmla="*/ 510577 w 7369701"/>
              <a:gd name="GluePoint678Y" fmla="*/ 2501244 h 6858000"/>
              <a:gd name="GluePoint679X" fmla="*/ 211967 w 7369701"/>
              <a:gd name="GluePoint679Y" fmla="*/ 2479171 h 6858000"/>
              <a:gd name="GluePoint680X" fmla="*/ 0 w 7369701"/>
              <a:gd name="GluePoint680Y" fmla="*/ 2476398 h 6858000"/>
              <a:gd name="GluePoint681X" fmla="*/ 0 w 7369701"/>
              <a:gd name="GluePoint681Y" fmla="*/ 2389189 h 6858000"/>
              <a:gd name="GluePoint682X" fmla="*/ 103062 w 7369701"/>
              <a:gd name="GluePoint682Y" fmla="*/ 2389518 h 6858000"/>
              <a:gd name="GluePoint683X" fmla="*/ 510734 w 7369701"/>
              <a:gd name="GluePoint683Y" fmla="*/ 2416201 h 6858000"/>
              <a:gd name="GluePoint684X" fmla="*/ 279257 w 7369701"/>
              <a:gd name="GluePoint684Y" fmla="*/ 2092102 h 6858000"/>
              <a:gd name="GluePoint685X" fmla="*/ 65265 w 7369701"/>
              <a:gd name="GluePoint685Y" fmla="*/ 2006049 h 6858000"/>
              <a:gd name="GluePoint686X" fmla="*/ 0 w 7369701"/>
              <a:gd name="GluePoint686Y" fmla="*/ 1982532 h 6858000"/>
              <a:gd name="GluePoint687X" fmla="*/ 0 w 7369701"/>
              <a:gd name="GluePoint687Y" fmla="*/ 1912789 h 6858000"/>
              <a:gd name="GluePoint688X" fmla="*/ 97460 w 7369701"/>
              <a:gd name="GluePoint688Y" fmla="*/ 1953725 h 6858000"/>
              <a:gd name="GluePoint689X" fmla="*/ 221272 w 7369701"/>
              <a:gd name="GluePoint689Y" fmla="*/ 1980766 h 6858000"/>
              <a:gd name="GluePoint690X" fmla="*/ 116765 w 7369701"/>
              <a:gd name="GluePoint690Y" fmla="*/ 1911033 h 6858000"/>
              <a:gd name="GluePoint691X" fmla="*/ 16405 w 7369701"/>
              <a:gd name="GluePoint691Y" fmla="*/ 1803412 h 6858000"/>
              <a:gd name="GluePoint692X" fmla="*/ 0 w 7369701"/>
              <a:gd name="GluePoint692Y" fmla="*/ 1784777 h 6858000"/>
              <a:gd name="GluePoint693X" fmla="*/ 0 w 7369701"/>
              <a:gd name="GluePoint693Y" fmla="*/ 1740082 h 6858000"/>
              <a:gd name="GluePoint694X" fmla="*/ 39394 w 7369701"/>
              <a:gd name="GluePoint694Y" fmla="*/ 1784856 h 6858000"/>
              <a:gd name="GluePoint695X" fmla="*/ 135813 w 7369701"/>
              <a:gd name="GluePoint695Y" fmla="*/ 1888838 h 6858000"/>
              <a:gd name="GluePoint696X" fmla="*/ 242575 w 7369701"/>
              <a:gd name="GluePoint696Y" fmla="*/ 1958841 h 6858000"/>
              <a:gd name="GluePoint697X" fmla="*/ 82197 w 7369701"/>
              <a:gd name="GluePoint697Y" fmla="*/ 1754826 h 6858000"/>
              <a:gd name="GluePoint698X" fmla="*/ 0 w 7369701"/>
              <a:gd name="GluePoint698Y" fmla="*/ 1679650 h 6858000"/>
              <a:gd name="GluePoint699X" fmla="*/ 0 w 7369701"/>
              <a:gd name="GluePoint699Y" fmla="*/ 1602463 h 6858000"/>
              <a:gd name="GluePoint700X" fmla="*/ 84689 w 7369701"/>
              <a:gd name="GluePoint700Y" fmla="*/ 1677442 h 6858000"/>
              <a:gd name="GluePoint701X" fmla="*/ 298437 w 7369701"/>
              <a:gd name="GluePoint701Y" fmla="*/ 1968019 h 6858000"/>
              <a:gd name="GluePoint702X" fmla="*/ 227269 w 7369701"/>
              <a:gd name="GluePoint702Y" fmla="*/ 1114064 h 6858000"/>
              <a:gd name="GluePoint703X" fmla="*/ 248003 w 7369701"/>
              <a:gd name="GluePoint703Y" fmla="*/ 1089613 h 6858000"/>
              <a:gd name="GluePoint704X" fmla="*/ 427020 w 7369701"/>
              <a:gd name="GluePoint704Y" fmla="*/ 1619803 h 6858000"/>
              <a:gd name="GluePoint705X" fmla="*/ 340345 w 7369701"/>
              <a:gd name="GluePoint705Y" fmla="*/ 2027739 h 6858000"/>
              <a:gd name="GluePoint706X" fmla="*/ 360865 w 7369701"/>
              <a:gd name="GluePoint706Y" fmla="*/ 2044827 h 6858000"/>
              <a:gd name="GluePoint707X" fmla="*/ 560414 w 7369701"/>
              <a:gd name="GluePoint707Y" fmla="*/ 2421457 h 6858000"/>
              <a:gd name="GluePoint708X" fmla="*/ 1359703 w 7369701"/>
              <a:gd name="GluePoint708Y" fmla="*/ 2578554 h 6858000"/>
              <a:gd name="GluePoint709X" fmla="*/ 1359422 w 7369701"/>
              <a:gd name="GluePoint709Y" fmla="*/ 2577994 h 6858000"/>
              <a:gd name="GluePoint710X" fmla="*/ 828701 w 7369701"/>
              <a:gd name="GluePoint710Y" fmla="*/ 1839520 h 6858000"/>
              <a:gd name="GluePoint711X" fmla="*/ 494427 w 7369701"/>
              <a:gd name="GluePoint711Y" fmla="*/ 1092333 h 6858000"/>
              <a:gd name="GluePoint712X" fmla="*/ 506322 w 7369701"/>
              <a:gd name="GluePoint712Y" fmla="*/ 1020997 h 6858000"/>
              <a:gd name="GluePoint713X" fmla="*/ 4570198 w 7369701"/>
              <a:gd name="GluePoint713Y" fmla="*/ 978081 h 6858000"/>
              <a:gd name="GluePoint714X" fmla="*/ 4523691 w 7369701"/>
              <a:gd name="GluePoint714Y" fmla="*/ 1127776 h 6858000"/>
              <a:gd name="GluePoint715X" fmla="*/ 4509875 w 7369701"/>
              <a:gd name="GluePoint715Y" fmla="*/ 1167552 h 6858000"/>
              <a:gd name="GluePoint716X" fmla="*/ 4478168 w 7369701"/>
              <a:gd name="GluePoint716Y" fmla="*/ 1260735 h 6858000"/>
              <a:gd name="GluePoint717X" fmla="*/ 4409309 w 7369701"/>
              <a:gd name="GluePoint717Y" fmla="*/ 1666996 h 6858000"/>
              <a:gd name="GluePoint718X" fmla="*/ 4370031 w 7369701"/>
              <a:gd name="GluePoint718Y" fmla="*/ 1955666 h 6858000"/>
              <a:gd name="GluePoint719X" fmla="*/ 4570198 w 7369701"/>
              <a:gd name="GluePoint719Y" fmla="*/ 978081 h 6858000"/>
              <a:gd name="GluePoint720X" fmla="*/ 4557898 w 7369701"/>
              <a:gd name="GluePoint720Y" fmla="*/ 900011 h 6858000"/>
              <a:gd name="GluePoint721X" fmla="*/ 4344840 w 7369701"/>
              <a:gd name="GluePoint721Y" fmla="*/ 1922038 h 6858000"/>
              <a:gd name="GluePoint722X" fmla="*/ 4378710 w 7369701"/>
              <a:gd name="GluePoint722Y" fmla="*/ 1665516 h 6858000"/>
              <a:gd name="GluePoint723X" fmla="*/ 4448798 w 7369701"/>
              <a:gd name="GluePoint723Y" fmla="*/ 1253024 h 6858000"/>
              <a:gd name="GluePoint724X" fmla="*/ 4480315 w 7369701"/>
              <a:gd name="GluePoint724Y" fmla="*/ 1158454 h 6858000"/>
              <a:gd name="GluePoint725X" fmla="*/ 4494133 w 7369701"/>
              <a:gd name="GluePoint725Y" fmla="*/ 1118676 h 6858000"/>
              <a:gd name="GluePoint726X" fmla="*/ 4557898 w 7369701"/>
              <a:gd name="GluePoint726Y" fmla="*/ 900011 h 6858000"/>
              <a:gd name="GluePoint727X" fmla="*/ 5870151 w 7369701"/>
              <a:gd name="GluePoint727Y" fmla="*/ 898890 h 6858000"/>
              <a:gd name="GluePoint728X" fmla="*/ 5861335 w 7369701"/>
              <a:gd name="GluePoint728Y" fmla="*/ 899177 h 6858000"/>
              <a:gd name="GluePoint729X" fmla="*/ 5843702 w 7369701"/>
              <a:gd name="GluePoint729Y" fmla="*/ 899748 h 6858000"/>
              <a:gd name="GluePoint730X" fmla="*/ 5651107 w 7369701"/>
              <a:gd name="GluePoint730Y" fmla="*/ 920306 h 6858000"/>
              <a:gd name="GluePoint731X" fmla="*/ 5459407 w 7369701"/>
              <a:gd name="GluePoint731Y" fmla="*/ 940975 h 6858000"/>
              <a:gd name="GluePoint732X" fmla="*/ 5374846 w 7369701"/>
              <a:gd name="GluePoint732Y" fmla="*/ 941988 h 6858000"/>
              <a:gd name="GluePoint733X" fmla="*/ 5256105 w 7369701"/>
              <a:gd name="GluePoint733Y" fmla="*/ 945632 h 6858000"/>
              <a:gd name="GluePoint734X" fmla="*/ 5107071 w 7369701"/>
              <a:gd name="GluePoint734Y" fmla="*/ 969720 h 6858000"/>
              <a:gd name="GluePoint735X" fmla="*/ 4998681 w 7369701"/>
              <a:gd name="GluePoint735Y" fmla="*/ 988771 h 6858000"/>
              <a:gd name="GluePoint736X" fmla="*/ 5870151 w 7369701"/>
              <a:gd name="GluePoint736Y" fmla="*/ 898890 h 6858000"/>
              <a:gd name="GluePoint737X" fmla="*/ 5504425 w 7369701"/>
              <a:gd name="GluePoint737Y" fmla="*/ 848067 h 6858000"/>
              <a:gd name="GluePoint738X" fmla="*/ 4968849 w 7369701"/>
              <a:gd name="GluePoint738Y" fmla="*/ 962318 h 6858000"/>
              <a:gd name="GluePoint739X" fmla="*/ 5104039 w 7369701"/>
              <a:gd name="GluePoint739Y" fmla="*/ 940634 h 6858000"/>
              <a:gd name="GluePoint740X" fmla="*/ 5256311 w 7369701"/>
              <a:gd name="GluePoint740Y" fmla="*/ 916490 h 6858000"/>
              <a:gd name="GluePoint741X" fmla="*/ 5377381 w 7369701"/>
              <a:gd name="GluePoint741Y" fmla="*/ 912671 h 6858000"/>
              <a:gd name="GluePoint742X" fmla="*/ 5460148 w 7369701"/>
              <a:gd name="GluePoint742Y" fmla="*/ 911442 h 6858000"/>
              <a:gd name="GluePoint743X" fmla="*/ 5648971 w 7369701"/>
              <a:gd name="GluePoint743Y" fmla="*/ 891331 h 6858000"/>
              <a:gd name="GluePoint744X" fmla="*/ 5844807 w 7369701"/>
              <a:gd name="GluePoint744Y" fmla="*/ 870718 h 6858000"/>
              <a:gd name="GluePoint745X" fmla="*/ 5862975 w 7369701"/>
              <a:gd name="GluePoint745Y" fmla="*/ 869756 h 6858000"/>
              <a:gd name="GluePoint746X" fmla="*/ 5920887 w 7369701"/>
              <a:gd name="GluePoint746Y" fmla="*/ 865929 h 6858000"/>
              <a:gd name="GluePoint747X" fmla="*/ 5504425 w 7369701"/>
              <a:gd name="GluePoint747Y" fmla="*/ 848067 h 6858000"/>
              <a:gd name="GluePoint748X" fmla="*/ 3607114 w 7369701"/>
              <a:gd name="GluePoint748Y" fmla="*/ 467441 h 6858000"/>
              <a:gd name="GluePoint749X" fmla="*/ 3296242 w 7369701"/>
              <a:gd name="GluePoint749Y" fmla="*/ 807991 h 6858000"/>
              <a:gd name="GluePoint750X" fmla="*/ 3174674 w 7369701"/>
              <a:gd name="GluePoint750Y" fmla="*/ 919759 h 6858000"/>
              <a:gd name="GluePoint751X" fmla="*/ 3042978 w 7369701"/>
              <a:gd name="GluePoint751Y" fmla="*/ 1054894 h 6858000"/>
              <a:gd name="GluePoint752X" fmla="*/ 2968914 w 7369701"/>
              <a:gd name="GluePoint752Y" fmla="*/ 1133756 h 6858000"/>
              <a:gd name="GluePoint753X" fmla="*/ 3103823 w 7369701"/>
              <a:gd name="GluePoint753Y" fmla="*/ 1026814 h 6858000"/>
              <a:gd name="GluePoint754X" fmla="*/ 3607114 w 7369701"/>
              <a:gd name="GluePoint754Y" fmla="*/ 467441 h 6858000"/>
              <a:gd name="GluePoint755X" fmla="*/ 3744487 w 7369701"/>
              <a:gd name="GluePoint755Y" fmla="*/ 383136 h 6858000"/>
              <a:gd name="GluePoint756X" fmla="*/ 3970213 w 7369701"/>
              <a:gd name="GluePoint756Y" fmla="*/ 995559 h 6858000"/>
              <a:gd name="GluePoint757X" fmla="*/ 3744487 w 7369701"/>
              <a:gd name="GluePoint757Y" fmla="*/ 383136 h 6858000"/>
              <a:gd name="GluePoint758X" fmla="*/ 3624562 w 7369701"/>
              <a:gd name="GluePoint758Y" fmla="*/ 367041 h 6858000"/>
              <a:gd name="GluePoint759X" fmla="*/ 3489712 w 7369701"/>
              <a:gd name="GluePoint759Y" fmla="*/ 485386 h 6858000"/>
              <a:gd name="GluePoint760X" fmla="*/ 3182994 w 7369701"/>
              <a:gd name="GluePoint760Y" fmla="*/ 828265 h 6858000"/>
              <a:gd name="GluePoint761X" fmla="*/ 2892114 w 7369701"/>
              <a:gd name="GluePoint761Y" fmla="*/ 1172635 h 6858000"/>
              <a:gd name="GluePoint762X" fmla="*/ 3021459 w 7369701"/>
              <a:gd name="GluePoint762Y" fmla="*/ 1035385 h 6858000"/>
              <a:gd name="GluePoint763X" fmla="*/ 3153873 w 7369701"/>
              <a:gd name="GluePoint763Y" fmla="*/ 898971 h 6858000"/>
              <a:gd name="GluePoint764X" fmla="*/ 3276511 w 7369701"/>
              <a:gd name="GluePoint764Y" fmla="*/ 786423 h 6858000"/>
              <a:gd name="GluePoint765X" fmla="*/ 3584154 w 7369701"/>
              <a:gd name="GluePoint765Y" fmla="*/ 448218 h 6858000"/>
              <a:gd name="GluePoint766X" fmla="*/ 3624562 w 7369701"/>
              <a:gd name="GluePoint766Y" fmla="*/ 367041 h 6858000"/>
              <a:gd name="GluePoint767X" fmla="*/ 3766672 w 7369701"/>
              <a:gd name="GluePoint767Y" fmla="*/ 359429 h 6858000"/>
              <a:gd name="GluePoint768X" fmla="*/ 3996338 w 7369701"/>
              <a:gd name="GluePoint768Y" fmla="*/ 968237 h 6858000"/>
              <a:gd name="GluePoint769X" fmla="*/ 3766672 w 7369701"/>
              <a:gd name="GluePoint769Y" fmla="*/ 359429 h 6858000"/>
              <a:gd name="GluePoint770X" fmla="*/ 5805386 w 7369701"/>
              <a:gd name="GluePoint770Y" fmla="*/ 239240 h 6858000"/>
              <a:gd name="GluePoint771X" fmla="*/ 5736947 w 7369701"/>
              <a:gd name="GluePoint771Y" fmla="*/ 261367 h 6858000"/>
              <a:gd name="GluePoint772X" fmla="*/ 5427012 w 7369701"/>
              <a:gd name="GluePoint772Y" fmla="*/ 311272 h 6858000"/>
              <a:gd name="GluePoint773X" fmla="*/ 5147818 w 7369701"/>
              <a:gd name="GluePoint773Y" fmla="*/ 322112 h 6858000"/>
              <a:gd name="GluePoint774X" fmla="*/ 5060854 w 7369701"/>
              <a:gd name="GluePoint774Y" fmla="*/ 311882 h 6858000"/>
              <a:gd name="GluePoint775X" fmla="*/ 4945989 w 7369701"/>
              <a:gd name="GluePoint775Y" fmla="*/ 300516 h 6858000"/>
              <a:gd name="GluePoint776X" fmla="*/ 5410479 w 7369701"/>
              <a:gd name="GluePoint776Y" fmla="*/ 348434 h 6858000"/>
              <a:gd name="GluePoint777X" fmla="*/ 5805386 w 7369701"/>
              <a:gd name="GluePoint777Y" fmla="*/ 239240 h 6858000"/>
              <a:gd name="GluePoint778X" fmla="*/ 5905192 w 7369701"/>
              <a:gd name="GluePoint778Y" fmla="*/ 163079 h 6858000"/>
              <a:gd name="GluePoint779X" fmla="*/ 5865655 w 7369701"/>
              <a:gd name="GluePoint779Y" fmla="*/ 171901 h 6858000"/>
              <a:gd name="GluePoint780X" fmla="*/ 5259740 w 7369701"/>
              <a:gd name="GluePoint780Y" fmla="*/ 257013 h 6858000"/>
              <a:gd name="GluePoint781X" fmla="*/ 5208466 w 7369701"/>
              <a:gd name="GluePoint781Y" fmla="*/ 257550 h 6858000"/>
              <a:gd name="GluePoint782X" fmla="*/ 4980204 w 7369701"/>
              <a:gd name="GluePoint782Y" fmla="*/ 271903 h 6858000"/>
              <a:gd name="GluePoint783X" fmla="*/ 5068068 w 7369701"/>
              <a:gd name="GluePoint783Y" fmla="*/ 282244 h 6858000"/>
              <a:gd name="GluePoint784X" fmla="*/ 5153231 w 7369701"/>
              <a:gd name="GluePoint784Y" fmla="*/ 292240 h 6858000"/>
              <a:gd name="GluePoint785X" fmla="*/ 5426491 w 7369701"/>
              <a:gd name="GluePoint785Y" fmla="*/ 281128 h 6858000"/>
              <a:gd name="GluePoint786X" fmla="*/ 5731212 w 7369701"/>
              <a:gd name="GluePoint786Y" fmla="*/ 231951 h 6858000"/>
              <a:gd name="GluePoint787X" fmla="*/ 5905192 w 7369701"/>
              <a:gd name="GluePoint787Y" fmla="*/ 163079 h 6858000"/>
              <a:gd name="GluePoint788X" fmla="*/ 5944437 w 7369701"/>
              <a:gd name="GluePoint788Y" fmla="*/ 113829 h 6858000"/>
              <a:gd name="GluePoint789X" fmla="*/ 5825032 w 7369701"/>
              <a:gd name="GluePoint789Y" fmla="*/ 146405 h 6858000"/>
              <a:gd name="GluePoint790X" fmla="*/ 4955599 w 7369701"/>
              <a:gd name="GluePoint790Y" fmla="*/ 247008 h 6858000"/>
              <a:gd name="GluePoint791X" fmla="*/ 5210104 w 7369701"/>
              <a:gd name="GluePoint791Y" fmla="*/ 228123 h 6858000"/>
              <a:gd name="GluePoint792X" fmla="*/ 5261015 w 7369701"/>
              <a:gd name="GluePoint792Y" fmla="*/ 227087 h 6858000"/>
              <a:gd name="GluePoint793X" fmla="*/ 5861181 w 7369701"/>
              <a:gd name="GluePoint793Y" fmla="*/ 143093 h 6858000"/>
              <a:gd name="GluePoint794X" fmla="*/ 5961252 w 7369701"/>
              <a:gd name="GluePoint794Y" fmla="*/ 114820 h 6858000"/>
              <a:gd name="GluePoint795X" fmla="*/ 5944437 w 7369701"/>
              <a:gd name="GluePoint795Y" fmla="*/ 113829 h 6858000"/>
              <a:gd name="GluePoint796X" fmla="*/ 3882765 w 7369701"/>
              <a:gd name="GluePoint796Y" fmla="*/ 0 h 6858000"/>
              <a:gd name="GluePoint797X" fmla="*/ 3995099 w 7369701"/>
              <a:gd name="GluePoint797Y" fmla="*/ 0 h 6858000"/>
              <a:gd name="GluePoint798X" fmla="*/ 4163818 w 7369701"/>
              <a:gd name="GluePoint798Y" fmla="*/ 234104 h 6858000"/>
              <a:gd name="GluePoint799X" fmla="*/ 4172099 w 7369701"/>
              <a:gd name="GluePoint799Y" fmla="*/ 234207 h 6858000"/>
              <a:gd name="GluePoint800X" fmla="*/ 4784282 w 7369701"/>
              <a:gd name="GluePoint800Y" fmla="*/ 276561 h 6858000"/>
              <a:gd name="GluePoint801X" fmla="*/ 4801687 w 7369701"/>
              <a:gd name="GluePoint801Y" fmla="*/ 267764 h 6858000"/>
              <a:gd name="GluePoint802X" fmla="*/ 6082788 w 7369701"/>
              <a:gd name="GluePoint802Y" fmla="*/ 64119 h 6858000"/>
              <a:gd name="GluePoint803X" fmla="*/ 6099442 w 7369701"/>
              <a:gd name="GluePoint803Y" fmla="*/ 82568 h 6858000"/>
              <a:gd name="GluePoint804X" fmla="*/ 4804137 w 7369701"/>
              <a:gd name="GluePoint804Y" fmla="*/ 320931 h 6858000"/>
              <a:gd name="GluePoint805X" fmla="*/ 4227047 w 7369701"/>
              <a:gd name="GluePoint805Y" fmla="*/ 313415 h 6858000"/>
              <a:gd name="GluePoint806X" fmla="*/ 4346041 w 7369701"/>
              <a:gd name="GluePoint806Y" fmla="*/ 456086 h 6858000"/>
              <a:gd name="GluePoint807X" fmla="*/ 4870967 w 7369701"/>
              <a:gd name="GluePoint807Y" fmla="*/ 963061 h 6858000"/>
              <a:gd name="GluePoint808X" fmla="*/ 4889647 w 7369701"/>
              <a:gd name="GluePoint808Y" fmla="*/ 957147 h 6858000"/>
              <a:gd name="GluePoint809X" fmla="*/ 5422504 w 7369701"/>
              <a:gd name="GluePoint809Y" fmla="*/ 805191 h 6858000"/>
              <a:gd name="GluePoint810X" fmla="*/ 6087656 w 7369701"/>
              <a:gd name="GluePoint810Y" fmla="*/ 826703 h 6858000"/>
              <a:gd name="GluePoint811X" fmla="*/ 6058717 w 7369701"/>
              <a:gd name="GluePoint811Y" fmla="*/ 865992 h 6858000"/>
              <a:gd name="GluePoint812X" fmla="*/ 4974153 w 7369701"/>
              <a:gd name="GluePoint812Y" fmla="*/ 1045456 h 6858000"/>
              <a:gd name="GluePoint813X" fmla="*/ 5627835 w 7369701"/>
              <a:gd name="GluePoint813Y" fmla="*/ 1472077 h 6858000"/>
              <a:gd name="GluePoint814X" fmla="*/ 5629817 w 7369701"/>
              <a:gd name="GluePoint814Y" fmla="*/ 1471412 h 6858000"/>
              <a:gd name="GluePoint815X" fmla="*/ 5634124 w 7369701"/>
              <a:gd name="GluePoint815Y" fmla="*/ 1470572 h 6858000"/>
              <a:gd name="GluePoint816X" fmla="*/ 5755832 w 7369701"/>
              <a:gd name="GluePoint816Y" fmla="*/ 1383886 h 6858000"/>
              <a:gd name="GluePoint817X" fmla="*/ 6014186 w 7369701"/>
              <a:gd name="GluePoint817Y" fmla="*/ 1279799 h 6858000"/>
              <a:gd name="GluePoint818X" fmla="*/ 6901619 w 7369701"/>
              <a:gd name="GluePoint818Y" fmla="*/ 1047874 h 6858000"/>
              <a:gd name="GluePoint819X" fmla="*/ 6931566 w 7369701"/>
              <a:gd name="GluePoint819Y" fmla="*/ 1062034 h 6858000"/>
              <a:gd name="GluePoint820X" fmla="*/ 5790982 w 7369701"/>
              <a:gd name="GluePoint820Y" fmla="*/ 1561380 h 6858000"/>
              <a:gd name="GluePoint821X" fmla="*/ 6188971 w 7369701"/>
              <a:gd name="GluePoint821Y" fmla="*/ 1755168 h 6858000"/>
              <a:gd name="GluePoint822X" fmla="*/ 6202446 w 7369701"/>
              <a:gd name="GluePoint822Y" fmla="*/ 1752268 h 6858000"/>
              <a:gd name="GluePoint823X" fmla="*/ 7179560 w 7369701"/>
              <a:gd name="GluePoint823Y" fmla="*/ 1467551 h 6858000"/>
              <a:gd name="GluePoint824X" fmla="*/ 7158730 w 7369701"/>
              <a:gd name="GluePoint824Y" fmla="*/ 1507835 h 6858000"/>
              <a:gd name="GluePoint825X" fmla="*/ 6326959 w 7369701"/>
              <a:gd name="GluePoint825Y" fmla="*/ 1817686 h 6858000"/>
              <a:gd name="GluePoint826X" fmla="*/ 6537433 w 7369701"/>
              <a:gd name="GluePoint826Y" fmla="*/ 1907790 h 6858000"/>
              <a:gd name="GluePoint827X" fmla="*/ 6550221 w 7369701"/>
              <a:gd name="GluePoint827Y" fmla="*/ 1910729 h 6858000"/>
              <a:gd name="GluePoint828X" fmla="*/ 6964438 w 7369701"/>
              <a:gd name="GluePoint828Y" fmla="*/ 2209505 h 6858000"/>
              <a:gd name="GluePoint829X" fmla="*/ 7367862 w 7369701"/>
              <a:gd name="GluePoint829Y" fmla="*/ 2806833 h 6858000"/>
              <a:gd name="GluePoint830X" fmla="*/ 7364329 w 7369701"/>
              <a:gd name="GluePoint830Y" fmla="*/ 2826907 h 6858000"/>
              <a:gd name="GluePoint831X" fmla="*/ 7290545 w 7369701"/>
              <a:gd name="GluePoint831Y" fmla="*/ 2850663 h 6858000"/>
              <a:gd name="GluePoint832X" fmla="*/ 6472036 w 7369701"/>
              <a:gd name="GluePoint832Y" fmla="*/ 1959003 h 6858000"/>
              <a:gd name="GluePoint833X" fmla="*/ 5792897 w 7369701"/>
              <a:gd name="GluePoint833Y" fmla="*/ 1647747 h 6858000"/>
              <a:gd name="GluePoint834X" fmla="*/ 5842751 w 7369701"/>
              <a:gd name="GluePoint834Y" fmla="*/ 1816112 h 6858000"/>
              <a:gd name="GluePoint835X" fmla="*/ 5847424 w 7369701"/>
              <a:gd name="GluePoint835Y" fmla="*/ 1815776 h 6858000"/>
              <a:gd name="GluePoint836X" fmla="*/ 6399821 w 7369701"/>
              <a:gd name="GluePoint836Y" fmla="*/ 2344799 h 6858000"/>
              <a:gd name="GluePoint837X" fmla="*/ 6323232 w 7369701"/>
              <a:gd name="GluePoint837Y" fmla="*/ 2389634 h 6858000"/>
              <a:gd name="GluePoint838X" fmla="*/ 5942958 w 7369701"/>
              <a:gd name="GluePoint838Y" fmla="*/ 2077708 h 6858000"/>
              <a:gd name="GluePoint839X" fmla="*/ 5921559 w 7369701"/>
              <a:gd name="GluePoint839Y" fmla="*/ 2378596 h 6858000"/>
              <a:gd name="GluePoint840X" fmla="*/ 5817651 w 7369701"/>
              <a:gd name="GluePoint840Y" fmla="*/ 3023919 h 6858000"/>
              <a:gd name="GluePoint841X" fmla="*/ 5729634 w 7369701"/>
              <a:gd name="GluePoint841Y" fmla="*/ 3051849 h 6858000"/>
              <a:gd name="GluePoint842X" fmla="*/ 5611018 w 7369701"/>
              <a:gd name="GluePoint842Y" fmla="*/ 2316769 h 6858000"/>
              <a:gd name="GluePoint843X" fmla="*/ 5687608 w 7369701"/>
              <a:gd name="GluePoint843Y" fmla="*/ 2039972 h 6858000"/>
              <a:gd name="GluePoint844X" fmla="*/ 5657554 w 7369701"/>
              <a:gd name="GluePoint844Y" fmla="*/ 1576445 h 6858000"/>
              <a:gd name="GluePoint845X" fmla="*/ 5150475 w 7369701"/>
              <a:gd name="GluePoint845Y" fmla="*/ 1274012 h 6858000"/>
              <a:gd name="GluePoint846X" fmla="*/ 5349142 w 7369701"/>
              <a:gd name="GluePoint846Y" fmla="*/ 2204405 h 6858000"/>
              <a:gd name="GluePoint847X" fmla="*/ 5262214 w 7369701"/>
              <a:gd name="GluePoint847Y" fmla="*/ 2233836 h 6858000"/>
              <a:gd name="GluePoint848X" fmla="*/ 4981539 w 7369701"/>
              <a:gd name="GluePoint848Y" fmla="*/ 1542201 h 6858000"/>
              <a:gd name="GluePoint849X" fmla="*/ 4958461 w 7369701"/>
              <a:gd name="GluePoint849Y" fmla="*/ 1136957 h 6858000"/>
              <a:gd name="GluePoint850X" fmla="*/ 4655015 w 7369701"/>
              <a:gd name="GluePoint850Y" fmla="*/ 891426 h 6858000"/>
              <a:gd name="GluePoint851X" fmla="*/ 4348002 w 7369701"/>
              <a:gd name="GluePoint851Y" fmla="*/ 2205895 h 6858000"/>
              <a:gd name="GluePoint852X" fmla="*/ 4262250 w 7369701"/>
              <a:gd name="GluePoint852Y" fmla="*/ 2219972 h 6858000"/>
              <a:gd name="GluePoint853X" fmla="*/ 4550611 w 7369701"/>
              <a:gd name="GluePoint853Y" fmla="*/ 817540 h 6858000"/>
              <a:gd name="GluePoint854X" fmla="*/ 4564418 w 7369701"/>
              <a:gd name="GluePoint854Y" fmla="*/ 808293 h 6858000"/>
              <a:gd name="GluePoint855X" fmla="*/ 4266388 w 7369701"/>
              <a:gd name="GluePoint855Y" fmla="*/ 500083 h 6858000"/>
              <a:gd name="GluePoint856X" fmla="*/ 4032842 w 7369701"/>
              <a:gd name="GluePoint856Y" fmla="*/ 211809 h 6858000"/>
              <a:gd name="GluePoint857X" fmla="*/ 3882765 w 7369701"/>
              <a:gd name="GluePoint857Y" fmla="*/ 0 h 6858000"/>
              <a:gd name="GluePoint858X" fmla="*/ 3721337 w 7369701"/>
              <a:gd name="GluePoint858Y" fmla="*/ 0 h 6858000"/>
              <a:gd name="GluePoint859X" fmla="*/ 3797544 w 7369701"/>
              <a:gd name="GluePoint859Y" fmla="*/ 0 h 6858000"/>
              <a:gd name="GluePoint860X" fmla="*/ 3775734 w 7369701"/>
              <a:gd name="GluePoint860Y" fmla="*/ 95131 h 6858000"/>
              <a:gd name="GluePoint861X" fmla="*/ 3724807 w 7369701"/>
              <a:gd name="GluePoint861Y" fmla="*/ 272257 h 6858000"/>
              <a:gd name="GluePoint862X" fmla="*/ 3726844 w 7369701"/>
              <a:gd name="GluePoint862Y" fmla="*/ 282988 h 6858000"/>
              <a:gd name="GluePoint863X" fmla="*/ 3742664 w 7369701"/>
              <a:gd name="GluePoint863Y" fmla="*/ 279918 h 6858000"/>
              <a:gd name="GluePoint864X" fmla="*/ 4103910 w 7369701"/>
              <a:gd name="GluePoint864Y" fmla="*/ 1161917 h 6858000"/>
              <a:gd name="GluePoint865X" fmla="*/ 4020269 w 7369701"/>
              <a:gd name="GluePoint865Y" fmla="*/ 1200406 h 6858000"/>
              <a:gd name="GluePoint866X" fmla="*/ 3674882 w 7369701"/>
              <a:gd name="GluePoint866Y" fmla="*/ 488524 h 6858000"/>
              <a:gd name="GluePoint867X" fmla="*/ 3132682 w 7369701"/>
              <a:gd name="GluePoint867Y" fmla="*/ 1072284 h 6858000"/>
              <a:gd name="GluePoint868X" fmla="*/ 2716346 w 7369701"/>
              <a:gd name="GluePoint868Y" fmla="*/ 1276376 h 6858000"/>
              <a:gd name="GluePoint869X" fmla="*/ 2716772 w 7369701"/>
              <a:gd name="GluePoint869Y" fmla="*/ 1255462 h 6858000"/>
              <a:gd name="GluePoint870X" fmla="*/ 3471096 w 7369701"/>
              <a:gd name="GluePoint870Y" fmla="*/ 437072 h 6858000"/>
              <a:gd name="GluePoint871X" fmla="*/ 3639057 w 7369701"/>
              <a:gd name="GluePoint871Y" fmla="*/ 286334 h 6858000"/>
              <a:gd name="GluePoint872X" fmla="*/ 3640309 w 7369701"/>
              <a:gd name="GluePoint872Y" fmla="*/ 284664 h 6858000"/>
              <a:gd name="GluePoint873X" fmla="*/ 3646022 w 7369701"/>
              <a:gd name="GluePoint873Y" fmla="*/ 276711 h 6858000"/>
              <a:gd name="GluePoint874X" fmla="*/ 3707943 w 7369701"/>
              <a:gd name="GluePoint874Y" fmla="*/ 65958 h 6858000"/>
              <a:gd name="GluePoint875X" fmla="*/ 3721337 w 7369701"/>
              <a:gd name="GluePoint875Y" fmla="*/ 0 h 6858000"/>
              <a:gd name="GluePoint876X" fmla="*/ 2867960 w 7369701"/>
              <a:gd name="GluePoint876Y" fmla="*/ 0 h 6858000"/>
              <a:gd name="GluePoint877X" fmla="*/ 2926351 w 7369701"/>
              <a:gd name="GluePoint877Y" fmla="*/ 0 h 6858000"/>
              <a:gd name="GluePoint878X" fmla="*/ 2902823 w 7369701"/>
              <a:gd name="GluePoint878Y" fmla="*/ 262929 h 6858000"/>
              <a:gd name="GluePoint879X" fmla="*/ 2940663 w 7369701"/>
              <a:gd name="GluePoint879Y" fmla="*/ 140884 h 6858000"/>
              <a:gd name="GluePoint880X" fmla="*/ 2947039 w 7369701"/>
              <a:gd name="GluePoint880Y" fmla="*/ 122524 h 6858000"/>
              <a:gd name="GluePoint881X" fmla="*/ 2984316 w 7369701"/>
              <a:gd name="GluePoint881Y" fmla="*/ 0 h 6858000"/>
              <a:gd name="GluePoint882X" fmla="*/ 3016114 w 7369701"/>
              <a:gd name="GluePoint882Y" fmla="*/ 0 h 6858000"/>
              <a:gd name="GluePoint883X" fmla="*/ 2979949 w 7369701"/>
              <a:gd name="GluePoint883Y" fmla="*/ 119274 h 6858000"/>
              <a:gd name="GluePoint884X" fmla="*/ 3023879 w 7369701"/>
              <a:gd name="GluePoint884Y" fmla="*/ 0 h 6858000"/>
              <a:gd name="GluePoint885X" fmla="*/ 3105400 w 7369701"/>
              <a:gd name="GluePoint885Y" fmla="*/ 0 h 6858000"/>
              <a:gd name="GluePoint886X" fmla="*/ 3094669 w 7369701"/>
              <a:gd name="GluePoint886Y" fmla="*/ 30308 h 6858000"/>
              <a:gd name="GluePoint887X" fmla="*/ 2901945 w 7369701"/>
              <a:gd name="GluePoint887Y" fmla="*/ 466538 h 6858000"/>
              <a:gd name="GluePoint888X" fmla="*/ 2815209 w 7369701"/>
              <a:gd name="GluePoint888Y" fmla="*/ 497361 h 6858000"/>
              <a:gd name="GluePoint889X" fmla="*/ 2844845 w 7369701"/>
              <a:gd name="GluePoint889Y" fmla="*/ 127638 h 6858000"/>
              <a:gd name="GluePoint890X" fmla="*/ 2867960 w 7369701"/>
              <a:gd name="GluePoint890Y" fmla="*/ 0 h 6858000"/>
              <a:gd name="GluePoint891X" fmla="*/ 1057230 w 7369701"/>
              <a:gd name="GluePoint891Y" fmla="*/ 0 h 6858000"/>
              <a:gd name="GluePoint892X" fmla="*/ 1111003 w 7369701"/>
              <a:gd name="GluePoint892Y" fmla="*/ 0 h 6858000"/>
              <a:gd name="GluePoint893X" fmla="*/ 1125553 w 7369701"/>
              <a:gd name="GluePoint893Y" fmla="*/ 52588 h 6858000"/>
              <a:gd name="GluePoint894X" fmla="*/ 1304276 w 7369701"/>
              <a:gd name="GluePoint894Y" fmla="*/ 476275 h 6858000"/>
              <a:gd name="GluePoint895X" fmla="*/ 1492066 w 7369701"/>
              <a:gd name="GluePoint895Y" fmla="*/ 886333 h 6858000"/>
              <a:gd name="GluePoint896X" fmla="*/ 1423698 w 7369701"/>
              <a:gd name="GluePoint896Y" fmla="*/ 710817 h 6858000"/>
              <a:gd name="GluePoint897X" fmla="*/ 1357609 w 7369701"/>
              <a:gd name="GluePoint897Y" fmla="*/ 532892 h 6858000"/>
              <a:gd name="GluePoint898X" fmla="*/ 1309550 w 7369701"/>
              <a:gd name="GluePoint898Y" fmla="*/ 374031 h 6858000"/>
              <a:gd name="GluePoint899X" fmla="*/ 1193673 w 7369701"/>
              <a:gd name="GluePoint899Y" fmla="*/ 49533 h 6858000"/>
              <a:gd name="GluePoint900X" fmla="*/ 1164391 w 7369701"/>
              <a:gd name="GluePoint900Y" fmla="*/ 0 h 6858000"/>
              <a:gd name="GluePoint901X" fmla="*/ 1200666 w 7369701"/>
              <a:gd name="GluePoint901Y" fmla="*/ 0 h 6858000"/>
              <a:gd name="GluePoint902X" fmla="*/ 1223408 w 7369701"/>
              <a:gd name="GluePoint902Y" fmla="*/ 38996 h 6858000"/>
              <a:gd name="GluePoint903X" fmla="*/ 1339635 w 7369701"/>
              <a:gd name="GluePoint903Y" fmla="*/ 365517 h 6858000"/>
              <a:gd name="GluePoint904X" fmla="*/ 1387469 w 7369701"/>
              <a:gd name="GluePoint904Y" fmla="*/ 523079 h 6858000"/>
              <a:gd name="GluePoint905X" fmla="*/ 1452685 w 7369701"/>
              <a:gd name="GluePoint905Y" fmla="*/ 699806 h 6858000"/>
              <a:gd name="GluePoint906X" fmla="*/ 1492092 w 7369701"/>
              <a:gd name="GluePoint906Y" fmla="*/ 800424 h 6858000"/>
              <a:gd name="GluePoint907X" fmla="*/ 1455302 w 7369701"/>
              <a:gd name="GluePoint907Y" fmla="*/ 632913 h 6858000"/>
              <a:gd name="GluePoint908X" fmla="*/ 1222336 w 7369701"/>
              <a:gd name="GluePoint908Y" fmla="*/ 9480 h 6858000"/>
              <a:gd name="GluePoint909X" fmla="*/ 1214634 w 7369701"/>
              <a:gd name="GluePoint909Y" fmla="*/ 0 h 6858000"/>
              <a:gd name="GluePoint910X" fmla="*/ 1289827 w 7369701"/>
              <a:gd name="GluePoint910Y" fmla="*/ 0 h 6858000"/>
              <a:gd name="GluePoint911X" fmla="*/ 1321076 w 7369701"/>
              <a:gd name="GluePoint911Y" fmla="*/ 59722 h 6858000"/>
              <a:gd name="GluePoint912X" fmla="*/ 1512579 w 7369701"/>
              <a:gd name="GluePoint912Y" fmla="*/ 626441 h 6858000"/>
              <a:gd name="GluePoint913X" fmla="*/ 1506076 w 7369701"/>
              <a:gd name="GluePoint913Y" fmla="*/ 1089289 h 6858000"/>
              <a:gd name="GluePoint914X" fmla="*/ 1486346 w 7369701"/>
              <a:gd name="GluePoint914Y" fmla="*/ 1079919 h 6858000"/>
              <a:gd name="GluePoint915X" fmla="*/ 1070511 w 7369701"/>
              <a:gd name="GluePoint915Y" fmla="*/ 48609 h 6858000"/>
              <a:gd name="GluePoint916X" fmla="*/ 1057230 w 7369701"/>
              <a:gd name="GluePoint916Y" fmla="*/ 0 h 6858000"/>
              <a:gd name="GluePoint917X" fmla="*/ 43151 w 7369701"/>
              <a:gd name="GluePoint917Y" fmla="*/ 0 h 6858000"/>
              <a:gd name="GluePoint918X" fmla="*/ 95283 w 7369701"/>
              <a:gd name="GluePoint918Y" fmla="*/ 0 h 6858000"/>
              <a:gd name="GluePoint919X" fmla="*/ 300708 w 7369701"/>
              <a:gd name="GluePoint919Y" fmla="*/ 154571 h 6858000"/>
              <a:gd name="GluePoint920X" fmla="*/ 530414 w 7369701"/>
              <a:gd name="GluePoint920Y" fmla="*/ 354673 h 6858000"/>
              <a:gd name="GluePoint921X" fmla="*/ 333785 w 7369701"/>
              <a:gd name="GluePoint921Y" fmla="*/ 161564 h 6858000"/>
              <a:gd name="GluePoint922X" fmla="*/ 147005 w 7369701"/>
              <a:gd name="GluePoint922Y" fmla="*/ 0 h 6858000"/>
              <a:gd name="GluePoint923X" fmla="*/ 272509 w 7369701"/>
              <a:gd name="GluePoint923Y" fmla="*/ 0 h 6858000"/>
              <a:gd name="GluePoint924X" fmla="*/ 326276 w 7369701"/>
              <a:gd name="GluePoint924Y" fmla="*/ 45847 h 6858000"/>
              <a:gd name="GluePoint925X" fmla="*/ 823759 w 7369701"/>
              <a:gd name="GluePoint925Y" fmla="*/ 574145 h 6858000"/>
              <a:gd name="GluePoint926X" fmla="*/ 811254 w 7369701"/>
              <a:gd name="GluePoint926Y" fmla="*/ 665546 h 6858000"/>
              <a:gd name="GluePoint927X" fmla="*/ 154042 w 7369701"/>
              <a:gd name="GluePoint927Y" fmla="*/ 261522 h 6858000"/>
              <a:gd name="GluePoint928X" fmla="*/ 13550 w 7369701"/>
              <a:gd name="GluePoint928Y" fmla="*/ 158423 h 6858000"/>
              <a:gd name="GluePoint929X" fmla="*/ 0 w 7369701"/>
              <a:gd name="GluePoint929Y" fmla="*/ 146618 h 6858000"/>
              <a:gd name="GluePoint930X" fmla="*/ 0 w 7369701"/>
              <a:gd name="GluePoint930Y" fmla="*/ 59161 h 6858000"/>
              <a:gd name="GluePoint931X" fmla="*/ 45427 w 7369701"/>
              <a:gd name="GluePoint931Y" fmla="*/ 101078 h 6858000"/>
              <a:gd name="GluePoint932X" fmla="*/ 630103 w 7369701"/>
              <a:gd name="GluePoint932Y" fmla="*/ 485885 h 6858000"/>
              <a:gd name="GluePoint933X" fmla="*/ 532040 w 7369701"/>
              <a:gd name="GluePoint933Y" fmla="*/ 399359 h 6858000"/>
              <a:gd name="GluePoint934X" fmla="*/ 517618 w 7369701"/>
              <a:gd name="GluePoint934Y" fmla="*/ 385726 h 6858000"/>
              <a:gd name="GluePoint935X" fmla="*/ 285074 w 7369701"/>
              <a:gd name="GluePoint935Y" fmla="*/ 182755 h 6858000"/>
              <a:gd name="GluePoint936X" fmla="*/ 43151 w 7369701"/>
              <a:gd name="GluePoint936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  <a:cxn ang="0">
                <a:pos x="GluePoint137X" y="GluePoint137Y"/>
              </a:cxn>
              <a:cxn ang="0">
                <a:pos x="GluePoint138X" y="GluePoint138Y"/>
              </a:cxn>
              <a:cxn ang="0">
                <a:pos x="GluePoint139X" y="GluePoint139Y"/>
              </a:cxn>
              <a:cxn ang="0">
                <a:pos x="GluePoint140X" y="GluePoint140Y"/>
              </a:cxn>
              <a:cxn ang="0">
                <a:pos x="GluePoint141X" y="GluePoint141Y"/>
              </a:cxn>
              <a:cxn ang="0">
                <a:pos x="GluePoint142X" y="GluePoint142Y"/>
              </a:cxn>
              <a:cxn ang="0">
                <a:pos x="GluePoint143X" y="GluePoint143Y"/>
              </a:cxn>
              <a:cxn ang="0">
                <a:pos x="GluePoint144X" y="GluePoint144Y"/>
              </a:cxn>
              <a:cxn ang="0">
                <a:pos x="GluePoint145X" y="GluePoint145Y"/>
              </a:cxn>
              <a:cxn ang="0">
                <a:pos x="GluePoint146X" y="GluePoint146Y"/>
              </a:cxn>
              <a:cxn ang="0">
                <a:pos x="GluePoint147X" y="GluePoint147Y"/>
              </a:cxn>
              <a:cxn ang="0">
                <a:pos x="GluePoint148X" y="GluePoint148Y"/>
              </a:cxn>
              <a:cxn ang="0">
                <a:pos x="GluePoint149X" y="GluePoint149Y"/>
              </a:cxn>
              <a:cxn ang="0">
                <a:pos x="GluePoint150X" y="GluePoint150Y"/>
              </a:cxn>
              <a:cxn ang="0">
                <a:pos x="GluePoint151X" y="GluePoint151Y"/>
              </a:cxn>
              <a:cxn ang="0">
                <a:pos x="GluePoint152X" y="GluePoint152Y"/>
              </a:cxn>
              <a:cxn ang="0">
                <a:pos x="GluePoint153X" y="GluePoint153Y"/>
              </a:cxn>
              <a:cxn ang="0">
                <a:pos x="GluePoint154X" y="GluePoint154Y"/>
              </a:cxn>
              <a:cxn ang="0">
                <a:pos x="GluePoint155X" y="GluePoint155Y"/>
              </a:cxn>
              <a:cxn ang="0">
                <a:pos x="GluePoint156X" y="GluePoint156Y"/>
              </a:cxn>
              <a:cxn ang="0">
                <a:pos x="GluePoint157X" y="GluePoint157Y"/>
              </a:cxn>
              <a:cxn ang="0">
                <a:pos x="GluePoint158X" y="GluePoint158Y"/>
              </a:cxn>
              <a:cxn ang="0">
                <a:pos x="GluePoint159X" y="GluePoint159Y"/>
              </a:cxn>
              <a:cxn ang="0">
                <a:pos x="GluePoint160X" y="GluePoint160Y"/>
              </a:cxn>
              <a:cxn ang="0">
                <a:pos x="GluePoint161X" y="GluePoint161Y"/>
              </a:cxn>
              <a:cxn ang="0">
                <a:pos x="GluePoint162X" y="GluePoint162Y"/>
              </a:cxn>
              <a:cxn ang="0">
                <a:pos x="GluePoint163X" y="GluePoint163Y"/>
              </a:cxn>
              <a:cxn ang="0">
                <a:pos x="GluePoint164X" y="GluePoint164Y"/>
              </a:cxn>
              <a:cxn ang="0">
                <a:pos x="GluePoint165X" y="GluePoint165Y"/>
              </a:cxn>
              <a:cxn ang="0">
                <a:pos x="GluePoint166X" y="GluePoint166Y"/>
              </a:cxn>
              <a:cxn ang="0">
                <a:pos x="GluePoint167X" y="GluePoint167Y"/>
              </a:cxn>
              <a:cxn ang="0">
                <a:pos x="GluePoint168X" y="GluePoint168Y"/>
              </a:cxn>
              <a:cxn ang="0">
                <a:pos x="GluePoint169X" y="GluePoint169Y"/>
              </a:cxn>
              <a:cxn ang="0">
                <a:pos x="GluePoint170X" y="GluePoint170Y"/>
              </a:cxn>
              <a:cxn ang="0">
                <a:pos x="GluePoint171X" y="GluePoint171Y"/>
              </a:cxn>
              <a:cxn ang="0">
                <a:pos x="GluePoint172X" y="GluePoint172Y"/>
              </a:cxn>
              <a:cxn ang="0">
                <a:pos x="GluePoint173X" y="GluePoint173Y"/>
              </a:cxn>
              <a:cxn ang="0">
                <a:pos x="GluePoint174X" y="GluePoint174Y"/>
              </a:cxn>
              <a:cxn ang="0">
                <a:pos x="GluePoint175X" y="GluePoint175Y"/>
              </a:cxn>
              <a:cxn ang="0">
                <a:pos x="GluePoint176X" y="GluePoint176Y"/>
              </a:cxn>
              <a:cxn ang="0">
                <a:pos x="GluePoint177X" y="GluePoint177Y"/>
              </a:cxn>
              <a:cxn ang="0">
                <a:pos x="GluePoint178X" y="GluePoint178Y"/>
              </a:cxn>
              <a:cxn ang="0">
                <a:pos x="GluePoint179X" y="GluePoint179Y"/>
              </a:cxn>
              <a:cxn ang="0">
                <a:pos x="GluePoint180X" y="GluePoint180Y"/>
              </a:cxn>
              <a:cxn ang="0">
                <a:pos x="GluePoint181X" y="GluePoint181Y"/>
              </a:cxn>
              <a:cxn ang="0">
                <a:pos x="GluePoint182X" y="GluePoint182Y"/>
              </a:cxn>
              <a:cxn ang="0">
                <a:pos x="GluePoint183X" y="GluePoint183Y"/>
              </a:cxn>
              <a:cxn ang="0">
                <a:pos x="GluePoint184X" y="GluePoint184Y"/>
              </a:cxn>
              <a:cxn ang="0">
                <a:pos x="GluePoint185X" y="GluePoint185Y"/>
              </a:cxn>
              <a:cxn ang="0">
                <a:pos x="GluePoint186X" y="GluePoint186Y"/>
              </a:cxn>
              <a:cxn ang="0">
                <a:pos x="GluePoint187X" y="GluePoint187Y"/>
              </a:cxn>
              <a:cxn ang="0">
                <a:pos x="GluePoint188X" y="GluePoint188Y"/>
              </a:cxn>
              <a:cxn ang="0">
                <a:pos x="GluePoint189X" y="GluePoint189Y"/>
              </a:cxn>
              <a:cxn ang="0">
                <a:pos x="GluePoint190X" y="GluePoint190Y"/>
              </a:cxn>
              <a:cxn ang="0">
                <a:pos x="GluePoint191X" y="GluePoint191Y"/>
              </a:cxn>
              <a:cxn ang="0">
                <a:pos x="GluePoint192X" y="GluePoint192Y"/>
              </a:cxn>
              <a:cxn ang="0">
                <a:pos x="GluePoint193X" y="GluePoint193Y"/>
              </a:cxn>
              <a:cxn ang="0">
                <a:pos x="GluePoint194X" y="GluePoint194Y"/>
              </a:cxn>
              <a:cxn ang="0">
                <a:pos x="GluePoint195X" y="GluePoint195Y"/>
              </a:cxn>
              <a:cxn ang="0">
                <a:pos x="GluePoint196X" y="GluePoint196Y"/>
              </a:cxn>
              <a:cxn ang="0">
                <a:pos x="GluePoint197X" y="GluePoint197Y"/>
              </a:cxn>
              <a:cxn ang="0">
                <a:pos x="GluePoint198X" y="GluePoint198Y"/>
              </a:cxn>
              <a:cxn ang="0">
                <a:pos x="GluePoint199X" y="GluePoint199Y"/>
              </a:cxn>
              <a:cxn ang="0">
                <a:pos x="GluePoint200X" y="GluePoint200Y"/>
              </a:cxn>
              <a:cxn ang="0">
                <a:pos x="GluePoint201X" y="GluePoint201Y"/>
              </a:cxn>
              <a:cxn ang="0">
                <a:pos x="GluePoint202X" y="GluePoint202Y"/>
              </a:cxn>
              <a:cxn ang="0">
                <a:pos x="GluePoint203X" y="GluePoint203Y"/>
              </a:cxn>
              <a:cxn ang="0">
                <a:pos x="GluePoint204X" y="GluePoint204Y"/>
              </a:cxn>
              <a:cxn ang="0">
                <a:pos x="GluePoint205X" y="GluePoint205Y"/>
              </a:cxn>
              <a:cxn ang="0">
                <a:pos x="GluePoint206X" y="GluePoint206Y"/>
              </a:cxn>
              <a:cxn ang="0">
                <a:pos x="GluePoint207X" y="GluePoint207Y"/>
              </a:cxn>
              <a:cxn ang="0">
                <a:pos x="GluePoint208X" y="GluePoint208Y"/>
              </a:cxn>
              <a:cxn ang="0">
                <a:pos x="GluePoint209X" y="GluePoint209Y"/>
              </a:cxn>
              <a:cxn ang="0">
                <a:pos x="GluePoint210X" y="GluePoint210Y"/>
              </a:cxn>
              <a:cxn ang="0">
                <a:pos x="GluePoint211X" y="GluePoint211Y"/>
              </a:cxn>
              <a:cxn ang="0">
                <a:pos x="GluePoint212X" y="GluePoint212Y"/>
              </a:cxn>
              <a:cxn ang="0">
                <a:pos x="GluePoint213X" y="GluePoint213Y"/>
              </a:cxn>
              <a:cxn ang="0">
                <a:pos x="GluePoint214X" y="GluePoint214Y"/>
              </a:cxn>
              <a:cxn ang="0">
                <a:pos x="GluePoint215X" y="GluePoint215Y"/>
              </a:cxn>
              <a:cxn ang="0">
                <a:pos x="GluePoint216X" y="GluePoint216Y"/>
              </a:cxn>
              <a:cxn ang="0">
                <a:pos x="GluePoint217X" y="GluePoint217Y"/>
              </a:cxn>
              <a:cxn ang="0">
                <a:pos x="GluePoint218X" y="GluePoint218Y"/>
              </a:cxn>
              <a:cxn ang="0">
                <a:pos x="GluePoint219X" y="GluePoint219Y"/>
              </a:cxn>
              <a:cxn ang="0">
                <a:pos x="GluePoint220X" y="GluePoint220Y"/>
              </a:cxn>
              <a:cxn ang="0">
                <a:pos x="GluePoint221X" y="GluePoint221Y"/>
              </a:cxn>
              <a:cxn ang="0">
                <a:pos x="GluePoint222X" y="GluePoint222Y"/>
              </a:cxn>
              <a:cxn ang="0">
                <a:pos x="GluePoint223X" y="GluePoint223Y"/>
              </a:cxn>
              <a:cxn ang="0">
                <a:pos x="GluePoint224X" y="GluePoint224Y"/>
              </a:cxn>
              <a:cxn ang="0">
                <a:pos x="GluePoint225X" y="GluePoint225Y"/>
              </a:cxn>
              <a:cxn ang="0">
                <a:pos x="GluePoint226X" y="GluePoint226Y"/>
              </a:cxn>
              <a:cxn ang="0">
                <a:pos x="GluePoint227X" y="GluePoint227Y"/>
              </a:cxn>
              <a:cxn ang="0">
                <a:pos x="GluePoint228X" y="GluePoint228Y"/>
              </a:cxn>
              <a:cxn ang="0">
                <a:pos x="GluePoint229X" y="GluePoint229Y"/>
              </a:cxn>
              <a:cxn ang="0">
                <a:pos x="GluePoint230X" y="GluePoint230Y"/>
              </a:cxn>
              <a:cxn ang="0">
                <a:pos x="GluePoint231X" y="GluePoint231Y"/>
              </a:cxn>
              <a:cxn ang="0">
                <a:pos x="GluePoint232X" y="GluePoint232Y"/>
              </a:cxn>
              <a:cxn ang="0">
                <a:pos x="GluePoint233X" y="GluePoint233Y"/>
              </a:cxn>
              <a:cxn ang="0">
                <a:pos x="GluePoint234X" y="GluePoint234Y"/>
              </a:cxn>
              <a:cxn ang="0">
                <a:pos x="GluePoint235X" y="GluePoint235Y"/>
              </a:cxn>
              <a:cxn ang="0">
                <a:pos x="GluePoint236X" y="GluePoint236Y"/>
              </a:cxn>
              <a:cxn ang="0">
                <a:pos x="GluePoint237X" y="GluePoint237Y"/>
              </a:cxn>
              <a:cxn ang="0">
                <a:pos x="GluePoint238X" y="GluePoint238Y"/>
              </a:cxn>
              <a:cxn ang="0">
                <a:pos x="GluePoint239X" y="GluePoint239Y"/>
              </a:cxn>
              <a:cxn ang="0">
                <a:pos x="GluePoint240X" y="GluePoint240Y"/>
              </a:cxn>
              <a:cxn ang="0">
                <a:pos x="GluePoint241X" y="GluePoint241Y"/>
              </a:cxn>
              <a:cxn ang="0">
                <a:pos x="GluePoint242X" y="GluePoint242Y"/>
              </a:cxn>
              <a:cxn ang="0">
                <a:pos x="GluePoint243X" y="GluePoint243Y"/>
              </a:cxn>
              <a:cxn ang="0">
                <a:pos x="GluePoint244X" y="GluePoint244Y"/>
              </a:cxn>
              <a:cxn ang="0">
                <a:pos x="GluePoint245X" y="GluePoint245Y"/>
              </a:cxn>
              <a:cxn ang="0">
                <a:pos x="GluePoint246X" y="GluePoint246Y"/>
              </a:cxn>
              <a:cxn ang="0">
                <a:pos x="GluePoint247X" y="GluePoint247Y"/>
              </a:cxn>
              <a:cxn ang="0">
                <a:pos x="GluePoint248X" y="GluePoint248Y"/>
              </a:cxn>
              <a:cxn ang="0">
                <a:pos x="GluePoint249X" y="GluePoint249Y"/>
              </a:cxn>
              <a:cxn ang="0">
                <a:pos x="GluePoint250X" y="GluePoint250Y"/>
              </a:cxn>
              <a:cxn ang="0">
                <a:pos x="GluePoint251X" y="GluePoint251Y"/>
              </a:cxn>
              <a:cxn ang="0">
                <a:pos x="GluePoint252X" y="GluePoint252Y"/>
              </a:cxn>
              <a:cxn ang="0">
                <a:pos x="GluePoint253X" y="GluePoint253Y"/>
              </a:cxn>
              <a:cxn ang="0">
                <a:pos x="GluePoint254X" y="GluePoint254Y"/>
              </a:cxn>
              <a:cxn ang="0">
                <a:pos x="GluePoint255X" y="GluePoint255Y"/>
              </a:cxn>
              <a:cxn ang="0">
                <a:pos x="GluePoint256X" y="GluePoint256Y"/>
              </a:cxn>
              <a:cxn ang="0">
                <a:pos x="GluePoint257X" y="GluePoint257Y"/>
              </a:cxn>
              <a:cxn ang="0">
                <a:pos x="GluePoint258X" y="GluePoint258Y"/>
              </a:cxn>
              <a:cxn ang="0">
                <a:pos x="GluePoint259X" y="GluePoint259Y"/>
              </a:cxn>
              <a:cxn ang="0">
                <a:pos x="GluePoint260X" y="GluePoint260Y"/>
              </a:cxn>
              <a:cxn ang="0">
                <a:pos x="GluePoint261X" y="GluePoint261Y"/>
              </a:cxn>
              <a:cxn ang="0">
                <a:pos x="GluePoint262X" y="GluePoint262Y"/>
              </a:cxn>
              <a:cxn ang="0">
                <a:pos x="GluePoint263X" y="GluePoint263Y"/>
              </a:cxn>
              <a:cxn ang="0">
                <a:pos x="GluePoint264X" y="GluePoint264Y"/>
              </a:cxn>
              <a:cxn ang="0">
                <a:pos x="GluePoint265X" y="GluePoint265Y"/>
              </a:cxn>
              <a:cxn ang="0">
                <a:pos x="GluePoint266X" y="GluePoint266Y"/>
              </a:cxn>
              <a:cxn ang="0">
                <a:pos x="GluePoint267X" y="GluePoint267Y"/>
              </a:cxn>
              <a:cxn ang="0">
                <a:pos x="GluePoint268X" y="GluePoint268Y"/>
              </a:cxn>
              <a:cxn ang="0">
                <a:pos x="GluePoint269X" y="GluePoint269Y"/>
              </a:cxn>
              <a:cxn ang="0">
                <a:pos x="GluePoint270X" y="GluePoint270Y"/>
              </a:cxn>
              <a:cxn ang="0">
                <a:pos x="GluePoint271X" y="GluePoint271Y"/>
              </a:cxn>
              <a:cxn ang="0">
                <a:pos x="GluePoint272X" y="GluePoint272Y"/>
              </a:cxn>
              <a:cxn ang="0">
                <a:pos x="GluePoint273X" y="GluePoint273Y"/>
              </a:cxn>
              <a:cxn ang="0">
                <a:pos x="GluePoint274X" y="GluePoint274Y"/>
              </a:cxn>
              <a:cxn ang="0">
                <a:pos x="GluePoint275X" y="GluePoint275Y"/>
              </a:cxn>
              <a:cxn ang="0">
                <a:pos x="GluePoint276X" y="GluePoint276Y"/>
              </a:cxn>
              <a:cxn ang="0">
                <a:pos x="GluePoint277X" y="GluePoint277Y"/>
              </a:cxn>
              <a:cxn ang="0">
                <a:pos x="GluePoint278X" y="GluePoint278Y"/>
              </a:cxn>
              <a:cxn ang="0">
                <a:pos x="GluePoint279X" y="GluePoint279Y"/>
              </a:cxn>
              <a:cxn ang="0">
                <a:pos x="GluePoint280X" y="GluePoint280Y"/>
              </a:cxn>
              <a:cxn ang="0">
                <a:pos x="GluePoint281X" y="GluePoint281Y"/>
              </a:cxn>
              <a:cxn ang="0">
                <a:pos x="GluePoint282X" y="GluePoint282Y"/>
              </a:cxn>
              <a:cxn ang="0">
                <a:pos x="GluePoint283X" y="GluePoint283Y"/>
              </a:cxn>
              <a:cxn ang="0">
                <a:pos x="GluePoint284X" y="GluePoint284Y"/>
              </a:cxn>
              <a:cxn ang="0">
                <a:pos x="GluePoint285X" y="GluePoint285Y"/>
              </a:cxn>
              <a:cxn ang="0">
                <a:pos x="GluePoint286X" y="GluePoint286Y"/>
              </a:cxn>
              <a:cxn ang="0">
                <a:pos x="GluePoint287X" y="GluePoint287Y"/>
              </a:cxn>
              <a:cxn ang="0">
                <a:pos x="GluePoint288X" y="GluePoint288Y"/>
              </a:cxn>
              <a:cxn ang="0">
                <a:pos x="GluePoint289X" y="GluePoint289Y"/>
              </a:cxn>
              <a:cxn ang="0">
                <a:pos x="GluePoint290X" y="GluePoint290Y"/>
              </a:cxn>
              <a:cxn ang="0">
                <a:pos x="GluePoint291X" y="GluePoint291Y"/>
              </a:cxn>
              <a:cxn ang="0">
                <a:pos x="GluePoint292X" y="GluePoint292Y"/>
              </a:cxn>
              <a:cxn ang="0">
                <a:pos x="GluePoint293X" y="GluePoint293Y"/>
              </a:cxn>
              <a:cxn ang="0">
                <a:pos x="GluePoint294X" y="GluePoint294Y"/>
              </a:cxn>
              <a:cxn ang="0">
                <a:pos x="GluePoint295X" y="GluePoint295Y"/>
              </a:cxn>
              <a:cxn ang="0">
                <a:pos x="GluePoint296X" y="GluePoint296Y"/>
              </a:cxn>
              <a:cxn ang="0">
                <a:pos x="GluePoint297X" y="GluePoint297Y"/>
              </a:cxn>
              <a:cxn ang="0">
                <a:pos x="GluePoint298X" y="GluePoint298Y"/>
              </a:cxn>
              <a:cxn ang="0">
                <a:pos x="GluePoint299X" y="GluePoint299Y"/>
              </a:cxn>
              <a:cxn ang="0">
                <a:pos x="GluePoint300X" y="GluePoint300Y"/>
              </a:cxn>
              <a:cxn ang="0">
                <a:pos x="GluePoint301X" y="GluePoint301Y"/>
              </a:cxn>
              <a:cxn ang="0">
                <a:pos x="GluePoint302X" y="GluePoint302Y"/>
              </a:cxn>
              <a:cxn ang="0">
                <a:pos x="GluePoint303X" y="GluePoint303Y"/>
              </a:cxn>
              <a:cxn ang="0">
                <a:pos x="GluePoint304X" y="GluePoint304Y"/>
              </a:cxn>
              <a:cxn ang="0">
                <a:pos x="GluePoint305X" y="GluePoint305Y"/>
              </a:cxn>
              <a:cxn ang="0">
                <a:pos x="GluePoint306X" y="GluePoint306Y"/>
              </a:cxn>
              <a:cxn ang="0">
                <a:pos x="GluePoint307X" y="GluePoint307Y"/>
              </a:cxn>
              <a:cxn ang="0">
                <a:pos x="GluePoint308X" y="GluePoint308Y"/>
              </a:cxn>
              <a:cxn ang="0">
                <a:pos x="GluePoint309X" y="GluePoint309Y"/>
              </a:cxn>
              <a:cxn ang="0">
                <a:pos x="GluePoint310X" y="GluePoint310Y"/>
              </a:cxn>
              <a:cxn ang="0">
                <a:pos x="GluePoint311X" y="GluePoint311Y"/>
              </a:cxn>
              <a:cxn ang="0">
                <a:pos x="GluePoint312X" y="GluePoint312Y"/>
              </a:cxn>
              <a:cxn ang="0">
                <a:pos x="GluePoint313X" y="GluePoint313Y"/>
              </a:cxn>
              <a:cxn ang="0">
                <a:pos x="GluePoint314X" y="GluePoint314Y"/>
              </a:cxn>
              <a:cxn ang="0">
                <a:pos x="GluePoint315X" y="GluePoint315Y"/>
              </a:cxn>
              <a:cxn ang="0">
                <a:pos x="GluePoint316X" y="GluePoint316Y"/>
              </a:cxn>
              <a:cxn ang="0">
                <a:pos x="GluePoint317X" y="GluePoint317Y"/>
              </a:cxn>
              <a:cxn ang="0">
                <a:pos x="GluePoint318X" y="GluePoint318Y"/>
              </a:cxn>
              <a:cxn ang="0">
                <a:pos x="GluePoint319X" y="GluePoint319Y"/>
              </a:cxn>
              <a:cxn ang="0">
                <a:pos x="GluePoint320X" y="GluePoint320Y"/>
              </a:cxn>
              <a:cxn ang="0">
                <a:pos x="GluePoint321X" y="GluePoint321Y"/>
              </a:cxn>
              <a:cxn ang="0">
                <a:pos x="GluePoint322X" y="GluePoint322Y"/>
              </a:cxn>
              <a:cxn ang="0">
                <a:pos x="GluePoint323X" y="GluePoint323Y"/>
              </a:cxn>
              <a:cxn ang="0">
                <a:pos x="GluePoint324X" y="GluePoint324Y"/>
              </a:cxn>
              <a:cxn ang="0">
                <a:pos x="GluePoint325X" y="GluePoint325Y"/>
              </a:cxn>
              <a:cxn ang="0">
                <a:pos x="GluePoint326X" y="GluePoint326Y"/>
              </a:cxn>
              <a:cxn ang="0">
                <a:pos x="GluePoint327X" y="GluePoint327Y"/>
              </a:cxn>
              <a:cxn ang="0">
                <a:pos x="GluePoint328X" y="GluePoint328Y"/>
              </a:cxn>
              <a:cxn ang="0">
                <a:pos x="GluePoint329X" y="GluePoint329Y"/>
              </a:cxn>
              <a:cxn ang="0">
                <a:pos x="GluePoint330X" y="GluePoint330Y"/>
              </a:cxn>
              <a:cxn ang="0">
                <a:pos x="GluePoint331X" y="GluePoint331Y"/>
              </a:cxn>
              <a:cxn ang="0">
                <a:pos x="GluePoint332X" y="GluePoint332Y"/>
              </a:cxn>
              <a:cxn ang="0">
                <a:pos x="GluePoint333X" y="GluePoint333Y"/>
              </a:cxn>
              <a:cxn ang="0">
                <a:pos x="GluePoint334X" y="GluePoint334Y"/>
              </a:cxn>
              <a:cxn ang="0">
                <a:pos x="GluePoint335X" y="GluePoint335Y"/>
              </a:cxn>
              <a:cxn ang="0">
                <a:pos x="GluePoint336X" y="GluePoint336Y"/>
              </a:cxn>
              <a:cxn ang="0">
                <a:pos x="GluePoint337X" y="GluePoint337Y"/>
              </a:cxn>
              <a:cxn ang="0">
                <a:pos x="GluePoint338X" y="GluePoint338Y"/>
              </a:cxn>
              <a:cxn ang="0">
                <a:pos x="GluePoint339X" y="GluePoint339Y"/>
              </a:cxn>
              <a:cxn ang="0">
                <a:pos x="GluePoint340X" y="GluePoint340Y"/>
              </a:cxn>
              <a:cxn ang="0">
                <a:pos x="GluePoint341X" y="GluePoint341Y"/>
              </a:cxn>
              <a:cxn ang="0">
                <a:pos x="GluePoint342X" y="GluePoint342Y"/>
              </a:cxn>
              <a:cxn ang="0">
                <a:pos x="GluePoint343X" y="GluePoint343Y"/>
              </a:cxn>
              <a:cxn ang="0">
                <a:pos x="GluePoint344X" y="GluePoint344Y"/>
              </a:cxn>
              <a:cxn ang="0">
                <a:pos x="GluePoint345X" y="GluePoint345Y"/>
              </a:cxn>
              <a:cxn ang="0">
                <a:pos x="GluePoint346X" y="GluePoint346Y"/>
              </a:cxn>
              <a:cxn ang="0">
                <a:pos x="GluePoint347X" y="GluePoint347Y"/>
              </a:cxn>
              <a:cxn ang="0">
                <a:pos x="GluePoint348X" y="GluePoint348Y"/>
              </a:cxn>
              <a:cxn ang="0">
                <a:pos x="GluePoint349X" y="GluePoint349Y"/>
              </a:cxn>
              <a:cxn ang="0">
                <a:pos x="GluePoint350X" y="GluePoint350Y"/>
              </a:cxn>
              <a:cxn ang="0">
                <a:pos x="GluePoint351X" y="GluePoint351Y"/>
              </a:cxn>
              <a:cxn ang="0">
                <a:pos x="GluePoint352X" y="GluePoint352Y"/>
              </a:cxn>
              <a:cxn ang="0">
                <a:pos x="GluePoint353X" y="GluePoint353Y"/>
              </a:cxn>
              <a:cxn ang="0">
                <a:pos x="GluePoint354X" y="GluePoint354Y"/>
              </a:cxn>
              <a:cxn ang="0">
                <a:pos x="GluePoint355X" y="GluePoint355Y"/>
              </a:cxn>
              <a:cxn ang="0">
                <a:pos x="GluePoint356X" y="GluePoint356Y"/>
              </a:cxn>
              <a:cxn ang="0">
                <a:pos x="GluePoint357X" y="GluePoint357Y"/>
              </a:cxn>
              <a:cxn ang="0">
                <a:pos x="GluePoint358X" y="GluePoint358Y"/>
              </a:cxn>
              <a:cxn ang="0">
                <a:pos x="GluePoint359X" y="GluePoint359Y"/>
              </a:cxn>
              <a:cxn ang="0">
                <a:pos x="GluePoint360X" y="GluePoint360Y"/>
              </a:cxn>
              <a:cxn ang="0">
                <a:pos x="GluePoint361X" y="GluePoint361Y"/>
              </a:cxn>
              <a:cxn ang="0">
                <a:pos x="GluePoint362X" y="GluePoint362Y"/>
              </a:cxn>
              <a:cxn ang="0">
                <a:pos x="GluePoint363X" y="GluePoint363Y"/>
              </a:cxn>
              <a:cxn ang="0">
                <a:pos x="GluePoint364X" y="GluePoint364Y"/>
              </a:cxn>
              <a:cxn ang="0">
                <a:pos x="GluePoint365X" y="GluePoint365Y"/>
              </a:cxn>
              <a:cxn ang="0">
                <a:pos x="GluePoint366X" y="GluePoint366Y"/>
              </a:cxn>
              <a:cxn ang="0">
                <a:pos x="GluePoint367X" y="GluePoint367Y"/>
              </a:cxn>
              <a:cxn ang="0">
                <a:pos x="GluePoint368X" y="GluePoint368Y"/>
              </a:cxn>
              <a:cxn ang="0">
                <a:pos x="GluePoint369X" y="GluePoint369Y"/>
              </a:cxn>
              <a:cxn ang="0">
                <a:pos x="GluePoint370X" y="GluePoint370Y"/>
              </a:cxn>
              <a:cxn ang="0">
                <a:pos x="GluePoint371X" y="GluePoint371Y"/>
              </a:cxn>
              <a:cxn ang="0">
                <a:pos x="GluePoint372X" y="GluePoint372Y"/>
              </a:cxn>
              <a:cxn ang="0">
                <a:pos x="GluePoint373X" y="GluePoint373Y"/>
              </a:cxn>
              <a:cxn ang="0">
                <a:pos x="GluePoint374X" y="GluePoint374Y"/>
              </a:cxn>
              <a:cxn ang="0">
                <a:pos x="GluePoint375X" y="GluePoint375Y"/>
              </a:cxn>
              <a:cxn ang="0">
                <a:pos x="GluePoint376X" y="GluePoint376Y"/>
              </a:cxn>
              <a:cxn ang="0">
                <a:pos x="GluePoint377X" y="GluePoint377Y"/>
              </a:cxn>
              <a:cxn ang="0">
                <a:pos x="GluePoint378X" y="GluePoint378Y"/>
              </a:cxn>
              <a:cxn ang="0">
                <a:pos x="GluePoint379X" y="GluePoint379Y"/>
              </a:cxn>
              <a:cxn ang="0">
                <a:pos x="GluePoint380X" y="GluePoint380Y"/>
              </a:cxn>
              <a:cxn ang="0">
                <a:pos x="GluePoint381X" y="GluePoint381Y"/>
              </a:cxn>
              <a:cxn ang="0">
                <a:pos x="GluePoint382X" y="GluePoint382Y"/>
              </a:cxn>
              <a:cxn ang="0">
                <a:pos x="GluePoint383X" y="GluePoint383Y"/>
              </a:cxn>
              <a:cxn ang="0">
                <a:pos x="GluePoint384X" y="GluePoint384Y"/>
              </a:cxn>
              <a:cxn ang="0">
                <a:pos x="GluePoint385X" y="GluePoint385Y"/>
              </a:cxn>
              <a:cxn ang="0">
                <a:pos x="GluePoint386X" y="GluePoint386Y"/>
              </a:cxn>
              <a:cxn ang="0">
                <a:pos x="GluePoint387X" y="GluePoint387Y"/>
              </a:cxn>
              <a:cxn ang="0">
                <a:pos x="GluePoint388X" y="GluePoint388Y"/>
              </a:cxn>
              <a:cxn ang="0">
                <a:pos x="GluePoint389X" y="GluePoint389Y"/>
              </a:cxn>
              <a:cxn ang="0">
                <a:pos x="GluePoint390X" y="GluePoint390Y"/>
              </a:cxn>
              <a:cxn ang="0">
                <a:pos x="GluePoint391X" y="GluePoint391Y"/>
              </a:cxn>
              <a:cxn ang="0">
                <a:pos x="GluePoint392X" y="GluePoint392Y"/>
              </a:cxn>
              <a:cxn ang="0">
                <a:pos x="GluePoint393X" y="GluePoint393Y"/>
              </a:cxn>
              <a:cxn ang="0">
                <a:pos x="GluePoint394X" y="GluePoint394Y"/>
              </a:cxn>
              <a:cxn ang="0">
                <a:pos x="GluePoint395X" y="GluePoint395Y"/>
              </a:cxn>
              <a:cxn ang="0">
                <a:pos x="GluePoint396X" y="GluePoint396Y"/>
              </a:cxn>
              <a:cxn ang="0">
                <a:pos x="GluePoint397X" y="GluePoint397Y"/>
              </a:cxn>
              <a:cxn ang="0">
                <a:pos x="GluePoint398X" y="GluePoint398Y"/>
              </a:cxn>
              <a:cxn ang="0">
                <a:pos x="GluePoint399X" y="GluePoint399Y"/>
              </a:cxn>
              <a:cxn ang="0">
                <a:pos x="GluePoint400X" y="GluePoint400Y"/>
              </a:cxn>
              <a:cxn ang="0">
                <a:pos x="GluePoint401X" y="GluePoint401Y"/>
              </a:cxn>
              <a:cxn ang="0">
                <a:pos x="GluePoint402X" y="GluePoint402Y"/>
              </a:cxn>
              <a:cxn ang="0">
                <a:pos x="GluePoint403X" y="GluePoint403Y"/>
              </a:cxn>
              <a:cxn ang="0">
                <a:pos x="GluePoint404X" y="GluePoint404Y"/>
              </a:cxn>
              <a:cxn ang="0">
                <a:pos x="GluePoint405X" y="GluePoint405Y"/>
              </a:cxn>
              <a:cxn ang="0">
                <a:pos x="GluePoint406X" y="GluePoint406Y"/>
              </a:cxn>
              <a:cxn ang="0">
                <a:pos x="GluePoint407X" y="GluePoint407Y"/>
              </a:cxn>
              <a:cxn ang="0">
                <a:pos x="GluePoint408X" y="GluePoint408Y"/>
              </a:cxn>
              <a:cxn ang="0">
                <a:pos x="GluePoint409X" y="GluePoint409Y"/>
              </a:cxn>
              <a:cxn ang="0">
                <a:pos x="GluePoint410X" y="GluePoint410Y"/>
              </a:cxn>
              <a:cxn ang="0">
                <a:pos x="GluePoint411X" y="GluePoint411Y"/>
              </a:cxn>
              <a:cxn ang="0">
                <a:pos x="GluePoint412X" y="GluePoint412Y"/>
              </a:cxn>
              <a:cxn ang="0">
                <a:pos x="GluePoint413X" y="GluePoint413Y"/>
              </a:cxn>
              <a:cxn ang="0">
                <a:pos x="GluePoint414X" y="GluePoint414Y"/>
              </a:cxn>
              <a:cxn ang="0">
                <a:pos x="GluePoint415X" y="GluePoint415Y"/>
              </a:cxn>
              <a:cxn ang="0">
                <a:pos x="GluePoint416X" y="GluePoint416Y"/>
              </a:cxn>
              <a:cxn ang="0">
                <a:pos x="GluePoint417X" y="GluePoint417Y"/>
              </a:cxn>
              <a:cxn ang="0">
                <a:pos x="GluePoint418X" y="GluePoint418Y"/>
              </a:cxn>
              <a:cxn ang="0">
                <a:pos x="GluePoint419X" y="GluePoint419Y"/>
              </a:cxn>
              <a:cxn ang="0">
                <a:pos x="GluePoint420X" y="GluePoint420Y"/>
              </a:cxn>
              <a:cxn ang="0">
                <a:pos x="GluePoint421X" y="GluePoint421Y"/>
              </a:cxn>
              <a:cxn ang="0">
                <a:pos x="GluePoint422X" y="GluePoint422Y"/>
              </a:cxn>
              <a:cxn ang="0">
                <a:pos x="GluePoint423X" y="GluePoint423Y"/>
              </a:cxn>
              <a:cxn ang="0">
                <a:pos x="GluePoint424X" y="GluePoint424Y"/>
              </a:cxn>
              <a:cxn ang="0">
                <a:pos x="GluePoint425X" y="GluePoint425Y"/>
              </a:cxn>
              <a:cxn ang="0">
                <a:pos x="GluePoint426X" y="GluePoint426Y"/>
              </a:cxn>
              <a:cxn ang="0">
                <a:pos x="GluePoint427X" y="GluePoint427Y"/>
              </a:cxn>
              <a:cxn ang="0">
                <a:pos x="GluePoint428X" y="GluePoint428Y"/>
              </a:cxn>
              <a:cxn ang="0">
                <a:pos x="GluePoint429X" y="GluePoint429Y"/>
              </a:cxn>
              <a:cxn ang="0">
                <a:pos x="GluePoint430X" y="GluePoint430Y"/>
              </a:cxn>
              <a:cxn ang="0">
                <a:pos x="GluePoint431X" y="GluePoint431Y"/>
              </a:cxn>
              <a:cxn ang="0">
                <a:pos x="GluePoint432X" y="GluePoint432Y"/>
              </a:cxn>
              <a:cxn ang="0">
                <a:pos x="GluePoint433X" y="GluePoint433Y"/>
              </a:cxn>
              <a:cxn ang="0">
                <a:pos x="GluePoint434X" y="GluePoint434Y"/>
              </a:cxn>
              <a:cxn ang="0">
                <a:pos x="GluePoint435X" y="GluePoint435Y"/>
              </a:cxn>
              <a:cxn ang="0">
                <a:pos x="GluePoint436X" y="GluePoint436Y"/>
              </a:cxn>
              <a:cxn ang="0">
                <a:pos x="GluePoint437X" y="GluePoint437Y"/>
              </a:cxn>
              <a:cxn ang="0">
                <a:pos x="GluePoint438X" y="GluePoint438Y"/>
              </a:cxn>
              <a:cxn ang="0">
                <a:pos x="GluePoint439X" y="GluePoint439Y"/>
              </a:cxn>
              <a:cxn ang="0">
                <a:pos x="GluePoint440X" y="GluePoint440Y"/>
              </a:cxn>
              <a:cxn ang="0">
                <a:pos x="GluePoint441X" y="GluePoint441Y"/>
              </a:cxn>
              <a:cxn ang="0">
                <a:pos x="GluePoint442X" y="GluePoint442Y"/>
              </a:cxn>
              <a:cxn ang="0">
                <a:pos x="GluePoint443X" y="GluePoint443Y"/>
              </a:cxn>
              <a:cxn ang="0">
                <a:pos x="GluePoint444X" y="GluePoint444Y"/>
              </a:cxn>
              <a:cxn ang="0">
                <a:pos x="GluePoint445X" y="GluePoint445Y"/>
              </a:cxn>
              <a:cxn ang="0">
                <a:pos x="GluePoint446X" y="GluePoint446Y"/>
              </a:cxn>
              <a:cxn ang="0">
                <a:pos x="GluePoint447X" y="GluePoint447Y"/>
              </a:cxn>
              <a:cxn ang="0">
                <a:pos x="GluePoint448X" y="GluePoint448Y"/>
              </a:cxn>
              <a:cxn ang="0">
                <a:pos x="GluePoint449X" y="GluePoint449Y"/>
              </a:cxn>
              <a:cxn ang="0">
                <a:pos x="GluePoint450X" y="GluePoint450Y"/>
              </a:cxn>
              <a:cxn ang="0">
                <a:pos x="GluePoint451X" y="GluePoint451Y"/>
              </a:cxn>
              <a:cxn ang="0">
                <a:pos x="GluePoint452X" y="GluePoint452Y"/>
              </a:cxn>
              <a:cxn ang="0">
                <a:pos x="GluePoint453X" y="GluePoint453Y"/>
              </a:cxn>
              <a:cxn ang="0">
                <a:pos x="GluePoint454X" y="GluePoint454Y"/>
              </a:cxn>
              <a:cxn ang="0">
                <a:pos x="GluePoint455X" y="GluePoint455Y"/>
              </a:cxn>
              <a:cxn ang="0">
                <a:pos x="GluePoint456X" y="GluePoint456Y"/>
              </a:cxn>
              <a:cxn ang="0">
                <a:pos x="GluePoint457X" y="GluePoint457Y"/>
              </a:cxn>
              <a:cxn ang="0">
                <a:pos x="GluePoint458X" y="GluePoint458Y"/>
              </a:cxn>
              <a:cxn ang="0">
                <a:pos x="GluePoint459X" y="GluePoint459Y"/>
              </a:cxn>
              <a:cxn ang="0">
                <a:pos x="GluePoint460X" y="GluePoint460Y"/>
              </a:cxn>
              <a:cxn ang="0">
                <a:pos x="GluePoint461X" y="GluePoint461Y"/>
              </a:cxn>
              <a:cxn ang="0">
                <a:pos x="GluePoint462X" y="GluePoint462Y"/>
              </a:cxn>
              <a:cxn ang="0">
                <a:pos x="GluePoint463X" y="GluePoint463Y"/>
              </a:cxn>
              <a:cxn ang="0">
                <a:pos x="GluePoint464X" y="GluePoint464Y"/>
              </a:cxn>
              <a:cxn ang="0">
                <a:pos x="GluePoint465X" y="GluePoint465Y"/>
              </a:cxn>
              <a:cxn ang="0">
                <a:pos x="GluePoint466X" y="GluePoint466Y"/>
              </a:cxn>
              <a:cxn ang="0">
                <a:pos x="GluePoint467X" y="GluePoint467Y"/>
              </a:cxn>
              <a:cxn ang="0">
                <a:pos x="GluePoint468X" y="GluePoint468Y"/>
              </a:cxn>
              <a:cxn ang="0">
                <a:pos x="GluePoint469X" y="GluePoint469Y"/>
              </a:cxn>
              <a:cxn ang="0">
                <a:pos x="GluePoint470X" y="GluePoint470Y"/>
              </a:cxn>
              <a:cxn ang="0">
                <a:pos x="GluePoint471X" y="GluePoint471Y"/>
              </a:cxn>
              <a:cxn ang="0">
                <a:pos x="GluePoint472X" y="GluePoint472Y"/>
              </a:cxn>
              <a:cxn ang="0">
                <a:pos x="GluePoint473X" y="GluePoint473Y"/>
              </a:cxn>
              <a:cxn ang="0">
                <a:pos x="GluePoint474X" y="GluePoint474Y"/>
              </a:cxn>
              <a:cxn ang="0">
                <a:pos x="GluePoint475X" y="GluePoint475Y"/>
              </a:cxn>
              <a:cxn ang="0">
                <a:pos x="GluePoint476X" y="GluePoint476Y"/>
              </a:cxn>
              <a:cxn ang="0">
                <a:pos x="GluePoint477X" y="GluePoint477Y"/>
              </a:cxn>
              <a:cxn ang="0">
                <a:pos x="GluePoint478X" y="GluePoint478Y"/>
              </a:cxn>
              <a:cxn ang="0">
                <a:pos x="GluePoint479X" y="GluePoint479Y"/>
              </a:cxn>
              <a:cxn ang="0">
                <a:pos x="GluePoint480X" y="GluePoint480Y"/>
              </a:cxn>
              <a:cxn ang="0">
                <a:pos x="GluePoint481X" y="GluePoint481Y"/>
              </a:cxn>
              <a:cxn ang="0">
                <a:pos x="GluePoint482X" y="GluePoint482Y"/>
              </a:cxn>
              <a:cxn ang="0">
                <a:pos x="GluePoint483X" y="GluePoint483Y"/>
              </a:cxn>
              <a:cxn ang="0">
                <a:pos x="GluePoint484X" y="GluePoint484Y"/>
              </a:cxn>
              <a:cxn ang="0">
                <a:pos x="GluePoint485X" y="GluePoint485Y"/>
              </a:cxn>
              <a:cxn ang="0">
                <a:pos x="GluePoint486X" y="GluePoint486Y"/>
              </a:cxn>
              <a:cxn ang="0">
                <a:pos x="GluePoint487X" y="GluePoint487Y"/>
              </a:cxn>
              <a:cxn ang="0">
                <a:pos x="GluePoint488X" y="GluePoint488Y"/>
              </a:cxn>
              <a:cxn ang="0">
                <a:pos x="GluePoint489X" y="GluePoint489Y"/>
              </a:cxn>
              <a:cxn ang="0">
                <a:pos x="GluePoint490X" y="GluePoint490Y"/>
              </a:cxn>
              <a:cxn ang="0">
                <a:pos x="GluePoint491X" y="GluePoint491Y"/>
              </a:cxn>
              <a:cxn ang="0">
                <a:pos x="GluePoint492X" y="GluePoint492Y"/>
              </a:cxn>
              <a:cxn ang="0">
                <a:pos x="GluePoint493X" y="GluePoint493Y"/>
              </a:cxn>
              <a:cxn ang="0">
                <a:pos x="GluePoint494X" y="GluePoint494Y"/>
              </a:cxn>
              <a:cxn ang="0">
                <a:pos x="GluePoint495X" y="GluePoint495Y"/>
              </a:cxn>
              <a:cxn ang="0">
                <a:pos x="GluePoint496X" y="GluePoint496Y"/>
              </a:cxn>
              <a:cxn ang="0">
                <a:pos x="GluePoint497X" y="GluePoint497Y"/>
              </a:cxn>
              <a:cxn ang="0">
                <a:pos x="GluePoint498X" y="GluePoint498Y"/>
              </a:cxn>
              <a:cxn ang="0">
                <a:pos x="GluePoint499X" y="GluePoint499Y"/>
              </a:cxn>
              <a:cxn ang="0">
                <a:pos x="GluePoint500X" y="GluePoint500Y"/>
              </a:cxn>
              <a:cxn ang="0">
                <a:pos x="GluePoint501X" y="GluePoint501Y"/>
              </a:cxn>
              <a:cxn ang="0">
                <a:pos x="GluePoint502X" y="GluePoint502Y"/>
              </a:cxn>
              <a:cxn ang="0">
                <a:pos x="GluePoint503X" y="GluePoint503Y"/>
              </a:cxn>
              <a:cxn ang="0">
                <a:pos x="GluePoint504X" y="GluePoint504Y"/>
              </a:cxn>
              <a:cxn ang="0">
                <a:pos x="GluePoint505X" y="GluePoint505Y"/>
              </a:cxn>
              <a:cxn ang="0">
                <a:pos x="GluePoint506X" y="GluePoint506Y"/>
              </a:cxn>
              <a:cxn ang="0">
                <a:pos x="GluePoint507X" y="GluePoint507Y"/>
              </a:cxn>
              <a:cxn ang="0">
                <a:pos x="GluePoint508X" y="GluePoint508Y"/>
              </a:cxn>
              <a:cxn ang="0">
                <a:pos x="GluePoint509X" y="GluePoint509Y"/>
              </a:cxn>
              <a:cxn ang="0">
                <a:pos x="GluePoint510X" y="GluePoint510Y"/>
              </a:cxn>
              <a:cxn ang="0">
                <a:pos x="GluePoint511X" y="GluePoint511Y"/>
              </a:cxn>
              <a:cxn ang="0">
                <a:pos x="GluePoint512X" y="GluePoint512Y"/>
              </a:cxn>
              <a:cxn ang="0">
                <a:pos x="GluePoint513X" y="GluePoint513Y"/>
              </a:cxn>
              <a:cxn ang="0">
                <a:pos x="GluePoint514X" y="GluePoint514Y"/>
              </a:cxn>
              <a:cxn ang="0">
                <a:pos x="GluePoint515X" y="GluePoint515Y"/>
              </a:cxn>
              <a:cxn ang="0">
                <a:pos x="GluePoint516X" y="GluePoint516Y"/>
              </a:cxn>
              <a:cxn ang="0">
                <a:pos x="GluePoint517X" y="GluePoint517Y"/>
              </a:cxn>
              <a:cxn ang="0">
                <a:pos x="GluePoint518X" y="GluePoint518Y"/>
              </a:cxn>
              <a:cxn ang="0">
                <a:pos x="GluePoint519X" y="GluePoint519Y"/>
              </a:cxn>
              <a:cxn ang="0">
                <a:pos x="GluePoint520X" y="GluePoint520Y"/>
              </a:cxn>
              <a:cxn ang="0">
                <a:pos x="GluePoint521X" y="GluePoint521Y"/>
              </a:cxn>
              <a:cxn ang="0">
                <a:pos x="GluePoint522X" y="GluePoint522Y"/>
              </a:cxn>
              <a:cxn ang="0">
                <a:pos x="GluePoint523X" y="GluePoint523Y"/>
              </a:cxn>
              <a:cxn ang="0">
                <a:pos x="GluePoint524X" y="GluePoint524Y"/>
              </a:cxn>
              <a:cxn ang="0">
                <a:pos x="GluePoint525X" y="GluePoint525Y"/>
              </a:cxn>
              <a:cxn ang="0">
                <a:pos x="GluePoint526X" y="GluePoint526Y"/>
              </a:cxn>
              <a:cxn ang="0">
                <a:pos x="GluePoint527X" y="GluePoint527Y"/>
              </a:cxn>
              <a:cxn ang="0">
                <a:pos x="GluePoint528X" y="GluePoint528Y"/>
              </a:cxn>
              <a:cxn ang="0">
                <a:pos x="GluePoint529X" y="GluePoint529Y"/>
              </a:cxn>
              <a:cxn ang="0">
                <a:pos x="GluePoint530X" y="GluePoint530Y"/>
              </a:cxn>
              <a:cxn ang="0">
                <a:pos x="GluePoint531X" y="GluePoint531Y"/>
              </a:cxn>
              <a:cxn ang="0">
                <a:pos x="GluePoint532X" y="GluePoint532Y"/>
              </a:cxn>
              <a:cxn ang="0">
                <a:pos x="GluePoint533X" y="GluePoint533Y"/>
              </a:cxn>
              <a:cxn ang="0">
                <a:pos x="GluePoint534X" y="GluePoint534Y"/>
              </a:cxn>
              <a:cxn ang="0">
                <a:pos x="GluePoint535X" y="GluePoint535Y"/>
              </a:cxn>
              <a:cxn ang="0">
                <a:pos x="GluePoint536X" y="GluePoint536Y"/>
              </a:cxn>
              <a:cxn ang="0">
                <a:pos x="GluePoint537X" y="GluePoint537Y"/>
              </a:cxn>
              <a:cxn ang="0">
                <a:pos x="GluePoint538X" y="GluePoint538Y"/>
              </a:cxn>
              <a:cxn ang="0">
                <a:pos x="GluePoint539X" y="GluePoint539Y"/>
              </a:cxn>
              <a:cxn ang="0">
                <a:pos x="GluePoint540X" y="GluePoint540Y"/>
              </a:cxn>
              <a:cxn ang="0">
                <a:pos x="GluePoint541X" y="GluePoint541Y"/>
              </a:cxn>
              <a:cxn ang="0">
                <a:pos x="GluePoint542X" y="GluePoint542Y"/>
              </a:cxn>
              <a:cxn ang="0">
                <a:pos x="GluePoint543X" y="GluePoint543Y"/>
              </a:cxn>
              <a:cxn ang="0">
                <a:pos x="GluePoint544X" y="GluePoint544Y"/>
              </a:cxn>
              <a:cxn ang="0">
                <a:pos x="GluePoint545X" y="GluePoint545Y"/>
              </a:cxn>
              <a:cxn ang="0">
                <a:pos x="GluePoint546X" y="GluePoint546Y"/>
              </a:cxn>
              <a:cxn ang="0">
                <a:pos x="GluePoint547X" y="GluePoint547Y"/>
              </a:cxn>
              <a:cxn ang="0">
                <a:pos x="GluePoint548X" y="GluePoint548Y"/>
              </a:cxn>
              <a:cxn ang="0">
                <a:pos x="GluePoint549X" y="GluePoint549Y"/>
              </a:cxn>
              <a:cxn ang="0">
                <a:pos x="GluePoint550X" y="GluePoint550Y"/>
              </a:cxn>
              <a:cxn ang="0">
                <a:pos x="GluePoint551X" y="GluePoint551Y"/>
              </a:cxn>
              <a:cxn ang="0">
                <a:pos x="GluePoint552X" y="GluePoint552Y"/>
              </a:cxn>
              <a:cxn ang="0">
                <a:pos x="GluePoint553X" y="GluePoint553Y"/>
              </a:cxn>
              <a:cxn ang="0">
                <a:pos x="GluePoint554X" y="GluePoint554Y"/>
              </a:cxn>
              <a:cxn ang="0">
                <a:pos x="GluePoint555X" y="GluePoint555Y"/>
              </a:cxn>
              <a:cxn ang="0">
                <a:pos x="GluePoint556X" y="GluePoint556Y"/>
              </a:cxn>
              <a:cxn ang="0">
                <a:pos x="GluePoint557X" y="GluePoint557Y"/>
              </a:cxn>
              <a:cxn ang="0">
                <a:pos x="GluePoint558X" y="GluePoint558Y"/>
              </a:cxn>
              <a:cxn ang="0">
                <a:pos x="GluePoint559X" y="GluePoint559Y"/>
              </a:cxn>
              <a:cxn ang="0">
                <a:pos x="GluePoint560X" y="GluePoint560Y"/>
              </a:cxn>
              <a:cxn ang="0">
                <a:pos x="GluePoint561X" y="GluePoint561Y"/>
              </a:cxn>
              <a:cxn ang="0">
                <a:pos x="GluePoint562X" y="GluePoint562Y"/>
              </a:cxn>
              <a:cxn ang="0">
                <a:pos x="GluePoint563X" y="GluePoint563Y"/>
              </a:cxn>
              <a:cxn ang="0">
                <a:pos x="GluePoint564X" y="GluePoint564Y"/>
              </a:cxn>
              <a:cxn ang="0">
                <a:pos x="GluePoint565X" y="GluePoint565Y"/>
              </a:cxn>
              <a:cxn ang="0">
                <a:pos x="GluePoint566X" y="GluePoint566Y"/>
              </a:cxn>
              <a:cxn ang="0">
                <a:pos x="GluePoint567X" y="GluePoint567Y"/>
              </a:cxn>
              <a:cxn ang="0">
                <a:pos x="GluePoint568X" y="GluePoint568Y"/>
              </a:cxn>
              <a:cxn ang="0">
                <a:pos x="GluePoint569X" y="GluePoint569Y"/>
              </a:cxn>
              <a:cxn ang="0">
                <a:pos x="GluePoint570X" y="GluePoint570Y"/>
              </a:cxn>
              <a:cxn ang="0">
                <a:pos x="GluePoint571X" y="GluePoint571Y"/>
              </a:cxn>
              <a:cxn ang="0">
                <a:pos x="GluePoint572X" y="GluePoint572Y"/>
              </a:cxn>
              <a:cxn ang="0">
                <a:pos x="GluePoint573X" y="GluePoint573Y"/>
              </a:cxn>
              <a:cxn ang="0">
                <a:pos x="GluePoint574X" y="GluePoint574Y"/>
              </a:cxn>
              <a:cxn ang="0">
                <a:pos x="GluePoint575X" y="GluePoint575Y"/>
              </a:cxn>
              <a:cxn ang="0">
                <a:pos x="GluePoint576X" y="GluePoint576Y"/>
              </a:cxn>
              <a:cxn ang="0">
                <a:pos x="GluePoint577X" y="GluePoint577Y"/>
              </a:cxn>
              <a:cxn ang="0">
                <a:pos x="GluePoint578X" y="GluePoint578Y"/>
              </a:cxn>
              <a:cxn ang="0">
                <a:pos x="GluePoint579X" y="GluePoint579Y"/>
              </a:cxn>
              <a:cxn ang="0">
                <a:pos x="GluePoint580X" y="GluePoint580Y"/>
              </a:cxn>
              <a:cxn ang="0">
                <a:pos x="GluePoint581X" y="GluePoint581Y"/>
              </a:cxn>
              <a:cxn ang="0">
                <a:pos x="GluePoint582X" y="GluePoint582Y"/>
              </a:cxn>
              <a:cxn ang="0">
                <a:pos x="GluePoint583X" y="GluePoint583Y"/>
              </a:cxn>
              <a:cxn ang="0">
                <a:pos x="GluePoint584X" y="GluePoint584Y"/>
              </a:cxn>
              <a:cxn ang="0">
                <a:pos x="GluePoint585X" y="GluePoint585Y"/>
              </a:cxn>
              <a:cxn ang="0">
                <a:pos x="GluePoint586X" y="GluePoint586Y"/>
              </a:cxn>
              <a:cxn ang="0">
                <a:pos x="GluePoint587X" y="GluePoint587Y"/>
              </a:cxn>
              <a:cxn ang="0">
                <a:pos x="GluePoint588X" y="GluePoint588Y"/>
              </a:cxn>
              <a:cxn ang="0">
                <a:pos x="GluePoint589X" y="GluePoint589Y"/>
              </a:cxn>
              <a:cxn ang="0">
                <a:pos x="GluePoint590X" y="GluePoint590Y"/>
              </a:cxn>
              <a:cxn ang="0">
                <a:pos x="GluePoint591X" y="GluePoint591Y"/>
              </a:cxn>
              <a:cxn ang="0">
                <a:pos x="GluePoint592X" y="GluePoint592Y"/>
              </a:cxn>
              <a:cxn ang="0">
                <a:pos x="GluePoint593X" y="GluePoint593Y"/>
              </a:cxn>
              <a:cxn ang="0">
                <a:pos x="GluePoint594X" y="GluePoint594Y"/>
              </a:cxn>
              <a:cxn ang="0">
                <a:pos x="GluePoint595X" y="GluePoint595Y"/>
              </a:cxn>
              <a:cxn ang="0">
                <a:pos x="GluePoint596X" y="GluePoint596Y"/>
              </a:cxn>
              <a:cxn ang="0">
                <a:pos x="GluePoint597X" y="GluePoint597Y"/>
              </a:cxn>
              <a:cxn ang="0">
                <a:pos x="GluePoint598X" y="GluePoint598Y"/>
              </a:cxn>
              <a:cxn ang="0">
                <a:pos x="GluePoint599X" y="GluePoint599Y"/>
              </a:cxn>
              <a:cxn ang="0">
                <a:pos x="GluePoint600X" y="GluePoint600Y"/>
              </a:cxn>
              <a:cxn ang="0">
                <a:pos x="GluePoint601X" y="GluePoint601Y"/>
              </a:cxn>
              <a:cxn ang="0">
                <a:pos x="GluePoint602X" y="GluePoint602Y"/>
              </a:cxn>
              <a:cxn ang="0">
                <a:pos x="GluePoint603X" y="GluePoint603Y"/>
              </a:cxn>
              <a:cxn ang="0">
                <a:pos x="GluePoint604X" y="GluePoint604Y"/>
              </a:cxn>
              <a:cxn ang="0">
                <a:pos x="GluePoint605X" y="GluePoint605Y"/>
              </a:cxn>
              <a:cxn ang="0">
                <a:pos x="GluePoint606X" y="GluePoint606Y"/>
              </a:cxn>
              <a:cxn ang="0">
                <a:pos x="GluePoint607X" y="GluePoint607Y"/>
              </a:cxn>
              <a:cxn ang="0">
                <a:pos x="GluePoint608X" y="GluePoint608Y"/>
              </a:cxn>
              <a:cxn ang="0">
                <a:pos x="GluePoint609X" y="GluePoint609Y"/>
              </a:cxn>
              <a:cxn ang="0">
                <a:pos x="GluePoint610X" y="GluePoint610Y"/>
              </a:cxn>
              <a:cxn ang="0">
                <a:pos x="GluePoint611X" y="GluePoint611Y"/>
              </a:cxn>
              <a:cxn ang="0">
                <a:pos x="GluePoint612X" y="GluePoint612Y"/>
              </a:cxn>
              <a:cxn ang="0">
                <a:pos x="GluePoint613X" y="GluePoint613Y"/>
              </a:cxn>
              <a:cxn ang="0">
                <a:pos x="GluePoint614X" y="GluePoint614Y"/>
              </a:cxn>
              <a:cxn ang="0">
                <a:pos x="GluePoint615X" y="GluePoint615Y"/>
              </a:cxn>
              <a:cxn ang="0">
                <a:pos x="GluePoint616X" y="GluePoint616Y"/>
              </a:cxn>
              <a:cxn ang="0">
                <a:pos x="GluePoint617X" y="GluePoint617Y"/>
              </a:cxn>
              <a:cxn ang="0">
                <a:pos x="GluePoint618X" y="GluePoint618Y"/>
              </a:cxn>
              <a:cxn ang="0">
                <a:pos x="GluePoint619X" y="GluePoint619Y"/>
              </a:cxn>
              <a:cxn ang="0">
                <a:pos x="GluePoint620X" y="GluePoint620Y"/>
              </a:cxn>
              <a:cxn ang="0">
                <a:pos x="GluePoint621X" y="GluePoint621Y"/>
              </a:cxn>
              <a:cxn ang="0">
                <a:pos x="GluePoint622X" y="GluePoint622Y"/>
              </a:cxn>
              <a:cxn ang="0">
                <a:pos x="GluePoint623X" y="GluePoint623Y"/>
              </a:cxn>
              <a:cxn ang="0">
                <a:pos x="GluePoint624X" y="GluePoint624Y"/>
              </a:cxn>
              <a:cxn ang="0">
                <a:pos x="GluePoint625X" y="GluePoint625Y"/>
              </a:cxn>
              <a:cxn ang="0">
                <a:pos x="GluePoint626X" y="GluePoint626Y"/>
              </a:cxn>
              <a:cxn ang="0">
                <a:pos x="GluePoint627X" y="GluePoint627Y"/>
              </a:cxn>
              <a:cxn ang="0">
                <a:pos x="GluePoint628X" y="GluePoint628Y"/>
              </a:cxn>
              <a:cxn ang="0">
                <a:pos x="GluePoint629X" y="GluePoint629Y"/>
              </a:cxn>
              <a:cxn ang="0">
                <a:pos x="GluePoint630X" y="GluePoint630Y"/>
              </a:cxn>
              <a:cxn ang="0">
                <a:pos x="GluePoint631X" y="GluePoint631Y"/>
              </a:cxn>
              <a:cxn ang="0">
                <a:pos x="GluePoint632X" y="GluePoint632Y"/>
              </a:cxn>
              <a:cxn ang="0">
                <a:pos x="GluePoint633X" y="GluePoint633Y"/>
              </a:cxn>
              <a:cxn ang="0">
                <a:pos x="GluePoint634X" y="GluePoint634Y"/>
              </a:cxn>
              <a:cxn ang="0">
                <a:pos x="GluePoint635X" y="GluePoint635Y"/>
              </a:cxn>
              <a:cxn ang="0">
                <a:pos x="GluePoint636X" y="GluePoint636Y"/>
              </a:cxn>
              <a:cxn ang="0">
                <a:pos x="GluePoint637X" y="GluePoint637Y"/>
              </a:cxn>
              <a:cxn ang="0">
                <a:pos x="GluePoint638X" y="GluePoint638Y"/>
              </a:cxn>
              <a:cxn ang="0">
                <a:pos x="GluePoint639X" y="GluePoint639Y"/>
              </a:cxn>
              <a:cxn ang="0">
                <a:pos x="GluePoint640X" y="GluePoint640Y"/>
              </a:cxn>
              <a:cxn ang="0">
                <a:pos x="GluePoint641X" y="GluePoint641Y"/>
              </a:cxn>
              <a:cxn ang="0">
                <a:pos x="GluePoint642X" y="GluePoint642Y"/>
              </a:cxn>
              <a:cxn ang="0">
                <a:pos x="GluePoint643X" y="GluePoint643Y"/>
              </a:cxn>
              <a:cxn ang="0">
                <a:pos x="GluePoint644X" y="GluePoint644Y"/>
              </a:cxn>
              <a:cxn ang="0">
                <a:pos x="GluePoint645X" y="GluePoint645Y"/>
              </a:cxn>
              <a:cxn ang="0">
                <a:pos x="GluePoint646X" y="GluePoint646Y"/>
              </a:cxn>
              <a:cxn ang="0">
                <a:pos x="GluePoint647X" y="GluePoint647Y"/>
              </a:cxn>
              <a:cxn ang="0">
                <a:pos x="GluePoint648X" y="GluePoint648Y"/>
              </a:cxn>
              <a:cxn ang="0">
                <a:pos x="GluePoint649X" y="GluePoint649Y"/>
              </a:cxn>
              <a:cxn ang="0">
                <a:pos x="GluePoint650X" y="GluePoint650Y"/>
              </a:cxn>
              <a:cxn ang="0">
                <a:pos x="GluePoint651X" y="GluePoint651Y"/>
              </a:cxn>
              <a:cxn ang="0">
                <a:pos x="GluePoint652X" y="GluePoint652Y"/>
              </a:cxn>
              <a:cxn ang="0">
                <a:pos x="GluePoint653X" y="GluePoint653Y"/>
              </a:cxn>
              <a:cxn ang="0">
                <a:pos x="GluePoint654X" y="GluePoint654Y"/>
              </a:cxn>
              <a:cxn ang="0">
                <a:pos x="GluePoint655X" y="GluePoint655Y"/>
              </a:cxn>
              <a:cxn ang="0">
                <a:pos x="GluePoint656X" y="GluePoint656Y"/>
              </a:cxn>
              <a:cxn ang="0">
                <a:pos x="GluePoint657X" y="GluePoint657Y"/>
              </a:cxn>
              <a:cxn ang="0">
                <a:pos x="GluePoint658X" y="GluePoint658Y"/>
              </a:cxn>
              <a:cxn ang="0">
                <a:pos x="GluePoint659X" y="GluePoint659Y"/>
              </a:cxn>
              <a:cxn ang="0">
                <a:pos x="GluePoint660X" y="GluePoint660Y"/>
              </a:cxn>
              <a:cxn ang="0">
                <a:pos x="GluePoint661X" y="GluePoint661Y"/>
              </a:cxn>
              <a:cxn ang="0">
                <a:pos x="GluePoint662X" y="GluePoint662Y"/>
              </a:cxn>
              <a:cxn ang="0">
                <a:pos x="GluePoint663X" y="GluePoint663Y"/>
              </a:cxn>
              <a:cxn ang="0">
                <a:pos x="GluePoint664X" y="GluePoint664Y"/>
              </a:cxn>
              <a:cxn ang="0">
                <a:pos x="GluePoint665X" y="GluePoint665Y"/>
              </a:cxn>
              <a:cxn ang="0">
                <a:pos x="GluePoint666X" y="GluePoint666Y"/>
              </a:cxn>
              <a:cxn ang="0">
                <a:pos x="GluePoint667X" y="GluePoint667Y"/>
              </a:cxn>
              <a:cxn ang="0">
                <a:pos x="GluePoint668X" y="GluePoint668Y"/>
              </a:cxn>
              <a:cxn ang="0">
                <a:pos x="GluePoint669X" y="GluePoint669Y"/>
              </a:cxn>
              <a:cxn ang="0">
                <a:pos x="GluePoint670X" y="GluePoint670Y"/>
              </a:cxn>
              <a:cxn ang="0">
                <a:pos x="GluePoint671X" y="GluePoint671Y"/>
              </a:cxn>
              <a:cxn ang="0">
                <a:pos x="GluePoint672X" y="GluePoint672Y"/>
              </a:cxn>
              <a:cxn ang="0">
                <a:pos x="GluePoint673X" y="GluePoint673Y"/>
              </a:cxn>
              <a:cxn ang="0">
                <a:pos x="GluePoint674X" y="GluePoint674Y"/>
              </a:cxn>
              <a:cxn ang="0">
                <a:pos x="GluePoint675X" y="GluePoint675Y"/>
              </a:cxn>
              <a:cxn ang="0">
                <a:pos x="GluePoint676X" y="GluePoint676Y"/>
              </a:cxn>
              <a:cxn ang="0">
                <a:pos x="GluePoint677X" y="GluePoint677Y"/>
              </a:cxn>
              <a:cxn ang="0">
                <a:pos x="GluePoint678X" y="GluePoint678Y"/>
              </a:cxn>
              <a:cxn ang="0">
                <a:pos x="GluePoint679X" y="GluePoint679Y"/>
              </a:cxn>
              <a:cxn ang="0">
                <a:pos x="GluePoint680X" y="GluePoint680Y"/>
              </a:cxn>
              <a:cxn ang="0">
                <a:pos x="GluePoint681X" y="GluePoint681Y"/>
              </a:cxn>
              <a:cxn ang="0">
                <a:pos x="GluePoint682X" y="GluePoint682Y"/>
              </a:cxn>
              <a:cxn ang="0">
                <a:pos x="GluePoint683X" y="GluePoint683Y"/>
              </a:cxn>
              <a:cxn ang="0">
                <a:pos x="GluePoint684X" y="GluePoint684Y"/>
              </a:cxn>
              <a:cxn ang="0">
                <a:pos x="GluePoint685X" y="GluePoint685Y"/>
              </a:cxn>
              <a:cxn ang="0">
                <a:pos x="GluePoint686X" y="GluePoint686Y"/>
              </a:cxn>
              <a:cxn ang="0">
                <a:pos x="GluePoint687X" y="GluePoint687Y"/>
              </a:cxn>
              <a:cxn ang="0">
                <a:pos x="GluePoint688X" y="GluePoint688Y"/>
              </a:cxn>
              <a:cxn ang="0">
                <a:pos x="GluePoint689X" y="GluePoint689Y"/>
              </a:cxn>
              <a:cxn ang="0">
                <a:pos x="GluePoint690X" y="GluePoint690Y"/>
              </a:cxn>
              <a:cxn ang="0">
                <a:pos x="GluePoint691X" y="GluePoint691Y"/>
              </a:cxn>
              <a:cxn ang="0">
                <a:pos x="GluePoint692X" y="GluePoint692Y"/>
              </a:cxn>
              <a:cxn ang="0">
                <a:pos x="GluePoint693X" y="GluePoint693Y"/>
              </a:cxn>
              <a:cxn ang="0">
                <a:pos x="GluePoint694X" y="GluePoint694Y"/>
              </a:cxn>
              <a:cxn ang="0">
                <a:pos x="GluePoint695X" y="GluePoint695Y"/>
              </a:cxn>
              <a:cxn ang="0">
                <a:pos x="GluePoint696X" y="GluePoint696Y"/>
              </a:cxn>
              <a:cxn ang="0">
                <a:pos x="GluePoint697X" y="GluePoint697Y"/>
              </a:cxn>
              <a:cxn ang="0">
                <a:pos x="GluePoint698X" y="GluePoint698Y"/>
              </a:cxn>
              <a:cxn ang="0">
                <a:pos x="GluePoint699X" y="GluePoint699Y"/>
              </a:cxn>
              <a:cxn ang="0">
                <a:pos x="GluePoint700X" y="GluePoint700Y"/>
              </a:cxn>
              <a:cxn ang="0">
                <a:pos x="GluePoint701X" y="GluePoint701Y"/>
              </a:cxn>
              <a:cxn ang="0">
                <a:pos x="GluePoint702X" y="GluePoint702Y"/>
              </a:cxn>
              <a:cxn ang="0">
                <a:pos x="GluePoint703X" y="GluePoint703Y"/>
              </a:cxn>
              <a:cxn ang="0">
                <a:pos x="GluePoint704X" y="GluePoint704Y"/>
              </a:cxn>
              <a:cxn ang="0">
                <a:pos x="GluePoint705X" y="GluePoint705Y"/>
              </a:cxn>
              <a:cxn ang="0">
                <a:pos x="GluePoint706X" y="GluePoint706Y"/>
              </a:cxn>
              <a:cxn ang="0">
                <a:pos x="GluePoint707X" y="GluePoint707Y"/>
              </a:cxn>
              <a:cxn ang="0">
                <a:pos x="GluePoint708X" y="GluePoint708Y"/>
              </a:cxn>
              <a:cxn ang="0">
                <a:pos x="GluePoint709X" y="GluePoint709Y"/>
              </a:cxn>
              <a:cxn ang="0">
                <a:pos x="GluePoint710X" y="GluePoint710Y"/>
              </a:cxn>
              <a:cxn ang="0">
                <a:pos x="GluePoint711X" y="GluePoint711Y"/>
              </a:cxn>
              <a:cxn ang="0">
                <a:pos x="GluePoint712X" y="GluePoint712Y"/>
              </a:cxn>
              <a:cxn ang="0">
                <a:pos x="GluePoint713X" y="GluePoint713Y"/>
              </a:cxn>
              <a:cxn ang="0">
                <a:pos x="GluePoint714X" y="GluePoint714Y"/>
              </a:cxn>
              <a:cxn ang="0">
                <a:pos x="GluePoint715X" y="GluePoint715Y"/>
              </a:cxn>
              <a:cxn ang="0">
                <a:pos x="GluePoint716X" y="GluePoint716Y"/>
              </a:cxn>
              <a:cxn ang="0">
                <a:pos x="GluePoint717X" y="GluePoint717Y"/>
              </a:cxn>
              <a:cxn ang="0">
                <a:pos x="GluePoint718X" y="GluePoint718Y"/>
              </a:cxn>
              <a:cxn ang="0">
                <a:pos x="GluePoint719X" y="GluePoint719Y"/>
              </a:cxn>
              <a:cxn ang="0">
                <a:pos x="GluePoint720X" y="GluePoint720Y"/>
              </a:cxn>
              <a:cxn ang="0">
                <a:pos x="GluePoint721X" y="GluePoint721Y"/>
              </a:cxn>
              <a:cxn ang="0">
                <a:pos x="GluePoint722X" y="GluePoint722Y"/>
              </a:cxn>
              <a:cxn ang="0">
                <a:pos x="GluePoint723X" y="GluePoint723Y"/>
              </a:cxn>
              <a:cxn ang="0">
                <a:pos x="GluePoint724X" y="GluePoint724Y"/>
              </a:cxn>
              <a:cxn ang="0">
                <a:pos x="GluePoint725X" y="GluePoint725Y"/>
              </a:cxn>
              <a:cxn ang="0">
                <a:pos x="GluePoint726X" y="GluePoint726Y"/>
              </a:cxn>
              <a:cxn ang="0">
                <a:pos x="GluePoint727X" y="GluePoint727Y"/>
              </a:cxn>
              <a:cxn ang="0">
                <a:pos x="GluePoint728X" y="GluePoint728Y"/>
              </a:cxn>
              <a:cxn ang="0">
                <a:pos x="GluePoint729X" y="GluePoint729Y"/>
              </a:cxn>
              <a:cxn ang="0">
                <a:pos x="GluePoint730X" y="GluePoint730Y"/>
              </a:cxn>
              <a:cxn ang="0">
                <a:pos x="GluePoint731X" y="GluePoint731Y"/>
              </a:cxn>
              <a:cxn ang="0">
                <a:pos x="GluePoint732X" y="GluePoint732Y"/>
              </a:cxn>
              <a:cxn ang="0">
                <a:pos x="GluePoint733X" y="GluePoint733Y"/>
              </a:cxn>
              <a:cxn ang="0">
                <a:pos x="GluePoint734X" y="GluePoint734Y"/>
              </a:cxn>
              <a:cxn ang="0">
                <a:pos x="GluePoint735X" y="GluePoint735Y"/>
              </a:cxn>
              <a:cxn ang="0">
                <a:pos x="GluePoint736X" y="GluePoint736Y"/>
              </a:cxn>
              <a:cxn ang="0">
                <a:pos x="GluePoint737X" y="GluePoint737Y"/>
              </a:cxn>
              <a:cxn ang="0">
                <a:pos x="GluePoint738X" y="GluePoint738Y"/>
              </a:cxn>
              <a:cxn ang="0">
                <a:pos x="GluePoint739X" y="GluePoint739Y"/>
              </a:cxn>
              <a:cxn ang="0">
                <a:pos x="GluePoint740X" y="GluePoint740Y"/>
              </a:cxn>
              <a:cxn ang="0">
                <a:pos x="GluePoint741X" y="GluePoint741Y"/>
              </a:cxn>
              <a:cxn ang="0">
                <a:pos x="GluePoint742X" y="GluePoint742Y"/>
              </a:cxn>
              <a:cxn ang="0">
                <a:pos x="GluePoint743X" y="GluePoint743Y"/>
              </a:cxn>
              <a:cxn ang="0">
                <a:pos x="GluePoint744X" y="GluePoint744Y"/>
              </a:cxn>
              <a:cxn ang="0">
                <a:pos x="GluePoint745X" y="GluePoint745Y"/>
              </a:cxn>
              <a:cxn ang="0">
                <a:pos x="GluePoint746X" y="GluePoint746Y"/>
              </a:cxn>
              <a:cxn ang="0">
                <a:pos x="GluePoint747X" y="GluePoint747Y"/>
              </a:cxn>
              <a:cxn ang="0">
                <a:pos x="GluePoint748X" y="GluePoint748Y"/>
              </a:cxn>
              <a:cxn ang="0">
                <a:pos x="GluePoint749X" y="GluePoint749Y"/>
              </a:cxn>
              <a:cxn ang="0">
                <a:pos x="GluePoint750X" y="GluePoint750Y"/>
              </a:cxn>
              <a:cxn ang="0">
                <a:pos x="GluePoint751X" y="GluePoint751Y"/>
              </a:cxn>
              <a:cxn ang="0">
                <a:pos x="GluePoint752X" y="GluePoint752Y"/>
              </a:cxn>
              <a:cxn ang="0">
                <a:pos x="GluePoint753X" y="GluePoint753Y"/>
              </a:cxn>
              <a:cxn ang="0">
                <a:pos x="GluePoint754X" y="GluePoint754Y"/>
              </a:cxn>
              <a:cxn ang="0">
                <a:pos x="GluePoint755X" y="GluePoint755Y"/>
              </a:cxn>
              <a:cxn ang="0">
                <a:pos x="GluePoint756X" y="GluePoint756Y"/>
              </a:cxn>
              <a:cxn ang="0">
                <a:pos x="GluePoint757X" y="GluePoint757Y"/>
              </a:cxn>
              <a:cxn ang="0">
                <a:pos x="GluePoint758X" y="GluePoint758Y"/>
              </a:cxn>
              <a:cxn ang="0">
                <a:pos x="GluePoint759X" y="GluePoint759Y"/>
              </a:cxn>
              <a:cxn ang="0">
                <a:pos x="GluePoint760X" y="GluePoint760Y"/>
              </a:cxn>
              <a:cxn ang="0">
                <a:pos x="GluePoint761X" y="GluePoint761Y"/>
              </a:cxn>
              <a:cxn ang="0">
                <a:pos x="GluePoint762X" y="GluePoint762Y"/>
              </a:cxn>
              <a:cxn ang="0">
                <a:pos x="GluePoint763X" y="GluePoint763Y"/>
              </a:cxn>
              <a:cxn ang="0">
                <a:pos x="GluePoint764X" y="GluePoint764Y"/>
              </a:cxn>
              <a:cxn ang="0">
                <a:pos x="GluePoint765X" y="GluePoint765Y"/>
              </a:cxn>
              <a:cxn ang="0">
                <a:pos x="GluePoint766X" y="GluePoint766Y"/>
              </a:cxn>
              <a:cxn ang="0">
                <a:pos x="GluePoint767X" y="GluePoint767Y"/>
              </a:cxn>
              <a:cxn ang="0">
                <a:pos x="GluePoint768X" y="GluePoint768Y"/>
              </a:cxn>
              <a:cxn ang="0">
                <a:pos x="GluePoint769X" y="GluePoint769Y"/>
              </a:cxn>
              <a:cxn ang="0">
                <a:pos x="GluePoint770X" y="GluePoint770Y"/>
              </a:cxn>
              <a:cxn ang="0">
                <a:pos x="GluePoint771X" y="GluePoint771Y"/>
              </a:cxn>
              <a:cxn ang="0">
                <a:pos x="GluePoint772X" y="GluePoint772Y"/>
              </a:cxn>
              <a:cxn ang="0">
                <a:pos x="GluePoint773X" y="GluePoint773Y"/>
              </a:cxn>
              <a:cxn ang="0">
                <a:pos x="GluePoint774X" y="GluePoint774Y"/>
              </a:cxn>
              <a:cxn ang="0">
                <a:pos x="GluePoint775X" y="GluePoint775Y"/>
              </a:cxn>
              <a:cxn ang="0">
                <a:pos x="GluePoint776X" y="GluePoint776Y"/>
              </a:cxn>
              <a:cxn ang="0">
                <a:pos x="GluePoint777X" y="GluePoint777Y"/>
              </a:cxn>
              <a:cxn ang="0">
                <a:pos x="GluePoint778X" y="GluePoint778Y"/>
              </a:cxn>
              <a:cxn ang="0">
                <a:pos x="GluePoint779X" y="GluePoint779Y"/>
              </a:cxn>
              <a:cxn ang="0">
                <a:pos x="GluePoint780X" y="GluePoint780Y"/>
              </a:cxn>
              <a:cxn ang="0">
                <a:pos x="GluePoint781X" y="GluePoint781Y"/>
              </a:cxn>
              <a:cxn ang="0">
                <a:pos x="GluePoint782X" y="GluePoint782Y"/>
              </a:cxn>
              <a:cxn ang="0">
                <a:pos x="GluePoint783X" y="GluePoint783Y"/>
              </a:cxn>
              <a:cxn ang="0">
                <a:pos x="GluePoint784X" y="GluePoint784Y"/>
              </a:cxn>
              <a:cxn ang="0">
                <a:pos x="GluePoint785X" y="GluePoint785Y"/>
              </a:cxn>
              <a:cxn ang="0">
                <a:pos x="GluePoint786X" y="GluePoint786Y"/>
              </a:cxn>
              <a:cxn ang="0">
                <a:pos x="GluePoint787X" y="GluePoint787Y"/>
              </a:cxn>
              <a:cxn ang="0">
                <a:pos x="GluePoint788X" y="GluePoint788Y"/>
              </a:cxn>
              <a:cxn ang="0">
                <a:pos x="GluePoint789X" y="GluePoint789Y"/>
              </a:cxn>
              <a:cxn ang="0">
                <a:pos x="GluePoint790X" y="GluePoint790Y"/>
              </a:cxn>
              <a:cxn ang="0">
                <a:pos x="GluePoint791X" y="GluePoint791Y"/>
              </a:cxn>
              <a:cxn ang="0">
                <a:pos x="GluePoint792X" y="GluePoint792Y"/>
              </a:cxn>
              <a:cxn ang="0">
                <a:pos x="GluePoint793X" y="GluePoint793Y"/>
              </a:cxn>
              <a:cxn ang="0">
                <a:pos x="GluePoint794X" y="GluePoint794Y"/>
              </a:cxn>
              <a:cxn ang="0">
                <a:pos x="GluePoint795X" y="GluePoint795Y"/>
              </a:cxn>
              <a:cxn ang="0">
                <a:pos x="GluePoint796X" y="GluePoint796Y"/>
              </a:cxn>
              <a:cxn ang="0">
                <a:pos x="GluePoint797X" y="GluePoint797Y"/>
              </a:cxn>
              <a:cxn ang="0">
                <a:pos x="GluePoint798X" y="GluePoint798Y"/>
              </a:cxn>
              <a:cxn ang="0">
                <a:pos x="GluePoint799X" y="GluePoint799Y"/>
              </a:cxn>
              <a:cxn ang="0">
                <a:pos x="GluePoint800X" y="GluePoint800Y"/>
              </a:cxn>
              <a:cxn ang="0">
                <a:pos x="GluePoint801X" y="GluePoint801Y"/>
              </a:cxn>
              <a:cxn ang="0">
                <a:pos x="GluePoint802X" y="GluePoint802Y"/>
              </a:cxn>
              <a:cxn ang="0">
                <a:pos x="GluePoint803X" y="GluePoint803Y"/>
              </a:cxn>
              <a:cxn ang="0">
                <a:pos x="GluePoint804X" y="GluePoint804Y"/>
              </a:cxn>
              <a:cxn ang="0">
                <a:pos x="GluePoint805X" y="GluePoint805Y"/>
              </a:cxn>
              <a:cxn ang="0">
                <a:pos x="GluePoint806X" y="GluePoint806Y"/>
              </a:cxn>
              <a:cxn ang="0">
                <a:pos x="GluePoint807X" y="GluePoint807Y"/>
              </a:cxn>
              <a:cxn ang="0">
                <a:pos x="GluePoint808X" y="GluePoint808Y"/>
              </a:cxn>
              <a:cxn ang="0">
                <a:pos x="GluePoint809X" y="GluePoint809Y"/>
              </a:cxn>
              <a:cxn ang="0">
                <a:pos x="GluePoint810X" y="GluePoint810Y"/>
              </a:cxn>
              <a:cxn ang="0">
                <a:pos x="GluePoint811X" y="GluePoint811Y"/>
              </a:cxn>
              <a:cxn ang="0">
                <a:pos x="GluePoint812X" y="GluePoint812Y"/>
              </a:cxn>
              <a:cxn ang="0">
                <a:pos x="GluePoint813X" y="GluePoint813Y"/>
              </a:cxn>
              <a:cxn ang="0">
                <a:pos x="GluePoint814X" y="GluePoint814Y"/>
              </a:cxn>
              <a:cxn ang="0">
                <a:pos x="GluePoint815X" y="GluePoint815Y"/>
              </a:cxn>
              <a:cxn ang="0">
                <a:pos x="GluePoint816X" y="GluePoint816Y"/>
              </a:cxn>
              <a:cxn ang="0">
                <a:pos x="GluePoint817X" y="GluePoint817Y"/>
              </a:cxn>
              <a:cxn ang="0">
                <a:pos x="GluePoint818X" y="GluePoint818Y"/>
              </a:cxn>
              <a:cxn ang="0">
                <a:pos x="GluePoint819X" y="GluePoint819Y"/>
              </a:cxn>
              <a:cxn ang="0">
                <a:pos x="GluePoint820X" y="GluePoint820Y"/>
              </a:cxn>
              <a:cxn ang="0">
                <a:pos x="GluePoint821X" y="GluePoint821Y"/>
              </a:cxn>
              <a:cxn ang="0">
                <a:pos x="GluePoint822X" y="GluePoint822Y"/>
              </a:cxn>
              <a:cxn ang="0">
                <a:pos x="GluePoint823X" y="GluePoint823Y"/>
              </a:cxn>
              <a:cxn ang="0">
                <a:pos x="GluePoint824X" y="GluePoint824Y"/>
              </a:cxn>
              <a:cxn ang="0">
                <a:pos x="GluePoint825X" y="GluePoint825Y"/>
              </a:cxn>
              <a:cxn ang="0">
                <a:pos x="GluePoint826X" y="GluePoint826Y"/>
              </a:cxn>
              <a:cxn ang="0">
                <a:pos x="GluePoint827X" y="GluePoint827Y"/>
              </a:cxn>
              <a:cxn ang="0">
                <a:pos x="GluePoint828X" y="GluePoint828Y"/>
              </a:cxn>
              <a:cxn ang="0">
                <a:pos x="GluePoint829X" y="GluePoint829Y"/>
              </a:cxn>
              <a:cxn ang="0">
                <a:pos x="GluePoint830X" y="GluePoint830Y"/>
              </a:cxn>
              <a:cxn ang="0">
                <a:pos x="GluePoint831X" y="GluePoint831Y"/>
              </a:cxn>
              <a:cxn ang="0">
                <a:pos x="GluePoint832X" y="GluePoint832Y"/>
              </a:cxn>
              <a:cxn ang="0">
                <a:pos x="GluePoint833X" y="GluePoint833Y"/>
              </a:cxn>
              <a:cxn ang="0">
                <a:pos x="GluePoint834X" y="GluePoint834Y"/>
              </a:cxn>
              <a:cxn ang="0">
                <a:pos x="GluePoint835X" y="GluePoint835Y"/>
              </a:cxn>
              <a:cxn ang="0">
                <a:pos x="GluePoint836X" y="GluePoint836Y"/>
              </a:cxn>
              <a:cxn ang="0">
                <a:pos x="GluePoint837X" y="GluePoint837Y"/>
              </a:cxn>
              <a:cxn ang="0">
                <a:pos x="GluePoint838X" y="GluePoint838Y"/>
              </a:cxn>
              <a:cxn ang="0">
                <a:pos x="GluePoint839X" y="GluePoint839Y"/>
              </a:cxn>
              <a:cxn ang="0">
                <a:pos x="GluePoint840X" y="GluePoint840Y"/>
              </a:cxn>
              <a:cxn ang="0">
                <a:pos x="GluePoint841X" y="GluePoint841Y"/>
              </a:cxn>
              <a:cxn ang="0">
                <a:pos x="GluePoint842X" y="GluePoint842Y"/>
              </a:cxn>
              <a:cxn ang="0">
                <a:pos x="GluePoint843X" y="GluePoint843Y"/>
              </a:cxn>
              <a:cxn ang="0">
                <a:pos x="GluePoint844X" y="GluePoint844Y"/>
              </a:cxn>
              <a:cxn ang="0">
                <a:pos x="GluePoint845X" y="GluePoint845Y"/>
              </a:cxn>
              <a:cxn ang="0">
                <a:pos x="GluePoint846X" y="GluePoint846Y"/>
              </a:cxn>
              <a:cxn ang="0">
                <a:pos x="GluePoint847X" y="GluePoint847Y"/>
              </a:cxn>
              <a:cxn ang="0">
                <a:pos x="GluePoint848X" y="GluePoint848Y"/>
              </a:cxn>
              <a:cxn ang="0">
                <a:pos x="GluePoint849X" y="GluePoint849Y"/>
              </a:cxn>
              <a:cxn ang="0">
                <a:pos x="GluePoint850X" y="GluePoint850Y"/>
              </a:cxn>
              <a:cxn ang="0">
                <a:pos x="GluePoint851X" y="GluePoint851Y"/>
              </a:cxn>
              <a:cxn ang="0">
                <a:pos x="GluePoint852X" y="GluePoint852Y"/>
              </a:cxn>
              <a:cxn ang="0">
                <a:pos x="GluePoint853X" y="GluePoint853Y"/>
              </a:cxn>
              <a:cxn ang="0">
                <a:pos x="GluePoint854X" y="GluePoint854Y"/>
              </a:cxn>
              <a:cxn ang="0">
                <a:pos x="GluePoint855X" y="GluePoint855Y"/>
              </a:cxn>
              <a:cxn ang="0">
                <a:pos x="GluePoint856X" y="GluePoint856Y"/>
              </a:cxn>
              <a:cxn ang="0">
                <a:pos x="GluePoint857X" y="GluePoint857Y"/>
              </a:cxn>
              <a:cxn ang="0">
                <a:pos x="GluePoint858X" y="GluePoint858Y"/>
              </a:cxn>
              <a:cxn ang="0">
                <a:pos x="GluePoint859X" y="GluePoint859Y"/>
              </a:cxn>
              <a:cxn ang="0">
                <a:pos x="GluePoint860X" y="GluePoint860Y"/>
              </a:cxn>
              <a:cxn ang="0">
                <a:pos x="GluePoint861X" y="GluePoint861Y"/>
              </a:cxn>
              <a:cxn ang="0">
                <a:pos x="GluePoint862X" y="GluePoint862Y"/>
              </a:cxn>
              <a:cxn ang="0">
                <a:pos x="GluePoint863X" y="GluePoint863Y"/>
              </a:cxn>
              <a:cxn ang="0">
                <a:pos x="GluePoint864X" y="GluePoint864Y"/>
              </a:cxn>
              <a:cxn ang="0">
                <a:pos x="GluePoint865X" y="GluePoint865Y"/>
              </a:cxn>
              <a:cxn ang="0">
                <a:pos x="GluePoint866X" y="GluePoint866Y"/>
              </a:cxn>
              <a:cxn ang="0">
                <a:pos x="GluePoint867X" y="GluePoint867Y"/>
              </a:cxn>
              <a:cxn ang="0">
                <a:pos x="GluePoint868X" y="GluePoint868Y"/>
              </a:cxn>
              <a:cxn ang="0">
                <a:pos x="GluePoint869X" y="GluePoint869Y"/>
              </a:cxn>
              <a:cxn ang="0">
                <a:pos x="GluePoint870X" y="GluePoint870Y"/>
              </a:cxn>
              <a:cxn ang="0">
                <a:pos x="GluePoint871X" y="GluePoint871Y"/>
              </a:cxn>
              <a:cxn ang="0">
                <a:pos x="GluePoint872X" y="GluePoint872Y"/>
              </a:cxn>
              <a:cxn ang="0">
                <a:pos x="GluePoint873X" y="GluePoint873Y"/>
              </a:cxn>
              <a:cxn ang="0">
                <a:pos x="GluePoint874X" y="GluePoint874Y"/>
              </a:cxn>
              <a:cxn ang="0">
                <a:pos x="GluePoint875X" y="GluePoint875Y"/>
              </a:cxn>
              <a:cxn ang="0">
                <a:pos x="GluePoint876X" y="GluePoint876Y"/>
              </a:cxn>
              <a:cxn ang="0">
                <a:pos x="GluePoint877X" y="GluePoint877Y"/>
              </a:cxn>
              <a:cxn ang="0">
                <a:pos x="GluePoint878X" y="GluePoint878Y"/>
              </a:cxn>
              <a:cxn ang="0">
                <a:pos x="GluePoint879X" y="GluePoint879Y"/>
              </a:cxn>
              <a:cxn ang="0">
                <a:pos x="GluePoint880X" y="GluePoint880Y"/>
              </a:cxn>
              <a:cxn ang="0">
                <a:pos x="GluePoint881X" y="GluePoint881Y"/>
              </a:cxn>
              <a:cxn ang="0">
                <a:pos x="GluePoint882X" y="GluePoint882Y"/>
              </a:cxn>
              <a:cxn ang="0">
                <a:pos x="GluePoint883X" y="GluePoint883Y"/>
              </a:cxn>
              <a:cxn ang="0">
                <a:pos x="GluePoint884X" y="GluePoint884Y"/>
              </a:cxn>
              <a:cxn ang="0">
                <a:pos x="GluePoint885X" y="GluePoint885Y"/>
              </a:cxn>
              <a:cxn ang="0">
                <a:pos x="GluePoint886X" y="GluePoint886Y"/>
              </a:cxn>
              <a:cxn ang="0">
                <a:pos x="GluePoint887X" y="GluePoint887Y"/>
              </a:cxn>
              <a:cxn ang="0">
                <a:pos x="GluePoint888X" y="GluePoint888Y"/>
              </a:cxn>
              <a:cxn ang="0">
                <a:pos x="GluePoint889X" y="GluePoint889Y"/>
              </a:cxn>
              <a:cxn ang="0">
                <a:pos x="GluePoint890X" y="GluePoint890Y"/>
              </a:cxn>
              <a:cxn ang="0">
                <a:pos x="GluePoint891X" y="GluePoint891Y"/>
              </a:cxn>
              <a:cxn ang="0">
                <a:pos x="GluePoint892X" y="GluePoint892Y"/>
              </a:cxn>
              <a:cxn ang="0">
                <a:pos x="GluePoint893X" y="GluePoint893Y"/>
              </a:cxn>
              <a:cxn ang="0">
                <a:pos x="GluePoint894X" y="GluePoint894Y"/>
              </a:cxn>
              <a:cxn ang="0">
                <a:pos x="GluePoint895X" y="GluePoint895Y"/>
              </a:cxn>
              <a:cxn ang="0">
                <a:pos x="GluePoint896X" y="GluePoint896Y"/>
              </a:cxn>
              <a:cxn ang="0">
                <a:pos x="GluePoint897X" y="GluePoint897Y"/>
              </a:cxn>
              <a:cxn ang="0">
                <a:pos x="GluePoint898X" y="GluePoint898Y"/>
              </a:cxn>
              <a:cxn ang="0">
                <a:pos x="GluePoint899X" y="GluePoint899Y"/>
              </a:cxn>
              <a:cxn ang="0">
                <a:pos x="GluePoint900X" y="GluePoint900Y"/>
              </a:cxn>
              <a:cxn ang="0">
                <a:pos x="GluePoint901X" y="GluePoint901Y"/>
              </a:cxn>
              <a:cxn ang="0">
                <a:pos x="GluePoint902X" y="GluePoint902Y"/>
              </a:cxn>
              <a:cxn ang="0">
                <a:pos x="GluePoint903X" y="GluePoint903Y"/>
              </a:cxn>
              <a:cxn ang="0">
                <a:pos x="GluePoint904X" y="GluePoint904Y"/>
              </a:cxn>
              <a:cxn ang="0">
                <a:pos x="GluePoint905X" y="GluePoint905Y"/>
              </a:cxn>
              <a:cxn ang="0">
                <a:pos x="GluePoint906X" y="GluePoint906Y"/>
              </a:cxn>
              <a:cxn ang="0">
                <a:pos x="GluePoint907X" y="GluePoint907Y"/>
              </a:cxn>
              <a:cxn ang="0">
                <a:pos x="GluePoint908X" y="GluePoint908Y"/>
              </a:cxn>
              <a:cxn ang="0">
                <a:pos x="GluePoint909X" y="GluePoint909Y"/>
              </a:cxn>
              <a:cxn ang="0">
                <a:pos x="GluePoint910X" y="GluePoint910Y"/>
              </a:cxn>
              <a:cxn ang="0">
                <a:pos x="GluePoint911X" y="GluePoint911Y"/>
              </a:cxn>
              <a:cxn ang="0">
                <a:pos x="GluePoint912X" y="GluePoint912Y"/>
              </a:cxn>
              <a:cxn ang="0">
                <a:pos x="GluePoint913X" y="GluePoint913Y"/>
              </a:cxn>
              <a:cxn ang="0">
                <a:pos x="GluePoint914X" y="GluePoint914Y"/>
              </a:cxn>
              <a:cxn ang="0">
                <a:pos x="GluePoint915X" y="GluePoint915Y"/>
              </a:cxn>
              <a:cxn ang="0">
                <a:pos x="GluePoint916X" y="GluePoint916Y"/>
              </a:cxn>
              <a:cxn ang="0">
                <a:pos x="GluePoint917X" y="GluePoint917Y"/>
              </a:cxn>
              <a:cxn ang="0">
                <a:pos x="GluePoint918X" y="GluePoint918Y"/>
              </a:cxn>
              <a:cxn ang="0">
                <a:pos x="GluePoint919X" y="GluePoint919Y"/>
              </a:cxn>
              <a:cxn ang="0">
                <a:pos x="GluePoint920X" y="GluePoint920Y"/>
              </a:cxn>
              <a:cxn ang="0">
                <a:pos x="GluePoint921X" y="GluePoint921Y"/>
              </a:cxn>
              <a:cxn ang="0">
                <a:pos x="GluePoint922X" y="GluePoint922Y"/>
              </a:cxn>
              <a:cxn ang="0">
                <a:pos x="GluePoint923X" y="GluePoint923Y"/>
              </a:cxn>
              <a:cxn ang="0">
                <a:pos x="GluePoint924X" y="GluePoint924Y"/>
              </a:cxn>
              <a:cxn ang="0">
                <a:pos x="GluePoint925X" y="GluePoint925Y"/>
              </a:cxn>
              <a:cxn ang="0">
                <a:pos x="GluePoint926X" y="GluePoint926Y"/>
              </a:cxn>
              <a:cxn ang="0">
                <a:pos x="GluePoint927X" y="GluePoint927Y"/>
              </a:cxn>
              <a:cxn ang="0">
                <a:pos x="GluePoint928X" y="GluePoint928Y"/>
              </a:cxn>
              <a:cxn ang="0">
                <a:pos x="GluePoint929X" y="GluePoint929Y"/>
              </a:cxn>
              <a:cxn ang="0">
                <a:pos x="GluePoint930X" y="GluePoint930Y"/>
              </a:cxn>
              <a:cxn ang="0">
                <a:pos x="GluePoint931X" y="GluePoint931Y"/>
              </a:cxn>
              <a:cxn ang="0">
                <a:pos x="GluePoint932X" y="GluePoint932Y"/>
              </a:cxn>
              <a:cxn ang="0">
                <a:pos x="GluePoint933X" y="GluePoint933Y"/>
              </a:cxn>
              <a:cxn ang="0">
                <a:pos x="GluePoint934X" y="GluePoint934Y"/>
              </a:cxn>
              <a:cxn ang="0">
                <a:pos x="GluePoint935X" y="GluePoint935Y"/>
              </a:cxn>
              <a:cxn ang="0">
                <a:pos x="GluePoint936X" y="GluePoint936Y"/>
              </a:cxn>
            </a:cxnLst>
            <a:rect l="textAreaLeft" t="textAreaTop" r="textAreaRight" b="textAreaBottom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0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080" y="990720"/>
            <a:ext cx="8457840" cy="4876560"/>
          </a:xfrm>
          <a:prstGeom prst="rect">
            <a:avLst/>
          </a:prstGeom>
          <a:ln>
            <a:noFill/>
          </a:ln>
          <a:effectLst>
            <a:outerShdw algn="ctr" blurRad="317520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57160" y="1676520"/>
            <a:ext cx="2857320" cy="350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Browser History Recovery Tool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886200" y="1676520"/>
            <a:ext cx="4228560" cy="350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>
                    <a:alpha val="55000"/>
                  </a:schemeClr>
                </a:solidFill>
                <a:effectLst/>
                <a:uFillTx/>
                <a:latin typeface="Arial"/>
                <a:ea typeface="DejaVu Sans"/>
              </a:rPr>
              <a:t>Mohit Chaudhary                       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Introduction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7" name="Diagram1"/>
          <p:cNvGraphicFramePr/>
          <p:nvPr>
            <p:extLst>
              <p:ext uri="{D42A27DB-BD31-4B8C-83A1-F6EECF244321}">
                <p14:modId xmlns:p14="http://schemas.microsoft.com/office/powerpoint/2010/main" val="1372132979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Arc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746200">
            <a:off x="6131160" y="457920"/>
            <a:ext cx="2240640" cy="2987640"/>
          </a:xfrm>
          <a:prstGeom prst="arc">
            <a:avLst>
              <a:gd name="adj1" fmla="val 14612914"/>
              <a:gd name="adj2" fmla="val 0"/>
            </a:avLst>
          </a:prstGeom>
          <a:noFill/>
          <a:ln cap="rnd" w="127000">
            <a:solidFill>
              <a:srgbClr val="8064A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Objective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Diagram2"/>
          <p:cNvGraphicFramePr/>
          <p:nvPr>
            <p:extLst>
              <p:ext uri="{D42A27DB-BD31-4B8C-83A1-F6EECF244321}">
                <p14:modId xmlns:p14="http://schemas.microsoft.com/office/powerpoint/2010/main" val="2574138129"/>
              </p:ext>
            </p:extLst>
          </p:nvPr>
        </p:nvGraphicFramePr>
        <p:xfrm>
          <a:off x="628560" y="1825560"/>
          <a:ext cx="7886520" cy="43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3" name="Arc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746200">
            <a:off x="6131160" y="457920"/>
            <a:ext cx="2240640" cy="2987640"/>
          </a:xfrm>
          <a:prstGeom prst="arc">
            <a:avLst>
              <a:gd name="adj1" fmla="val 14612914"/>
              <a:gd name="adj2" fmla="val 0"/>
            </a:avLst>
          </a:prstGeom>
          <a:noFill/>
          <a:ln cap="rnd" w="127000">
            <a:solidFill>
              <a:srgbClr val="8064A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Methodology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Diagram3"/>
          <p:cNvGraphicFramePr/>
          <p:nvPr>
            <p:extLst>
              <p:ext uri="{D42A27DB-BD31-4B8C-83A1-F6EECF244321}">
                <p14:modId xmlns:p14="http://schemas.microsoft.com/office/powerpoint/2010/main" val="3908598035"/>
              </p:ext>
            </p:extLst>
          </p:nvPr>
        </p:nvGraphicFramePr>
        <p:xfrm>
          <a:off x="628560" y="1825560"/>
          <a:ext cx="7886520" cy="43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Implementation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0" name="Diagram4"/>
          <p:cNvGraphicFramePr/>
          <p:nvPr>
            <p:extLst>
              <p:ext uri="{D42A27DB-BD31-4B8C-83A1-F6EECF244321}">
                <p14:modId xmlns:p14="http://schemas.microsoft.com/office/powerpoint/2010/main" val="3820764219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Preliminary 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5" name="Diagram5"/>
          <p:cNvGraphicFramePr/>
          <p:nvPr>
            <p:extLst>
              <p:ext uri="{D42A27DB-BD31-4B8C-83A1-F6EECF244321}">
                <p14:modId xmlns:p14="http://schemas.microsoft.com/office/powerpoint/2010/main" val="4242557942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Challenges &amp; Solutions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0" name="Diagram6"/>
          <p:cNvGraphicFramePr/>
          <p:nvPr>
            <p:extLst>
              <p:ext uri="{D42A27DB-BD31-4B8C-83A1-F6EECF244321}">
                <p14:modId xmlns:p14="http://schemas.microsoft.com/office/powerpoint/2010/main" val="2653361285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5" name="Diagram7"/>
          <p:cNvGraphicFramePr/>
          <p:nvPr>
            <p:extLst>
              <p:ext uri="{D42A27DB-BD31-4B8C-83A1-F6EECF244321}">
                <p14:modId xmlns:p14="http://schemas.microsoft.com/office/powerpoint/2010/main" val="487541322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31080" y="255960"/>
            <a:ext cx="787932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Performance Evaluation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440" y="1634400"/>
            <a:ext cx="78382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31080" y="1538280"/>
            <a:ext cx="140472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0" name="Diagram8"/>
          <p:cNvGraphicFramePr/>
          <p:nvPr>
            <p:extLst>
              <p:ext uri="{D42A27DB-BD31-4B8C-83A1-F6EECF244321}">
                <p14:modId xmlns:p14="http://schemas.microsoft.com/office/powerpoint/2010/main" val="1356397837"/>
              </p:ext>
            </p:extLst>
          </p:nvPr>
        </p:nvGraphicFramePr>
        <p:xfrm>
          <a:off x="628560" y="1926360"/>
          <a:ext cx="788652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31080" y="334800"/>
            <a:ext cx="7881840" cy="10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Future Scope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160" y="0"/>
            <a:ext cx="7879320" cy="191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080" y="1513080"/>
            <a:ext cx="78793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5" name="Diagram9"/>
          <p:cNvGraphicFramePr/>
          <p:nvPr>
            <p:extLst>
              <p:ext uri="{D42A27DB-BD31-4B8C-83A1-F6EECF244321}">
                <p14:modId xmlns:p14="http://schemas.microsoft.com/office/powerpoint/2010/main" val="943159442"/>
              </p:ext>
            </p:extLst>
          </p:nvPr>
        </p:nvGraphicFramePr>
        <p:xfrm>
          <a:off x="628560" y="1737360"/>
          <a:ext cx="7879320" cy="453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LibreOffice/26.2.2.2$Windows_X86_64 LibreOffice_project/1f77d10d6938fd34972958f64b2bcfa54f8b1ba5</Application>
  <AppVersion>15.0000</AppVersion>
  <Words>620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en-IN</dc:language>
  <cp:lastModifiedBy/>
  <dcterms:modified xsi:type="dcterms:W3CDTF">2026-04-24T01:19:52Z</dcterms:modified>
  <cp:revision>54</cp:revision>
  <dc:subject/>
  <dc:title>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10</vt:i4>
  </property>
</Properties>
</file>