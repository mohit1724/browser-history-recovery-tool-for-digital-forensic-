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CF783A-1590-C622-419D-299DCCC6D02E}" v="90" dt="2025-03-19T22:20:45.367"/>
    <p1510:client id="{C0DBB47B-9722-9237-3840-C5579D294A8E}" v="35" dt="2025-03-19T22:16:50.2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18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18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9F2546E-C39C-4D29-A974-225829FA306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38873AC-C0D0-41E1-A863-F0F4AAC298E7}">
      <dgm:prSet/>
      <dgm:spPr/>
      <dgm:t>
        <a:bodyPr/>
        <a:lstStyle/>
        <a:p>
          <a:r>
            <a:rPr lang="en-US" b="0"/>
            <a:t>Browser history recovery tools are specialized software applications designed to retrieve and analyze deleted or lost browser history data from digital devices.</a:t>
          </a:r>
          <a:endParaRPr lang="en-US"/>
        </a:p>
      </dgm:t>
    </dgm:pt>
    <dgm:pt modelId="{6613A2A8-AC9C-4853-B37B-3471CCAD67E3}" type="parTrans" cxnId="{39A87249-C81C-441F-92DA-2257A790B9FE}">
      <dgm:prSet/>
      <dgm:spPr/>
      <dgm:t>
        <a:bodyPr/>
        <a:lstStyle/>
        <a:p>
          <a:endParaRPr lang="en-US"/>
        </a:p>
      </dgm:t>
    </dgm:pt>
    <dgm:pt modelId="{0952A25C-2BEE-437B-8923-E823A165B93B}" type="sibTrans" cxnId="{39A87249-C81C-441F-92DA-2257A790B9FE}">
      <dgm:prSet/>
      <dgm:spPr/>
      <dgm:t>
        <a:bodyPr/>
        <a:lstStyle/>
        <a:p>
          <a:endParaRPr lang="en-US"/>
        </a:p>
      </dgm:t>
    </dgm:pt>
    <dgm:pt modelId="{DD77BBE0-73A9-4D07-8B51-E29F47BE1A86}">
      <dgm:prSet/>
      <dgm:spPr/>
      <dgm:t>
        <a:bodyPr/>
        <a:lstStyle/>
        <a:p>
          <a:r>
            <a:rPr lang="en-US" b="0"/>
            <a:t>Their primary function is to assist in forensic investigations, providing crucial evidence related to user activities online.</a:t>
          </a:r>
          <a:endParaRPr lang="en-US"/>
        </a:p>
      </dgm:t>
    </dgm:pt>
    <dgm:pt modelId="{27B11F69-636A-4DB2-949A-CB2FD98EF4F5}" type="parTrans" cxnId="{E59D4244-4DDC-404D-A4EB-27C535DBC3AB}">
      <dgm:prSet/>
      <dgm:spPr/>
      <dgm:t>
        <a:bodyPr/>
        <a:lstStyle/>
        <a:p>
          <a:endParaRPr lang="en-US"/>
        </a:p>
      </dgm:t>
    </dgm:pt>
    <dgm:pt modelId="{C6EFD8FA-DB4F-47BC-B474-CEE3DDD54173}" type="sibTrans" cxnId="{E59D4244-4DDC-404D-A4EB-27C535DBC3AB}">
      <dgm:prSet/>
      <dgm:spPr/>
      <dgm:t>
        <a:bodyPr/>
        <a:lstStyle/>
        <a:p>
          <a:endParaRPr lang="en-US"/>
        </a:p>
      </dgm:t>
    </dgm:pt>
    <dgm:pt modelId="{185F4D89-5E9C-46AF-9997-A11DBDE1A5CE}">
      <dgm:prSet/>
      <dgm:spPr/>
      <dgm:t>
        <a:bodyPr/>
        <a:lstStyle/>
        <a:p>
          <a:r>
            <a:rPr lang="en-US" b="0"/>
            <a:t>Digital footprints become increasingly important in legal contexts, these tools are essential for uncovering digital evidence that can significantly impact investigations and outcomes.</a:t>
          </a:r>
          <a:endParaRPr lang="en-US"/>
        </a:p>
      </dgm:t>
    </dgm:pt>
    <dgm:pt modelId="{FBB199D3-BCC6-452C-B54C-2C6CB034D8E7}" type="parTrans" cxnId="{42602078-9201-4DF7-A4F0-AA78EFDA35D3}">
      <dgm:prSet/>
      <dgm:spPr/>
      <dgm:t>
        <a:bodyPr/>
        <a:lstStyle/>
        <a:p>
          <a:endParaRPr lang="en-US"/>
        </a:p>
      </dgm:t>
    </dgm:pt>
    <dgm:pt modelId="{880938B0-FC39-4706-A734-D73641907C4A}" type="sibTrans" cxnId="{42602078-9201-4DF7-A4F0-AA78EFDA35D3}">
      <dgm:prSet/>
      <dgm:spPr/>
      <dgm:t>
        <a:bodyPr/>
        <a:lstStyle/>
        <a:p>
          <a:endParaRPr lang="en-US"/>
        </a:p>
      </dgm:t>
    </dgm:pt>
    <dgm:pt modelId="{FF5F5C16-349B-40C0-B84B-CD81D96D5C4A}" type="pres">
      <dgm:prSet presAssocID="{79F2546E-C39C-4D29-A974-225829FA3065}" presName="root" presStyleCnt="0">
        <dgm:presLayoutVars>
          <dgm:dir/>
          <dgm:resizeHandles val="exact"/>
        </dgm:presLayoutVars>
      </dgm:prSet>
      <dgm:spPr/>
    </dgm:pt>
    <dgm:pt modelId="{B74AE21E-C4DA-47D9-BE7C-DFF6B726B2FB}" type="pres">
      <dgm:prSet presAssocID="{338873AC-C0D0-41E1-A863-F0F4AAC298E7}" presName="compNode" presStyleCnt="0"/>
      <dgm:spPr/>
    </dgm:pt>
    <dgm:pt modelId="{A4503F6C-5E08-4F99-B6DD-39A4EB861C79}" type="pres">
      <dgm:prSet presAssocID="{338873AC-C0D0-41E1-A863-F0F4AAC298E7}" presName="bgRect" presStyleLbl="bgShp" presStyleIdx="0" presStyleCnt="3"/>
      <dgm:spPr/>
    </dgm:pt>
    <dgm:pt modelId="{BFBBBDA8-1FD5-4BAD-8FC5-C316A50A1DA6}" type="pres">
      <dgm:prSet presAssocID="{338873AC-C0D0-41E1-A863-F0F4AAC298E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C15AC328-9D11-4881-AB10-D4F285B06C49}" type="pres">
      <dgm:prSet presAssocID="{338873AC-C0D0-41E1-A863-F0F4AAC298E7}" presName="spaceRect" presStyleCnt="0"/>
      <dgm:spPr/>
    </dgm:pt>
    <dgm:pt modelId="{2BD769F2-FF58-4B6D-A7C3-DA4B80FCD3F0}" type="pres">
      <dgm:prSet presAssocID="{338873AC-C0D0-41E1-A863-F0F4AAC298E7}" presName="parTx" presStyleLbl="revTx" presStyleIdx="0" presStyleCnt="3">
        <dgm:presLayoutVars>
          <dgm:chMax val="0"/>
          <dgm:chPref val="0"/>
        </dgm:presLayoutVars>
      </dgm:prSet>
      <dgm:spPr/>
    </dgm:pt>
    <dgm:pt modelId="{4801A792-3F06-4BA7-ADFE-7995E0336799}" type="pres">
      <dgm:prSet presAssocID="{0952A25C-2BEE-437B-8923-E823A165B93B}" presName="sibTrans" presStyleCnt="0"/>
      <dgm:spPr/>
    </dgm:pt>
    <dgm:pt modelId="{242805C1-E298-4836-98DE-CD2110393285}" type="pres">
      <dgm:prSet presAssocID="{DD77BBE0-73A9-4D07-8B51-E29F47BE1A86}" presName="compNode" presStyleCnt="0"/>
      <dgm:spPr/>
    </dgm:pt>
    <dgm:pt modelId="{21D73146-4763-49F4-B9B1-4C007515CCF3}" type="pres">
      <dgm:prSet presAssocID="{DD77BBE0-73A9-4D07-8B51-E29F47BE1A86}" presName="bgRect" presStyleLbl="bgShp" presStyleIdx="1" presStyleCnt="3"/>
      <dgm:spPr/>
    </dgm:pt>
    <dgm:pt modelId="{1B441250-683B-4A66-973A-B90581566A22}" type="pres">
      <dgm:prSet presAssocID="{DD77BBE0-73A9-4D07-8B51-E29F47BE1A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nger Print"/>
        </a:ext>
      </dgm:extLst>
    </dgm:pt>
    <dgm:pt modelId="{0801014F-7848-4CFC-B792-3BF6C179C9B5}" type="pres">
      <dgm:prSet presAssocID="{DD77BBE0-73A9-4D07-8B51-E29F47BE1A86}" presName="spaceRect" presStyleCnt="0"/>
      <dgm:spPr/>
    </dgm:pt>
    <dgm:pt modelId="{54D81C51-5B85-4ED6-90BB-AF7DD2FF606B}" type="pres">
      <dgm:prSet presAssocID="{DD77BBE0-73A9-4D07-8B51-E29F47BE1A86}" presName="parTx" presStyleLbl="revTx" presStyleIdx="1" presStyleCnt="3">
        <dgm:presLayoutVars>
          <dgm:chMax val="0"/>
          <dgm:chPref val="0"/>
        </dgm:presLayoutVars>
      </dgm:prSet>
      <dgm:spPr/>
    </dgm:pt>
    <dgm:pt modelId="{A9AFC04C-D329-4F36-BD1E-7D1CC331D362}" type="pres">
      <dgm:prSet presAssocID="{C6EFD8FA-DB4F-47BC-B474-CEE3DDD54173}" presName="sibTrans" presStyleCnt="0"/>
      <dgm:spPr/>
    </dgm:pt>
    <dgm:pt modelId="{12C35069-E430-4BA7-93C2-B9EE66D47697}" type="pres">
      <dgm:prSet presAssocID="{185F4D89-5E9C-46AF-9997-A11DBDE1A5CE}" presName="compNode" presStyleCnt="0"/>
      <dgm:spPr/>
    </dgm:pt>
    <dgm:pt modelId="{F123E551-E958-4531-9C35-82C413F1DD09}" type="pres">
      <dgm:prSet presAssocID="{185F4D89-5E9C-46AF-9997-A11DBDE1A5CE}" presName="bgRect" presStyleLbl="bgShp" presStyleIdx="2" presStyleCnt="3"/>
      <dgm:spPr/>
    </dgm:pt>
    <dgm:pt modelId="{2F55555C-9992-483F-A092-9D9C9296803F}" type="pres">
      <dgm:prSet presAssocID="{185F4D89-5E9C-46AF-9997-A11DBDE1A5C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otprint"/>
        </a:ext>
      </dgm:extLst>
    </dgm:pt>
    <dgm:pt modelId="{B56C1396-CA7D-44EB-9B22-D9B03FE898CD}" type="pres">
      <dgm:prSet presAssocID="{185F4D89-5E9C-46AF-9997-A11DBDE1A5CE}" presName="spaceRect" presStyleCnt="0"/>
      <dgm:spPr/>
    </dgm:pt>
    <dgm:pt modelId="{FDD2817E-06E2-4640-96E5-7A6FFA548680}" type="pres">
      <dgm:prSet presAssocID="{185F4D89-5E9C-46AF-9997-A11DBDE1A5C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BAB806-2508-4519-9CFC-DBE4BAF67FE6}" type="presOf" srcId="{DD77BBE0-73A9-4D07-8B51-E29F47BE1A86}" destId="{54D81C51-5B85-4ED6-90BB-AF7DD2FF606B}" srcOrd="0" destOrd="0" presId="urn:microsoft.com/office/officeart/2018/2/layout/IconVerticalSolidList"/>
    <dgm:cxn modelId="{E59D4244-4DDC-404D-A4EB-27C535DBC3AB}" srcId="{79F2546E-C39C-4D29-A974-225829FA3065}" destId="{DD77BBE0-73A9-4D07-8B51-E29F47BE1A86}" srcOrd="1" destOrd="0" parTransId="{27B11F69-636A-4DB2-949A-CB2FD98EF4F5}" sibTransId="{C6EFD8FA-DB4F-47BC-B474-CEE3DDD54173}"/>
    <dgm:cxn modelId="{39A87249-C81C-441F-92DA-2257A790B9FE}" srcId="{79F2546E-C39C-4D29-A974-225829FA3065}" destId="{338873AC-C0D0-41E1-A863-F0F4AAC298E7}" srcOrd="0" destOrd="0" parTransId="{6613A2A8-AC9C-4853-B37B-3471CCAD67E3}" sibTransId="{0952A25C-2BEE-437B-8923-E823A165B93B}"/>
    <dgm:cxn modelId="{4B89336C-469C-4B5F-BCC6-ECC812FE6213}" type="presOf" srcId="{185F4D89-5E9C-46AF-9997-A11DBDE1A5CE}" destId="{FDD2817E-06E2-4640-96E5-7A6FFA548680}" srcOrd="0" destOrd="0" presId="urn:microsoft.com/office/officeart/2018/2/layout/IconVerticalSolidList"/>
    <dgm:cxn modelId="{42602078-9201-4DF7-A4F0-AA78EFDA35D3}" srcId="{79F2546E-C39C-4D29-A974-225829FA3065}" destId="{185F4D89-5E9C-46AF-9997-A11DBDE1A5CE}" srcOrd="2" destOrd="0" parTransId="{FBB199D3-BCC6-452C-B54C-2C6CB034D8E7}" sibTransId="{880938B0-FC39-4706-A734-D73641907C4A}"/>
    <dgm:cxn modelId="{B50BAF84-8894-4C79-A52D-DECF8EC9B4E6}" type="presOf" srcId="{338873AC-C0D0-41E1-A863-F0F4AAC298E7}" destId="{2BD769F2-FF58-4B6D-A7C3-DA4B80FCD3F0}" srcOrd="0" destOrd="0" presId="urn:microsoft.com/office/officeart/2018/2/layout/IconVerticalSolidList"/>
    <dgm:cxn modelId="{C40EEEA3-E2A3-4A09-9433-3D3BDF9F13BD}" type="presOf" srcId="{79F2546E-C39C-4D29-A974-225829FA3065}" destId="{FF5F5C16-349B-40C0-B84B-CD81D96D5C4A}" srcOrd="0" destOrd="0" presId="urn:microsoft.com/office/officeart/2018/2/layout/IconVerticalSolidList"/>
    <dgm:cxn modelId="{F792A79E-F4C6-42B6-9D12-67FCD8311728}" type="presParOf" srcId="{FF5F5C16-349B-40C0-B84B-CD81D96D5C4A}" destId="{B74AE21E-C4DA-47D9-BE7C-DFF6B726B2FB}" srcOrd="0" destOrd="0" presId="urn:microsoft.com/office/officeart/2018/2/layout/IconVerticalSolidList"/>
    <dgm:cxn modelId="{FDE91008-6826-4F59-BE67-2AA2E3D89FCE}" type="presParOf" srcId="{B74AE21E-C4DA-47D9-BE7C-DFF6B726B2FB}" destId="{A4503F6C-5E08-4F99-B6DD-39A4EB861C79}" srcOrd="0" destOrd="0" presId="urn:microsoft.com/office/officeart/2018/2/layout/IconVerticalSolidList"/>
    <dgm:cxn modelId="{747CC421-9E7E-49A3-B363-7A6670396D0F}" type="presParOf" srcId="{B74AE21E-C4DA-47D9-BE7C-DFF6B726B2FB}" destId="{BFBBBDA8-1FD5-4BAD-8FC5-C316A50A1DA6}" srcOrd="1" destOrd="0" presId="urn:microsoft.com/office/officeart/2018/2/layout/IconVerticalSolidList"/>
    <dgm:cxn modelId="{9C5E7CD7-1415-4299-B899-325BA21ADD11}" type="presParOf" srcId="{B74AE21E-C4DA-47D9-BE7C-DFF6B726B2FB}" destId="{C15AC328-9D11-4881-AB10-D4F285B06C49}" srcOrd="2" destOrd="0" presId="urn:microsoft.com/office/officeart/2018/2/layout/IconVerticalSolidList"/>
    <dgm:cxn modelId="{206BE062-8E52-4DAD-B842-A0BD2AE04068}" type="presParOf" srcId="{B74AE21E-C4DA-47D9-BE7C-DFF6B726B2FB}" destId="{2BD769F2-FF58-4B6D-A7C3-DA4B80FCD3F0}" srcOrd="3" destOrd="0" presId="urn:microsoft.com/office/officeart/2018/2/layout/IconVerticalSolidList"/>
    <dgm:cxn modelId="{790ECEC4-5AB0-4C3F-B6C3-1544D86774AF}" type="presParOf" srcId="{FF5F5C16-349B-40C0-B84B-CD81D96D5C4A}" destId="{4801A792-3F06-4BA7-ADFE-7995E0336799}" srcOrd="1" destOrd="0" presId="urn:microsoft.com/office/officeart/2018/2/layout/IconVerticalSolidList"/>
    <dgm:cxn modelId="{C3C453DC-7332-4100-B9FC-A1C8D711F09B}" type="presParOf" srcId="{FF5F5C16-349B-40C0-B84B-CD81D96D5C4A}" destId="{242805C1-E298-4836-98DE-CD2110393285}" srcOrd="2" destOrd="0" presId="urn:microsoft.com/office/officeart/2018/2/layout/IconVerticalSolidList"/>
    <dgm:cxn modelId="{8012A4A4-35F1-4D56-BDC5-D69F2B5E7426}" type="presParOf" srcId="{242805C1-E298-4836-98DE-CD2110393285}" destId="{21D73146-4763-49F4-B9B1-4C007515CCF3}" srcOrd="0" destOrd="0" presId="urn:microsoft.com/office/officeart/2018/2/layout/IconVerticalSolidList"/>
    <dgm:cxn modelId="{915260EA-B966-4371-AA18-37AF4B2B6D32}" type="presParOf" srcId="{242805C1-E298-4836-98DE-CD2110393285}" destId="{1B441250-683B-4A66-973A-B90581566A22}" srcOrd="1" destOrd="0" presId="urn:microsoft.com/office/officeart/2018/2/layout/IconVerticalSolidList"/>
    <dgm:cxn modelId="{89511913-0693-4482-BF3F-53FA54CD14CF}" type="presParOf" srcId="{242805C1-E298-4836-98DE-CD2110393285}" destId="{0801014F-7848-4CFC-B792-3BF6C179C9B5}" srcOrd="2" destOrd="0" presId="urn:microsoft.com/office/officeart/2018/2/layout/IconVerticalSolidList"/>
    <dgm:cxn modelId="{A40BE1F1-891A-4018-BF21-4B36C7738D98}" type="presParOf" srcId="{242805C1-E298-4836-98DE-CD2110393285}" destId="{54D81C51-5B85-4ED6-90BB-AF7DD2FF606B}" srcOrd="3" destOrd="0" presId="urn:microsoft.com/office/officeart/2018/2/layout/IconVerticalSolidList"/>
    <dgm:cxn modelId="{0E362741-D0B2-4ADB-A727-BC0D561EF92D}" type="presParOf" srcId="{FF5F5C16-349B-40C0-B84B-CD81D96D5C4A}" destId="{A9AFC04C-D329-4F36-BD1E-7D1CC331D362}" srcOrd="3" destOrd="0" presId="urn:microsoft.com/office/officeart/2018/2/layout/IconVerticalSolidList"/>
    <dgm:cxn modelId="{61FBBC7A-48E1-49D7-A87C-ECF762B02384}" type="presParOf" srcId="{FF5F5C16-349B-40C0-B84B-CD81D96D5C4A}" destId="{12C35069-E430-4BA7-93C2-B9EE66D47697}" srcOrd="4" destOrd="0" presId="urn:microsoft.com/office/officeart/2018/2/layout/IconVerticalSolidList"/>
    <dgm:cxn modelId="{C0CA2F99-A0C5-4A0E-9385-10DF8D8A5341}" type="presParOf" srcId="{12C35069-E430-4BA7-93C2-B9EE66D47697}" destId="{F123E551-E958-4531-9C35-82C413F1DD09}" srcOrd="0" destOrd="0" presId="urn:microsoft.com/office/officeart/2018/2/layout/IconVerticalSolidList"/>
    <dgm:cxn modelId="{308D49EF-B4F9-496C-803A-B5231C4E2368}" type="presParOf" srcId="{12C35069-E430-4BA7-93C2-B9EE66D47697}" destId="{2F55555C-9992-483F-A092-9D9C9296803F}" srcOrd="1" destOrd="0" presId="urn:microsoft.com/office/officeart/2018/2/layout/IconVerticalSolidList"/>
    <dgm:cxn modelId="{32E3534C-A9BE-4C2F-8388-124DA76E8D23}" type="presParOf" srcId="{12C35069-E430-4BA7-93C2-B9EE66D47697}" destId="{B56C1396-CA7D-44EB-9B22-D9B03FE898CD}" srcOrd="2" destOrd="0" presId="urn:microsoft.com/office/officeart/2018/2/layout/IconVerticalSolidList"/>
    <dgm:cxn modelId="{ED5C64E4-031F-450C-9CB5-136825132439}" type="presParOf" srcId="{12C35069-E430-4BA7-93C2-B9EE66D47697}" destId="{FDD2817E-06E2-4640-96E5-7A6FFA54868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A823355-69EC-4504-A46C-C2CA787D4393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86F4DD5-A271-4E98-8D6A-58AA0EBA36DF}">
      <dgm:prSet/>
      <dgm:spPr/>
      <dgm:t>
        <a:bodyPr/>
        <a:lstStyle/>
        <a:p>
          <a:r>
            <a:rPr lang="en-US" b="0"/>
            <a:t>The primary goal is to assist in forensic investigations</a:t>
          </a:r>
          <a:endParaRPr lang="en-US"/>
        </a:p>
      </dgm:t>
    </dgm:pt>
    <dgm:pt modelId="{78C3CF11-C03F-441A-9E6F-9A8F81C5EF95}" type="parTrans" cxnId="{6EC2BD71-C408-4D37-B4DA-82D055758073}">
      <dgm:prSet/>
      <dgm:spPr/>
      <dgm:t>
        <a:bodyPr/>
        <a:lstStyle/>
        <a:p>
          <a:endParaRPr lang="en-US"/>
        </a:p>
      </dgm:t>
    </dgm:pt>
    <dgm:pt modelId="{46162A5D-B90A-4F9D-AB2E-D9EC952ADF9B}" type="sibTrans" cxnId="{6EC2BD71-C408-4D37-B4DA-82D055758073}">
      <dgm:prSet/>
      <dgm:spPr/>
      <dgm:t>
        <a:bodyPr/>
        <a:lstStyle/>
        <a:p>
          <a:endParaRPr lang="en-US"/>
        </a:p>
      </dgm:t>
    </dgm:pt>
    <dgm:pt modelId="{310ED23E-3161-4339-B66D-59DC03E6A452}">
      <dgm:prSet/>
      <dgm:spPr/>
      <dgm:t>
        <a:bodyPr/>
        <a:lstStyle/>
        <a:p>
          <a:r>
            <a:rPr lang="en-US" b="0"/>
            <a:t>Aid law enforcement and legal professionals in constructing timelines, verifying alibis, and uncovering illicit activities</a:t>
          </a:r>
          <a:endParaRPr lang="en-US"/>
        </a:p>
      </dgm:t>
    </dgm:pt>
    <dgm:pt modelId="{62294B59-303B-4838-8744-F1E4B965BA14}" type="parTrans" cxnId="{CE9A3EAB-E28B-4299-9B9D-F8D463435A9C}">
      <dgm:prSet/>
      <dgm:spPr/>
      <dgm:t>
        <a:bodyPr/>
        <a:lstStyle/>
        <a:p>
          <a:endParaRPr lang="en-US"/>
        </a:p>
      </dgm:t>
    </dgm:pt>
    <dgm:pt modelId="{926026AD-3EE9-4EF3-AF52-5D638174D2FF}" type="sibTrans" cxnId="{CE9A3EAB-E28B-4299-9B9D-F8D463435A9C}">
      <dgm:prSet/>
      <dgm:spPr/>
      <dgm:t>
        <a:bodyPr/>
        <a:lstStyle/>
        <a:p>
          <a:endParaRPr lang="en-US"/>
        </a:p>
      </dgm:t>
    </dgm:pt>
    <dgm:pt modelId="{40DD6F50-598D-4267-B276-8A1E7341076E}" type="pres">
      <dgm:prSet presAssocID="{8A823355-69EC-4504-A46C-C2CA787D4393}" presName="linear" presStyleCnt="0">
        <dgm:presLayoutVars>
          <dgm:animLvl val="lvl"/>
          <dgm:resizeHandles val="exact"/>
        </dgm:presLayoutVars>
      </dgm:prSet>
      <dgm:spPr/>
    </dgm:pt>
    <dgm:pt modelId="{A0008787-A1A3-4955-B8F6-B85FD35FA4F7}" type="pres">
      <dgm:prSet presAssocID="{086F4DD5-A271-4E98-8D6A-58AA0EBA36D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E52F4F2-04E1-4FE3-934C-7B88DD3791DC}" type="pres">
      <dgm:prSet presAssocID="{46162A5D-B90A-4F9D-AB2E-D9EC952ADF9B}" presName="spacer" presStyleCnt="0"/>
      <dgm:spPr/>
    </dgm:pt>
    <dgm:pt modelId="{192A575E-C68E-4AC6-83F1-BEB1E90792AA}" type="pres">
      <dgm:prSet presAssocID="{310ED23E-3161-4339-B66D-59DC03E6A452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6EC2BD71-C408-4D37-B4DA-82D055758073}" srcId="{8A823355-69EC-4504-A46C-C2CA787D4393}" destId="{086F4DD5-A271-4E98-8D6A-58AA0EBA36DF}" srcOrd="0" destOrd="0" parTransId="{78C3CF11-C03F-441A-9E6F-9A8F81C5EF95}" sibTransId="{46162A5D-B90A-4F9D-AB2E-D9EC952ADF9B}"/>
    <dgm:cxn modelId="{28ACD68A-9DD2-4E7A-AD1C-D03C77DD8665}" type="presOf" srcId="{8A823355-69EC-4504-A46C-C2CA787D4393}" destId="{40DD6F50-598D-4267-B276-8A1E7341076E}" srcOrd="0" destOrd="0" presId="urn:microsoft.com/office/officeart/2005/8/layout/vList2"/>
    <dgm:cxn modelId="{D811B89D-77BA-4B55-AED0-42189F7D8874}" type="presOf" srcId="{310ED23E-3161-4339-B66D-59DC03E6A452}" destId="{192A575E-C68E-4AC6-83F1-BEB1E90792AA}" srcOrd="0" destOrd="0" presId="urn:microsoft.com/office/officeart/2005/8/layout/vList2"/>
    <dgm:cxn modelId="{CE9A3EAB-E28B-4299-9B9D-F8D463435A9C}" srcId="{8A823355-69EC-4504-A46C-C2CA787D4393}" destId="{310ED23E-3161-4339-B66D-59DC03E6A452}" srcOrd="1" destOrd="0" parTransId="{62294B59-303B-4838-8744-F1E4B965BA14}" sibTransId="{926026AD-3EE9-4EF3-AF52-5D638174D2FF}"/>
    <dgm:cxn modelId="{2F90F7D0-8504-4A1D-AD95-05112F914122}" type="presOf" srcId="{086F4DD5-A271-4E98-8D6A-58AA0EBA36DF}" destId="{A0008787-A1A3-4955-B8F6-B85FD35FA4F7}" srcOrd="0" destOrd="0" presId="urn:microsoft.com/office/officeart/2005/8/layout/vList2"/>
    <dgm:cxn modelId="{57412464-9D95-4888-9480-23828C940DF4}" type="presParOf" srcId="{40DD6F50-598D-4267-B276-8A1E7341076E}" destId="{A0008787-A1A3-4955-B8F6-B85FD35FA4F7}" srcOrd="0" destOrd="0" presId="urn:microsoft.com/office/officeart/2005/8/layout/vList2"/>
    <dgm:cxn modelId="{8809DB25-6C43-4905-A5E4-2CED47973B31}" type="presParOf" srcId="{40DD6F50-598D-4267-B276-8A1E7341076E}" destId="{7E52F4F2-04E1-4FE3-934C-7B88DD3791DC}" srcOrd="1" destOrd="0" presId="urn:microsoft.com/office/officeart/2005/8/layout/vList2"/>
    <dgm:cxn modelId="{A9EE18E7-3B57-4749-B502-284D03CF6B5D}" type="presParOf" srcId="{40DD6F50-598D-4267-B276-8A1E7341076E}" destId="{192A575E-C68E-4AC6-83F1-BEB1E90792AA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CBEACE2-6039-41CA-B902-418444FC44E7}" type="doc">
      <dgm:prSet loTypeId="urn:microsoft.com/office/officeart/2005/8/layout/defaul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41CF95CB-A5F7-4238-AFE9-665443E300E2}">
      <dgm:prSet/>
      <dgm:spPr/>
      <dgm:t>
        <a:bodyPr/>
        <a:lstStyle/>
        <a:p>
          <a:r>
            <a:rPr lang="en-US" b="0"/>
            <a:t>1. Data Acquisition (Collection Phase)</a:t>
          </a:r>
          <a:endParaRPr lang="en-US"/>
        </a:p>
      </dgm:t>
    </dgm:pt>
    <dgm:pt modelId="{57550467-9F68-45C9-AAC9-7139D65F65CB}" type="parTrans" cxnId="{8A68526A-EDBA-4F4B-8962-6C6381827C12}">
      <dgm:prSet/>
      <dgm:spPr/>
      <dgm:t>
        <a:bodyPr/>
        <a:lstStyle/>
        <a:p>
          <a:endParaRPr lang="en-US"/>
        </a:p>
      </dgm:t>
    </dgm:pt>
    <dgm:pt modelId="{1E3F943F-0107-4F70-B7B4-40F8C83587C9}" type="sibTrans" cxnId="{8A68526A-EDBA-4F4B-8962-6C6381827C12}">
      <dgm:prSet/>
      <dgm:spPr/>
      <dgm:t>
        <a:bodyPr/>
        <a:lstStyle/>
        <a:p>
          <a:endParaRPr lang="en-US"/>
        </a:p>
      </dgm:t>
    </dgm:pt>
    <dgm:pt modelId="{8853329B-D73D-49A6-A3A6-D297FD1B8346}">
      <dgm:prSet/>
      <dgm:spPr/>
      <dgm:t>
        <a:bodyPr/>
        <a:lstStyle/>
        <a:p>
          <a:r>
            <a:rPr lang="en-US" b="0"/>
            <a:t>2.  Browser History Extraction</a:t>
          </a:r>
          <a:endParaRPr lang="en-US"/>
        </a:p>
      </dgm:t>
    </dgm:pt>
    <dgm:pt modelId="{5F03695B-CBDD-48B9-999F-09F73A7AC5E3}" type="parTrans" cxnId="{99E00A88-4C45-4FB8-BEB4-6BE9C5092C48}">
      <dgm:prSet/>
      <dgm:spPr/>
      <dgm:t>
        <a:bodyPr/>
        <a:lstStyle/>
        <a:p>
          <a:endParaRPr lang="en-US"/>
        </a:p>
      </dgm:t>
    </dgm:pt>
    <dgm:pt modelId="{6AD0EA85-69D4-40DA-9080-8538F6CE67C1}" type="sibTrans" cxnId="{99E00A88-4C45-4FB8-BEB4-6BE9C5092C48}">
      <dgm:prSet/>
      <dgm:spPr/>
      <dgm:t>
        <a:bodyPr/>
        <a:lstStyle/>
        <a:p>
          <a:endParaRPr lang="en-US"/>
        </a:p>
      </dgm:t>
    </dgm:pt>
    <dgm:pt modelId="{B81F14A7-79FC-4361-A75A-0A3AD0280AB1}">
      <dgm:prSet/>
      <dgm:spPr/>
      <dgm:t>
        <a:bodyPr/>
        <a:lstStyle/>
        <a:p>
          <a:r>
            <a:rPr lang="en-US" b="0"/>
            <a:t>3.  Parsing and Decoding</a:t>
          </a:r>
          <a:endParaRPr lang="en-US"/>
        </a:p>
      </dgm:t>
    </dgm:pt>
    <dgm:pt modelId="{45F26766-6EE4-4A3E-AAAB-3E7B0F4B84EF}" type="parTrans" cxnId="{ED3495C6-0CDC-40A9-AA59-3CAA6086B3B7}">
      <dgm:prSet/>
      <dgm:spPr/>
      <dgm:t>
        <a:bodyPr/>
        <a:lstStyle/>
        <a:p>
          <a:endParaRPr lang="en-US"/>
        </a:p>
      </dgm:t>
    </dgm:pt>
    <dgm:pt modelId="{DF06BC30-0000-4974-987B-0D2074600EBF}" type="sibTrans" cxnId="{ED3495C6-0CDC-40A9-AA59-3CAA6086B3B7}">
      <dgm:prSet/>
      <dgm:spPr/>
      <dgm:t>
        <a:bodyPr/>
        <a:lstStyle/>
        <a:p>
          <a:endParaRPr lang="en-US"/>
        </a:p>
      </dgm:t>
    </dgm:pt>
    <dgm:pt modelId="{40703F9E-950C-4C65-923E-0C79DECC3E61}">
      <dgm:prSet/>
      <dgm:spPr/>
      <dgm:t>
        <a:bodyPr/>
        <a:lstStyle/>
        <a:p>
          <a:r>
            <a:rPr lang="en-US" b="0"/>
            <a:t>4.  Deleted History Recovery</a:t>
          </a:r>
          <a:endParaRPr lang="en-US"/>
        </a:p>
      </dgm:t>
    </dgm:pt>
    <dgm:pt modelId="{7B628C88-EE30-4EA6-B0E2-B41490B796AB}" type="parTrans" cxnId="{D0E38502-4276-4FA2-BE43-35B0D19A409B}">
      <dgm:prSet/>
      <dgm:spPr/>
      <dgm:t>
        <a:bodyPr/>
        <a:lstStyle/>
        <a:p>
          <a:endParaRPr lang="en-US"/>
        </a:p>
      </dgm:t>
    </dgm:pt>
    <dgm:pt modelId="{93A61847-51CC-483C-ADA2-687B67B73D95}" type="sibTrans" cxnId="{D0E38502-4276-4FA2-BE43-35B0D19A409B}">
      <dgm:prSet/>
      <dgm:spPr/>
      <dgm:t>
        <a:bodyPr/>
        <a:lstStyle/>
        <a:p>
          <a:endParaRPr lang="en-US"/>
        </a:p>
      </dgm:t>
    </dgm:pt>
    <dgm:pt modelId="{F6A60D4E-5000-4238-9E0D-8E66EBBD6C7D}">
      <dgm:prSet/>
      <dgm:spPr/>
      <dgm:t>
        <a:bodyPr/>
        <a:lstStyle/>
        <a:p>
          <a:r>
            <a:rPr lang="en-US" b="0"/>
            <a:t>5.  Analysis and Correlation</a:t>
          </a:r>
          <a:endParaRPr lang="en-US"/>
        </a:p>
      </dgm:t>
    </dgm:pt>
    <dgm:pt modelId="{62927A22-A66A-4C6C-BBD7-C91ECF78E83C}" type="parTrans" cxnId="{14A21856-7A65-4AD0-9F8C-4A72FA49CB6B}">
      <dgm:prSet/>
      <dgm:spPr/>
      <dgm:t>
        <a:bodyPr/>
        <a:lstStyle/>
        <a:p>
          <a:endParaRPr lang="en-US"/>
        </a:p>
      </dgm:t>
    </dgm:pt>
    <dgm:pt modelId="{14F396F6-DA73-4662-A5EE-3212567DCE23}" type="sibTrans" cxnId="{14A21856-7A65-4AD0-9F8C-4A72FA49CB6B}">
      <dgm:prSet/>
      <dgm:spPr/>
      <dgm:t>
        <a:bodyPr/>
        <a:lstStyle/>
        <a:p>
          <a:endParaRPr lang="en-US"/>
        </a:p>
      </dgm:t>
    </dgm:pt>
    <dgm:pt modelId="{6BB526A7-36C9-49D1-83EF-1BC92696286A}">
      <dgm:prSet/>
      <dgm:spPr/>
      <dgm:t>
        <a:bodyPr/>
        <a:lstStyle/>
        <a:p>
          <a:r>
            <a:rPr lang="en-US" b="0"/>
            <a:t>6.  Reporting and Documentation</a:t>
          </a:r>
          <a:endParaRPr lang="en-US"/>
        </a:p>
      </dgm:t>
    </dgm:pt>
    <dgm:pt modelId="{D1EA9FAA-979C-455C-A3C9-8AC8AC1F5338}" type="parTrans" cxnId="{8664D1DB-C8FC-44BE-AC1D-C15184E4E60D}">
      <dgm:prSet/>
      <dgm:spPr/>
      <dgm:t>
        <a:bodyPr/>
        <a:lstStyle/>
        <a:p>
          <a:endParaRPr lang="en-US"/>
        </a:p>
      </dgm:t>
    </dgm:pt>
    <dgm:pt modelId="{27417DC4-6226-4874-BEC1-A3E5CCAF7A9B}" type="sibTrans" cxnId="{8664D1DB-C8FC-44BE-AC1D-C15184E4E60D}">
      <dgm:prSet/>
      <dgm:spPr/>
      <dgm:t>
        <a:bodyPr/>
        <a:lstStyle/>
        <a:p>
          <a:endParaRPr lang="en-US"/>
        </a:p>
      </dgm:t>
    </dgm:pt>
    <dgm:pt modelId="{F8B398E2-067E-4E38-BE72-E26DBA119A68}" type="pres">
      <dgm:prSet presAssocID="{2CBEACE2-6039-41CA-B902-418444FC44E7}" presName="diagram" presStyleCnt="0">
        <dgm:presLayoutVars>
          <dgm:dir/>
          <dgm:resizeHandles val="exact"/>
        </dgm:presLayoutVars>
      </dgm:prSet>
      <dgm:spPr/>
    </dgm:pt>
    <dgm:pt modelId="{CB8E428F-E7BB-4D58-B47E-8B2377ADEEA9}" type="pres">
      <dgm:prSet presAssocID="{41CF95CB-A5F7-4238-AFE9-665443E300E2}" presName="node" presStyleLbl="node1" presStyleIdx="0" presStyleCnt="6">
        <dgm:presLayoutVars>
          <dgm:bulletEnabled val="1"/>
        </dgm:presLayoutVars>
      </dgm:prSet>
      <dgm:spPr/>
    </dgm:pt>
    <dgm:pt modelId="{8CF0CC76-54AF-4684-B3E7-22FBF05765AB}" type="pres">
      <dgm:prSet presAssocID="{1E3F943F-0107-4F70-B7B4-40F8C83587C9}" presName="sibTrans" presStyleCnt="0"/>
      <dgm:spPr/>
    </dgm:pt>
    <dgm:pt modelId="{468BE96E-E955-4704-AC72-52BA2979C1FD}" type="pres">
      <dgm:prSet presAssocID="{8853329B-D73D-49A6-A3A6-D297FD1B8346}" presName="node" presStyleLbl="node1" presStyleIdx="1" presStyleCnt="6">
        <dgm:presLayoutVars>
          <dgm:bulletEnabled val="1"/>
        </dgm:presLayoutVars>
      </dgm:prSet>
      <dgm:spPr/>
    </dgm:pt>
    <dgm:pt modelId="{519B6A16-A16A-4119-AEB6-0A6DD187AC54}" type="pres">
      <dgm:prSet presAssocID="{6AD0EA85-69D4-40DA-9080-8538F6CE67C1}" presName="sibTrans" presStyleCnt="0"/>
      <dgm:spPr/>
    </dgm:pt>
    <dgm:pt modelId="{1683B190-3C6C-476E-ABB0-48E84F9B73F3}" type="pres">
      <dgm:prSet presAssocID="{B81F14A7-79FC-4361-A75A-0A3AD0280AB1}" presName="node" presStyleLbl="node1" presStyleIdx="2" presStyleCnt="6">
        <dgm:presLayoutVars>
          <dgm:bulletEnabled val="1"/>
        </dgm:presLayoutVars>
      </dgm:prSet>
      <dgm:spPr/>
    </dgm:pt>
    <dgm:pt modelId="{232CD8B1-BB6B-40B9-940E-93E0F6188429}" type="pres">
      <dgm:prSet presAssocID="{DF06BC30-0000-4974-987B-0D2074600EBF}" presName="sibTrans" presStyleCnt="0"/>
      <dgm:spPr/>
    </dgm:pt>
    <dgm:pt modelId="{3B04C948-2853-4355-BFF1-E466154BA6AF}" type="pres">
      <dgm:prSet presAssocID="{40703F9E-950C-4C65-923E-0C79DECC3E61}" presName="node" presStyleLbl="node1" presStyleIdx="3" presStyleCnt="6">
        <dgm:presLayoutVars>
          <dgm:bulletEnabled val="1"/>
        </dgm:presLayoutVars>
      </dgm:prSet>
      <dgm:spPr/>
    </dgm:pt>
    <dgm:pt modelId="{C1147502-3127-4C82-B8B8-33B15C4C73E7}" type="pres">
      <dgm:prSet presAssocID="{93A61847-51CC-483C-ADA2-687B67B73D95}" presName="sibTrans" presStyleCnt="0"/>
      <dgm:spPr/>
    </dgm:pt>
    <dgm:pt modelId="{A0DE3D25-112E-4922-806D-C3CD0867900D}" type="pres">
      <dgm:prSet presAssocID="{F6A60D4E-5000-4238-9E0D-8E66EBBD6C7D}" presName="node" presStyleLbl="node1" presStyleIdx="4" presStyleCnt="6">
        <dgm:presLayoutVars>
          <dgm:bulletEnabled val="1"/>
        </dgm:presLayoutVars>
      </dgm:prSet>
      <dgm:spPr/>
    </dgm:pt>
    <dgm:pt modelId="{217CF428-04D8-49FE-9DE0-50F6652A7D7A}" type="pres">
      <dgm:prSet presAssocID="{14F396F6-DA73-4662-A5EE-3212567DCE23}" presName="sibTrans" presStyleCnt="0"/>
      <dgm:spPr/>
    </dgm:pt>
    <dgm:pt modelId="{7E87050E-AECA-4D6C-8BED-A164C6B36FD3}" type="pres">
      <dgm:prSet presAssocID="{6BB526A7-36C9-49D1-83EF-1BC92696286A}" presName="node" presStyleLbl="node1" presStyleIdx="5" presStyleCnt="6">
        <dgm:presLayoutVars>
          <dgm:bulletEnabled val="1"/>
        </dgm:presLayoutVars>
      </dgm:prSet>
      <dgm:spPr/>
    </dgm:pt>
  </dgm:ptLst>
  <dgm:cxnLst>
    <dgm:cxn modelId="{D0E38502-4276-4FA2-BE43-35B0D19A409B}" srcId="{2CBEACE2-6039-41CA-B902-418444FC44E7}" destId="{40703F9E-950C-4C65-923E-0C79DECC3E61}" srcOrd="3" destOrd="0" parTransId="{7B628C88-EE30-4EA6-B0E2-B41490B796AB}" sibTransId="{93A61847-51CC-483C-ADA2-687B67B73D95}"/>
    <dgm:cxn modelId="{E3BF6C67-6C4D-4F33-8085-42134D6879B1}" type="presOf" srcId="{2CBEACE2-6039-41CA-B902-418444FC44E7}" destId="{F8B398E2-067E-4E38-BE72-E26DBA119A68}" srcOrd="0" destOrd="0" presId="urn:microsoft.com/office/officeart/2005/8/layout/default"/>
    <dgm:cxn modelId="{8A68526A-EDBA-4F4B-8962-6C6381827C12}" srcId="{2CBEACE2-6039-41CA-B902-418444FC44E7}" destId="{41CF95CB-A5F7-4238-AFE9-665443E300E2}" srcOrd="0" destOrd="0" parTransId="{57550467-9F68-45C9-AAC9-7139D65F65CB}" sibTransId="{1E3F943F-0107-4F70-B7B4-40F8C83587C9}"/>
    <dgm:cxn modelId="{2479E16B-0092-4517-AA51-99B3B8DD8BB9}" type="presOf" srcId="{40703F9E-950C-4C65-923E-0C79DECC3E61}" destId="{3B04C948-2853-4355-BFF1-E466154BA6AF}" srcOrd="0" destOrd="0" presId="urn:microsoft.com/office/officeart/2005/8/layout/default"/>
    <dgm:cxn modelId="{14A21856-7A65-4AD0-9F8C-4A72FA49CB6B}" srcId="{2CBEACE2-6039-41CA-B902-418444FC44E7}" destId="{F6A60D4E-5000-4238-9E0D-8E66EBBD6C7D}" srcOrd="4" destOrd="0" parTransId="{62927A22-A66A-4C6C-BBD7-C91ECF78E83C}" sibTransId="{14F396F6-DA73-4662-A5EE-3212567DCE23}"/>
    <dgm:cxn modelId="{99E00A88-4C45-4FB8-BEB4-6BE9C5092C48}" srcId="{2CBEACE2-6039-41CA-B902-418444FC44E7}" destId="{8853329B-D73D-49A6-A3A6-D297FD1B8346}" srcOrd="1" destOrd="0" parTransId="{5F03695B-CBDD-48B9-999F-09F73A7AC5E3}" sibTransId="{6AD0EA85-69D4-40DA-9080-8538F6CE67C1}"/>
    <dgm:cxn modelId="{54F9C19A-0AB1-4B08-84E9-65341C3A7B64}" type="presOf" srcId="{B81F14A7-79FC-4361-A75A-0A3AD0280AB1}" destId="{1683B190-3C6C-476E-ABB0-48E84F9B73F3}" srcOrd="0" destOrd="0" presId="urn:microsoft.com/office/officeart/2005/8/layout/default"/>
    <dgm:cxn modelId="{2CE943B2-91E5-420A-8DF2-857FAE665135}" type="presOf" srcId="{6BB526A7-36C9-49D1-83EF-1BC92696286A}" destId="{7E87050E-AECA-4D6C-8BED-A164C6B36FD3}" srcOrd="0" destOrd="0" presId="urn:microsoft.com/office/officeart/2005/8/layout/default"/>
    <dgm:cxn modelId="{ED3495C6-0CDC-40A9-AA59-3CAA6086B3B7}" srcId="{2CBEACE2-6039-41CA-B902-418444FC44E7}" destId="{B81F14A7-79FC-4361-A75A-0A3AD0280AB1}" srcOrd="2" destOrd="0" parTransId="{45F26766-6EE4-4A3E-AAAB-3E7B0F4B84EF}" sibTransId="{DF06BC30-0000-4974-987B-0D2074600EBF}"/>
    <dgm:cxn modelId="{7257BCD0-0A0A-464F-8CE9-88B0FCD4D2B1}" type="presOf" srcId="{41CF95CB-A5F7-4238-AFE9-665443E300E2}" destId="{CB8E428F-E7BB-4D58-B47E-8B2377ADEEA9}" srcOrd="0" destOrd="0" presId="urn:microsoft.com/office/officeart/2005/8/layout/default"/>
    <dgm:cxn modelId="{8664D1DB-C8FC-44BE-AC1D-C15184E4E60D}" srcId="{2CBEACE2-6039-41CA-B902-418444FC44E7}" destId="{6BB526A7-36C9-49D1-83EF-1BC92696286A}" srcOrd="5" destOrd="0" parTransId="{D1EA9FAA-979C-455C-A3C9-8AC8AC1F5338}" sibTransId="{27417DC4-6226-4874-BEC1-A3E5CCAF7A9B}"/>
    <dgm:cxn modelId="{3F7AD6E5-FA68-47E3-9E49-48A2F1620D02}" type="presOf" srcId="{F6A60D4E-5000-4238-9E0D-8E66EBBD6C7D}" destId="{A0DE3D25-112E-4922-806D-C3CD0867900D}" srcOrd="0" destOrd="0" presId="urn:microsoft.com/office/officeart/2005/8/layout/default"/>
    <dgm:cxn modelId="{3A57D8E7-4230-48CB-878E-EDD5B2F31830}" type="presOf" srcId="{8853329B-D73D-49A6-A3A6-D297FD1B8346}" destId="{468BE96E-E955-4704-AC72-52BA2979C1FD}" srcOrd="0" destOrd="0" presId="urn:microsoft.com/office/officeart/2005/8/layout/default"/>
    <dgm:cxn modelId="{E4DE982B-B748-4AEF-BE42-CD82EEC8FF2D}" type="presParOf" srcId="{F8B398E2-067E-4E38-BE72-E26DBA119A68}" destId="{CB8E428F-E7BB-4D58-B47E-8B2377ADEEA9}" srcOrd="0" destOrd="0" presId="urn:microsoft.com/office/officeart/2005/8/layout/default"/>
    <dgm:cxn modelId="{E596BE27-E420-4954-BE3A-309ED3F3C98A}" type="presParOf" srcId="{F8B398E2-067E-4E38-BE72-E26DBA119A68}" destId="{8CF0CC76-54AF-4684-B3E7-22FBF05765AB}" srcOrd="1" destOrd="0" presId="urn:microsoft.com/office/officeart/2005/8/layout/default"/>
    <dgm:cxn modelId="{C6BB15C7-E5DB-4DE5-B431-F2672210D704}" type="presParOf" srcId="{F8B398E2-067E-4E38-BE72-E26DBA119A68}" destId="{468BE96E-E955-4704-AC72-52BA2979C1FD}" srcOrd="2" destOrd="0" presId="urn:microsoft.com/office/officeart/2005/8/layout/default"/>
    <dgm:cxn modelId="{7F086AF1-719F-4A94-86BB-4CD01C332A3F}" type="presParOf" srcId="{F8B398E2-067E-4E38-BE72-E26DBA119A68}" destId="{519B6A16-A16A-4119-AEB6-0A6DD187AC54}" srcOrd="3" destOrd="0" presId="urn:microsoft.com/office/officeart/2005/8/layout/default"/>
    <dgm:cxn modelId="{C97D2C6F-C66F-4641-9F61-FCD2860B9293}" type="presParOf" srcId="{F8B398E2-067E-4E38-BE72-E26DBA119A68}" destId="{1683B190-3C6C-476E-ABB0-48E84F9B73F3}" srcOrd="4" destOrd="0" presId="urn:microsoft.com/office/officeart/2005/8/layout/default"/>
    <dgm:cxn modelId="{8AE46137-9ED1-4E64-B18E-E44B1A0693B2}" type="presParOf" srcId="{F8B398E2-067E-4E38-BE72-E26DBA119A68}" destId="{232CD8B1-BB6B-40B9-940E-93E0F6188429}" srcOrd="5" destOrd="0" presId="urn:microsoft.com/office/officeart/2005/8/layout/default"/>
    <dgm:cxn modelId="{BCB1BBB0-AF2A-4849-B17A-4B20A503D872}" type="presParOf" srcId="{F8B398E2-067E-4E38-BE72-E26DBA119A68}" destId="{3B04C948-2853-4355-BFF1-E466154BA6AF}" srcOrd="6" destOrd="0" presId="urn:microsoft.com/office/officeart/2005/8/layout/default"/>
    <dgm:cxn modelId="{8C6F7B74-789A-4FAF-945C-A3F19C4A0661}" type="presParOf" srcId="{F8B398E2-067E-4E38-BE72-E26DBA119A68}" destId="{C1147502-3127-4C82-B8B8-33B15C4C73E7}" srcOrd="7" destOrd="0" presId="urn:microsoft.com/office/officeart/2005/8/layout/default"/>
    <dgm:cxn modelId="{EA051C4B-8C25-49EF-9516-5E955A68B6DB}" type="presParOf" srcId="{F8B398E2-067E-4E38-BE72-E26DBA119A68}" destId="{A0DE3D25-112E-4922-806D-C3CD0867900D}" srcOrd="8" destOrd="0" presId="urn:microsoft.com/office/officeart/2005/8/layout/default"/>
    <dgm:cxn modelId="{67EBC435-682A-41E9-B8F3-AF52D49ADBCD}" type="presParOf" srcId="{F8B398E2-067E-4E38-BE72-E26DBA119A68}" destId="{217CF428-04D8-49FE-9DE0-50F6652A7D7A}" srcOrd="9" destOrd="0" presId="urn:microsoft.com/office/officeart/2005/8/layout/default"/>
    <dgm:cxn modelId="{406C4A5A-BF62-42E9-AD4D-142F664DE929}" type="presParOf" srcId="{F8B398E2-067E-4E38-BE72-E26DBA119A68}" destId="{7E87050E-AECA-4D6C-8BED-A164C6B36FD3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527C18-3C95-4A5B-8A95-13AD13E49EB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17EF883-0942-4DD2-B3C7-F0811F9CCEBE}">
      <dgm:prSet/>
      <dgm:spPr/>
      <dgm:t>
        <a:bodyPr/>
        <a:lstStyle/>
        <a:p>
          <a:r>
            <a:rPr lang="en-US" b="0"/>
            <a:t>Use dd to create a disk image for investigation</a:t>
          </a:r>
          <a:endParaRPr lang="en-US"/>
        </a:p>
      </dgm:t>
    </dgm:pt>
    <dgm:pt modelId="{D25BB8E1-F52A-4CB7-85D7-1F25AAC754C7}" type="parTrans" cxnId="{499E6CF4-DBFC-4D5D-90E3-D8D7ABB15CD2}">
      <dgm:prSet/>
      <dgm:spPr/>
      <dgm:t>
        <a:bodyPr/>
        <a:lstStyle/>
        <a:p>
          <a:endParaRPr lang="en-US"/>
        </a:p>
      </dgm:t>
    </dgm:pt>
    <dgm:pt modelId="{8B318C1F-895A-4692-B8C8-29E9F3661F6F}" type="sibTrans" cxnId="{499E6CF4-DBFC-4D5D-90E3-D8D7ABB15CD2}">
      <dgm:prSet/>
      <dgm:spPr/>
      <dgm:t>
        <a:bodyPr/>
        <a:lstStyle/>
        <a:p>
          <a:endParaRPr lang="en-US"/>
        </a:p>
      </dgm:t>
    </dgm:pt>
    <dgm:pt modelId="{1AB2537C-C177-485C-A53F-CFC535565775}">
      <dgm:prSet/>
      <dgm:spPr/>
      <dgm:t>
        <a:bodyPr/>
        <a:lstStyle/>
        <a:p>
          <a:r>
            <a:rPr lang="en-US" b="0"/>
            <a:t>Chrome History Extraction (SQLite DB)-sqlite3 /path_to/History "SELECT url, title, visit_count, last_visit_time FROM urls ORDER BY last_visit_time DESC;"</a:t>
          </a:r>
          <a:endParaRPr lang="en-US"/>
        </a:p>
      </dgm:t>
    </dgm:pt>
    <dgm:pt modelId="{46E58F51-5EC0-4A8A-9B6B-62A1FD036BCB}" type="parTrans" cxnId="{19271138-A57E-41E1-8FE4-549152D545A4}">
      <dgm:prSet/>
      <dgm:spPr/>
      <dgm:t>
        <a:bodyPr/>
        <a:lstStyle/>
        <a:p>
          <a:endParaRPr lang="en-US"/>
        </a:p>
      </dgm:t>
    </dgm:pt>
    <dgm:pt modelId="{B1FAEA00-B4EF-4647-BA8E-C5A7FB177C0A}" type="sibTrans" cxnId="{19271138-A57E-41E1-8FE4-549152D545A4}">
      <dgm:prSet/>
      <dgm:spPr/>
      <dgm:t>
        <a:bodyPr/>
        <a:lstStyle/>
        <a:p>
          <a:endParaRPr lang="en-US"/>
        </a:p>
      </dgm:t>
    </dgm:pt>
    <dgm:pt modelId="{1720FD40-DEDE-4C88-B2C0-3C3285D27B10}">
      <dgm:prSet/>
      <dgm:spPr/>
      <dgm:t>
        <a:bodyPr/>
        <a:lstStyle/>
        <a:p>
          <a:r>
            <a:rPr lang="en-US" b="0"/>
            <a:t>Convert timestamps to human-readable format.</a:t>
          </a:r>
          <a:endParaRPr lang="en-US"/>
        </a:p>
      </dgm:t>
    </dgm:pt>
    <dgm:pt modelId="{437E24DE-4F68-4D00-A217-36725F9C1AA2}" type="parTrans" cxnId="{00478AED-80A9-4FA4-88C9-25AF4365185D}">
      <dgm:prSet/>
      <dgm:spPr/>
      <dgm:t>
        <a:bodyPr/>
        <a:lstStyle/>
        <a:p>
          <a:endParaRPr lang="en-US"/>
        </a:p>
      </dgm:t>
    </dgm:pt>
    <dgm:pt modelId="{C13BF33D-8838-4FD6-981A-88F631B77745}" type="sibTrans" cxnId="{00478AED-80A9-4FA4-88C9-25AF4365185D}">
      <dgm:prSet/>
      <dgm:spPr/>
      <dgm:t>
        <a:bodyPr/>
        <a:lstStyle/>
        <a:p>
          <a:endParaRPr lang="en-US"/>
        </a:p>
      </dgm:t>
    </dgm:pt>
    <dgm:pt modelId="{DB1CF60C-FD0A-496C-8842-F8E62219D486}">
      <dgm:prSet/>
      <dgm:spPr/>
      <dgm:t>
        <a:bodyPr/>
        <a:lstStyle/>
        <a:p>
          <a:r>
            <a:rPr lang="en-US" b="0"/>
            <a:t>Carve Unallocated Space</a:t>
          </a:r>
          <a:endParaRPr lang="en-US"/>
        </a:p>
      </dgm:t>
    </dgm:pt>
    <dgm:pt modelId="{2F07C560-206C-4F6E-9D9B-707F2C33EE28}" type="parTrans" cxnId="{EA48B262-B840-4AFD-BA36-B11771EE31FF}">
      <dgm:prSet/>
      <dgm:spPr/>
      <dgm:t>
        <a:bodyPr/>
        <a:lstStyle/>
        <a:p>
          <a:endParaRPr lang="en-US"/>
        </a:p>
      </dgm:t>
    </dgm:pt>
    <dgm:pt modelId="{A57D30F6-6FD8-4FFE-A76B-319CBA567EA9}" type="sibTrans" cxnId="{EA48B262-B840-4AFD-BA36-B11771EE31FF}">
      <dgm:prSet/>
      <dgm:spPr/>
      <dgm:t>
        <a:bodyPr/>
        <a:lstStyle/>
        <a:p>
          <a:endParaRPr lang="en-US"/>
        </a:p>
      </dgm:t>
    </dgm:pt>
    <dgm:pt modelId="{7B12EECB-5C11-420B-B9BE-0F5A1C315E07}">
      <dgm:prSet/>
      <dgm:spPr/>
      <dgm:t>
        <a:bodyPr/>
        <a:lstStyle/>
        <a:p>
          <a:r>
            <a:rPr lang="en-US" b="0"/>
            <a:t>Use Plaso to create a timeline</a:t>
          </a:r>
          <a:endParaRPr lang="en-US"/>
        </a:p>
      </dgm:t>
    </dgm:pt>
    <dgm:pt modelId="{1FC02EEF-0E15-4500-9D50-DF3A9D465902}" type="parTrans" cxnId="{6499722D-C867-4905-9690-BC515D3A789A}">
      <dgm:prSet/>
      <dgm:spPr/>
      <dgm:t>
        <a:bodyPr/>
        <a:lstStyle/>
        <a:p>
          <a:endParaRPr lang="en-US"/>
        </a:p>
      </dgm:t>
    </dgm:pt>
    <dgm:pt modelId="{8AF06911-BCFC-4AD8-AD88-4D2D722C3952}" type="sibTrans" cxnId="{6499722D-C867-4905-9690-BC515D3A789A}">
      <dgm:prSet/>
      <dgm:spPr/>
      <dgm:t>
        <a:bodyPr/>
        <a:lstStyle/>
        <a:p>
          <a:endParaRPr lang="en-US"/>
        </a:p>
      </dgm:t>
    </dgm:pt>
    <dgm:pt modelId="{BDFCDE7C-6A72-4B46-B4BE-3C2F79E7C85D}">
      <dgm:prSet/>
      <dgm:spPr/>
      <dgm:t>
        <a:bodyPr/>
        <a:lstStyle/>
        <a:p>
          <a:r>
            <a:rPr lang="en-US" b="0"/>
            <a:t>Verify Hash of Collected Evidence</a:t>
          </a:r>
          <a:endParaRPr lang="en-US"/>
        </a:p>
      </dgm:t>
    </dgm:pt>
    <dgm:pt modelId="{D49AA915-2DC4-4009-808D-CDEEF357247E}" type="parTrans" cxnId="{3EF5CC32-035E-4556-8C7D-A0AC07652069}">
      <dgm:prSet/>
      <dgm:spPr/>
      <dgm:t>
        <a:bodyPr/>
        <a:lstStyle/>
        <a:p>
          <a:endParaRPr lang="en-US"/>
        </a:p>
      </dgm:t>
    </dgm:pt>
    <dgm:pt modelId="{926C11E8-1793-4E7B-A533-C8FD2D999D1A}" type="sibTrans" cxnId="{3EF5CC32-035E-4556-8C7D-A0AC07652069}">
      <dgm:prSet/>
      <dgm:spPr/>
      <dgm:t>
        <a:bodyPr/>
        <a:lstStyle/>
        <a:p>
          <a:endParaRPr lang="en-US"/>
        </a:p>
      </dgm:t>
    </dgm:pt>
    <dgm:pt modelId="{60190215-948A-41D0-AC5D-D3A6B811594C}" type="pres">
      <dgm:prSet presAssocID="{CA527C18-3C95-4A5B-8A95-13AD13E49EB7}" presName="root" presStyleCnt="0">
        <dgm:presLayoutVars>
          <dgm:dir/>
          <dgm:resizeHandles val="exact"/>
        </dgm:presLayoutVars>
      </dgm:prSet>
      <dgm:spPr/>
    </dgm:pt>
    <dgm:pt modelId="{1CD59723-0F3E-410A-9BDE-96559E760138}" type="pres">
      <dgm:prSet presAssocID="{317EF883-0942-4DD2-B3C7-F0811F9CCEBE}" presName="compNode" presStyleCnt="0"/>
      <dgm:spPr/>
    </dgm:pt>
    <dgm:pt modelId="{0DA6B50F-EF15-45B8-9F42-4392F161FB16}" type="pres">
      <dgm:prSet presAssocID="{317EF883-0942-4DD2-B3C7-F0811F9CCEBE}" presName="bgRect" presStyleLbl="bgShp" presStyleIdx="0" presStyleCnt="6"/>
      <dgm:spPr/>
    </dgm:pt>
    <dgm:pt modelId="{EF33D322-C718-46B7-A6EE-E56D7229B9F5}" type="pres">
      <dgm:prSet presAssocID="{317EF883-0942-4DD2-B3C7-F0811F9CCEBE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41C1F023-70AB-4FA3-B798-8A5C5E59F861}" type="pres">
      <dgm:prSet presAssocID="{317EF883-0942-4DD2-B3C7-F0811F9CCEBE}" presName="spaceRect" presStyleCnt="0"/>
      <dgm:spPr/>
    </dgm:pt>
    <dgm:pt modelId="{09E87FC1-904A-4F25-AC3D-981E66AAEDBA}" type="pres">
      <dgm:prSet presAssocID="{317EF883-0942-4DD2-B3C7-F0811F9CCEBE}" presName="parTx" presStyleLbl="revTx" presStyleIdx="0" presStyleCnt="6">
        <dgm:presLayoutVars>
          <dgm:chMax val="0"/>
          <dgm:chPref val="0"/>
        </dgm:presLayoutVars>
      </dgm:prSet>
      <dgm:spPr/>
    </dgm:pt>
    <dgm:pt modelId="{ABFCA6F2-F4C6-4889-B780-3BDF91C1BC2C}" type="pres">
      <dgm:prSet presAssocID="{8B318C1F-895A-4692-B8C8-29E9F3661F6F}" presName="sibTrans" presStyleCnt="0"/>
      <dgm:spPr/>
    </dgm:pt>
    <dgm:pt modelId="{8EB4647C-6A7E-4DD2-83B9-97E61677239C}" type="pres">
      <dgm:prSet presAssocID="{1AB2537C-C177-485C-A53F-CFC535565775}" presName="compNode" presStyleCnt="0"/>
      <dgm:spPr/>
    </dgm:pt>
    <dgm:pt modelId="{0B1DAA89-FB95-45C9-A3F0-ADE2067B1450}" type="pres">
      <dgm:prSet presAssocID="{1AB2537C-C177-485C-A53F-CFC535565775}" presName="bgRect" presStyleLbl="bgShp" presStyleIdx="1" presStyleCnt="6"/>
      <dgm:spPr/>
    </dgm:pt>
    <dgm:pt modelId="{06923924-17E6-4A7A-855F-F29DF2357F31}" type="pres">
      <dgm:prSet presAssocID="{1AB2537C-C177-485C-A53F-CFC535565775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4D3301FA-C3E5-4F7C-9B3E-A84559EE405A}" type="pres">
      <dgm:prSet presAssocID="{1AB2537C-C177-485C-A53F-CFC535565775}" presName="spaceRect" presStyleCnt="0"/>
      <dgm:spPr/>
    </dgm:pt>
    <dgm:pt modelId="{4B240EE5-D4AD-41C3-A965-92CECBFA1CDC}" type="pres">
      <dgm:prSet presAssocID="{1AB2537C-C177-485C-A53F-CFC535565775}" presName="parTx" presStyleLbl="revTx" presStyleIdx="1" presStyleCnt="6">
        <dgm:presLayoutVars>
          <dgm:chMax val="0"/>
          <dgm:chPref val="0"/>
        </dgm:presLayoutVars>
      </dgm:prSet>
      <dgm:spPr/>
    </dgm:pt>
    <dgm:pt modelId="{DE4971B6-0962-4A1F-B4F9-7546CD506FE9}" type="pres">
      <dgm:prSet presAssocID="{B1FAEA00-B4EF-4647-BA8E-C5A7FB177C0A}" presName="sibTrans" presStyleCnt="0"/>
      <dgm:spPr/>
    </dgm:pt>
    <dgm:pt modelId="{B82F2642-0DDA-4C7F-A368-4603690ADF8D}" type="pres">
      <dgm:prSet presAssocID="{1720FD40-DEDE-4C88-B2C0-3C3285D27B10}" presName="compNode" presStyleCnt="0"/>
      <dgm:spPr/>
    </dgm:pt>
    <dgm:pt modelId="{440028E0-EDC1-477E-BBB6-8D85AC50EB83}" type="pres">
      <dgm:prSet presAssocID="{1720FD40-DEDE-4C88-B2C0-3C3285D27B10}" presName="bgRect" presStyleLbl="bgShp" presStyleIdx="2" presStyleCnt="6"/>
      <dgm:spPr/>
    </dgm:pt>
    <dgm:pt modelId="{C2D44A3F-CE9D-4C7E-8F2C-E809FAA0958A}" type="pres">
      <dgm:prSet presAssocID="{1720FD40-DEDE-4C88-B2C0-3C3285D27B10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407F3B4F-F158-40C3-86BA-7440A04D75CF}" type="pres">
      <dgm:prSet presAssocID="{1720FD40-DEDE-4C88-B2C0-3C3285D27B10}" presName="spaceRect" presStyleCnt="0"/>
      <dgm:spPr/>
    </dgm:pt>
    <dgm:pt modelId="{2C0C3EFB-FF31-46AD-95FE-3FBE9917645E}" type="pres">
      <dgm:prSet presAssocID="{1720FD40-DEDE-4C88-B2C0-3C3285D27B10}" presName="parTx" presStyleLbl="revTx" presStyleIdx="2" presStyleCnt="6">
        <dgm:presLayoutVars>
          <dgm:chMax val="0"/>
          <dgm:chPref val="0"/>
        </dgm:presLayoutVars>
      </dgm:prSet>
      <dgm:spPr/>
    </dgm:pt>
    <dgm:pt modelId="{A3BFE9C5-6663-489C-B008-F2DE50A8A81D}" type="pres">
      <dgm:prSet presAssocID="{C13BF33D-8838-4FD6-981A-88F631B77745}" presName="sibTrans" presStyleCnt="0"/>
      <dgm:spPr/>
    </dgm:pt>
    <dgm:pt modelId="{9CF06F3B-8084-4954-B0C8-22A75084E16F}" type="pres">
      <dgm:prSet presAssocID="{DB1CF60C-FD0A-496C-8842-F8E62219D486}" presName="compNode" presStyleCnt="0"/>
      <dgm:spPr/>
    </dgm:pt>
    <dgm:pt modelId="{E37ECAAF-5565-4382-96C2-FF328AD0B928}" type="pres">
      <dgm:prSet presAssocID="{DB1CF60C-FD0A-496C-8842-F8E62219D486}" presName="bgRect" presStyleLbl="bgShp" presStyleIdx="3" presStyleCnt="6"/>
      <dgm:spPr/>
    </dgm:pt>
    <dgm:pt modelId="{BD4B53B1-734B-4EB0-AAE3-5FDAEC1CDF94}" type="pres">
      <dgm:prSet presAssocID="{DB1CF60C-FD0A-496C-8842-F8E62219D48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"/>
        </a:ext>
      </dgm:extLst>
    </dgm:pt>
    <dgm:pt modelId="{57DB137F-0E1E-4615-9143-547295922B68}" type="pres">
      <dgm:prSet presAssocID="{DB1CF60C-FD0A-496C-8842-F8E62219D486}" presName="spaceRect" presStyleCnt="0"/>
      <dgm:spPr/>
    </dgm:pt>
    <dgm:pt modelId="{0A81AA1E-7FD1-4C55-A1A3-46939DB9BA93}" type="pres">
      <dgm:prSet presAssocID="{DB1CF60C-FD0A-496C-8842-F8E62219D486}" presName="parTx" presStyleLbl="revTx" presStyleIdx="3" presStyleCnt="6">
        <dgm:presLayoutVars>
          <dgm:chMax val="0"/>
          <dgm:chPref val="0"/>
        </dgm:presLayoutVars>
      </dgm:prSet>
      <dgm:spPr/>
    </dgm:pt>
    <dgm:pt modelId="{CD451D8F-CABC-4419-9885-A32BAF7FE8E1}" type="pres">
      <dgm:prSet presAssocID="{A57D30F6-6FD8-4FFE-A76B-319CBA567EA9}" presName="sibTrans" presStyleCnt="0"/>
      <dgm:spPr/>
    </dgm:pt>
    <dgm:pt modelId="{35B13CE7-EF04-48C3-93FC-FAB9217C5D4C}" type="pres">
      <dgm:prSet presAssocID="{7B12EECB-5C11-420B-B9BE-0F5A1C315E07}" presName="compNode" presStyleCnt="0"/>
      <dgm:spPr/>
    </dgm:pt>
    <dgm:pt modelId="{ECB0E2A4-B86C-4167-95ED-60446B5CBA92}" type="pres">
      <dgm:prSet presAssocID="{7B12EECB-5C11-420B-B9BE-0F5A1C315E07}" presName="bgRect" presStyleLbl="bgShp" presStyleIdx="4" presStyleCnt="6"/>
      <dgm:spPr/>
    </dgm:pt>
    <dgm:pt modelId="{4E917F24-0C44-4611-B50E-FF17C7AEDFF7}" type="pres">
      <dgm:prSet presAssocID="{7B12EECB-5C11-420B-B9BE-0F5A1C315E07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5076D469-F979-4EA8-B688-C791BB037861}" type="pres">
      <dgm:prSet presAssocID="{7B12EECB-5C11-420B-B9BE-0F5A1C315E07}" presName="spaceRect" presStyleCnt="0"/>
      <dgm:spPr/>
    </dgm:pt>
    <dgm:pt modelId="{0B873E38-7A7A-4C60-BBA4-6F003544D532}" type="pres">
      <dgm:prSet presAssocID="{7B12EECB-5C11-420B-B9BE-0F5A1C315E07}" presName="parTx" presStyleLbl="revTx" presStyleIdx="4" presStyleCnt="6">
        <dgm:presLayoutVars>
          <dgm:chMax val="0"/>
          <dgm:chPref val="0"/>
        </dgm:presLayoutVars>
      </dgm:prSet>
      <dgm:spPr/>
    </dgm:pt>
    <dgm:pt modelId="{CB316A50-E979-477D-AE5C-215233FFB22D}" type="pres">
      <dgm:prSet presAssocID="{8AF06911-BCFC-4AD8-AD88-4D2D722C3952}" presName="sibTrans" presStyleCnt="0"/>
      <dgm:spPr/>
    </dgm:pt>
    <dgm:pt modelId="{91E58AAD-F5B4-4E90-ABFF-EBC7CF548012}" type="pres">
      <dgm:prSet presAssocID="{BDFCDE7C-6A72-4B46-B4BE-3C2F79E7C85D}" presName="compNode" presStyleCnt="0"/>
      <dgm:spPr/>
    </dgm:pt>
    <dgm:pt modelId="{61B7E9D0-322C-4720-863A-F9291964FF4E}" type="pres">
      <dgm:prSet presAssocID="{BDFCDE7C-6A72-4B46-B4BE-3C2F79E7C85D}" presName="bgRect" presStyleLbl="bgShp" presStyleIdx="5" presStyleCnt="6"/>
      <dgm:spPr/>
    </dgm:pt>
    <dgm:pt modelId="{D06D3C28-DB93-4900-A0EE-E7BC11B6EA46}" type="pres">
      <dgm:prSet presAssocID="{BDFCDE7C-6A72-4B46-B4BE-3C2F79E7C85D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92FDFD6-0744-4E11-80B8-F4FB25D3E16E}" type="pres">
      <dgm:prSet presAssocID="{BDFCDE7C-6A72-4B46-B4BE-3C2F79E7C85D}" presName="spaceRect" presStyleCnt="0"/>
      <dgm:spPr/>
    </dgm:pt>
    <dgm:pt modelId="{F08A1E6B-38FA-4ED4-97F6-04CDFBE77BFA}" type="pres">
      <dgm:prSet presAssocID="{BDFCDE7C-6A72-4B46-B4BE-3C2F79E7C85D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1AFEA117-AF95-4018-8632-D4E9CEAB45C4}" type="presOf" srcId="{BDFCDE7C-6A72-4B46-B4BE-3C2F79E7C85D}" destId="{F08A1E6B-38FA-4ED4-97F6-04CDFBE77BFA}" srcOrd="0" destOrd="0" presId="urn:microsoft.com/office/officeart/2018/2/layout/IconVerticalSolidList"/>
    <dgm:cxn modelId="{9AACF326-4624-4BE9-8759-C162B89C4CCA}" type="presOf" srcId="{7B12EECB-5C11-420B-B9BE-0F5A1C315E07}" destId="{0B873E38-7A7A-4C60-BBA4-6F003544D532}" srcOrd="0" destOrd="0" presId="urn:microsoft.com/office/officeart/2018/2/layout/IconVerticalSolidList"/>
    <dgm:cxn modelId="{6499722D-C867-4905-9690-BC515D3A789A}" srcId="{CA527C18-3C95-4A5B-8A95-13AD13E49EB7}" destId="{7B12EECB-5C11-420B-B9BE-0F5A1C315E07}" srcOrd="4" destOrd="0" parTransId="{1FC02EEF-0E15-4500-9D50-DF3A9D465902}" sibTransId="{8AF06911-BCFC-4AD8-AD88-4D2D722C3952}"/>
    <dgm:cxn modelId="{3EF5CC32-035E-4556-8C7D-A0AC07652069}" srcId="{CA527C18-3C95-4A5B-8A95-13AD13E49EB7}" destId="{BDFCDE7C-6A72-4B46-B4BE-3C2F79E7C85D}" srcOrd="5" destOrd="0" parTransId="{D49AA915-2DC4-4009-808D-CDEEF357247E}" sibTransId="{926C11E8-1793-4E7B-A533-C8FD2D999D1A}"/>
    <dgm:cxn modelId="{19271138-A57E-41E1-8FE4-549152D545A4}" srcId="{CA527C18-3C95-4A5B-8A95-13AD13E49EB7}" destId="{1AB2537C-C177-485C-A53F-CFC535565775}" srcOrd="1" destOrd="0" parTransId="{46E58F51-5EC0-4A8A-9B6B-62A1FD036BCB}" sibTransId="{B1FAEA00-B4EF-4647-BA8E-C5A7FB177C0A}"/>
    <dgm:cxn modelId="{557ED73D-9941-46A0-855C-CF1CCF0D893B}" type="presOf" srcId="{317EF883-0942-4DD2-B3C7-F0811F9CCEBE}" destId="{09E87FC1-904A-4F25-AC3D-981E66AAEDBA}" srcOrd="0" destOrd="0" presId="urn:microsoft.com/office/officeart/2018/2/layout/IconVerticalSolidList"/>
    <dgm:cxn modelId="{BDC4215B-9016-467C-8A80-145E6A403652}" type="presOf" srcId="{CA527C18-3C95-4A5B-8A95-13AD13E49EB7}" destId="{60190215-948A-41D0-AC5D-D3A6B811594C}" srcOrd="0" destOrd="0" presId="urn:microsoft.com/office/officeart/2018/2/layout/IconVerticalSolidList"/>
    <dgm:cxn modelId="{EA48B262-B840-4AFD-BA36-B11771EE31FF}" srcId="{CA527C18-3C95-4A5B-8A95-13AD13E49EB7}" destId="{DB1CF60C-FD0A-496C-8842-F8E62219D486}" srcOrd="3" destOrd="0" parTransId="{2F07C560-206C-4F6E-9D9B-707F2C33EE28}" sibTransId="{A57D30F6-6FD8-4FFE-A76B-319CBA567EA9}"/>
    <dgm:cxn modelId="{BB7BC78C-37C9-4156-A0EA-19C77F766E76}" type="presOf" srcId="{DB1CF60C-FD0A-496C-8842-F8E62219D486}" destId="{0A81AA1E-7FD1-4C55-A1A3-46939DB9BA93}" srcOrd="0" destOrd="0" presId="urn:microsoft.com/office/officeart/2018/2/layout/IconVerticalSolidList"/>
    <dgm:cxn modelId="{9F3661B3-16D5-4896-A12D-A9D6A095542C}" type="presOf" srcId="{1720FD40-DEDE-4C88-B2C0-3C3285D27B10}" destId="{2C0C3EFB-FF31-46AD-95FE-3FBE9917645E}" srcOrd="0" destOrd="0" presId="urn:microsoft.com/office/officeart/2018/2/layout/IconVerticalSolidList"/>
    <dgm:cxn modelId="{B5FEC1CB-BEA9-45F8-95E5-DAB9FB8A04DD}" type="presOf" srcId="{1AB2537C-C177-485C-A53F-CFC535565775}" destId="{4B240EE5-D4AD-41C3-A965-92CECBFA1CDC}" srcOrd="0" destOrd="0" presId="urn:microsoft.com/office/officeart/2018/2/layout/IconVerticalSolidList"/>
    <dgm:cxn modelId="{00478AED-80A9-4FA4-88C9-25AF4365185D}" srcId="{CA527C18-3C95-4A5B-8A95-13AD13E49EB7}" destId="{1720FD40-DEDE-4C88-B2C0-3C3285D27B10}" srcOrd="2" destOrd="0" parTransId="{437E24DE-4F68-4D00-A217-36725F9C1AA2}" sibTransId="{C13BF33D-8838-4FD6-981A-88F631B77745}"/>
    <dgm:cxn modelId="{499E6CF4-DBFC-4D5D-90E3-D8D7ABB15CD2}" srcId="{CA527C18-3C95-4A5B-8A95-13AD13E49EB7}" destId="{317EF883-0942-4DD2-B3C7-F0811F9CCEBE}" srcOrd="0" destOrd="0" parTransId="{D25BB8E1-F52A-4CB7-85D7-1F25AAC754C7}" sibTransId="{8B318C1F-895A-4692-B8C8-29E9F3661F6F}"/>
    <dgm:cxn modelId="{38255963-5E5A-4BCF-A404-648A5B1A525B}" type="presParOf" srcId="{60190215-948A-41D0-AC5D-D3A6B811594C}" destId="{1CD59723-0F3E-410A-9BDE-96559E760138}" srcOrd="0" destOrd="0" presId="urn:microsoft.com/office/officeart/2018/2/layout/IconVerticalSolidList"/>
    <dgm:cxn modelId="{D7FC5C4C-18EE-4847-BCFB-A3E880DBE95A}" type="presParOf" srcId="{1CD59723-0F3E-410A-9BDE-96559E760138}" destId="{0DA6B50F-EF15-45B8-9F42-4392F161FB16}" srcOrd="0" destOrd="0" presId="urn:microsoft.com/office/officeart/2018/2/layout/IconVerticalSolidList"/>
    <dgm:cxn modelId="{DF02DB6C-9A42-476A-82C8-646CBC5E7B06}" type="presParOf" srcId="{1CD59723-0F3E-410A-9BDE-96559E760138}" destId="{EF33D322-C718-46B7-A6EE-E56D7229B9F5}" srcOrd="1" destOrd="0" presId="urn:microsoft.com/office/officeart/2018/2/layout/IconVerticalSolidList"/>
    <dgm:cxn modelId="{E3E079DF-2109-4A28-967C-9EB79D7547CE}" type="presParOf" srcId="{1CD59723-0F3E-410A-9BDE-96559E760138}" destId="{41C1F023-70AB-4FA3-B798-8A5C5E59F861}" srcOrd="2" destOrd="0" presId="urn:microsoft.com/office/officeart/2018/2/layout/IconVerticalSolidList"/>
    <dgm:cxn modelId="{A1B2395D-4DC2-49C6-A643-A418F2D1C058}" type="presParOf" srcId="{1CD59723-0F3E-410A-9BDE-96559E760138}" destId="{09E87FC1-904A-4F25-AC3D-981E66AAEDBA}" srcOrd="3" destOrd="0" presId="urn:microsoft.com/office/officeart/2018/2/layout/IconVerticalSolidList"/>
    <dgm:cxn modelId="{053E17E1-7130-460F-998D-AF1170FA940F}" type="presParOf" srcId="{60190215-948A-41D0-AC5D-D3A6B811594C}" destId="{ABFCA6F2-F4C6-4889-B780-3BDF91C1BC2C}" srcOrd="1" destOrd="0" presId="urn:microsoft.com/office/officeart/2018/2/layout/IconVerticalSolidList"/>
    <dgm:cxn modelId="{872DB868-B342-421D-B4C5-BE6758EAF598}" type="presParOf" srcId="{60190215-948A-41D0-AC5D-D3A6B811594C}" destId="{8EB4647C-6A7E-4DD2-83B9-97E61677239C}" srcOrd="2" destOrd="0" presId="urn:microsoft.com/office/officeart/2018/2/layout/IconVerticalSolidList"/>
    <dgm:cxn modelId="{185C64A7-E09C-43B7-9DF9-675291273F62}" type="presParOf" srcId="{8EB4647C-6A7E-4DD2-83B9-97E61677239C}" destId="{0B1DAA89-FB95-45C9-A3F0-ADE2067B1450}" srcOrd="0" destOrd="0" presId="urn:microsoft.com/office/officeart/2018/2/layout/IconVerticalSolidList"/>
    <dgm:cxn modelId="{E1360867-8613-426D-B3EF-F2B20316CCFE}" type="presParOf" srcId="{8EB4647C-6A7E-4DD2-83B9-97E61677239C}" destId="{06923924-17E6-4A7A-855F-F29DF2357F31}" srcOrd="1" destOrd="0" presId="urn:microsoft.com/office/officeart/2018/2/layout/IconVerticalSolidList"/>
    <dgm:cxn modelId="{70CE9788-6E57-4E3F-B046-9AFC60B20491}" type="presParOf" srcId="{8EB4647C-6A7E-4DD2-83B9-97E61677239C}" destId="{4D3301FA-C3E5-4F7C-9B3E-A84559EE405A}" srcOrd="2" destOrd="0" presId="urn:microsoft.com/office/officeart/2018/2/layout/IconVerticalSolidList"/>
    <dgm:cxn modelId="{B248C121-8ADB-4FDE-B97C-E66BF8256248}" type="presParOf" srcId="{8EB4647C-6A7E-4DD2-83B9-97E61677239C}" destId="{4B240EE5-D4AD-41C3-A965-92CECBFA1CDC}" srcOrd="3" destOrd="0" presId="urn:microsoft.com/office/officeart/2018/2/layout/IconVerticalSolidList"/>
    <dgm:cxn modelId="{F163839B-B993-4EC2-BC68-9FD06166817C}" type="presParOf" srcId="{60190215-948A-41D0-AC5D-D3A6B811594C}" destId="{DE4971B6-0962-4A1F-B4F9-7546CD506FE9}" srcOrd="3" destOrd="0" presId="urn:microsoft.com/office/officeart/2018/2/layout/IconVerticalSolidList"/>
    <dgm:cxn modelId="{F434DA15-4E18-4FCB-976D-3A4BB56601B6}" type="presParOf" srcId="{60190215-948A-41D0-AC5D-D3A6B811594C}" destId="{B82F2642-0DDA-4C7F-A368-4603690ADF8D}" srcOrd="4" destOrd="0" presId="urn:microsoft.com/office/officeart/2018/2/layout/IconVerticalSolidList"/>
    <dgm:cxn modelId="{A52BF711-D929-4AD1-8E33-FC040EA12C76}" type="presParOf" srcId="{B82F2642-0DDA-4C7F-A368-4603690ADF8D}" destId="{440028E0-EDC1-477E-BBB6-8D85AC50EB83}" srcOrd="0" destOrd="0" presId="urn:microsoft.com/office/officeart/2018/2/layout/IconVerticalSolidList"/>
    <dgm:cxn modelId="{5C172954-B0EE-4FAA-85D2-98CABF6D8C5C}" type="presParOf" srcId="{B82F2642-0DDA-4C7F-A368-4603690ADF8D}" destId="{C2D44A3F-CE9D-4C7E-8F2C-E809FAA0958A}" srcOrd="1" destOrd="0" presId="urn:microsoft.com/office/officeart/2018/2/layout/IconVerticalSolidList"/>
    <dgm:cxn modelId="{2F1EE66F-D69E-4DA2-8EF4-8105AC3E918D}" type="presParOf" srcId="{B82F2642-0DDA-4C7F-A368-4603690ADF8D}" destId="{407F3B4F-F158-40C3-86BA-7440A04D75CF}" srcOrd="2" destOrd="0" presId="urn:microsoft.com/office/officeart/2018/2/layout/IconVerticalSolidList"/>
    <dgm:cxn modelId="{152B1BDE-01A1-43DA-B926-94795C053E22}" type="presParOf" srcId="{B82F2642-0DDA-4C7F-A368-4603690ADF8D}" destId="{2C0C3EFB-FF31-46AD-95FE-3FBE9917645E}" srcOrd="3" destOrd="0" presId="urn:microsoft.com/office/officeart/2018/2/layout/IconVerticalSolidList"/>
    <dgm:cxn modelId="{F3E644C6-49B1-440A-A78F-28B0AD740D14}" type="presParOf" srcId="{60190215-948A-41D0-AC5D-D3A6B811594C}" destId="{A3BFE9C5-6663-489C-B008-F2DE50A8A81D}" srcOrd="5" destOrd="0" presId="urn:microsoft.com/office/officeart/2018/2/layout/IconVerticalSolidList"/>
    <dgm:cxn modelId="{A04D4867-AEE2-437E-B2F1-D31ACDAAC2AA}" type="presParOf" srcId="{60190215-948A-41D0-AC5D-D3A6B811594C}" destId="{9CF06F3B-8084-4954-B0C8-22A75084E16F}" srcOrd="6" destOrd="0" presId="urn:microsoft.com/office/officeart/2018/2/layout/IconVerticalSolidList"/>
    <dgm:cxn modelId="{0756FEEF-DC34-4107-AA33-A3BF08AAFDCE}" type="presParOf" srcId="{9CF06F3B-8084-4954-B0C8-22A75084E16F}" destId="{E37ECAAF-5565-4382-96C2-FF328AD0B928}" srcOrd="0" destOrd="0" presId="urn:microsoft.com/office/officeart/2018/2/layout/IconVerticalSolidList"/>
    <dgm:cxn modelId="{05C3E200-7413-44CE-964D-42AAD480B0C1}" type="presParOf" srcId="{9CF06F3B-8084-4954-B0C8-22A75084E16F}" destId="{BD4B53B1-734B-4EB0-AAE3-5FDAEC1CDF94}" srcOrd="1" destOrd="0" presId="urn:microsoft.com/office/officeart/2018/2/layout/IconVerticalSolidList"/>
    <dgm:cxn modelId="{6EB92687-F8FD-4F38-B3EA-DA38442AC823}" type="presParOf" srcId="{9CF06F3B-8084-4954-B0C8-22A75084E16F}" destId="{57DB137F-0E1E-4615-9143-547295922B68}" srcOrd="2" destOrd="0" presId="urn:microsoft.com/office/officeart/2018/2/layout/IconVerticalSolidList"/>
    <dgm:cxn modelId="{54968981-A1B8-457E-ADE5-C5AFB6380ED1}" type="presParOf" srcId="{9CF06F3B-8084-4954-B0C8-22A75084E16F}" destId="{0A81AA1E-7FD1-4C55-A1A3-46939DB9BA93}" srcOrd="3" destOrd="0" presId="urn:microsoft.com/office/officeart/2018/2/layout/IconVerticalSolidList"/>
    <dgm:cxn modelId="{AA379E93-5767-47A2-A1C5-B8927DEAB1B8}" type="presParOf" srcId="{60190215-948A-41D0-AC5D-D3A6B811594C}" destId="{CD451D8F-CABC-4419-9885-A32BAF7FE8E1}" srcOrd="7" destOrd="0" presId="urn:microsoft.com/office/officeart/2018/2/layout/IconVerticalSolidList"/>
    <dgm:cxn modelId="{8E17ADD8-5F7B-4E78-85C3-DE5ADE6A3F11}" type="presParOf" srcId="{60190215-948A-41D0-AC5D-D3A6B811594C}" destId="{35B13CE7-EF04-48C3-93FC-FAB9217C5D4C}" srcOrd="8" destOrd="0" presId="urn:microsoft.com/office/officeart/2018/2/layout/IconVerticalSolidList"/>
    <dgm:cxn modelId="{935DDD7B-C054-4527-B80A-059D5052C885}" type="presParOf" srcId="{35B13CE7-EF04-48C3-93FC-FAB9217C5D4C}" destId="{ECB0E2A4-B86C-4167-95ED-60446B5CBA92}" srcOrd="0" destOrd="0" presId="urn:microsoft.com/office/officeart/2018/2/layout/IconVerticalSolidList"/>
    <dgm:cxn modelId="{9B8ED110-F745-4FC2-A4EE-C6AA7A270259}" type="presParOf" srcId="{35B13CE7-EF04-48C3-93FC-FAB9217C5D4C}" destId="{4E917F24-0C44-4611-B50E-FF17C7AEDFF7}" srcOrd="1" destOrd="0" presId="urn:microsoft.com/office/officeart/2018/2/layout/IconVerticalSolidList"/>
    <dgm:cxn modelId="{183E01DB-6755-4389-B17E-91F1DBB57934}" type="presParOf" srcId="{35B13CE7-EF04-48C3-93FC-FAB9217C5D4C}" destId="{5076D469-F979-4EA8-B688-C791BB037861}" srcOrd="2" destOrd="0" presId="urn:microsoft.com/office/officeart/2018/2/layout/IconVerticalSolidList"/>
    <dgm:cxn modelId="{33E1F3C6-6CC4-49E6-99DE-3E8AA807C50A}" type="presParOf" srcId="{35B13CE7-EF04-48C3-93FC-FAB9217C5D4C}" destId="{0B873E38-7A7A-4C60-BBA4-6F003544D532}" srcOrd="3" destOrd="0" presId="urn:microsoft.com/office/officeart/2018/2/layout/IconVerticalSolidList"/>
    <dgm:cxn modelId="{9AED6879-7416-4870-99B3-D0E3CD4E56BA}" type="presParOf" srcId="{60190215-948A-41D0-AC5D-D3A6B811594C}" destId="{CB316A50-E979-477D-AE5C-215233FFB22D}" srcOrd="9" destOrd="0" presId="urn:microsoft.com/office/officeart/2018/2/layout/IconVerticalSolidList"/>
    <dgm:cxn modelId="{550C3779-4717-48E0-8E3D-D99B29926647}" type="presParOf" srcId="{60190215-948A-41D0-AC5D-D3A6B811594C}" destId="{91E58AAD-F5B4-4E90-ABFF-EBC7CF548012}" srcOrd="10" destOrd="0" presId="urn:microsoft.com/office/officeart/2018/2/layout/IconVerticalSolidList"/>
    <dgm:cxn modelId="{473939DC-7012-4CEE-81A5-16F324C0ED0E}" type="presParOf" srcId="{91E58AAD-F5B4-4E90-ABFF-EBC7CF548012}" destId="{61B7E9D0-322C-4720-863A-F9291964FF4E}" srcOrd="0" destOrd="0" presId="urn:microsoft.com/office/officeart/2018/2/layout/IconVerticalSolidList"/>
    <dgm:cxn modelId="{B2E069BE-BE08-4EDF-A2B4-21BB95032807}" type="presParOf" srcId="{91E58AAD-F5B4-4E90-ABFF-EBC7CF548012}" destId="{D06D3C28-DB93-4900-A0EE-E7BC11B6EA46}" srcOrd="1" destOrd="0" presId="urn:microsoft.com/office/officeart/2018/2/layout/IconVerticalSolidList"/>
    <dgm:cxn modelId="{C2CE1B77-1691-4474-8732-128129397481}" type="presParOf" srcId="{91E58AAD-F5B4-4E90-ABFF-EBC7CF548012}" destId="{E92FDFD6-0744-4E11-80B8-F4FB25D3E16E}" srcOrd="2" destOrd="0" presId="urn:microsoft.com/office/officeart/2018/2/layout/IconVerticalSolidList"/>
    <dgm:cxn modelId="{0E1CBC48-F910-4172-B016-35FBA1FA3AF9}" type="presParOf" srcId="{91E58AAD-F5B4-4E90-ABFF-EBC7CF548012}" destId="{F08A1E6B-38FA-4ED4-97F6-04CDFBE77BF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DE25070-7BE1-4C7C-B63D-48084CC484A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F38A003-5573-4333-A979-D720328CD2C9}">
      <dgm:prSet/>
      <dgm:spPr/>
      <dgm:t>
        <a:bodyPr/>
        <a:lstStyle/>
        <a:p>
          <a:r>
            <a:rPr lang="en-US" b="0"/>
            <a:t>Target-Windows 10 with Google Chrome and Mozilla Firefox installed.</a:t>
          </a:r>
          <a:endParaRPr lang="en-US"/>
        </a:p>
      </dgm:t>
    </dgm:pt>
    <dgm:pt modelId="{528F2983-0F7C-4CCA-B011-38662003B316}" type="parTrans" cxnId="{59073AFD-573C-4E47-B2FC-72F4CCA02D54}">
      <dgm:prSet/>
      <dgm:spPr/>
      <dgm:t>
        <a:bodyPr/>
        <a:lstStyle/>
        <a:p>
          <a:endParaRPr lang="en-US"/>
        </a:p>
      </dgm:t>
    </dgm:pt>
    <dgm:pt modelId="{195FFE9C-6C1F-4D23-A6B6-50A177C4B2FA}" type="sibTrans" cxnId="{59073AFD-573C-4E47-B2FC-72F4CCA02D54}">
      <dgm:prSet/>
      <dgm:spPr/>
      <dgm:t>
        <a:bodyPr/>
        <a:lstStyle/>
        <a:p>
          <a:endParaRPr lang="en-US"/>
        </a:p>
      </dgm:t>
    </dgm:pt>
    <dgm:pt modelId="{E84A1F42-8A6A-45C9-B656-0418B587B0B4}">
      <dgm:prSet/>
      <dgm:spPr/>
      <dgm:t>
        <a:bodyPr/>
        <a:lstStyle/>
        <a:p>
          <a:r>
            <a:rPr lang="en-US" b="0"/>
            <a:t>Extracted files:Chrome History: History file (/Default/History – SQLite)</a:t>
          </a:r>
          <a:endParaRPr lang="en-US"/>
        </a:p>
      </dgm:t>
    </dgm:pt>
    <dgm:pt modelId="{64026995-E10D-4366-8A79-D3EA8D843047}" type="parTrans" cxnId="{CC0A463D-8753-4392-B3DF-5363CF843E5B}">
      <dgm:prSet/>
      <dgm:spPr/>
      <dgm:t>
        <a:bodyPr/>
        <a:lstStyle/>
        <a:p>
          <a:endParaRPr lang="en-US"/>
        </a:p>
      </dgm:t>
    </dgm:pt>
    <dgm:pt modelId="{15E4DD2E-1D77-4990-B7E1-40F815B6054B}" type="sibTrans" cxnId="{CC0A463D-8753-4392-B3DF-5363CF843E5B}">
      <dgm:prSet/>
      <dgm:spPr/>
      <dgm:t>
        <a:bodyPr/>
        <a:lstStyle/>
        <a:p>
          <a:endParaRPr lang="en-US"/>
        </a:p>
      </dgm:t>
    </dgm:pt>
    <dgm:pt modelId="{0F0A6EF0-68E9-4C87-B5D2-F5C8BD38E088}">
      <dgm:prSet/>
      <dgm:spPr/>
      <dgm:t>
        <a:bodyPr/>
        <a:lstStyle/>
        <a:p>
          <a:r>
            <a:rPr lang="en-US" b="0"/>
            <a:t>Correlated 120 browsing activities over a period of 5 days.</a:t>
          </a:r>
          <a:endParaRPr lang="en-US"/>
        </a:p>
      </dgm:t>
    </dgm:pt>
    <dgm:pt modelId="{ED5E9E9C-7A98-413A-AC4C-5190488FF4FB}" type="parTrans" cxnId="{13BF7AA1-7B64-4A7B-938E-6EE0AFE1638D}">
      <dgm:prSet/>
      <dgm:spPr/>
      <dgm:t>
        <a:bodyPr/>
        <a:lstStyle/>
        <a:p>
          <a:endParaRPr lang="en-US"/>
        </a:p>
      </dgm:t>
    </dgm:pt>
    <dgm:pt modelId="{D2918779-040C-4E48-90E0-DA56D1D8AE26}" type="sibTrans" cxnId="{13BF7AA1-7B64-4A7B-938E-6EE0AFE1638D}">
      <dgm:prSet/>
      <dgm:spPr/>
      <dgm:t>
        <a:bodyPr/>
        <a:lstStyle/>
        <a:p>
          <a:endParaRPr lang="en-US"/>
        </a:p>
      </dgm:t>
    </dgm:pt>
    <dgm:pt modelId="{6E951789-2093-4F1C-BBE6-350F5642D960}">
      <dgm:prSet/>
      <dgm:spPr/>
      <dgm:t>
        <a:bodyPr/>
        <a:lstStyle/>
        <a:p>
          <a:r>
            <a:rPr lang="en-US" b="0"/>
            <a:t>Browsing Patterns :visits to e-commerce, social media, and video platforms.</a:t>
          </a:r>
          <a:endParaRPr lang="en-US"/>
        </a:p>
      </dgm:t>
    </dgm:pt>
    <dgm:pt modelId="{F6E8A12D-4C4D-4056-B56C-A05FE1684439}" type="parTrans" cxnId="{FF31E21B-16C8-4EAB-92D5-B710A71BC690}">
      <dgm:prSet/>
      <dgm:spPr/>
      <dgm:t>
        <a:bodyPr/>
        <a:lstStyle/>
        <a:p>
          <a:endParaRPr lang="en-US"/>
        </a:p>
      </dgm:t>
    </dgm:pt>
    <dgm:pt modelId="{CED12CFD-89B1-4A2A-9662-40CD19F17B2C}" type="sibTrans" cxnId="{FF31E21B-16C8-4EAB-92D5-B710A71BC690}">
      <dgm:prSet/>
      <dgm:spPr/>
      <dgm:t>
        <a:bodyPr/>
        <a:lstStyle/>
        <a:p>
          <a:endParaRPr lang="en-US"/>
        </a:p>
      </dgm:t>
    </dgm:pt>
    <dgm:pt modelId="{A091E5F8-7C8C-4815-B665-271F7B466D91}" type="pres">
      <dgm:prSet presAssocID="{EDE25070-7BE1-4C7C-B63D-48084CC484AB}" presName="root" presStyleCnt="0">
        <dgm:presLayoutVars>
          <dgm:dir/>
          <dgm:resizeHandles val="exact"/>
        </dgm:presLayoutVars>
      </dgm:prSet>
      <dgm:spPr/>
    </dgm:pt>
    <dgm:pt modelId="{D4BD7E28-CA16-4C33-A3DD-C78668D28894}" type="pres">
      <dgm:prSet presAssocID="{0F38A003-5573-4333-A979-D720328CD2C9}" presName="compNode" presStyleCnt="0"/>
      <dgm:spPr/>
    </dgm:pt>
    <dgm:pt modelId="{B0864615-9B27-496C-BD79-B3D2845CB21B}" type="pres">
      <dgm:prSet presAssocID="{0F38A003-5573-4333-A979-D720328CD2C9}" presName="bgRect" presStyleLbl="bgShp" presStyleIdx="0" presStyleCnt="4"/>
      <dgm:spPr/>
    </dgm:pt>
    <dgm:pt modelId="{DBE4AF3D-689E-4F5D-B574-134CDD75DB59}" type="pres">
      <dgm:prSet presAssocID="{0F38A003-5573-4333-A979-D720328CD2C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C5F3A3C-7393-408B-8757-8541CA66F016}" type="pres">
      <dgm:prSet presAssocID="{0F38A003-5573-4333-A979-D720328CD2C9}" presName="spaceRect" presStyleCnt="0"/>
      <dgm:spPr/>
    </dgm:pt>
    <dgm:pt modelId="{31F2427D-CFF7-4370-974C-5B098044D1D8}" type="pres">
      <dgm:prSet presAssocID="{0F38A003-5573-4333-A979-D720328CD2C9}" presName="parTx" presStyleLbl="revTx" presStyleIdx="0" presStyleCnt="4">
        <dgm:presLayoutVars>
          <dgm:chMax val="0"/>
          <dgm:chPref val="0"/>
        </dgm:presLayoutVars>
      </dgm:prSet>
      <dgm:spPr/>
    </dgm:pt>
    <dgm:pt modelId="{10A2EDA4-55F6-44A1-8CB8-1EFC16AA18C5}" type="pres">
      <dgm:prSet presAssocID="{195FFE9C-6C1F-4D23-A6B6-50A177C4B2FA}" presName="sibTrans" presStyleCnt="0"/>
      <dgm:spPr/>
    </dgm:pt>
    <dgm:pt modelId="{0623F4FC-229C-4B03-A4DD-4D047DDB68D0}" type="pres">
      <dgm:prSet presAssocID="{E84A1F42-8A6A-45C9-B656-0418B587B0B4}" presName="compNode" presStyleCnt="0"/>
      <dgm:spPr/>
    </dgm:pt>
    <dgm:pt modelId="{94AE21C9-0D12-4232-B38B-FD58BE5F5905}" type="pres">
      <dgm:prSet presAssocID="{E84A1F42-8A6A-45C9-B656-0418B587B0B4}" presName="bgRect" presStyleLbl="bgShp" presStyleIdx="1" presStyleCnt="4"/>
      <dgm:spPr/>
    </dgm:pt>
    <dgm:pt modelId="{E529E4E5-D688-4AA0-979A-B39D61BED0F5}" type="pres">
      <dgm:prSet presAssocID="{E84A1F42-8A6A-45C9-B656-0418B587B0B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hotocopier"/>
        </a:ext>
      </dgm:extLst>
    </dgm:pt>
    <dgm:pt modelId="{9E5A51EA-FFD1-4EC2-B602-9B338E6BEF08}" type="pres">
      <dgm:prSet presAssocID="{E84A1F42-8A6A-45C9-B656-0418B587B0B4}" presName="spaceRect" presStyleCnt="0"/>
      <dgm:spPr/>
    </dgm:pt>
    <dgm:pt modelId="{312FC866-2BAB-463B-8F40-14CE553A701D}" type="pres">
      <dgm:prSet presAssocID="{E84A1F42-8A6A-45C9-B656-0418B587B0B4}" presName="parTx" presStyleLbl="revTx" presStyleIdx="1" presStyleCnt="4">
        <dgm:presLayoutVars>
          <dgm:chMax val="0"/>
          <dgm:chPref val="0"/>
        </dgm:presLayoutVars>
      </dgm:prSet>
      <dgm:spPr/>
    </dgm:pt>
    <dgm:pt modelId="{AF63BF96-9D62-4D12-AAD5-9BFC6241EDC6}" type="pres">
      <dgm:prSet presAssocID="{15E4DD2E-1D77-4990-B7E1-40F815B6054B}" presName="sibTrans" presStyleCnt="0"/>
      <dgm:spPr/>
    </dgm:pt>
    <dgm:pt modelId="{83ED547B-AD5A-43BB-A3C7-8BDEFC4D380D}" type="pres">
      <dgm:prSet presAssocID="{0F0A6EF0-68E9-4C87-B5D2-F5C8BD38E088}" presName="compNode" presStyleCnt="0"/>
      <dgm:spPr/>
    </dgm:pt>
    <dgm:pt modelId="{02BFF8F2-FF6C-444F-AEAE-50B82A2DE0D3}" type="pres">
      <dgm:prSet presAssocID="{0F0A6EF0-68E9-4C87-B5D2-F5C8BD38E088}" presName="bgRect" presStyleLbl="bgShp" presStyleIdx="2" presStyleCnt="4"/>
      <dgm:spPr/>
    </dgm:pt>
    <dgm:pt modelId="{F7A0F0AB-5A21-4736-B721-906DF647F92D}" type="pres">
      <dgm:prSet presAssocID="{0F0A6EF0-68E9-4C87-B5D2-F5C8BD38E08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89627487-1F27-4881-AC6C-CA118D90739F}" type="pres">
      <dgm:prSet presAssocID="{0F0A6EF0-68E9-4C87-B5D2-F5C8BD38E088}" presName="spaceRect" presStyleCnt="0"/>
      <dgm:spPr/>
    </dgm:pt>
    <dgm:pt modelId="{3D5B82DC-BCE7-44EE-B3B8-32E81586E652}" type="pres">
      <dgm:prSet presAssocID="{0F0A6EF0-68E9-4C87-B5D2-F5C8BD38E088}" presName="parTx" presStyleLbl="revTx" presStyleIdx="2" presStyleCnt="4">
        <dgm:presLayoutVars>
          <dgm:chMax val="0"/>
          <dgm:chPref val="0"/>
        </dgm:presLayoutVars>
      </dgm:prSet>
      <dgm:spPr/>
    </dgm:pt>
    <dgm:pt modelId="{F2D3037D-B003-40C4-9837-3766DC723A38}" type="pres">
      <dgm:prSet presAssocID="{D2918779-040C-4E48-90E0-DA56D1D8AE26}" presName="sibTrans" presStyleCnt="0"/>
      <dgm:spPr/>
    </dgm:pt>
    <dgm:pt modelId="{4A5BC77D-9ABF-425B-A6D9-25472D556FDA}" type="pres">
      <dgm:prSet presAssocID="{6E951789-2093-4F1C-BBE6-350F5642D960}" presName="compNode" presStyleCnt="0"/>
      <dgm:spPr/>
    </dgm:pt>
    <dgm:pt modelId="{11412166-8235-448C-AA74-CCC6A5EC3BC8}" type="pres">
      <dgm:prSet presAssocID="{6E951789-2093-4F1C-BBE6-350F5642D960}" presName="bgRect" presStyleLbl="bgShp" presStyleIdx="3" presStyleCnt="4"/>
      <dgm:spPr/>
    </dgm:pt>
    <dgm:pt modelId="{0708A03E-72E0-45E0-BEF2-B172430E00CE}" type="pres">
      <dgm:prSet presAssocID="{6E951789-2093-4F1C-BBE6-350F5642D96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pcorn"/>
        </a:ext>
      </dgm:extLst>
    </dgm:pt>
    <dgm:pt modelId="{6AC851F4-8303-43EE-B5B7-0E515056815E}" type="pres">
      <dgm:prSet presAssocID="{6E951789-2093-4F1C-BBE6-350F5642D960}" presName="spaceRect" presStyleCnt="0"/>
      <dgm:spPr/>
    </dgm:pt>
    <dgm:pt modelId="{46772874-C0F2-44EC-9FFF-BFE784D2F7DE}" type="pres">
      <dgm:prSet presAssocID="{6E951789-2093-4F1C-BBE6-350F5642D96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5CFC614-AA9F-4F7D-B2BC-77F76CC10E55}" type="presOf" srcId="{6E951789-2093-4F1C-BBE6-350F5642D960}" destId="{46772874-C0F2-44EC-9FFF-BFE784D2F7DE}" srcOrd="0" destOrd="0" presId="urn:microsoft.com/office/officeart/2018/2/layout/IconVerticalSolidList"/>
    <dgm:cxn modelId="{FF31E21B-16C8-4EAB-92D5-B710A71BC690}" srcId="{EDE25070-7BE1-4C7C-B63D-48084CC484AB}" destId="{6E951789-2093-4F1C-BBE6-350F5642D960}" srcOrd="3" destOrd="0" parTransId="{F6E8A12D-4C4D-4056-B56C-A05FE1684439}" sibTransId="{CED12CFD-89B1-4A2A-9662-40CD19F17B2C}"/>
    <dgm:cxn modelId="{4AE0451D-666C-49F9-87B4-234D39826C6B}" type="presOf" srcId="{EDE25070-7BE1-4C7C-B63D-48084CC484AB}" destId="{A091E5F8-7C8C-4815-B665-271F7B466D91}" srcOrd="0" destOrd="0" presId="urn:microsoft.com/office/officeart/2018/2/layout/IconVerticalSolidList"/>
    <dgm:cxn modelId="{CC0A463D-8753-4392-B3DF-5363CF843E5B}" srcId="{EDE25070-7BE1-4C7C-B63D-48084CC484AB}" destId="{E84A1F42-8A6A-45C9-B656-0418B587B0B4}" srcOrd="1" destOrd="0" parTransId="{64026995-E10D-4366-8A79-D3EA8D843047}" sibTransId="{15E4DD2E-1D77-4990-B7E1-40F815B6054B}"/>
    <dgm:cxn modelId="{51CE7556-8D3D-4573-8FF0-8C139AE84295}" type="presOf" srcId="{0F38A003-5573-4333-A979-D720328CD2C9}" destId="{31F2427D-CFF7-4370-974C-5B098044D1D8}" srcOrd="0" destOrd="0" presId="urn:microsoft.com/office/officeart/2018/2/layout/IconVerticalSolidList"/>
    <dgm:cxn modelId="{B0DB5E91-1097-47DA-AAE1-1EB65C80B2BF}" type="presOf" srcId="{E84A1F42-8A6A-45C9-B656-0418B587B0B4}" destId="{312FC866-2BAB-463B-8F40-14CE553A701D}" srcOrd="0" destOrd="0" presId="urn:microsoft.com/office/officeart/2018/2/layout/IconVerticalSolidList"/>
    <dgm:cxn modelId="{13BF7AA1-7B64-4A7B-938E-6EE0AFE1638D}" srcId="{EDE25070-7BE1-4C7C-B63D-48084CC484AB}" destId="{0F0A6EF0-68E9-4C87-B5D2-F5C8BD38E088}" srcOrd="2" destOrd="0" parTransId="{ED5E9E9C-7A98-413A-AC4C-5190488FF4FB}" sibTransId="{D2918779-040C-4E48-90E0-DA56D1D8AE26}"/>
    <dgm:cxn modelId="{20B1B6F2-0609-460D-9608-6A2BD8753FAE}" type="presOf" srcId="{0F0A6EF0-68E9-4C87-B5D2-F5C8BD38E088}" destId="{3D5B82DC-BCE7-44EE-B3B8-32E81586E652}" srcOrd="0" destOrd="0" presId="urn:microsoft.com/office/officeart/2018/2/layout/IconVerticalSolidList"/>
    <dgm:cxn modelId="{59073AFD-573C-4E47-B2FC-72F4CCA02D54}" srcId="{EDE25070-7BE1-4C7C-B63D-48084CC484AB}" destId="{0F38A003-5573-4333-A979-D720328CD2C9}" srcOrd="0" destOrd="0" parTransId="{528F2983-0F7C-4CCA-B011-38662003B316}" sibTransId="{195FFE9C-6C1F-4D23-A6B6-50A177C4B2FA}"/>
    <dgm:cxn modelId="{A3854DA8-D073-4564-B854-E3C0DB4724BB}" type="presParOf" srcId="{A091E5F8-7C8C-4815-B665-271F7B466D91}" destId="{D4BD7E28-CA16-4C33-A3DD-C78668D28894}" srcOrd="0" destOrd="0" presId="urn:microsoft.com/office/officeart/2018/2/layout/IconVerticalSolidList"/>
    <dgm:cxn modelId="{D346D13A-9B24-49A2-A8BC-D709F8EBF464}" type="presParOf" srcId="{D4BD7E28-CA16-4C33-A3DD-C78668D28894}" destId="{B0864615-9B27-496C-BD79-B3D2845CB21B}" srcOrd="0" destOrd="0" presId="urn:microsoft.com/office/officeart/2018/2/layout/IconVerticalSolidList"/>
    <dgm:cxn modelId="{D80D4FD0-AC32-46DF-9B0D-3BB916B3773D}" type="presParOf" srcId="{D4BD7E28-CA16-4C33-A3DD-C78668D28894}" destId="{DBE4AF3D-689E-4F5D-B574-134CDD75DB59}" srcOrd="1" destOrd="0" presId="urn:microsoft.com/office/officeart/2018/2/layout/IconVerticalSolidList"/>
    <dgm:cxn modelId="{F39C0FCF-7F3D-499F-941F-0094C2B4846E}" type="presParOf" srcId="{D4BD7E28-CA16-4C33-A3DD-C78668D28894}" destId="{EC5F3A3C-7393-408B-8757-8541CA66F016}" srcOrd="2" destOrd="0" presId="urn:microsoft.com/office/officeart/2018/2/layout/IconVerticalSolidList"/>
    <dgm:cxn modelId="{9BC0CF70-2DFA-434C-A4F8-50EB42E179E3}" type="presParOf" srcId="{D4BD7E28-CA16-4C33-A3DD-C78668D28894}" destId="{31F2427D-CFF7-4370-974C-5B098044D1D8}" srcOrd="3" destOrd="0" presId="urn:microsoft.com/office/officeart/2018/2/layout/IconVerticalSolidList"/>
    <dgm:cxn modelId="{BF8FB705-E0AC-482B-9DF9-9B40D4282A87}" type="presParOf" srcId="{A091E5F8-7C8C-4815-B665-271F7B466D91}" destId="{10A2EDA4-55F6-44A1-8CB8-1EFC16AA18C5}" srcOrd="1" destOrd="0" presId="urn:microsoft.com/office/officeart/2018/2/layout/IconVerticalSolidList"/>
    <dgm:cxn modelId="{05713EFF-3CD6-4626-AD8F-98A9F49F7A38}" type="presParOf" srcId="{A091E5F8-7C8C-4815-B665-271F7B466D91}" destId="{0623F4FC-229C-4B03-A4DD-4D047DDB68D0}" srcOrd="2" destOrd="0" presId="urn:microsoft.com/office/officeart/2018/2/layout/IconVerticalSolidList"/>
    <dgm:cxn modelId="{BB8DA00A-1A3F-4828-BD01-8F320CDC2E56}" type="presParOf" srcId="{0623F4FC-229C-4B03-A4DD-4D047DDB68D0}" destId="{94AE21C9-0D12-4232-B38B-FD58BE5F5905}" srcOrd="0" destOrd="0" presId="urn:microsoft.com/office/officeart/2018/2/layout/IconVerticalSolidList"/>
    <dgm:cxn modelId="{FDB92971-A071-41E8-8EB2-9A8F6CEBFB84}" type="presParOf" srcId="{0623F4FC-229C-4B03-A4DD-4D047DDB68D0}" destId="{E529E4E5-D688-4AA0-979A-B39D61BED0F5}" srcOrd="1" destOrd="0" presId="urn:microsoft.com/office/officeart/2018/2/layout/IconVerticalSolidList"/>
    <dgm:cxn modelId="{136FE567-42AE-4B3E-86B3-17D2A478F341}" type="presParOf" srcId="{0623F4FC-229C-4B03-A4DD-4D047DDB68D0}" destId="{9E5A51EA-FFD1-4EC2-B602-9B338E6BEF08}" srcOrd="2" destOrd="0" presId="urn:microsoft.com/office/officeart/2018/2/layout/IconVerticalSolidList"/>
    <dgm:cxn modelId="{9BF7DF98-9C7D-4069-995C-5DE183A6E8C4}" type="presParOf" srcId="{0623F4FC-229C-4B03-A4DD-4D047DDB68D0}" destId="{312FC866-2BAB-463B-8F40-14CE553A701D}" srcOrd="3" destOrd="0" presId="urn:microsoft.com/office/officeart/2018/2/layout/IconVerticalSolidList"/>
    <dgm:cxn modelId="{876C2708-CA63-4C5B-ACBE-913D5AACD858}" type="presParOf" srcId="{A091E5F8-7C8C-4815-B665-271F7B466D91}" destId="{AF63BF96-9D62-4D12-AAD5-9BFC6241EDC6}" srcOrd="3" destOrd="0" presId="urn:microsoft.com/office/officeart/2018/2/layout/IconVerticalSolidList"/>
    <dgm:cxn modelId="{374EA1DB-476B-4FF5-8F1C-9CB845E0C40E}" type="presParOf" srcId="{A091E5F8-7C8C-4815-B665-271F7B466D91}" destId="{83ED547B-AD5A-43BB-A3C7-8BDEFC4D380D}" srcOrd="4" destOrd="0" presId="urn:microsoft.com/office/officeart/2018/2/layout/IconVerticalSolidList"/>
    <dgm:cxn modelId="{E7F178C4-FB1E-4B0F-9BA5-C8EFF07BCE9A}" type="presParOf" srcId="{83ED547B-AD5A-43BB-A3C7-8BDEFC4D380D}" destId="{02BFF8F2-FF6C-444F-AEAE-50B82A2DE0D3}" srcOrd="0" destOrd="0" presId="urn:microsoft.com/office/officeart/2018/2/layout/IconVerticalSolidList"/>
    <dgm:cxn modelId="{84D7CB76-D6FB-4877-920E-B450385C74D9}" type="presParOf" srcId="{83ED547B-AD5A-43BB-A3C7-8BDEFC4D380D}" destId="{F7A0F0AB-5A21-4736-B721-906DF647F92D}" srcOrd="1" destOrd="0" presId="urn:microsoft.com/office/officeart/2018/2/layout/IconVerticalSolidList"/>
    <dgm:cxn modelId="{2A2113B3-8EBD-46EF-8CA0-46FFDB9244F8}" type="presParOf" srcId="{83ED547B-AD5A-43BB-A3C7-8BDEFC4D380D}" destId="{89627487-1F27-4881-AC6C-CA118D90739F}" srcOrd="2" destOrd="0" presId="urn:microsoft.com/office/officeart/2018/2/layout/IconVerticalSolidList"/>
    <dgm:cxn modelId="{E50A0F2F-D91D-498D-93F3-E934567336FD}" type="presParOf" srcId="{83ED547B-AD5A-43BB-A3C7-8BDEFC4D380D}" destId="{3D5B82DC-BCE7-44EE-B3B8-32E81586E652}" srcOrd="3" destOrd="0" presId="urn:microsoft.com/office/officeart/2018/2/layout/IconVerticalSolidList"/>
    <dgm:cxn modelId="{32C0CCE0-AF59-4DA5-AC1E-2C0133AF6D63}" type="presParOf" srcId="{A091E5F8-7C8C-4815-B665-271F7B466D91}" destId="{F2D3037D-B003-40C4-9837-3766DC723A38}" srcOrd="5" destOrd="0" presId="urn:microsoft.com/office/officeart/2018/2/layout/IconVerticalSolidList"/>
    <dgm:cxn modelId="{0C84ACC7-2104-4BC0-B3EE-DADB93CD0B1A}" type="presParOf" srcId="{A091E5F8-7C8C-4815-B665-271F7B466D91}" destId="{4A5BC77D-9ABF-425B-A6D9-25472D556FDA}" srcOrd="6" destOrd="0" presId="urn:microsoft.com/office/officeart/2018/2/layout/IconVerticalSolidList"/>
    <dgm:cxn modelId="{16ACF45C-6789-4A2F-B951-679B92862F6B}" type="presParOf" srcId="{4A5BC77D-9ABF-425B-A6D9-25472D556FDA}" destId="{11412166-8235-448C-AA74-CCC6A5EC3BC8}" srcOrd="0" destOrd="0" presId="urn:microsoft.com/office/officeart/2018/2/layout/IconVerticalSolidList"/>
    <dgm:cxn modelId="{706DFB40-D60A-4A8D-8E7D-8F78D4ADAD0E}" type="presParOf" srcId="{4A5BC77D-9ABF-425B-A6D9-25472D556FDA}" destId="{0708A03E-72E0-45E0-BEF2-B172430E00CE}" srcOrd="1" destOrd="0" presId="urn:microsoft.com/office/officeart/2018/2/layout/IconVerticalSolidList"/>
    <dgm:cxn modelId="{506859CB-E7C2-4B28-986E-23A553EAA29B}" type="presParOf" srcId="{4A5BC77D-9ABF-425B-A6D9-25472D556FDA}" destId="{6AC851F4-8303-43EE-B5B7-0E515056815E}" srcOrd="2" destOrd="0" presId="urn:microsoft.com/office/officeart/2018/2/layout/IconVerticalSolidList"/>
    <dgm:cxn modelId="{D5C33346-E62D-4FB6-873C-A58B4820E4BF}" type="presParOf" srcId="{4A5BC77D-9ABF-425B-A6D9-25472D556FDA}" destId="{46772874-C0F2-44EC-9FFF-BFE784D2F7D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8FEE81C-7913-4A78-96AE-96C7BBEC4B51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7D495A7-8EE0-4DDC-9BAF-18FF43E3D768}">
      <dgm:prSet/>
      <dgm:spPr/>
      <dgm:t>
        <a:bodyPr/>
        <a:lstStyle/>
        <a:p>
          <a:r>
            <a:rPr lang="en-US" b="0"/>
            <a:t>Challenges:</a:t>
          </a:r>
          <a:endParaRPr lang="en-US"/>
        </a:p>
      </dgm:t>
    </dgm:pt>
    <dgm:pt modelId="{93DBB35A-9377-4EA0-A6C0-51D0C2603FD2}" type="parTrans" cxnId="{D6BF9FC4-1C6F-4E59-9F0A-40313CE1B79E}">
      <dgm:prSet/>
      <dgm:spPr/>
      <dgm:t>
        <a:bodyPr/>
        <a:lstStyle/>
        <a:p>
          <a:endParaRPr lang="en-US"/>
        </a:p>
      </dgm:t>
    </dgm:pt>
    <dgm:pt modelId="{3ADFCD76-DD7C-41E7-B9CE-1D8A19226BA2}" type="sibTrans" cxnId="{D6BF9FC4-1C6F-4E59-9F0A-40313CE1B79E}">
      <dgm:prSet/>
      <dgm:spPr/>
      <dgm:t>
        <a:bodyPr/>
        <a:lstStyle/>
        <a:p>
          <a:endParaRPr lang="en-US"/>
        </a:p>
      </dgm:t>
    </dgm:pt>
    <dgm:pt modelId="{7AE27335-A68C-477E-9BB6-764AB86D07FC}">
      <dgm:prSet/>
      <dgm:spPr/>
      <dgm:t>
        <a:bodyPr/>
        <a:lstStyle/>
        <a:p>
          <a:r>
            <a:rPr lang="en-US" b="0"/>
            <a:t>1. Integration with legacy systems without modification.</a:t>
          </a:r>
          <a:endParaRPr lang="en-US"/>
        </a:p>
      </dgm:t>
    </dgm:pt>
    <dgm:pt modelId="{36C58C5B-C41B-4D04-A994-9617BB9CB4F3}" type="parTrans" cxnId="{F467ECAF-8EF7-461F-AABA-A86028089062}">
      <dgm:prSet/>
      <dgm:spPr/>
      <dgm:t>
        <a:bodyPr/>
        <a:lstStyle/>
        <a:p>
          <a:endParaRPr lang="en-US"/>
        </a:p>
      </dgm:t>
    </dgm:pt>
    <dgm:pt modelId="{A114453A-44EA-4475-948C-49CE1B40E405}" type="sibTrans" cxnId="{F467ECAF-8EF7-461F-AABA-A86028089062}">
      <dgm:prSet/>
      <dgm:spPr/>
      <dgm:t>
        <a:bodyPr/>
        <a:lstStyle/>
        <a:p>
          <a:endParaRPr lang="en-US"/>
        </a:p>
      </dgm:t>
    </dgm:pt>
    <dgm:pt modelId="{5D58DAE5-79D2-4B9D-B89C-1B693123B142}">
      <dgm:prSet/>
      <dgm:spPr/>
      <dgm:t>
        <a:bodyPr/>
        <a:lstStyle/>
        <a:p>
          <a:r>
            <a:rPr lang="en-US" b="0"/>
            <a:t>2. Advanced methods implemented to protect privacy.</a:t>
          </a:r>
          <a:endParaRPr lang="en-US"/>
        </a:p>
      </dgm:t>
    </dgm:pt>
    <dgm:pt modelId="{952DFC4B-15F4-4C36-BEF5-6E97789738C9}" type="parTrans" cxnId="{DF3F3560-7DD6-4A34-8361-EBFFE37E01AF}">
      <dgm:prSet/>
      <dgm:spPr/>
      <dgm:t>
        <a:bodyPr/>
        <a:lstStyle/>
        <a:p>
          <a:endParaRPr lang="en-US"/>
        </a:p>
      </dgm:t>
    </dgm:pt>
    <dgm:pt modelId="{95C997F5-1A16-4F62-9DC1-C463A114BCEC}" type="sibTrans" cxnId="{DF3F3560-7DD6-4A34-8361-EBFFE37E01AF}">
      <dgm:prSet/>
      <dgm:spPr/>
      <dgm:t>
        <a:bodyPr/>
        <a:lstStyle/>
        <a:p>
          <a:endParaRPr lang="en-US"/>
        </a:p>
      </dgm:t>
    </dgm:pt>
    <dgm:pt modelId="{5F843936-612D-4CF0-B763-AFB206EB68E7}">
      <dgm:prSet/>
      <dgm:spPr/>
      <dgm:t>
        <a:bodyPr/>
        <a:lstStyle/>
        <a:p>
          <a:r>
            <a:rPr lang="en-US" b="0"/>
            <a:t>3. Secure capture without harming the environment.</a:t>
          </a:r>
          <a:endParaRPr lang="en-US"/>
        </a:p>
      </dgm:t>
    </dgm:pt>
    <dgm:pt modelId="{400A5DD6-C868-4506-944D-2E1D2712BE29}" type="parTrans" cxnId="{CB65FC55-D8D0-4AFE-AD2D-FBB0E756C879}">
      <dgm:prSet/>
      <dgm:spPr/>
      <dgm:t>
        <a:bodyPr/>
        <a:lstStyle/>
        <a:p>
          <a:endParaRPr lang="en-US"/>
        </a:p>
      </dgm:t>
    </dgm:pt>
    <dgm:pt modelId="{486A3CA3-3E2A-41DF-ACA0-0E7E5A2E7335}" type="sibTrans" cxnId="{CB65FC55-D8D0-4AFE-AD2D-FBB0E756C879}">
      <dgm:prSet/>
      <dgm:spPr/>
      <dgm:t>
        <a:bodyPr/>
        <a:lstStyle/>
        <a:p>
          <a:endParaRPr lang="en-US"/>
        </a:p>
      </dgm:t>
    </dgm:pt>
    <dgm:pt modelId="{50916D1E-C1E4-4959-951F-DB32EC416DBE}">
      <dgm:prSet/>
      <dgm:spPr/>
      <dgm:t>
        <a:bodyPr/>
        <a:lstStyle/>
        <a:p>
          <a:r>
            <a:rPr lang="en-US" b="0"/>
            <a:t>Solutions:</a:t>
          </a:r>
          <a:endParaRPr lang="en-US"/>
        </a:p>
      </dgm:t>
    </dgm:pt>
    <dgm:pt modelId="{81458668-771A-4108-9D82-B92FB5ACE045}" type="parTrans" cxnId="{ECB22D0E-AB92-46F3-A385-C65D31C1DF93}">
      <dgm:prSet/>
      <dgm:spPr/>
      <dgm:t>
        <a:bodyPr/>
        <a:lstStyle/>
        <a:p>
          <a:endParaRPr lang="en-US"/>
        </a:p>
      </dgm:t>
    </dgm:pt>
    <dgm:pt modelId="{51992DF4-2E2D-4773-A6F0-3FBE66F57673}" type="sibTrans" cxnId="{ECB22D0E-AB92-46F3-A385-C65D31C1DF93}">
      <dgm:prSet/>
      <dgm:spPr/>
      <dgm:t>
        <a:bodyPr/>
        <a:lstStyle/>
        <a:p>
          <a:endParaRPr lang="en-US"/>
        </a:p>
      </dgm:t>
    </dgm:pt>
    <dgm:pt modelId="{5A8D7476-378E-4DE0-8D24-BA25869F39AC}">
      <dgm:prSet/>
      <dgm:spPr/>
      <dgm:t>
        <a:bodyPr/>
        <a:lstStyle/>
        <a:p>
          <a:r>
            <a:rPr lang="en-US" b="0"/>
            <a:t>1. Implemented a middleware approach to avoid modifying legacy code.</a:t>
          </a:r>
          <a:endParaRPr lang="en-US"/>
        </a:p>
      </dgm:t>
    </dgm:pt>
    <dgm:pt modelId="{E249DCCB-9BA1-41B0-8A43-81DCBF627307}" type="parTrans" cxnId="{FF498027-3544-4F31-BFD3-EC85ED614BFB}">
      <dgm:prSet/>
      <dgm:spPr/>
      <dgm:t>
        <a:bodyPr/>
        <a:lstStyle/>
        <a:p>
          <a:endParaRPr lang="en-US"/>
        </a:p>
      </dgm:t>
    </dgm:pt>
    <dgm:pt modelId="{155C166C-FDA1-4A24-8940-0D47648CD1A0}" type="sibTrans" cxnId="{FF498027-3544-4F31-BFD3-EC85ED614BFB}">
      <dgm:prSet/>
      <dgm:spPr/>
      <dgm:t>
        <a:bodyPr/>
        <a:lstStyle/>
        <a:p>
          <a:endParaRPr lang="en-US"/>
        </a:p>
      </dgm:t>
    </dgm:pt>
    <dgm:pt modelId="{DCDEB0CD-C702-49E4-8195-6105F3B38832}">
      <dgm:prSet/>
      <dgm:spPr/>
      <dgm:t>
        <a:bodyPr/>
        <a:lstStyle/>
        <a:p>
          <a:r>
            <a:rPr lang="en-US" b="0"/>
            <a:t>2. Worked under the protected environment.</a:t>
          </a:r>
          <a:endParaRPr lang="en-US"/>
        </a:p>
      </dgm:t>
    </dgm:pt>
    <dgm:pt modelId="{21172601-9AAD-4085-83F9-C636B36FEAF0}" type="parTrans" cxnId="{9796E26E-FDA8-484D-AACA-2C0C432158AD}">
      <dgm:prSet/>
      <dgm:spPr/>
      <dgm:t>
        <a:bodyPr/>
        <a:lstStyle/>
        <a:p>
          <a:endParaRPr lang="en-US"/>
        </a:p>
      </dgm:t>
    </dgm:pt>
    <dgm:pt modelId="{73386563-D8DC-4970-B7EA-59C0DCC65E20}" type="sibTrans" cxnId="{9796E26E-FDA8-484D-AACA-2C0C432158AD}">
      <dgm:prSet/>
      <dgm:spPr/>
      <dgm:t>
        <a:bodyPr/>
        <a:lstStyle/>
        <a:p>
          <a:endParaRPr lang="en-US"/>
        </a:p>
      </dgm:t>
    </dgm:pt>
    <dgm:pt modelId="{08C4A9B3-A0E6-4B77-B380-748829022AE7}">
      <dgm:prSet/>
      <dgm:spPr/>
      <dgm:t>
        <a:bodyPr/>
        <a:lstStyle/>
        <a:p>
          <a:r>
            <a:rPr lang="en-US" b="0"/>
            <a:t>3. Avoided to create backdoors for attacks.</a:t>
          </a:r>
          <a:endParaRPr lang="en-US"/>
        </a:p>
      </dgm:t>
    </dgm:pt>
    <dgm:pt modelId="{8F7CA695-B6ED-49E5-B66F-F689A4072C7E}" type="parTrans" cxnId="{AA89325E-6A3D-4751-A048-9BA656239DCB}">
      <dgm:prSet/>
      <dgm:spPr/>
      <dgm:t>
        <a:bodyPr/>
        <a:lstStyle/>
        <a:p>
          <a:endParaRPr lang="en-US"/>
        </a:p>
      </dgm:t>
    </dgm:pt>
    <dgm:pt modelId="{271F556E-C4FF-461B-A15C-48BE254EB010}" type="sibTrans" cxnId="{AA89325E-6A3D-4751-A048-9BA656239DCB}">
      <dgm:prSet/>
      <dgm:spPr/>
      <dgm:t>
        <a:bodyPr/>
        <a:lstStyle/>
        <a:p>
          <a:endParaRPr lang="en-US"/>
        </a:p>
      </dgm:t>
    </dgm:pt>
    <dgm:pt modelId="{3B2C34C7-2F89-4E17-A67B-78A3452D2259}" type="pres">
      <dgm:prSet presAssocID="{D8FEE81C-7913-4A78-96AE-96C7BBEC4B51}" presName="linear" presStyleCnt="0">
        <dgm:presLayoutVars>
          <dgm:animLvl val="lvl"/>
          <dgm:resizeHandles val="exact"/>
        </dgm:presLayoutVars>
      </dgm:prSet>
      <dgm:spPr/>
    </dgm:pt>
    <dgm:pt modelId="{0BF371BD-0158-4F5A-9467-5542FB51C337}" type="pres">
      <dgm:prSet presAssocID="{87D495A7-8EE0-4DDC-9BAF-18FF43E3D768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57BC5B33-338C-4069-95BE-E6CE8AA04369}" type="pres">
      <dgm:prSet presAssocID="{3ADFCD76-DD7C-41E7-B9CE-1D8A19226BA2}" presName="spacer" presStyleCnt="0"/>
      <dgm:spPr/>
    </dgm:pt>
    <dgm:pt modelId="{A70268AA-AFE2-4A9C-8A0D-CF3BAAED0F16}" type="pres">
      <dgm:prSet presAssocID="{7AE27335-A68C-477E-9BB6-764AB86D07FC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A30888BE-6B9D-4E31-BE3A-4CD5DF1AA881}" type="pres">
      <dgm:prSet presAssocID="{A114453A-44EA-4475-948C-49CE1B40E405}" presName="spacer" presStyleCnt="0"/>
      <dgm:spPr/>
    </dgm:pt>
    <dgm:pt modelId="{12C32BAC-CF01-4C31-96D8-13DA649851DD}" type="pres">
      <dgm:prSet presAssocID="{5D58DAE5-79D2-4B9D-B89C-1B693123B142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4CD1ED-8F3A-4C55-A128-5936156D942A}" type="pres">
      <dgm:prSet presAssocID="{95C997F5-1A16-4F62-9DC1-C463A114BCEC}" presName="spacer" presStyleCnt="0"/>
      <dgm:spPr/>
    </dgm:pt>
    <dgm:pt modelId="{BECDAB62-1340-4E8D-AB00-51FFBA0DD354}" type="pres">
      <dgm:prSet presAssocID="{5F843936-612D-4CF0-B763-AFB206EB68E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3A30092E-EC3F-4200-9029-FD99601C86B0}" type="pres">
      <dgm:prSet presAssocID="{5F843936-612D-4CF0-B763-AFB206EB68E7}" presName="childText" presStyleLbl="revTx" presStyleIdx="0" presStyleCnt="1">
        <dgm:presLayoutVars>
          <dgm:bulletEnabled val="1"/>
        </dgm:presLayoutVars>
      </dgm:prSet>
      <dgm:spPr/>
    </dgm:pt>
    <dgm:pt modelId="{1DE0662D-C900-49EF-ABDA-DAC4C13F39C9}" type="pres">
      <dgm:prSet presAssocID="{5A8D7476-378E-4DE0-8D24-BA25869F39A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F3DF257-0EEC-4E6B-A1F1-FEAA66CB4A5E}" type="pres">
      <dgm:prSet presAssocID="{155C166C-FDA1-4A24-8940-0D47648CD1A0}" presName="spacer" presStyleCnt="0"/>
      <dgm:spPr/>
    </dgm:pt>
    <dgm:pt modelId="{C628F7BE-7FDA-4C63-A31E-24948A4A2F98}" type="pres">
      <dgm:prSet presAssocID="{DCDEB0CD-C702-49E4-8195-6105F3B3883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1DA3D21-3874-4F5C-86DF-83CE5C459C86}" type="pres">
      <dgm:prSet presAssocID="{73386563-D8DC-4970-B7EA-59C0DCC65E20}" presName="spacer" presStyleCnt="0"/>
      <dgm:spPr/>
    </dgm:pt>
    <dgm:pt modelId="{DA2080B1-F6DC-4E93-8A62-7E314FDAC5F4}" type="pres">
      <dgm:prSet presAssocID="{08C4A9B3-A0E6-4B77-B380-748829022AE7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ECB22D0E-AB92-46F3-A385-C65D31C1DF93}" srcId="{5F843936-612D-4CF0-B763-AFB206EB68E7}" destId="{50916D1E-C1E4-4959-951F-DB32EC416DBE}" srcOrd="0" destOrd="0" parTransId="{81458668-771A-4108-9D82-B92FB5ACE045}" sibTransId="{51992DF4-2E2D-4773-A6F0-3FBE66F57673}"/>
    <dgm:cxn modelId="{3DFCE114-3943-4D6C-9C12-958DC3C85C44}" type="presOf" srcId="{87D495A7-8EE0-4DDC-9BAF-18FF43E3D768}" destId="{0BF371BD-0158-4F5A-9467-5542FB51C337}" srcOrd="0" destOrd="0" presId="urn:microsoft.com/office/officeart/2005/8/layout/vList2"/>
    <dgm:cxn modelId="{FF498027-3544-4F31-BFD3-EC85ED614BFB}" srcId="{D8FEE81C-7913-4A78-96AE-96C7BBEC4B51}" destId="{5A8D7476-378E-4DE0-8D24-BA25869F39AC}" srcOrd="4" destOrd="0" parTransId="{E249DCCB-9BA1-41B0-8A43-81DCBF627307}" sibTransId="{155C166C-FDA1-4A24-8940-0D47648CD1A0}"/>
    <dgm:cxn modelId="{3E54852C-EB7E-4623-9F13-A22ED48571D6}" type="presOf" srcId="{D8FEE81C-7913-4A78-96AE-96C7BBEC4B51}" destId="{3B2C34C7-2F89-4E17-A67B-78A3452D2259}" srcOrd="0" destOrd="0" presId="urn:microsoft.com/office/officeart/2005/8/layout/vList2"/>
    <dgm:cxn modelId="{AA89325E-6A3D-4751-A048-9BA656239DCB}" srcId="{D8FEE81C-7913-4A78-96AE-96C7BBEC4B51}" destId="{08C4A9B3-A0E6-4B77-B380-748829022AE7}" srcOrd="6" destOrd="0" parTransId="{8F7CA695-B6ED-49E5-B66F-F689A4072C7E}" sibTransId="{271F556E-C4FF-461B-A15C-48BE254EB010}"/>
    <dgm:cxn modelId="{DF3F3560-7DD6-4A34-8361-EBFFE37E01AF}" srcId="{D8FEE81C-7913-4A78-96AE-96C7BBEC4B51}" destId="{5D58DAE5-79D2-4B9D-B89C-1B693123B142}" srcOrd="2" destOrd="0" parTransId="{952DFC4B-15F4-4C36-BEF5-6E97789738C9}" sibTransId="{95C997F5-1A16-4F62-9DC1-C463A114BCEC}"/>
    <dgm:cxn modelId="{A8284945-EA6E-4817-9C79-08D6515C8DC8}" type="presOf" srcId="{DCDEB0CD-C702-49E4-8195-6105F3B38832}" destId="{C628F7BE-7FDA-4C63-A31E-24948A4A2F98}" srcOrd="0" destOrd="0" presId="urn:microsoft.com/office/officeart/2005/8/layout/vList2"/>
    <dgm:cxn modelId="{9796E26E-FDA8-484D-AACA-2C0C432158AD}" srcId="{D8FEE81C-7913-4A78-96AE-96C7BBEC4B51}" destId="{DCDEB0CD-C702-49E4-8195-6105F3B38832}" srcOrd="5" destOrd="0" parTransId="{21172601-9AAD-4085-83F9-C636B36FEAF0}" sibTransId="{73386563-D8DC-4970-B7EA-59C0DCC65E20}"/>
    <dgm:cxn modelId="{2227D26F-E6DB-490B-A24A-66BE9BF54A43}" type="presOf" srcId="{08C4A9B3-A0E6-4B77-B380-748829022AE7}" destId="{DA2080B1-F6DC-4E93-8A62-7E314FDAC5F4}" srcOrd="0" destOrd="0" presId="urn:microsoft.com/office/officeart/2005/8/layout/vList2"/>
    <dgm:cxn modelId="{CB65FC55-D8D0-4AFE-AD2D-FBB0E756C879}" srcId="{D8FEE81C-7913-4A78-96AE-96C7BBEC4B51}" destId="{5F843936-612D-4CF0-B763-AFB206EB68E7}" srcOrd="3" destOrd="0" parTransId="{400A5DD6-C868-4506-944D-2E1D2712BE29}" sibTransId="{486A3CA3-3E2A-41DF-ACA0-0E7E5A2E7335}"/>
    <dgm:cxn modelId="{7E8E728B-D630-443C-8664-99D1E6F488B1}" type="presOf" srcId="{50916D1E-C1E4-4959-951F-DB32EC416DBE}" destId="{3A30092E-EC3F-4200-9029-FD99601C86B0}" srcOrd="0" destOrd="0" presId="urn:microsoft.com/office/officeart/2005/8/layout/vList2"/>
    <dgm:cxn modelId="{F467ECAF-8EF7-461F-AABA-A86028089062}" srcId="{D8FEE81C-7913-4A78-96AE-96C7BBEC4B51}" destId="{7AE27335-A68C-477E-9BB6-764AB86D07FC}" srcOrd="1" destOrd="0" parTransId="{36C58C5B-C41B-4D04-A994-9617BB9CB4F3}" sibTransId="{A114453A-44EA-4475-948C-49CE1B40E405}"/>
    <dgm:cxn modelId="{E8F0A6B1-620D-4034-A0EE-0A77C3FE4349}" type="presOf" srcId="{7AE27335-A68C-477E-9BB6-764AB86D07FC}" destId="{A70268AA-AFE2-4A9C-8A0D-CF3BAAED0F16}" srcOrd="0" destOrd="0" presId="urn:microsoft.com/office/officeart/2005/8/layout/vList2"/>
    <dgm:cxn modelId="{D6BF9FC4-1C6F-4E59-9F0A-40313CE1B79E}" srcId="{D8FEE81C-7913-4A78-96AE-96C7BBEC4B51}" destId="{87D495A7-8EE0-4DDC-9BAF-18FF43E3D768}" srcOrd="0" destOrd="0" parTransId="{93DBB35A-9377-4EA0-A6C0-51D0C2603FD2}" sibTransId="{3ADFCD76-DD7C-41E7-B9CE-1D8A19226BA2}"/>
    <dgm:cxn modelId="{728324CB-291E-41B3-B344-C29FBF0BDB36}" type="presOf" srcId="{5D58DAE5-79D2-4B9D-B89C-1B693123B142}" destId="{12C32BAC-CF01-4C31-96D8-13DA649851DD}" srcOrd="0" destOrd="0" presId="urn:microsoft.com/office/officeart/2005/8/layout/vList2"/>
    <dgm:cxn modelId="{F2F339E1-7801-4555-8541-25693FAE3CBF}" type="presOf" srcId="{5F843936-612D-4CF0-B763-AFB206EB68E7}" destId="{BECDAB62-1340-4E8D-AB00-51FFBA0DD354}" srcOrd="0" destOrd="0" presId="urn:microsoft.com/office/officeart/2005/8/layout/vList2"/>
    <dgm:cxn modelId="{953CDEE8-5ADD-49B3-B461-9DF023E0C6E3}" type="presOf" srcId="{5A8D7476-378E-4DE0-8D24-BA25869F39AC}" destId="{1DE0662D-C900-49EF-ABDA-DAC4C13F39C9}" srcOrd="0" destOrd="0" presId="urn:microsoft.com/office/officeart/2005/8/layout/vList2"/>
    <dgm:cxn modelId="{94EE92BE-FFE2-4F48-9C69-95FB69996F93}" type="presParOf" srcId="{3B2C34C7-2F89-4E17-A67B-78A3452D2259}" destId="{0BF371BD-0158-4F5A-9467-5542FB51C337}" srcOrd="0" destOrd="0" presId="urn:microsoft.com/office/officeart/2005/8/layout/vList2"/>
    <dgm:cxn modelId="{0B37D368-8C9D-494B-AE9E-AABC685A9F4B}" type="presParOf" srcId="{3B2C34C7-2F89-4E17-A67B-78A3452D2259}" destId="{57BC5B33-338C-4069-95BE-E6CE8AA04369}" srcOrd="1" destOrd="0" presId="urn:microsoft.com/office/officeart/2005/8/layout/vList2"/>
    <dgm:cxn modelId="{F8DD7CD8-1D3F-4A9B-95C7-64D340EB8135}" type="presParOf" srcId="{3B2C34C7-2F89-4E17-A67B-78A3452D2259}" destId="{A70268AA-AFE2-4A9C-8A0D-CF3BAAED0F16}" srcOrd="2" destOrd="0" presId="urn:microsoft.com/office/officeart/2005/8/layout/vList2"/>
    <dgm:cxn modelId="{C6A14065-84F4-4BC9-8468-605097A1BE45}" type="presParOf" srcId="{3B2C34C7-2F89-4E17-A67B-78A3452D2259}" destId="{A30888BE-6B9D-4E31-BE3A-4CD5DF1AA881}" srcOrd="3" destOrd="0" presId="urn:microsoft.com/office/officeart/2005/8/layout/vList2"/>
    <dgm:cxn modelId="{D7759923-1E8E-40A4-987B-FDF1A56A530D}" type="presParOf" srcId="{3B2C34C7-2F89-4E17-A67B-78A3452D2259}" destId="{12C32BAC-CF01-4C31-96D8-13DA649851DD}" srcOrd="4" destOrd="0" presId="urn:microsoft.com/office/officeart/2005/8/layout/vList2"/>
    <dgm:cxn modelId="{C1D5464C-3F94-4E4A-8D4D-4B536306F6ED}" type="presParOf" srcId="{3B2C34C7-2F89-4E17-A67B-78A3452D2259}" destId="{DD4CD1ED-8F3A-4C55-A128-5936156D942A}" srcOrd="5" destOrd="0" presId="urn:microsoft.com/office/officeart/2005/8/layout/vList2"/>
    <dgm:cxn modelId="{FC224F26-1FB1-44B3-84AA-738A209FB276}" type="presParOf" srcId="{3B2C34C7-2F89-4E17-A67B-78A3452D2259}" destId="{BECDAB62-1340-4E8D-AB00-51FFBA0DD354}" srcOrd="6" destOrd="0" presId="urn:microsoft.com/office/officeart/2005/8/layout/vList2"/>
    <dgm:cxn modelId="{F4BAF129-B487-40E9-A230-8E3FFDC8DB58}" type="presParOf" srcId="{3B2C34C7-2F89-4E17-A67B-78A3452D2259}" destId="{3A30092E-EC3F-4200-9029-FD99601C86B0}" srcOrd="7" destOrd="0" presId="urn:microsoft.com/office/officeart/2005/8/layout/vList2"/>
    <dgm:cxn modelId="{A271CB22-F0ED-4D2A-8285-B4F2D5BBD602}" type="presParOf" srcId="{3B2C34C7-2F89-4E17-A67B-78A3452D2259}" destId="{1DE0662D-C900-49EF-ABDA-DAC4C13F39C9}" srcOrd="8" destOrd="0" presId="urn:microsoft.com/office/officeart/2005/8/layout/vList2"/>
    <dgm:cxn modelId="{99A6877F-ECFA-4E32-BFCE-9232DE190350}" type="presParOf" srcId="{3B2C34C7-2F89-4E17-A67B-78A3452D2259}" destId="{EF3DF257-0EEC-4E6B-A1F1-FEAA66CB4A5E}" srcOrd="9" destOrd="0" presId="urn:microsoft.com/office/officeart/2005/8/layout/vList2"/>
    <dgm:cxn modelId="{93674983-440C-4AB0-A2C1-A63788827B43}" type="presParOf" srcId="{3B2C34C7-2F89-4E17-A67B-78A3452D2259}" destId="{C628F7BE-7FDA-4C63-A31E-24948A4A2F98}" srcOrd="10" destOrd="0" presId="urn:microsoft.com/office/officeart/2005/8/layout/vList2"/>
    <dgm:cxn modelId="{AFC4EC65-006D-4B66-A16A-DD08F8407763}" type="presParOf" srcId="{3B2C34C7-2F89-4E17-A67B-78A3452D2259}" destId="{41DA3D21-3874-4F5C-86DF-83CE5C459C86}" srcOrd="11" destOrd="0" presId="urn:microsoft.com/office/officeart/2005/8/layout/vList2"/>
    <dgm:cxn modelId="{2553309E-947D-4BF8-A58D-09CB22E37666}" type="presParOf" srcId="{3B2C34C7-2F89-4E17-A67B-78A3452D2259}" destId="{DA2080B1-F6DC-4E93-8A62-7E314FDAC5F4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303B76B-1862-480F-B13E-BED599193E7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B1F89BD8-6D84-4732-B423-311E048DFC9F}">
      <dgm:prSet/>
      <dgm:spPr/>
      <dgm:t>
        <a:bodyPr/>
        <a:lstStyle/>
        <a:p>
          <a:r>
            <a:rPr lang="en-US" b="0"/>
            <a:t>Effectively performed data acquisition, extraction, parsing, and recovery of browsing artifacts from multiple browsers.</a:t>
          </a:r>
          <a:endParaRPr lang="en-US"/>
        </a:p>
      </dgm:t>
    </dgm:pt>
    <dgm:pt modelId="{45E32A90-920F-44FE-9773-7B58D3632599}" type="parTrans" cxnId="{3FA8CEAB-99B8-445E-9397-C41A734E2FC8}">
      <dgm:prSet/>
      <dgm:spPr/>
      <dgm:t>
        <a:bodyPr/>
        <a:lstStyle/>
        <a:p>
          <a:endParaRPr lang="en-US"/>
        </a:p>
      </dgm:t>
    </dgm:pt>
    <dgm:pt modelId="{5D6DBB07-D451-4D3B-8F27-6894BED72475}" type="sibTrans" cxnId="{3FA8CEAB-99B8-445E-9397-C41A734E2FC8}">
      <dgm:prSet/>
      <dgm:spPr/>
      <dgm:t>
        <a:bodyPr/>
        <a:lstStyle/>
        <a:p>
          <a:endParaRPr lang="en-US"/>
        </a:p>
      </dgm:t>
    </dgm:pt>
    <dgm:pt modelId="{B1AE9C23-83C6-4D89-A141-8A4DA2E6D801}">
      <dgm:prSet/>
      <dgm:spPr/>
      <dgm:t>
        <a:bodyPr/>
        <a:lstStyle/>
        <a:p>
          <a:r>
            <a:rPr lang="en-US" b="0"/>
            <a:t>Successfully identified, analyzed, and correlated user activity</a:t>
          </a:r>
          <a:endParaRPr lang="en-US"/>
        </a:p>
      </dgm:t>
    </dgm:pt>
    <dgm:pt modelId="{4EE93B18-062C-471A-BF07-E329A56CDA8E}" type="parTrans" cxnId="{117C76E1-AEEC-436C-A30A-31B7EA3DB844}">
      <dgm:prSet/>
      <dgm:spPr/>
      <dgm:t>
        <a:bodyPr/>
        <a:lstStyle/>
        <a:p>
          <a:endParaRPr lang="en-US"/>
        </a:p>
      </dgm:t>
    </dgm:pt>
    <dgm:pt modelId="{A77DB7D1-4A4A-4B14-A470-19C64FEA8455}" type="sibTrans" cxnId="{117C76E1-AEEC-436C-A30A-31B7EA3DB844}">
      <dgm:prSet/>
      <dgm:spPr/>
      <dgm:t>
        <a:bodyPr/>
        <a:lstStyle/>
        <a:p>
          <a:endParaRPr lang="en-US"/>
        </a:p>
      </dgm:t>
    </dgm:pt>
    <dgm:pt modelId="{C9677139-5A92-465A-BDF4-4583CA015743}" type="pres">
      <dgm:prSet presAssocID="{D303B76B-1862-480F-B13E-BED599193E75}" presName="root" presStyleCnt="0">
        <dgm:presLayoutVars>
          <dgm:dir/>
          <dgm:resizeHandles val="exact"/>
        </dgm:presLayoutVars>
      </dgm:prSet>
      <dgm:spPr/>
    </dgm:pt>
    <dgm:pt modelId="{6FC0154E-F5BB-48AF-969C-4153EE930455}" type="pres">
      <dgm:prSet presAssocID="{B1F89BD8-6D84-4732-B423-311E048DFC9F}" presName="compNode" presStyleCnt="0"/>
      <dgm:spPr/>
    </dgm:pt>
    <dgm:pt modelId="{82297E8B-37F0-4FE7-8D13-E2B3BF0D2288}" type="pres">
      <dgm:prSet presAssocID="{B1F89BD8-6D84-4732-B423-311E048DFC9F}" presName="bgRect" presStyleLbl="bgShp" presStyleIdx="0" presStyleCnt="2"/>
      <dgm:spPr/>
    </dgm:pt>
    <dgm:pt modelId="{EA7B120C-64FA-4B09-82AF-D6BF66025FA7}" type="pres">
      <dgm:prSet presAssocID="{B1F89BD8-6D84-4732-B423-311E048DFC9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search"/>
        </a:ext>
      </dgm:extLst>
    </dgm:pt>
    <dgm:pt modelId="{C3BB2780-F15F-4B43-B834-9FE4397C23A3}" type="pres">
      <dgm:prSet presAssocID="{B1F89BD8-6D84-4732-B423-311E048DFC9F}" presName="spaceRect" presStyleCnt="0"/>
      <dgm:spPr/>
    </dgm:pt>
    <dgm:pt modelId="{6FFC1068-823D-4D34-8BED-42C467EE743A}" type="pres">
      <dgm:prSet presAssocID="{B1F89BD8-6D84-4732-B423-311E048DFC9F}" presName="parTx" presStyleLbl="revTx" presStyleIdx="0" presStyleCnt="2">
        <dgm:presLayoutVars>
          <dgm:chMax val="0"/>
          <dgm:chPref val="0"/>
        </dgm:presLayoutVars>
      </dgm:prSet>
      <dgm:spPr/>
    </dgm:pt>
    <dgm:pt modelId="{14EF458D-BE24-4961-83D1-E780F4360C4A}" type="pres">
      <dgm:prSet presAssocID="{5D6DBB07-D451-4D3B-8F27-6894BED72475}" presName="sibTrans" presStyleCnt="0"/>
      <dgm:spPr/>
    </dgm:pt>
    <dgm:pt modelId="{96F7902C-07D1-4B56-A2CE-0E4C151B7580}" type="pres">
      <dgm:prSet presAssocID="{B1AE9C23-83C6-4D89-A141-8A4DA2E6D801}" presName="compNode" presStyleCnt="0"/>
      <dgm:spPr/>
    </dgm:pt>
    <dgm:pt modelId="{764D1900-3223-43AD-9FE8-F77B6770C1AF}" type="pres">
      <dgm:prSet presAssocID="{B1AE9C23-83C6-4D89-A141-8A4DA2E6D801}" presName="bgRect" presStyleLbl="bgShp" presStyleIdx="1" presStyleCnt="2"/>
      <dgm:spPr/>
    </dgm:pt>
    <dgm:pt modelId="{6AE9E830-1764-4264-95BC-4466BFE90293}" type="pres">
      <dgm:prSet presAssocID="{B1AE9C23-83C6-4D89-A141-8A4DA2E6D80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7809889-C8EB-4C68-A3D3-6E0F5BD8B179}" type="pres">
      <dgm:prSet presAssocID="{B1AE9C23-83C6-4D89-A141-8A4DA2E6D801}" presName="spaceRect" presStyleCnt="0"/>
      <dgm:spPr/>
    </dgm:pt>
    <dgm:pt modelId="{E8D8F364-3338-41E1-AFAB-C93F939FE34F}" type="pres">
      <dgm:prSet presAssocID="{B1AE9C23-83C6-4D89-A141-8A4DA2E6D80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4D6AC26-BCAE-483A-8801-A2EB692B25DD}" type="presOf" srcId="{B1F89BD8-6D84-4732-B423-311E048DFC9F}" destId="{6FFC1068-823D-4D34-8BED-42C467EE743A}" srcOrd="0" destOrd="0" presId="urn:microsoft.com/office/officeart/2018/2/layout/IconVerticalSolidList"/>
    <dgm:cxn modelId="{0816E269-EFD1-48F9-ABF2-E6850F996F99}" type="presOf" srcId="{D303B76B-1862-480F-B13E-BED599193E75}" destId="{C9677139-5A92-465A-BDF4-4583CA015743}" srcOrd="0" destOrd="0" presId="urn:microsoft.com/office/officeart/2018/2/layout/IconVerticalSolidList"/>
    <dgm:cxn modelId="{3FA8CEAB-99B8-445E-9397-C41A734E2FC8}" srcId="{D303B76B-1862-480F-B13E-BED599193E75}" destId="{B1F89BD8-6D84-4732-B423-311E048DFC9F}" srcOrd="0" destOrd="0" parTransId="{45E32A90-920F-44FE-9773-7B58D3632599}" sibTransId="{5D6DBB07-D451-4D3B-8F27-6894BED72475}"/>
    <dgm:cxn modelId="{0CC0BFDE-DBB7-41AE-8CD8-22E9C2676838}" type="presOf" srcId="{B1AE9C23-83C6-4D89-A141-8A4DA2E6D801}" destId="{E8D8F364-3338-41E1-AFAB-C93F939FE34F}" srcOrd="0" destOrd="0" presId="urn:microsoft.com/office/officeart/2018/2/layout/IconVerticalSolidList"/>
    <dgm:cxn modelId="{117C76E1-AEEC-436C-A30A-31B7EA3DB844}" srcId="{D303B76B-1862-480F-B13E-BED599193E75}" destId="{B1AE9C23-83C6-4D89-A141-8A4DA2E6D801}" srcOrd="1" destOrd="0" parTransId="{4EE93B18-062C-471A-BF07-E329A56CDA8E}" sibTransId="{A77DB7D1-4A4A-4B14-A470-19C64FEA8455}"/>
    <dgm:cxn modelId="{FCA3B165-98E3-4F51-B29C-597D4F0783D1}" type="presParOf" srcId="{C9677139-5A92-465A-BDF4-4583CA015743}" destId="{6FC0154E-F5BB-48AF-969C-4153EE930455}" srcOrd="0" destOrd="0" presId="urn:microsoft.com/office/officeart/2018/2/layout/IconVerticalSolidList"/>
    <dgm:cxn modelId="{EC641183-4214-4D47-A4DA-C60BCB1C5923}" type="presParOf" srcId="{6FC0154E-F5BB-48AF-969C-4153EE930455}" destId="{82297E8B-37F0-4FE7-8D13-E2B3BF0D2288}" srcOrd="0" destOrd="0" presId="urn:microsoft.com/office/officeart/2018/2/layout/IconVerticalSolidList"/>
    <dgm:cxn modelId="{DA023E90-D341-4E7E-A04B-4CE7FC971DE0}" type="presParOf" srcId="{6FC0154E-F5BB-48AF-969C-4153EE930455}" destId="{EA7B120C-64FA-4B09-82AF-D6BF66025FA7}" srcOrd="1" destOrd="0" presId="urn:microsoft.com/office/officeart/2018/2/layout/IconVerticalSolidList"/>
    <dgm:cxn modelId="{70DAF989-8FAF-4586-A049-190E951F2B23}" type="presParOf" srcId="{6FC0154E-F5BB-48AF-969C-4153EE930455}" destId="{C3BB2780-F15F-4B43-B834-9FE4397C23A3}" srcOrd="2" destOrd="0" presId="urn:microsoft.com/office/officeart/2018/2/layout/IconVerticalSolidList"/>
    <dgm:cxn modelId="{171E083A-FD03-4A72-8C7E-C577FE57B6C4}" type="presParOf" srcId="{6FC0154E-F5BB-48AF-969C-4153EE930455}" destId="{6FFC1068-823D-4D34-8BED-42C467EE743A}" srcOrd="3" destOrd="0" presId="urn:microsoft.com/office/officeart/2018/2/layout/IconVerticalSolidList"/>
    <dgm:cxn modelId="{815A1410-A53F-4AF1-81E1-EB7DC696734C}" type="presParOf" srcId="{C9677139-5A92-465A-BDF4-4583CA015743}" destId="{14EF458D-BE24-4961-83D1-E780F4360C4A}" srcOrd="1" destOrd="0" presId="urn:microsoft.com/office/officeart/2018/2/layout/IconVerticalSolidList"/>
    <dgm:cxn modelId="{E4F7698D-972A-484F-8A41-C8F7889B5E80}" type="presParOf" srcId="{C9677139-5A92-465A-BDF4-4583CA015743}" destId="{96F7902C-07D1-4B56-A2CE-0E4C151B7580}" srcOrd="2" destOrd="0" presId="urn:microsoft.com/office/officeart/2018/2/layout/IconVerticalSolidList"/>
    <dgm:cxn modelId="{CA9AE525-46FC-42D1-B460-33833049E97F}" type="presParOf" srcId="{96F7902C-07D1-4B56-A2CE-0E4C151B7580}" destId="{764D1900-3223-43AD-9FE8-F77B6770C1AF}" srcOrd="0" destOrd="0" presId="urn:microsoft.com/office/officeart/2018/2/layout/IconVerticalSolidList"/>
    <dgm:cxn modelId="{A77186C6-30A1-4E75-BDD7-FB532FE6E392}" type="presParOf" srcId="{96F7902C-07D1-4B56-A2CE-0E4C151B7580}" destId="{6AE9E830-1764-4264-95BC-4466BFE90293}" srcOrd="1" destOrd="0" presId="urn:microsoft.com/office/officeart/2018/2/layout/IconVerticalSolidList"/>
    <dgm:cxn modelId="{4B67E484-3A97-4B96-860F-9054C26039B7}" type="presParOf" srcId="{96F7902C-07D1-4B56-A2CE-0E4C151B7580}" destId="{97809889-C8EB-4C68-A3D3-6E0F5BD8B179}" srcOrd="2" destOrd="0" presId="urn:microsoft.com/office/officeart/2018/2/layout/IconVerticalSolidList"/>
    <dgm:cxn modelId="{C14B2738-CBE7-4394-8D5D-4ACAECC19FDA}" type="presParOf" srcId="{96F7902C-07D1-4B56-A2CE-0E4C151B7580}" destId="{E8D8F364-3338-41E1-AFAB-C93F939FE34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4BB3982-5808-4BCE-A4AA-E0CC516E64B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BA470A0-06F9-4AAE-9AB1-A8F364D56A8B}">
      <dgm:prSet/>
      <dgm:spPr/>
      <dgm:t>
        <a:bodyPr/>
        <a:lstStyle/>
        <a:p>
          <a:pPr>
            <a:defRPr cap="all"/>
          </a:pPr>
          <a:r>
            <a:rPr lang="en-US" b="0"/>
            <a:t>Securely correlated within provided timestamps.</a:t>
          </a:r>
          <a:endParaRPr lang="en-US"/>
        </a:p>
      </dgm:t>
    </dgm:pt>
    <dgm:pt modelId="{F9D29E32-90B7-4096-80CE-B6731D96F37A}" type="parTrans" cxnId="{41F078AF-D2A6-4800-BAE0-C15E3C40C702}">
      <dgm:prSet/>
      <dgm:spPr/>
      <dgm:t>
        <a:bodyPr/>
        <a:lstStyle/>
        <a:p>
          <a:endParaRPr lang="en-US"/>
        </a:p>
      </dgm:t>
    </dgm:pt>
    <dgm:pt modelId="{74826DD0-FB42-4ED7-AE06-65A50635945E}" type="sibTrans" cxnId="{41F078AF-D2A6-4800-BAE0-C15E3C40C702}">
      <dgm:prSet/>
      <dgm:spPr/>
      <dgm:t>
        <a:bodyPr/>
        <a:lstStyle/>
        <a:p>
          <a:endParaRPr lang="en-US"/>
        </a:p>
      </dgm:t>
    </dgm:pt>
    <dgm:pt modelId="{3CD4BCE2-311A-42D9-AA37-BC8EEC0EB2AD}">
      <dgm:prSet/>
      <dgm:spPr/>
      <dgm:t>
        <a:bodyPr/>
        <a:lstStyle/>
        <a:p>
          <a:pPr>
            <a:defRPr cap="all"/>
          </a:pPr>
          <a:r>
            <a:rPr lang="en-US" b="0"/>
            <a:t>Successfully intercepted activity logs..</a:t>
          </a:r>
          <a:endParaRPr lang="en-US"/>
        </a:p>
      </dgm:t>
    </dgm:pt>
    <dgm:pt modelId="{025D484B-3D0A-4AC1-BB0C-3607484AFD21}" type="parTrans" cxnId="{67333769-0DA6-4AFA-9922-5CC6982C5E91}">
      <dgm:prSet/>
      <dgm:spPr/>
      <dgm:t>
        <a:bodyPr/>
        <a:lstStyle/>
        <a:p>
          <a:endParaRPr lang="en-US"/>
        </a:p>
      </dgm:t>
    </dgm:pt>
    <dgm:pt modelId="{EF175B5C-BB0D-4CCE-A158-E6D80D84222F}" type="sibTrans" cxnId="{67333769-0DA6-4AFA-9922-5CC6982C5E91}">
      <dgm:prSet/>
      <dgm:spPr/>
      <dgm:t>
        <a:bodyPr/>
        <a:lstStyle/>
        <a:p>
          <a:endParaRPr lang="en-US"/>
        </a:p>
      </dgm:t>
    </dgm:pt>
    <dgm:pt modelId="{7166E0A6-8BA4-48A4-9EEE-76CD862841C6}">
      <dgm:prSet/>
      <dgm:spPr/>
      <dgm:t>
        <a:bodyPr/>
        <a:lstStyle/>
        <a:p>
          <a:pPr>
            <a:defRPr cap="all"/>
          </a:pPr>
          <a:r>
            <a:rPr lang="en-US" b="0"/>
            <a:t>Further tests required for large-scale deployment.</a:t>
          </a:r>
          <a:endParaRPr lang="en-US"/>
        </a:p>
      </dgm:t>
    </dgm:pt>
    <dgm:pt modelId="{F4594E02-4F7C-455F-B45F-EBFE6A2C77DE}" type="parTrans" cxnId="{15824AB8-E68B-4D28-8ED0-2AD557C549EB}">
      <dgm:prSet/>
      <dgm:spPr/>
      <dgm:t>
        <a:bodyPr/>
        <a:lstStyle/>
        <a:p>
          <a:endParaRPr lang="en-US"/>
        </a:p>
      </dgm:t>
    </dgm:pt>
    <dgm:pt modelId="{0C41384B-E293-4CB8-B4AC-22FC63907416}" type="sibTrans" cxnId="{15824AB8-E68B-4D28-8ED0-2AD557C549EB}">
      <dgm:prSet/>
      <dgm:spPr/>
      <dgm:t>
        <a:bodyPr/>
        <a:lstStyle/>
        <a:p>
          <a:endParaRPr lang="en-US"/>
        </a:p>
      </dgm:t>
    </dgm:pt>
    <dgm:pt modelId="{DBEB3B95-76EF-49D8-AE41-71897E1908DF}" type="pres">
      <dgm:prSet presAssocID="{44BB3982-5808-4BCE-A4AA-E0CC516E64B2}" presName="root" presStyleCnt="0">
        <dgm:presLayoutVars>
          <dgm:dir/>
          <dgm:resizeHandles val="exact"/>
        </dgm:presLayoutVars>
      </dgm:prSet>
      <dgm:spPr/>
    </dgm:pt>
    <dgm:pt modelId="{50D485B1-C3B2-4320-9FB5-CD37E4C33DF3}" type="pres">
      <dgm:prSet presAssocID="{FBA470A0-06F9-4AAE-9AB1-A8F364D56A8B}" presName="compNode" presStyleCnt="0"/>
      <dgm:spPr/>
    </dgm:pt>
    <dgm:pt modelId="{2F53E614-CB04-4E78-B6AF-087BC2966CB2}" type="pres">
      <dgm:prSet presAssocID="{FBA470A0-06F9-4AAE-9AB1-A8F364D56A8B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3F05A82F-D686-4AEA-BD34-42096849618C}" type="pres">
      <dgm:prSet presAssocID="{FBA470A0-06F9-4AAE-9AB1-A8F364D56A8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6B8F55FF-A2B2-488A-B0EF-FFBB2E9E8964}" type="pres">
      <dgm:prSet presAssocID="{FBA470A0-06F9-4AAE-9AB1-A8F364D56A8B}" presName="spaceRect" presStyleCnt="0"/>
      <dgm:spPr/>
    </dgm:pt>
    <dgm:pt modelId="{3ABD7DB5-F5BD-4A59-87E2-77D216365C46}" type="pres">
      <dgm:prSet presAssocID="{FBA470A0-06F9-4AAE-9AB1-A8F364D56A8B}" presName="textRect" presStyleLbl="revTx" presStyleIdx="0" presStyleCnt="3">
        <dgm:presLayoutVars>
          <dgm:chMax val="1"/>
          <dgm:chPref val="1"/>
        </dgm:presLayoutVars>
      </dgm:prSet>
      <dgm:spPr/>
    </dgm:pt>
    <dgm:pt modelId="{C813C13B-DA15-4CDF-82F0-C4D32CAD56C6}" type="pres">
      <dgm:prSet presAssocID="{74826DD0-FB42-4ED7-AE06-65A50635945E}" presName="sibTrans" presStyleCnt="0"/>
      <dgm:spPr/>
    </dgm:pt>
    <dgm:pt modelId="{5F651E37-23B9-4AB3-BD7F-09FFC648CA87}" type="pres">
      <dgm:prSet presAssocID="{3CD4BCE2-311A-42D9-AA37-BC8EEC0EB2AD}" presName="compNode" presStyleCnt="0"/>
      <dgm:spPr/>
    </dgm:pt>
    <dgm:pt modelId="{769FB7D2-8B58-4B52-BC44-145B637A873A}" type="pres">
      <dgm:prSet presAssocID="{3CD4BCE2-311A-42D9-AA37-BC8EEC0EB2AD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E5D812C9-0AF3-48DF-B1EA-1559EACFB014}" type="pres">
      <dgm:prSet presAssocID="{3CD4BCE2-311A-42D9-AA37-BC8EEC0EB2A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CADEC34-B8A9-4024-BDB0-DC1339737E9D}" type="pres">
      <dgm:prSet presAssocID="{3CD4BCE2-311A-42D9-AA37-BC8EEC0EB2AD}" presName="spaceRect" presStyleCnt="0"/>
      <dgm:spPr/>
    </dgm:pt>
    <dgm:pt modelId="{C7910DFF-9153-474D-B85F-99F15048CEF9}" type="pres">
      <dgm:prSet presAssocID="{3CD4BCE2-311A-42D9-AA37-BC8EEC0EB2AD}" presName="textRect" presStyleLbl="revTx" presStyleIdx="1" presStyleCnt="3">
        <dgm:presLayoutVars>
          <dgm:chMax val="1"/>
          <dgm:chPref val="1"/>
        </dgm:presLayoutVars>
      </dgm:prSet>
      <dgm:spPr/>
    </dgm:pt>
    <dgm:pt modelId="{BCAF66ED-44CB-4930-AA70-AECDD87B831F}" type="pres">
      <dgm:prSet presAssocID="{EF175B5C-BB0D-4CCE-A158-E6D80D84222F}" presName="sibTrans" presStyleCnt="0"/>
      <dgm:spPr/>
    </dgm:pt>
    <dgm:pt modelId="{A18ED983-7BCA-436C-9532-338311DF7112}" type="pres">
      <dgm:prSet presAssocID="{7166E0A6-8BA4-48A4-9EEE-76CD862841C6}" presName="compNode" presStyleCnt="0"/>
      <dgm:spPr/>
    </dgm:pt>
    <dgm:pt modelId="{C805A3D3-427D-479B-8147-62D7DB833B55}" type="pres">
      <dgm:prSet presAssocID="{7166E0A6-8BA4-48A4-9EEE-76CD862841C6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DA18D500-9FAC-4522-B76C-385F42EA5FA9}" type="pres">
      <dgm:prSet presAssocID="{7166E0A6-8BA4-48A4-9EEE-76CD862841C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FAAF69B1-7DE9-4CF7-8C40-8B8B1F06D954}" type="pres">
      <dgm:prSet presAssocID="{7166E0A6-8BA4-48A4-9EEE-76CD862841C6}" presName="spaceRect" presStyleCnt="0"/>
      <dgm:spPr/>
    </dgm:pt>
    <dgm:pt modelId="{04FB7497-23C3-4390-BE8E-388C7B7D0658}" type="pres">
      <dgm:prSet presAssocID="{7166E0A6-8BA4-48A4-9EEE-76CD862841C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04E7331-4949-4D4F-B982-C9CB9EDFA398}" type="presOf" srcId="{FBA470A0-06F9-4AAE-9AB1-A8F364D56A8B}" destId="{3ABD7DB5-F5BD-4A59-87E2-77D216365C46}" srcOrd="0" destOrd="0" presId="urn:microsoft.com/office/officeart/2018/5/layout/IconLeafLabelList"/>
    <dgm:cxn modelId="{AAE59367-F440-4008-848D-98E53E81E9D0}" type="presOf" srcId="{7166E0A6-8BA4-48A4-9EEE-76CD862841C6}" destId="{04FB7497-23C3-4390-BE8E-388C7B7D0658}" srcOrd="0" destOrd="0" presId="urn:microsoft.com/office/officeart/2018/5/layout/IconLeafLabelList"/>
    <dgm:cxn modelId="{67333769-0DA6-4AFA-9922-5CC6982C5E91}" srcId="{44BB3982-5808-4BCE-A4AA-E0CC516E64B2}" destId="{3CD4BCE2-311A-42D9-AA37-BC8EEC0EB2AD}" srcOrd="1" destOrd="0" parTransId="{025D484B-3D0A-4AC1-BB0C-3607484AFD21}" sibTransId="{EF175B5C-BB0D-4CCE-A158-E6D80D84222F}"/>
    <dgm:cxn modelId="{41F078AF-D2A6-4800-BAE0-C15E3C40C702}" srcId="{44BB3982-5808-4BCE-A4AA-E0CC516E64B2}" destId="{FBA470A0-06F9-4AAE-9AB1-A8F364D56A8B}" srcOrd="0" destOrd="0" parTransId="{F9D29E32-90B7-4096-80CE-B6731D96F37A}" sibTransId="{74826DD0-FB42-4ED7-AE06-65A50635945E}"/>
    <dgm:cxn modelId="{CAF2E8B1-89C4-4E82-AF84-CC11405F234A}" type="presOf" srcId="{3CD4BCE2-311A-42D9-AA37-BC8EEC0EB2AD}" destId="{C7910DFF-9153-474D-B85F-99F15048CEF9}" srcOrd="0" destOrd="0" presId="urn:microsoft.com/office/officeart/2018/5/layout/IconLeafLabelList"/>
    <dgm:cxn modelId="{15824AB8-E68B-4D28-8ED0-2AD557C549EB}" srcId="{44BB3982-5808-4BCE-A4AA-E0CC516E64B2}" destId="{7166E0A6-8BA4-48A4-9EEE-76CD862841C6}" srcOrd="2" destOrd="0" parTransId="{F4594E02-4F7C-455F-B45F-EBFE6A2C77DE}" sibTransId="{0C41384B-E293-4CB8-B4AC-22FC63907416}"/>
    <dgm:cxn modelId="{074226F9-B2D8-4827-8AC2-B639B9BCB586}" type="presOf" srcId="{44BB3982-5808-4BCE-A4AA-E0CC516E64B2}" destId="{DBEB3B95-76EF-49D8-AE41-71897E1908DF}" srcOrd="0" destOrd="0" presId="urn:microsoft.com/office/officeart/2018/5/layout/IconLeafLabelList"/>
    <dgm:cxn modelId="{D96C6CEB-D224-47DC-880D-AFD1C0BB1ACA}" type="presParOf" srcId="{DBEB3B95-76EF-49D8-AE41-71897E1908DF}" destId="{50D485B1-C3B2-4320-9FB5-CD37E4C33DF3}" srcOrd="0" destOrd="0" presId="urn:microsoft.com/office/officeart/2018/5/layout/IconLeafLabelList"/>
    <dgm:cxn modelId="{EBAB49C5-A83D-439A-B7FF-411555DFECF3}" type="presParOf" srcId="{50D485B1-C3B2-4320-9FB5-CD37E4C33DF3}" destId="{2F53E614-CB04-4E78-B6AF-087BC2966CB2}" srcOrd="0" destOrd="0" presId="urn:microsoft.com/office/officeart/2018/5/layout/IconLeafLabelList"/>
    <dgm:cxn modelId="{8A3345DE-9D95-427B-98AB-EE74A392B93F}" type="presParOf" srcId="{50D485B1-C3B2-4320-9FB5-CD37E4C33DF3}" destId="{3F05A82F-D686-4AEA-BD34-42096849618C}" srcOrd="1" destOrd="0" presId="urn:microsoft.com/office/officeart/2018/5/layout/IconLeafLabelList"/>
    <dgm:cxn modelId="{055A85E3-CF85-4FA2-867A-6BFBE26C86D1}" type="presParOf" srcId="{50D485B1-C3B2-4320-9FB5-CD37E4C33DF3}" destId="{6B8F55FF-A2B2-488A-B0EF-FFBB2E9E8964}" srcOrd="2" destOrd="0" presId="urn:microsoft.com/office/officeart/2018/5/layout/IconLeafLabelList"/>
    <dgm:cxn modelId="{097CB30B-8047-4C74-A0B8-66B46B5ACF34}" type="presParOf" srcId="{50D485B1-C3B2-4320-9FB5-CD37E4C33DF3}" destId="{3ABD7DB5-F5BD-4A59-87E2-77D216365C46}" srcOrd="3" destOrd="0" presId="urn:microsoft.com/office/officeart/2018/5/layout/IconLeafLabelList"/>
    <dgm:cxn modelId="{ABD25377-827E-4B71-AD64-C1E0CD24BC76}" type="presParOf" srcId="{DBEB3B95-76EF-49D8-AE41-71897E1908DF}" destId="{C813C13B-DA15-4CDF-82F0-C4D32CAD56C6}" srcOrd="1" destOrd="0" presId="urn:microsoft.com/office/officeart/2018/5/layout/IconLeafLabelList"/>
    <dgm:cxn modelId="{F2E06451-3382-4066-8FBB-229C71BA339F}" type="presParOf" srcId="{DBEB3B95-76EF-49D8-AE41-71897E1908DF}" destId="{5F651E37-23B9-4AB3-BD7F-09FFC648CA87}" srcOrd="2" destOrd="0" presId="urn:microsoft.com/office/officeart/2018/5/layout/IconLeafLabelList"/>
    <dgm:cxn modelId="{BAFE8CB8-6E0F-4E31-B3C1-6AE27EC5D7DD}" type="presParOf" srcId="{5F651E37-23B9-4AB3-BD7F-09FFC648CA87}" destId="{769FB7D2-8B58-4B52-BC44-145B637A873A}" srcOrd="0" destOrd="0" presId="urn:microsoft.com/office/officeart/2018/5/layout/IconLeafLabelList"/>
    <dgm:cxn modelId="{BD905FEC-9C5F-4ED4-ABC1-7158AB79CDCC}" type="presParOf" srcId="{5F651E37-23B9-4AB3-BD7F-09FFC648CA87}" destId="{E5D812C9-0AF3-48DF-B1EA-1559EACFB014}" srcOrd="1" destOrd="0" presId="urn:microsoft.com/office/officeart/2018/5/layout/IconLeafLabelList"/>
    <dgm:cxn modelId="{30310AB1-DB10-4EF5-B0AA-4A67F9AC9A93}" type="presParOf" srcId="{5F651E37-23B9-4AB3-BD7F-09FFC648CA87}" destId="{0CADEC34-B8A9-4024-BDB0-DC1339737E9D}" srcOrd="2" destOrd="0" presId="urn:microsoft.com/office/officeart/2018/5/layout/IconLeafLabelList"/>
    <dgm:cxn modelId="{0DEDD499-3B3E-471A-BAD7-B94276F89D39}" type="presParOf" srcId="{5F651E37-23B9-4AB3-BD7F-09FFC648CA87}" destId="{C7910DFF-9153-474D-B85F-99F15048CEF9}" srcOrd="3" destOrd="0" presId="urn:microsoft.com/office/officeart/2018/5/layout/IconLeafLabelList"/>
    <dgm:cxn modelId="{61BF810F-12CA-48C0-85DE-0FCF6A92A3F5}" type="presParOf" srcId="{DBEB3B95-76EF-49D8-AE41-71897E1908DF}" destId="{BCAF66ED-44CB-4930-AA70-AECDD87B831F}" srcOrd="3" destOrd="0" presId="urn:microsoft.com/office/officeart/2018/5/layout/IconLeafLabelList"/>
    <dgm:cxn modelId="{990B61E5-6CCA-4F84-A781-13044D1DD61F}" type="presParOf" srcId="{DBEB3B95-76EF-49D8-AE41-71897E1908DF}" destId="{A18ED983-7BCA-436C-9532-338311DF7112}" srcOrd="4" destOrd="0" presId="urn:microsoft.com/office/officeart/2018/5/layout/IconLeafLabelList"/>
    <dgm:cxn modelId="{DD9307EA-2273-4A8F-873C-828976E77952}" type="presParOf" srcId="{A18ED983-7BCA-436C-9532-338311DF7112}" destId="{C805A3D3-427D-479B-8147-62D7DB833B55}" srcOrd="0" destOrd="0" presId="urn:microsoft.com/office/officeart/2018/5/layout/IconLeafLabelList"/>
    <dgm:cxn modelId="{28252B5E-3D6F-41B4-B488-1ADBFEC8B050}" type="presParOf" srcId="{A18ED983-7BCA-436C-9532-338311DF7112}" destId="{DA18D500-9FAC-4522-B76C-385F42EA5FA9}" srcOrd="1" destOrd="0" presId="urn:microsoft.com/office/officeart/2018/5/layout/IconLeafLabelList"/>
    <dgm:cxn modelId="{8D5F088B-B441-43FF-A84C-6A5029EB37DD}" type="presParOf" srcId="{A18ED983-7BCA-436C-9532-338311DF7112}" destId="{FAAF69B1-7DE9-4CF7-8C40-8B8B1F06D954}" srcOrd="2" destOrd="0" presId="urn:microsoft.com/office/officeart/2018/5/layout/IconLeafLabelList"/>
    <dgm:cxn modelId="{877EBFAF-ACF8-4173-9599-A706BEA10B1B}" type="presParOf" srcId="{A18ED983-7BCA-436C-9532-338311DF7112}" destId="{04FB7497-23C3-4390-BE8E-388C7B7D0658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1C0B57C-448D-4925-8FB7-9149C8A5451E}" type="doc">
      <dgm:prSet loTypeId="urn:microsoft.com/office/officeart/2005/8/layout/defaul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11AA7E2-DED9-424E-8F14-5B2E5147B9EC}">
      <dgm:prSet/>
      <dgm:spPr/>
      <dgm:t>
        <a:bodyPr/>
        <a:lstStyle/>
        <a:p>
          <a:r>
            <a:rPr lang="en-US" b="0"/>
            <a:t>Enhanced AI-Powered Data Analysis</a:t>
          </a:r>
          <a:endParaRPr lang="en-US"/>
        </a:p>
      </dgm:t>
    </dgm:pt>
    <dgm:pt modelId="{7B3BD36F-323B-4408-8057-FBAD6B309409}" type="parTrans" cxnId="{6E332168-62D8-48B6-A06D-6661B7E0061F}">
      <dgm:prSet/>
      <dgm:spPr/>
      <dgm:t>
        <a:bodyPr/>
        <a:lstStyle/>
        <a:p>
          <a:endParaRPr lang="en-US"/>
        </a:p>
      </dgm:t>
    </dgm:pt>
    <dgm:pt modelId="{BCEDD673-62D0-4972-A6B7-1C24FC244B22}" type="sibTrans" cxnId="{6E332168-62D8-48B6-A06D-6661B7E0061F}">
      <dgm:prSet/>
      <dgm:spPr/>
      <dgm:t>
        <a:bodyPr/>
        <a:lstStyle/>
        <a:p>
          <a:endParaRPr lang="en-US"/>
        </a:p>
      </dgm:t>
    </dgm:pt>
    <dgm:pt modelId="{3B42571C-4131-409B-8C59-7748B571EE71}">
      <dgm:prSet/>
      <dgm:spPr/>
      <dgm:t>
        <a:bodyPr/>
        <a:lstStyle/>
        <a:p>
          <a:r>
            <a:rPr lang="en-US" b="0"/>
            <a:t>Deep Learning for Deleted Data Reconstruction</a:t>
          </a:r>
          <a:endParaRPr lang="en-US"/>
        </a:p>
      </dgm:t>
    </dgm:pt>
    <dgm:pt modelId="{72B46881-074F-40EB-AFFF-3D7592FDD2EC}" type="parTrans" cxnId="{8808309B-7F41-41FE-AC10-7F7AA1896088}">
      <dgm:prSet/>
      <dgm:spPr/>
      <dgm:t>
        <a:bodyPr/>
        <a:lstStyle/>
        <a:p>
          <a:endParaRPr lang="en-US"/>
        </a:p>
      </dgm:t>
    </dgm:pt>
    <dgm:pt modelId="{C45ED4F5-FEC8-4879-8093-CDE89C298BC4}" type="sibTrans" cxnId="{8808309B-7F41-41FE-AC10-7F7AA1896088}">
      <dgm:prSet/>
      <dgm:spPr/>
      <dgm:t>
        <a:bodyPr/>
        <a:lstStyle/>
        <a:p>
          <a:endParaRPr lang="en-US"/>
        </a:p>
      </dgm:t>
    </dgm:pt>
    <dgm:pt modelId="{D68FFD07-2948-4813-9B37-DCBEAD22E4C7}">
      <dgm:prSet/>
      <dgm:spPr/>
      <dgm:t>
        <a:bodyPr/>
        <a:lstStyle/>
        <a:p>
          <a:r>
            <a:rPr lang="en-US" b="0"/>
            <a:t>Real-Time Browser Activity Monitoring</a:t>
          </a:r>
          <a:endParaRPr lang="en-US"/>
        </a:p>
      </dgm:t>
    </dgm:pt>
    <dgm:pt modelId="{59038E78-1945-4419-97B8-371B17A1A1A6}" type="parTrans" cxnId="{66AE9241-6D87-4CE6-8BD5-D18E64787B92}">
      <dgm:prSet/>
      <dgm:spPr/>
      <dgm:t>
        <a:bodyPr/>
        <a:lstStyle/>
        <a:p>
          <a:endParaRPr lang="en-US"/>
        </a:p>
      </dgm:t>
    </dgm:pt>
    <dgm:pt modelId="{C56C8CFB-3E1D-4EF1-9E62-0CD7F0D3AFAD}" type="sibTrans" cxnId="{66AE9241-6D87-4CE6-8BD5-D18E64787B92}">
      <dgm:prSet/>
      <dgm:spPr/>
      <dgm:t>
        <a:bodyPr/>
        <a:lstStyle/>
        <a:p>
          <a:endParaRPr lang="en-US"/>
        </a:p>
      </dgm:t>
    </dgm:pt>
    <dgm:pt modelId="{7F25E10F-0CE4-472C-9D15-D703520BC20F}">
      <dgm:prSet/>
      <dgm:spPr/>
      <dgm:t>
        <a:bodyPr/>
        <a:lstStyle/>
        <a:p>
          <a:r>
            <a:rPr lang="en-US" b="0"/>
            <a:t>Encryption and Encrypted History Analysis</a:t>
          </a:r>
          <a:endParaRPr lang="en-US"/>
        </a:p>
      </dgm:t>
    </dgm:pt>
    <dgm:pt modelId="{5794E34D-351D-4E22-8B6B-1A522099FE34}" type="parTrans" cxnId="{79A58A0A-D0DB-4F4F-B0C8-D62087BFCA3F}">
      <dgm:prSet/>
      <dgm:spPr/>
      <dgm:t>
        <a:bodyPr/>
        <a:lstStyle/>
        <a:p>
          <a:endParaRPr lang="en-US"/>
        </a:p>
      </dgm:t>
    </dgm:pt>
    <dgm:pt modelId="{112E156E-66BC-4977-A5F1-07C1E7424FC8}" type="sibTrans" cxnId="{79A58A0A-D0DB-4F4F-B0C8-D62087BFCA3F}">
      <dgm:prSet/>
      <dgm:spPr/>
      <dgm:t>
        <a:bodyPr/>
        <a:lstStyle/>
        <a:p>
          <a:endParaRPr lang="en-US"/>
        </a:p>
      </dgm:t>
    </dgm:pt>
    <dgm:pt modelId="{F9F6EF96-9E81-4F31-B8AE-D2A5753AA5E8}">
      <dgm:prSet/>
      <dgm:spPr/>
      <dgm:t>
        <a:bodyPr/>
        <a:lstStyle/>
        <a:p>
          <a:r>
            <a:rPr lang="en-US" b="0"/>
            <a:t>Cross-Browser and Multi-Device Synchronization Analysis</a:t>
          </a:r>
          <a:endParaRPr lang="en-US"/>
        </a:p>
      </dgm:t>
    </dgm:pt>
    <dgm:pt modelId="{E243CD0B-4431-4059-895D-A503FFC696C8}" type="parTrans" cxnId="{5444E896-C227-45FC-8019-B07B8FF824A0}">
      <dgm:prSet/>
      <dgm:spPr/>
      <dgm:t>
        <a:bodyPr/>
        <a:lstStyle/>
        <a:p>
          <a:endParaRPr lang="en-US"/>
        </a:p>
      </dgm:t>
    </dgm:pt>
    <dgm:pt modelId="{800F3039-EEF0-4A36-8AC4-61C5CC118FD9}" type="sibTrans" cxnId="{5444E896-C227-45FC-8019-B07B8FF824A0}">
      <dgm:prSet/>
      <dgm:spPr/>
      <dgm:t>
        <a:bodyPr/>
        <a:lstStyle/>
        <a:p>
          <a:endParaRPr lang="en-US"/>
        </a:p>
      </dgm:t>
    </dgm:pt>
    <dgm:pt modelId="{CC0670D5-3600-4348-94FF-0B610440DAE6}" type="pres">
      <dgm:prSet presAssocID="{F1C0B57C-448D-4925-8FB7-9149C8A5451E}" presName="diagram" presStyleCnt="0">
        <dgm:presLayoutVars>
          <dgm:dir/>
          <dgm:resizeHandles val="exact"/>
        </dgm:presLayoutVars>
      </dgm:prSet>
      <dgm:spPr/>
    </dgm:pt>
    <dgm:pt modelId="{E341D33D-E17E-47C0-A5A2-8ABB3A6D23C2}" type="pres">
      <dgm:prSet presAssocID="{711AA7E2-DED9-424E-8F14-5B2E5147B9EC}" presName="node" presStyleLbl="node1" presStyleIdx="0" presStyleCnt="5">
        <dgm:presLayoutVars>
          <dgm:bulletEnabled val="1"/>
        </dgm:presLayoutVars>
      </dgm:prSet>
      <dgm:spPr/>
    </dgm:pt>
    <dgm:pt modelId="{429AADCF-9C1B-49FB-ADED-7180A4AA5762}" type="pres">
      <dgm:prSet presAssocID="{BCEDD673-62D0-4972-A6B7-1C24FC244B22}" presName="sibTrans" presStyleCnt="0"/>
      <dgm:spPr/>
    </dgm:pt>
    <dgm:pt modelId="{3B9A1377-8B72-41E0-824F-08E075D22EB9}" type="pres">
      <dgm:prSet presAssocID="{3B42571C-4131-409B-8C59-7748B571EE71}" presName="node" presStyleLbl="node1" presStyleIdx="1" presStyleCnt="5">
        <dgm:presLayoutVars>
          <dgm:bulletEnabled val="1"/>
        </dgm:presLayoutVars>
      </dgm:prSet>
      <dgm:spPr/>
    </dgm:pt>
    <dgm:pt modelId="{C760D6E0-60CE-4BDA-9C5C-A5DC7F90EBD4}" type="pres">
      <dgm:prSet presAssocID="{C45ED4F5-FEC8-4879-8093-CDE89C298BC4}" presName="sibTrans" presStyleCnt="0"/>
      <dgm:spPr/>
    </dgm:pt>
    <dgm:pt modelId="{B5016F10-E941-4E8A-99E4-F5763DB22960}" type="pres">
      <dgm:prSet presAssocID="{D68FFD07-2948-4813-9B37-DCBEAD22E4C7}" presName="node" presStyleLbl="node1" presStyleIdx="2" presStyleCnt="5">
        <dgm:presLayoutVars>
          <dgm:bulletEnabled val="1"/>
        </dgm:presLayoutVars>
      </dgm:prSet>
      <dgm:spPr/>
    </dgm:pt>
    <dgm:pt modelId="{3E288110-70B7-4CFB-B800-ED2CDFB9F929}" type="pres">
      <dgm:prSet presAssocID="{C56C8CFB-3E1D-4EF1-9E62-0CD7F0D3AFAD}" presName="sibTrans" presStyleCnt="0"/>
      <dgm:spPr/>
    </dgm:pt>
    <dgm:pt modelId="{E7DFC495-1D1E-4A45-ADB1-E4A65813D4E1}" type="pres">
      <dgm:prSet presAssocID="{7F25E10F-0CE4-472C-9D15-D703520BC20F}" presName="node" presStyleLbl="node1" presStyleIdx="3" presStyleCnt="5">
        <dgm:presLayoutVars>
          <dgm:bulletEnabled val="1"/>
        </dgm:presLayoutVars>
      </dgm:prSet>
      <dgm:spPr/>
    </dgm:pt>
    <dgm:pt modelId="{EFA5FCA1-CD54-426D-9B97-9301606B1B75}" type="pres">
      <dgm:prSet presAssocID="{112E156E-66BC-4977-A5F1-07C1E7424FC8}" presName="sibTrans" presStyleCnt="0"/>
      <dgm:spPr/>
    </dgm:pt>
    <dgm:pt modelId="{01BB36DC-3E9B-4D9B-8B66-920B1D4C60CD}" type="pres">
      <dgm:prSet presAssocID="{F9F6EF96-9E81-4F31-B8AE-D2A5753AA5E8}" presName="node" presStyleLbl="node1" presStyleIdx="4" presStyleCnt="5">
        <dgm:presLayoutVars>
          <dgm:bulletEnabled val="1"/>
        </dgm:presLayoutVars>
      </dgm:prSet>
      <dgm:spPr/>
    </dgm:pt>
  </dgm:ptLst>
  <dgm:cxnLst>
    <dgm:cxn modelId="{79A58A0A-D0DB-4F4F-B0C8-D62087BFCA3F}" srcId="{F1C0B57C-448D-4925-8FB7-9149C8A5451E}" destId="{7F25E10F-0CE4-472C-9D15-D703520BC20F}" srcOrd="3" destOrd="0" parTransId="{5794E34D-351D-4E22-8B6B-1A522099FE34}" sibTransId="{112E156E-66BC-4977-A5F1-07C1E7424FC8}"/>
    <dgm:cxn modelId="{E9C69D32-1121-4A10-90EA-03BFC6C47BC4}" type="presOf" srcId="{7F25E10F-0CE4-472C-9D15-D703520BC20F}" destId="{E7DFC495-1D1E-4A45-ADB1-E4A65813D4E1}" srcOrd="0" destOrd="0" presId="urn:microsoft.com/office/officeart/2005/8/layout/default"/>
    <dgm:cxn modelId="{1C4CF43D-2DEA-4BF4-A51E-F31994108CC0}" type="presOf" srcId="{F9F6EF96-9E81-4F31-B8AE-D2A5753AA5E8}" destId="{01BB36DC-3E9B-4D9B-8B66-920B1D4C60CD}" srcOrd="0" destOrd="0" presId="urn:microsoft.com/office/officeart/2005/8/layout/default"/>
    <dgm:cxn modelId="{66AE9241-6D87-4CE6-8BD5-D18E64787B92}" srcId="{F1C0B57C-448D-4925-8FB7-9149C8A5451E}" destId="{D68FFD07-2948-4813-9B37-DCBEAD22E4C7}" srcOrd="2" destOrd="0" parTransId="{59038E78-1945-4419-97B8-371B17A1A1A6}" sibTransId="{C56C8CFB-3E1D-4EF1-9E62-0CD7F0D3AFAD}"/>
    <dgm:cxn modelId="{6E332168-62D8-48B6-A06D-6661B7E0061F}" srcId="{F1C0B57C-448D-4925-8FB7-9149C8A5451E}" destId="{711AA7E2-DED9-424E-8F14-5B2E5147B9EC}" srcOrd="0" destOrd="0" parTransId="{7B3BD36F-323B-4408-8057-FBAD6B309409}" sibTransId="{BCEDD673-62D0-4972-A6B7-1C24FC244B22}"/>
    <dgm:cxn modelId="{FD258656-8A60-4906-A59D-C2573C701490}" type="presOf" srcId="{F1C0B57C-448D-4925-8FB7-9149C8A5451E}" destId="{CC0670D5-3600-4348-94FF-0B610440DAE6}" srcOrd="0" destOrd="0" presId="urn:microsoft.com/office/officeart/2005/8/layout/default"/>
    <dgm:cxn modelId="{5444E896-C227-45FC-8019-B07B8FF824A0}" srcId="{F1C0B57C-448D-4925-8FB7-9149C8A5451E}" destId="{F9F6EF96-9E81-4F31-B8AE-D2A5753AA5E8}" srcOrd="4" destOrd="0" parTransId="{E243CD0B-4431-4059-895D-A503FFC696C8}" sibTransId="{800F3039-EEF0-4A36-8AC4-61C5CC118FD9}"/>
    <dgm:cxn modelId="{8808309B-7F41-41FE-AC10-7F7AA1896088}" srcId="{F1C0B57C-448D-4925-8FB7-9149C8A5451E}" destId="{3B42571C-4131-409B-8C59-7748B571EE71}" srcOrd="1" destOrd="0" parTransId="{72B46881-074F-40EB-AFFF-3D7592FDD2EC}" sibTransId="{C45ED4F5-FEC8-4879-8093-CDE89C298BC4}"/>
    <dgm:cxn modelId="{0D2F11AE-D675-4A50-A63B-32FCE2DD7F96}" type="presOf" srcId="{711AA7E2-DED9-424E-8F14-5B2E5147B9EC}" destId="{E341D33D-E17E-47C0-A5A2-8ABB3A6D23C2}" srcOrd="0" destOrd="0" presId="urn:microsoft.com/office/officeart/2005/8/layout/default"/>
    <dgm:cxn modelId="{D21873C5-222D-4B68-98E2-5E04CC74B827}" type="presOf" srcId="{D68FFD07-2948-4813-9B37-DCBEAD22E4C7}" destId="{B5016F10-E941-4E8A-99E4-F5763DB22960}" srcOrd="0" destOrd="0" presId="urn:microsoft.com/office/officeart/2005/8/layout/default"/>
    <dgm:cxn modelId="{31CC78EA-7F11-4C85-8BC6-B1F52C7651AE}" type="presOf" srcId="{3B42571C-4131-409B-8C59-7748B571EE71}" destId="{3B9A1377-8B72-41E0-824F-08E075D22EB9}" srcOrd="0" destOrd="0" presId="urn:microsoft.com/office/officeart/2005/8/layout/default"/>
    <dgm:cxn modelId="{E30B742A-86D3-45C7-8B07-DEB90D7619FD}" type="presParOf" srcId="{CC0670D5-3600-4348-94FF-0B610440DAE6}" destId="{E341D33D-E17E-47C0-A5A2-8ABB3A6D23C2}" srcOrd="0" destOrd="0" presId="urn:microsoft.com/office/officeart/2005/8/layout/default"/>
    <dgm:cxn modelId="{56CBD7BD-5BBA-485B-A130-5009EFDF0B20}" type="presParOf" srcId="{CC0670D5-3600-4348-94FF-0B610440DAE6}" destId="{429AADCF-9C1B-49FB-ADED-7180A4AA5762}" srcOrd="1" destOrd="0" presId="urn:microsoft.com/office/officeart/2005/8/layout/default"/>
    <dgm:cxn modelId="{A3069104-4EB2-4F6A-884C-C3A0BC1897D5}" type="presParOf" srcId="{CC0670D5-3600-4348-94FF-0B610440DAE6}" destId="{3B9A1377-8B72-41E0-824F-08E075D22EB9}" srcOrd="2" destOrd="0" presId="urn:microsoft.com/office/officeart/2005/8/layout/default"/>
    <dgm:cxn modelId="{265776F6-A9C7-4E3A-8E64-0F9B8B617F80}" type="presParOf" srcId="{CC0670D5-3600-4348-94FF-0B610440DAE6}" destId="{C760D6E0-60CE-4BDA-9C5C-A5DC7F90EBD4}" srcOrd="3" destOrd="0" presId="urn:microsoft.com/office/officeart/2005/8/layout/default"/>
    <dgm:cxn modelId="{17AC230A-DDF7-48E3-8951-08C51D32C044}" type="presParOf" srcId="{CC0670D5-3600-4348-94FF-0B610440DAE6}" destId="{B5016F10-E941-4E8A-99E4-F5763DB22960}" srcOrd="4" destOrd="0" presId="urn:microsoft.com/office/officeart/2005/8/layout/default"/>
    <dgm:cxn modelId="{2E123CBF-AC06-46E9-AE31-C736C6850E5B}" type="presParOf" srcId="{CC0670D5-3600-4348-94FF-0B610440DAE6}" destId="{3E288110-70B7-4CFB-B800-ED2CDFB9F929}" srcOrd="5" destOrd="0" presId="urn:microsoft.com/office/officeart/2005/8/layout/default"/>
    <dgm:cxn modelId="{DCB46C94-D4E2-4D38-A27B-B3964339CAC8}" type="presParOf" srcId="{CC0670D5-3600-4348-94FF-0B610440DAE6}" destId="{E7DFC495-1D1E-4A45-ADB1-E4A65813D4E1}" srcOrd="6" destOrd="0" presId="urn:microsoft.com/office/officeart/2005/8/layout/default"/>
    <dgm:cxn modelId="{47EBDB44-4136-4EFA-A8D3-9914E8592A60}" type="presParOf" srcId="{CC0670D5-3600-4348-94FF-0B610440DAE6}" destId="{EFA5FCA1-CD54-426D-9B97-9301606B1B75}" srcOrd="7" destOrd="0" presId="urn:microsoft.com/office/officeart/2005/8/layout/default"/>
    <dgm:cxn modelId="{6917EC35-3579-47FF-BFD5-0EBF6D8FF7E7}" type="presParOf" srcId="{CC0670D5-3600-4348-94FF-0B610440DAE6}" destId="{01BB36DC-3E9B-4D9B-8B66-920B1D4C60CD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503F6C-5E08-4F99-B6DD-39A4EB861C79}">
      <dsp:nvSpPr>
        <dsp:cNvPr id="0" name=""/>
        <dsp:cNvSpPr/>
      </dsp:nvSpPr>
      <dsp:spPr>
        <a:xfrm>
          <a:off x="0" y="531"/>
          <a:ext cx="78867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BBBDA8-1FD5-4BAD-8FC5-C316A50A1DA6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D769F2-FF58-4B6D-A7C3-DA4B80FCD3F0}">
      <dsp:nvSpPr>
        <dsp:cNvPr id="0" name=""/>
        <dsp:cNvSpPr/>
      </dsp:nvSpPr>
      <dsp:spPr>
        <a:xfrm>
          <a:off x="1437631" y="531"/>
          <a:ext cx="64490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Browser history recovery tools are specialized software applications designed to retrieve and analyze deleted or lost browser history data from digital devices.</a:t>
          </a:r>
          <a:endParaRPr lang="en-US" sz="1900" kern="1200"/>
        </a:p>
      </dsp:txBody>
      <dsp:txXfrm>
        <a:off x="1437631" y="531"/>
        <a:ext cx="6449068" cy="1244702"/>
      </dsp:txXfrm>
    </dsp:sp>
    <dsp:sp modelId="{21D73146-4763-49F4-B9B1-4C007515CCF3}">
      <dsp:nvSpPr>
        <dsp:cNvPr id="0" name=""/>
        <dsp:cNvSpPr/>
      </dsp:nvSpPr>
      <dsp:spPr>
        <a:xfrm>
          <a:off x="0" y="1556410"/>
          <a:ext cx="78867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441250-683B-4A66-973A-B90581566A2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81C51-5B85-4ED6-90BB-AF7DD2FF606B}">
      <dsp:nvSpPr>
        <dsp:cNvPr id="0" name=""/>
        <dsp:cNvSpPr/>
      </dsp:nvSpPr>
      <dsp:spPr>
        <a:xfrm>
          <a:off x="1437631" y="1556410"/>
          <a:ext cx="64490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Their primary function is to assist in forensic investigations, providing crucial evidence related to user activities online.</a:t>
          </a:r>
          <a:endParaRPr lang="en-US" sz="1900" kern="1200"/>
        </a:p>
      </dsp:txBody>
      <dsp:txXfrm>
        <a:off x="1437631" y="1556410"/>
        <a:ext cx="6449068" cy="1244702"/>
      </dsp:txXfrm>
    </dsp:sp>
    <dsp:sp modelId="{F123E551-E958-4531-9C35-82C413F1DD09}">
      <dsp:nvSpPr>
        <dsp:cNvPr id="0" name=""/>
        <dsp:cNvSpPr/>
      </dsp:nvSpPr>
      <dsp:spPr>
        <a:xfrm>
          <a:off x="0" y="3112289"/>
          <a:ext cx="78867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5555C-9992-483F-A092-9D9C9296803F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D2817E-06E2-4640-96E5-7A6FFA548680}">
      <dsp:nvSpPr>
        <dsp:cNvPr id="0" name=""/>
        <dsp:cNvSpPr/>
      </dsp:nvSpPr>
      <dsp:spPr>
        <a:xfrm>
          <a:off x="1437631" y="3112289"/>
          <a:ext cx="64490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Digital footprints become increasingly important in legal contexts, these tools are essential for uncovering digital evidence that can significantly impact investigations and outcomes.</a:t>
          </a:r>
          <a:endParaRPr lang="en-US" sz="1900" kern="1200"/>
        </a:p>
      </dsp:txBody>
      <dsp:txXfrm>
        <a:off x="1437631" y="3112289"/>
        <a:ext cx="6449068" cy="12447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008787-A1A3-4955-B8F6-B85FD35FA4F7}">
      <dsp:nvSpPr>
        <dsp:cNvPr id="0" name=""/>
        <dsp:cNvSpPr/>
      </dsp:nvSpPr>
      <dsp:spPr>
        <a:xfrm>
          <a:off x="0" y="28853"/>
          <a:ext cx="7886700" cy="21007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kern="1200"/>
            <a:t>The primary goal is to assist in forensic investigations</a:t>
          </a:r>
          <a:endParaRPr lang="en-US" sz="3200" kern="1200"/>
        </a:p>
      </dsp:txBody>
      <dsp:txXfrm>
        <a:off x="102549" y="131402"/>
        <a:ext cx="7681602" cy="1895637"/>
      </dsp:txXfrm>
    </dsp:sp>
    <dsp:sp modelId="{192A575E-C68E-4AC6-83F1-BEB1E90792AA}">
      <dsp:nvSpPr>
        <dsp:cNvPr id="0" name=""/>
        <dsp:cNvSpPr/>
      </dsp:nvSpPr>
      <dsp:spPr>
        <a:xfrm>
          <a:off x="0" y="2221749"/>
          <a:ext cx="7886700" cy="21007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kern="1200"/>
            <a:t>Aid law enforcement and legal professionals in constructing timelines, verifying alibis, and uncovering illicit activities</a:t>
          </a:r>
          <a:endParaRPr lang="en-US" sz="3200" kern="1200"/>
        </a:p>
      </dsp:txBody>
      <dsp:txXfrm>
        <a:off x="102549" y="2324298"/>
        <a:ext cx="7681602" cy="18956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8E428F-E7BB-4D58-B47E-8B2377ADEEA9}">
      <dsp:nvSpPr>
        <dsp:cNvPr id="0" name=""/>
        <dsp:cNvSpPr/>
      </dsp:nvSpPr>
      <dsp:spPr>
        <a:xfrm>
          <a:off x="0" y="573683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1. Data Acquisition (Collection Phase)</a:t>
          </a:r>
          <a:endParaRPr lang="en-US" sz="2500" kern="1200"/>
        </a:p>
      </dsp:txBody>
      <dsp:txXfrm>
        <a:off x="0" y="573683"/>
        <a:ext cx="2464593" cy="1478756"/>
      </dsp:txXfrm>
    </dsp:sp>
    <dsp:sp modelId="{468BE96E-E955-4704-AC72-52BA2979C1FD}">
      <dsp:nvSpPr>
        <dsp:cNvPr id="0" name=""/>
        <dsp:cNvSpPr/>
      </dsp:nvSpPr>
      <dsp:spPr>
        <a:xfrm>
          <a:off x="2711053" y="573683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2.  Browser History Extraction</a:t>
          </a:r>
          <a:endParaRPr lang="en-US" sz="2500" kern="1200"/>
        </a:p>
      </dsp:txBody>
      <dsp:txXfrm>
        <a:off x="2711053" y="573683"/>
        <a:ext cx="2464593" cy="1478756"/>
      </dsp:txXfrm>
    </dsp:sp>
    <dsp:sp modelId="{1683B190-3C6C-476E-ABB0-48E84F9B73F3}">
      <dsp:nvSpPr>
        <dsp:cNvPr id="0" name=""/>
        <dsp:cNvSpPr/>
      </dsp:nvSpPr>
      <dsp:spPr>
        <a:xfrm>
          <a:off x="5422106" y="573683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3.  Parsing and Decoding</a:t>
          </a:r>
          <a:endParaRPr lang="en-US" sz="2500" kern="1200"/>
        </a:p>
      </dsp:txBody>
      <dsp:txXfrm>
        <a:off x="5422106" y="573683"/>
        <a:ext cx="2464593" cy="1478756"/>
      </dsp:txXfrm>
    </dsp:sp>
    <dsp:sp modelId="{3B04C948-2853-4355-BFF1-E466154BA6AF}">
      <dsp:nvSpPr>
        <dsp:cNvPr id="0" name=""/>
        <dsp:cNvSpPr/>
      </dsp:nvSpPr>
      <dsp:spPr>
        <a:xfrm>
          <a:off x="0" y="2298898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4.  Deleted History Recovery</a:t>
          </a:r>
          <a:endParaRPr lang="en-US" sz="2500" kern="1200"/>
        </a:p>
      </dsp:txBody>
      <dsp:txXfrm>
        <a:off x="0" y="2298898"/>
        <a:ext cx="2464593" cy="1478756"/>
      </dsp:txXfrm>
    </dsp:sp>
    <dsp:sp modelId="{A0DE3D25-112E-4922-806D-C3CD0867900D}">
      <dsp:nvSpPr>
        <dsp:cNvPr id="0" name=""/>
        <dsp:cNvSpPr/>
      </dsp:nvSpPr>
      <dsp:spPr>
        <a:xfrm>
          <a:off x="2711053" y="2298898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5.  Analysis and Correlation</a:t>
          </a:r>
          <a:endParaRPr lang="en-US" sz="2500" kern="1200"/>
        </a:p>
      </dsp:txBody>
      <dsp:txXfrm>
        <a:off x="2711053" y="2298898"/>
        <a:ext cx="2464593" cy="1478756"/>
      </dsp:txXfrm>
    </dsp:sp>
    <dsp:sp modelId="{7E87050E-AECA-4D6C-8BED-A164C6B36FD3}">
      <dsp:nvSpPr>
        <dsp:cNvPr id="0" name=""/>
        <dsp:cNvSpPr/>
      </dsp:nvSpPr>
      <dsp:spPr>
        <a:xfrm>
          <a:off x="5422106" y="2298898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6.  Reporting and Documentation</a:t>
          </a:r>
          <a:endParaRPr lang="en-US" sz="2500" kern="1200"/>
        </a:p>
      </dsp:txBody>
      <dsp:txXfrm>
        <a:off x="5422106" y="2298898"/>
        <a:ext cx="2464593" cy="14787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6B50F-EF15-45B8-9F42-4392F161FB16}">
      <dsp:nvSpPr>
        <dsp:cNvPr id="0" name=""/>
        <dsp:cNvSpPr/>
      </dsp:nvSpPr>
      <dsp:spPr>
        <a:xfrm>
          <a:off x="0" y="1409"/>
          <a:ext cx="7886700" cy="60064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33D322-C718-46B7-A6EE-E56D7229B9F5}">
      <dsp:nvSpPr>
        <dsp:cNvPr id="0" name=""/>
        <dsp:cNvSpPr/>
      </dsp:nvSpPr>
      <dsp:spPr>
        <a:xfrm>
          <a:off x="181696" y="136555"/>
          <a:ext cx="330356" cy="33035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E87FC1-904A-4F25-AC3D-981E66AAEDBA}">
      <dsp:nvSpPr>
        <dsp:cNvPr id="0" name=""/>
        <dsp:cNvSpPr/>
      </dsp:nvSpPr>
      <dsp:spPr>
        <a:xfrm>
          <a:off x="693749" y="1409"/>
          <a:ext cx="7192950" cy="60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69" tIns="63569" rIns="63569" bIns="635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Use dd to create a disk image for investigation</a:t>
          </a:r>
          <a:endParaRPr lang="en-US" sz="1600" kern="1200"/>
        </a:p>
      </dsp:txBody>
      <dsp:txXfrm>
        <a:off x="693749" y="1409"/>
        <a:ext cx="7192950" cy="600648"/>
      </dsp:txXfrm>
    </dsp:sp>
    <dsp:sp modelId="{0B1DAA89-FB95-45C9-A3F0-ADE2067B1450}">
      <dsp:nvSpPr>
        <dsp:cNvPr id="0" name=""/>
        <dsp:cNvSpPr/>
      </dsp:nvSpPr>
      <dsp:spPr>
        <a:xfrm>
          <a:off x="0" y="752220"/>
          <a:ext cx="7886700" cy="60064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923924-17E6-4A7A-855F-F29DF2357F31}">
      <dsp:nvSpPr>
        <dsp:cNvPr id="0" name=""/>
        <dsp:cNvSpPr/>
      </dsp:nvSpPr>
      <dsp:spPr>
        <a:xfrm>
          <a:off x="181696" y="887366"/>
          <a:ext cx="330356" cy="33035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240EE5-D4AD-41C3-A965-92CECBFA1CDC}">
      <dsp:nvSpPr>
        <dsp:cNvPr id="0" name=""/>
        <dsp:cNvSpPr/>
      </dsp:nvSpPr>
      <dsp:spPr>
        <a:xfrm>
          <a:off x="693749" y="752220"/>
          <a:ext cx="7192950" cy="60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69" tIns="63569" rIns="63569" bIns="635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Chrome History Extraction (SQLite DB)-sqlite3 /path_to/History "SELECT url, title, visit_count, last_visit_time FROM urls ORDER BY last_visit_time DESC;"</a:t>
          </a:r>
          <a:endParaRPr lang="en-US" sz="1600" kern="1200"/>
        </a:p>
      </dsp:txBody>
      <dsp:txXfrm>
        <a:off x="693749" y="752220"/>
        <a:ext cx="7192950" cy="600648"/>
      </dsp:txXfrm>
    </dsp:sp>
    <dsp:sp modelId="{440028E0-EDC1-477E-BBB6-8D85AC50EB83}">
      <dsp:nvSpPr>
        <dsp:cNvPr id="0" name=""/>
        <dsp:cNvSpPr/>
      </dsp:nvSpPr>
      <dsp:spPr>
        <a:xfrm>
          <a:off x="0" y="1503031"/>
          <a:ext cx="7886700" cy="60064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D44A3F-CE9D-4C7E-8F2C-E809FAA0958A}">
      <dsp:nvSpPr>
        <dsp:cNvPr id="0" name=""/>
        <dsp:cNvSpPr/>
      </dsp:nvSpPr>
      <dsp:spPr>
        <a:xfrm>
          <a:off x="181696" y="1638177"/>
          <a:ext cx="330356" cy="33035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0C3EFB-FF31-46AD-95FE-3FBE9917645E}">
      <dsp:nvSpPr>
        <dsp:cNvPr id="0" name=""/>
        <dsp:cNvSpPr/>
      </dsp:nvSpPr>
      <dsp:spPr>
        <a:xfrm>
          <a:off x="693749" y="1503031"/>
          <a:ext cx="7192950" cy="60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69" tIns="63569" rIns="63569" bIns="635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Convert timestamps to human-readable format.</a:t>
          </a:r>
          <a:endParaRPr lang="en-US" sz="1600" kern="1200"/>
        </a:p>
      </dsp:txBody>
      <dsp:txXfrm>
        <a:off x="693749" y="1503031"/>
        <a:ext cx="7192950" cy="600648"/>
      </dsp:txXfrm>
    </dsp:sp>
    <dsp:sp modelId="{E37ECAAF-5565-4382-96C2-FF328AD0B928}">
      <dsp:nvSpPr>
        <dsp:cNvPr id="0" name=""/>
        <dsp:cNvSpPr/>
      </dsp:nvSpPr>
      <dsp:spPr>
        <a:xfrm>
          <a:off x="0" y="2253843"/>
          <a:ext cx="7886700" cy="60064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4B53B1-734B-4EB0-AAE3-5FDAEC1CDF94}">
      <dsp:nvSpPr>
        <dsp:cNvPr id="0" name=""/>
        <dsp:cNvSpPr/>
      </dsp:nvSpPr>
      <dsp:spPr>
        <a:xfrm>
          <a:off x="181696" y="2388989"/>
          <a:ext cx="330356" cy="33035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81AA1E-7FD1-4C55-A1A3-46939DB9BA93}">
      <dsp:nvSpPr>
        <dsp:cNvPr id="0" name=""/>
        <dsp:cNvSpPr/>
      </dsp:nvSpPr>
      <dsp:spPr>
        <a:xfrm>
          <a:off x="693749" y="2253843"/>
          <a:ext cx="7192950" cy="60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69" tIns="63569" rIns="63569" bIns="635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Carve Unallocated Space</a:t>
          </a:r>
          <a:endParaRPr lang="en-US" sz="1600" kern="1200"/>
        </a:p>
      </dsp:txBody>
      <dsp:txXfrm>
        <a:off x="693749" y="2253843"/>
        <a:ext cx="7192950" cy="600648"/>
      </dsp:txXfrm>
    </dsp:sp>
    <dsp:sp modelId="{ECB0E2A4-B86C-4167-95ED-60446B5CBA92}">
      <dsp:nvSpPr>
        <dsp:cNvPr id="0" name=""/>
        <dsp:cNvSpPr/>
      </dsp:nvSpPr>
      <dsp:spPr>
        <a:xfrm>
          <a:off x="0" y="3004654"/>
          <a:ext cx="7886700" cy="60064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917F24-0C44-4611-B50E-FF17C7AEDFF7}">
      <dsp:nvSpPr>
        <dsp:cNvPr id="0" name=""/>
        <dsp:cNvSpPr/>
      </dsp:nvSpPr>
      <dsp:spPr>
        <a:xfrm>
          <a:off x="181696" y="3139800"/>
          <a:ext cx="330356" cy="33035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873E38-7A7A-4C60-BBA4-6F003544D532}">
      <dsp:nvSpPr>
        <dsp:cNvPr id="0" name=""/>
        <dsp:cNvSpPr/>
      </dsp:nvSpPr>
      <dsp:spPr>
        <a:xfrm>
          <a:off x="693749" y="3004654"/>
          <a:ext cx="7192950" cy="60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69" tIns="63569" rIns="63569" bIns="635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Use Plaso to create a timeline</a:t>
          </a:r>
          <a:endParaRPr lang="en-US" sz="1600" kern="1200"/>
        </a:p>
      </dsp:txBody>
      <dsp:txXfrm>
        <a:off x="693749" y="3004654"/>
        <a:ext cx="7192950" cy="600648"/>
      </dsp:txXfrm>
    </dsp:sp>
    <dsp:sp modelId="{61B7E9D0-322C-4720-863A-F9291964FF4E}">
      <dsp:nvSpPr>
        <dsp:cNvPr id="0" name=""/>
        <dsp:cNvSpPr/>
      </dsp:nvSpPr>
      <dsp:spPr>
        <a:xfrm>
          <a:off x="0" y="3755465"/>
          <a:ext cx="7886700" cy="60064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6D3C28-DB93-4900-A0EE-E7BC11B6EA46}">
      <dsp:nvSpPr>
        <dsp:cNvPr id="0" name=""/>
        <dsp:cNvSpPr/>
      </dsp:nvSpPr>
      <dsp:spPr>
        <a:xfrm>
          <a:off x="181696" y="3890611"/>
          <a:ext cx="330356" cy="33035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8A1E6B-38FA-4ED4-97F6-04CDFBE77BFA}">
      <dsp:nvSpPr>
        <dsp:cNvPr id="0" name=""/>
        <dsp:cNvSpPr/>
      </dsp:nvSpPr>
      <dsp:spPr>
        <a:xfrm>
          <a:off x="693749" y="3755465"/>
          <a:ext cx="7192950" cy="60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69" tIns="63569" rIns="63569" bIns="63569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Verify Hash of Collected Evidence</a:t>
          </a:r>
          <a:endParaRPr lang="en-US" sz="1600" kern="1200"/>
        </a:p>
      </dsp:txBody>
      <dsp:txXfrm>
        <a:off x="693749" y="3755465"/>
        <a:ext cx="7192950" cy="60064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864615-9B27-496C-BD79-B3D2845CB21B}">
      <dsp:nvSpPr>
        <dsp:cNvPr id="0" name=""/>
        <dsp:cNvSpPr/>
      </dsp:nvSpPr>
      <dsp:spPr>
        <a:xfrm>
          <a:off x="0" y="1808"/>
          <a:ext cx="7886700" cy="9166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E4AF3D-689E-4F5D-B574-134CDD75DB59}">
      <dsp:nvSpPr>
        <dsp:cNvPr id="0" name=""/>
        <dsp:cNvSpPr/>
      </dsp:nvSpPr>
      <dsp:spPr>
        <a:xfrm>
          <a:off x="277275" y="208046"/>
          <a:ext cx="504136" cy="50413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F2427D-CFF7-4370-974C-5B098044D1D8}">
      <dsp:nvSpPr>
        <dsp:cNvPr id="0" name=""/>
        <dsp:cNvSpPr/>
      </dsp:nvSpPr>
      <dsp:spPr>
        <a:xfrm>
          <a:off x="1058686" y="1808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Target-Windows 10 with Google Chrome and Mozilla Firefox installed.</a:t>
          </a:r>
          <a:endParaRPr lang="en-US" sz="2200" kern="1200"/>
        </a:p>
      </dsp:txBody>
      <dsp:txXfrm>
        <a:off x="1058686" y="1808"/>
        <a:ext cx="6828013" cy="916611"/>
      </dsp:txXfrm>
    </dsp:sp>
    <dsp:sp modelId="{94AE21C9-0D12-4232-B38B-FD58BE5F5905}">
      <dsp:nvSpPr>
        <dsp:cNvPr id="0" name=""/>
        <dsp:cNvSpPr/>
      </dsp:nvSpPr>
      <dsp:spPr>
        <a:xfrm>
          <a:off x="0" y="1147573"/>
          <a:ext cx="7886700" cy="9166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29E4E5-D688-4AA0-979A-B39D61BED0F5}">
      <dsp:nvSpPr>
        <dsp:cNvPr id="0" name=""/>
        <dsp:cNvSpPr/>
      </dsp:nvSpPr>
      <dsp:spPr>
        <a:xfrm>
          <a:off x="277275" y="1353811"/>
          <a:ext cx="504136" cy="50413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2FC866-2BAB-463B-8F40-14CE553A701D}">
      <dsp:nvSpPr>
        <dsp:cNvPr id="0" name=""/>
        <dsp:cNvSpPr/>
      </dsp:nvSpPr>
      <dsp:spPr>
        <a:xfrm>
          <a:off x="1058686" y="1147573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Extracted files:Chrome History: History file (/Default/History – SQLite)</a:t>
          </a:r>
          <a:endParaRPr lang="en-US" sz="2200" kern="1200"/>
        </a:p>
      </dsp:txBody>
      <dsp:txXfrm>
        <a:off x="1058686" y="1147573"/>
        <a:ext cx="6828013" cy="916611"/>
      </dsp:txXfrm>
    </dsp:sp>
    <dsp:sp modelId="{02BFF8F2-FF6C-444F-AEAE-50B82A2DE0D3}">
      <dsp:nvSpPr>
        <dsp:cNvPr id="0" name=""/>
        <dsp:cNvSpPr/>
      </dsp:nvSpPr>
      <dsp:spPr>
        <a:xfrm>
          <a:off x="0" y="2293338"/>
          <a:ext cx="7886700" cy="9166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A0F0AB-5A21-4736-B721-906DF647F92D}">
      <dsp:nvSpPr>
        <dsp:cNvPr id="0" name=""/>
        <dsp:cNvSpPr/>
      </dsp:nvSpPr>
      <dsp:spPr>
        <a:xfrm>
          <a:off x="277275" y="2499576"/>
          <a:ext cx="504136" cy="50413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5B82DC-BCE7-44EE-B3B8-32E81586E652}">
      <dsp:nvSpPr>
        <dsp:cNvPr id="0" name=""/>
        <dsp:cNvSpPr/>
      </dsp:nvSpPr>
      <dsp:spPr>
        <a:xfrm>
          <a:off x="1058686" y="2293338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Correlated 120 browsing activities over a period of 5 days.</a:t>
          </a:r>
          <a:endParaRPr lang="en-US" sz="2200" kern="1200"/>
        </a:p>
      </dsp:txBody>
      <dsp:txXfrm>
        <a:off x="1058686" y="2293338"/>
        <a:ext cx="6828013" cy="916611"/>
      </dsp:txXfrm>
    </dsp:sp>
    <dsp:sp modelId="{11412166-8235-448C-AA74-CCC6A5EC3BC8}">
      <dsp:nvSpPr>
        <dsp:cNvPr id="0" name=""/>
        <dsp:cNvSpPr/>
      </dsp:nvSpPr>
      <dsp:spPr>
        <a:xfrm>
          <a:off x="0" y="3439103"/>
          <a:ext cx="7886700" cy="9166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08A03E-72E0-45E0-BEF2-B172430E00CE}">
      <dsp:nvSpPr>
        <dsp:cNvPr id="0" name=""/>
        <dsp:cNvSpPr/>
      </dsp:nvSpPr>
      <dsp:spPr>
        <a:xfrm>
          <a:off x="277275" y="3645341"/>
          <a:ext cx="504136" cy="50413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772874-C0F2-44EC-9FFF-BFE784D2F7DE}">
      <dsp:nvSpPr>
        <dsp:cNvPr id="0" name=""/>
        <dsp:cNvSpPr/>
      </dsp:nvSpPr>
      <dsp:spPr>
        <a:xfrm>
          <a:off x="1058686" y="3439103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Browsing Patterns :visits to e-commerce, social media, and video platforms.</a:t>
          </a:r>
          <a:endParaRPr lang="en-US" sz="2200" kern="1200"/>
        </a:p>
      </dsp:txBody>
      <dsp:txXfrm>
        <a:off x="1058686" y="3439103"/>
        <a:ext cx="6828013" cy="91661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F371BD-0158-4F5A-9467-5542FB51C337}">
      <dsp:nvSpPr>
        <dsp:cNvPr id="0" name=""/>
        <dsp:cNvSpPr/>
      </dsp:nvSpPr>
      <dsp:spPr>
        <a:xfrm>
          <a:off x="0" y="367444"/>
          <a:ext cx="7886700" cy="43348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Challenges:</a:t>
          </a:r>
          <a:endParaRPr lang="en-US" sz="1900" kern="1200"/>
        </a:p>
      </dsp:txBody>
      <dsp:txXfrm>
        <a:off x="21161" y="388605"/>
        <a:ext cx="7844378" cy="391163"/>
      </dsp:txXfrm>
    </dsp:sp>
    <dsp:sp modelId="{A70268AA-AFE2-4A9C-8A0D-CF3BAAED0F16}">
      <dsp:nvSpPr>
        <dsp:cNvPr id="0" name=""/>
        <dsp:cNvSpPr/>
      </dsp:nvSpPr>
      <dsp:spPr>
        <a:xfrm>
          <a:off x="0" y="855649"/>
          <a:ext cx="7886700" cy="433485"/>
        </a:xfrm>
        <a:prstGeom prst="roundRect">
          <a:avLst/>
        </a:prstGeom>
        <a:solidFill>
          <a:schemeClr val="accent2">
            <a:hueOff val="780253"/>
            <a:satOff val="-973"/>
            <a:lumOff val="22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1. Integration with legacy systems without modification.</a:t>
          </a:r>
          <a:endParaRPr lang="en-US" sz="1900" kern="1200"/>
        </a:p>
      </dsp:txBody>
      <dsp:txXfrm>
        <a:off x="21161" y="876810"/>
        <a:ext cx="7844378" cy="391163"/>
      </dsp:txXfrm>
    </dsp:sp>
    <dsp:sp modelId="{12C32BAC-CF01-4C31-96D8-13DA649851DD}">
      <dsp:nvSpPr>
        <dsp:cNvPr id="0" name=""/>
        <dsp:cNvSpPr/>
      </dsp:nvSpPr>
      <dsp:spPr>
        <a:xfrm>
          <a:off x="0" y="1343854"/>
          <a:ext cx="7886700" cy="433485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2. Advanced methods implemented to protect privacy.</a:t>
          </a:r>
          <a:endParaRPr lang="en-US" sz="1900" kern="1200"/>
        </a:p>
      </dsp:txBody>
      <dsp:txXfrm>
        <a:off x="21161" y="1365015"/>
        <a:ext cx="7844378" cy="391163"/>
      </dsp:txXfrm>
    </dsp:sp>
    <dsp:sp modelId="{BECDAB62-1340-4E8D-AB00-51FFBA0DD354}">
      <dsp:nvSpPr>
        <dsp:cNvPr id="0" name=""/>
        <dsp:cNvSpPr/>
      </dsp:nvSpPr>
      <dsp:spPr>
        <a:xfrm>
          <a:off x="0" y="1832059"/>
          <a:ext cx="7886700" cy="433485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3. Secure capture without harming the environment.</a:t>
          </a:r>
          <a:endParaRPr lang="en-US" sz="1900" kern="1200"/>
        </a:p>
      </dsp:txBody>
      <dsp:txXfrm>
        <a:off x="21161" y="1853220"/>
        <a:ext cx="7844378" cy="391163"/>
      </dsp:txXfrm>
    </dsp:sp>
    <dsp:sp modelId="{3A30092E-EC3F-4200-9029-FD99601C86B0}">
      <dsp:nvSpPr>
        <dsp:cNvPr id="0" name=""/>
        <dsp:cNvSpPr/>
      </dsp:nvSpPr>
      <dsp:spPr>
        <a:xfrm>
          <a:off x="0" y="2265544"/>
          <a:ext cx="7886700" cy="314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403" tIns="24130" rIns="135128" bIns="2413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500" b="0" kern="1200"/>
            <a:t>Solutions:</a:t>
          </a:r>
          <a:endParaRPr lang="en-US" sz="1500" kern="1200"/>
        </a:p>
      </dsp:txBody>
      <dsp:txXfrm>
        <a:off x="0" y="2265544"/>
        <a:ext cx="7886700" cy="314640"/>
      </dsp:txXfrm>
    </dsp:sp>
    <dsp:sp modelId="{1DE0662D-C900-49EF-ABDA-DAC4C13F39C9}">
      <dsp:nvSpPr>
        <dsp:cNvPr id="0" name=""/>
        <dsp:cNvSpPr/>
      </dsp:nvSpPr>
      <dsp:spPr>
        <a:xfrm>
          <a:off x="0" y="2580184"/>
          <a:ext cx="7886700" cy="433485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1. Implemented a middleware approach to avoid modifying legacy code.</a:t>
          </a:r>
          <a:endParaRPr lang="en-US" sz="1900" kern="1200"/>
        </a:p>
      </dsp:txBody>
      <dsp:txXfrm>
        <a:off x="21161" y="2601345"/>
        <a:ext cx="7844378" cy="391163"/>
      </dsp:txXfrm>
    </dsp:sp>
    <dsp:sp modelId="{C628F7BE-7FDA-4C63-A31E-24948A4A2F98}">
      <dsp:nvSpPr>
        <dsp:cNvPr id="0" name=""/>
        <dsp:cNvSpPr/>
      </dsp:nvSpPr>
      <dsp:spPr>
        <a:xfrm>
          <a:off x="0" y="3068389"/>
          <a:ext cx="7886700" cy="433485"/>
        </a:xfrm>
        <a:prstGeom prst="roundRect">
          <a:avLst/>
        </a:prstGeom>
        <a:solidFill>
          <a:schemeClr val="accent2">
            <a:hueOff val="3901266"/>
            <a:satOff val="-4866"/>
            <a:lumOff val="114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2. Worked under the protected environment.</a:t>
          </a:r>
          <a:endParaRPr lang="en-US" sz="1900" kern="1200"/>
        </a:p>
      </dsp:txBody>
      <dsp:txXfrm>
        <a:off x="21161" y="3089550"/>
        <a:ext cx="7844378" cy="391163"/>
      </dsp:txXfrm>
    </dsp:sp>
    <dsp:sp modelId="{DA2080B1-F6DC-4E93-8A62-7E314FDAC5F4}">
      <dsp:nvSpPr>
        <dsp:cNvPr id="0" name=""/>
        <dsp:cNvSpPr/>
      </dsp:nvSpPr>
      <dsp:spPr>
        <a:xfrm>
          <a:off x="0" y="3556594"/>
          <a:ext cx="7886700" cy="433485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3. Avoided to create backdoors for attacks.</a:t>
          </a:r>
          <a:endParaRPr lang="en-US" sz="1900" kern="1200"/>
        </a:p>
      </dsp:txBody>
      <dsp:txXfrm>
        <a:off x="21161" y="3577755"/>
        <a:ext cx="7844378" cy="3911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297E8B-37F0-4FE7-8D13-E2B3BF0D2288}">
      <dsp:nvSpPr>
        <dsp:cNvPr id="0" name=""/>
        <dsp:cNvSpPr/>
      </dsp:nvSpPr>
      <dsp:spPr>
        <a:xfrm>
          <a:off x="0" y="708097"/>
          <a:ext cx="7886700" cy="130725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7B120C-64FA-4B09-82AF-D6BF66025FA7}">
      <dsp:nvSpPr>
        <dsp:cNvPr id="0" name=""/>
        <dsp:cNvSpPr/>
      </dsp:nvSpPr>
      <dsp:spPr>
        <a:xfrm>
          <a:off x="395445" y="1002230"/>
          <a:ext cx="718991" cy="71899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FC1068-823D-4D34-8BED-42C467EE743A}">
      <dsp:nvSpPr>
        <dsp:cNvPr id="0" name=""/>
        <dsp:cNvSpPr/>
      </dsp:nvSpPr>
      <dsp:spPr>
        <a:xfrm>
          <a:off x="1509882" y="708097"/>
          <a:ext cx="6376817" cy="1307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351" tIns="138351" rIns="138351" bIns="13835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Effectively performed data acquisition, extraction, parsing, and recovery of browsing artifacts from multiple browsers.</a:t>
          </a:r>
          <a:endParaRPr lang="en-US" sz="2500" kern="1200"/>
        </a:p>
      </dsp:txBody>
      <dsp:txXfrm>
        <a:off x="1509882" y="708097"/>
        <a:ext cx="6376817" cy="1307257"/>
      </dsp:txXfrm>
    </dsp:sp>
    <dsp:sp modelId="{764D1900-3223-43AD-9FE8-F77B6770C1AF}">
      <dsp:nvSpPr>
        <dsp:cNvPr id="0" name=""/>
        <dsp:cNvSpPr/>
      </dsp:nvSpPr>
      <dsp:spPr>
        <a:xfrm>
          <a:off x="0" y="2342169"/>
          <a:ext cx="7886700" cy="130725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E9E830-1764-4264-95BC-4466BFE90293}">
      <dsp:nvSpPr>
        <dsp:cNvPr id="0" name=""/>
        <dsp:cNvSpPr/>
      </dsp:nvSpPr>
      <dsp:spPr>
        <a:xfrm>
          <a:off x="395445" y="2636302"/>
          <a:ext cx="718991" cy="7189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D8F364-3338-41E1-AFAB-C93F939FE34F}">
      <dsp:nvSpPr>
        <dsp:cNvPr id="0" name=""/>
        <dsp:cNvSpPr/>
      </dsp:nvSpPr>
      <dsp:spPr>
        <a:xfrm>
          <a:off x="1509882" y="2342169"/>
          <a:ext cx="6376817" cy="1307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351" tIns="138351" rIns="138351" bIns="13835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/>
            <a:t>Successfully identified, analyzed, and correlated user activity</a:t>
          </a:r>
          <a:endParaRPr lang="en-US" sz="2500" kern="1200"/>
        </a:p>
      </dsp:txBody>
      <dsp:txXfrm>
        <a:off x="1509882" y="2342169"/>
        <a:ext cx="6376817" cy="130725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53E614-CB04-4E78-B6AF-087BC2966CB2}">
      <dsp:nvSpPr>
        <dsp:cNvPr id="0" name=""/>
        <dsp:cNvSpPr/>
      </dsp:nvSpPr>
      <dsp:spPr>
        <a:xfrm>
          <a:off x="530099" y="896262"/>
          <a:ext cx="1406812" cy="1406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05A82F-D686-4AEA-BD34-42096849618C}">
      <dsp:nvSpPr>
        <dsp:cNvPr id="0" name=""/>
        <dsp:cNvSpPr/>
      </dsp:nvSpPr>
      <dsp:spPr>
        <a:xfrm>
          <a:off x="829912" y="1196074"/>
          <a:ext cx="807187" cy="807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D7DB5-F5BD-4A59-87E2-77D216365C46}">
      <dsp:nvSpPr>
        <dsp:cNvPr id="0" name=""/>
        <dsp:cNvSpPr/>
      </dsp:nvSpPr>
      <dsp:spPr>
        <a:xfrm>
          <a:off x="80381" y="2741262"/>
          <a:ext cx="23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0" kern="1200"/>
            <a:t>Securely correlated within provided timestamps.</a:t>
          </a:r>
          <a:endParaRPr lang="en-US" sz="1400" kern="1200"/>
        </a:p>
      </dsp:txBody>
      <dsp:txXfrm>
        <a:off x="80381" y="2741262"/>
        <a:ext cx="2306250" cy="720000"/>
      </dsp:txXfrm>
    </dsp:sp>
    <dsp:sp modelId="{769FB7D2-8B58-4B52-BC44-145B637A873A}">
      <dsp:nvSpPr>
        <dsp:cNvPr id="0" name=""/>
        <dsp:cNvSpPr/>
      </dsp:nvSpPr>
      <dsp:spPr>
        <a:xfrm>
          <a:off x="3239943" y="896262"/>
          <a:ext cx="1406812" cy="1406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D812C9-0AF3-48DF-B1EA-1559EACFB014}">
      <dsp:nvSpPr>
        <dsp:cNvPr id="0" name=""/>
        <dsp:cNvSpPr/>
      </dsp:nvSpPr>
      <dsp:spPr>
        <a:xfrm>
          <a:off x="3539756" y="1196074"/>
          <a:ext cx="807187" cy="807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910DFF-9153-474D-B85F-99F15048CEF9}">
      <dsp:nvSpPr>
        <dsp:cNvPr id="0" name=""/>
        <dsp:cNvSpPr/>
      </dsp:nvSpPr>
      <dsp:spPr>
        <a:xfrm>
          <a:off x="2790224" y="2741262"/>
          <a:ext cx="23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0" kern="1200"/>
            <a:t>Successfully intercepted activity logs..</a:t>
          </a:r>
          <a:endParaRPr lang="en-US" sz="1400" kern="1200"/>
        </a:p>
      </dsp:txBody>
      <dsp:txXfrm>
        <a:off x="2790224" y="2741262"/>
        <a:ext cx="2306250" cy="720000"/>
      </dsp:txXfrm>
    </dsp:sp>
    <dsp:sp modelId="{C805A3D3-427D-479B-8147-62D7DB833B55}">
      <dsp:nvSpPr>
        <dsp:cNvPr id="0" name=""/>
        <dsp:cNvSpPr/>
      </dsp:nvSpPr>
      <dsp:spPr>
        <a:xfrm>
          <a:off x="5949787" y="896262"/>
          <a:ext cx="1406812" cy="1406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18D500-9FAC-4522-B76C-385F42EA5FA9}">
      <dsp:nvSpPr>
        <dsp:cNvPr id="0" name=""/>
        <dsp:cNvSpPr/>
      </dsp:nvSpPr>
      <dsp:spPr>
        <a:xfrm>
          <a:off x="6249600" y="1196074"/>
          <a:ext cx="807187" cy="807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FB7497-23C3-4390-BE8E-388C7B7D0658}">
      <dsp:nvSpPr>
        <dsp:cNvPr id="0" name=""/>
        <dsp:cNvSpPr/>
      </dsp:nvSpPr>
      <dsp:spPr>
        <a:xfrm>
          <a:off x="5500068" y="2741262"/>
          <a:ext cx="23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0" kern="1200"/>
            <a:t>Further tests required for large-scale deployment.</a:t>
          </a:r>
          <a:endParaRPr lang="en-US" sz="1400" kern="1200"/>
        </a:p>
      </dsp:txBody>
      <dsp:txXfrm>
        <a:off x="5500068" y="2741262"/>
        <a:ext cx="23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41D33D-E17E-47C0-A5A2-8ABB3A6D23C2}">
      <dsp:nvSpPr>
        <dsp:cNvPr id="0" name=""/>
        <dsp:cNvSpPr/>
      </dsp:nvSpPr>
      <dsp:spPr>
        <a:xfrm>
          <a:off x="0" y="667119"/>
          <a:ext cx="2462450" cy="147747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/>
            <a:t>Enhanced AI-Powered Data Analysis</a:t>
          </a:r>
          <a:endParaRPr lang="en-US" sz="2400" kern="1200"/>
        </a:p>
      </dsp:txBody>
      <dsp:txXfrm>
        <a:off x="0" y="667119"/>
        <a:ext cx="2462450" cy="1477470"/>
      </dsp:txXfrm>
    </dsp:sp>
    <dsp:sp modelId="{3B9A1377-8B72-41E0-824F-08E075D22EB9}">
      <dsp:nvSpPr>
        <dsp:cNvPr id="0" name=""/>
        <dsp:cNvSpPr/>
      </dsp:nvSpPr>
      <dsp:spPr>
        <a:xfrm>
          <a:off x="2708695" y="667119"/>
          <a:ext cx="2462450" cy="147747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/>
            <a:t>Deep Learning for Deleted Data Reconstruction</a:t>
          </a:r>
          <a:endParaRPr lang="en-US" sz="2400" kern="1200"/>
        </a:p>
      </dsp:txBody>
      <dsp:txXfrm>
        <a:off x="2708695" y="667119"/>
        <a:ext cx="2462450" cy="1477470"/>
      </dsp:txXfrm>
    </dsp:sp>
    <dsp:sp modelId="{B5016F10-E941-4E8A-99E4-F5763DB22960}">
      <dsp:nvSpPr>
        <dsp:cNvPr id="0" name=""/>
        <dsp:cNvSpPr/>
      </dsp:nvSpPr>
      <dsp:spPr>
        <a:xfrm>
          <a:off x="5417391" y="667119"/>
          <a:ext cx="2462450" cy="147747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/>
            <a:t>Real-Time Browser Activity Monitoring</a:t>
          </a:r>
          <a:endParaRPr lang="en-US" sz="2400" kern="1200"/>
        </a:p>
      </dsp:txBody>
      <dsp:txXfrm>
        <a:off x="5417391" y="667119"/>
        <a:ext cx="2462450" cy="1477470"/>
      </dsp:txXfrm>
    </dsp:sp>
    <dsp:sp modelId="{E7DFC495-1D1E-4A45-ADB1-E4A65813D4E1}">
      <dsp:nvSpPr>
        <dsp:cNvPr id="0" name=""/>
        <dsp:cNvSpPr/>
      </dsp:nvSpPr>
      <dsp:spPr>
        <a:xfrm>
          <a:off x="1354347" y="2390834"/>
          <a:ext cx="2462450" cy="147747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/>
            <a:t>Encryption and Encrypted History Analysis</a:t>
          </a:r>
          <a:endParaRPr lang="en-US" sz="2400" kern="1200"/>
        </a:p>
      </dsp:txBody>
      <dsp:txXfrm>
        <a:off x="1354347" y="2390834"/>
        <a:ext cx="2462450" cy="1477470"/>
      </dsp:txXfrm>
    </dsp:sp>
    <dsp:sp modelId="{01BB36DC-3E9B-4D9B-8B66-920B1D4C60CD}">
      <dsp:nvSpPr>
        <dsp:cNvPr id="0" name=""/>
        <dsp:cNvSpPr/>
      </dsp:nvSpPr>
      <dsp:spPr>
        <a:xfrm>
          <a:off x="4063043" y="2390834"/>
          <a:ext cx="2462450" cy="147747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/>
            <a:t>Cross-Browser and Multi-Device Synchronization Analysis</a:t>
          </a:r>
          <a:endParaRPr lang="en-US" sz="2400" kern="1200"/>
        </a:p>
      </dsp:txBody>
      <dsp:txXfrm>
        <a:off x="4063043" y="2390834"/>
        <a:ext cx="2462450" cy="1477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2B7C40B-357C-44C3-BF4B-2417C3A36F6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IN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09FA39-294F-442D-8FA8-1079847C38AE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BF47BA1-36A1-40CE-9520-F9974358F96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29B83D2-F39A-48BA-8961-84A1DABEF92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08A7434-F800-4D67-BC1F-18EC780D9B3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7769AF5-375D-44B6-8D0D-D5C208205E0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7596A8B-DF8C-478B-B937-2F377BEAF4D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1F64FD0-2806-483C-B03F-0E25A654884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99F589C-D627-4B74-8798-7F33434C2269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00C4F85-C4A7-4895-9B6B-E07019CF578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DC17A6-19BA-45FA-9772-0CDD164C7A6E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5765A6-2669-4B0C-B4A8-0A65523AEA5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rgbClr val="000000"/>
                </a:solidFill>
                <a:latin typeface="Calibri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Calibri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Fourth level</a:t>
            </a: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Fifth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8B8B8B"/>
                </a:solidFill>
                <a:latin typeface="Calibri"/>
              </a:rPr>
              <a:t> </a:t>
            </a:r>
            <a:endParaRPr lang="en-IN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lang="en-IN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B25C81-15EF-48FF-8D23-27D8B0D04B50}" type="slidenum">
              <a:rPr lang="en-US" sz="12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en-IN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D1A9D8B-3117-4D9D-BDA4-DD8189509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5600700" cy="6858000"/>
            <a:chOff x="7467600" y="0"/>
            <a:chExt cx="47244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7877B25-8C10-4C8D-BC88-BF3C557F8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4F0DD86-96CD-4F5F-BA4D-FFC17F2D6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D92035A-AA2F-4CD8-A556-1CE8BDEC7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527275" cy="6858000"/>
          </a:xfrm>
          <a:custGeom>
            <a:avLst/>
            <a:gdLst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7090188 w 7467600"/>
              <a:gd name="connsiteY3" fmla="*/ 6584365 h 6858000"/>
              <a:gd name="connsiteX4" fmla="*/ 7440138 w 7467600"/>
              <a:gd name="connsiteY4" fmla="*/ 6622648 h 6858000"/>
              <a:gd name="connsiteX5" fmla="*/ 7467600 w 7467600"/>
              <a:gd name="connsiteY5" fmla="*/ 6628217 h 6858000"/>
              <a:gd name="connsiteX6" fmla="*/ 7467600 w 7467600"/>
              <a:gd name="connsiteY6" fmla="*/ 6668575 h 6858000"/>
              <a:gd name="connsiteX7" fmla="*/ 7392322 w 7467600"/>
              <a:gd name="connsiteY7" fmla="*/ 6658238 h 6858000"/>
              <a:gd name="connsiteX8" fmla="*/ 7467600 w 7467600"/>
              <a:gd name="connsiteY8" fmla="*/ 6683873 h 6858000"/>
              <a:gd name="connsiteX9" fmla="*/ 7467600 w 7467600"/>
              <a:gd name="connsiteY9" fmla="*/ 6714215 h 6858000"/>
              <a:gd name="connsiteX10" fmla="*/ 7447383 w 7467600"/>
              <a:gd name="connsiteY10" fmla="*/ 6707202 h 6858000"/>
              <a:gd name="connsiteX11" fmla="*/ 7289862 w 7467600"/>
              <a:gd name="connsiteY11" fmla="*/ 6659827 h 6858000"/>
              <a:gd name="connsiteX12" fmla="*/ 7434024 w 7467600"/>
              <a:gd name="connsiteY12" fmla="*/ 6722130 h 6858000"/>
              <a:gd name="connsiteX13" fmla="*/ 7467600 w 7467600"/>
              <a:gd name="connsiteY13" fmla="*/ 6736157 h 6858000"/>
              <a:gd name="connsiteX14" fmla="*/ 7467600 w 7467600"/>
              <a:gd name="connsiteY14" fmla="*/ 6767913 h 6858000"/>
              <a:gd name="connsiteX15" fmla="*/ 7271814 w 7467600"/>
              <a:gd name="connsiteY15" fmla="*/ 6684601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7090188 w 7467600"/>
              <a:gd name="connsiteY21" fmla="*/ 6584365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61797 w 7467600"/>
              <a:gd name="connsiteY74" fmla="*/ 5419899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126431 w 7467600"/>
              <a:gd name="connsiteY88" fmla="*/ 5737872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6861797 w 7467600"/>
              <a:gd name="connsiteY101" fmla="*/ 5419899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7133363 w 7467600"/>
              <a:gd name="connsiteY125" fmla="*/ 5050246 h 6858000"/>
              <a:gd name="connsiteX126" fmla="*/ 7450656 w 7467600"/>
              <a:gd name="connsiteY126" fmla="*/ 5134750 h 6858000"/>
              <a:gd name="connsiteX127" fmla="*/ 7467600 w 7467600"/>
              <a:gd name="connsiteY127" fmla="*/ 5142496 h 6858000"/>
              <a:gd name="connsiteX128" fmla="*/ 7467600 w 7467600"/>
              <a:gd name="connsiteY128" fmla="*/ 5158623 h 6858000"/>
              <a:gd name="connsiteX129" fmla="*/ 7427076 w 7467600"/>
              <a:gd name="connsiteY129" fmla="*/ 5142684 h 6858000"/>
              <a:gd name="connsiteX130" fmla="*/ 7467600 w 7467600"/>
              <a:gd name="connsiteY130" fmla="*/ 5164774 h 6858000"/>
              <a:gd name="connsiteX131" fmla="*/ 7467600 w 7467600"/>
              <a:gd name="connsiteY131" fmla="*/ 5199146 h 6858000"/>
              <a:gd name="connsiteX132" fmla="*/ 7391022 w 7467600"/>
              <a:gd name="connsiteY132" fmla="*/ 5158141 h 6858000"/>
              <a:gd name="connsiteX133" fmla="*/ 7312201 w 7467600"/>
              <a:gd name="connsiteY133" fmla="*/ 5128278 h 6858000"/>
              <a:gd name="connsiteX134" fmla="*/ 7343603 w 7467600"/>
              <a:gd name="connsiteY134" fmla="*/ 5149746 h 6858000"/>
              <a:gd name="connsiteX135" fmla="*/ 7467600 w 7467600"/>
              <a:gd name="connsiteY135" fmla="*/ 5241225 h 6858000"/>
              <a:gd name="connsiteX136" fmla="*/ 7467600 w 7467600"/>
              <a:gd name="connsiteY136" fmla="*/ 5277736 h 6858000"/>
              <a:gd name="connsiteX137" fmla="*/ 7327465 w 7467600"/>
              <a:gd name="connsiteY137" fmla="*/ 5174181 h 6858000"/>
              <a:gd name="connsiteX138" fmla="*/ 7244057 w 7467600"/>
              <a:gd name="connsiteY138" fmla="*/ 5124233 h 6858000"/>
              <a:gd name="connsiteX139" fmla="*/ 7353035 w 7467600"/>
              <a:gd name="connsiteY139" fmla="*/ 5197318 h 6858000"/>
              <a:gd name="connsiteX140" fmla="*/ 7467600 w 7467600"/>
              <a:gd name="connsiteY140" fmla="*/ 5297634 h 6858000"/>
              <a:gd name="connsiteX141" fmla="*/ 7467600 w 7467600"/>
              <a:gd name="connsiteY141" fmla="*/ 5361850 h 6858000"/>
              <a:gd name="connsiteX142" fmla="*/ 7368569 w 7467600"/>
              <a:gd name="connsiteY142" fmla="*/ 5270182 h 6858000"/>
              <a:gd name="connsiteX143" fmla="*/ 7131946 w 7467600"/>
              <a:gd name="connsiteY143" fmla="*/ 5075653 h 6858000"/>
              <a:gd name="connsiteX144" fmla="*/ 7133363 w 7467600"/>
              <a:gd name="connsiteY144" fmla="*/ 5050246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7467600 w 7467600"/>
              <a:gd name="connsiteY834" fmla="*/ 163142 h 6858000"/>
              <a:gd name="connsiteX835" fmla="*/ 7467600 w 7467600"/>
              <a:gd name="connsiteY835" fmla="*/ 789215 h 6858000"/>
              <a:gd name="connsiteX836" fmla="*/ 7451412 w 7467600"/>
              <a:gd name="connsiteY836" fmla="*/ 799572 h 6858000"/>
              <a:gd name="connsiteX837" fmla="*/ 7419999 w 7467600"/>
              <a:gd name="connsiteY837" fmla="*/ 774360 h 6858000"/>
              <a:gd name="connsiteX838" fmla="*/ 7429067 w 7467600"/>
              <a:gd name="connsiteY838" fmla="*/ 402737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29067 w 7467600"/>
              <a:gd name="connsiteY844" fmla="*/ 402737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7429067 w 7467600"/>
              <a:gd name="connsiteY848" fmla="*/ 402737 h 6858000"/>
              <a:gd name="connsiteX849" fmla="*/ 5905192 w 7467600"/>
              <a:gd name="connsiteY849" fmla="*/ 163079 h 6858000"/>
              <a:gd name="connsiteX850" fmla="*/ 5865655 w 7467600"/>
              <a:gd name="connsiteY850" fmla="*/ 171901 h 6858000"/>
              <a:gd name="connsiteX851" fmla="*/ 5259740 w 7467600"/>
              <a:gd name="connsiteY851" fmla="*/ 257013 h 6858000"/>
              <a:gd name="connsiteX852" fmla="*/ 5208466 w 7467600"/>
              <a:gd name="connsiteY852" fmla="*/ 257550 h 6858000"/>
              <a:gd name="connsiteX853" fmla="*/ 4980204 w 7467600"/>
              <a:gd name="connsiteY853" fmla="*/ 271903 h 6858000"/>
              <a:gd name="connsiteX854" fmla="*/ 5068068 w 7467600"/>
              <a:gd name="connsiteY854" fmla="*/ 282244 h 6858000"/>
              <a:gd name="connsiteX855" fmla="*/ 5153231 w 7467600"/>
              <a:gd name="connsiteY855" fmla="*/ 292240 h 6858000"/>
              <a:gd name="connsiteX856" fmla="*/ 5426491 w 7467600"/>
              <a:gd name="connsiteY856" fmla="*/ 281128 h 6858000"/>
              <a:gd name="connsiteX857" fmla="*/ 5731212 w 7467600"/>
              <a:gd name="connsiteY857" fmla="*/ 231951 h 6858000"/>
              <a:gd name="connsiteX858" fmla="*/ 5905192 w 7467600"/>
              <a:gd name="connsiteY858" fmla="*/ 163079 h 6858000"/>
              <a:gd name="connsiteX859" fmla="*/ 5944437 w 7467600"/>
              <a:gd name="connsiteY859" fmla="*/ 113829 h 6858000"/>
              <a:gd name="connsiteX860" fmla="*/ 5825032 w 7467600"/>
              <a:gd name="connsiteY860" fmla="*/ 146405 h 6858000"/>
              <a:gd name="connsiteX861" fmla="*/ 4955599 w 7467600"/>
              <a:gd name="connsiteY861" fmla="*/ 247008 h 6858000"/>
              <a:gd name="connsiteX862" fmla="*/ 5210104 w 7467600"/>
              <a:gd name="connsiteY862" fmla="*/ 228123 h 6858000"/>
              <a:gd name="connsiteX863" fmla="*/ 5261015 w 7467600"/>
              <a:gd name="connsiteY863" fmla="*/ 227087 h 6858000"/>
              <a:gd name="connsiteX864" fmla="*/ 5861181 w 7467600"/>
              <a:gd name="connsiteY864" fmla="*/ 143093 h 6858000"/>
              <a:gd name="connsiteX865" fmla="*/ 5961252 w 7467600"/>
              <a:gd name="connsiteY865" fmla="*/ 114820 h 6858000"/>
              <a:gd name="connsiteX866" fmla="*/ 5944437 w 7467600"/>
              <a:gd name="connsiteY866" fmla="*/ 113829 h 6858000"/>
              <a:gd name="connsiteX867" fmla="*/ 3882765 w 7467600"/>
              <a:gd name="connsiteY867" fmla="*/ 0 h 6858000"/>
              <a:gd name="connsiteX868" fmla="*/ 3995099 w 7467600"/>
              <a:gd name="connsiteY868" fmla="*/ 0 h 6858000"/>
              <a:gd name="connsiteX869" fmla="*/ 4163818 w 7467600"/>
              <a:gd name="connsiteY869" fmla="*/ 234104 h 6858000"/>
              <a:gd name="connsiteX870" fmla="*/ 4172099 w 7467600"/>
              <a:gd name="connsiteY870" fmla="*/ 234207 h 6858000"/>
              <a:gd name="connsiteX871" fmla="*/ 4784282 w 7467600"/>
              <a:gd name="connsiteY871" fmla="*/ 276561 h 6858000"/>
              <a:gd name="connsiteX872" fmla="*/ 4801687 w 7467600"/>
              <a:gd name="connsiteY872" fmla="*/ 267764 h 6858000"/>
              <a:gd name="connsiteX873" fmla="*/ 6082788 w 7467600"/>
              <a:gd name="connsiteY873" fmla="*/ 64119 h 6858000"/>
              <a:gd name="connsiteX874" fmla="*/ 6099442 w 7467600"/>
              <a:gd name="connsiteY874" fmla="*/ 82568 h 6858000"/>
              <a:gd name="connsiteX875" fmla="*/ 4804137 w 7467600"/>
              <a:gd name="connsiteY875" fmla="*/ 320931 h 6858000"/>
              <a:gd name="connsiteX876" fmla="*/ 4227047 w 7467600"/>
              <a:gd name="connsiteY876" fmla="*/ 313415 h 6858000"/>
              <a:gd name="connsiteX877" fmla="*/ 4346041 w 7467600"/>
              <a:gd name="connsiteY877" fmla="*/ 456086 h 6858000"/>
              <a:gd name="connsiteX878" fmla="*/ 4870967 w 7467600"/>
              <a:gd name="connsiteY878" fmla="*/ 963061 h 6858000"/>
              <a:gd name="connsiteX879" fmla="*/ 4889647 w 7467600"/>
              <a:gd name="connsiteY879" fmla="*/ 957147 h 6858000"/>
              <a:gd name="connsiteX880" fmla="*/ 5422504 w 7467600"/>
              <a:gd name="connsiteY880" fmla="*/ 805191 h 6858000"/>
              <a:gd name="connsiteX881" fmla="*/ 6087656 w 7467600"/>
              <a:gd name="connsiteY881" fmla="*/ 826703 h 6858000"/>
              <a:gd name="connsiteX882" fmla="*/ 6058717 w 7467600"/>
              <a:gd name="connsiteY882" fmla="*/ 865992 h 6858000"/>
              <a:gd name="connsiteX883" fmla="*/ 4974153 w 7467600"/>
              <a:gd name="connsiteY883" fmla="*/ 1045456 h 6858000"/>
              <a:gd name="connsiteX884" fmla="*/ 5627835 w 7467600"/>
              <a:gd name="connsiteY884" fmla="*/ 1472077 h 6858000"/>
              <a:gd name="connsiteX885" fmla="*/ 5629817 w 7467600"/>
              <a:gd name="connsiteY885" fmla="*/ 1471412 h 6858000"/>
              <a:gd name="connsiteX886" fmla="*/ 5634124 w 7467600"/>
              <a:gd name="connsiteY886" fmla="*/ 1470572 h 6858000"/>
              <a:gd name="connsiteX887" fmla="*/ 5755832 w 7467600"/>
              <a:gd name="connsiteY887" fmla="*/ 1383886 h 6858000"/>
              <a:gd name="connsiteX888" fmla="*/ 6014186 w 7467600"/>
              <a:gd name="connsiteY888" fmla="*/ 1279799 h 6858000"/>
              <a:gd name="connsiteX889" fmla="*/ 6901619 w 7467600"/>
              <a:gd name="connsiteY889" fmla="*/ 1047874 h 6858000"/>
              <a:gd name="connsiteX890" fmla="*/ 6931566 w 7467600"/>
              <a:gd name="connsiteY890" fmla="*/ 1062034 h 6858000"/>
              <a:gd name="connsiteX891" fmla="*/ 5790982 w 7467600"/>
              <a:gd name="connsiteY891" fmla="*/ 1561380 h 6858000"/>
              <a:gd name="connsiteX892" fmla="*/ 6188971 w 7467600"/>
              <a:gd name="connsiteY892" fmla="*/ 1755168 h 6858000"/>
              <a:gd name="connsiteX893" fmla="*/ 6202446 w 7467600"/>
              <a:gd name="connsiteY893" fmla="*/ 1752268 h 6858000"/>
              <a:gd name="connsiteX894" fmla="*/ 7179560 w 7467600"/>
              <a:gd name="connsiteY894" fmla="*/ 1467551 h 6858000"/>
              <a:gd name="connsiteX895" fmla="*/ 7158730 w 7467600"/>
              <a:gd name="connsiteY895" fmla="*/ 1507835 h 6858000"/>
              <a:gd name="connsiteX896" fmla="*/ 6326959 w 7467600"/>
              <a:gd name="connsiteY896" fmla="*/ 1817686 h 6858000"/>
              <a:gd name="connsiteX897" fmla="*/ 6537433 w 7467600"/>
              <a:gd name="connsiteY897" fmla="*/ 1907790 h 6858000"/>
              <a:gd name="connsiteX898" fmla="*/ 6550221 w 7467600"/>
              <a:gd name="connsiteY898" fmla="*/ 1910729 h 6858000"/>
              <a:gd name="connsiteX899" fmla="*/ 6964438 w 7467600"/>
              <a:gd name="connsiteY899" fmla="*/ 2209505 h 6858000"/>
              <a:gd name="connsiteX900" fmla="*/ 7367862 w 7467600"/>
              <a:gd name="connsiteY900" fmla="*/ 2806833 h 6858000"/>
              <a:gd name="connsiteX901" fmla="*/ 7364329 w 7467600"/>
              <a:gd name="connsiteY901" fmla="*/ 2826907 h 6858000"/>
              <a:gd name="connsiteX902" fmla="*/ 7290545 w 7467600"/>
              <a:gd name="connsiteY902" fmla="*/ 2850663 h 6858000"/>
              <a:gd name="connsiteX903" fmla="*/ 6472036 w 7467600"/>
              <a:gd name="connsiteY903" fmla="*/ 1959003 h 6858000"/>
              <a:gd name="connsiteX904" fmla="*/ 5792897 w 7467600"/>
              <a:gd name="connsiteY904" fmla="*/ 1647747 h 6858000"/>
              <a:gd name="connsiteX905" fmla="*/ 5842751 w 7467600"/>
              <a:gd name="connsiteY905" fmla="*/ 1816112 h 6858000"/>
              <a:gd name="connsiteX906" fmla="*/ 5847424 w 7467600"/>
              <a:gd name="connsiteY906" fmla="*/ 1815776 h 6858000"/>
              <a:gd name="connsiteX907" fmla="*/ 6399821 w 7467600"/>
              <a:gd name="connsiteY907" fmla="*/ 2344799 h 6858000"/>
              <a:gd name="connsiteX908" fmla="*/ 6323232 w 7467600"/>
              <a:gd name="connsiteY908" fmla="*/ 2389634 h 6858000"/>
              <a:gd name="connsiteX909" fmla="*/ 5942958 w 7467600"/>
              <a:gd name="connsiteY909" fmla="*/ 2077708 h 6858000"/>
              <a:gd name="connsiteX910" fmla="*/ 5921559 w 7467600"/>
              <a:gd name="connsiteY910" fmla="*/ 2378596 h 6858000"/>
              <a:gd name="connsiteX911" fmla="*/ 5817651 w 7467600"/>
              <a:gd name="connsiteY911" fmla="*/ 3023919 h 6858000"/>
              <a:gd name="connsiteX912" fmla="*/ 5729634 w 7467600"/>
              <a:gd name="connsiteY912" fmla="*/ 3051849 h 6858000"/>
              <a:gd name="connsiteX913" fmla="*/ 5611018 w 7467600"/>
              <a:gd name="connsiteY913" fmla="*/ 2316769 h 6858000"/>
              <a:gd name="connsiteX914" fmla="*/ 5687608 w 7467600"/>
              <a:gd name="connsiteY914" fmla="*/ 2039972 h 6858000"/>
              <a:gd name="connsiteX915" fmla="*/ 5657554 w 7467600"/>
              <a:gd name="connsiteY915" fmla="*/ 1576445 h 6858000"/>
              <a:gd name="connsiteX916" fmla="*/ 5150475 w 7467600"/>
              <a:gd name="connsiteY916" fmla="*/ 1274012 h 6858000"/>
              <a:gd name="connsiteX917" fmla="*/ 5349142 w 7467600"/>
              <a:gd name="connsiteY917" fmla="*/ 2204405 h 6858000"/>
              <a:gd name="connsiteX918" fmla="*/ 5262214 w 7467600"/>
              <a:gd name="connsiteY918" fmla="*/ 2233836 h 6858000"/>
              <a:gd name="connsiteX919" fmla="*/ 4981539 w 7467600"/>
              <a:gd name="connsiteY919" fmla="*/ 1542201 h 6858000"/>
              <a:gd name="connsiteX920" fmla="*/ 4958461 w 7467600"/>
              <a:gd name="connsiteY920" fmla="*/ 1136957 h 6858000"/>
              <a:gd name="connsiteX921" fmla="*/ 4655015 w 7467600"/>
              <a:gd name="connsiteY921" fmla="*/ 891426 h 6858000"/>
              <a:gd name="connsiteX922" fmla="*/ 4348002 w 7467600"/>
              <a:gd name="connsiteY922" fmla="*/ 2205895 h 6858000"/>
              <a:gd name="connsiteX923" fmla="*/ 4262250 w 7467600"/>
              <a:gd name="connsiteY923" fmla="*/ 2219972 h 6858000"/>
              <a:gd name="connsiteX924" fmla="*/ 4550611 w 7467600"/>
              <a:gd name="connsiteY924" fmla="*/ 817540 h 6858000"/>
              <a:gd name="connsiteX925" fmla="*/ 4564418 w 7467600"/>
              <a:gd name="connsiteY925" fmla="*/ 808293 h 6858000"/>
              <a:gd name="connsiteX926" fmla="*/ 4266388 w 7467600"/>
              <a:gd name="connsiteY926" fmla="*/ 500083 h 6858000"/>
              <a:gd name="connsiteX927" fmla="*/ 4032842 w 7467600"/>
              <a:gd name="connsiteY927" fmla="*/ 211809 h 6858000"/>
              <a:gd name="connsiteX928" fmla="*/ 3882765 w 7467600"/>
              <a:gd name="connsiteY928" fmla="*/ 0 h 6858000"/>
              <a:gd name="connsiteX929" fmla="*/ 3721337 w 7467600"/>
              <a:gd name="connsiteY929" fmla="*/ 0 h 6858000"/>
              <a:gd name="connsiteX930" fmla="*/ 3797544 w 7467600"/>
              <a:gd name="connsiteY930" fmla="*/ 0 h 6858000"/>
              <a:gd name="connsiteX931" fmla="*/ 3775734 w 7467600"/>
              <a:gd name="connsiteY931" fmla="*/ 95131 h 6858000"/>
              <a:gd name="connsiteX932" fmla="*/ 3724807 w 7467600"/>
              <a:gd name="connsiteY932" fmla="*/ 272257 h 6858000"/>
              <a:gd name="connsiteX933" fmla="*/ 3726844 w 7467600"/>
              <a:gd name="connsiteY933" fmla="*/ 282988 h 6858000"/>
              <a:gd name="connsiteX934" fmla="*/ 3742664 w 7467600"/>
              <a:gd name="connsiteY934" fmla="*/ 279918 h 6858000"/>
              <a:gd name="connsiteX935" fmla="*/ 4103910 w 7467600"/>
              <a:gd name="connsiteY935" fmla="*/ 1161917 h 6858000"/>
              <a:gd name="connsiteX936" fmla="*/ 4020269 w 7467600"/>
              <a:gd name="connsiteY936" fmla="*/ 1200406 h 6858000"/>
              <a:gd name="connsiteX937" fmla="*/ 3674882 w 7467600"/>
              <a:gd name="connsiteY937" fmla="*/ 488524 h 6858000"/>
              <a:gd name="connsiteX938" fmla="*/ 3132682 w 7467600"/>
              <a:gd name="connsiteY938" fmla="*/ 1072284 h 6858000"/>
              <a:gd name="connsiteX939" fmla="*/ 2716346 w 7467600"/>
              <a:gd name="connsiteY939" fmla="*/ 1276376 h 6858000"/>
              <a:gd name="connsiteX940" fmla="*/ 2716772 w 7467600"/>
              <a:gd name="connsiteY940" fmla="*/ 1255462 h 6858000"/>
              <a:gd name="connsiteX941" fmla="*/ 3471096 w 7467600"/>
              <a:gd name="connsiteY941" fmla="*/ 437072 h 6858000"/>
              <a:gd name="connsiteX942" fmla="*/ 3639057 w 7467600"/>
              <a:gd name="connsiteY942" fmla="*/ 286334 h 6858000"/>
              <a:gd name="connsiteX943" fmla="*/ 3640309 w 7467600"/>
              <a:gd name="connsiteY943" fmla="*/ 284664 h 6858000"/>
              <a:gd name="connsiteX944" fmla="*/ 3646022 w 7467600"/>
              <a:gd name="connsiteY944" fmla="*/ 276711 h 6858000"/>
              <a:gd name="connsiteX945" fmla="*/ 3707943 w 7467600"/>
              <a:gd name="connsiteY945" fmla="*/ 65958 h 6858000"/>
              <a:gd name="connsiteX946" fmla="*/ 3721337 w 7467600"/>
              <a:gd name="connsiteY946" fmla="*/ 0 h 6858000"/>
              <a:gd name="connsiteX947" fmla="*/ 2867960 w 7467600"/>
              <a:gd name="connsiteY947" fmla="*/ 0 h 6858000"/>
              <a:gd name="connsiteX948" fmla="*/ 2926351 w 7467600"/>
              <a:gd name="connsiteY948" fmla="*/ 0 h 6858000"/>
              <a:gd name="connsiteX949" fmla="*/ 2902823 w 7467600"/>
              <a:gd name="connsiteY949" fmla="*/ 262929 h 6858000"/>
              <a:gd name="connsiteX950" fmla="*/ 2940663 w 7467600"/>
              <a:gd name="connsiteY950" fmla="*/ 140884 h 6858000"/>
              <a:gd name="connsiteX951" fmla="*/ 2947039 w 7467600"/>
              <a:gd name="connsiteY951" fmla="*/ 122524 h 6858000"/>
              <a:gd name="connsiteX952" fmla="*/ 2984316 w 7467600"/>
              <a:gd name="connsiteY952" fmla="*/ 0 h 6858000"/>
              <a:gd name="connsiteX953" fmla="*/ 3016114 w 7467600"/>
              <a:gd name="connsiteY953" fmla="*/ 0 h 6858000"/>
              <a:gd name="connsiteX954" fmla="*/ 2979949 w 7467600"/>
              <a:gd name="connsiteY954" fmla="*/ 119274 h 6858000"/>
              <a:gd name="connsiteX955" fmla="*/ 3023879 w 7467600"/>
              <a:gd name="connsiteY955" fmla="*/ 0 h 6858000"/>
              <a:gd name="connsiteX956" fmla="*/ 3105400 w 7467600"/>
              <a:gd name="connsiteY956" fmla="*/ 0 h 6858000"/>
              <a:gd name="connsiteX957" fmla="*/ 3094669 w 7467600"/>
              <a:gd name="connsiteY957" fmla="*/ 30308 h 6858000"/>
              <a:gd name="connsiteX958" fmla="*/ 2901945 w 7467600"/>
              <a:gd name="connsiteY958" fmla="*/ 466538 h 6858000"/>
              <a:gd name="connsiteX959" fmla="*/ 2815209 w 7467600"/>
              <a:gd name="connsiteY959" fmla="*/ 497361 h 6858000"/>
              <a:gd name="connsiteX960" fmla="*/ 2844845 w 7467600"/>
              <a:gd name="connsiteY960" fmla="*/ 127638 h 6858000"/>
              <a:gd name="connsiteX961" fmla="*/ 2867960 w 7467600"/>
              <a:gd name="connsiteY961" fmla="*/ 0 h 6858000"/>
              <a:gd name="connsiteX962" fmla="*/ 1057230 w 7467600"/>
              <a:gd name="connsiteY962" fmla="*/ 0 h 6858000"/>
              <a:gd name="connsiteX963" fmla="*/ 1111003 w 7467600"/>
              <a:gd name="connsiteY963" fmla="*/ 0 h 6858000"/>
              <a:gd name="connsiteX964" fmla="*/ 1125553 w 7467600"/>
              <a:gd name="connsiteY964" fmla="*/ 52588 h 6858000"/>
              <a:gd name="connsiteX965" fmla="*/ 1304276 w 7467600"/>
              <a:gd name="connsiteY965" fmla="*/ 476275 h 6858000"/>
              <a:gd name="connsiteX966" fmla="*/ 1492066 w 7467600"/>
              <a:gd name="connsiteY966" fmla="*/ 886333 h 6858000"/>
              <a:gd name="connsiteX967" fmla="*/ 1423698 w 7467600"/>
              <a:gd name="connsiteY967" fmla="*/ 710817 h 6858000"/>
              <a:gd name="connsiteX968" fmla="*/ 1357609 w 7467600"/>
              <a:gd name="connsiteY968" fmla="*/ 532892 h 6858000"/>
              <a:gd name="connsiteX969" fmla="*/ 1309550 w 7467600"/>
              <a:gd name="connsiteY969" fmla="*/ 374031 h 6858000"/>
              <a:gd name="connsiteX970" fmla="*/ 1193673 w 7467600"/>
              <a:gd name="connsiteY970" fmla="*/ 49533 h 6858000"/>
              <a:gd name="connsiteX971" fmla="*/ 1164391 w 7467600"/>
              <a:gd name="connsiteY971" fmla="*/ 0 h 6858000"/>
              <a:gd name="connsiteX972" fmla="*/ 1200666 w 7467600"/>
              <a:gd name="connsiteY972" fmla="*/ 0 h 6858000"/>
              <a:gd name="connsiteX973" fmla="*/ 1223408 w 7467600"/>
              <a:gd name="connsiteY973" fmla="*/ 38996 h 6858000"/>
              <a:gd name="connsiteX974" fmla="*/ 1339635 w 7467600"/>
              <a:gd name="connsiteY974" fmla="*/ 365517 h 6858000"/>
              <a:gd name="connsiteX975" fmla="*/ 1387469 w 7467600"/>
              <a:gd name="connsiteY975" fmla="*/ 523079 h 6858000"/>
              <a:gd name="connsiteX976" fmla="*/ 1452685 w 7467600"/>
              <a:gd name="connsiteY976" fmla="*/ 699806 h 6858000"/>
              <a:gd name="connsiteX977" fmla="*/ 1492092 w 7467600"/>
              <a:gd name="connsiteY977" fmla="*/ 800424 h 6858000"/>
              <a:gd name="connsiteX978" fmla="*/ 1455302 w 7467600"/>
              <a:gd name="connsiteY978" fmla="*/ 632913 h 6858000"/>
              <a:gd name="connsiteX979" fmla="*/ 1222336 w 7467600"/>
              <a:gd name="connsiteY979" fmla="*/ 9480 h 6858000"/>
              <a:gd name="connsiteX980" fmla="*/ 1214634 w 7467600"/>
              <a:gd name="connsiteY980" fmla="*/ 0 h 6858000"/>
              <a:gd name="connsiteX981" fmla="*/ 1289827 w 7467600"/>
              <a:gd name="connsiteY981" fmla="*/ 0 h 6858000"/>
              <a:gd name="connsiteX982" fmla="*/ 1321076 w 7467600"/>
              <a:gd name="connsiteY982" fmla="*/ 59722 h 6858000"/>
              <a:gd name="connsiteX983" fmla="*/ 1512579 w 7467600"/>
              <a:gd name="connsiteY983" fmla="*/ 626441 h 6858000"/>
              <a:gd name="connsiteX984" fmla="*/ 1506076 w 7467600"/>
              <a:gd name="connsiteY984" fmla="*/ 1089289 h 6858000"/>
              <a:gd name="connsiteX985" fmla="*/ 1486346 w 7467600"/>
              <a:gd name="connsiteY985" fmla="*/ 1079919 h 6858000"/>
              <a:gd name="connsiteX986" fmla="*/ 1070511 w 7467600"/>
              <a:gd name="connsiteY986" fmla="*/ 48609 h 6858000"/>
              <a:gd name="connsiteX987" fmla="*/ 1057230 w 7467600"/>
              <a:gd name="connsiteY987" fmla="*/ 0 h 6858000"/>
              <a:gd name="connsiteX988" fmla="*/ 43151 w 7467600"/>
              <a:gd name="connsiteY988" fmla="*/ 0 h 6858000"/>
              <a:gd name="connsiteX989" fmla="*/ 95283 w 7467600"/>
              <a:gd name="connsiteY989" fmla="*/ 0 h 6858000"/>
              <a:gd name="connsiteX990" fmla="*/ 300708 w 7467600"/>
              <a:gd name="connsiteY990" fmla="*/ 154571 h 6858000"/>
              <a:gd name="connsiteX991" fmla="*/ 530414 w 7467600"/>
              <a:gd name="connsiteY991" fmla="*/ 354673 h 6858000"/>
              <a:gd name="connsiteX992" fmla="*/ 333785 w 7467600"/>
              <a:gd name="connsiteY992" fmla="*/ 161564 h 6858000"/>
              <a:gd name="connsiteX993" fmla="*/ 147005 w 7467600"/>
              <a:gd name="connsiteY993" fmla="*/ 0 h 6858000"/>
              <a:gd name="connsiteX994" fmla="*/ 272509 w 7467600"/>
              <a:gd name="connsiteY994" fmla="*/ 0 h 6858000"/>
              <a:gd name="connsiteX995" fmla="*/ 326276 w 7467600"/>
              <a:gd name="connsiteY995" fmla="*/ 45847 h 6858000"/>
              <a:gd name="connsiteX996" fmla="*/ 823759 w 7467600"/>
              <a:gd name="connsiteY996" fmla="*/ 574145 h 6858000"/>
              <a:gd name="connsiteX997" fmla="*/ 811254 w 7467600"/>
              <a:gd name="connsiteY997" fmla="*/ 665546 h 6858000"/>
              <a:gd name="connsiteX998" fmla="*/ 154042 w 7467600"/>
              <a:gd name="connsiteY998" fmla="*/ 261522 h 6858000"/>
              <a:gd name="connsiteX999" fmla="*/ 13550 w 7467600"/>
              <a:gd name="connsiteY999" fmla="*/ 158423 h 6858000"/>
              <a:gd name="connsiteX1000" fmla="*/ 0 w 7467600"/>
              <a:gd name="connsiteY1000" fmla="*/ 146618 h 6858000"/>
              <a:gd name="connsiteX1001" fmla="*/ 0 w 7467600"/>
              <a:gd name="connsiteY1001" fmla="*/ 59161 h 6858000"/>
              <a:gd name="connsiteX1002" fmla="*/ 45427 w 7467600"/>
              <a:gd name="connsiteY1002" fmla="*/ 101078 h 6858000"/>
              <a:gd name="connsiteX1003" fmla="*/ 630103 w 7467600"/>
              <a:gd name="connsiteY1003" fmla="*/ 485885 h 6858000"/>
              <a:gd name="connsiteX1004" fmla="*/ 532040 w 7467600"/>
              <a:gd name="connsiteY1004" fmla="*/ 399359 h 6858000"/>
              <a:gd name="connsiteX1005" fmla="*/ 517618 w 7467600"/>
              <a:gd name="connsiteY1005" fmla="*/ 385726 h 6858000"/>
              <a:gd name="connsiteX1006" fmla="*/ 285074 w 7467600"/>
              <a:gd name="connsiteY1006" fmla="*/ 182755 h 6858000"/>
              <a:gd name="connsiteX1007" fmla="*/ 43151 w 7467600"/>
              <a:gd name="connsiteY100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19999 w 7467600"/>
              <a:gd name="connsiteY844" fmla="*/ 774360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5905192 w 7467600"/>
              <a:gd name="connsiteY848" fmla="*/ 163079 h 6858000"/>
              <a:gd name="connsiteX849" fmla="*/ 5865655 w 7467600"/>
              <a:gd name="connsiteY849" fmla="*/ 171901 h 6858000"/>
              <a:gd name="connsiteX850" fmla="*/ 5259740 w 7467600"/>
              <a:gd name="connsiteY850" fmla="*/ 257013 h 6858000"/>
              <a:gd name="connsiteX851" fmla="*/ 5208466 w 7467600"/>
              <a:gd name="connsiteY851" fmla="*/ 257550 h 6858000"/>
              <a:gd name="connsiteX852" fmla="*/ 4980204 w 7467600"/>
              <a:gd name="connsiteY852" fmla="*/ 271903 h 6858000"/>
              <a:gd name="connsiteX853" fmla="*/ 5068068 w 7467600"/>
              <a:gd name="connsiteY853" fmla="*/ 282244 h 6858000"/>
              <a:gd name="connsiteX854" fmla="*/ 5153231 w 7467600"/>
              <a:gd name="connsiteY854" fmla="*/ 292240 h 6858000"/>
              <a:gd name="connsiteX855" fmla="*/ 5426491 w 7467600"/>
              <a:gd name="connsiteY855" fmla="*/ 281128 h 6858000"/>
              <a:gd name="connsiteX856" fmla="*/ 5731212 w 7467600"/>
              <a:gd name="connsiteY856" fmla="*/ 231951 h 6858000"/>
              <a:gd name="connsiteX857" fmla="*/ 5905192 w 7467600"/>
              <a:gd name="connsiteY857" fmla="*/ 163079 h 6858000"/>
              <a:gd name="connsiteX858" fmla="*/ 5944437 w 7467600"/>
              <a:gd name="connsiteY858" fmla="*/ 113829 h 6858000"/>
              <a:gd name="connsiteX859" fmla="*/ 5825032 w 7467600"/>
              <a:gd name="connsiteY859" fmla="*/ 146405 h 6858000"/>
              <a:gd name="connsiteX860" fmla="*/ 4955599 w 7467600"/>
              <a:gd name="connsiteY860" fmla="*/ 247008 h 6858000"/>
              <a:gd name="connsiteX861" fmla="*/ 5210104 w 7467600"/>
              <a:gd name="connsiteY861" fmla="*/ 228123 h 6858000"/>
              <a:gd name="connsiteX862" fmla="*/ 5261015 w 7467600"/>
              <a:gd name="connsiteY862" fmla="*/ 227087 h 6858000"/>
              <a:gd name="connsiteX863" fmla="*/ 5861181 w 7467600"/>
              <a:gd name="connsiteY863" fmla="*/ 143093 h 6858000"/>
              <a:gd name="connsiteX864" fmla="*/ 5961252 w 7467600"/>
              <a:gd name="connsiteY864" fmla="*/ 114820 h 6858000"/>
              <a:gd name="connsiteX865" fmla="*/ 5944437 w 7467600"/>
              <a:gd name="connsiteY865" fmla="*/ 113829 h 6858000"/>
              <a:gd name="connsiteX866" fmla="*/ 3882765 w 7467600"/>
              <a:gd name="connsiteY866" fmla="*/ 0 h 6858000"/>
              <a:gd name="connsiteX867" fmla="*/ 3995099 w 7467600"/>
              <a:gd name="connsiteY867" fmla="*/ 0 h 6858000"/>
              <a:gd name="connsiteX868" fmla="*/ 4163818 w 7467600"/>
              <a:gd name="connsiteY868" fmla="*/ 234104 h 6858000"/>
              <a:gd name="connsiteX869" fmla="*/ 4172099 w 7467600"/>
              <a:gd name="connsiteY869" fmla="*/ 234207 h 6858000"/>
              <a:gd name="connsiteX870" fmla="*/ 4784282 w 7467600"/>
              <a:gd name="connsiteY870" fmla="*/ 276561 h 6858000"/>
              <a:gd name="connsiteX871" fmla="*/ 4801687 w 7467600"/>
              <a:gd name="connsiteY871" fmla="*/ 267764 h 6858000"/>
              <a:gd name="connsiteX872" fmla="*/ 6082788 w 7467600"/>
              <a:gd name="connsiteY872" fmla="*/ 64119 h 6858000"/>
              <a:gd name="connsiteX873" fmla="*/ 6099442 w 7467600"/>
              <a:gd name="connsiteY873" fmla="*/ 82568 h 6858000"/>
              <a:gd name="connsiteX874" fmla="*/ 4804137 w 7467600"/>
              <a:gd name="connsiteY874" fmla="*/ 320931 h 6858000"/>
              <a:gd name="connsiteX875" fmla="*/ 4227047 w 7467600"/>
              <a:gd name="connsiteY875" fmla="*/ 313415 h 6858000"/>
              <a:gd name="connsiteX876" fmla="*/ 4346041 w 7467600"/>
              <a:gd name="connsiteY876" fmla="*/ 456086 h 6858000"/>
              <a:gd name="connsiteX877" fmla="*/ 4870967 w 7467600"/>
              <a:gd name="connsiteY877" fmla="*/ 963061 h 6858000"/>
              <a:gd name="connsiteX878" fmla="*/ 4889647 w 7467600"/>
              <a:gd name="connsiteY878" fmla="*/ 957147 h 6858000"/>
              <a:gd name="connsiteX879" fmla="*/ 5422504 w 7467600"/>
              <a:gd name="connsiteY879" fmla="*/ 805191 h 6858000"/>
              <a:gd name="connsiteX880" fmla="*/ 6087656 w 7467600"/>
              <a:gd name="connsiteY880" fmla="*/ 826703 h 6858000"/>
              <a:gd name="connsiteX881" fmla="*/ 6058717 w 7467600"/>
              <a:gd name="connsiteY881" fmla="*/ 865992 h 6858000"/>
              <a:gd name="connsiteX882" fmla="*/ 4974153 w 7467600"/>
              <a:gd name="connsiteY882" fmla="*/ 1045456 h 6858000"/>
              <a:gd name="connsiteX883" fmla="*/ 5627835 w 7467600"/>
              <a:gd name="connsiteY883" fmla="*/ 1472077 h 6858000"/>
              <a:gd name="connsiteX884" fmla="*/ 5629817 w 7467600"/>
              <a:gd name="connsiteY884" fmla="*/ 1471412 h 6858000"/>
              <a:gd name="connsiteX885" fmla="*/ 5634124 w 7467600"/>
              <a:gd name="connsiteY885" fmla="*/ 1470572 h 6858000"/>
              <a:gd name="connsiteX886" fmla="*/ 5755832 w 7467600"/>
              <a:gd name="connsiteY886" fmla="*/ 1383886 h 6858000"/>
              <a:gd name="connsiteX887" fmla="*/ 6014186 w 7467600"/>
              <a:gd name="connsiteY887" fmla="*/ 1279799 h 6858000"/>
              <a:gd name="connsiteX888" fmla="*/ 6901619 w 7467600"/>
              <a:gd name="connsiteY888" fmla="*/ 1047874 h 6858000"/>
              <a:gd name="connsiteX889" fmla="*/ 6931566 w 7467600"/>
              <a:gd name="connsiteY889" fmla="*/ 1062034 h 6858000"/>
              <a:gd name="connsiteX890" fmla="*/ 5790982 w 7467600"/>
              <a:gd name="connsiteY890" fmla="*/ 1561380 h 6858000"/>
              <a:gd name="connsiteX891" fmla="*/ 6188971 w 7467600"/>
              <a:gd name="connsiteY891" fmla="*/ 1755168 h 6858000"/>
              <a:gd name="connsiteX892" fmla="*/ 6202446 w 7467600"/>
              <a:gd name="connsiteY892" fmla="*/ 1752268 h 6858000"/>
              <a:gd name="connsiteX893" fmla="*/ 7179560 w 7467600"/>
              <a:gd name="connsiteY893" fmla="*/ 1467551 h 6858000"/>
              <a:gd name="connsiteX894" fmla="*/ 7158730 w 7467600"/>
              <a:gd name="connsiteY894" fmla="*/ 1507835 h 6858000"/>
              <a:gd name="connsiteX895" fmla="*/ 6326959 w 7467600"/>
              <a:gd name="connsiteY895" fmla="*/ 1817686 h 6858000"/>
              <a:gd name="connsiteX896" fmla="*/ 6537433 w 7467600"/>
              <a:gd name="connsiteY896" fmla="*/ 1907790 h 6858000"/>
              <a:gd name="connsiteX897" fmla="*/ 6550221 w 7467600"/>
              <a:gd name="connsiteY897" fmla="*/ 1910729 h 6858000"/>
              <a:gd name="connsiteX898" fmla="*/ 6964438 w 7467600"/>
              <a:gd name="connsiteY898" fmla="*/ 2209505 h 6858000"/>
              <a:gd name="connsiteX899" fmla="*/ 7367862 w 7467600"/>
              <a:gd name="connsiteY899" fmla="*/ 2806833 h 6858000"/>
              <a:gd name="connsiteX900" fmla="*/ 7364329 w 7467600"/>
              <a:gd name="connsiteY900" fmla="*/ 2826907 h 6858000"/>
              <a:gd name="connsiteX901" fmla="*/ 7290545 w 7467600"/>
              <a:gd name="connsiteY901" fmla="*/ 2850663 h 6858000"/>
              <a:gd name="connsiteX902" fmla="*/ 6472036 w 7467600"/>
              <a:gd name="connsiteY902" fmla="*/ 1959003 h 6858000"/>
              <a:gd name="connsiteX903" fmla="*/ 5792897 w 7467600"/>
              <a:gd name="connsiteY903" fmla="*/ 1647747 h 6858000"/>
              <a:gd name="connsiteX904" fmla="*/ 5842751 w 7467600"/>
              <a:gd name="connsiteY904" fmla="*/ 1816112 h 6858000"/>
              <a:gd name="connsiteX905" fmla="*/ 5847424 w 7467600"/>
              <a:gd name="connsiteY905" fmla="*/ 1815776 h 6858000"/>
              <a:gd name="connsiteX906" fmla="*/ 6399821 w 7467600"/>
              <a:gd name="connsiteY906" fmla="*/ 2344799 h 6858000"/>
              <a:gd name="connsiteX907" fmla="*/ 6323232 w 7467600"/>
              <a:gd name="connsiteY907" fmla="*/ 2389634 h 6858000"/>
              <a:gd name="connsiteX908" fmla="*/ 5942958 w 7467600"/>
              <a:gd name="connsiteY908" fmla="*/ 2077708 h 6858000"/>
              <a:gd name="connsiteX909" fmla="*/ 5921559 w 7467600"/>
              <a:gd name="connsiteY909" fmla="*/ 2378596 h 6858000"/>
              <a:gd name="connsiteX910" fmla="*/ 5817651 w 7467600"/>
              <a:gd name="connsiteY910" fmla="*/ 3023919 h 6858000"/>
              <a:gd name="connsiteX911" fmla="*/ 5729634 w 7467600"/>
              <a:gd name="connsiteY911" fmla="*/ 3051849 h 6858000"/>
              <a:gd name="connsiteX912" fmla="*/ 5611018 w 7467600"/>
              <a:gd name="connsiteY912" fmla="*/ 2316769 h 6858000"/>
              <a:gd name="connsiteX913" fmla="*/ 5687608 w 7467600"/>
              <a:gd name="connsiteY913" fmla="*/ 2039972 h 6858000"/>
              <a:gd name="connsiteX914" fmla="*/ 5657554 w 7467600"/>
              <a:gd name="connsiteY914" fmla="*/ 1576445 h 6858000"/>
              <a:gd name="connsiteX915" fmla="*/ 5150475 w 7467600"/>
              <a:gd name="connsiteY915" fmla="*/ 1274012 h 6858000"/>
              <a:gd name="connsiteX916" fmla="*/ 5349142 w 7467600"/>
              <a:gd name="connsiteY916" fmla="*/ 2204405 h 6858000"/>
              <a:gd name="connsiteX917" fmla="*/ 5262214 w 7467600"/>
              <a:gd name="connsiteY917" fmla="*/ 2233836 h 6858000"/>
              <a:gd name="connsiteX918" fmla="*/ 4981539 w 7467600"/>
              <a:gd name="connsiteY918" fmla="*/ 1542201 h 6858000"/>
              <a:gd name="connsiteX919" fmla="*/ 4958461 w 7467600"/>
              <a:gd name="connsiteY919" fmla="*/ 1136957 h 6858000"/>
              <a:gd name="connsiteX920" fmla="*/ 4655015 w 7467600"/>
              <a:gd name="connsiteY920" fmla="*/ 891426 h 6858000"/>
              <a:gd name="connsiteX921" fmla="*/ 4348002 w 7467600"/>
              <a:gd name="connsiteY921" fmla="*/ 2205895 h 6858000"/>
              <a:gd name="connsiteX922" fmla="*/ 4262250 w 7467600"/>
              <a:gd name="connsiteY922" fmla="*/ 2219972 h 6858000"/>
              <a:gd name="connsiteX923" fmla="*/ 4550611 w 7467600"/>
              <a:gd name="connsiteY923" fmla="*/ 817540 h 6858000"/>
              <a:gd name="connsiteX924" fmla="*/ 4564418 w 7467600"/>
              <a:gd name="connsiteY924" fmla="*/ 808293 h 6858000"/>
              <a:gd name="connsiteX925" fmla="*/ 4266388 w 7467600"/>
              <a:gd name="connsiteY925" fmla="*/ 500083 h 6858000"/>
              <a:gd name="connsiteX926" fmla="*/ 4032842 w 7467600"/>
              <a:gd name="connsiteY926" fmla="*/ 211809 h 6858000"/>
              <a:gd name="connsiteX927" fmla="*/ 3882765 w 7467600"/>
              <a:gd name="connsiteY927" fmla="*/ 0 h 6858000"/>
              <a:gd name="connsiteX928" fmla="*/ 3721337 w 7467600"/>
              <a:gd name="connsiteY928" fmla="*/ 0 h 6858000"/>
              <a:gd name="connsiteX929" fmla="*/ 3797544 w 7467600"/>
              <a:gd name="connsiteY929" fmla="*/ 0 h 6858000"/>
              <a:gd name="connsiteX930" fmla="*/ 3775734 w 7467600"/>
              <a:gd name="connsiteY930" fmla="*/ 95131 h 6858000"/>
              <a:gd name="connsiteX931" fmla="*/ 3724807 w 7467600"/>
              <a:gd name="connsiteY931" fmla="*/ 272257 h 6858000"/>
              <a:gd name="connsiteX932" fmla="*/ 3726844 w 7467600"/>
              <a:gd name="connsiteY932" fmla="*/ 282988 h 6858000"/>
              <a:gd name="connsiteX933" fmla="*/ 3742664 w 7467600"/>
              <a:gd name="connsiteY933" fmla="*/ 279918 h 6858000"/>
              <a:gd name="connsiteX934" fmla="*/ 4103910 w 7467600"/>
              <a:gd name="connsiteY934" fmla="*/ 1161917 h 6858000"/>
              <a:gd name="connsiteX935" fmla="*/ 4020269 w 7467600"/>
              <a:gd name="connsiteY935" fmla="*/ 1200406 h 6858000"/>
              <a:gd name="connsiteX936" fmla="*/ 3674882 w 7467600"/>
              <a:gd name="connsiteY936" fmla="*/ 488524 h 6858000"/>
              <a:gd name="connsiteX937" fmla="*/ 3132682 w 7467600"/>
              <a:gd name="connsiteY937" fmla="*/ 1072284 h 6858000"/>
              <a:gd name="connsiteX938" fmla="*/ 2716346 w 7467600"/>
              <a:gd name="connsiteY938" fmla="*/ 1276376 h 6858000"/>
              <a:gd name="connsiteX939" fmla="*/ 2716772 w 7467600"/>
              <a:gd name="connsiteY939" fmla="*/ 1255462 h 6858000"/>
              <a:gd name="connsiteX940" fmla="*/ 3471096 w 7467600"/>
              <a:gd name="connsiteY940" fmla="*/ 437072 h 6858000"/>
              <a:gd name="connsiteX941" fmla="*/ 3639057 w 7467600"/>
              <a:gd name="connsiteY941" fmla="*/ 286334 h 6858000"/>
              <a:gd name="connsiteX942" fmla="*/ 3640309 w 7467600"/>
              <a:gd name="connsiteY942" fmla="*/ 284664 h 6858000"/>
              <a:gd name="connsiteX943" fmla="*/ 3646022 w 7467600"/>
              <a:gd name="connsiteY943" fmla="*/ 276711 h 6858000"/>
              <a:gd name="connsiteX944" fmla="*/ 3707943 w 7467600"/>
              <a:gd name="connsiteY944" fmla="*/ 65958 h 6858000"/>
              <a:gd name="connsiteX945" fmla="*/ 3721337 w 7467600"/>
              <a:gd name="connsiteY945" fmla="*/ 0 h 6858000"/>
              <a:gd name="connsiteX946" fmla="*/ 2867960 w 7467600"/>
              <a:gd name="connsiteY946" fmla="*/ 0 h 6858000"/>
              <a:gd name="connsiteX947" fmla="*/ 2926351 w 7467600"/>
              <a:gd name="connsiteY947" fmla="*/ 0 h 6858000"/>
              <a:gd name="connsiteX948" fmla="*/ 2902823 w 7467600"/>
              <a:gd name="connsiteY948" fmla="*/ 262929 h 6858000"/>
              <a:gd name="connsiteX949" fmla="*/ 2940663 w 7467600"/>
              <a:gd name="connsiteY949" fmla="*/ 140884 h 6858000"/>
              <a:gd name="connsiteX950" fmla="*/ 2947039 w 7467600"/>
              <a:gd name="connsiteY950" fmla="*/ 122524 h 6858000"/>
              <a:gd name="connsiteX951" fmla="*/ 2984316 w 7467600"/>
              <a:gd name="connsiteY951" fmla="*/ 0 h 6858000"/>
              <a:gd name="connsiteX952" fmla="*/ 3016114 w 7467600"/>
              <a:gd name="connsiteY952" fmla="*/ 0 h 6858000"/>
              <a:gd name="connsiteX953" fmla="*/ 2979949 w 7467600"/>
              <a:gd name="connsiteY953" fmla="*/ 119274 h 6858000"/>
              <a:gd name="connsiteX954" fmla="*/ 3023879 w 7467600"/>
              <a:gd name="connsiteY954" fmla="*/ 0 h 6858000"/>
              <a:gd name="connsiteX955" fmla="*/ 3105400 w 7467600"/>
              <a:gd name="connsiteY955" fmla="*/ 0 h 6858000"/>
              <a:gd name="connsiteX956" fmla="*/ 3094669 w 7467600"/>
              <a:gd name="connsiteY956" fmla="*/ 30308 h 6858000"/>
              <a:gd name="connsiteX957" fmla="*/ 2901945 w 7467600"/>
              <a:gd name="connsiteY957" fmla="*/ 466538 h 6858000"/>
              <a:gd name="connsiteX958" fmla="*/ 2815209 w 7467600"/>
              <a:gd name="connsiteY958" fmla="*/ 497361 h 6858000"/>
              <a:gd name="connsiteX959" fmla="*/ 2844845 w 7467600"/>
              <a:gd name="connsiteY959" fmla="*/ 127638 h 6858000"/>
              <a:gd name="connsiteX960" fmla="*/ 2867960 w 7467600"/>
              <a:gd name="connsiteY960" fmla="*/ 0 h 6858000"/>
              <a:gd name="connsiteX961" fmla="*/ 1057230 w 7467600"/>
              <a:gd name="connsiteY961" fmla="*/ 0 h 6858000"/>
              <a:gd name="connsiteX962" fmla="*/ 1111003 w 7467600"/>
              <a:gd name="connsiteY962" fmla="*/ 0 h 6858000"/>
              <a:gd name="connsiteX963" fmla="*/ 1125553 w 7467600"/>
              <a:gd name="connsiteY963" fmla="*/ 52588 h 6858000"/>
              <a:gd name="connsiteX964" fmla="*/ 1304276 w 7467600"/>
              <a:gd name="connsiteY964" fmla="*/ 476275 h 6858000"/>
              <a:gd name="connsiteX965" fmla="*/ 1492066 w 7467600"/>
              <a:gd name="connsiteY965" fmla="*/ 886333 h 6858000"/>
              <a:gd name="connsiteX966" fmla="*/ 1423698 w 7467600"/>
              <a:gd name="connsiteY966" fmla="*/ 710817 h 6858000"/>
              <a:gd name="connsiteX967" fmla="*/ 1357609 w 7467600"/>
              <a:gd name="connsiteY967" fmla="*/ 532892 h 6858000"/>
              <a:gd name="connsiteX968" fmla="*/ 1309550 w 7467600"/>
              <a:gd name="connsiteY968" fmla="*/ 374031 h 6858000"/>
              <a:gd name="connsiteX969" fmla="*/ 1193673 w 7467600"/>
              <a:gd name="connsiteY969" fmla="*/ 49533 h 6858000"/>
              <a:gd name="connsiteX970" fmla="*/ 1164391 w 7467600"/>
              <a:gd name="connsiteY970" fmla="*/ 0 h 6858000"/>
              <a:gd name="connsiteX971" fmla="*/ 1200666 w 7467600"/>
              <a:gd name="connsiteY971" fmla="*/ 0 h 6858000"/>
              <a:gd name="connsiteX972" fmla="*/ 1223408 w 7467600"/>
              <a:gd name="connsiteY972" fmla="*/ 38996 h 6858000"/>
              <a:gd name="connsiteX973" fmla="*/ 1339635 w 7467600"/>
              <a:gd name="connsiteY973" fmla="*/ 365517 h 6858000"/>
              <a:gd name="connsiteX974" fmla="*/ 1387469 w 7467600"/>
              <a:gd name="connsiteY974" fmla="*/ 523079 h 6858000"/>
              <a:gd name="connsiteX975" fmla="*/ 1452685 w 7467600"/>
              <a:gd name="connsiteY975" fmla="*/ 699806 h 6858000"/>
              <a:gd name="connsiteX976" fmla="*/ 1492092 w 7467600"/>
              <a:gd name="connsiteY976" fmla="*/ 800424 h 6858000"/>
              <a:gd name="connsiteX977" fmla="*/ 1455302 w 7467600"/>
              <a:gd name="connsiteY977" fmla="*/ 632913 h 6858000"/>
              <a:gd name="connsiteX978" fmla="*/ 1222336 w 7467600"/>
              <a:gd name="connsiteY978" fmla="*/ 9480 h 6858000"/>
              <a:gd name="connsiteX979" fmla="*/ 1214634 w 7467600"/>
              <a:gd name="connsiteY979" fmla="*/ 0 h 6858000"/>
              <a:gd name="connsiteX980" fmla="*/ 1289827 w 7467600"/>
              <a:gd name="connsiteY980" fmla="*/ 0 h 6858000"/>
              <a:gd name="connsiteX981" fmla="*/ 1321076 w 7467600"/>
              <a:gd name="connsiteY981" fmla="*/ 59722 h 6858000"/>
              <a:gd name="connsiteX982" fmla="*/ 1512579 w 7467600"/>
              <a:gd name="connsiteY982" fmla="*/ 626441 h 6858000"/>
              <a:gd name="connsiteX983" fmla="*/ 1506076 w 7467600"/>
              <a:gd name="connsiteY983" fmla="*/ 1089289 h 6858000"/>
              <a:gd name="connsiteX984" fmla="*/ 1486346 w 7467600"/>
              <a:gd name="connsiteY984" fmla="*/ 1079919 h 6858000"/>
              <a:gd name="connsiteX985" fmla="*/ 1070511 w 7467600"/>
              <a:gd name="connsiteY985" fmla="*/ 48609 h 6858000"/>
              <a:gd name="connsiteX986" fmla="*/ 1057230 w 7467600"/>
              <a:gd name="connsiteY986" fmla="*/ 0 h 6858000"/>
              <a:gd name="connsiteX987" fmla="*/ 43151 w 7467600"/>
              <a:gd name="connsiteY987" fmla="*/ 0 h 6858000"/>
              <a:gd name="connsiteX988" fmla="*/ 95283 w 7467600"/>
              <a:gd name="connsiteY988" fmla="*/ 0 h 6858000"/>
              <a:gd name="connsiteX989" fmla="*/ 300708 w 7467600"/>
              <a:gd name="connsiteY989" fmla="*/ 154571 h 6858000"/>
              <a:gd name="connsiteX990" fmla="*/ 530414 w 7467600"/>
              <a:gd name="connsiteY990" fmla="*/ 354673 h 6858000"/>
              <a:gd name="connsiteX991" fmla="*/ 333785 w 7467600"/>
              <a:gd name="connsiteY991" fmla="*/ 161564 h 6858000"/>
              <a:gd name="connsiteX992" fmla="*/ 147005 w 7467600"/>
              <a:gd name="connsiteY992" fmla="*/ 0 h 6858000"/>
              <a:gd name="connsiteX993" fmla="*/ 272509 w 7467600"/>
              <a:gd name="connsiteY993" fmla="*/ 0 h 6858000"/>
              <a:gd name="connsiteX994" fmla="*/ 326276 w 7467600"/>
              <a:gd name="connsiteY994" fmla="*/ 45847 h 6858000"/>
              <a:gd name="connsiteX995" fmla="*/ 823759 w 7467600"/>
              <a:gd name="connsiteY995" fmla="*/ 574145 h 6858000"/>
              <a:gd name="connsiteX996" fmla="*/ 811254 w 7467600"/>
              <a:gd name="connsiteY996" fmla="*/ 665546 h 6858000"/>
              <a:gd name="connsiteX997" fmla="*/ 154042 w 7467600"/>
              <a:gd name="connsiteY997" fmla="*/ 261522 h 6858000"/>
              <a:gd name="connsiteX998" fmla="*/ 13550 w 7467600"/>
              <a:gd name="connsiteY998" fmla="*/ 158423 h 6858000"/>
              <a:gd name="connsiteX999" fmla="*/ 0 w 7467600"/>
              <a:gd name="connsiteY999" fmla="*/ 146618 h 6858000"/>
              <a:gd name="connsiteX1000" fmla="*/ 0 w 7467600"/>
              <a:gd name="connsiteY1000" fmla="*/ 59161 h 6858000"/>
              <a:gd name="connsiteX1001" fmla="*/ 45427 w 7467600"/>
              <a:gd name="connsiteY1001" fmla="*/ 101078 h 6858000"/>
              <a:gd name="connsiteX1002" fmla="*/ 630103 w 7467600"/>
              <a:gd name="connsiteY1002" fmla="*/ 485885 h 6858000"/>
              <a:gd name="connsiteX1003" fmla="*/ 532040 w 7467600"/>
              <a:gd name="connsiteY1003" fmla="*/ 399359 h 6858000"/>
              <a:gd name="connsiteX1004" fmla="*/ 517618 w 7467600"/>
              <a:gd name="connsiteY1004" fmla="*/ 385726 h 6858000"/>
              <a:gd name="connsiteX1005" fmla="*/ 285074 w 7467600"/>
              <a:gd name="connsiteY1005" fmla="*/ 182755 h 6858000"/>
              <a:gd name="connsiteX1006" fmla="*/ 43151 w 7467600"/>
              <a:gd name="connsiteY100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51412 w 7467600"/>
              <a:gd name="connsiteY844" fmla="*/ 799572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5905192 w 7467600"/>
              <a:gd name="connsiteY847" fmla="*/ 163079 h 6858000"/>
              <a:gd name="connsiteX848" fmla="*/ 5865655 w 7467600"/>
              <a:gd name="connsiteY848" fmla="*/ 171901 h 6858000"/>
              <a:gd name="connsiteX849" fmla="*/ 5259740 w 7467600"/>
              <a:gd name="connsiteY849" fmla="*/ 257013 h 6858000"/>
              <a:gd name="connsiteX850" fmla="*/ 5208466 w 7467600"/>
              <a:gd name="connsiteY850" fmla="*/ 257550 h 6858000"/>
              <a:gd name="connsiteX851" fmla="*/ 4980204 w 7467600"/>
              <a:gd name="connsiteY851" fmla="*/ 271903 h 6858000"/>
              <a:gd name="connsiteX852" fmla="*/ 5068068 w 7467600"/>
              <a:gd name="connsiteY852" fmla="*/ 282244 h 6858000"/>
              <a:gd name="connsiteX853" fmla="*/ 5153231 w 7467600"/>
              <a:gd name="connsiteY853" fmla="*/ 292240 h 6858000"/>
              <a:gd name="connsiteX854" fmla="*/ 5426491 w 7467600"/>
              <a:gd name="connsiteY854" fmla="*/ 281128 h 6858000"/>
              <a:gd name="connsiteX855" fmla="*/ 5731212 w 7467600"/>
              <a:gd name="connsiteY855" fmla="*/ 231951 h 6858000"/>
              <a:gd name="connsiteX856" fmla="*/ 5905192 w 7467600"/>
              <a:gd name="connsiteY856" fmla="*/ 163079 h 6858000"/>
              <a:gd name="connsiteX857" fmla="*/ 5944437 w 7467600"/>
              <a:gd name="connsiteY857" fmla="*/ 113829 h 6858000"/>
              <a:gd name="connsiteX858" fmla="*/ 5825032 w 7467600"/>
              <a:gd name="connsiteY858" fmla="*/ 146405 h 6858000"/>
              <a:gd name="connsiteX859" fmla="*/ 4955599 w 7467600"/>
              <a:gd name="connsiteY859" fmla="*/ 247008 h 6858000"/>
              <a:gd name="connsiteX860" fmla="*/ 5210104 w 7467600"/>
              <a:gd name="connsiteY860" fmla="*/ 228123 h 6858000"/>
              <a:gd name="connsiteX861" fmla="*/ 5261015 w 7467600"/>
              <a:gd name="connsiteY861" fmla="*/ 227087 h 6858000"/>
              <a:gd name="connsiteX862" fmla="*/ 5861181 w 7467600"/>
              <a:gd name="connsiteY862" fmla="*/ 143093 h 6858000"/>
              <a:gd name="connsiteX863" fmla="*/ 5961252 w 7467600"/>
              <a:gd name="connsiteY863" fmla="*/ 114820 h 6858000"/>
              <a:gd name="connsiteX864" fmla="*/ 5944437 w 7467600"/>
              <a:gd name="connsiteY864" fmla="*/ 113829 h 6858000"/>
              <a:gd name="connsiteX865" fmla="*/ 3882765 w 7467600"/>
              <a:gd name="connsiteY865" fmla="*/ 0 h 6858000"/>
              <a:gd name="connsiteX866" fmla="*/ 3995099 w 7467600"/>
              <a:gd name="connsiteY866" fmla="*/ 0 h 6858000"/>
              <a:gd name="connsiteX867" fmla="*/ 4163818 w 7467600"/>
              <a:gd name="connsiteY867" fmla="*/ 234104 h 6858000"/>
              <a:gd name="connsiteX868" fmla="*/ 4172099 w 7467600"/>
              <a:gd name="connsiteY868" fmla="*/ 234207 h 6858000"/>
              <a:gd name="connsiteX869" fmla="*/ 4784282 w 7467600"/>
              <a:gd name="connsiteY869" fmla="*/ 276561 h 6858000"/>
              <a:gd name="connsiteX870" fmla="*/ 4801687 w 7467600"/>
              <a:gd name="connsiteY870" fmla="*/ 267764 h 6858000"/>
              <a:gd name="connsiteX871" fmla="*/ 6082788 w 7467600"/>
              <a:gd name="connsiteY871" fmla="*/ 64119 h 6858000"/>
              <a:gd name="connsiteX872" fmla="*/ 6099442 w 7467600"/>
              <a:gd name="connsiteY872" fmla="*/ 82568 h 6858000"/>
              <a:gd name="connsiteX873" fmla="*/ 4804137 w 7467600"/>
              <a:gd name="connsiteY873" fmla="*/ 320931 h 6858000"/>
              <a:gd name="connsiteX874" fmla="*/ 4227047 w 7467600"/>
              <a:gd name="connsiteY874" fmla="*/ 313415 h 6858000"/>
              <a:gd name="connsiteX875" fmla="*/ 4346041 w 7467600"/>
              <a:gd name="connsiteY875" fmla="*/ 456086 h 6858000"/>
              <a:gd name="connsiteX876" fmla="*/ 4870967 w 7467600"/>
              <a:gd name="connsiteY876" fmla="*/ 963061 h 6858000"/>
              <a:gd name="connsiteX877" fmla="*/ 4889647 w 7467600"/>
              <a:gd name="connsiteY877" fmla="*/ 957147 h 6858000"/>
              <a:gd name="connsiteX878" fmla="*/ 5422504 w 7467600"/>
              <a:gd name="connsiteY878" fmla="*/ 805191 h 6858000"/>
              <a:gd name="connsiteX879" fmla="*/ 6087656 w 7467600"/>
              <a:gd name="connsiteY879" fmla="*/ 826703 h 6858000"/>
              <a:gd name="connsiteX880" fmla="*/ 6058717 w 7467600"/>
              <a:gd name="connsiteY880" fmla="*/ 865992 h 6858000"/>
              <a:gd name="connsiteX881" fmla="*/ 4974153 w 7467600"/>
              <a:gd name="connsiteY881" fmla="*/ 1045456 h 6858000"/>
              <a:gd name="connsiteX882" fmla="*/ 5627835 w 7467600"/>
              <a:gd name="connsiteY882" fmla="*/ 1472077 h 6858000"/>
              <a:gd name="connsiteX883" fmla="*/ 5629817 w 7467600"/>
              <a:gd name="connsiteY883" fmla="*/ 1471412 h 6858000"/>
              <a:gd name="connsiteX884" fmla="*/ 5634124 w 7467600"/>
              <a:gd name="connsiteY884" fmla="*/ 1470572 h 6858000"/>
              <a:gd name="connsiteX885" fmla="*/ 5755832 w 7467600"/>
              <a:gd name="connsiteY885" fmla="*/ 1383886 h 6858000"/>
              <a:gd name="connsiteX886" fmla="*/ 6014186 w 7467600"/>
              <a:gd name="connsiteY886" fmla="*/ 1279799 h 6858000"/>
              <a:gd name="connsiteX887" fmla="*/ 6901619 w 7467600"/>
              <a:gd name="connsiteY887" fmla="*/ 1047874 h 6858000"/>
              <a:gd name="connsiteX888" fmla="*/ 6931566 w 7467600"/>
              <a:gd name="connsiteY888" fmla="*/ 1062034 h 6858000"/>
              <a:gd name="connsiteX889" fmla="*/ 5790982 w 7467600"/>
              <a:gd name="connsiteY889" fmla="*/ 1561380 h 6858000"/>
              <a:gd name="connsiteX890" fmla="*/ 6188971 w 7467600"/>
              <a:gd name="connsiteY890" fmla="*/ 1755168 h 6858000"/>
              <a:gd name="connsiteX891" fmla="*/ 6202446 w 7467600"/>
              <a:gd name="connsiteY891" fmla="*/ 1752268 h 6858000"/>
              <a:gd name="connsiteX892" fmla="*/ 7179560 w 7467600"/>
              <a:gd name="connsiteY892" fmla="*/ 1467551 h 6858000"/>
              <a:gd name="connsiteX893" fmla="*/ 7158730 w 7467600"/>
              <a:gd name="connsiteY893" fmla="*/ 1507835 h 6858000"/>
              <a:gd name="connsiteX894" fmla="*/ 6326959 w 7467600"/>
              <a:gd name="connsiteY894" fmla="*/ 1817686 h 6858000"/>
              <a:gd name="connsiteX895" fmla="*/ 6537433 w 7467600"/>
              <a:gd name="connsiteY895" fmla="*/ 1907790 h 6858000"/>
              <a:gd name="connsiteX896" fmla="*/ 6550221 w 7467600"/>
              <a:gd name="connsiteY896" fmla="*/ 1910729 h 6858000"/>
              <a:gd name="connsiteX897" fmla="*/ 6964438 w 7467600"/>
              <a:gd name="connsiteY897" fmla="*/ 2209505 h 6858000"/>
              <a:gd name="connsiteX898" fmla="*/ 7367862 w 7467600"/>
              <a:gd name="connsiteY898" fmla="*/ 2806833 h 6858000"/>
              <a:gd name="connsiteX899" fmla="*/ 7364329 w 7467600"/>
              <a:gd name="connsiteY899" fmla="*/ 2826907 h 6858000"/>
              <a:gd name="connsiteX900" fmla="*/ 7290545 w 7467600"/>
              <a:gd name="connsiteY900" fmla="*/ 2850663 h 6858000"/>
              <a:gd name="connsiteX901" fmla="*/ 6472036 w 7467600"/>
              <a:gd name="connsiteY901" fmla="*/ 1959003 h 6858000"/>
              <a:gd name="connsiteX902" fmla="*/ 5792897 w 7467600"/>
              <a:gd name="connsiteY902" fmla="*/ 1647747 h 6858000"/>
              <a:gd name="connsiteX903" fmla="*/ 5842751 w 7467600"/>
              <a:gd name="connsiteY903" fmla="*/ 1816112 h 6858000"/>
              <a:gd name="connsiteX904" fmla="*/ 5847424 w 7467600"/>
              <a:gd name="connsiteY904" fmla="*/ 1815776 h 6858000"/>
              <a:gd name="connsiteX905" fmla="*/ 6399821 w 7467600"/>
              <a:gd name="connsiteY905" fmla="*/ 2344799 h 6858000"/>
              <a:gd name="connsiteX906" fmla="*/ 6323232 w 7467600"/>
              <a:gd name="connsiteY906" fmla="*/ 2389634 h 6858000"/>
              <a:gd name="connsiteX907" fmla="*/ 5942958 w 7467600"/>
              <a:gd name="connsiteY907" fmla="*/ 2077708 h 6858000"/>
              <a:gd name="connsiteX908" fmla="*/ 5921559 w 7467600"/>
              <a:gd name="connsiteY908" fmla="*/ 2378596 h 6858000"/>
              <a:gd name="connsiteX909" fmla="*/ 5817651 w 7467600"/>
              <a:gd name="connsiteY909" fmla="*/ 3023919 h 6858000"/>
              <a:gd name="connsiteX910" fmla="*/ 5729634 w 7467600"/>
              <a:gd name="connsiteY910" fmla="*/ 3051849 h 6858000"/>
              <a:gd name="connsiteX911" fmla="*/ 5611018 w 7467600"/>
              <a:gd name="connsiteY911" fmla="*/ 2316769 h 6858000"/>
              <a:gd name="connsiteX912" fmla="*/ 5687608 w 7467600"/>
              <a:gd name="connsiteY912" fmla="*/ 2039972 h 6858000"/>
              <a:gd name="connsiteX913" fmla="*/ 5657554 w 7467600"/>
              <a:gd name="connsiteY913" fmla="*/ 1576445 h 6858000"/>
              <a:gd name="connsiteX914" fmla="*/ 5150475 w 7467600"/>
              <a:gd name="connsiteY914" fmla="*/ 1274012 h 6858000"/>
              <a:gd name="connsiteX915" fmla="*/ 5349142 w 7467600"/>
              <a:gd name="connsiteY915" fmla="*/ 2204405 h 6858000"/>
              <a:gd name="connsiteX916" fmla="*/ 5262214 w 7467600"/>
              <a:gd name="connsiteY916" fmla="*/ 2233836 h 6858000"/>
              <a:gd name="connsiteX917" fmla="*/ 4981539 w 7467600"/>
              <a:gd name="connsiteY917" fmla="*/ 1542201 h 6858000"/>
              <a:gd name="connsiteX918" fmla="*/ 4958461 w 7467600"/>
              <a:gd name="connsiteY918" fmla="*/ 1136957 h 6858000"/>
              <a:gd name="connsiteX919" fmla="*/ 4655015 w 7467600"/>
              <a:gd name="connsiteY919" fmla="*/ 891426 h 6858000"/>
              <a:gd name="connsiteX920" fmla="*/ 4348002 w 7467600"/>
              <a:gd name="connsiteY920" fmla="*/ 2205895 h 6858000"/>
              <a:gd name="connsiteX921" fmla="*/ 4262250 w 7467600"/>
              <a:gd name="connsiteY921" fmla="*/ 2219972 h 6858000"/>
              <a:gd name="connsiteX922" fmla="*/ 4550611 w 7467600"/>
              <a:gd name="connsiteY922" fmla="*/ 817540 h 6858000"/>
              <a:gd name="connsiteX923" fmla="*/ 4564418 w 7467600"/>
              <a:gd name="connsiteY923" fmla="*/ 808293 h 6858000"/>
              <a:gd name="connsiteX924" fmla="*/ 4266388 w 7467600"/>
              <a:gd name="connsiteY924" fmla="*/ 500083 h 6858000"/>
              <a:gd name="connsiteX925" fmla="*/ 4032842 w 7467600"/>
              <a:gd name="connsiteY925" fmla="*/ 211809 h 6858000"/>
              <a:gd name="connsiteX926" fmla="*/ 3882765 w 7467600"/>
              <a:gd name="connsiteY926" fmla="*/ 0 h 6858000"/>
              <a:gd name="connsiteX927" fmla="*/ 3721337 w 7467600"/>
              <a:gd name="connsiteY927" fmla="*/ 0 h 6858000"/>
              <a:gd name="connsiteX928" fmla="*/ 3797544 w 7467600"/>
              <a:gd name="connsiteY928" fmla="*/ 0 h 6858000"/>
              <a:gd name="connsiteX929" fmla="*/ 3775734 w 7467600"/>
              <a:gd name="connsiteY929" fmla="*/ 95131 h 6858000"/>
              <a:gd name="connsiteX930" fmla="*/ 3724807 w 7467600"/>
              <a:gd name="connsiteY930" fmla="*/ 272257 h 6858000"/>
              <a:gd name="connsiteX931" fmla="*/ 3726844 w 7467600"/>
              <a:gd name="connsiteY931" fmla="*/ 282988 h 6858000"/>
              <a:gd name="connsiteX932" fmla="*/ 3742664 w 7467600"/>
              <a:gd name="connsiteY932" fmla="*/ 279918 h 6858000"/>
              <a:gd name="connsiteX933" fmla="*/ 4103910 w 7467600"/>
              <a:gd name="connsiteY933" fmla="*/ 1161917 h 6858000"/>
              <a:gd name="connsiteX934" fmla="*/ 4020269 w 7467600"/>
              <a:gd name="connsiteY934" fmla="*/ 1200406 h 6858000"/>
              <a:gd name="connsiteX935" fmla="*/ 3674882 w 7467600"/>
              <a:gd name="connsiteY935" fmla="*/ 488524 h 6858000"/>
              <a:gd name="connsiteX936" fmla="*/ 3132682 w 7467600"/>
              <a:gd name="connsiteY936" fmla="*/ 1072284 h 6858000"/>
              <a:gd name="connsiteX937" fmla="*/ 2716346 w 7467600"/>
              <a:gd name="connsiteY937" fmla="*/ 1276376 h 6858000"/>
              <a:gd name="connsiteX938" fmla="*/ 2716772 w 7467600"/>
              <a:gd name="connsiteY938" fmla="*/ 1255462 h 6858000"/>
              <a:gd name="connsiteX939" fmla="*/ 3471096 w 7467600"/>
              <a:gd name="connsiteY939" fmla="*/ 437072 h 6858000"/>
              <a:gd name="connsiteX940" fmla="*/ 3639057 w 7467600"/>
              <a:gd name="connsiteY940" fmla="*/ 286334 h 6858000"/>
              <a:gd name="connsiteX941" fmla="*/ 3640309 w 7467600"/>
              <a:gd name="connsiteY941" fmla="*/ 284664 h 6858000"/>
              <a:gd name="connsiteX942" fmla="*/ 3646022 w 7467600"/>
              <a:gd name="connsiteY942" fmla="*/ 276711 h 6858000"/>
              <a:gd name="connsiteX943" fmla="*/ 3707943 w 7467600"/>
              <a:gd name="connsiteY943" fmla="*/ 65958 h 6858000"/>
              <a:gd name="connsiteX944" fmla="*/ 3721337 w 7467600"/>
              <a:gd name="connsiteY944" fmla="*/ 0 h 6858000"/>
              <a:gd name="connsiteX945" fmla="*/ 2867960 w 7467600"/>
              <a:gd name="connsiteY945" fmla="*/ 0 h 6858000"/>
              <a:gd name="connsiteX946" fmla="*/ 2926351 w 7467600"/>
              <a:gd name="connsiteY946" fmla="*/ 0 h 6858000"/>
              <a:gd name="connsiteX947" fmla="*/ 2902823 w 7467600"/>
              <a:gd name="connsiteY947" fmla="*/ 262929 h 6858000"/>
              <a:gd name="connsiteX948" fmla="*/ 2940663 w 7467600"/>
              <a:gd name="connsiteY948" fmla="*/ 140884 h 6858000"/>
              <a:gd name="connsiteX949" fmla="*/ 2947039 w 7467600"/>
              <a:gd name="connsiteY949" fmla="*/ 122524 h 6858000"/>
              <a:gd name="connsiteX950" fmla="*/ 2984316 w 7467600"/>
              <a:gd name="connsiteY950" fmla="*/ 0 h 6858000"/>
              <a:gd name="connsiteX951" fmla="*/ 3016114 w 7467600"/>
              <a:gd name="connsiteY951" fmla="*/ 0 h 6858000"/>
              <a:gd name="connsiteX952" fmla="*/ 2979949 w 7467600"/>
              <a:gd name="connsiteY952" fmla="*/ 119274 h 6858000"/>
              <a:gd name="connsiteX953" fmla="*/ 3023879 w 7467600"/>
              <a:gd name="connsiteY953" fmla="*/ 0 h 6858000"/>
              <a:gd name="connsiteX954" fmla="*/ 3105400 w 7467600"/>
              <a:gd name="connsiteY954" fmla="*/ 0 h 6858000"/>
              <a:gd name="connsiteX955" fmla="*/ 3094669 w 7467600"/>
              <a:gd name="connsiteY955" fmla="*/ 30308 h 6858000"/>
              <a:gd name="connsiteX956" fmla="*/ 2901945 w 7467600"/>
              <a:gd name="connsiteY956" fmla="*/ 466538 h 6858000"/>
              <a:gd name="connsiteX957" fmla="*/ 2815209 w 7467600"/>
              <a:gd name="connsiteY957" fmla="*/ 497361 h 6858000"/>
              <a:gd name="connsiteX958" fmla="*/ 2844845 w 7467600"/>
              <a:gd name="connsiteY958" fmla="*/ 127638 h 6858000"/>
              <a:gd name="connsiteX959" fmla="*/ 2867960 w 7467600"/>
              <a:gd name="connsiteY959" fmla="*/ 0 h 6858000"/>
              <a:gd name="connsiteX960" fmla="*/ 1057230 w 7467600"/>
              <a:gd name="connsiteY960" fmla="*/ 0 h 6858000"/>
              <a:gd name="connsiteX961" fmla="*/ 1111003 w 7467600"/>
              <a:gd name="connsiteY961" fmla="*/ 0 h 6858000"/>
              <a:gd name="connsiteX962" fmla="*/ 1125553 w 7467600"/>
              <a:gd name="connsiteY962" fmla="*/ 52588 h 6858000"/>
              <a:gd name="connsiteX963" fmla="*/ 1304276 w 7467600"/>
              <a:gd name="connsiteY963" fmla="*/ 476275 h 6858000"/>
              <a:gd name="connsiteX964" fmla="*/ 1492066 w 7467600"/>
              <a:gd name="connsiteY964" fmla="*/ 886333 h 6858000"/>
              <a:gd name="connsiteX965" fmla="*/ 1423698 w 7467600"/>
              <a:gd name="connsiteY965" fmla="*/ 710817 h 6858000"/>
              <a:gd name="connsiteX966" fmla="*/ 1357609 w 7467600"/>
              <a:gd name="connsiteY966" fmla="*/ 532892 h 6858000"/>
              <a:gd name="connsiteX967" fmla="*/ 1309550 w 7467600"/>
              <a:gd name="connsiteY967" fmla="*/ 374031 h 6858000"/>
              <a:gd name="connsiteX968" fmla="*/ 1193673 w 7467600"/>
              <a:gd name="connsiteY968" fmla="*/ 49533 h 6858000"/>
              <a:gd name="connsiteX969" fmla="*/ 1164391 w 7467600"/>
              <a:gd name="connsiteY969" fmla="*/ 0 h 6858000"/>
              <a:gd name="connsiteX970" fmla="*/ 1200666 w 7467600"/>
              <a:gd name="connsiteY970" fmla="*/ 0 h 6858000"/>
              <a:gd name="connsiteX971" fmla="*/ 1223408 w 7467600"/>
              <a:gd name="connsiteY971" fmla="*/ 38996 h 6858000"/>
              <a:gd name="connsiteX972" fmla="*/ 1339635 w 7467600"/>
              <a:gd name="connsiteY972" fmla="*/ 365517 h 6858000"/>
              <a:gd name="connsiteX973" fmla="*/ 1387469 w 7467600"/>
              <a:gd name="connsiteY973" fmla="*/ 523079 h 6858000"/>
              <a:gd name="connsiteX974" fmla="*/ 1452685 w 7467600"/>
              <a:gd name="connsiteY974" fmla="*/ 699806 h 6858000"/>
              <a:gd name="connsiteX975" fmla="*/ 1492092 w 7467600"/>
              <a:gd name="connsiteY975" fmla="*/ 800424 h 6858000"/>
              <a:gd name="connsiteX976" fmla="*/ 1455302 w 7467600"/>
              <a:gd name="connsiteY976" fmla="*/ 632913 h 6858000"/>
              <a:gd name="connsiteX977" fmla="*/ 1222336 w 7467600"/>
              <a:gd name="connsiteY977" fmla="*/ 9480 h 6858000"/>
              <a:gd name="connsiteX978" fmla="*/ 1214634 w 7467600"/>
              <a:gd name="connsiteY978" fmla="*/ 0 h 6858000"/>
              <a:gd name="connsiteX979" fmla="*/ 1289827 w 7467600"/>
              <a:gd name="connsiteY979" fmla="*/ 0 h 6858000"/>
              <a:gd name="connsiteX980" fmla="*/ 1321076 w 7467600"/>
              <a:gd name="connsiteY980" fmla="*/ 59722 h 6858000"/>
              <a:gd name="connsiteX981" fmla="*/ 1512579 w 7467600"/>
              <a:gd name="connsiteY981" fmla="*/ 626441 h 6858000"/>
              <a:gd name="connsiteX982" fmla="*/ 1506076 w 7467600"/>
              <a:gd name="connsiteY982" fmla="*/ 1089289 h 6858000"/>
              <a:gd name="connsiteX983" fmla="*/ 1486346 w 7467600"/>
              <a:gd name="connsiteY983" fmla="*/ 1079919 h 6858000"/>
              <a:gd name="connsiteX984" fmla="*/ 1070511 w 7467600"/>
              <a:gd name="connsiteY984" fmla="*/ 48609 h 6858000"/>
              <a:gd name="connsiteX985" fmla="*/ 1057230 w 7467600"/>
              <a:gd name="connsiteY985" fmla="*/ 0 h 6858000"/>
              <a:gd name="connsiteX986" fmla="*/ 43151 w 7467600"/>
              <a:gd name="connsiteY986" fmla="*/ 0 h 6858000"/>
              <a:gd name="connsiteX987" fmla="*/ 95283 w 7467600"/>
              <a:gd name="connsiteY987" fmla="*/ 0 h 6858000"/>
              <a:gd name="connsiteX988" fmla="*/ 300708 w 7467600"/>
              <a:gd name="connsiteY988" fmla="*/ 154571 h 6858000"/>
              <a:gd name="connsiteX989" fmla="*/ 530414 w 7467600"/>
              <a:gd name="connsiteY989" fmla="*/ 354673 h 6858000"/>
              <a:gd name="connsiteX990" fmla="*/ 333785 w 7467600"/>
              <a:gd name="connsiteY990" fmla="*/ 161564 h 6858000"/>
              <a:gd name="connsiteX991" fmla="*/ 147005 w 7467600"/>
              <a:gd name="connsiteY991" fmla="*/ 0 h 6858000"/>
              <a:gd name="connsiteX992" fmla="*/ 272509 w 7467600"/>
              <a:gd name="connsiteY992" fmla="*/ 0 h 6858000"/>
              <a:gd name="connsiteX993" fmla="*/ 326276 w 7467600"/>
              <a:gd name="connsiteY993" fmla="*/ 45847 h 6858000"/>
              <a:gd name="connsiteX994" fmla="*/ 823759 w 7467600"/>
              <a:gd name="connsiteY994" fmla="*/ 574145 h 6858000"/>
              <a:gd name="connsiteX995" fmla="*/ 811254 w 7467600"/>
              <a:gd name="connsiteY995" fmla="*/ 665546 h 6858000"/>
              <a:gd name="connsiteX996" fmla="*/ 154042 w 7467600"/>
              <a:gd name="connsiteY996" fmla="*/ 261522 h 6858000"/>
              <a:gd name="connsiteX997" fmla="*/ 13550 w 7467600"/>
              <a:gd name="connsiteY997" fmla="*/ 158423 h 6858000"/>
              <a:gd name="connsiteX998" fmla="*/ 0 w 7467600"/>
              <a:gd name="connsiteY998" fmla="*/ 146618 h 6858000"/>
              <a:gd name="connsiteX999" fmla="*/ 0 w 7467600"/>
              <a:gd name="connsiteY999" fmla="*/ 59161 h 6858000"/>
              <a:gd name="connsiteX1000" fmla="*/ 45427 w 7467600"/>
              <a:gd name="connsiteY1000" fmla="*/ 101078 h 6858000"/>
              <a:gd name="connsiteX1001" fmla="*/ 630103 w 7467600"/>
              <a:gd name="connsiteY1001" fmla="*/ 485885 h 6858000"/>
              <a:gd name="connsiteX1002" fmla="*/ 532040 w 7467600"/>
              <a:gd name="connsiteY1002" fmla="*/ 399359 h 6858000"/>
              <a:gd name="connsiteX1003" fmla="*/ 517618 w 7467600"/>
              <a:gd name="connsiteY1003" fmla="*/ 385726 h 6858000"/>
              <a:gd name="connsiteX1004" fmla="*/ 285074 w 7467600"/>
              <a:gd name="connsiteY1004" fmla="*/ 182755 h 6858000"/>
              <a:gd name="connsiteX1005" fmla="*/ 43151 w 7467600"/>
              <a:gd name="connsiteY100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5905192 w 7467600"/>
              <a:gd name="connsiteY844" fmla="*/ 163079 h 6858000"/>
              <a:gd name="connsiteX845" fmla="*/ 5865655 w 7467600"/>
              <a:gd name="connsiteY845" fmla="*/ 171901 h 6858000"/>
              <a:gd name="connsiteX846" fmla="*/ 5259740 w 7467600"/>
              <a:gd name="connsiteY846" fmla="*/ 257013 h 6858000"/>
              <a:gd name="connsiteX847" fmla="*/ 5208466 w 7467600"/>
              <a:gd name="connsiteY847" fmla="*/ 257550 h 6858000"/>
              <a:gd name="connsiteX848" fmla="*/ 4980204 w 7467600"/>
              <a:gd name="connsiteY848" fmla="*/ 271903 h 6858000"/>
              <a:gd name="connsiteX849" fmla="*/ 5068068 w 7467600"/>
              <a:gd name="connsiteY849" fmla="*/ 282244 h 6858000"/>
              <a:gd name="connsiteX850" fmla="*/ 5153231 w 7467600"/>
              <a:gd name="connsiteY850" fmla="*/ 292240 h 6858000"/>
              <a:gd name="connsiteX851" fmla="*/ 5426491 w 7467600"/>
              <a:gd name="connsiteY851" fmla="*/ 281128 h 6858000"/>
              <a:gd name="connsiteX852" fmla="*/ 5731212 w 7467600"/>
              <a:gd name="connsiteY852" fmla="*/ 231951 h 6858000"/>
              <a:gd name="connsiteX853" fmla="*/ 5905192 w 7467600"/>
              <a:gd name="connsiteY853" fmla="*/ 163079 h 6858000"/>
              <a:gd name="connsiteX854" fmla="*/ 5944437 w 7467600"/>
              <a:gd name="connsiteY854" fmla="*/ 113829 h 6858000"/>
              <a:gd name="connsiteX855" fmla="*/ 5825032 w 7467600"/>
              <a:gd name="connsiteY855" fmla="*/ 146405 h 6858000"/>
              <a:gd name="connsiteX856" fmla="*/ 4955599 w 7467600"/>
              <a:gd name="connsiteY856" fmla="*/ 247008 h 6858000"/>
              <a:gd name="connsiteX857" fmla="*/ 5210104 w 7467600"/>
              <a:gd name="connsiteY857" fmla="*/ 228123 h 6858000"/>
              <a:gd name="connsiteX858" fmla="*/ 5261015 w 7467600"/>
              <a:gd name="connsiteY858" fmla="*/ 227087 h 6858000"/>
              <a:gd name="connsiteX859" fmla="*/ 5861181 w 7467600"/>
              <a:gd name="connsiteY859" fmla="*/ 143093 h 6858000"/>
              <a:gd name="connsiteX860" fmla="*/ 5961252 w 7467600"/>
              <a:gd name="connsiteY860" fmla="*/ 114820 h 6858000"/>
              <a:gd name="connsiteX861" fmla="*/ 5944437 w 7467600"/>
              <a:gd name="connsiteY861" fmla="*/ 113829 h 6858000"/>
              <a:gd name="connsiteX862" fmla="*/ 3882765 w 7467600"/>
              <a:gd name="connsiteY862" fmla="*/ 0 h 6858000"/>
              <a:gd name="connsiteX863" fmla="*/ 3995099 w 7467600"/>
              <a:gd name="connsiteY863" fmla="*/ 0 h 6858000"/>
              <a:gd name="connsiteX864" fmla="*/ 4163818 w 7467600"/>
              <a:gd name="connsiteY864" fmla="*/ 234104 h 6858000"/>
              <a:gd name="connsiteX865" fmla="*/ 4172099 w 7467600"/>
              <a:gd name="connsiteY865" fmla="*/ 234207 h 6858000"/>
              <a:gd name="connsiteX866" fmla="*/ 4784282 w 7467600"/>
              <a:gd name="connsiteY866" fmla="*/ 276561 h 6858000"/>
              <a:gd name="connsiteX867" fmla="*/ 4801687 w 7467600"/>
              <a:gd name="connsiteY867" fmla="*/ 267764 h 6858000"/>
              <a:gd name="connsiteX868" fmla="*/ 6082788 w 7467600"/>
              <a:gd name="connsiteY868" fmla="*/ 64119 h 6858000"/>
              <a:gd name="connsiteX869" fmla="*/ 6099442 w 7467600"/>
              <a:gd name="connsiteY869" fmla="*/ 82568 h 6858000"/>
              <a:gd name="connsiteX870" fmla="*/ 4804137 w 7467600"/>
              <a:gd name="connsiteY870" fmla="*/ 320931 h 6858000"/>
              <a:gd name="connsiteX871" fmla="*/ 4227047 w 7467600"/>
              <a:gd name="connsiteY871" fmla="*/ 313415 h 6858000"/>
              <a:gd name="connsiteX872" fmla="*/ 4346041 w 7467600"/>
              <a:gd name="connsiteY872" fmla="*/ 456086 h 6858000"/>
              <a:gd name="connsiteX873" fmla="*/ 4870967 w 7467600"/>
              <a:gd name="connsiteY873" fmla="*/ 963061 h 6858000"/>
              <a:gd name="connsiteX874" fmla="*/ 4889647 w 7467600"/>
              <a:gd name="connsiteY874" fmla="*/ 957147 h 6858000"/>
              <a:gd name="connsiteX875" fmla="*/ 5422504 w 7467600"/>
              <a:gd name="connsiteY875" fmla="*/ 805191 h 6858000"/>
              <a:gd name="connsiteX876" fmla="*/ 6087656 w 7467600"/>
              <a:gd name="connsiteY876" fmla="*/ 826703 h 6858000"/>
              <a:gd name="connsiteX877" fmla="*/ 6058717 w 7467600"/>
              <a:gd name="connsiteY877" fmla="*/ 865992 h 6858000"/>
              <a:gd name="connsiteX878" fmla="*/ 4974153 w 7467600"/>
              <a:gd name="connsiteY878" fmla="*/ 1045456 h 6858000"/>
              <a:gd name="connsiteX879" fmla="*/ 5627835 w 7467600"/>
              <a:gd name="connsiteY879" fmla="*/ 1472077 h 6858000"/>
              <a:gd name="connsiteX880" fmla="*/ 5629817 w 7467600"/>
              <a:gd name="connsiteY880" fmla="*/ 1471412 h 6858000"/>
              <a:gd name="connsiteX881" fmla="*/ 5634124 w 7467600"/>
              <a:gd name="connsiteY881" fmla="*/ 1470572 h 6858000"/>
              <a:gd name="connsiteX882" fmla="*/ 5755832 w 7467600"/>
              <a:gd name="connsiteY882" fmla="*/ 1383886 h 6858000"/>
              <a:gd name="connsiteX883" fmla="*/ 6014186 w 7467600"/>
              <a:gd name="connsiteY883" fmla="*/ 1279799 h 6858000"/>
              <a:gd name="connsiteX884" fmla="*/ 6901619 w 7467600"/>
              <a:gd name="connsiteY884" fmla="*/ 1047874 h 6858000"/>
              <a:gd name="connsiteX885" fmla="*/ 6931566 w 7467600"/>
              <a:gd name="connsiteY885" fmla="*/ 1062034 h 6858000"/>
              <a:gd name="connsiteX886" fmla="*/ 5790982 w 7467600"/>
              <a:gd name="connsiteY886" fmla="*/ 1561380 h 6858000"/>
              <a:gd name="connsiteX887" fmla="*/ 6188971 w 7467600"/>
              <a:gd name="connsiteY887" fmla="*/ 1755168 h 6858000"/>
              <a:gd name="connsiteX888" fmla="*/ 6202446 w 7467600"/>
              <a:gd name="connsiteY888" fmla="*/ 1752268 h 6858000"/>
              <a:gd name="connsiteX889" fmla="*/ 7179560 w 7467600"/>
              <a:gd name="connsiteY889" fmla="*/ 1467551 h 6858000"/>
              <a:gd name="connsiteX890" fmla="*/ 7158730 w 7467600"/>
              <a:gd name="connsiteY890" fmla="*/ 1507835 h 6858000"/>
              <a:gd name="connsiteX891" fmla="*/ 6326959 w 7467600"/>
              <a:gd name="connsiteY891" fmla="*/ 1817686 h 6858000"/>
              <a:gd name="connsiteX892" fmla="*/ 6537433 w 7467600"/>
              <a:gd name="connsiteY892" fmla="*/ 1907790 h 6858000"/>
              <a:gd name="connsiteX893" fmla="*/ 6550221 w 7467600"/>
              <a:gd name="connsiteY893" fmla="*/ 1910729 h 6858000"/>
              <a:gd name="connsiteX894" fmla="*/ 6964438 w 7467600"/>
              <a:gd name="connsiteY894" fmla="*/ 2209505 h 6858000"/>
              <a:gd name="connsiteX895" fmla="*/ 7367862 w 7467600"/>
              <a:gd name="connsiteY895" fmla="*/ 2806833 h 6858000"/>
              <a:gd name="connsiteX896" fmla="*/ 7364329 w 7467600"/>
              <a:gd name="connsiteY896" fmla="*/ 2826907 h 6858000"/>
              <a:gd name="connsiteX897" fmla="*/ 7290545 w 7467600"/>
              <a:gd name="connsiteY897" fmla="*/ 2850663 h 6858000"/>
              <a:gd name="connsiteX898" fmla="*/ 6472036 w 7467600"/>
              <a:gd name="connsiteY898" fmla="*/ 1959003 h 6858000"/>
              <a:gd name="connsiteX899" fmla="*/ 5792897 w 7467600"/>
              <a:gd name="connsiteY899" fmla="*/ 1647747 h 6858000"/>
              <a:gd name="connsiteX900" fmla="*/ 5842751 w 7467600"/>
              <a:gd name="connsiteY900" fmla="*/ 1816112 h 6858000"/>
              <a:gd name="connsiteX901" fmla="*/ 5847424 w 7467600"/>
              <a:gd name="connsiteY901" fmla="*/ 1815776 h 6858000"/>
              <a:gd name="connsiteX902" fmla="*/ 6399821 w 7467600"/>
              <a:gd name="connsiteY902" fmla="*/ 2344799 h 6858000"/>
              <a:gd name="connsiteX903" fmla="*/ 6323232 w 7467600"/>
              <a:gd name="connsiteY903" fmla="*/ 2389634 h 6858000"/>
              <a:gd name="connsiteX904" fmla="*/ 5942958 w 7467600"/>
              <a:gd name="connsiteY904" fmla="*/ 2077708 h 6858000"/>
              <a:gd name="connsiteX905" fmla="*/ 5921559 w 7467600"/>
              <a:gd name="connsiteY905" fmla="*/ 2378596 h 6858000"/>
              <a:gd name="connsiteX906" fmla="*/ 5817651 w 7467600"/>
              <a:gd name="connsiteY906" fmla="*/ 3023919 h 6858000"/>
              <a:gd name="connsiteX907" fmla="*/ 5729634 w 7467600"/>
              <a:gd name="connsiteY907" fmla="*/ 3051849 h 6858000"/>
              <a:gd name="connsiteX908" fmla="*/ 5611018 w 7467600"/>
              <a:gd name="connsiteY908" fmla="*/ 2316769 h 6858000"/>
              <a:gd name="connsiteX909" fmla="*/ 5687608 w 7467600"/>
              <a:gd name="connsiteY909" fmla="*/ 2039972 h 6858000"/>
              <a:gd name="connsiteX910" fmla="*/ 5657554 w 7467600"/>
              <a:gd name="connsiteY910" fmla="*/ 1576445 h 6858000"/>
              <a:gd name="connsiteX911" fmla="*/ 5150475 w 7467600"/>
              <a:gd name="connsiteY911" fmla="*/ 1274012 h 6858000"/>
              <a:gd name="connsiteX912" fmla="*/ 5349142 w 7467600"/>
              <a:gd name="connsiteY912" fmla="*/ 2204405 h 6858000"/>
              <a:gd name="connsiteX913" fmla="*/ 5262214 w 7467600"/>
              <a:gd name="connsiteY913" fmla="*/ 2233836 h 6858000"/>
              <a:gd name="connsiteX914" fmla="*/ 4981539 w 7467600"/>
              <a:gd name="connsiteY914" fmla="*/ 1542201 h 6858000"/>
              <a:gd name="connsiteX915" fmla="*/ 4958461 w 7467600"/>
              <a:gd name="connsiteY915" fmla="*/ 1136957 h 6858000"/>
              <a:gd name="connsiteX916" fmla="*/ 4655015 w 7467600"/>
              <a:gd name="connsiteY916" fmla="*/ 891426 h 6858000"/>
              <a:gd name="connsiteX917" fmla="*/ 4348002 w 7467600"/>
              <a:gd name="connsiteY917" fmla="*/ 2205895 h 6858000"/>
              <a:gd name="connsiteX918" fmla="*/ 4262250 w 7467600"/>
              <a:gd name="connsiteY918" fmla="*/ 2219972 h 6858000"/>
              <a:gd name="connsiteX919" fmla="*/ 4550611 w 7467600"/>
              <a:gd name="connsiteY919" fmla="*/ 817540 h 6858000"/>
              <a:gd name="connsiteX920" fmla="*/ 4564418 w 7467600"/>
              <a:gd name="connsiteY920" fmla="*/ 808293 h 6858000"/>
              <a:gd name="connsiteX921" fmla="*/ 4266388 w 7467600"/>
              <a:gd name="connsiteY921" fmla="*/ 500083 h 6858000"/>
              <a:gd name="connsiteX922" fmla="*/ 4032842 w 7467600"/>
              <a:gd name="connsiteY922" fmla="*/ 211809 h 6858000"/>
              <a:gd name="connsiteX923" fmla="*/ 3882765 w 7467600"/>
              <a:gd name="connsiteY923" fmla="*/ 0 h 6858000"/>
              <a:gd name="connsiteX924" fmla="*/ 3721337 w 7467600"/>
              <a:gd name="connsiteY924" fmla="*/ 0 h 6858000"/>
              <a:gd name="connsiteX925" fmla="*/ 3797544 w 7467600"/>
              <a:gd name="connsiteY925" fmla="*/ 0 h 6858000"/>
              <a:gd name="connsiteX926" fmla="*/ 3775734 w 7467600"/>
              <a:gd name="connsiteY926" fmla="*/ 95131 h 6858000"/>
              <a:gd name="connsiteX927" fmla="*/ 3724807 w 7467600"/>
              <a:gd name="connsiteY927" fmla="*/ 272257 h 6858000"/>
              <a:gd name="connsiteX928" fmla="*/ 3726844 w 7467600"/>
              <a:gd name="connsiteY928" fmla="*/ 282988 h 6858000"/>
              <a:gd name="connsiteX929" fmla="*/ 3742664 w 7467600"/>
              <a:gd name="connsiteY929" fmla="*/ 279918 h 6858000"/>
              <a:gd name="connsiteX930" fmla="*/ 4103910 w 7467600"/>
              <a:gd name="connsiteY930" fmla="*/ 1161917 h 6858000"/>
              <a:gd name="connsiteX931" fmla="*/ 4020269 w 7467600"/>
              <a:gd name="connsiteY931" fmla="*/ 1200406 h 6858000"/>
              <a:gd name="connsiteX932" fmla="*/ 3674882 w 7467600"/>
              <a:gd name="connsiteY932" fmla="*/ 488524 h 6858000"/>
              <a:gd name="connsiteX933" fmla="*/ 3132682 w 7467600"/>
              <a:gd name="connsiteY933" fmla="*/ 1072284 h 6858000"/>
              <a:gd name="connsiteX934" fmla="*/ 2716346 w 7467600"/>
              <a:gd name="connsiteY934" fmla="*/ 1276376 h 6858000"/>
              <a:gd name="connsiteX935" fmla="*/ 2716772 w 7467600"/>
              <a:gd name="connsiteY935" fmla="*/ 1255462 h 6858000"/>
              <a:gd name="connsiteX936" fmla="*/ 3471096 w 7467600"/>
              <a:gd name="connsiteY936" fmla="*/ 437072 h 6858000"/>
              <a:gd name="connsiteX937" fmla="*/ 3639057 w 7467600"/>
              <a:gd name="connsiteY937" fmla="*/ 286334 h 6858000"/>
              <a:gd name="connsiteX938" fmla="*/ 3640309 w 7467600"/>
              <a:gd name="connsiteY938" fmla="*/ 284664 h 6858000"/>
              <a:gd name="connsiteX939" fmla="*/ 3646022 w 7467600"/>
              <a:gd name="connsiteY939" fmla="*/ 276711 h 6858000"/>
              <a:gd name="connsiteX940" fmla="*/ 3707943 w 7467600"/>
              <a:gd name="connsiteY940" fmla="*/ 65958 h 6858000"/>
              <a:gd name="connsiteX941" fmla="*/ 3721337 w 7467600"/>
              <a:gd name="connsiteY941" fmla="*/ 0 h 6858000"/>
              <a:gd name="connsiteX942" fmla="*/ 2867960 w 7467600"/>
              <a:gd name="connsiteY942" fmla="*/ 0 h 6858000"/>
              <a:gd name="connsiteX943" fmla="*/ 2926351 w 7467600"/>
              <a:gd name="connsiteY943" fmla="*/ 0 h 6858000"/>
              <a:gd name="connsiteX944" fmla="*/ 2902823 w 7467600"/>
              <a:gd name="connsiteY944" fmla="*/ 262929 h 6858000"/>
              <a:gd name="connsiteX945" fmla="*/ 2940663 w 7467600"/>
              <a:gd name="connsiteY945" fmla="*/ 140884 h 6858000"/>
              <a:gd name="connsiteX946" fmla="*/ 2947039 w 7467600"/>
              <a:gd name="connsiteY946" fmla="*/ 122524 h 6858000"/>
              <a:gd name="connsiteX947" fmla="*/ 2984316 w 7467600"/>
              <a:gd name="connsiteY947" fmla="*/ 0 h 6858000"/>
              <a:gd name="connsiteX948" fmla="*/ 3016114 w 7467600"/>
              <a:gd name="connsiteY948" fmla="*/ 0 h 6858000"/>
              <a:gd name="connsiteX949" fmla="*/ 2979949 w 7467600"/>
              <a:gd name="connsiteY949" fmla="*/ 119274 h 6858000"/>
              <a:gd name="connsiteX950" fmla="*/ 3023879 w 7467600"/>
              <a:gd name="connsiteY950" fmla="*/ 0 h 6858000"/>
              <a:gd name="connsiteX951" fmla="*/ 3105400 w 7467600"/>
              <a:gd name="connsiteY951" fmla="*/ 0 h 6858000"/>
              <a:gd name="connsiteX952" fmla="*/ 3094669 w 7467600"/>
              <a:gd name="connsiteY952" fmla="*/ 30308 h 6858000"/>
              <a:gd name="connsiteX953" fmla="*/ 2901945 w 7467600"/>
              <a:gd name="connsiteY953" fmla="*/ 466538 h 6858000"/>
              <a:gd name="connsiteX954" fmla="*/ 2815209 w 7467600"/>
              <a:gd name="connsiteY954" fmla="*/ 497361 h 6858000"/>
              <a:gd name="connsiteX955" fmla="*/ 2844845 w 7467600"/>
              <a:gd name="connsiteY955" fmla="*/ 127638 h 6858000"/>
              <a:gd name="connsiteX956" fmla="*/ 2867960 w 7467600"/>
              <a:gd name="connsiteY956" fmla="*/ 0 h 6858000"/>
              <a:gd name="connsiteX957" fmla="*/ 1057230 w 7467600"/>
              <a:gd name="connsiteY957" fmla="*/ 0 h 6858000"/>
              <a:gd name="connsiteX958" fmla="*/ 1111003 w 7467600"/>
              <a:gd name="connsiteY958" fmla="*/ 0 h 6858000"/>
              <a:gd name="connsiteX959" fmla="*/ 1125553 w 7467600"/>
              <a:gd name="connsiteY959" fmla="*/ 52588 h 6858000"/>
              <a:gd name="connsiteX960" fmla="*/ 1304276 w 7467600"/>
              <a:gd name="connsiteY960" fmla="*/ 476275 h 6858000"/>
              <a:gd name="connsiteX961" fmla="*/ 1492066 w 7467600"/>
              <a:gd name="connsiteY961" fmla="*/ 886333 h 6858000"/>
              <a:gd name="connsiteX962" fmla="*/ 1423698 w 7467600"/>
              <a:gd name="connsiteY962" fmla="*/ 710817 h 6858000"/>
              <a:gd name="connsiteX963" fmla="*/ 1357609 w 7467600"/>
              <a:gd name="connsiteY963" fmla="*/ 532892 h 6858000"/>
              <a:gd name="connsiteX964" fmla="*/ 1309550 w 7467600"/>
              <a:gd name="connsiteY964" fmla="*/ 374031 h 6858000"/>
              <a:gd name="connsiteX965" fmla="*/ 1193673 w 7467600"/>
              <a:gd name="connsiteY965" fmla="*/ 49533 h 6858000"/>
              <a:gd name="connsiteX966" fmla="*/ 1164391 w 7467600"/>
              <a:gd name="connsiteY966" fmla="*/ 0 h 6858000"/>
              <a:gd name="connsiteX967" fmla="*/ 1200666 w 7467600"/>
              <a:gd name="connsiteY967" fmla="*/ 0 h 6858000"/>
              <a:gd name="connsiteX968" fmla="*/ 1223408 w 7467600"/>
              <a:gd name="connsiteY968" fmla="*/ 38996 h 6858000"/>
              <a:gd name="connsiteX969" fmla="*/ 1339635 w 7467600"/>
              <a:gd name="connsiteY969" fmla="*/ 365517 h 6858000"/>
              <a:gd name="connsiteX970" fmla="*/ 1387469 w 7467600"/>
              <a:gd name="connsiteY970" fmla="*/ 523079 h 6858000"/>
              <a:gd name="connsiteX971" fmla="*/ 1452685 w 7467600"/>
              <a:gd name="connsiteY971" fmla="*/ 699806 h 6858000"/>
              <a:gd name="connsiteX972" fmla="*/ 1492092 w 7467600"/>
              <a:gd name="connsiteY972" fmla="*/ 800424 h 6858000"/>
              <a:gd name="connsiteX973" fmla="*/ 1455302 w 7467600"/>
              <a:gd name="connsiteY973" fmla="*/ 632913 h 6858000"/>
              <a:gd name="connsiteX974" fmla="*/ 1222336 w 7467600"/>
              <a:gd name="connsiteY974" fmla="*/ 9480 h 6858000"/>
              <a:gd name="connsiteX975" fmla="*/ 1214634 w 7467600"/>
              <a:gd name="connsiteY975" fmla="*/ 0 h 6858000"/>
              <a:gd name="connsiteX976" fmla="*/ 1289827 w 7467600"/>
              <a:gd name="connsiteY976" fmla="*/ 0 h 6858000"/>
              <a:gd name="connsiteX977" fmla="*/ 1321076 w 7467600"/>
              <a:gd name="connsiteY977" fmla="*/ 59722 h 6858000"/>
              <a:gd name="connsiteX978" fmla="*/ 1512579 w 7467600"/>
              <a:gd name="connsiteY978" fmla="*/ 626441 h 6858000"/>
              <a:gd name="connsiteX979" fmla="*/ 1506076 w 7467600"/>
              <a:gd name="connsiteY979" fmla="*/ 1089289 h 6858000"/>
              <a:gd name="connsiteX980" fmla="*/ 1486346 w 7467600"/>
              <a:gd name="connsiteY980" fmla="*/ 1079919 h 6858000"/>
              <a:gd name="connsiteX981" fmla="*/ 1070511 w 7467600"/>
              <a:gd name="connsiteY981" fmla="*/ 48609 h 6858000"/>
              <a:gd name="connsiteX982" fmla="*/ 1057230 w 7467600"/>
              <a:gd name="connsiteY982" fmla="*/ 0 h 6858000"/>
              <a:gd name="connsiteX983" fmla="*/ 43151 w 7467600"/>
              <a:gd name="connsiteY983" fmla="*/ 0 h 6858000"/>
              <a:gd name="connsiteX984" fmla="*/ 95283 w 7467600"/>
              <a:gd name="connsiteY984" fmla="*/ 0 h 6858000"/>
              <a:gd name="connsiteX985" fmla="*/ 300708 w 7467600"/>
              <a:gd name="connsiteY985" fmla="*/ 154571 h 6858000"/>
              <a:gd name="connsiteX986" fmla="*/ 530414 w 7467600"/>
              <a:gd name="connsiteY986" fmla="*/ 354673 h 6858000"/>
              <a:gd name="connsiteX987" fmla="*/ 333785 w 7467600"/>
              <a:gd name="connsiteY987" fmla="*/ 161564 h 6858000"/>
              <a:gd name="connsiteX988" fmla="*/ 147005 w 7467600"/>
              <a:gd name="connsiteY988" fmla="*/ 0 h 6858000"/>
              <a:gd name="connsiteX989" fmla="*/ 272509 w 7467600"/>
              <a:gd name="connsiteY989" fmla="*/ 0 h 6858000"/>
              <a:gd name="connsiteX990" fmla="*/ 326276 w 7467600"/>
              <a:gd name="connsiteY990" fmla="*/ 45847 h 6858000"/>
              <a:gd name="connsiteX991" fmla="*/ 823759 w 7467600"/>
              <a:gd name="connsiteY991" fmla="*/ 574145 h 6858000"/>
              <a:gd name="connsiteX992" fmla="*/ 811254 w 7467600"/>
              <a:gd name="connsiteY992" fmla="*/ 665546 h 6858000"/>
              <a:gd name="connsiteX993" fmla="*/ 154042 w 7467600"/>
              <a:gd name="connsiteY993" fmla="*/ 261522 h 6858000"/>
              <a:gd name="connsiteX994" fmla="*/ 13550 w 7467600"/>
              <a:gd name="connsiteY994" fmla="*/ 158423 h 6858000"/>
              <a:gd name="connsiteX995" fmla="*/ 0 w 7467600"/>
              <a:gd name="connsiteY995" fmla="*/ 146618 h 6858000"/>
              <a:gd name="connsiteX996" fmla="*/ 0 w 7467600"/>
              <a:gd name="connsiteY996" fmla="*/ 59161 h 6858000"/>
              <a:gd name="connsiteX997" fmla="*/ 45427 w 7467600"/>
              <a:gd name="connsiteY997" fmla="*/ 101078 h 6858000"/>
              <a:gd name="connsiteX998" fmla="*/ 630103 w 7467600"/>
              <a:gd name="connsiteY998" fmla="*/ 485885 h 6858000"/>
              <a:gd name="connsiteX999" fmla="*/ 532040 w 7467600"/>
              <a:gd name="connsiteY999" fmla="*/ 399359 h 6858000"/>
              <a:gd name="connsiteX1000" fmla="*/ 517618 w 7467600"/>
              <a:gd name="connsiteY1000" fmla="*/ 385726 h 6858000"/>
              <a:gd name="connsiteX1001" fmla="*/ 285074 w 7467600"/>
              <a:gd name="connsiteY1001" fmla="*/ 182755 h 6858000"/>
              <a:gd name="connsiteX1002" fmla="*/ 43151 w 7467600"/>
              <a:gd name="connsiteY100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1946 w 7467600"/>
              <a:gd name="connsiteY127" fmla="*/ 5075653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1903353 w 7467600"/>
              <a:gd name="connsiteY146" fmla="*/ 5044827 h 6858000"/>
              <a:gd name="connsiteX147" fmla="*/ 1936931 w 7467600"/>
              <a:gd name="connsiteY147" fmla="*/ 5093954 h 6858000"/>
              <a:gd name="connsiteX148" fmla="*/ 2195868 w 7467600"/>
              <a:gd name="connsiteY148" fmla="*/ 5396574 h 6858000"/>
              <a:gd name="connsiteX149" fmla="*/ 2088852 w 7467600"/>
              <a:gd name="connsiteY149" fmla="*/ 5166123 h 6858000"/>
              <a:gd name="connsiteX150" fmla="*/ 1958241 w 7467600"/>
              <a:gd name="connsiteY150" fmla="*/ 5067955 h 6858000"/>
              <a:gd name="connsiteX151" fmla="*/ 1903353 w 7467600"/>
              <a:gd name="connsiteY151" fmla="*/ 5044827 h 6858000"/>
              <a:gd name="connsiteX152" fmla="*/ 1979378 w 7467600"/>
              <a:gd name="connsiteY152" fmla="*/ 4769504 h 6858000"/>
              <a:gd name="connsiteX153" fmla="*/ 2882120 w 7467600"/>
              <a:gd name="connsiteY153" fmla="*/ 5064547 h 6858000"/>
              <a:gd name="connsiteX154" fmla="*/ 2793103 w 7467600"/>
              <a:gd name="connsiteY154" fmla="*/ 5039699 h 6858000"/>
              <a:gd name="connsiteX155" fmla="*/ 2770041 w 7467600"/>
              <a:gd name="connsiteY155" fmla="*/ 5033634 h 6858000"/>
              <a:gd name="connsiteX156" fmla="*/ 1979378 w 7467600"/>
              <a:gd name="connsiteY156" fmla="*/ 4769504 h 6858000"/>
              <a:gd name="connsiteX157" fmla="*/ 1927410 w 7467600"/>
              <a:gd name="connsiteY157" fmla="*/ 4716164 h 6858000"/>
              <a:gd name="connsiteX158" fmla="*/ 1959587 w 7467600"/>
              <a:gd name="connsiteY158" fmla="*/ 4728849 h 6858000"/>
              <a:gd name="connsiteX159" fmla="*/ 2777707 w 7467600"/>
              <a:gd name="connsiteY159" fmla="*/ 5003991 h 6858000"/>
              <a:gd name="connsiteX160" fmla="*/ 2800768 w 7467600"/>
              <a:gd name="connsiteY160" fmla="*/ 5010056 h 6858000"/>
              <a:gd name="connsiteX161" fmla="*/ 2879408 w 7467600"/>
              <a:gd name="connsiteY161" fmla="*/ 5031590 h 6858000"/>
              <a:gd name="connsiteX162" fmla="*/ 2862295 w 7467600"/>
              <a:gd name="connsiteY162" fmla="*/ 5022958 h 6858000"/>
              <a:gd name="connsiteX163" fmla="*/ 2813343 w 7467600"/>
              <a:gd name="connsiteY163" fmla="*/ 4998369 h 6858000"/>
              <a:gd name="connsiteX164" fmla="*/ 2646245 w 7467600"/>
              <a:gd name="connsiteY164" fmla="*/ 4930999 h 6858000"/>
              <a:gd name="connsiteX165" fmla="*/ 1999243 w 7467600"/>
              <a:gd name="connsiteY165" fmla="*/ 4730524 h 6858000"/>
              <a:gd name="connsiteX166" fmla="*/ 1979527 w 7467600"/>
              <a:gd name="connsiteY166" fmla="*/ 4726651 h 6858000"/>
              <a:gd name="connsiteX167" fmla="*/ 1927410 w 7467600"/>
              <a:gd name="connsiteY167" fmla="*/ 4716164 h 6858000"/>
              <a:gd name="connsiteX168" fmla="*/ 1997014 w 7467600"/>
              <a:gd name="connsiteY168" fmla="*/ 4698007 h 6858000"/>
              <a:gd name="connsiteX169" fmla="*/ 2005458 w 7467600"/>
              <a:gd name="connsiteY169" fmla="*/ 4699540 h 6858000"/>
              <a:gd name="connsiteX170" fmla="*/ 2657186 w 7467600"/>
              <a:gd name="connsiteY170" fmla="*/ 4901687 h 6858000"/>
              <a:gd name="connsiteX171" fmla="*/ 2826662 w 7467600"/>
              <a:gd name="connsiteY171" fmla="*/ 4970362 h 6858000"/>
              <a:gd name="connsiteX172" fmla="*/ 2876100 w 7467600"/>
              <a:gd name="connsiteY172" fmla="*/ 4995397 h 6858000"/>
              <a:gd name="connsiteX173" fmla="*/ 3042600 w 7467600"/>
              <a:gd name="connsiteY173" fmla="*/ 5059532 h 6858000"/>
              <a:gd name="connsiteX174" fmla="*/ 1997014 w 7467600"/>
              <a:gd name="connsiteY174" fmla="*/ 4698007 h 6858000"/>
              <a:gd name="connsiteX175" fmla="*/ 2305292 w 7467600"/>
              <a:gd name="connsiteY175" fmla="*/ 4219492 h 6858000"/>
              <a:gd name="connsiteX176" fmla="*/ 3360922 w 7467600"/>
              <a:gd name="connsiteY176" fmla="*/ 4529373 h 6858000"/>
              <a:gd name="connsiteX177" fmla="*/ 3492420 w 7467600"/>
              <a:gd name="connsiteY177" fmla="*/ 4510145 h 6858000"/>
              <a:gd name="connsiteX178" fmla="*/ 3364086 w 7467600"/>
              <a:gd name="connsiteY178" fmla="*/ 4480340 h 6858000"/>
              <a:gd name="connsiteX179" fmla="*/ 3225818 w 7467600"/>
              <a:gd name="connsiteY179" fmla="*/ 4411822 h 6858000"/>
              <a:gd name="connsiteX180" fmla="*/ 3129696 w 7467600"/>
              <a:gd name="connsiteY180" fmla="*/ 4360704 h 6858000"/>
              <a:gd name="connsiteX181" fmla="*/ 2814545 w 7467600"/>
              <a:gd name="connsiteY181" fmla="*/ 4282955 h 6858000"/>
              <a:gd name="connsiteX182" fmla="*/ 2305292 w 7467600"/>
              <a:gd name="connsiteY182" fmla="*/ 4219492 h 6858000"/>
              <a:gd name="connsiteX183" fmla="*/ 2626982 w 7467600"/>
              <a:gd name="connsiteY183" fmla="*/ 4206450 h 6858000"/>
              <a:gd name="connsiteX184" fmla="*/ 2490617 w 7467600"/>
              <a:gd name="connsiteY184" fmla="*/ 4206951 h 6858000"/>
              <a:gd name="connsiteX185" fmla="*/ 2819869 w 7467600"/>
              <a:gd name="connsiteY185" fmla="*/ 4252936 h 6858000"/>
              <a:gd name="connsiteX186" fmla="*/ 3143018 w 7467600"/>
              <a:gd name="connsiteY186" fmla="*/ 4332698 h 6858000"/>
              <a:gd name="connsiteX187" fmla="*/ 3241520 w 7467600"/>
              <a:gd name="connsiteY187" fmla="*/ 4385112 h 6858000"/>
              <a:gd name="connsiteX188" fmla="*/ 3374575 w 7467600"/>
              <a:gd name="connsiteY188" fmla="*/ 4451517 h 6858000"/>
              <a:gd name="connsiteX189" fmla="*/ 3505221 w 7467600"/>
              <a:gd name="connsiteY189" fmla="*/ 4480757 h 6858000"/>
              <a:gd name="connsiteX190" fmla="*/ 2626982 w 7467600"/>
              <a:gd name="connsiteY190" fmla="*/ 4206450 h 6858000"/>
              <a:gd name="connsiteX191" fmla="*/ 1310106 w 7467600"/>
              <a:gd name="connsiteY191" fmla="*/ 3943217 h 6858000"/>
              <a:gd name="connsiteX192" fmla="*/ 854994 w 7467600"/>
              <a:gd name="connsiteY192" fmla="*/ 4399136 h 6858000"/>
              <a:gd name="connsiteX193" fmla="*/ 742462 w 7467600"/>
              <a:gd name="connsiteY193" fmla="*/ 4594648 h 6858000"/>
              <a:gd name="connsiteX194" fmla="*/ 820602 w 7467600"/>
              <a:gd name="connsiteY194" fmla="*/ 4485915 h 6858000"/>
              <a:gd name="connsiteX195" fmla="*/ 878295 w 7467600"/>
              <a:gd name="connsiteY195" fmla="*/ 4403594 h 6858000"/>
              <a:gd name="connsiteX196" fmla="*/ 1240607 w 7467600"/>
              <a:gd name="connsiteY196" fmla="*/ 4010401 h 6858000"/>
              <a:gd name="connsiteX197" fmla="*/ 1310106 w 7467600"/>
              <a:gd name="connsiteY197" fmla="*/ 3943217 h 6858000"/>
              <a:gd name="connsiteX198" fmla="*/ 1423113 w 7467600"/>
              <a:gd name="connsiteY198" fmla="*/ 3874565 h 6858000"/>
              <a:gd name="connsiteX199" fmla="*/ 1260565 w 7467600"/>
              <a:gd name="connsiteY199" fmla="*/ 4031982 h 6858000"/>
              <a:gd name="connsiteX200" fmla="*/ 901900 w 7467600"/>
              <a:gd name="connsiteY200" fmla="*/ 4421236 h 6858000"/>
              <a:gd name="connsiteX201" fmla="*/ 845044 w 7467600"/>
              <a:gd name="connsiteY201" fmla="*/ 4502436 h 6858000"/>
              <a:gd name="connsiteX202" fmla="*/ 685926 w 7467600"/>
              <a:gd name="connsiteY202" fmla="*/ 4703069 h 6858000"/>
              <a:gd name="connsiteX203" fmla="*/ 684248 w 7467600"/>
              <a:gd name="connsiteY203" fmla="*/ 4706721 h 6858000"/>
              <a:gd name="connsiteX204" fmla="*/ 1423113 w 7467600"/>
              <a:gd name="connsiteY204" fmla="*/ 3874565 h 6858000"/>
              <a:gd name="connsiteX205" fmla="*/ 3316479 w 7467600"/>
              <a:gd name="connsiteY205" fmla="*/ 3872136 h 6858000"/>
              <a:gd name="connsiteX206" fmla="*/ 3546806 w 7467600"/>
              <a:gd name="connsiteY206" fmla="*/ 4356139 h 6858000"/>
              <a:gd name="connsiteX207" fmla="*/ 3364433 w 7467600"/>
              <a:gd name="connsiteY207" fmla="*/ 3953121 h 6858000"/>
              <a:gd name="connsiteX208" fmla="*/ 3316479 w 7467600"/>
              <a:gd name="connsiteY208" fmla="*/ 3872136 h 6858000"/>
              <a:gd name="connsiteX209" fmla="*/ 3291335 w 7467600"/>
              <a:gd name="connsiteY209" fmla="*/ 3767420 h 6858000"/>
              <a:gd name="connsiteX210" fmla="*/ 3390805 w 7467600"/>
              <a:gd name="connsiteY210" fmla="*/ 3937163 h 6858000"/>
              <a:gd name="connsiteX211" fmla="*/ 3579062 w 7467600"/>
              <a:gd name="connsiteY211" fmla="*/ 4359040 h 6858000"/>
              <a:gd name="connsiteX212" fmla="*/ 3467355 w 7467600"/>
              <a:gd name="connsiteY212" fmla="*/ 3988130 h 6858000"/>
              <a:gd name="connsiteX213" fmla="*/ 3310753 w 7467600"/>
              <a:gd name="connsiteY213" fmla="*/ 3787140 h 6858000"/>
              <a:gd name="connsiteX214" fmla="*/ 3291335 w 7467600"/>
              <a:gd name="connsiteY214" fmla="*/ 3767420 h 6858000"/>
              <a:gd name="connsiteX215" fmla="*/ 1635889 w 7467600"/>
              <a:gd name="connsiteY215" fmla="*/ 3709494 h 6858000"/>
              <a:gd name="connsiteX216" fmla="*/ 1634800 w 7467600"/>
              <a:gd name="connsiteY216" fmla="*/ 3731111 h 6858000"/>
              <a:gd name="connsiteX217" fmla="*/ 1635889 w 7467600"/>
              <a:gd name="connsiteY217" fmla="*/ 3709494 h 6858000"/>
              <a:gd name="connsiteX218" fmla="*/ 1510397 w 7467600"/>
              <a:gd name="connsiteY218" fmla="*/ 3684705 h 6858000"/>
              <a:gd name="connsiteX219" fmla="*/ 1146550 w 7467600"/>
              <a:gd name="connsiteY219" fmla="*/ 3802012 h 6858000"/>
              <a:gd name="connsiteX220" fmla="*/ 698834 w 7467600"/>
              <a:gd name="connsiteY220" fmla="*/ 3952272 h 6858000"/>
              <a:gd name="connsiteX221" fmla="*/ 34256 w 7467600"/>
              <a:gd name="connsiteY221" fmla="*/ 4347603 h 6858000"/>
              <a:gd name="connsiteX222" fmla="*/ 527241 w 7467600"/>
              <a:gd name="connsiteY222" fmla="*/ 4065078 h 6858000"/>
              <a:gd name="connsiteX223" fmla="*/ 1510397 w 7467600"/>
              <a:gd name="connsiteY223" fmla="*/ 3684705 h 6858000"/>
              <a:gd name="connsiteX224" fmla="*/ 1313114 w 7467600"/>
              <a:gd name="connsiteY224" fmla="*/ 3655216 h 6858000"/>
              <a:gd name="connsiteX225" fmla="*/ 1109304 w 7467600"/>
              <a:gd name="connsiteY225" fmla="*/ 3669030 h 6858000"/>
              <a:gd name="connsiteX226" fmla="*/ 8129 w 7467600"/>
              <a:gd name="connsiteY226" fmla="*/ 4330519 h 6858000"/>
              <a:gd name="connsiteX227" fmla="*/ 687572 w 7467600"/>
              <a:gd name="connsiteY227" fmla="*/ 3925629 h 6858000"/>
              <a:gd name="connsiteX228" fmla="*/ 1138365 w 7467600"/>
              <a:gd name="connsiteY228" fmla="*/ 3774515 h 6858000"/>
              <a:gd name="connsiteX229" fmla="*/ 1505579 w 7467600"/>
              <a:gd name="connsiteY229" fmla="*/ 3655526 h 6858000"/>
              <a:gd name="connsiteX230" fmla="*/ 1313114 w 7467600"/>
              <a:gd name="connsiteY230" fmla="*/ 3655216 h 6858000"/>
              <a:gd name="connsiteX231" fmla="*/ 3655073 w 7467600"/>
              <a:gd name="connsiteY231" fmla="*/ 3650884 h 6858000"/>
              <a:gd name="connsiteX232" fmla="*/ 3989938 w 7467600"/>
              <a:gd name="connsiteY232" fmla="*/ 3991685 h 6858000"/>
              <a:gd name="connsiteX233" fmla="*/ 4393907 w 7467600"/>
              <a:gd name="connsiteY233" fmla="*/ 4261258 h 6858000"/>
              <a:gd name="connsiteX234" fmla="*/ 4648051 w 7467600"/>
              <a:gd name="connsiteY234" fmla="*/ 4374051 h 6858000"/>
              <a:gd name="connsiteX235" fmla="*/ 4383389 w 7467600"/>
              <a:gd name="connsiteY235" fmla="*/ 4184369 h 6858000"/>
              <a:gd name="connsiteX236" fmla="*/ 4165508 w 7467600"/>
              <a:gd name="connsiteY236" fmla="*/ 4035196 h 6858000"/>
              <a:gd name="connsiteX237" fmla="*/ 4068162 w 7467600"/>
              <a:gd name="connsiteY237" fmla="*/ 3953394 h 6858000"/>
              <a:gd name="connsiteX238" fmla="*/ 3981416 w 7467600"/>
              <a:gd name="connsiteY238" fmla="*/ 3880482 h 6858000"/>
              <a:gd name="connsiteX239" fmla="*/ 3800147 w 7467600"/>
              <a:gd name="connsiteY239" fmla="*/ 3749872 h 6858000"/>
              <a:gd name="connsiteX240" fmla="*/ 3655073 w 7467600"/>
              <a:gd name="connsiteY240" fmla="*/ 3650884 h 6858000"/>
              <a:gd name="connsiteX241" fmla="*/ 3670252 w 7467600"/>
              <a:gd name="connsiteY241" fmla="*/ 3622798 h 6858000"/>
              <a:gd name="connsiteX242" fmla="*/ 3817258 w 7467600"/>
              <a:gd name="connsiteY242" fmla="*/ 3723577 h 6858000"/>
              <a:gd name="connsiteX243" fmla="*/ 4000461 w 7467600"/>
              <a:gd name="connsiteY243" fmla="*/ 3855966 h 6858000"/>
              <a:gd name="connsiteX244" fmla="*/ 4088180 w 7467600"/>
              <a:gd name="connsiteY244" fmla="*/ 3929774 h 6858000"/>
              <a:gd name="connsiteX245" fmla="*/ 4184555 w 7467600"/>
              <a:gd name="connsiteY245" fmla="*/ 4010683 h 6858000"/>
              <a:gd name="connsiteX246" fmla="*/ 4399563 w 7467600"/>
              <a:gd name="connsiteY246" fmla="*/ 4158106 h 6858000"/>
              <a:gd name="connsiteX247" fmla="*/ 4684469 w 7467600"/>
              <a:gd name="connsiteY247" fmla="*/ 4364680 h 6858000"/>
              <a:gd name="connsiteX248" fmla="*/ 4690271 w 7467600"/>
              <a:gd name="connsiteY248" fmla="*/ 4370034 h 6858000"/>
              <a:gd name="connsiteX249" fmla="*/ 4136093 w 7467600"/>
              <a:gd name="connsiteY249" fmla="*/ 3858466 h 6858000"/>
              <a:gd name="connsiteX250" fmla="*/ 3670252 w 7467600"/>
              <a:gd name="connsiteY250" fmla="*/ 3622798 h 6858000"/>
              <a:gd name="connsiteX251" fmla="*/ 4440129 w 7467600"/>
              <a:gd name="connsiteY251" fmla="*/ 3448571 h 6858000"/>
              <a:gd name="connsiteX252" fmla="*/ 4856525 w 7467600"/>
              <a:gd name="connsiteY252" fmla="*/ 3915351 h 6858000"/>
              <a:gd name="connsiteX253" fmla="*/ 5059055 w 7467600"/>
              <a:gd name="connsiteY253" fmla="*/ 4108918 h 6858000"/>
              <a:gd name="connsiteX254" fmla="*/ 5290070 w 7467600"/>
              <a:gd name="connsiteY254" fmla="*/ 4263619 h 6858000"/>
              <a:gd name="connsiteX255" fmla="*/ 4834991 w 7467600"/>
              <a:gd name="connsiteY255" fmla="*/ 3830985 h 6858000"/>
              <a:gd name="connsiteX256" fmla="*/ 4440129 w 7467600"/>
              <a:gd name="connsiteY256" fmla="*/ 3448571 h 6858000"/>
              <a:gd name="connsiteX257" fmla="*/ 4441737 w 7467600"/>
              <a:gd name="connsiteY257" fmla="*/ 3399734 h 6858000"/>
              <a:gd name="connsiteX258" fmla="*/ 4431236 w 7467600"/>
              <a:gd name="connsiteY258" fmla="*/ 3400954 h 6858000"/>
              <a:gd name="connsiteX259" fmla="*/ 4557150 w 7467600"/>
              <a:gd name="connsiteY259" fmla="*/ 3510023 h 6858000"/>
              <a:gd name="connsiteX260" fmla="*/ 4856936 w 7467600"/>
              <a:gd name="connsiteY260" fmla="*/ 3809146 h 6858000"/>
              <a:gd name="connsiteX261" fmla="*/ 5111996 w 7467600"/>
              <a:gd name="connsiteY261" fmla="*/ 4065759 h 6858000"/>
              <a:gd name="connsiteX262" fmla="*/ 5388878 w 7467600"/>
              <a:gd name="connsiteY262" fmla="*/ 4300185 h 6858000"/>
              <a:gd name="connsiteX263" fmla="*/ 5425556 w 7467600"/>
              <a:gd name="connsiteY263" fmla="*/ 4308967 h 6858000"/>
              <a:gd name="connsiteX264" fmla="*/ 4943646 w 7467600"/>
              <a:gd name="connsiteY264" fmla="*/ 3822916 h 6858000"/>
              <a:gd name="connsiteX265" fmla="*/ 4594837 w 7467600"/>
              <a:gd name="connsiteY265" fmla="*/ 3532274 h 6858000"/>
              <a:gd name="connsiteX266" fmla="*/ 4441737 w 7467600"/>
              <a:gd name="connsiteY266" fmla="*/ 3399734 h 6858000"/>
              <a:gd name="connsiteX267" fmla="*/ 5425834 w 7467600"/>
              <a:gd name="connsiteY267" fmla="*/ 3162785 h 6858000"/>
              <a:gd name="connsiteX268" fmla="*/ 5401644 w 7467600"/>
              <a:gd name="connsiteY268" fmla="*/ 3617847 h 6858000"/>
              <a:gd name="connsiteX269" fmla="*/ 5467256 w 7467600"/>
              <a:gd name="connsiteY269" fmla="*/ 4175494 h 6858000"/>
              <a:gd name="connsiteX270" fmla="*/ 5448069 w 7467600"/>
              <a:gd name="connsiteY270" fmla="*/ 3567554 h 6858000"/>
              <a:gd name="connsiteX271" fmla="*/ 5425834 w 7467600"/>
              <a:gd name="connsiteY271" fmla="*/ 3162785 h 6858000"/>
              <a:gd name="connsiteX272" fmla="*/ 1318687 w 7467600"/>
              <a:gd name="connsiteY272" fmla="*/ 3113840 h 6858000"/>
              <a:gd name="connsiteX273" fmla="*/ 1066793 w 7467600"/>
              <a:gd name="connsiteY273" fmla="*/ 3212171 h 6858000"/>
              <a:gd name="connsiteX274" fmla="*/ 993319 w 7467600"/>
              <a:gd name="connsiteY274" fmla="*/ 3247648 h 6858000"/>
              <a:gd name="connsiteX275" fmla="*/ 853081 w 7467600"/>
              <a:gd name="connsiteY275" fmla="*/ 3312410 h 6858000"/>
              <a:gd name="connsiteX276" fmla="*/ 805957 w 7467600"/>
              <a:gd name="connsiteY276" fmla="*/ 3330443 h 6858000"/>
              <a:gd name="connsiteX277" fmla="*/ 1318687 w 7467600"/>
              <a:gd name="connsiteY277" fmla="*/ 3113840 h 6858000"/>
              <a:gd name="connsiteX278" fmla="*/ 5453702 w 7467600"/>
              <a:gd name="connsiteY278" fmla="*/ 3090882 h 6858000"/>
              <a:gd name="connsiteX279" fmla="*/ 5480135 w 7467600"/>
              <a:gd name="connsiteY279" fmla="*/ 3565802 h 6858000"/>
              <a:gd name="connsiteX280" fmla="*/ 5499023 w 7467600"/>
              <a:gd name="connsiteY280" fmla="*/ 4166310 h 6858000"/>
              <a:gd name="connsiteX281" fmla="*/ 5547022 w 7467600"/>
              <a:gd name="connsiteY281" fmla="*/ 3607838 h 6858000"/>
              <a:gd name="connsiteX282" fmla="*/ 5515964 w 7467600"/>
              <a:gd name="connsiteY282" fmla="*/ 3378541 h 6858000"/>
              <a:gd name="connsiteX283" fmla="*/ 5453702 w 7467600"/>
              <a:gd name="connsiteY283" fmla="*/ 3090882 h 6858000"/>
              <a:gd name="connsiteX284" fmla="*/ 1238695 w 7467600"/>
              <a:gd name="connsiteY284" fmla="*/ 3076820 h 6858000"/>
              <a:gd name="connsiteX285" fmla="*/ 716371 w 7467600"/>
              <a:gd name="connsiteY285" fmla="*/ 3293249 h 6858000"/>
              <a:gd name="connsiteX286" fmla="*/ 579522 w 7467600"/>
              <a:gd name="connsiteY286" fmla="*/ 3371759 h 6858000"/>
              <a:gd name="connsiteX287" fmla="*/ 600288 w 7467600"/>
              <a:gd name="connsiteY287" fmla="*/ 3365555 h 6858000"/>
              <a:gd name="connsiteX288" fmla="*/ 840692 w 7467600"/>
              <a:gd name="connsiteY288" fmla="*/ 3284921 h 6858000"/>
              <a:gd name="connsiteX289" fmla="*/ 979248 w 7467600"/>
              <a:gd name="connsiteY289" fmla="*/ 3221003 h 6858000"/>
              <a:gd name="connsiteX290" fmla="*/ 1053282 w 7467600"/>
              <a:gd name="connsiteY290" fmla="*/ 3185247 h 6858000"/>
              <a:gd name="connsiteX291" fmla="*/ 1320603 w 7467600"/>
              <a:gd name="connsiteY291" fmla="*/ 3081281 h 6858000"/>
              <a:gd name="connsiteX292" fmla="*/ 1238695 w 7467600"/>
              <a:gd name="connsiteY292" fmla="*/ 3076820 h 6858000"/>
              <a:gd name="connsiteX293" fmla="*/ 5425627 w 7467600"/>
              <a:gd name="connsiteY293" fmla="*/ 2954192 h 6858000"/>
              <a:gd name="connsiteX294" fmla="*/ 5470770 w 7467600"/>
              <a:gd name="connsiteY294" fmla="*/ 3005435 h 6858000"/>
              <a:gd name="connsiteX295" fmla="*/ 5519779 w 7467600"/>
              <a:gd name="connsiteY295" fmla="*/ 4359223 h 6858000"/>
              <a:gd name="connsiteX296" fmla="*/ 5520293 w 7467600"/>
              <a:gd name="connsiteY296" fmla="*/ 4360602 h 6858000"/>
              <a:gd name="connsiteX297" fmla="*/ 5767221 w 7467600"/>
              <a:gd name="connsiteY297" fmla="*/ 4665564 h 6858000"/>
              <a:gd name="connsiteX298" fmla="*/ 6937169 w 7467600"/>
              <a:gd name="connsiteY298" fmla="*/ 4815941 h 6858000"/>
              <a:gd name="connsiteX299" fmla="*/ 6953922 w 7467600"/>
              <a:gd name="connsiteY299" fmla="*/ 4890068 h 6858000"/>
              <a:gd name="connsiteX300" fmla="*/ 6071359 w 7467600"/>
              <a:gd name="connsiteY300" fmla="*/ 4770770 h 6858000"/>
              <a:gd name="connsiteX301" fmla="*/ 6038839 w 7467600"/>
              <a:gd name="connsiteY301" fmla="*/ 4764474 h 6858000"/>
              <a:gd name="connsiteX302" fmla="*/ 6038706 w 7467600"/>
              <a:gd name="connsiteY302" fmla="*/ 4763847 h 6858000"/>
              <a:gd name="connsiteX303" fmla="*/ 6037784 w 7467600"/>
              <a:gd name="connsiteY303" fmla="*/ 4764270 h 6858000"/>
              <a:gd name="connsiteX304" fmla="*/ 6038839 w 7467600"/>
              <a:gd name="connsiteY304" fmla="*/ 4764474 h 6858000"/>
              <a:gd name="connsiteX305" fmla="*/ 6040338 w 7467600"/>
              <a:gd name="connsiteY305" fmla="*/ 4771418 h 6858000"/>
              <a:gd name="connsiteX306" fmla="*/ 6024488 w 7467600"/>
              <a:gd name="connsiteY306" fmla="*/ 4809903 h 6858000"/>
              <a:gd name="connsiteX307" fmla="*/ 5599771 w 7467600"/>
              <a:gd name="connsiteY307" fmla="*/ 5509652 h 6858000"/>
              <a:gd name="connsiteX308" fmla="*/ 5548843 w 7467600"/>
              <a:gd name="connsiteY308" fmla="*/ 5563845 h 6858000"/>
              <a:gd name="connsiteX309" fmla="*/ 5940952 w 7467600"/>
              <a:gd name="connsiteY309" fmla="*/ 6250028 h 6858000"/>
              <a:gd name="connsiteX310" fmla="*/ 6043441 w 7467600"/>
              <a:gd name="connsiteY310" fmla="*/ 6665847 h 6858000"/>
              <a:gd name="connsiteX311" fmla="*/ 6093432 w 7467600"/>
              <a:gd name="connsiteY311" fmla="*/ 6858000 h 6858000"/>
              <a:gd name="connsiteX312" fmla="*/ 6034344 w 7467600"/>
              <a:gd name="connsiteY312" fmla="*/ 6858000 h 6858000"/>
              <a:gd name="connsiteX313" fmla="*/ 6026679 w 7467600"/>
              <a:gd name="connsiteY313" fmla="*/ 6836959 h 6858000"/>
              <a:gd name="connsiteX314" fmla="*/ 5800441 w 7467600"/>
              <a:gd name="connsiteY314" fmla="*/ 6335286 h 6858000"/>
              <a:gd name="connsiteX315" fmla="*/ 5526562 w 7467600"/>
              <a:gd name="connsiteY315" fmla="*/ 5705388 h 6858000"/>
              <a:gd name="connsiteX316" fmla="*/ 5519640 w 7467600"/>
              <a:gd name="connsiteY316" fmla="*/ 5683774 h 6858000"/>
              <a:gd name="connsiteX317" fmla="*/ 5844559 w 7467600"/>
              <a:gd name="connsiteY317" fmla="*/ 6553349 h 6858000"/>
              <a:gd name="connsiteX318" fmla="*/ 5975994 w 7467600"/>
              <a:gd name="connsiteY318" fmla="*/ 6858000 h 6858000"/>
              <a:gd name="connsiteX319" fmla="*/ 5898547 w 7467600"/>
              <a:gd name="connsiteY319" fmla="*/ 6858000 h 6858000"/>
              <a:gd name="connsiteX320" fmla="*/ 5682041 w 7467600"/>
              <a:gd name="connsiteY320" fmla="*/ 6355860 h 6858000"/>
              <a:gd name="connsiteX321" fmla="*/ 5461758 w 7467600"/>
              <a:gd name="connsiteY321" fmla="*/ 5820220 h 6858000"/>
              <a:gd name="connsiteX322" fmla="*/ 5237282 w 7467600"/>
              <a:gd name="connsiteY322" fmla="*/ 6579086 h 6858000"/>
              <a:gd name="connsiteX323" fmla="*/ 5115009 w 7467600"/>
              <a:gd name="connsiteY323" fmla="*/ 6858000 h 6858000"/>
              <a:gd name="connsiteX324" fmla="*/ 5028074 w 7467600"/>
              <a:gd name="connsiteY324" fmla="*/ 6858000 h 6858000"/>
              <a:gd name="connsiteX325" fmla="*/ 5079508 w 7467600"/>
              <a:gd name="connsiteY325" fmla="*/ 6749074 h 6858000"/>
              <a:gd name="connsiteX326" fmla="*/ 5371846 w 7467600"/>
              <a:gd name="connsiteY326" fmla="*/ 5924413 h 6858000"/>
              <a:gd name="connsiteX327" fmla="*/ 5270512 w 7467600"/>
              <a:gd name="connsiteY327" fmla="*/ 6138975 h 6858000"/>
              <a:gd name="connsiteX328" fmla="*/ 5062409 w 7467600"/>
              <a:gd name="connsiteY328" fmla="*/ 6653544 h 6858000"/>
              <a:gd name="connsiteX329" fmla="*/ 5036628 w 7467600"/>
              <a:gd name="connsiteY329" fmla="*/ 6754247 h 6858000"/>
              <a:gd name="connsiteX330" fmla="*/ 5009112 w 7467600"/>
              <a:gd name="connsiteY330" fmla="*/ 6858000 h 6858000"/>
              <a:gd name="connsiteX331" fmla="*/ 4976679 w 7467600"/>
              <a:gd name="connsiteY331" fmla="*/ 6858000 h 6858000"/>
              <a:gd name="connsiteX332" fmla="*/ 5006537 w 7467600"/>
              <a:gd name="connsiteY332" fmla="*/ 6747068 h 6858000"/>
              <a:gd name="connsiteX333" fmla="*/ 5032723 w 7467600"/>
              <a:gd name="connsiteY333" fmla="*/ 6644957 h 6858000"/>
              <a:gd name="connsiteX334" fmla="*/ 5242949 w 7467600"/>
              <a:gd name="connsiteY334" fmla="*/ 6125175 h 6858000"/>
              <a:gd name="connsiteX335" fmla="*/ 5286321 w 7467600"/>
              <a:gd name="connsiteY335" fmla="*/ 6033555 h 6858000"/>
              <a:gd name="connsiteX336" fmla="*/ 5008210 w 7467600"/>
              <a:gd name="connsiteY336" fmla="*/ 6649194 h 6858000"/>
              <a:gd name="connsiteX337" fmla="*/ 4986321 w 7467600"/>
              <a:gd name="connsiteY337" fmla="*/ 6765687 h 6858000"/>
              <a:gd name="connsiteX338" fmla="*/ 4973474 w 7467600"/>
              <a:gd name="connsiteY338" fmla="*/ 6858000 h 6858000"/>
              <a:gd name="connsiteX339" fmla="*/ 4907178 w 7467600"/>
              <a:gd name="connsiteY339" fmla="*/ 6858000 h 6858000"/>
              <a:gd name="connsiteX340" fmla="*/ 4910810 w 7467600"/>
              <a:gd name="connsiteY340" fmla="*/ 6829660 h 6858000"/>
              <a:gd name="connsiteX341" fmla="*/ 4987461 w 7467600"/>
              <a:gd name="connsiteY341" fmla="*/ 6432994 h 6858000"/>
              <a:gd name="connsiteX342" fmla="*/ 5179262 w 7467600"/>
              <a:gd name="connsiteY342" fmla="*/ 6035044 h 6858000"/>
              <a:gd name="connsiteX343" fmla="*/ 4689678 w 7467600"/>
              <a:gd name="connsiteY343" fmla="*/ 6440241 h 6858000"/>
              <a:gd name="connsiteX344" fmla="*/ 4477543 w 7467600"/>
              <a:gd name="connsiteY344" fmla="*/ 6674836 h 6858000"/>
              <a:gd name="connsiteX345" fmla="*/ 4329957 w 7467600"/>
              <a:gd name="connsiteY345" fmla="*/ 6858000 h 6858000"/>
              <a:gd name="connsiteX346" fmla="*/ 4218595 w 7467600"/>
              <a:gd name="connsiteY346" fmla="*/ 6858000 h 6858000"/>
              <a:gd name="connsiteX347" fmla="*/ 4368888 w 7467600"/>
              <a:gd name="connsiteY347" fmla="*/ 6668412 h 6858000"/>
              <a:gd name="connsiteX348" fmla="*/ 4563091 w 7467600"/>
              <a:gd name="connsiteY348" fmla="*/ 6442508 h 6858000"/>
              <a:gd name="connsiteX349" fmla="*/ 5387324 w 7467600"/>
              <a:gd name="connsiteY349" fmla="*/ 5705830 h 6858000"/>
              <a:gd name="connsiteX350" fmla="*/ 5073620 w 7467600"/>
              <a:gd name="connsiteY350" fmla="*/ 5955437 h 6858000"/>
              <a:gd name="connsiteX351" fmla="*/ 4689789 w 7467600"/>
              <a:gd name="connsiteY351" fmla="*/ 6268382 h 6858000"/>
              <a:gd name="connsiteX352" fmla="*/ 4418722 w 7467600"/>
              <a:gd name="connsiteY352" fmla="*/ 6570886 h 6858000"/>
              <a:gd name="connsiteX353" fmla="*/ 4214944 w 7467600"/>
              <a:gd name="connsiteY353" fmla="*/ 6858000 h 6858000"/>
              <a:gd name="connsiteX354" fmla="*/ 4177898 w 7467600"/>
              <a:gd name="connsiteY354" fmla="*/ 6858000 h 6858000"/>
              <a:gd name="connsiteX355" fmla="*/ 4391597 w 7467600"/>
              <a:gd name="connsiteY355" fmla="*/ 6556370 h 6858000"/>
              <a:gd name="connsiteX356" fmla="*/ 4668889 w 7467600"/>
              <a:gd name="connsiteY356" fmla="*/ 6246399 h 6858000"/>
              <a:gd name="connsiteX357" fmla="*/ 5055427 w 7467600"/>
              <a:gd name="connsiteY357" fmla="*/ 5931476 h 6858000"/>
              <a:gd name="connsiteX358" fmla="*/ 5371814 w 7467600"/>
              <a:gd name="connsiteY358" fmla="*/ 5678975 h 6858000"/>
              <a:gd name="connsiteX359" fmla="*/ 4987918 w 7467600"/>
              <a:gd name="connsiteY359" fmla="*/ 5838701 h 6858000"/>
              <a:gd name="connsiteX360" fmla="*/ 4317146 w 7467600"/>
              <a:gd name="connsiteY360" fmla="*/ 6587716 h 6858000"/>
              <a:gd name="connsiteX361" fmla="*/ 4171627 w 7467600"/>
              <a:gd name="connsiteY361" fmla="*/ 6858000 h 6858000"/>
              <a:gd name="connsiteX362" fmla="*/ 4081585 w 7467600"/>
              <a:gd name="connsiteY362" fmla="*/ 6858000 h 6858000"/>
              <a:gd name="connsiteX363" fmla="*/ 4238603 w 7467600"/>
              <a:gd name="connsiteY363" fmla="*/ 6559341 h 6858000"/>
              <a:gd name="connsiteX364" fmla="*/ 4778333 w 7467600"/>
              <a:gd name="connsiteY364" fmla="*/ 5873626 h 6858000"/>
              <a:gd name="connsiteX365" fmla="*/ 5414185 w 7467600"/>
              <a:gd name="connsiteY365" fmla="*/ 5573882 h 6858000"/>
              <a:gd name="connsiteX366" fmla="*/ 5959648 w 7467600"/>
              <a:gd name="connsiteY366" fmla="*/ 4760797 h 6858000"/>
              <a:gd name="connsiteX367" fmla="*/ 5355019 w 7467600"/>
              <a:gd name="connsiteY367" fmla="*/ 4734672 h 6858000"/>
              <a:gd name="connsiteX368" fmla="*/ 5083565 w 7467600"/>
              <a:gd name="connsiteY368" fmla="*/ 5179121 h 6858000"/>
              <a:gd name="connsiteX369" fmla="*/ 4713577 w 7467600"/>
              <a:gd name="connsiteY369" fmla="*/ 5616803 h 6858000"/>
              <a:gd name="connsiteX370" fmla="*/ 3989559 w 7467600"/>
              <a:gd name="connsiteY370" fmla="*/ 6145945 h 6858000"/>
              <a:gd name="connsiteX371" fmla="*/ 3939824 w 7467600"/>
              <a:gd name="connsiteY371" fmla="*/ 6066900 h 6858000"/>
              <a:gd name="connsiteX372" fmla="*/ 4584537 w 7467600"/>
              <a:gd name="connsiteY372" fmla="*/ 5324826 h 6858000"/>
              <a:gd name="connsiteX373" fmla="*/ 5037105 w 7467600"/>
              <a:gd name="connsiteY373" fmla="*/ 5088765 h 6858000"/>
              <a:gd name="connsiteX374" fmla="*/ 5039930 w 7467600"/>
              <a:gd name="connsiteY374" fmla="*/ 5089585 h 6858000"/>
              <a:gd name="connsiteX375" fmla="*/ 5263764 w 7467600"/>
              <a:gd name="connsiteY375" fmla="*/ 4735525 h 6858000"/>
              <a:gd name="connsiteX376" fmla="*/ 4086300 w 7467600"/>
              <a:gd name="connsiteY376" fmla="*/ 4884599 h 6858000"/>
              <a:gd name="connsiteX377" fmla="*/ 4085485 w 7467600"/>
              <a:gd name="connsiteY377" fmla="*/ 4899070 h 6858000"/>
              <a:gd name="connsiteX378" fmla="*/ 3871915 w 7467600"/>
              <a:gd name="connsiteY378" fmla="*/ 5253645 h 6858000"/>
              <a:gd name="connsiteX379" fmla="*/ 3799374 w 7467600"/>
              <a:gd name="connsiteY379" fmla="*/ 5466127 h 6858000"/>
              <a:gd name="connsiteX380" fmla="*/ 3498850 w 7467600"/>
              <a:gd name="connsiteY380" fmla="*/ 6661888 h 6858000"/>
              <a:gd name="connsiteX381" fmla="*/ 3399216 w 7467600"/>
              <a:gd name="connsiteY381" fmla="*/ 6858000 h 6858000"/>
              <a:gd name="connsiteX382" fmla="*/ 3303688 w 7467600"/>
              <a:gd name="connsiteY382" fmla="*/ 6858000 h 6858000"/>
              <a:gd name="connsiteX383" fmla="*/ 3391774 w 7467600"/>
              <a:gd name="connsiteY383" fmla="*/ 6697181 h 6858000"/>
              <a:gd name="connsiteX384" fmla="*/ 3735540 w 7467600"/>
              <a:gd name="connsiteY384" fmla="*/ 5546923 h 6858000"/>
              <a:gd name="connsiteX385" fmla="*/ 3729438 w 7467600"/>
              <a:gd name="connsiteY385" fmla="*/ 5569058 h 6858000"/>
              <a:gd name="connsiteX386" fmla="*/ 3707782 w 7467600"/>
              <a:gd name="connsiteY386" fmla="*/ 5644908 h 6858000"/>
              <a:gd name="connsiteX387" fmla="*/ 3583827 w 7467600"/>
              <a:gd name="connsiteY387" fmla="*/ 6039215 h 6858000"/>
              <a:gd name="connsiteX388" fmla="*/ 3547861 w 7467600"/>
              <a:gd name="connsiteY388" fmla="*/ 6129609 h 6858000"/>
              <a:gd name="connsiteX389" fmla="*/ 3490905 w 7467600"/>
              <a:gd name="connsiteY389" fmla="*/ 6277660 h 6858000"/>
              <a:gd name="connsiteX390" fmla="*/ 3455859 w 7467600"/>
              <a:gd name="connsiteY390" fmla="*/ 6391301 h 6858000"/>
              <a:gd name="connsiteX391" fmla="*/ 3429112 w 7467600"/>
              <a:gd name="connsiteY391" fmla="*/ 6479469 h 6858000"/>
              <a:gd name="connsiteX392" fmla="*/ 3304862 w 7467600"/>
              <a:gd name="connsiteY392" fmla="*/ 6796476 h 6858000"/>
              <a:gd name="connsiteX393" fmla="*/ 3276071 w 7467600"/>
              <a:gd name="connsiteY393" fmla="*/ 6858000 h 6858000"/>
              <a:gd name="connsiteX394" fmla="*/ 3240805 w 7467600"/>
              <a:gd name="connsiteY394" fmla="*/ 6858000 h 6858000"/>
              <a:gd name="connsiteX395" fmla="*/ 3275917 w 7467600"/>
              <a:gd name="connsiteY395" fmla="*/ 6783192 h 6858000"/>
              <a:gd name="connsiteX396" fmla="*/ 3399358 w 7467600"/>
              <a:gd name="connsiteY396" fmla="*/ 6469011 h 6858000"/>
              <a:gd name="connsiteX397" fmla="*/ 3425650 w 7467600"/>
              <a:gd name="connsiteY397" fmla="*/ 6381333 h 6858000"/>
              <a:gd name="connsiteX398" fmla="*/ 3460661 w 7467600"/>
              <a:gd name="connsiteY398" fmla="*/ 6266763 h 6858000"/>
              <a:gd name="connsiteX399" fmla="*/ 3518021 w 7467600"/>
              <a:gd name="connsiteY399" fmla="*/ 6117298 h 6858000"/>
              <a:gd name="connsiteX400" fmla="*/ 3554035 w 7467600"/>
              <a:gd name="connsiteY400" fmla="*/ 6027832 h 6858000"/>
              <a:gd name="connsiteX401" fmla="*/ 3677174 w 7467600"/>
              <a:gd name="connsiteY401" fmla="*/ 5636351 h 6858000"/>
              <a:gd name="connsiteX402" fmla="*/ 3698819 w 7467600"/>
              <a:gd name="connsiteY402" fmla="*/ 5560503 h 6858000"/>
              <a:gd name="connsiteX403" fmla="*/ 3702094 w 7467600"/>
              <a:gd name="connsiteY403" fmla="*/ 5549194 h 6858000"/>
              <a:gd name="connsiteX404" fmla="*/ 3398355 w 7467600"/>
              <a:gd name="connsiteY404" fmla="*/ 6094603 h 6858000"/>
              <a:gd name="connsiteX405" fmla="*/ 3193941 w 7467600"/>
              <a:gd name="connsiteY405" fmla="*/ 6798775 h 6858000"/>
              <a:gd name="connsiteX406" fmla="*/ 3184140 w 7467600"/>
              <a:gd name="connsiteY406" fmla="*/ 6858000 h 6858000"/>
              <a:gd name="connsiteX407" fmla="*/ 3099978 w 7467600"/>
              <a:gd name="connsiteY407" fmla="*/ 6858000 h 6858000"/>
              <a:gd name="connsiteX408" fmla="*/ 3101556 w 7467600"/>
              <a:gd name="connsiteY408" fmla="*/ 6843337 h 6858000"/>
              <a:gd name="connsiteX409" fmla="*/ 3370162 w 7467600"/>
              <a:gd name="connsiteY409" fmla="*/ 5785550 h 6858000"/>
              <a:gd name="connsiteX410" fmla="*/ 3746477 w 7467600"/>
              <a:gd name="connsiteY410" fmla="*/ 5377889 h 6858000"/>
              <a:gd name="connsiteX411" fmla="*/ 3863399 w 7467600"/>
              <a:gd name="connsiteY411" fmla="*/ 5087257 h 6858000"/>
              <a:gd name="connsiteX412" fmla="*/ 3968712 w 7467600"/>
              <a:gd name="connsiteY412" fmla="*/ 4913989 h 6858000"/>
              <a:gd name="connsiteX413" fmla="*/ 2792390 w 7467600"/>
              <a:gd name="connsiteY413" fmla="*/ 5382974 h 6858000"/>
              <a:gd name="connsiteX414" fmla="*/ 2714982 w 7467600"/>
              <a:gd name="connsiteY414" fmla="*/ 5427051 h 6858000"/>
              <a:gd name="connsiteX415" fmla="*/ 2813361 w 7467600"/>
              <a:gd name="connsiteY415" fmla="*/ 6023912 h 6858000"/>
              <a:gd name="connsiteX416" fmla="*/ 2688430 w 7467600"/>
              <a:gd name="connsiteY416" fmla="*/ 6801564 h 6858000"/>
              <a:gd name="connsiteX417" fmla="*/ 2629626 w 7467600"/>
              <a:gd name="connsiteY417" fmla="*/ 6763394 h 6858000"/>
              <a:gd name="connsiteX418" fmla="*/ 2565328 w 7467600"/>
              <a:gd name="connsiteY418" fmla="*/ 5516399 h 6858000"/>
              <a:gd name="connsiteX419" fmla="*/ 1922999 w 7467600"/>
              <a:gd name="connsiteY419" fmla="*/ 5980343 h 6858000"/>
              <a:gd name="connsiteX420" fmla="*/ 1950261 w 7467600"/>
              <a:gd name="connsiteY420" fmla="*/ 6405858 h 6858000"/>
              <a:gd name="connsiteX421" fmla="*/ 2365554 w 7467600"/>
              <a:gd name="connsiteY421" fmla="*/ 6759107 h 6858000"/>
              <a:gd name="connsiteX422" fmla="*/ 2424142 w 7467600"/>
              <a:gd name="connsiteY422" fmla="*/ 6858000 h 6858000"/>
              <a:gd name="connsiteX423" fmla="*/ 2395994 w 7467600"/>
              <a:gd name="connsiteY423" fmla="*/ 6858000 h 6858000"/>
              <a:gd name="connsiteX424" fmla="*/ 2392863 w 7467600"/>
              <a:gd name="connsiteY424" fmla="*/ 6852964 h 6858000"/>
              <a:gd name="connsiteX425" fmla="*/ 2017589 w 7467600"/>
              <a:gd name="connsiteY425" fmla="*/ 6493982 h 6858000"/>
              <a:gd name="connsiteX426" fmla="*/ 2147336 w 7467600"/>
              <a:gd name="connsiteY426" fmla="*/ 6594052 h 6858000"/>
              <a:gd name="connsiteX427" fmla="*/ 2207047 w 7467600"/>
              <a:gd name="connsiteY427" fmla="*/ 6654540 h 6858000"/>
              <a:gd name="connsiteX428" fmla="*/ 2299106 w 7467600"/>
              <a:gd name="connsiteY428" fmla="*/ 6778931 h 6858000"/>
              <a:gd name="connsiteX429" fmla="*/ 2314430 w 7467600"/>
              <a:gd name="connsiteY429" fmla="*/ 6801144 h 6858000"/>
              <a:gd name="connsiteX430" fmla="*/ 2352406 w 7467600"/>
              <a:gd name="connsiteY430" fmla="*/ 6858000 h 6858000"/>
              <a:gd name="connsiteX431" fmla="*/ 2314492 w 7467600"/>
              <a:gd name="connsiteY431" fmla="*/ 6858000 h 6858000"/>
              <a:gd name="connsiteX432" fmla="*/ 2288095 w 7467600"/>
              <a:gd name="connsiteY432" fmla="*/ 6818030 h 6858000"/>
              <a:gd name="connsiteX433" fmla="*/ 2272768 w 7467600"/>
              <a:gd name="connsiteY433" fmla="*/ 6795822 h 6858000"/>
              <a:gd name="connsiteX434" fmla="*/ 2182715 w 7467600"/>
              <a:gd name="connsiteY434" fmla="*/ 6675071 h 6858000"/>
              <a:gd name="connsiteX435" fmla="*/ 2032061 w 7467600"/>
              <a:gd name="connsiteY435" fmla="*/ 6541380 h 6858000"/>
              <a:gd name="connsiteX436" fmla="*/ 2257220 w 7467600"/>
              <a:gd name="connsiteY436" fmla="*/ 6826257 h 6858000"/>
              <a:gd name="connsiteX437" fmla="*/ 2281324 w 7467600"/>
              <a:gd name="connsiteY437" fmla="*/ 6858000 h 6858000"/>
              <a:gd name="connsiteX438" fmla="*/ 2242860 w 7467600"/>
              <a:gd name="connsiteY438" fmla="*/ 6858000 h 6858000"/>
              <a:gd name="connsiteX439" fmla="*/ 2232818 w 7467600"/>
              <a:gd name="connsiteY439" fmla="*/ 6844926 h 6858000"/>
              <a:gd name="connsiteX440" fmla="*/ 1990172 w 7467600"/>
              <a:gd name="connsiteY440" fmla="*/ 6542121 h 6858000"/>
              <a:gd name="connsiteX441" fmla="*/ 2124090 w 7467600"/>
              <a:gd name="connsiteY441" fmla="*/ 6761017 h 6858000"/>
              <a:gd name="connsiteX442" fmla="*/ 2200380 w 7467600"/>
              <a:gd name="connsiteY442" fmla="*/ 6858000 h 6858000"/>
              <a:gd name="connsiteX443" fmla="*/ 2147507 w 7467600"/>
              <a:gd name="connsiteY443" fmla="*/ 6858000 h 6858000"/>
              <a:gd name="connsiteX444" fmla="*/ 2070668 w 7467600"/>
              <a:gd name="connsiteY444" fmla="*/ 6761520 h 6858000"/>
              <a:gd name="connsiteX445" fmla="*/ 1975142 w 7467600"/>
              <a:gd name="connsiteY445" fmla="*/ 6585570 h 6858000"/>
              <a:gd name="connsiteX446" fmla="*/ 2050035 w 7467600"/>
              <a:gd name="connsiteY446" fmla="*/ 6813345 h 6858000"/>
              <a:gd name="connsiteX447" fmla="*/ 2063025 w 7467600"/>
              <a:gd name="connsiteY447" fmla="*/ 6858000 h 6858000"/>
              <a:gd name="connsiteX448" fmla="*/ 2021675 w 7467600"/>
              <a:gd name="connsiteY448" fmla="*/ 6858000 h 6858000"/>
              <a:gd name="connsiteX449" fmla="*/ 2019308 w 7467600"/>
              <a:gd name="connsiteY449" fmla="*/ 6847118 h 6858000"/>
              <a:gd name="connsiteX450" fmla="*/ 1938835 w 7467600"/>
              <a:gd name="connsiteY450" fmla="*/ 6551160 h 6858000"/>
              <a:gd name="connsiteX451" fmla="*/ 1953230 w 7467600"/>
              <a:gd name="connsiteY451" fmla="*/ 6759699 h 6858000"/>
              <a:gd name="connsiteX452" fmla="*/ 1956763 w 7467600"/>
              <a:gd name="connsiteY452" fmla="*/ 6778191 h 6858000"/>
              <a:gd name="connsiteX453" fmla="*/ 1967925 w 7467600"/>
              <a:gd name="connsiteY453" fmla="*/ 6858000 h 6858000"/>
              <a:gd name="connsiteX454" fmla="*/ 1936622 w 7467600"/>
              <a:gd name="connsiteY454" fmla="*/ 6858000 h 6858000"/>
              <a:gd name="connsiteX455" fmla="*/ 1926261 w 7467600"/>
              <a:gd name="connsiteY455" fmla="*/ 6784064 h 6858000"/>
              <a:gd name="connsiteX456" fmla="*/ 1922724 w 7467600"/>
              <a:gd name="connsiteY456" fmla="*/ 6765577 h 6858000"/>
              <a:gd name="connsiteX457" fmla="*/ 1904650 w 7467600"/>
              <a:gd name="connsiteY457" fmla="*/ 6639616 h 6858000"/>
              <a:gd name="connsiteX458" fmla="*/ 1885273 w 7467600"/>
              <a:gd name="connsiteY458" fmla="*/ 6858000 h 6858000"/>
              <a:gd name="connsiteX459" fmla="*/ 1854363 w 7467600"/>
              <a:gd name="connsiteY459" fmla="*/ 6858000 h 6858000"/>
              <a:gd name="connsiteX460" fmla="*/ 1880391 w 7467600"/>
              <a:gd name="connsiteY460" fmla="*/ 6603796 h 6858000"/>
              <a:gd name="connsiteX461" fmla="*/ 1818273 w 7467600"/>
              <a:gd name="connsiteY461" fmla="*/ 6715729 h 6858000"/>
              <a:gd name="connsiteX462" fmla="*/ 1794691 w 7467600"/>
              <a:gd name="connsiteY462" fmla="*/ 6843239 h 6858000"/>
              <a:gd name="connsiteX463" fmla="*/ 1794914 w 7467600"/>
              <a:gd name="connsiteY463" fmla="*/ 6858000 h 6858000"/>
              <a:gd name="connsiteX464" fmla="*/ 1746128 w 7467600"/>
              <a:gd name="connsiteY464" fmla="*/ 6858000 h 6858000"/>
              <a:gd name="connsiteX465" fmla="*/ 1753934 w 7467600"/>
              <a:gd name="connsiteY465" fmla="*/ 6724796 h 6858000"/>
              <a:gd name="connsiteX466" fmla="*/ 1792053 w 7467600"/>
              <a:gd name="connsiteY466" fmla="*/ 6572396 h 6858000"/>
              <a:gd name="connsiteX467" fmla="*/ 1862248 w 7467600"/>
              <a:gd name="connsiteY467" fmla="*/ 6266397 h 6858000"/>
              <a:gd name="connsiteX468" fmla="*/ 1862250 w 7467600"/>
              <a:gd name="connsiteY468" fmla="*/ 6033531 h 6858000"/>
              <a:gd name="connsiteX469" fmla="*/ 1211999 w 7467600"/>
              <a:gd name="connsiteY469" fmla="*/ 6683610 h 6858000"/>
              <a:gd name="connsiteX470" fmla="*/ 1213266 w 7467600"/>
              <a:gd name="connsiteY470" fmla="*/ 6691947 h 6858000"/>
              <a:gd name="connsiteX471" fmla="*/ 1203370 w 7467600"/>
              <a:gd name="connsiteY471" fmla="*/ 6850676 h 6858000"/>
              <a:gd name="connsiteX472" fmla="*/ 1203671 w 7467600"/>
              <a:gd name="connsiteY472" fmla="*/ 6858000 h 6858000"/>
              <a:gd name="connsiteX473" fmla="*/ 1143180 w 7467600"/>
              <a:gd name="connsiteY473" fmla="*/ 6858000 h 6858000"/>
              <a:gd name="connsiteX474" fmla="*/ 1142176 w 7467600"/>
              <a:gd name="connsiteY474" fmla="*/ 6766045 h 6858000"/>
              <a:gd name="connsiteX475" fmla="*/ 1067484 w 7467600"/>
              <a:gd name="connsiteY475" fmla="*/ 6858000 h 6858000"/>
              <a:gd name="connsiteX476" fmla="*/ 953928 w 7467600"/>
              <a:gd name="connsiteY476" fmla="*/ 6858000 h 6858000"/>
              <a:gd name="connsiteX477" fmla="*/ 959715 w 7467600"/>
              <a:gd name="connsiteY477" fmla="*/ 6850185 h 6858000"/>
              <a:gd name="connsiteX478" fmla="*/ 1483788 w 7467600"/>
              <a:gd name="connsiteY478" fmla="*/ 6259174 h 6858000"/>
              <a:gd name="connsiteX479" fmla="*/ 1100671 w 7467600"/>
              <a:gd name="connsiteY479" fmla="*/ 6252137 h 6858000"/>
              <a:gd name="connsiteX480" fmla="*/ 1090144 w 7467600"/>
              <a:gd name="connsiteY480" fmla="*/ 6256748 h 6858000"/>
              <a:gd name="connsiteX481" fmla="*/ 1095872 w 7467600"/>
              <a:gd name="connsiteY481" fmla="*/ 6271892 h 6858000"/>
              <a:gd name="connsiteX482" fmla="*/ 262785 w 7467600"/>
              <a:gd name="connsiteY482" fmla="*/ 6845450 h 6858000"/>
              <a:gd name="connsiteX483" fmla="*/ 209968 w 7467600"/>
              <a:gd name="connsiteY483" fmla="*/ 6770713 h 6858000"/>
              <a:gd name="connsiteX484" fmla="*/ 873460 w 7467600"/>
              <a:gd name="connsiteY484" fmla="*/ 6253768 h 6858000"/>
              <a:gd name="connsiteX485" fmla="*/ 192686 w 7467600"/>
              <a:gd name="connsiteY485" fmla="*/ 5849257 h 6858000"/>
              <a:gd name="connsiteX486" fmla="*/ 4696 w 7467600"/>
              <a:gd name="connsiteY486" fmla="*/ 5697668 h 6858000"/>
              <a:gd name="connsiteX487" fmla="*/ 0 w 7467600"/>
              <a:gd name="connsiteY487" fmla="*/ 5689984 h 6858000"/>
              <a:gd name="connsiteX488" fmla="*/ 0 w 7467600"/>
              <a:gd name="connsiteY488" fmla="*/ 5513472 h 6858000"/>
              <a:gd name="connsiteX489" fmla="*/ 174101 w 7467600"/>
              <a:gd name="connsiteY489" fmla="*/ 5620277 h 6858000"/>
              <a:gd name="connsiteX490" fmla="*/ 891800 w 7467600"/>
              <a:gd name="connsiteY490" fmla="*/ 6036935 h 6858000"/>
              <a:gd name="connsiteX491" fmla="*/ 1072219 w 7467600"/>
              <a:gd name="connsiteY491" fmla="*/ 6169443 h 6858000"/>
              <a:gd name="connsiteX492" fmla="*/ 1074117 w 7467600"/>
              <a:gd name="connsiteY492" fmla="*/ 6170301 h 6858000"/>
              <a:gd name="connsiteX493" fmla="*/ 1083114 w 7467600"/>
              <a:gd name="connsiteY493" fmla="*/ 6174131 h 6858000"/>
              <a:gd name="connsiteX494" fmla="*/ 1543010 w 7467600"/>
              <a:gd name="connsiteY494" fmla="*/ 6191140 h 6858000"/>
              <a:gd name="connsiteX495" fmla="*/ 1551080 w 7467600"/>
              <a:gd name="connsiteY495" fmla="*/ 6195006 h 6858000"/>
              <a:gd name="connsiteX496" fmla="*/ 2345443 w 7467600"/>
              <a:gd name="connsiteY496" fmla="*/ 5549882 h 6858000"/>
              <a:gd name="connsiteX497" fmla="*/ 1721499 w 7467600"/>
              <a:gd name="connsiteY497" fmla="*/ 5599969 h 6858000"/>
              <a:gd name="connsiteX498" fmla="*/ 767716 w 7467600"/>
              <a:gd name="connsiteY498" fmla="*/ 5472768 h 6858000"/>
              <a:gd name="connsiteX499" fmla="*/ 722147 w 7467600"/>
              <a:gd name="connsiteY499" fmla="*/ 5393091 h 6858000"/>
              <a:gd name="connsiteX500" fmla="*/ 1485552 w 7467600"/>
              <a:gd name="connsiteY500" fmla="*/ 5313202 h 6858000"/>
              <a:gd name="connsiteX501" fmla="*/ 2143004 w 7467600"/>
              <a:gd name="connsiteY501" fmla="*/ 5402420 h 6858000"/>
              <a:gd name="connsiteX502" fmla="*/ 1933391 w 7467600"/>
              <a:gd name="connsiteY502" fmla="*/ 5156971 h 6858000"/>
              <a:gd name="connsiteX503" fmla="*/ 1827118 w 7467600"/>
              <a:gd name="connsiteY503" fmla="*/ 4968410 h 6858000"/>
              <a:gd name="connsiteX504" fmla="*/ 1837349 w 7467600"/>
              <a:gd name="connsiteY504" fmla="*/ 4956357 h 6858000"/>
              <a:gd name="connsiteX505" fmla="*/ 2162835 w 7467600"/>
              <a:gd name="connsiteY505" fmla="*/ 5187853 h 6858000"/>
              <a:gd name="connsiteX506" fmla="*/ 2257167 w 7467600"/>
              <a:gd name="connsiteY506" fmla="*/ 5462123 h 6858000"/>
              <a:gd name="connsiteX507" fmla="*/ 2261598 w 7467600"/>
              <a:gd name="connsiteY507" fmla="*/ 5467998 h 6858000"/>
              <a:gd name="connsiteX508" fmla="*/ 2437177 w 7467600"/>
              <a:gd name="connsiteY508" fmla="*/ 5479608 h 6858000"/>
              <a:gd name="connsiteX509" fmla="*/ 2445247 w 7467600"/>
              <a:gd name="connsiteY509" fmla="*/ 5483476 h 6858000"/>
              <a:gd name="connsiteX510" fmla="*/ 2743626 w 7467600"/>
              <a:gd name="connsiteY510" fmla="*/ 5304819 h 6858000"/>
              <a:gd name="connsiteX511" fmla="*/ 3048102 w 7467600"/>
              <a:gd name="connsiteY511" fmla="*/ 5150595 h 6858000"/>
              <a:gd name="connsiteX512" fmla="*/ 1799414 w 7467600"/>
              <a:gd name="connsiteY512" fmla="*/ 4694732 h 6858000"/>
              <a:gd name="connsiteX513" fmla="*/ 1771735 w 7467600"/>
              <a:gd name="connsiteY513" fmla="*/ 4619929 h 6858000"/>
              <a:gd name="connsiteX514" fmla="*/ 3104273 w 7467600"/>
              <a:gd name="connsiteY514" fmla="*/ 5076159 h 6858000"/>
              <a:gd name="connsiteX515" fmla="*/ 3113245 w 7467600"/>
              <a:gd name="connsiteY515" fmla="*/ 5090705 h 6858000"/>
              <a:gd name="connsiteX516" fmla="*/ 3126294 w 7467600"/>
              <a:gd name="connsiteY516" fmla="*/ 5114400 h 6858000"/>
              <a:gd name="connsiteX517" fmla="*/ 3937433 w 7467600"/>
              <a:gd name="connsiteY517" fmla="*/ 4830473 h 6858000"/>
              <a:gd name="connsiteX518" fmla="*/ 3590475 w 7467600"/>
              <a:gd name="connsiteY518" fmla="*/ 4597974 h 6858000"/>
              <a:gd name="connsiteX519" fmla="*/ 3100264 w 7467600"/>
              <a:gd name="connsiteY519" fmla="*/ 4579845 h 6858000"/>
              <a:gd name="connsiteX520" fmla="*/ 2183576 w 7467600"/>
              <a:gd name="connsiteY520" fmla="*/ 4227150 h 6858000"/>
              <a:gd name="connsiteX521" fmla="*/ 2151029 w 7467600"/>
              <a:gd name="connsiteY521" fmla="*/ 4146947 h 6858000"/>
              <a:gd name="connsiteX522" fmla="*/ 3563434 w 7467600"/>
              <a:gd name="connsiteY522" fmla="*/ 4469115 h 6858000"/>
              <a:gd name="connsiteX523" fmla="*/ 3177952 w 7467600"/>
              <a:gd name="connsiteY523" fmla="*/ 3657386 h 6858000"/>
              <a:gd name="connsiteX524" fmla="*/ 3189263 w 7467600"/>
              <a:gd name="connsiteY524" fmla="*/ 3625726 h 6858000"/>
              <a:gd name="connsiteX525" fmla="*/ 3560912 w 7467600"/>
              <a:gd name="connsiteY525" fmla="*/ 4079863 h 6858000"/>
              <a:gd name="connsiteX526" fmla="*/ 3626636 w 7467600"/>
              <a:gd name="connsiteY526" fmla="*/ 4512230 h 6858000"/>
              <a:gd name="connsiteX527" fmla="*/ 3653088 w 7467600"/>
              <a:gd name="connsiteY527" fmla="*/ 4521417 h 6858000"/>
              <a:gd name="connsiteX528" fmla="*/ 3988128 w 7467600"/>
              <a:gd name="connsiteY528" fmla="*/ 4817267 h 6858000"/>
              <a:gd name="connsiteX529" fmla="*/ 4830582 w 7467600"/>
              <a:gd name="connsiteY529" fmla="*/ 4676000 h 6858000"/>
              <a:gd name="connsiteX530" fmla="*/ 4830100 w 7467600"/>
              <a:gd name="connsiteY530" fmla="*/ 4675554 h 6858000"/>
              <a:gd name="connsiteX531" fmla="*/ 4036318 w 7467600"/>
              <a:gd name="connsiteY531" fmla="*/ 4147013 h 6858000"/>
              <a:gd name="connsiteX532" fmla="*/ 3432098 w 7467600"/>
              <a:gd name="connsiteY532" fmla="*/ 3537312 h 6858000"/>
              <a:gd name="connsiteX533" fmla="*/ 3446761 w 7467600"/>
              <a:gd name="connsiteY533" fmla="*/ 3461278 h 6858000"/>
              <a:gd name="connsiteX534" fmla="*/ 4419733 w 7467600"/>
              <a:gd name="connsiteY534" fmla="*/ 3963555 h 6858000"/>
              <a:gd name="connsiteX535" fmla="*/ 4781371 w 7467600"/>
              <a:gd name="connsiteY535" fmla="*/ 4458604 h 6858000"/>
              <a:gd name="connsiteX536" fmla="*/ 4780440 w 7467600"/>
              <a:gd name="connsiteY536" fmla="*/ 4470290 h 6858000"/>
              <a:gd name="connsiteX537" fmla="*/ 4898954 w 7467600"/>
              <a:gd name="connsiteY537" fmla="*/ 4662092 h 6858000"/>
              <a:gd name="connsiteX538" fmla="*/ 4900699 w 7467600"/>
              <a:gd name="connsiteY538" fmla="*/ 4670867 h 6858000"/>
              <a:gd name="connsiteX539" fmla="*/ 5714511 w 7467600"/>
              <a:gd name="connsiteY539" fmla="*/ 4663483 h 6858000"/>
              <a:gd name="connsiteX540" fmla="*/ 5464793 w 7467600"/>
              <a:gd name="connsiteY540" fmla="*/ 4393556 h 6858000"/>
              <a:gd name="connsiteX541" fmla="*/ 5461897 w 7467600"/>
              <a:gd name="connsiteY541" fmla="*/ 4390879 h 6858000"/>
              <a:gd name="connsiteX542" fmla="*/ 4294126 w 7467600"/>
              <a:gd name="connsiteY542" fmla="*/ 3303048 h 6858000"/>
              <a:gd name="connsiteX543" fmla="*/ 4305321 w 7467600"/>
              <a:gd name="connsiteY543" fmla="*/ 3256953 h 6858000"/>
              <a:gd name="connsiteX544" fmla="*/ 4949299 w 7467600"/>
              <a:gd name="connsiteY544" fmla="*/ 3766336 h 6858000"/>
              <a:gd name="connsiteX545" fmla="*/ 5291452 w 7467600"/>
              <a:gd name="connsiteY545" fmla="*/ 4076801 h 6858000"/>
              <a:gd name="connsiteX546" fmla="*/ 5434998 w 7467600"/>
              <a:gd name="connsiteY546" fmla="*/ 4254100 h 6858000"/>
              <a:gd name="connsiteX547" fmla="*/ 5351015 w 7467600"/>
              <a:gd name="connsiteY547" fmla="*/ 3760989 h 6858000"/>
              <a:gd name="connsiteX548" fmla="*/ 5413780 w 7467600"/>
              <a:gd name="connsiteY548" fmla="*/ 2966265 h 6858000"/>
              <a:gd name="connsiteX549" fmla="*/ 5425627 w 7467600"/>
              <a:gd name="connsiteY549" fmla="*/ 2954192 h 6858000"/>
              <a:gd name="connsiteX550" fmla="*/ 6604735 w 7467600"/>
              <a:gd name="connsiteY550" fmla="*/ 2041381 h 6858000"/>
              <a:gd name="connsiteX551" fmla="*/ 7204487 w 7467600"/>
              <a:gd name="connsiteY551" fmla="*/ 2742112 h 6858000"/>
              <a:gd name="connsiteX552" fmla="*/ 7131592 w 7467600"/>
              <a:gd name="connsiteY552" fmla="*/ 2672096 h 6858000"/>
              <a:gd name="connsiteX553" fmla="*/ 6996344 w 7467600"/>
              <a:gd name="connsiteY553" fmla="*/ 2518310 h 6858000"/>
              <a:gd name="connsiteX554" fmla="*/ 6735495 w 7467600"/>
              <a:gd name="connsiteY554" fmla="*/ 2196890 h 6858000"/>
              <a:gd name="connsiteX555" fmla="*/ 6721901 w 7467600"/>
              <a:gd name="connsiteY555" fmla="*/ 2179274 h 6858000"/>
              <a:gd name="connsiteX556" fmla="*/ 6604735 w 7467600"/>
              <a:gd name="connsiteY556" fmla="*/ 2041381 h 6858000"/>
              <a:gd name="connsiteX557" fmla="*/ 6591670 w 7467600"/>
              <a:gd name="connsiteY557" fmla="*/ 1988277 h 6858000"/>
              <a:gd name="connsiteX558" fmla="*/ 6747349 w 7467600"/>
              <a:gd name="connsiteY558" fmla="*/ 2160069 h 6858000"/>
              <a:gd name="connsiteX559" fmla="*/ 6760943 w 7467600"/>
              <a:gd name="connsiteY559" fmla="*/ 2177686 h 6858000"/>
              <a:gd name="connsiteX560" fmla="*/ 7021065 w 7467600"/>
              <a:gd name="connsiteY560" fmla="*/ 2498102 h 6858000"/>
              <a:gd name="connsiteX561" fmla="*/ 7155223 w 7467600"/>
              <a:gd name="connsiteY561" fmla="*/ 2650386 h 6858000"/>
              <a:gd name="connsiteX562" fmla="*/ 7203167 w 7467600"/>
              <a:gd name="connsiteY562" fmla="*/ 2697288 h 6858000"/>
              <a:gd name="connsiteX563" fmla="*/ 6937703 w 7467600"/>
              <a:gd name="connsiteY563" fmla="*/ 2321981 h 6858000"/>
              <a:gd name="connsiteX564" fmla="*/ 6591670 w 7467600"/>
              <a:gd name="connsiteY564" fmla="*/ 1988277 h 6858000"/>
              <a:gd name="connsiteX565" fmla="*/ 5798671 w 7467600"/>
              <a:gd name="connsiteY565" fmla="*/ 1981601 h 6858000"/>
              <a:gd name="connsiteX566" fmla="*/ 5754709 w 7467600"/>
              <a:gd name="connsiteY566" fmla="*/ 2071454 h 6858000"/>
              <a:gd name="connsiteX567" fmla="*/ 5763044 w 7467600"/>
              <a:gd name="connsiteY567" fmla="*/ 2842206 h 6858000"/>
              <a:gd name="connsiteX568" fmla="*/ 5764974 w 7467600"/>
              <a:gd name="connsiteY568" fmla="*/ 2799609 h 6858000"/>
              <a:gd name="connsiteX569" fmla="*/ 5767665 w 7467600"/>
              <a:gd name="connsiteY569" fmla="*/ 2666409 h 6858000"/>
              <a:gd name="connsiteX570" fmla="*/ 5763055 w 7467600"/>
              <a:gd name="connsiteY570" fmla="*/ 2579705 h 6858000"/>
              <a:gd name="connsiteX571" fmla="*/ 5758079 w 7467600"/>
              <a:gd name="connsiteY571" fmla="*/ 2492508 h 6858000"/>
              <a:gd name="connsiteX572" fmla="*/ 5779325 w 7467600"/>
              <a:gd name="connsiteY572" fmla="*/ 2197069 h 6858000"/>
              <a:gd name="connsiteX573" fmla="*/ 5798671 w 7467600"/>
              <a:gd name="connsiteY573" fmla="*/ 1981601 h 6858000"/>
              <a:gd name="connsiteX574" fmla="*/ 5829202 w 7467600"/>
              <a:gd name="connsiteY574" fmla="*/ 1971679 h 6858000"/>
              <a:gd name="connsiteX575" fmla="*/ 5809558 w 7467600"/>
              <a:gd name="connsiteY575" fmla="*/ 2198043 h 6858000"/>
              <a:gd name="connsiteX576" fmla="*/ 5788653 w 7467600"/>
              <a:gd name="connsiteY576" fmla="*/ 2489430 h 6858000"/>
              <a:gd name="connsiteX577" fmla="*/ 5793439 w 7467600"/>
              <a:gd name="connsiteY577" fmla="*/ 2575235 h 6858000"/>
              <a:gd name="connsiteX578" fmla="*/ 5796837 w 7467600"/>
              <a:gd name="connsiteY578" fmla="*/ 2637633 h 6858000"/>
              <a:gd name="connsiteX579" fmla="*/ 5818614 w 7467600"/>
              <a:gd name="connsiteY579" fmla="*/ 2473055 h 6858000"/>
              <a:gd name="connsiteX580" fmla="*/ 5829202 w 7467600"/>
              <a:gd name="connsiteY580" fmla="*/ 1971679 h 6858000"/>
              <a:gd name="connsiteX581" fmla="*/ 5911389 w 7467600"/>
              <a:gd name="connsiteY581" fmla="*/ 1898371 h 6858000"/>
              <a:gd name="connsiteX582" fmla="*/ 6237627 w 7467600"/>
              <a:gd name="connsiteY582" fmla="*/ 2231921 h 6858000"/>
              <a:gd name="connsiteX583" fmla="*/ 5911389 w 7467600"/>
              <a:gd name="connsiteY583" fmla="*/ 1898371 h 6858000"/>
              <a:gd name="connsiteX584" fmla="*/ 6944437 w 7467600"/>
              <a:gd name="connsiteY584" fmla="*/ 1575402 h 6858000"/>
              <a:gd name="connsiteX585" fmla="*/ 6304730 w 7467600"/>
              <a:gd name="connsiteY585" fmla="*/ 1766654 h 6858000"/>
              <a:gd name="connsiteX586" fmla="*/ 6944437 w 7467600"/>
              <a:gd name="connsiteY586" fmla="*/ 1575402 h 6858000"/>
              <a:gd name="connsiteX587" fmla="*/ 7019523 w 7467600"/>
              <a:gd name="connsiteY587" fmla="*/ 1519450 h 6858000"/>
              <a:gd name="connsiteX588" fmla="*/ 6298091 w 7467600"/>
              <a:gd name="connsiteY588" fmla="*/ 1737122 h 6858000"/>
              <a:gd name="connsiteX589" fmla="*/ 7019523 w 7467600"/>
              <a:gd name="connsiteY589" fmla="*/ 1519450 h 6858000"/>
              <a:gd name="connsiteX590" fmla="*/ 2399523 w 7467600"/>
              <a:gd name="connsiteY590" fmla="*/ 1428234 h 6858000"/>
              <a:gd name="connsiteX591" fmla="*/ 2224982 w 7467600"/>
              <a:gd name="connsiteY591" fmla="*/ 1826201 h 6858000"/>
              <a:gd name="connsiteX592" fmla="*/ 2096099 w 7467600"/>
              <a:gd name="connsiteY592" fmla="*/ 2345900 h 6858000"/>
              <a:gd name="connsiteX593" fmla="*/ 2283317 w 7467600"/>
              <a:gd name="connsiteY593" fmla="*/ 1796925 h 6858000"/>
              <a:gd name="connsiteX594" fmla="*/ 2399523 w 7467600"/>
              <a:gd name="connsiteY594" fmla="*/ 1428234 h 6858000"/>
              <a:gd name="connsiteX595" fmla="*/ 2448558 w 7467600"/>
              <a:gd name="connsiteY595" fmla="*/ 1373435 h 6858000"/>
              <a:gd name="connsiteX596" fmla="*/ 2312521 w 7467600"/>
              <a:gd name="connsiteY596" fmla="*/ 1806140 h 6858000"/>
              <a:gd name="connsiteX597" fmla="*/ 2127533 w 7467600"/>
              <a:gd name="connsiteY597" fmla="*/ 2348380 h 6858000"/>
              <a:gd name="connsiteX598" fmla="*/ 2358080 w 7467600"/>
              <a:gd name="connsiteY598" fmla="*/ 1866134 h 6858000"/>
              <a:gd name="connsiteX599" fmla="*/ 2407436 w 7467600"/>
              <a:gd name="connsiteY599" fmla="*/ 1651070 h 6858000"/>
              <a:gd name="connsiteX600" fmla="*/ 2448558 w 7467600"/>
              <a:gd name="connsiteY600" fmla="*/ 1373435 h 6858000"/>
              <a:gd name="connsiteX601" fmla="*/ 278707 w 7467600"/>
              <a:gd name="connsiteY601" fmla="*/ 1352270 h 6858000"/>
              <a:gd name="connsiteX602" fmla="*/ 321570 w 7467600"/>
              <a:gd name="connsiteY602" fmla="*/ 1861610 h 6858000"/>
              <a:gd name="connsiteX603" fmla="*/ 294281 w 7467600"/>
              <a:gd name="connsiteY603" fmla="*/ 1440658 h 6858000"/>
              <a:gd name="connsiteX604" fmla="*/ 278707 w 7467600"/>
              <a:gd name="connsiteY604" fmla="*/ 1352270 h 6858000"/>
              <a:gd name="connsiteX605" fmla="*/ 1423821 w 7467600"/>
              <a:gd name="connsiteY605" fmla="*/ 1351958 h 6858000"/>
              <a:gd name="connsiteX606" fmla="*/ 1638521 w 7467600"/>
              <a:gd name="connsiteY606" fmla="*/ 1908470 h 6858000"/>
              <a:gd name="connsiteX607" fmla="*/ 1754199 w 7467600"/>
              <a:gd name="connsiteY607" fmla="*/ 2149284 h 6858000"/>
              <a:gd name="connsiteX608" fmla="*/ 1908359 w 7467600"/>
              <a:gd name="connsiteY608" fmla="*/ 2364988 h 6858000"/>
              <a:gd name="connsiteX609" fmla="*/ 1647661 w 7467600"/>
              <a:gd name="connsiteY609" fmla="*/ 1825945 h 6858000"/>
              <a:gd name="connsiteX610" fmla="*/ 1423821 w 7467600"/>
              <a:gd name="connsiteY610" fmla="*/ 1351958 h 6858000"/>
              <a:gd name="connsiteX611" fmla="*/ 1431890 w 7467600"/>
              <a:gd name="connsiteY611" fmla="*/ 1306475 h 6858000"/>
              <a:gd name="connsiteX612" fmla="*/ 1507597 w 7467600"/>
              <a:gd name="connsiteY612" fmla="*/ 1446132 h 6858000"/>
              <a:gd name="connsiteX613" fmla="*/ 1674586 w 7467600"/>
              <a:gd name="connsiteY613" fmla="*/ 1813832 h 6858000"/>
              <a:gd name="connsiteX614" fmla="*/ 1815950 w 7467600"/>
              <a:gd name="connsiteY614" fmla="*/ 2128564 h 6858000"/>
              <a:gd name="connsiteX615" fmla="*/ 1984242 w 7467600"/>
              <a:gd name="connsiteY615" fmla="*/ 2430829 h 6858000"/>
              <a:gd name="connsiteX616" fmla="*/ 2014023 w 7467600"/>
              <a:gd name="connsiteY616" fmla="*/ 2450995 h 6858000"/>
              <a:gd name="connsiteX617" fmla="*/ 1747337 w 7467600"/>
              <a:gd name="connsiteY617" fmla="*/ 1855264 h 6858000"/>
              <a:gd name="connsiteX618" fmla="*/ 1533749 w 7467600"/>
              <a:gd name="connsiteY618" fmla="*/ 1478656 h 6858000"/>
              <a:gd name="connsiteX619" fmla="*/ 1431890 w 7467600"/>
              <a:gd name="connsiteY619" fmla="*/ 1306475 h 6858000"/>
              <a:gd name="connsiteX620" fmla="*/ 5052692 w 7467600"/>
              <a:gd name="connsiteY620" fmla="*/ 1292994 h 6858000"/>
              <a:gd name="connsiteX621" fmla="*/ 5200661 w 7467600"/>
              <a:gd name="connsiteY621" fmla="*/ 1635186 h 6858000"/>
              <a:gd name="connsiteX622" fmla="*/ 5297138 w 7467600"/>
              <a:gd name="connsiteY622" fmla="*/ 1906351 h 6858000"/>
              <a:gd name="connsiteX623" fmla="*/ 5052692 w 7467600"/>
              <a:gd name="connsiteY623" fmla="*/ 1292994 h 6858000"/>
              <a:gd name="connsiteX624" fmla="*/ 5009948 w 7467600"/>
              <a:gd name="connsiteY624" fmla="*/ 1273619 h 6858000"/>
              <a:gd name="connsiteX625" fmla="*/ 5121777 w 7467600"/>
              <a:gd name="connsiteY625" fmla="*/ 1654213 h 6858000"/>
              <a:gd name="connsiteX626" fmla="*/ 5293545 w 7467600"/>
              <a:gd name="connsiteY626" fmla="*/ 2072247 h 6858000"/>
              <a:gd name="connsiteX627" fmla="*/ 5294042 w 7467600"/>
              <a:gd name="connsiteY627" fmla="*/ 2065019 h 6858000"/>
              <a:gd name="connsiteX628" fmla="*/ 5171936 w 7467600"/>
              <a:gd name="connsiteY628" fmla="*/ 1647613 h 6858000"/>
              <a:gd name="connsiteX629" fmla="*/ 5009948 w 7467600"/>
              <a:gd name="connsiteY629" fmla="*/ 1273619 h 6858000"/>
              <a:gd name="connsiteX630" fmla="*/ 655236 w 7467600"/>
              <a:gd name="connsiteY630" fmla="*/ 1268632 h 6858000"/>
              <a:gd name="connsiteX631" fmla="*/ 839521 w 7467600"/>
              <a:gd name="connsiteY631" fmla="*/ 1685315 h 6858000"/>
              <a:gd name="connsiteX632" fmla="*/ 1109416 w 7467600"/>
              <a:gd name="connsiteY632" fmla="*/ 2061663 h 6858000"/>
              <a:gd name="connsiteX633" fmla="*/ 1298300 w 7467600"/>
              <a:gd name="connsiteY633" fmla="*/ 2247742 h 6858000"/>
              <a:gd name="connsiteX634" fmla="*/ 1125871 w 7467600"/>
              <a:gd name="connsiteY634" fmla="*/ 1989513 h 6858000"/>
              <a:gd name="connsiteX635" fmla="*/ 981574 w 7467600"/>
              <a:gd name="connsiteY635" fmla="*/ 1783157 h 6858000"/>
              <a:gd name="connsiteX636" fmla="*/ 922198 w 7467600"/>
              <a:gd name="connsiteY636" fmla="*/ 1677437 h 6858000"/>
              <a:gd name="connsiteX637" fmla="*/ 869293 w 7467600"/>
              <a:gd name="connsiteY637" fmla="*/ 1583214 h 6858000"/>
              <a:gd name="connsiteX638" fmla="*/ 751431 w 7467600"/>
              <a:gd name="connsiteY638" fmla="*/ 1405731 h 6858000"/>
              <a:gd name="connsiteX639" fmla="*/ 655236 w 7467600"/>
              <a:gd name="connsiteY639" fmla="*/ 1268632 h 6858000"/>
              <a:gd name="connsiteX640" fmla="*/ 6516292 w 7467600"/>
              <a:gd name="connsiteY640" fmla="*/ 1263064 h 6858000"/>
              <a:gd name="connsiteX641" fmla="*/ 5736320 w 7467600"/>
              <a:gd name="connsiteY641" fmla="*/ 1501803 h 6858000"/>
              <a:gd name="connsiteX642" fmla="*/ 6516292 w 7467600"/>
              <a:gd name="connsiteY642" fmla="*/ 1263064 h 6858000"/>
              <a:gd name="connsiteX643" fmla="*/ 291466 w 7467600"/>
              <a:gd name="connsiteY643" fmla="*/ 1250369 h 6858000"/>
              <a:gd name="connsiteX644" fmla="*/ 323180 w 7467600"/>
              <a:gd name="connsiteY644" fmla="*/ 1435283 h 6858000"/>
              <a:gd name="connsiteX645" fmla="*/ 349381 w 7467600"/>
              <a:gd name="connsiteY645" fmla="*/ 1875041 h 6858000"/>
              <a:gd name="connsiteX646" fmla="*/ 374363 w 7467600"/>
              <a:gd name="connsiteY646" fmla="*/ 1506494 h 6858000"/>
              <a:gd name="connsiteX647" fmla="*/ 302168 w 7467600"/>
              <a:gd name="connsiteY647" fmla="*/ 1274495 h 6858000"/>
              <a:gd name="connsiteX648" fmla="*/ 291466 w 7467600"/>
              <a:gd name="connsiteY648" fmla="*/ 1250369 h 6858000"/>
              <a:gd name="connsiteX649" fmla="*/ 678222 w 7467600"/>
              <a:gd name="connsiteY649" fmla="*/ 1248670 h 6858000"/>
              <a:gd name="connsiteX650" fmla="*/ 775536 w 7467600"/>
              <a:gd name="connsiteY650" fmla="*/ 1388015 h 6858000"/>
              <a:gd name="connsiteX651" fmla="*/ 894529 w 7467600"/>
              <a:gd name="connsiteY651" fmla="*/ 1567739 h 6858000"/>
              <a:gd name="connsiteX652" fmla="*/ 948000 w 7467600"/>
              <a:gd name="connsiteY652" fmla="*/ 1663088 h 6858000"/>
              <a:gd name="connsiteX653" fmla="*/ 1006812 w 7467600"/>
              <a:gd name="connsiteY653" fmla="*/ 1767683 h 6858000"/>
              <a:gd name="connsiteX654" fmla="*/ 1149133 w 7467600"/>
              <a:gd name="connsiteY654" fmla="*/ 1971513 h 6858000"/>
              <a:gd name="connsiteX655" fmla="*/ 1333952 w 7467600"/>
              <a:gd name="connsiteY655" fmla="*/ 2251620 h 6858000"/>
              <a:gd name="connsiteX656" fmla="*/ 1337329 w 7467600"/>
              <a:gd name="connsiteY656" fmla="*/ 2258350 h 6858000"/>
              <a:gd name="connsiteX657" fmla="*/ 1014726 w 7467600"/>
              <a:gd name="connsiteY657" fmla="*/ 1615556 h 6858000"/>
              <a:gd name="connsiteX658" fmla="*/ 678222 w 7467600"/>
              <a:gd name="connsiteY658" fmla="*/ 1248670 h 6858000"/>
              <a:gd name="connsiteX659" fmla="*/ 6691602 w 7467600"/>
              <a:gd name="connsiteY659" fmla="*/ 1140573 h 6858000"/>
              <a:gd name="connsiteX660" fmla="*/ 6571100 w 7467600"/>
              <a:gd name="connsiteY660" fmla="*/ 1183662 h 6858000"/>
              <a:gd name="connsiteX661" fmla="*/ 6241687 w 7467600"/>
              <a:gd name="connsiteY661" fmla="*/ 1257600 h 6858000"/>
              <a:gd name="connsiteX662" fmla="*/ 5693009 w 7467600"/>
              <a:gd name="connsiteY662" fmla="*/ 1478256 h 6858000"/>
              <a:gd name="connsiteX663" fmla="*/ 6548420 w 7467600"/>
              <a:gd name="connsiteY663" fmla="*/ 1214599 h 6858000"/>
              <a:gd name="connsiteX664" fmla="*/ 6605473 w 7467600"/>
              <a:gd name="connsiteY664" fmla="*/ 1184686 h 6858000"/>
              <a:gd name="connsiteX665" fmla="*/ 6691602 w 7467600"/>
              <a:gd name="connsiteY665" fmla="*/ 1140573 h 6858000"/>
              <a:gd name="connsiteX666" fmla="*/ 4002475 w 7467600"/>
              <a:gd name="connsiteY666" fmla="*/ 1037802 h 6858000"/>
              <a:gd name="connsiteX667" fmla="*/ 4000324 w 7467600"/>
              <a:gd name="connsiteY667" fmla="*/ 1039362 h 6858000"/>
              <a:gd name="connsiteX668" fmla="*/ 4002862 w 7467600"/>
              <a:gd name="connsiteY668" fmla="*/ 1042866 h 6858000"/>
              <a:gd name="connsiteX669" fmla="*/ 4002475 w 7467600"/>
              <a:gd name="connsiteY669" fmla="*/ 1037802 h 6858000"/>
              <a:gd name="connsiteX670" fmla="*/ 506322 w 7467600"/>
              <a:gd name="connsiteY670" fmla="*/ 1020997 h 6858000"/>
              <a:gd name="connsiteX671" fmla="*/ 533068 w 7467600"/>
              <a:gd name="connsiteY671" fmla="*/ 1029409 h 6858000"/>
              <a:gd name="connsiteX672" fmla="*/ 1232525 w 7467600"/>
              <a:gd name="connsiteY672" fmla="*/ 1804675 h 6858000"/>
              <a:gd name="connsiteX673" fmla="*/ 1388858 w 7467600"/>
              <a:gd name="connsiteY673" fmla="*/ 2368011 h 6858000"/>
              <a:gd name="connsiteX674" fmla="*/ 1384098 w 7467600"/>
              <a:gd name="connsiteY674" fmla="*/ 2378125 h 6858000"/>
              <a:gd name="connsiteX675" fmla="*/ 1425393 w 7467600"/>
              <a:gd name="connsiteY675" fmla="*/ 2589124 h 6858000"/>
              <a:gd name="connsiteX676" fmla="*/ 1424001 w 7467600"/>
              <a:gd name="connsiteY676" fmla="*/ 2597541 h 6858000"/>
              <a:gd name="connsiteX677" fmla="*/ 2152729 w 7467600"/>
              <a:gd name="connsiteY677" fmla="*/ 2864487 h 6858000"/>
              <a:gd name="connsiteX678" fmla="*/ 2020609 w 7467600"/>
              <a:gd name="connsiteY678" fmla="*/ 2539671 h 6858000"/>
              <a:gd name="connsiteX679" fmla="*/ 2018920 w 7467600"/>
              <a:gd name="connsiteY679" fmla="*/ 2536309 h 6858000"/>
              <a:gd name="connsiteX680" fmla="*/ 1342441 w 7467600"/>
              <a:gd name="connsiteY680" fmla="*/ 1173017 h 6858000"/>
              <a:gd name="connsiteX681" fmla="*/ 1367925 w 7467600"/>
              <a:gd name="connsiteY681" fmla="*/ 1135648 h 6858000"/>
              <a:gd name="connsiteX682" fmla="*/ 1771401 w 7467600"/>
              <a:gd name="connsiteY682" fmla="*/ 1806673 h 6858000"/>
              <a:gd name="connsiteX683" fmla="*/ 1972385 w 7467600"/>
              <a:gd name="connsiteY683" fmla="*/ 2198735 h 6858000"/>
              <a:gd name="connsiteX684" fmla="*/ 2040892 w 7467600"/>
              <a:gd name="connsiteY684" fmla="*/ 2405205 h 6858000"/>
              <a:gd name="connsiteX685" fmla="*/ 2131689 w 7467600"/>
              <a:gd name="connsiteY685" fmla="*/ 1936926 h 6858000"/>
              <a:gd name="connsiteX686" fmla="*/ 2454820 w 7467600"/>
              <a:gd name="connsiteY686" fmla="*/ 1248808 h 6858000"/>
              <a:gd name="connsiteX687" fmla="*/ 2492512 w 7467600"/>
              <a:gd name="connsiteY687" fmla="*/ 1302920 h 6858000"/>
              <a:gd name="connsiteX688" fmla="*/ 2081216 w 7467600"/>
              <a:gd name="connsiteY688" fmla="*/ 2527513 h 6858000"/>
              <a:gd name="connsiteX689" fmla="*/ 2081211 w 7467600"/>
              <a:gd name="connsiteY689" fmla="*/ 2528916 h 6858000"/>
              <a:gd name="connsiteX690" fmla="*/ 2199067 w 7467600"/>
              <a:gd name="connsiteY690" fmla="*/ 2884061 h 6858000"/>
              <a:gd name="connsiteX691" fmla="*/ 3192586 w 7467600"/>
              <a:gd name="connsiteY691" fmla="*/ 3411496 h 6858000"/>
              <a:gd name="connsiteX692" fmla="*/ 3182620 w 7467600"/>
              <a:gd name="connsiteY692" fmla="*/ 3483279 h 6858000"/>
              <a:gd name="connsiteX693" fmla="*/ 2435119 w 7467600"/>
              <a:gd name="connsiteY693" fmla="*/ 3080173 h 6858000"/>
              <a:gd name="connsiteX694" fmla="*/ 2410152 w 7467600"/>
              <a:gd name="connsiteY694" fmla="*/ 3063751 h 6858000"/>
              <a:gd name="connsiteX695" fmla="*/ 2408099 w 7467600"/>
              <a:gd name="connsiteY695" fmla="*/ 3064403 h 6858000"/>
              <a:gd name="connsiteX696" fmla="*/ 2407218 w 7467600"/>
              <a:gd name="connsiteY696" fmla="*/ 3070324 h 6858000"/>
              <a:gd name="connsiteX697" fmla="*/ 2380138 w 7467600"/>
              <a:gd name="connsiteY697" fmla="*/ 3099341 h 6858000"/>
              <a:gd name="connsiteX698" fmla="*/ 1765923 w 7467600"/>
              <a:gd name="connsiteY698" fmla="*/ 3581043 h 6858000"/>
              <a:gd name="connsiteX699" fmla="*/ 1702258 w 7467600"/>
              <a:gd name="connsiteY699" fmla="*/ 3612286 h 6858000"/>
              <a:gd name="connsiteX700" fmla="*/ 1538370 w 7467600"/>
              <a:gd name="connsiteY700" fmla="*/ 3811804 h 6858000"/>
              <a:gd name="connsiteX701" fmla="*/ 542867 w 7467600"/>
              <a:gd name="connsiteY701" fmla="*/ 4944092 h 6858000"/>
              <a:gd name="connsiteX702" fmla="*/ 515800 w 7467600"/>
              <a:gd name="connsiteY702" fmla="*/ 4862180 h 6858000"/>
              <a:gd name="connsiteX703" fmla="*/ 909145 w 7467600"/>
              <a:gd name="connsiteY703" fmla="*/ 4199225 h 6858000"/>
              <a:gd name="connsiteX704" fmla="*/ 1214067 w 7467600"/>
              <a:gd name="connsiteY704" fmla="*/ 3908561 h 6858000"/>
              <a:gd name="connsiteX705" fmla="*/ 640967 w 7467600"/>
              <a:gd name="connsiteY705" fmla="*/ 4105601 h 6858000"/>
              <a:gd name="connsiteX706" fmla="*/ 112563 w 7467600"/>
              <a:gd name="connsiteY706" fmla="*/ 4396952 h 6858000"/>
              <a:gd name="connsiteX707" fmla="*/ 0 w 7467600"/>
              <a:gd name="connsiteY707" fmla="*/ 4466006 h 6858000"/>
              <a:gd name="connsiteX708" fmla="*/ 0 w 7467600"/>
              <a:gd name="connsiteY708" fmla="*/ 4233763 h 6858000"/>
              <a:gd name="connsiteX709" fmla="*/ 36881 w 7467600"/>
              <a:gd name="connsiteY709" fmla="*/ 4200118 h 6858000"/>
              <a:gd name="connsiteX710" fmla="*/ 910534 w 7467600"/>
              <a:gd name="connsiteY710" fmla="*/ 3629753 h 6858000"/>
              <a:gd name="connsiteX711" fmla="*/ 1578717 w 7467600"/>
              <a:gd name="connsiteY711" fmla="*/ 3575982 h 6858000"/>
              <a:gd name="connsiteX712" fmla="*/ 2338780 w 7467600"/>
              <a:gd name="connsiteY712" fmla="*/ 3033725 h 6858000"/>
              <a:gd name="connsiteX713" fmla="*/ 1807991 w 7467600"/>
              <a:gd name="connsiteY713" fmla="*/ 2807184 h 6858000"/>
              <a:gd name="connsiteX714" fmla="*/ 1416358 w 7467600"/>
              <a:gd name="connsiteY714" fmla="*/ 3112571 h 6858000"/>
              <a:gd name="connsiteX715" fmla="*/ 939066 w 7467600"/>
              <a:gd name="connsiteY715" fmla="*/ 3378798 h 6858000"/>
              <a:gd name="connsiteX716" fmla="*/ 115099 w 7467600"/>
              <a:gd name="connsiteY716" fmla="*/ 3607650 h 6858000"/>
              <a:gd name="connsiteX717" fmla="*/ 97284 w 7467600"/>
              <a:gd name="connsiteY717" fmla="*/ 3520393 h 6858000"/>
              <a:gd name="connsiteX718" fmla="*/ 922050 w 7467600"/>
              <a:gd name="connsiteY718" fmla="*/ 3074867 h 6858000"/>
              <a:gd name="connsiteX719" fmla="*/ 1405265 w 7467600"/>
              <a:gd name="connsiteY719" fmla="*/ 3016319 h 6858000"/>
              <a:gd name="connsiteX720" fmla="*/ 1407512 w 7467600"/>
              <a:gd name="connsiteY720" fmla="*/ 3018001 h 6858000"/>
              <a:gd name="connsiteX721" fmla="*/ 1726266 w 7467600"/>
              <a:gd name="connsiteY721" fmla="*/ 2777274 h 6858000"/>
              <a:gd name="connsiteX722" fmla="*/ 625390 w 7467600"/>
              <a:gd name="connsiteY722" fmla="*/ 2514541 h 6858000"/>
              <a:gd name="connsiteX723" fmla="*/ 619799 w 7467600"/>
              <a:gd name="connsiteY723" fmla="*/ 2527180 h 6858000"/>
              <a:gd name="connsiteX724" fmla="*/ 310030 w 7467600"/>
              <a:gd name="connsiteY724" fmla="*/ 2771818 h 6858000"/>
              <a:gd name="connsiteX725" fmla="*/ 173877 w 7467600"/>
              <a:gd name="connsiteY725" fmla="*/ 2937056 h 6858000"/>
              <a:gd name="connsiteX726" fmla="*/ 77889 w 7467600"/>
              <a:gd name="connsiteY726" fmla="*/ 3138440 h 6858000"/>
              <a:gd name="connsiteX727" fmla="*/ 0 w 7467600"/>
              <a:gd name="connsiteY727" fmla="*/ 3271395 h 6858000"/>
              <a:gd name="connsiteX728" fmla="*/ 0 w 7467600"/>
              <a:gd name="connsiteY728" fmla="*/ 3153002 h 6858000"/>
              <a:gd name="connsiteX729" fmla="*/ 2386 w 7467600"/>
              <a:gd name="connsiteY729" fmla="*/ 3149203 h 6858000"/>
              <a:gd name="connsiteX730" fmla="*/ 89753 w 7467600"/>
              <a:gd name="connsiteY730" fmla="*/ 2987702 h 6858000"/>
              <a:gd name="connsiteX731" fmla="*/ 76869 w 7467600"/>
              <a:gd name="connsiteY731" fmla="*/ 3005404 h 6858000"/>
              <a:gd name="connsiteX732" fmla="*/ 32049 w 7467600"/>
              <a:gd name="connsiteY732" fmla="*/ 3065814 h 6858000"/>
              <a:gd name="connsiteX733" fmla="*/ 0 w 7467600"/>
              <a:gd name="connsiteY733" fmla="*/ 3108744 h 6858000"/>
              <a:gd name="connsiteX734" fmla="*/ 0 w 7467600"/>
              <a:gd name="connsiteY734" fmla="*/ 3058059 h 6858000"/>
              <a:gd name="connsiteX735" fmla="*/ 7610 w 7467600"/>
              <a:gd name="connsiteY735" fmla="*/ 3047889 h 6858000"/>
              <a:gd name="connsiteX736" fmla="*/ 52419 w 7467600"/>
              <a:gd name="connsiteY736" fmla="*/ 2987479 h 6858000"/>
              <a:gd name="connsiteX737" fmla="*/ 59142 w 7467600"/>
              <a:gd name="connsiteY737" fmla="*/ 2978488 h 6858000"/>
              <a:gd name="connsiteX738" fmla="*/ 0 w 7467600"/>
              <a:gd name="connsiteY738" fmla="*/ 3015334 h 6858000"/>
              <a:gd name="connsiteX739" fmla="*/ 0 w 7467600"/>
              <a:gd name="connsiteY739" fmla="*/ 2914286 h 6858000"/>
              <a:gd name="connsiteX740" fmla="*/ 36383 w 7467600"/>
              <a:gd name="connsiteY740" fmla="*/ 2901128 h 6858000"/>
              <a:gd name="connsiteX741" fmla="*/ 156329 w 7467600"/>
              <a:gd name="connsiteY741" fmla="*/ 2840533 h 6858000"/>
              <a:gd name="connsiteX742" fmla="*/ 358355 w 7467600"/>
              <a:gd name="connsiteY742" fmla="*/ 2620471 h 6858000"/>
              <a:gd name="connsiteX743" fmla="*/ 510577 w 7467600"/>
              <a:gd name="connsiteY743" fmla="*/ 2501244 h 6858000"/>
              <a:gd name="connsiteX744" fmla="*/ 211967 w 7467600"/>
              <a:gd name="connsiteY744" fmla="*/ 2479171 h 6858000"/>
              <a:gd name="connsiteX745" fmla="*/ 0 w 7467600"/>
              <a:gd name="connsiteY745" fmla="*/ 2476398 h 6858000"/>
              <a:gd name="connsiteX746" fmla="*/ 0 w 7467600"/>
              <a:gd name="connsiteY746" fmla="*/ 2389189 h 6858000"/>
              <a:gd name="connsiteX747" fmla="*/ 103062 w 7467600"/>
              <a:gd name="connsiteY747" fmla="*/ 2389518 h 6858000"/>
              <a:gd name="connsiteX748" fmla="*/ 510734 w 7467600"/>
              <a:gd name="connsiteY748" fmla="*/ 2416201 h 6858000"/>
              <a:gd name="connsiteX749" fmla="*/ 279257 w 7467600"/>
              <a:gd name="connsiteY749" fmla="*/ 2092102 h 6858000"/>
              <a:gd name="connsiteX750" fmla="*/ 65265 w 7467600"/>
              <a:gd name="connsiteY750" fmla="*/ 2006049 h 6858000"/>
              <a:gd name="connsiteX751" fmla="*/ 0 w 7467600"/>
              <a:gd name="connsiteY751" fmla="*/ 1982532 h 6858000"/>
              <a:gd name="connsiteX752" fmla="*/ 0 w 7467600"/>
              <a:gd name="connsiteY752" fmla="*/ 1912789 h 6858000"/>
              <a:gd name="connsiteX753" fmla="*/ 97460 w 7467600"/>
              <a:gd name="connsiteY753" fmla="*/ 1953725 h 6858000"/>
              <a:gd name="connsiteX754" fmla="*/ 221272 w 7467600"/>
              <a:gd name="connsiteY754" fmla="*/ 1980766 h 6858000"/>
              <a:gd name="connsiteX755" fmla="*/ 116765 w 7467600"/>
              <a:gd name="connsiteY755" fmla="*/ 1911033 h 6858000"/>
              <a:gd name="connsiteX756" fmla="*/ 16405 w 7467600"/>
              <a:gd name="connsiteY756" fmla="*/ 1803412 h 6858000"/>
              <a:gd name="connsiteX757" fmla="*/ 0 w 7467600"/>
              <a:gd name="connsiteY757" fmla="*/ 1784777 h 6858000"/>
              <a:gd name="connsiteX758" fmla="*/ 0 w 7467600"/>
              <a:gd name="connsiteY758" fmla="*/ 1740082 h 6858000"/>
              <a:gd name="connsiteX759" fmla="*/ 39394 w 7467600"/>
              <a:gd name="connsiteY759" fmla="*/ 1784856 h 6858000"/>
              <a:gd name="connsiteX760" fmla="*/ 135813 w 7467600"/>
              <a:gd name="connsiteY760" fmla="*/ 1888838 h 6858000"/>
              <a:gd name="connsiteX761" fmla="*/ 242575 w 7467600"/>
              <a:gd name="connsiteY761" fmla="*/ 1958841 h 6858000"/>
              <a:gd name="connsiteX762" fmla="*/ 82197 w 7467600"/>
              <a:gd name="connsiteY762" fmla="*/ 1754826 h 6858000"/>
              <a:gd name="connsiteX763" fmla="*/ 0 w 7467600"/>
              <a:gd name="connsiteY763" fmla="*/ 1679650 h 6858000"/>
              <a:gd name="connsiteX764" fmla="*/ 0 w 7467600"/>
              <a:gd name="connsiteY764" fmla="*/ 1602463 h 6858000"/>
              <a:gd name="connsiteX765" fmla="*/ 84689 w 7467600"/>
              <a:gd name="connsiteY765" fmla="*/ 1677442 h 6858000"/>
              <a:gd name="connsiteX766" fmla="*/ 298437 w 7467600"/>
              <a:gd name="connsiteY766" fmla="*/ 1968019 h 6858000"/>
              <a:gd name="connsiteX767" fmla="*/ 227269 w 7467600"/>
              <a:gd name="connsiteY767" fmla="*/ 1114064 h 6858000"/>
              <a:gd name="connsiteX768" fmla="*/ 248003 w 7467600"/>
              <a:gd name="connsiteY768" fmla="*/ 1089613 h 6858000"/>
              <a:gd name="connsiteX769" fmla="*/ 427020 w 7467600"/>
              <a:gd name="connsiteY769" fmla="*/ 1619803 h 6858000"/>
              <a:gd name="connsiteX770" fmla="*/ 340345 w 7467600"/>
              <a:gd name="connsiteY770" fmla="*/ 2027739 h 6858000"/>
              <a:gd name="connsiteX771" fmla="*/ 360865 w 7467600"/>
              <a:gd name="connsiteY771" fmla="*/ 2044827 h 6858000"/>
              <a:gd name="connsiteX772" fmla="*/ 560414 w 7467600"/>
              <a:gd name="connsiteY772" fmla="*/ 2421457 h 6858000"/>
              <a:gd name="connsiteX773" fmla="*/ 1359703 w 7467600"/>
              <a:gd name="connsiteY773" fmla="*/ 2578554 h 6858000"/>
              <a:gd name="connsiteX774" fmla="*/ 1359422 w 7467600"/>
              <a:gd name="connsiteY774" fmla="*/ 2577994 h 6858000"/>
              <a:gd name="connsiteX775" fmla="*/ 828701 w 7467600"/>
              <a:gd name="connsiteY775" fmla="*/ 1839520 h 6858000"/>
              <a:gd name="connsiteX776" fmla="*/ 494427 w 7467600"/>
              <a:gd name="connsiteY776" fmla="*/ 1092333 h 6858000"/>
              <a:gd name="connsiteX777" fmla="*/ 506322 w 7467600"/>
              <a:gd name="connsiteY777" fmla="*/ 1020997 h 6858000"/>
              <a:gd name="connsiteX778" fmla="*/ 4570198 w 7467600"/>
              <a:gd name="connsiteY778" fmla="*/ 978081 h 6858000"/>
              <a:gd name="connsiteX779" fmla="*/ 4523691 w 7467600"/>
              <a:gd name="connsiteY779" fmla="*/ 1127776 h 6858000"/>
              <a:gd name="connsiteX780" fmla="*/ 4509875 w 7467600"/>
              <a:gd name="connsiteY780" fmla="*/ 1167552 h 6858000"/>
              <a:gd name="connsiteX781" fmla="*/ 4478168 w 7467600"/>
              <a:gd name="connsiteY781" fmla="*/ 1260735 h 6858000"/>
              <a:gd name="connsiteX782" fmla="*/ 4409309 w 7467600"/>
              <a:gd name="connsiteY782" fmla="*/ 1666996 h 6858000"/>
              <a:gd name="connsiteX783" fmla="*/ 4370031 w 7467600"/>
              <a:gd name="connsiteY783" fmla="*/ 1955666 h 6858000"/>
              <a:gd name="connsiteX784" fmla="*/ 4570198 w 7467600"/>
              <a:gd name="connsiteY784" fmla="*/ 978081 h 6858000"/>
              <a:gd name="connsiteX785" fmla="*/ 4557898 w 7467600"/>
              <a:gd name="connsiteY785" fmla="*/ 900011 h 6858000"/>
              <a:gd name="connsiteX786" fmla="*/ 4344840 w 7467600"/>
              <a:gd name="connsiteY786" fmla="*/ 1922038 h 6858000"/>
              <a:gd name="connsiteX787" fmla="*/ 4378710 w 7467600"/>
              <a:gd name="connsiteY787" fmla="*/ 1665516 h 6858000"/>
              <a:gd name="connsiteX788" fmla="*/ 4448798 w 7467600"/>
              <a:gd name="connsiteY788" fmla="*/ 1253024 h 6858000"/>
              <a:gd name="connsiteX789" fmla="*/ 4480315 w 7467600"/>
              <a:gd name="connsiteY789" fmla="*/ 1158454 h 6858000"/>
              <a:gd name="connsiteX790" fmla="*/ 4494133 w 7467600"/>
              <a:gd name="connsiteY790" fmla="*/ 1118676 h 6858000"/>
              <a:gd name="connsiteX791" fmla="*/ 4557898 w 7467600"/>
              <a:gd name="connsiteY791" fmla="*/ 900011 h 6858000"/>
              <a:gd name="connsiteX792" fmla="*/ 5870151 w 7467600"/>
              <a:gd name="connsiteY792" fmla="*/ 898890 h 6858000"/>
              <a:gd name="connsiteX793" fmla="*/ 5861335 w 7467600"/>
              <a:gd name="connsiteY793" fmla="*/ 899177 h 6858000"/>
              <a:gd name="connsiteX794" fmla="*/ 5843702 w 7467600"/>
              <a:gd name="connsiteY794" fmla="*/ 899748 h 6858000"/>
              <a:gd name="connsiteX795" fmla="*/ 5651107 w 7467600"/>
              <a:gd name="connsiteY795" fmla="*/ 920306 h 6858000"/>
              <a:gd name="connsiteX796" fmla="*/ 5459407 w 7467600"/>
              <a:gd name="connsiteY796" fmla="*/ 940975 h 6858000"/>
              <a:gd name="connsiteX797" fmla="*/ 5374846 w 7467600"/>
              <a:gd name="connsiteY797" fmla="*/ 941988 h 6858000"/>
              <a:gd name="connsiteX798" fmla="*/ 5256105 w 7467600"/>
              <a:gd name="connsiteY798" fmla="*/ 945632 h 6858000"/>
              <a:gd name="connsiteX799" fmla="*/ 5107071 w 7467600"/>
              <a:gd name="connsiteY799" fmla="*/ 969720 h 6858000"/>
              <a:gd name="connsiteX800" fmla="*/ 4998681 w 7467600"/>
              <a:gd name="connsiteY800" fmla="*/ 988771 h 6858000"/>
              <a:gd name="connsiteX801" fmla="*/ 5870151 w 7467600"/>
              <a:gd name="connsiteY801" fmla="*/ 898890 h 6858000"/>
              <a:gd name="connsiteX802" fmla="*/ 5504425 w 7467600"/>
              <a:gd name="connsiteY802" fmla="*/ 848067 h 6858000"/>
              <a:gd name="connsiteX803" fmla="*/ 4968849 w 7467600"/>
              <a:gd name="connsiteY803" fmla="*/ 962318 h 6858000"/>
              <a:gd name="connsiteX804" fmla="*/ 5104039 w 7467600"/>
              <a:gd name="connsiteY804" fmla="*/ 940634 h 6858000"/>
              <a:gd name="connsiteX805" fmla="*/ 5256311 w 7467600"/>
              <a:gd name="connsiteY805" fmla="*/ 916490 h 6858000"/>
              <a:gd name="connsiteX806" fmla="*/ 5377381 w 7467600"/>
              <a:gd name="connsiteY806" fmla="*/ 912671 h 6858000"/>
              <a:gd name="connsiteX807" fmla="*/ 5460148 w 7467600"/>
              <a:gd name="connsiteY807" fmla="*/ 911442 h 6858000"/>
              <a:gd name="connsiteX808" fmla="*/ 5648971 w 7467600"/>
              <a:gd name="connsiteY808" fmla="*/ 891331 h 6858000"/>
              <a:gd name="connsiteX809" fmla="*/ 5844807 w 7467600"/>
              <a:gd name="connsiteY809" fmla="*/ 870718 h 6858000"/>
              <a:gd name="connsiteX810" fmla="*/ 5862975 w 7467600"/>
              <a:gd name="connsiteY810" fmla="*/ 869756 h 6858000"/>
              <a:gd name="connsiteX811" fmla="*/ 5920887 w 7467600"/>
              <a:gd name="connsiteY811" fmla="*/ 865929 h 6858000"/>
              <a:gd name="connsiteX812" fmla="*/ 5504425 w 7467600"/>
              <a:gd name="connsiteY812" fmla="*/ 848067 h 6858000"/>
              <a:gd name="connsiteX813" fmla="*/ 3607114 w 7467600"/>
              <a:gd name="connsiteY813" fmla="*/ 467441 h 6858000"/>
              <a:gd name="connsiteX814" fmla="*/ 3296242 w 7467600"/>
              <a:gd name="connsiteY814" fmla="*/ 807991 h 6858000"/>
              <a:gd name="connsiteX815" fmla="*/ 3174674 w 7467600"/>
              <a:gd name="connsiteY815" fmla="*/ 919759 h 6858000"/>
              <a:gd name="connsiteX816" fmla="*/ 3042978 w 7467600"/>
              <a:gd name="connsiteY816" fmla="*/ 1054894 h 6858000"/>
              <a:gd name="connsiteX817" fmla="*/ 2968914 w 7467600"/>
              <a:gd name="connsiteY817" fmla="*/ 1133756 h 6858000"/>
              <a:gd name="connsiteX818" fmla="*/ 3103823 w 7467600"/>
              <a:gd name="connsiteY818" fmla="*/ 1026814 h 6858000"/>
              <a:gd name="connsiteX819" fmla="*/ 3607114 w 7467600"/>
              <a:gd name="connsiteY819" fmla="*/ 467441 h 6858000"/>
              <a:gd name="connsiteX820" fmla="*/ 3744487 w 7467600"/>
              <a:gd name="connsiteY820" fmla="*/ 383136 h 6858000"/>
              <a:gd name="connsiteX821" fmla="*/ 3970213 w 7467600"/>
              <a:gd name="connsiteY821" fmla="*/ 995559 h 6858000"/>
              <a:gd name="connsiteX822" fmla="*/ 3744487 w 7467600"/>
              <a:gd name="connsiteY822" fmla="*/ 383136 h 6858000"/>
              <a:gd name="connsiteX823" fmla="*/ 3624562 w 7467600"/>
              <a:gd name="connsiteY823" fmla="*/ 367041 h 6858000"/>
              <a:gd name="connsiteX824" fmla="*/ 3489712 w 7467600"/>
              <a:gd name="connsiteY824" fmla="*/ 485386 h 6858000"/>
              <a:gd name="connsiteX825" fmla="*/ 3182994 w 7467600"/>
              <a:gd name="connsiteY825" fmla="*/ 828265 h 6858000"/>
              <a:gd name="connsiteX826" fmla="*/ 2892114 w 7467600"/>
              <a:gd name="connsiteY826" fmla="*/ 1172635 h 6858000"/>
              <a:gd name="connsiteX827" fmla="*/ 3021459 w 7467600"/>
              <a:gd name="connsiteY827" fmla="*/ 1035385 h 6858000"/>
              <a:gd name="connsiteX828" fmla="*/ 3153873 w 7467600"/>
              <a:gd name="connsiteY828" fmla="*/ 898971 h 6858000"/>
              <a:gd name="connsiteX829" fmla="*/ 3276511 w 7467600"/>
              <a:gd name="connsiteY829" fmla="*/ 786423 h 6858000"/>
              <a:gd name="connsiteX830" fmla="*/ 3584154 w 7467600"/>
              <a:gd name="connsiteY830" fmla="*/ 448218 h 6858000"/>
              <a:gd name="connsiteX831" fmla="*/ 3624562 w 7467600"/>
              <a:gd name="connsiteY831" fmla="*/ 367041 h 6858000"/>
              <a:gd name="connsiteX832" fmla="*/ 3766672 w 7467600"/>
              <a:gd name="connsiteY832" fmla="*/ 359429 h 6858000"/>
              <a:gd name="connsiteX833" fmla="*/ 3996338 w 7467600"/>
              <a:gd name="connsiteY833" fmla="*/ 968237 h 6858000"/>
              <a:gd name="connsiteX834" fmla="*/ 3766672 w 7467600"/>
              <a:gd name="connsiteY834" fmla="*/ 359429 h 6858000"/>
              <a:gd name="connsiteX835" fmla="*/ 5805386 w 7467600"/>
              <a:gd name="connsiteY835" fmla="*/ 239240 h 6858000"/>
              <a:gd name="connsiteX836" fmla="*/ 5736947 w 7467600"/>
              <a:gd name="connsiteY836" fmla="*/ 261367 h 6858000"/>
              <a:gd name="connsiteX837" fmla="*/ 5427012 w 7467600"/>
              <a:gd name="connsiteY837" fmla="*/ 311272 h 6858000"/>
              <a:gd name="connsiteX838" fmla="*/ 5147818 w 7467600"/>
              <a:gd name="connsiteY838" fmla="*/ 322112 h 6858000"/>
              <a:gd name="connsiteX839" fmla="*/ 5060854 w 7467600"/>
              <a:gd name="connsiteY839" fmla="*/ 311882 h 6858000"/>
              <a:gd name="connsiteX840" fmla="*/ 4945989 w 7467600"/>
              <a:gd name="connsiteY840" fmla="*/ 300516 h 6858000"/>
              <a:gd name="connsiteX841" fmla="*/ 5410479 w 7467600"/>
              <a:gd name="connsiteY841" fmla="*/ 348434 h 6858000"/>
              <a:gd name="connsiteX842" fmla="*/ 5805386 w 7467600"/>
              <a:gd name="connsiteY842" fmla="*/ 239240 h 6858000"/>
              <a:gd name="connsiteX843" fmla="*/ 5905192 w 7467600"/>
              <a:gd name="connsiteY843" fmla="*/ 163079 h 6858000"/>
              <a:gd name="connsiteX844" fmla="*/ 5865655 w 7467600"/>
              <a:gd name="connsiteY844" fmla="*/ 171901 h 6858000"/>
              <a:gd name="connsiteX845" fmla="*/ 5259740 w 7467600"/>
              <a:gd name="connsiteY845" fmla="*/ 257013 h 6858000"/>
              <a:gd name="connsiteX846" fmla="*/ 5208466 w 7467600"/>
              <a:gd name="connsiteY846" fmla="*/ 257550 h 6858000"/>
              <a:gd name="connsiteX847" fmla="*/ 4980204 w 7467600"/>
              <a:gd name="connsiteY847" fmla="*/ 271903 h 6858000"/>
              <a:gd name="connsiteX848" fmla="*/ 5068068 w 7467600"/>
              <a:gd name="connsiteY848" fmla="*/ 282244 h 6858000"/>
              <a:gd name="connsiteX849" fmla="*/ 5153231 w 7467600"/>
              <a:gd name="connsiteY849" fmla="*/ 292240 h 6858000"/>
              <a:gd name="connsiteX850" fmla="*/ 5426491 w 7467600"/>
              <a:gd name="connsiteY850" fmla="*/ 281128 h 6858000"/>
              <a:gd name="connsiteX851" fmla="*/ 5731212 w 7467600"/>
              <a:gd name="connsiteY851" fmla="*/ 231951 h 6858000"/>
              <a:gd name="connsiteX852" fmla="*/ 5905192 w 7467600"/>
              <a:gd name="connsiteY852" fmla="*/ 163079 h 6858000"/>
              <a:gd name="connsiteX853" fmla="*/ 5944437 w 7467600"/>
              <a:gd name="connsiteY853" fmla="*/ 113829 h 6858000"/>
              <a:gd name="connsiteX854" fmla="*/ 5825032 w 7467600"/>
              <a:gd name="connsiteY854" fmla="*/ 146405 h 6858000"/>
              <a:gd name="connsiteX855" fmla="*/ 4955599 w 7467600"/>
              <a:gd name="connsiteY855" fmla="*/ 247008 h 6858000"/>
              <a:gd name="connsiteX856" fmla="*/ 5210104 w 7467600"/>
              <a:gd name="connsiteY856" fmla="*/ 228123 h 6858000"/>
              <a:gd name="connsiteX857" fmla="*/ 5261015 w 7467600"/>
              <a:gd name="connsiteY857" fmla="*/ 227087 h 6858000"/>
              <a:gd name="connsiteX858" fmla="*/ 5861181 w 7467600"/>
              <a:gd name="connsiteY858" fmla="*/ 143093 h 6858000"/>
              <a:gd name="connsiteX859" fmla="*/ 5961252 w 7467600"/>
              <a:gd name="connsiteY859" fmla="*/ 114820 h 6858000"/>
              <a:gd name="connsiteX860" fmla="*/ 5944437 w 7467600"/>
              <a:gd name="connsiteY860" fmla="*/ 113829 h 6858000"/>
              <a:gd name="connsiteX861" fmla="*/ 3882765 w 7467600"/>
              <a:gd name="connsiteY861" fmla="*/ 0 h 6858000"/>
              <a:gd name="connsiteX862" fmla="*/ 3995099 w 7467600"/>
              <a:gd name="connsiteY862" fmla="*/ 0 h 6858000"/>
              <a:gd name="connsiteX863" fmla="*/ 4163818 w 7467600"/>
              <a:gd name="connsiteY863" fmla="*/ 234104 h 6858000"/>
              <a:gd name="connsiteX864" fmla="*/ 4172099 w 7467600"/>
              <a:gd name="connsiteY864" fmla="*/ 234207 h 6858000"/>
              <a:gd name="connsiteX865" fmla="*/ 4784282 w 7467600"/>
              <a:gd name="connsiteY865" fmla="*/ 276561 h 6858000"/>
              <a:gd name="connsiteX866" fmla="*/ 4801687 w 7467600"/>
              <a:gd name="connsiteY866" fmla="*/ 267764 h 6858000"/>
              <a:gd name="connsiteX867" fmla="*/ 6082788 w 7467600"/>
              <a:gd name="connsiteY867" fmla="*/ 64119 h 6858000"/>
              <a:gd name="connsiteX868" fmla="*/ 6099442 w 7467600"/>
              <a:gd name="connsiteY868" fmla="*/ 82568 h 6858000"/>
              <a:gd name="connsiteX869" fmla="*/ 4804137 w 7467600"/>
              <a:gd name="connsiteY869" fmla="*/ 320931 h 6858000"/>
              <a:gd name="connsiteX870" fmla="*/ 4227047 w 7467600"/>
              <a:gd name="connsiteY870" fmla="*/ 313415 h 6858000"/>
              <a:gd name="connsiteX871" fmla="*/ 4346041 w 7467600"/>
              <a:gd name="connsiteY871" fmla="*/ 456086 h 6858000"/>
              <a:gd name="connsiteX872" fmla="*/ 4870967 w 7467600"/>
              <a:gd name="connsiteY872" fmla="*/ 963061 h 6858000"/>
              <a:gd name="connsiteX873" fmla="*/ 4889647 w 7467600"/>
              <a:gd name="connsiteY873" fmla="*/ 957147 h 6858000"/>
              <a:gd name="connsiteX874" fmla="*/ 5422504 w 7467600"/>
              <a:gd name="connsiteY874" fmla="*/ 805191 h 6858000"/>
              <a:gd name="connsiteX875" fmla="*/ 6087656 w 7467600"/>
              <a:gd name="connsiteY875" fmla="*/ 826703 h 6858000"/>
              <a:gd name="connsiteX876" fmla="*/ 6058717 w 7467600"/>
              <a:gd name="connsiteY876" fmla="*/ 865992 h 6858000"/>
              <a:gd name="connsiteX877" fmla="*/ 4974153 w 7467600"/>
              <a:gd name="connsiteY877" fmla="*/ 1045456 h 6858000"/>
              <a:gd name="connsiteX878" fmla="*/ 5627835 w 7467600"/>
              <a:gd name="connsiteY878" fmla="*/ 1472077 h 6858000"/>
              <a:gd name="connsiteX879" fmla="*/ 5629817 w 7467600"/>
              <a:gd name="connsiteY879" fmla="*/ 1471412 h 6858000"/>
              <a:gd name="connsiteX880" fmla="*/ 5634124 w 7467600"/>
              <a:gd name="connsiteY880" fmla="*/ 1470572 h 6858000"/>
              <a:gd name="connsiteX881" fmla="*/ 5755832 w 7467600"/>
              <a:gd name="connsiteY881" fmla="*/ 1383886 h 6858000"/>
              <a:gd name="connsiteX882" fmla="*/ 6014186 w 7467600"/>
              <a:gd name="connsiteY882" fmla="*/ 1279799 h 6858000"/>
              <a:gd name="connsiteX883" fmla="*/ 6901619 w 7467600"/>
              <a:gd name="connsiteY883" fmla="*/ 1047874 h 6858000"/>
              <a:gd name="connsiteX884" fmla="*/ 6931566 w 7467600"/>
              <a:gd name="connsiteY884" fmla="*/ 1062034 h 6858000"/>
              <a:gd name="connsiteX885" fmla="*/ 5790982 w 7467600"/>
              <a:gd name="connsiteY885" fmla="*/ 1561380 h 6858000"/>
              <a:gd name="connsiteX886" fmla="*/ 6188971 w 7467600"/>
              <a:gd name="connsiteY886" fmla="*/ 1755168 h 6858000"/>
              <a:gd name="connsiteX887" fmla="*/ 6202446 w 7467600"/>
              <a:gd name="connsiteY887" fmla="*/ 1752268 h 6858000"/>
              <a:gd name="connsiteX888" fmla="*/ 7179560 w 7467600"/>
              <a:gd name="connsiteY888" fmla="*/ 1467551 h 6858000"/>
              <a:gd name="connsiteX889" fmla="*/ 7158730 w 7467600"/>
              <a:gd name="connsiteY889" fmla="*/ 1507835 h 6858000"/>
              <a:gd name="connsiteX890" fmla="*/ 6326959 w 7467600"/>
              <a:gd name="connsiteY890" fmla="*/ 1817686 h 6858000"/>
              <a:gd name="connsiteX891" fmla="*/ 6537433 w 7467600"/>
              <a:gd name="connsiteY891" fmla="*/ 1907790 h 6858000"/>
              <a:gd name="connsiteX892" fmla="*/ 6550221 w 7467600"/>
              <a:gd name="connsiteY892" fmla="*/ 1910729 h 6858000"/>
              <a:gd name="connsiteX893" fmla="*/ 6964438 w 7467600"/>
              <a:gd name="connsiteY893" fmla="*/ 2209505 h 6858000"/>
              <a:gd name="connsiteX894" fmla="*/ 7367862 w 7467600"/>
              <a:gd name="connsiteY894" fmla="*/ 2806833 h 6858000"/>
              <a:gd name="connsiteX895" fmla="*/ 7364329 w 7467600"/>
              <a:gd name="connsiteY895" fmla="*/ 2826907 h 6858000"/>
              <a:gd name="connsiteX896" fmla="*/ 7290545 w 7467600"/>
              <a:gd name="connsiteY896" fmla="*/ 2850663 h 6858000"/>
              <a:gd name="connsiteX897" fmla="*/ 6472036 w 7467600"/>
              <a:gd name="connsiteY897" fmla="*/ 1959003 h 6858000"/>
              <a:gd name="connsiteX898" fmla="*/ 5792897 w 7467600"/>
              <a:gd name="connsiteY898" fmla="*/ 1647747 h 6858000"/>
              <a:gd name="connsiteX899" fmla="*/ 5842751 w 7467600"/>
              <a:gd name="connsiteY899" fmla="*/ 1816112 h 6858000"/>
              <a:gd name="connsiteX900" fmla="*/ 5847424 w 7467600"/>
              <a:gd name="connsiteY900" fmla="*/ 1815776 h 6858000"/>
              <a:gd name="connsiteX901" fmla="*/ 6399821 w 7467600"/>
              <a:gd name="connsiteY901" fmla="*/ 2344799 h 6858000"/>
              <a:gd name="connsiteX902" fmla="*/ 6323232 w 7467600"/>
              <a:gd name="connsiteY902" fmla="*/ 2389634 h 6858000"/>
              <a:gd name="connsiteX903" fmla="*/ 5942958 w 7467600"/>
              <a:gd name="connsiteY903" fmla="*/ 2077708 h 6858000"/>
              <a:gd name="connsiteX904" fmla="*/ 5921559 w 7467600"/>
              <a:gd name="connsiteY904" fmla="*/ 2378596 h 6858000"/>
              <a:gd name="connsiteX905" fmla="*/ 5817651 w 7467600"/>
              <a:gd name="connsiteY905" fmla="*/ 3023919 h 6858000"/>
              <a:gd name="connsiteX906" fmla="*/ 5729634 w 7467600"/>
              <a:gd name="connsiteY906" fmla="*/ 3051849 h 6858000"/>
              <a:gd name="connsiteX907" fmla="*/ 5611018 w 7467600"/>
              <a:gd name="connsiteY907" fmla="*/ 2316769 h 6858000"/>
              <a:gd name="connsiteX908" fmla="*/ 5687608 w 7467600"/>
              <a:gd name="connsiteY908" fmla="*/ 2039972 h 6858000"/>
              <a:gd name="connsiteX909" fmla="*/ 5657554 w 7467600"/>
              <a:gd name="connsiteY909" fmla="*/ 1576445 h 6858000"/>
              <a:gd name="connsiteX910" fmla="*/ 5150475 w 7467600"/>
              <a:gd name="connsiteY910" fmla="*/ 1274012 h 6858000"/>
              <a:gd name="connsiteX911" fmla="*/ 5349142 w 7467600"/>
              <a:gd name="connsiteY911" fmla="*/ 2204405 h 6858000"/>
              <a:gd name="connsiteX912" fmla="*/ 5262214 w 7467600"/>
              <a:gd name="connsiteY912" fmla="*/ 2233836 h 6858000"/>
              <a:gd name="connsiteX913" fmla="*/ 4981539 w 7467600"/>
              <a:gd name="connsiteY913" fmla="*/ 1542201 h 6858000"/>
              <a:gd name="connsiteX914" fmla="*/ 4958461 w 7467600"/>
              <a:gd name="connsiteY914" fmla="*/ 1136957 h 6858000"/>
              <a:gd name="connsiteX915" fmla="*/ 4655015 w 7467600"/>
              <a:gd name="connsiteY915" fmla="*/ 891426 h 6858000"/>
              <a:gd name="connsiteX916" fmla="*/ 4348002 w 7467600"/>
              <a:gd name="connsiteY916" fmla="*/ 2205895 h 6858000"/>
              <a:gd name="connsiteX917" fmla="*/ 4262250 w 7467600"/>
              <a:gd name="connsiteY917" fmla="*/ 2219972 h 6858000"/>
              <a:gd name="connsiteX918" fmla="*/ 4550611 w 7467600"/>
              <a:gd name="connsiteY918" fmla="*/ 817540 h 6858000"/>
              <a:gd name="connsiteX919" fmla="*/ 4564418 w 7467600"/>
              <a:gd name="connsiteY919" fmla="*/ 808293 h 6858000"/>
              <a:gd name="connsiteX920" fmla="*/ 4266388 w 7467600"/>
              <a:gd name="connsiteY920" fmla="*/ 500083 h 6858000"/>
              <a:gd name="connsiteX921" fmla="*/ 4032842 w 7467600"/>
              <a:gd name="connsiteY921" fmla="*/ 211809 h 6858000"/>
              <a:gd name="connsiteX922" fmla="*/ 3882765 w 7467600"/>
              <a:gd name="connsiteY922" fmla="*/ 0 h 6858000"/>
              <a:gd name="connsiteX923" fmla="*/ 3721337 w 7467600"/>
              <a:gd name="connsiteY923" fmla="*/ 0 h 6858000"/>
              <a:gd name="connsiteX924" fmla="*/ 3797544 w 7467600"/>
              <a:gd name="connsiteY924" fmla="*/ 0 h 6858000"/>
              <a:gd name="connsiteX925" fmla="*/ 3775734 w 7467600"/>
              <a:gd name="connsiteY925" fmla="*/ 95131 h 6858000"/>
              <a:gd name="connsiteX926" fmla="*/ 3724807 w 7467600"/>
              <a:gd name="connsiteY926" fmla="*/ 272257 h 6858000"/>
              <a:gd name="connsiteX927" fmla="*/ 3726844 w 7467600"/>
              <a:gd name="connsiteY927" fmla="*/ 282988 h 6858000"/>
              <a:gd name="connsiteX928" fmla="*/ 3742664 w 7467600"/>
              <a:gd name="connsiteY928" fmla="*/ 279918 h 6858000"/>
              <a:gd name="connsiteX929" fmla="*/ 4103910 w 7467600"/>
              <a:gd name="connsiteY929" fmla="*/ 1161917 h 6858000"/>
              <a:gd name="connsiteX930" fmla="*/ 4020269 w 7467600"/>
              <a:gd name="connsiteY930" fmla="*/ 1200406 h 6858000"/>
              <a:gd name="connsiteX931" fmla="*/ 3674882 w 7467600"/>
              <a:gd name="connsiteY931" fmla="*/ 488524 h 6858000"/>
              <a:gd name="connsiteX932" fmla="*/ 3132682 w 7467600"/>
              <a:gd name="connsiteY932" fmla="*/ 1072284 h 6858000"/>
              <a:gd name="connsiteX933" fmla="*/ 2716346 w 7467600"/>
              <a:gd name="connsiteY933" fmla="*/ 1276376 h 6858000"/>
              <a:gd name="connsiteX934" fmla="*/ 2716772 w 7467600"/>
              <a:gd name="connsiteY934" fmla="*/ 1255462 h 6858000"/>
              <a:gd name="connsiteX935" fmla="*/ 3471096 w 7467600"/>
              <a:gd name="connsiteY935" fmla="*/ 437072 h 6858000"/>
              <a:gd name="connsiteX936" fmla="*/ 3639057 w 7467600"/>
              <a:gd name="connsiteY936" fmla="*/ 286334 h 6858000"/>
              <a:gd name="connsiteX937" fmla="*/ 3640309 w 7467600"/>
              <a:gd name="connsiteY937" fmla="*/ 284664 h 6858000"/>
              <a:gd name="connsiteX938" fmla="*/ 3646022 w 7467600"/>
              <a:gd name="connsiteY938" fmla="*/ 276711 h 6858000"/>
              <a:gd name="connsiteX939" fmla="*/ 3707943 w 7467600"/>
              <a:gd name="connsiteY939" fmla="*/ 65958 h 6858000"/>
              <a:gd name="connsiteX940" fmla="*/ 3721337 w 7467600"/>
              <a:gd name="connsiteY940" fmla="*/ 0 h 6858000"/>
              <a:gd name="connsiteX941" fmla="*/ 2867960 w 7467600"/>
              <a:gd name="connsiteY941" fmla="*/ 0 h 6858000"/>
              <a:gd name="connsiteX942" fmla="*/ 2926351 w 7467600"/>
              <a:gd name="connsiteY942" fmla="*/ 0 h 6858000"/>
              <a:gd name="connsiteX943" fmla="*/ 2902823 w 7467600"/>
              <a:gd name="connsiteY943" fmla="*/ 262929 h 6858000"/>
              <a:gd name="connsiteX944" fmla="*/ 2940663 w 7467600"/>
              <a:gd name="connsiteY944" fmla="*/ 140884 h 6858000"/>
              <a:gd name="connsiteX945" fmla="*/ 2947039 w 7467600"/>
              <a:gd name="connsiteY945" fmla="*/ 122524 h 6858000"/>
              <a:gd name="connsiteX946" fmla="*/ 2984316 w 7467600"/>
              <a:gd name="connsiteY946" fmla="*/ 0 h 6858000"/>
              <a:gd name="connsiteX947" fmla="*/ 3016114 w 7467600"/>
              <a:gd name="connsiteY947" fmla="*/ 0 h 6858000"/>
              <a:gd name="connsiteX948" fmla="*/ 2979949 w 7467600"/>
              <a:gd name="connsiteY948" fmla="*/ 119274 h 6858000"/>
              <a:gd name="connsiteX949" fmla="*/ 3023879 w 7467600"/>
              <a:gd name="connsiteY949" fmla="*/ 0 h 6858000"/>
              <a:gd name="connsiteX950" fmla="*/ 3105400 w 7467600"/>
              <a:gd name="connsiteY950" fmla="*/ 0 h 6858000"/>
              <a:gd name="connsiteX951" fmla="*/ 3094669 w 7467600"/>
              <a:gd name="connsiteY951" fmla="*/ 30308 h 6858000"/>
              <a:gd name="connsiteX952" fmla="*/ 2901945 w 7467600"/>
              <a:gd name="connsiteY952" fmla="*/ 466538 h 6858000"/>
              <a:gd name="connsiteX953" fmla="*/ 2815209 w 7467600"/>
              <a:gd name="connsiteY953" fmla="*/ 497361 h 6858000"/>
              <a:gd name="connsiteX954" fmla="*/ 2844845 w 7467600"/>
              <a:gd name="connsiteY954" fmla="*/ 127638 h 6858000"/>
              <a:gd name="connsiteX955" fmla="*/ 2867960 w 7467600"/>
              <a:gd name="connsiteY955" fmla="*/ 0 h 6858000"/>
              <a:gd name="connsiteX956" fmla="*/ 1057230 w 7467600"/>
              <a:gd name="connsiteY956" fmla="*/ 0 h 6858000"/>
              <a:gd name="connsiteX957" fmla="*/ 1111003 w 7467600"/>
              <a:gd name="connsiteY957" fmla="*/ 0 h 6858000"/>
              <a:gd name="connsiteX958" fmla="*/ 1125553 w 7467600"/>
              <a:gd name="connsiteY958" fmla="*/ 52588 h 6858000"/>
              <a:gd name="connsiteX959" fmla="*/ 1304276 w 7467600"/>
              <a:gd name="connsiteY959" fmla="*/ 476275 h 6858000"/>
              <a:gd name="connsiteX960" fmla="*/ 1492066 w 7467600"/>
              <a:gd name="connsiteY960" fmla="*/ 886333 h 6858000"/>
              <a:gd name="connsiteX961" fmla="*/ 1423698 w 7467600"/>
              <a:gd name="connsiteY961" fmla="*/ 710817 h 6858000"/>
              <a:gd name="connsiteX962" fmla="*/ 1357609 w 7467600"/>
              <a:gd name="connsiteY962" fmla="*/ 532892 h 6858000"/>
              <a:gd name="connsiteX963" fmla="*/ 1309550 w 7467600"/>
              <a:gd name="connsiteY963" fmla="*/ 374031 h 6858000"/>
              <a:gd name="connsiteX964" fmla="*/ 1193673 w 7467600"/>
              <a:gd name="connsiteY964" fmla="*/ 49533 h 6858000"/>
              <a:gd name="connsiteX965" fmla="*/ 1164391 w 7467600"/>
              <a:gd name="connsiteY965" fmla="*/ 0 h 6858000"/>
              <a:gd name="connsiteX966" fmla="*/ 1200666 w 7467600"/>
              <a:gd name="connsiteY966" fmla="*/ 0 h 6858000"/>
              <a:gd name="connsiteX967" fmla="*/ 1223408 w 7467600"/>
              <a:gd name="connsiteY967" fmla="*/ 38996 h 6858000"/>
              <a:gd name="connsiteX968" fmla="*/ 1339635 w 7467600"/>
              <a:gd name="connsiteY968" fmla="*/ 365517 h 6858000"/>
              <a:gd name="connsiteX969" fmla="*/ 1387469 w 7467600"/>
              <a:gd name="connsiteY969" fmla="*/ 523079 h 6858000"/>
              <a:gd name="connsiteX970" fmla="*/ 1452685 w 7467600"/>
              <a:gd name="connsiteY970" fmla="*/ 699806 h 6858000"/>
              <a:gd name="connsiteX971" fmla="*/ 1492092 w 7467600"/>
              <a:gd name="connsiteY971" fmla="*/ 800424 h 6858000"/>
              <a:gd name="connsiteX972" fmla="*/ 1455302 w 7467600"/>
              <a:gd name="connsiteY972" fmla="*/ 632913 h 6858000"/>
              <a:gd name="connsiteX973" fmla="*/ 1222336 w 7467600"/>
              <a:gd name="connsiteY973" fmla="*/ 9480 h 6858000"/>
              <a:gd name="connsiteX974" fmla="*/ 1214634 w 7467600"/>
              <a:gd name="connsiteY974" fmla="*/ 0 h 6858000"/>
              <a:gd name="connsiteX975" fmla="*/ 1289827 w 7467600"/>
              <a:gd name="connsiteY975" fmla="*/ 0 h 6858000"/>
              <a:gd name="connsiteX976" fmla="*/ 1321076 w 7467600"/>
              <a:gd name="connsiteY976" fmla="*/ 59722 h 6858000"/>
              <a:gd name="connsiteX977" fmla="*/ 1512579 w 7467600"/>
              <a:gd name="connsiteY977" fmla="*/ 626441 h 6858000"/>
              <a:gd name="connsiteX978" fmla="*/ 1506076 w 7467600"/>
              <a:gd name="connsiteY978" fmla="*/ 1089289 h 6858000"/>
              <a:gd name="connsiteX979" fmla="*/ 1486346 w 7467600"/>
              <a:gd name="connsiteY979" fmla="*/ 1079919 h 6858000"/>
              <a:gd name="connsiteX980" fmla="*/ 1070511 w 7467600"/>
              <a:gd name="connsiteY980" fmla="*/ 48609 h 6858000"/>
              <a:gd name="connsiteX981" fmla="*/ 1057230 w 7467600"/>
              <a:gd name="connsiteY981" fmla="*/ 0 h 6858000"/>
              <a:gd name="connsiteX982" fmla="*/ 43151 w 7467600"/>
              <a:gd name="connsiteY982" fmla="*/ 0 h 6858000"/>
              <a:gd name="connsiteX983" fmla="*/ 95283 w 7467600"/>
              <a:gd name="connsiteY983" fmla="*/ 0 h 6858000"/>
              <a:gd name="connsiteX984" fmla="*/ 300708 w 7467600"/>
              <a:gd name="connsiteY984" fmla="*/ 154571 h 6858000"/>
              <a:gd name="connsiteX985" fmla="*/ 530414 w 7467600"/>
              <a:gd name="connsiteY985" fmla="*/ 354673 h 6858000"/>
              <a:gd name="connsiteX986" fmla="*/ 333785 w 7467600"/>
              <a:gd name="connsiteY986" fmla="*/ 161564 h 6858000"/>
              <a:gd name="connsiteX987" fmla="*/ 147005 w 7467600"/>
              <a:gd name="connsiteY987" fmla="*/ 0 h 6858000"/>
              <a:gd name="connsiteX988" fmla="*/ 272509 w 7467600"/>
              <a:gd name="connsiteY988" fmla="*/ 0 h 6858000"/>
              <a:gd name="connsiteX989" fmla="*/ 326276 w 7467600"/>
              <a:gd name="connsiteY989" fmla="*/ 45847 h 6858000"/>
              <a:gd name="connsiteX990" fmla="*/ 823759 w 7467600"/>
              <a:gd name="connsiteY990" fmla="*/ 574145 h 6858000"/>
              <a:gd name="connsiteX991" fmla="*/ 811254 w 7467600"/>
              <a:gd name="connsiteY991" fmla="*/ 665546 h 6858000"/>
              <a:gd name="connsiteX992" fmla="*/ 154042 w 7467600"/>
              <a:gd name="connsiteY992" fmla="*/ 261522 h 6858000"/>
              <a:gd name="connsiteX993" fmla="*/ 13550 w 7467600"/>
              <a:gd name="connsiteY993" fmla="*/ 158423 h 6858000"/>
              <a:gd name="connsiteX994" fmla="*/ 0 w 7467600"/>
              <a:gd name="connsiteY994" fmla="*/ 146618 h 6858000"/>
              <a:gd name="connsiteX995" fmla="*/ 0 w 7467600"/>
              <a:gd name="connsiteY995" fmla="*/ 59161 h 6858000"/>
              <a:gd name="connsiteX996" fmla="*/ 45427 w 7467600"/>
              <a:gd name="connsiteY996" fmla="*/ 101078 h 6858000"/>
              <a:gd name="connsiteX997" fmla="*/ 630103 w 7467600"/>
              <a:gd name="connsiteY997" fmla="*/ 485885 h 6858000"/>
              <a:gd name="connsiteX998" fmla="*/ 532040 w 7467600"/>
              <a:gd name="connsiteY998" fmla="*/ 399359 h 6858000"/>
              <a:gd name="connsiteX999" fmla="*/ 517618 w 7467600"/>
              <a:gd name="connsiteY999" fmla="*/ 385726 h 6858000"/>
              <a:gd name="connsiteX1000" fmla="*/ 285074 w 7467600"/>
              <a:gd name="connsiteY1000" fmla="*/ 182755 h 6858000"/>
              <a:gd name="connsiteX1001" fmla="*/ 43151 w 7467600"/>
              <a:gd name="connsiteY100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27410 w 7467600"/>
              <a:gd name="connsiteY166" fmla="*/ 4716164 h 6858000"/>
              <a:gd name="connsiteX167" fmla="*/ 1997014 w 7467600"/>
              <a:gd name="connsiteY167" fmla="*/ 4698007 h 6858000"/>
              <a:gd name="connsiteX168" fmla="*/ 2005458 w 7467600"/>
              <a:gd name="connsiteY168" fmla="*/ 4699540 h 6858000"/>
              <a:gd name="connsiteX169" fmla="*/ 2657186 w 7467600"/>
              <a:gd name="connsiteY169" fmla="*/ 4901687 h 6858000"/>
              <a:gd name="connsiteX170" fmla="*/ 2826662 w 7467600"/>
              <a:gd name="connsiteY170" fmla="*/ 4970362 h 6858000"/>
              <a:gd name="connsiteX171" fmla="*/ 2876100 w 7467600"/>
              <a:gd name="connsiteY171" fmla="*/ 4995397 h 6858000"/>
              <a:gd name="connsiteX172" fmla="*/ 3042600 w 7467600"/>
              <a:gd name="connsiteY172" fmla="*/ 5059532 h 6858000"/>
              <a:gd name="connsiteX173" fmla="*/ 1997014 w 7467600"/>
              <a:gd name="connsiteY173" fmla="*/ 4698007 h 6858000"/>
              <a:gd name="connsiteX174" fmla="*/ 2305292 w 7467600"/>
              <a:gd name="connsiteY174" fmla="*/ 4219492 h 6858000"/>
              <a:gd name="connsiteX175" fmla="*/ 3360922 w 7467600"/>
              <a:gd name="connsiteY175" fmla="*/ 4529373 h 6858000"/>
              <a:gd name="connsiteX176" fmla="*/ 3492420 w 7467600"/>
              <a:gd name="connsiteY176" fmla="*/ 4510145 h 6858000"/>
              <a:gd name="connsiteX177" fmla="*/ 3364086 w 7467600"/>
              <a:gd name="connsiteY177" fmla="*/ 4480340 h 6858000"/>
              <a:gd name="connsiteX178" fmla="*/ 3225818 w 7467600"/>
              <a:gd name="connsiteY178" fmla="*/ 4411822 h 6858000"/>
              <a:gd name="connsiteX179" fmla="*/ 3129696 w 7467600"/>
              <a:gd name="connsiteY179" fmla="*/ 4360704 h 6858000"/>
              <a:gd name="connsiteX180" fmla="*/ 2814545 w 7467600"/>
              <a:gd name="connsiteY180" fmla="*/ 4282955 h 6858000"/>
              <a:gd name="connsiteX181" fmla="*/ 2305292 w 7467600"/>
              <a:gd name="connsiteY181" fmla="*/ 4219492 h 6858000"/>
              <a:gd name="connsiteX182" fmla="*/ 2626982 w 7467600"/>
              <a:gd name="connsiteY182" fmla="*/ 4206450 h 6858000"/>
              <a:gd name="connsiteX183" fmla="*/ 2490617 w 7467600"/>
              <a:gd name="connsiteY183" fmla="*/ 4206951 h 6858000"/>
              <a:gd name="connsiteX184" fmla="*/ 2819869 w 7467600"/>
              <a:gd name="connsiteY184" fmla="*/ 4252936 h 6858000"/>
              <a:gd name="connsiteX185" fmla="*/ 3143018 w 7467600"/>
              <a:gd name="connsiteY185" fmla="*/ 4332698 h 6858000"/>
              <a:gd name="connsiteX186" fmla="*/ 3241520 w 7467600"/>
              <a:gd name="connsiteY186" fmla="*/ 4385112 h 6858000"/>
              <a:gd name="connsiteX187" fmla="*/ 3374575 w 7467600"/>
              <a:gd name="connsiteY187" fmla="*/ 4451517 h 6858000"/>
              <a:gd name="connsiteX188" fmla="*/ 3505221 w 7467600"/>
              <a:gd name="connsiteY188" fmla="*/ 4480757 h 6858000"/>
              <a:gd name="connsiteX189" fmla="*/ 2626982 w 7467600"/>
              <a:gd name="connsiteY189" fmla="*/ 4206450 h 6858000"/>
              <a:gd name="connsiteX190" fmla="*/ 1310106 w 7467600"/>
              <a:gd name="connsiteY190" fmla="*/ 3943217 h 6858000"/>
              <a:gd name="connsiteX191" fmla="*/ 854994 w 7467600"/>
              <a:gd name="connsiteY191" fmla="*/ 4399136 h 6858000"/>
              <a:gd name="connsiteX192" fmla="*/ 742462 w 7467600"/>
              <a:gd name="connsiteY192" fmla="*/ 4594648 h 6858000"/>
              <a:gd name="connsiteX193" fmla="*/ 820602 w 7467600"/>
              <a:gd name="connsiteY193" fmla="*/ 4485915 h 6858000"/>
              <a:gd name="connsiteX194" fmla="*/ 878295 w 7467600"/>
              <a:gd name="connsiteY194" fmla="*/ 4403594 h 6858000"/>
              <a:gd name="connsiteX195" fmla="*/ 1240607 w 7467600"/>
              <a:gd name="connsiteY195" fmla="*/ 4010401 h 6858000"/>
              <a:gd name="connsiteX196" fmla="*/ 1310106 w 7467600"/>
              <a:gd name="connsiteY196" fmla="*/ 3943217 h 6858000"/>
              <a:gd name="connsiteX197" fmla="*/ 1423113 w 7467600"/>
              <a:gd name="connsiteY197" fmla="*/ 3874565 h 6858000"/>
              <a:gd name="connsiteX198" fmla="*/ 1260565 w 7467600"/>
              <a:gd name="connsiteY198" fmla="*/ 4031982 h 6858000"/>
              <a:gd name="connsiteX199" fmla="*/ 901900 w 7467600"/>
              <a:gd name="connsiteY199" fmla="*/ 4421236 h 6858000"/>
              <a:gd name="connsiteX200" fmla="*/ 845044 w 7467600"/>
              <a:gd name="connsiteY200" fmla="*/ 4502436 h 6858000"/>
              <a:gd name="connsiteX201" fmla="*/ 685926 w 7467600"/>
              <a:gd name="connsiteY201" fmla="*/ 4703069 h 6858000"/>
              <a:gd name="connsiteX202" fmla="*/ 684248 w 7467600"/>
              <a:gd name="connsiteY202" fmla="*/ 4706721 h 6858000"/>
              <a:gd name="connsiteX203" fmla="*/ 1423113 w 7467600"/>
              <a:gd name="connsiteY203" fmla="*/ 3874565 h 6858000"/>
              <a:gd name="connsiteX204" fmla="*/ 3316479 w 7467600"/>
              <a:gd name="connsiteY204" fmla="*/ 3872136 h 6858000"/>
              <a:gd name="connsiteX205" fmla="*/ 3546806 w 7467600"/>
              <a:gd name="connsiteY205" fmla="*/ 4356139 h 6858000"/>
              <a:gd name="connsiteX206" fmla="*/ 3364433 w 7467600"/>
              <a:gd name="connsiteY206" fmla="*/ 3953121 h 6858000"/>
              <a:gd name="connsiteX207" fmla="*/ 3316479 w 7467600"/>
              <a:gd name="connsiteY207" fmla="*/ 3872136 h 6858000"/>
              <a:gd name="connsiteX208" fmla="*/ 3291335 w 7467600"/>
              <a:gd name="connsiteY208" fmla="*/ 3767420 h 6858000"/>
              <a:gd name="connsiteX209" fmla="*/ 3390805 w 7467600"/>
              <a:gd name="connsiteY209" fmla="*/ 3937163 h 6858000"/>
              <a:gd name="connsiteX210" fmla="*/ 3579062 w 7467600"/>
              <a:gd name="connsiteY210" fmla="*/ 4359040 h 6858000"/>
              <a:gd name="connsiteX211" fmla="*/ 3467355 w 7467600"/>
              <a:gd name="connsiteY211" fmla="*/ 3988130 h 6858000"/>
              <a:gd name="connsiteX212" fmla="*/ 3310753 w 7467600"/>
              <a:gd name="connsiteY212" fmla="*/ 3787140 h 6858000"/>
              <a:gd name="connsiteX213" fmla="*/ 3291335 w 7467600"/>
              <a:gd name="connsiteY213" fmla="*/ 3767420 h 6858000"/>
              <a:gd name="connsiteX214" fmla="*/ 1635889 w 7467600"/>
              <a:gd name="connsiteY214" fmla="*/ 3709494 h 6858000"/>
              <a:gd name="connsiteX215" fmla="*/ 1634800 w 7467600"/>
              <a:gd name="connsiteY215" fmla="*/ 3731111 h 6858000"/>
              <a:gd name="connsiteX216" fmla="*/ 1635889 w 7467600"/>
              <a:gd name="connsiteY216" fmla="*/ 3709494 h 6858000"/>
              <a:gd name="connsiteX217" fmla="*/ 1510397 w 7467600"/>
              <a:gd name="connsiteY217" fmla="*/ 3684705 h 6858000"/>
              <a:gd name="connsiteX218" fmla="*/ 1146550 w 7467600"/>
              <a:gd name="connsiteY218" fmla="*/ 3802012 h 6858000"/>
              <a:gd name="connsiteX219" fmla="*/ 698834 w 7467600"/>
              <a:gd name="connsiteY219" fmla="*/ 3952272 h 6858000"/>
              <a:gd name="connsiteX220" fmla="*/ 34256 w 7467600"/>
              <a:gd name="connsiteY220" fmla="*/ 4347603 h 6858000"/>
              <a:gd name="connsiteX221" fmla="*/ 527241 w 7467600"/>
              <a:gd name="connsiteY221" fmla="*/ 4065078 h 6858000"/>
              <a:gd name="connsiteX222" fmla="*/ 1510397 w 7467600"/>
              <a:gd name="connsiteY222" fmla="*/ 3684705 h 6858000"/>
              <a:gd name="connsiteX223" fmla="*/ 1313114 w 7467600"/>
              <a:gd name="connsiteY223" fmla="*/ 3655216 h 6858000"/>
              <a:gd name="connsiteX224" fmla="*/ 1109304 w 7467600"/>
              <a:gd name="connsiteY224" fmla="*/ 3669030 h 6858000"/>
              <a:gd name="connsiteX225" fmla="*/ 8129 w 7467600"/>
              <a:gd name="connsiteY225" fmla="*/ 4330519 h 6858000"/>
              <a:gd name="connsiteX226" fmla="*/ 687572 w 7467600"/>
              <a:gd name="connsiteY226" fmla="*/ 3925629 h 6858000"/>
              <a:gd name="connsiteX227" fmla="*/ 1138365 w 7467600"/>
              <a:gd name="connsiteY227" fmla="*/ 3774515 h 6858000"/>
              <a:gd name="connsiteX228" fmla="*/ 1505579 w 7467600"/>
              <a:gd name="connsiteY228" fmla="*/ 3655526 h 6858000"/>
              <a:gd name="connsiteX229" fmla="*/ 1313114 w 7467600"/>
              <a:gd name="connsiteY229" fmla="*/ 3655216 h 6858000"/>
              <a:gd name="connsiteX230" fmla="*/ 3655073 w 7467600"/>
              <a:gd name="connsiteY230" fmla="*/ 3650884 h 6858000"/>
              <a:gd name="connsiteX231" fmla="*/ 3989938 w 7467600"/>
              <a:gd name="connsiteY231" fmla="*/ 3991685 h 6858000"/>
              <a:gd name="connsiteX232" fmla="*/ 4393907 w 7467600"/>
              <a:gd name="connsiteY232" fmla="*/ 4261258 h 6858000"/>
              <a:gd name="connsiteX233" fmla="*/ 4648051 w 7467600"/>
              <a:gd name="connsiteY233" fmla="*/ 4374051 h 6858000"/>
              <a:gd name="connsiteX234" fmla="*/ 4383389 w 7467600"/>
              <a:gd name="connsiteY234" fmla="*/ 4184369 h 6858000"/>
              <a:gd name="connsiteX235" fmla="*/ 4165508 w 7467600"/>
              <a:gd name="connsiteY235" fmla="*/ 4035196 h 6858000"/>
              <a:gd name="connsiteX236" fmla="*/ 4068162 w 7467600"/>
              <a:gd name="connsiteY236" fmla="*/ 3953394 h 6858000"/>
              <a:gd name="connsiteX237" fmla="*/ 3981416 w 7467600"/>
              <a:gd name="connsiteY237" fmla="*/ 3880482 h 6858000"/>
              <a:gd name="connsiteX238" fmla="*/ 3800147 w 7467600"/>
              <a:gd name="connsiteY238" fmla="*/ 3749872 h 6858000"/>
              <a:gd name="connsiteX239" fmla="*/ 3655073 w 7467600"/>
              <a:gd name="connsiteY239" fmla="*/ 3650884 h 6858000"/>
              <a:gd name="connsiteX240" fmla="*/ 3670252 w 7467600"/>
              <a:gd name="connsiteY240" fmla="*/ 3622798 h 6858000"/>
              <a:gd name="connsiteX241" fmla="*/ 3817258 w 7467600"/>
              <a:gd name="connsiteY241" fmla="*/ 3723577 h 6858000"/>
              <a:gd name="connsiteX242" fmla="*/ 4000461 w 7467600"/>
              <a:gd name="connsiteY242" fmla="*/ 3855966 h 6858000"/>
              <a:gd name="connsiteX243" fmla="*/ 4088180 w 7467600"/>
              <a:gd name="connsiteY243" fmla="*/ 3929774 h 6858000"/>
              <a:gd name="connsiteX244" fmla="*/ 4184555 w 7467600"/>
              <a:gd name="connsiteY244" fmla="*/ 4010683 h 6858000"/>
              <a:gd name="connsiteX245" fmla="*/ 4399563 w 7467600"/>
              <a:gd name="connsiteY245" fmla="*/ 4158106 h 6858000"/>
              <a:gd name="connsiteX246" fmla="*/ 4684469 w 7467600"/>
              <a:gd name="connsiteY246" fmla="*/ 4364680 h 6858000"/>
              <a:gd name="connsiteX247" fmla="*/ 4690271 w 7467600"/>
              <a:gd name="connsiteY247" fmla="*/ 4370034 h 6858000"/>
              <a:gd name="connsiteX248" fmla="*/ 4136093 w 7467600"/>
              <a:gd name="connsiteY248" fmla="*/ 3858466 h 6858000"/>
              <a:gd name="connsiteX249" fmla="*/ 3670252 w 7467600"/>
              <a:gd name="connsiteY249" fmla="*/ 3622798 h 6858000"/>
              <a:gd name="connsiteX250" fmla="*/ 4440129 w 7467600"/>
              <a:gd name="connsiteY250" fmla="*/ 3448571 h 6858000"/>
              <a:gd name="connsiteX251" fmla="*/ 4856525 w 7467600"/>
              <a:gd name="connsiteY251" fmla="*/ 3915351 h 6858000"/>
              <a:gd name="connsiteX252" fmla="*/ 5059055 w 7467600"/>
              <a:gd name="connsiteY252" fmla="*/ 4108918 h 6858000"/>
              <a:gd name="connsiteX253" fmla="*/ 5290070 w 7467600"/>
              <a:gd name="connsiteY253" fmla="*/ 4263619 h 6858000"/>
              <a:gd name="connsiteX254" fmla="*/ 4834991 w 7467600"/>
              <a:gd name="connsiteY254" fmla="*/ 3830985 h 6858000"/>
              <a:gd name="connsiteX255" fmla="*/ 4440129 w 7467600"/>
              <a:gd name="connsiteY255" fmla="*/ 3448571 h 6858000"/>
              <a:gd name="connsiteX256" fmla="*/ 4441737 w 7467600"/>
              <a:gd name="connsiteY256" fmla="*/ 3399734 h 6858000"/>
              <a:gd name="connsiteX257" fmla="*/ 4431236 w 7467600"/>
              <a:gd name="connsiteY257" fmla="*/ 3400954 h 6858000"/>
              <a:gd name="connsiteX258" fmla="*/ 4557150 w 7467600"/>
              <a:gd name="connsiteY258" fmla="*/ 3510023 h 6858000"/>
              <a:gd name="connsiteX259" fmla="*/ 4856936 w 7467600"/>
              <a:gd name="connsiteY259" fmla="*/ 3809146 h 6858000"/>
              <a:gd name="connsiteX260" fmla="*/ 5111996 w 7467600"/>
              <a:gd name="connsiteY260" fmla="*/ 4065759 h 6858000"/>
              <a:gd name="connsiteX261" fmla="*/ 5388878 w 7467600"/>
              <a:gd name="connsiteY261" fmla="*/ 4300185 h 6858000"/>
              <a:gd name="connsiteX262" fmla="*/ 5425556 w 7467600"/>
              <a:gd name="connsiteY262" fmla="*/ 4308967 h 6858000"/>
              <a:gd name="connsiteX263" fmla="*/ 4943646 w 7467600"/>
              <a:gd name="connsiteY263" fmla="*/ 3822916 h 6858000"/>
              <a:gd name="connsiteX264" fmla="*/ 4594837 w 7467600"/>
              <a:gd name="connsiteY264" fmla="*/ 3532274 h 6858000"/>
              <a:gd name="connsiteX265" fmla="*/ 4441737 w 7467600"/>
              <a:gd name="connsiteY265" fmla="*/ 3399734 h 6858000"/>
              <a:gd name="connsiteX266" fmla="*/ 5425834 w 7467600"/>
              <a:gd name="connsiteY266" fmla="*/ 3162785 h 6858000"/>
              <a:gd name="connsiteX267" fmla="*/ 5401644 w 7467600"/>
              <a:gd name="connsiteY267" fmla="*/ 3617847 h 6858000"/>
              <a:gd name="connsiteX268" fmla="*/ 5467256 w 7467600"/>
              <a:gd name="connsiteY268" fmla="*/ 4175494 h 6858000"/>
              <a:gd name="connsiteX269" fmla="*/ 5448069 w 7467600"/>
              <a:gd name="connsiteY269" fmla="*/ 3567554 h 6858000"/>
              <a:gd name="connsiteX270" fmla="*/ 5425834 w 7467600"/>
              <a:gd name="connsiteY270" fmla="*/ 3162785 h 6858000"/>
              <a:gd name="connsiteX271" fmla="*/ 1318687 w 7467600"/>
              <a:gd name="connsiteY271" fmla="*/ 3113840 h 6858000"/>
              <a:gd name="connsiteX272" fmla="*/ 1066793 w 7467600"/>
              <a:gd name="connsiteY272" fmla="*/ 3212171 h 6858000"/>
              <a:gd name="connsiteX273" fmla="*/ 993319 w 7467600"/>
              <a:gd name="connsiteY273" fmla="*/ 3247648 h 6858000"/>
              <a:gd name="connsiteX274" fmla="*/ 853081 w 7467600"/>
              <a:gd name="connsiteY274" fmla="*/ 3312410 h 6858000"/>
              <a:gd name="connsiteX275" fmla="*/ 805957 w 7467600"/>
              <a:gd name="connsiteY275" fmla="*/ 3330443 h 6858000"/>
              <a:gd name="connsiteX276" fmla="*/ 1318687 w 7467600"/>
              <a:gd name="connsiteY276" fmla="*/ 3113840 h 6858000"/>
              <a:gd name="connsiteX277" fmla="*/ 5453702 w 7467600"/>
              <a:gd name="connsiteY277" fmla="*/ 3090882 h 6858000"/>
              <a:gd name="connsiteX278" fmla="*/ 5480135 w 7467600"/>
              <a:gd name="connsiteY278" fmla="*/ 3565802 h 6858000"/>
              <a:gd name="connsiteX279" fmla="*/ 5499023 w 7467600"/>
              <a:gd name="connsiteY279" fmla="*/ 4166310 h 6858000"/>
              <a:gd name="connsiteX280" fmla="*/ 5547022 w 7467600"/>
              <a:gd name="connsiteY280" fmla="*/ 3607838 h 6858000"/>
              <a:gd name="connsiteX281" fmla="*/ 5515964 w 7467600"/>
              <a:gd name="connsiteY281" fmla="*/ 3378541 h 6858000"/>
              <a:gd name="connsiteX282" fmla="*/ 5453702 w 7467600"/>
              <a:gd name="connsiteY282" fmla="*/ 3090882 h 6858000"/>
              <a:gd name="connsiteX283" fmla="*/ 1238695 w 7467600"/>
              <a:gd name="connsiteY283" fmla="*/ 3076820 h 6858000"/>
              <a:gd name="connsiteX284" fmla="*/ 716371 w 7467600"/>
              <a:gd name="connsiteY284" fmla="*/ 3293249 h 6858000"/>
              <a:gd name="connsiteX285" fmla="*/ 579522 w 7467600"/>
              <a:gd name="connsiteY285" fmla="*/ 3371759 h 6858000"/>
              <a:gd name="connsiteX286" fmla="*/ 600288 w 7467600"/>
              <a:gd name="connsiteY286" fmla="*/ 3365555 h 6858000"/>
              <a:gd name="connsiteX287" fmla="*/ 840692 w 7467600"/>
              <a:gd name="connsiteY287" fmla="*/ 3284921 h 6858000"/>
              <a:gd name="connsiteX288" fmla="*/ 979248 w 7467600"/>
              <a:gd name="connsiteY288" fmla="*/ 3221003 h 6858000"/>
              <a:gd name="connsiteX289" fmla="*/ 1053282 w 7467600"/>
              <a:gd name="connsiteY289" fmla="*/ 3185247 h 6858000"/>
              <a:gd name="connsiteX290" fmla="*/ 1320603 w 7467600"/>
              <a:gd name="connsiteY290" fmla="*/ 3081281 h 6858000"/>
              <a:gd name="connsiteX291" fmla="*/ 1238695 w 7467600"/>
              <a:gd name="connsiteY291" fmla="*/ 3076820 h 6858000"/>
              <a:gd name="connsiteX292" fmla="*/ 5425627 w 7467600"/>
              <a:gd name="connsiteY292" fmla="*/ 2954192 h 6858000"/>
              <a:gd name="connsiteX293" fmla="*/ 5470770 w 7467600"/>
              <a:gd name="connsiteY293" fmla="*/ 3005435 h 6858000"/>
              <a:gd name="connsiteX294" fmla="*/ 5519779 w 7467600"/>
              <a:gd name="connsiteY294" fmla="*/ 4359223 h 6858000"/>
              <a:gd name="connsiteX295" fmla="*/ 5520293 w 7467600"/>
              <a:gd name="connsiteY295" fmla="*/ 4360602 h 6858000"/>
              <a:gd name="connsiteX296" fmla="*/ 5767221 w 7467600"/>
              <a:gd name="connsiteY296" fmla="*/ 4665564 h 6858000"/>
              <a:gd name="connsiteX297" fmla="*/ 6937169 w 7467600"/>
              <a:gd name="connsiteY297" fmla="*/ 4815941 h 6858000"/>
              <a:gd name="connsiteX298" fmla="*/ 6953922 w 7467600"/>
              <a:gd name="connsiteY298" fmla="*/ 4890068 h 6858000"/>
              <a:gd name="connsiteX299" fmla="*/ 6071359 w 7467600"/>
              <a:gd name="connsiteY299" fmla="*/ 4770770 h 6858000"/>
              <a:gd name="connsiteX300" fmla="*/ 6038839 w 7467600"/>
              <a:gd name="connsiteY300" fmla="*/ 4764474 h 6858000"/>
              <a:gd name="connsiteX301" fmla="*/ 6038706 w 7467600"/>
              <a:gd name="connsiteY301" fmla="*/ 4763847 h 6858000"/>
              <a:gd name="connsiteX302" fmla="*/ 6037784 w 7467600"/>
              <a:gd name="connsiteY302" fmla="*/ 4764270 h 6858000"/>
              <a:gd name="connsiteX303" fmla="*/ 6038839 w 7467600"/>
              <a:gd name="connsiteY303" fmla="*/ 4764474 h 6858000"/>
              <a:gd name="connsiteX304" fmla="*/ 6040338 w 7467600"/>
              <a:gd name="connsiteY304" fmla="*/ 4771418 h 6858000"/>
              <a:gd name="connsiteX305" fmla="*/ 6024488 w 7467600"/>
              <a:gd name="connsiteY305" fmla="*/ 4809903 h 6858000"/>
              <a:gd name="connsiteX306" fmla="*/ 5599771 w 7467600"/>
              <a:gd name="connsiteY306" fmla="*/ 5509652 h 6858000"/>
              <a:gd name="connsiteX307" fmla="*/ 5548843 w 7467600"/>
              <a:gd name="connsiteY307" fmla="*/ 5563845 h 6858000"/>
              <a:gd name="connsiteX308" fmla="*/ 5940952 w 7467600"/>
              <a:gd name="connsiteY308" fmla="*/ 6250028 h 6858000"/>
              <a:gd name="connsiteX309" fmla="*/ 6043441 w 7467600"/>
              <a:gd name="connsiteY309" fmla="*/ 6665847 h 6858000"/>
              <a:gd name="connsiteX310" fmla="*/ 6093432 w 7467600"/>
              <a:gd name="connsiteY310" fmla="*/ 6858000 h 6858000"/>
              <a:gd name="connsiteX311" fmla="*/ 6034344 w 7467600"/>
              <a:gd name="connsiteY311" fmla="*/ 6858000 h 6858000"/>
              <a:gd name="connsiteX312" fmla="*/ 6026679 w 7467600"/>
              <a:gd name="connsiteY312" fmla="*/ 6836959 h 6858000"/>
              <a:gd name="connsiteX313" fmla="*/ 5800441 w 7467600"/>
              <a:gd name="connsiteY313" fmla="*/ 6335286 h 6858000"/>
              <a:gd name="connsiteX314" fmla="*/ 5526562 w 7467600"/>
              <a:gd name="connsiteY314" fmla="*/ 5705388 h 6858000"/>
              <a:gd name="connsiteX315" fmla="*/ 5519640 w 7467600"/>
              <a:gd name="connsiteY315" fmla="*/ 5683774 h 6858000"/>
              <a:gd name="connsiteX316" fmla="*/ 5844559 w 7467600"/>
              <a:gd name="connsiteY316" fmla="*/ 6553349 h 6858000"/>
              <a:gd name="connsiteX317" fmla="*/ 5975994 w 7467600"/>
              <a:gd name="connsiteY317" fmla="*/ 6858000 h 6858000"/>
              <a:gd name="connsiteX318" fmla="*/ 5898547 w 7467600"/>
              <a:gd name="connsiteY318" fmla="*/ 6858000 h 6858000"/>
              <a:gd name="connsiteX319" fmla="*/ 5682041 w 7467600"/>
              <a:gd name="connsiteY319" fmla="*/ 6355860 h 6858000"/>
              <a:gd name="connsiteX320" fmla="*/ 5461758 w 7467600"/>
              <a:gd name="connsiteY320" fmla="*/ 5820220 h 6858000"/>
              <a:gd name="connsiteX321" fmla="*/ 5237282 w 7467600"/>
              <a:gd name="connsiteY321" fmla="*/ 6579086 h 6858000"/>
              <a:gd name="connsiteX322" fmla="*/ 5115009 w 7467600"/>
              <a:gd name="connsiteY322" fmla="*/ 6858000 h 6858000"/>
              <a:gd name="connsiteX323" fmla="*/ 5028074 w 7467600"/>
              <a:gd name="connsiteY323" fmla="*/ 6858000 h 6858000"/>
              <a:gd name="connsiteX324" fmla="*/ 5079508 w 7467600"/>
              <a:gd name="connsiteY324" fmla="*/ 6749074 h 6858000"/>
              <a:gd name="connsiteX325" fmla="*/ 5371846 w 7467600"/>
              <a:gd name="connsiteY325" fmla="*/ 5924413 h 6858000"/>
              <a:gd name="connsiteX326" fmla="*/ 5270512 w 7467600"/>
              <a:gd name="connsiteY326" fmla="*/ 6138975 h 6858000"/>
              <a:gd name="connsiteX327" fmla="*/ 5062409 w 7467600"/>
              <a:gd name="connsiteY327" fmla="*/ 6653544 h 6858000"/>
              <a:gd name="connsiteX328" fmla="*/ 5036628 w 7467600"/>
              <a:gd name="connsiteY328" fmla="*/ 6754247 h 6858000"/>
              <a:gd name="connsiteX329" fmla="*/ 5009112 w 7467600"/>
              <a:gd name="connsiteY329" fmla="*/ 6858000 h 6858000"/>
              <a:gd name="connsiteX330" fmla="*/ 4976679 w 7467600"/>
              <a:gd name="connsiteY330" fmla="*/ 6858000 h 6858000"/>
              <a:gd name="connsiteX331" fmla="*/ 5006537 w 7467600"/>
              <a:gd name="connsiteY331" fmla="*/ 6747068 h 6858000"/>
              <a:gd name="connsiteX332" fmla="*/ 5032723 w 7467600"/>
              <a:gd name="connsiteY332" fmla="*/ 6644957 h 6858000"/>
              <a:gd name="connsiteX333" fmla="*/ 5242949 w 7467600"/>
              <a:gd name="connsiteY333" fmla="*/ 6125175 h 6858000"/>
              <a:gd name="connsiteX334" fmla="*/ 5286321 w 7467600"/>
              <a:gd name="connsiteY334" fmla="*/ 6033555 h 6858000"/>
              <a:gd name="connsiteX335" fmla="*/ 5008210 w 7467600"/>
              <a:gd name="connsiteY335" fmla="*/ 6649194 h 6858000"/>
              <a:gd name="connsiteX336" fmla="*/ 4986321 w 7467600"/>
              <a:gd name="connsiteY336" fmla="*/ 6765687 h 6858000"/>
              <a:gd name="connsiteX337" fmla="*/ 4973474 w 7467600"/>
              <a:gd name="connsiteY337" fmla="*/ 6858000 h 6858000"/>
              <a:gd name="connsiteX338" fmla="*/ 4907178 w 7467600"/>
              <a:gd name="connsiteY338" fmla="*/ 6858000 h 6858000"/>
              <a:gd name="connsiteX339" fmla="*/ 4910810 w 7467600"/>
              <a:gd name="connsiteY339" fmla="*/ 6829660 h 6858000"/>
              <a:gd name="connsiteX340" fmla="*/ 4987461 w 7467600"/>
              <a:gd name="connsiteY340" fmla="*/ 6432994 h 6858000"/>
              <a:gd name="connsiteX341" fmla="*/ 5179262 w 7467600"/>
              <a:gd name="connsiteY341" fmla="*/ 6035044 h 6858000"/>
              <a:gd name="connsiteX342" fmla="*/ 4689678 w 7467600"/>
              <a:gd name="connsiteY342" fmla="*/ 6440241 h 6858000"/>
              <a:gd name="connsiteX343" fmla="*/ 4477543 w 7467600"/>
              <a:gd name="connsiteY343" fmla="*/ 6674836 h 6858000"/>
              <a:gd name="connsiteX344" fmla="*/ 4329957 w 7467600"/>
              <a:gd name="connsiteY344" fmla="*/ 6858000 h 6858000"/>
              <a:gd name="connsiteX345" fmla="*/ 4218595 w 7467600"/>
              <a:gd name="connsiteY345" fmla="*/ 6858000 h 6858000"/>
              <a:gd name="connsiteX346" fmla="*/ 4368888 w 7467600"/>
              <a:gd name="connsiteY346" fmla="*/ 6668412 h 6858000"/>
              <a:gd name="connsiteX347" fmla="*/ 4563091 w 7467600"/>
              <a:gd name="connsiteY347" fmla="*/ 6442508 h 6858000"/>
              <a:gd name="connsiteX348" fmla="*/ 5387324 w 7467600"/>
              <a:gd name="connsiteY348" fmla="*/ 5705830 h 6858000"/>
              <a:gd name="connsiteX349" fmla="*/ 5073620 w 7467600"/>
              <a:gd name="connsiteY349" fmla="*/ 5955437 h 6858000"/>
              <a:gd name="connsiteX350" fmla="*/ 4689789 w 7467600"/>
              <a:gd name="connsiteY350" fmla="*/ 6268382 h 6858000"/>
              <a:gd name="connsiteX351" fmla="*/ 4418722 w 7467600"/>
              <a:gd name="connsiteY351" fmla="*/ 6570886 h 6858000"/>
              <a:gd name="connsiteX352" fmla="*/ 4214944 w 7467600"/>
              <a:gd name="connsiteY352" fmla="*/ 6858000 h 6858000"/>
              <a:gd name="connsiteX353" fmla="*/ 4177898 w 7467600"/>
              <a:gd name="connsiteY353" fmla="*/ 6858000 h 6858000"/>
              <a:gd name="connsiteX354" fmla="*/ 4391597 w 7467600"/>
              <a:gd name="connsiteY354" fmla="*/ 6556370 h 6858000"/>
              <a:gd name="connsiteX355" fmla="*/ 4668889 w 7467600"/>
              <a:gd name="connsiteY355" fmla="*/ 6246399 h 6858000"/>
              <a:gd name="connsiteX356" fmla="*/ 5055427 w 7467600"/>
              <a:gd name="connsiteY356" fmla="*/ 5931476 h 6858000"/>
              <a:gd name="connsiteX357" fmla="*/ 5371814 w 7467600"/>
              <a:gd name="connsiteY357" fmla="*/ 5678975 h 6858000"/>
              <a:gd name="connsiteX358" fmla="*/ 4987918 w 7467600"/>
              <a:gd name="connsiteY358" fmla="*/ 5838701 h 6858000"/>
              <a:gd name="connsiteX359" fmla="*/ 4317146 w 7467600"/>
              <a:gd name="connsiteY359" fmla="*/ 6587716 h 6858000"/>
              <a:gd name="connsiteX360" fmla="*/ 4171627 w 7467600"/>
              <a:gd name="connsiteY360" fmla="*/ 6858000 h 6858000"/>
              <a:gd name="connsiteX361" fmla="*/ 4081585 w 7467600"/>
              <a:gd name="connsiteY361" fmla="*/ 6858000 h 6858000"/>
              <a:gd name="connsiteX362" fmla="*/ 4238603 w 7467600"/>
              <a:gd name="connsiteY362" fmla="*/ 6559341 h 6858000"/>
              <a:gd name="connsiteX363" fmla="*/ 4778333 w 7467600"/>
              <a:gd name="connsiteY363" fmla="*/ 5873626 h 6858000"/>
              <a:gd name="connsiteX364" fmla="*/ 5414185 w 7467600"/>
              <a:gd name="connsiteY364" fmla="*/ 5573882 h 6858000"/>
              <a:gd name="connsiteX365" fmla="*/ 5959648 w 7467600"/>
              <a:gd name="connsiteY365" fmla="*/ 4760797 h 6858000"/>
              <a:gd name="connsiteX366" fmla="*/ 5355019 w 7467600"/>
              <a:gd name="connsiteY366" fmla="*/ 4734672 h 6858000"/>
              <a:gd name="connsiteX367" fmla="*/ 5083565 w 7467600"/>
              <a:gd name="connsiteY367" fmla="*/ 5179121 h 6858000"/>
              <a:gd name="connsiteX368" fmla="*/ 4713577 w 7467600"/>
              <a:gd name="connsiteY368" fmla="*/ 5616803 h 6858000"/>
              <a:gd name="connsiteX369" fmla="*/ 3989559 w 7467600"/>
              <a:gd name="connsiteY369" fmla="*/ 6145945 h 6858000"/>
              <a:gd name="connsiteX370" fmla="*/ 3939824 w 7467600"/>
              <a:gd name="connsiteY370" fmla="*/ 6066900 h 6858000"/>
              <a:gd name="connsiteX371" fmla="*/ 4584537 w 7467600"/>
              <a:gd name="connsiteY371" fmla="*/ 5324826 h 6858000"/>
              <a:gd name="connsiteX372" fmla="*/ 5037105 w 7467600"/>
              <a:gd name="connsiteY372" fmla="*/ 5088765 h 6858000"/>
              <a:gd name="connsiteX373" fmla="*/ 5039930 w 7467600"/>
              <a:gd name="connsiteY373" fmla="*/ 5089585 h 6858000"/>
              <a:gd name="connsiteX374" fmla="*/ 5263764 w 7467600"/>
              <a:gd name="connsiteY374" fmla="*/ 4735525 h 6858000"/>
              <a:gd name="connsiteX375" fmla="*/ 4086300 w 7467600"/>
              <a:gd name="connsiteY375" fmla="*/ 4884599 h 6858000"/>
              <a:gd name="connsiteX376" fmla="*/ 4085485 w 7467600"/>
              <a:gd name="connsiteY376" fmla="*/ 4899070 h 6858000"/>
              <a:gd name="connsiteX377" fmla="*/ 3871915 w 7467600"/>
              <a:gd name="connsiteY377" fmla="*/ 5253645 h 6858000"/>
              <a:gd name="connsiteX378" fmla="*/ 3799374 w 7467600"/>
              <a:gd name="connsiteY378" fmla="*/ 5466127 h 6858000"/>
              <a:gd name="connsiteX379" fmla="*/ 3498850 w 7467600"/>
              <a:gd name="connsiteY379" fmla="*/ 6661888 h 6858000"/>
              <a:gd name="connsiteX380" fmla="*/ 3399216 w 7467600"/>
              <a:gd name="connsiteY380" fmla="*/ 6858000 h 6858000"/>
              <a:gd name="connsiteX381" fmla="*/ 3303688 w 7467600"/>
              <a:gd name="connsiteY381" fmla="*/ 6858000 h 6858000"/>
              <a:gd name="connsiteX382" fmla="*/ 3391774 w 7467600"/>
              <a:gd name="connsiteY382" fmla="*/ 6697181 h 6858000"/>
              <a:gd name="connsiteX383" fmla="*/ 3735540 w 7467600"/>
              <a:gd name="connsiteY383" fmla="*/ 5546923 h 6858000"/>
              <a:gd name="connsiteX384" fmla="*/ 3729438 w 7467600"/>
              <a:gd name="connsiteY384" fmla="*/ 5569058 h 6858000"/>
              <a:gd name="connsiteX385" fmla="*/ 3707782 w 7467600"/>
              <a:gd name="connsiteY385" fmla="*/ 5644908 h 6858000"/>
              <a:gd name="connsiteX386" fmla="*/ 3583827 w 7467600"/>
              <a:gd name="connsiteY386" fmla="*/ 6039215 h 6858000"/>
              <a:gd name="connsiteX387" fmla="*/ 3547861 w 7467600"/>
              <a:gd name="connsiteY387" fmla="*/ 6129609 h 6858000"/>
              <a:gd name="connsiteX388" fmla="*/ 3490905 w 7467600"/>
              <a:gd name="connsiteY388" fmla="*/ 6277660 h 6858000"/>
              <a:gd name="connsiteX389" fmla="*/ 3455859 w 7467600"/>
              <a:gd name="connsiteY389" fmla="*/ 6391301 h 6858000"/>
              <a:gd name="connsiteX390" fmla="*/ 3429112 w 7467600"/>
              <a:gd name="connsiteY390" fmla="*/ 6479469 h 6858000"/>
              <a:gd name="connsiteX391" fmla="*/ 3304862 w 7467600"/>
              <a:gd name="connsiteY391" fmla="*/ 6796476 h 6858000"/>
              <a:gd name="connsiteX392" fmla="*/ 3276071 w 7467600"/>
              <a:gd name="connsiteY392" fmla="*/ 6858000 h 6858000"/>
              <a:gd name="connsiteX393" fmla="*/ 3240805 w 7467600"/>
              <a:gd name="connsiteY393" fmla="*/ 6858000 h 6858000"/>
              <a:gd name="connsiteX394" fmla="*/ 3275917 w 7467600"/>
              <a:gd name="connsiteY394" fmla="*/ 6783192 h 6858000"/>
              <a:gd name="connsiteX395" fmla="*/ 3399358 w 7467600"/>
              <a:gd name="connsiteY395" fmla="*/ 6469011 h 6858000"/>
              <a:gd name="connsiteX396" fmla="*/ 3425650 w 7467600"/>
              <a:gd name="connsiteY396" fmla="*/ 6381333 h 6858000"/>
              <a:gd name="connsiteX397" fmla="*/ 3460661 w 7467600"/>
              <a:gd name="connsiteY397" fmla="*/ 6266763 h 6858000"/>
              <a:gd name="connsiteX398" fmla="*/ 3518021 w 7467600"/>
              <a:gd name="connsiteY398" fmla="*/ 6117298 h 6858000"/>
              <a:gd name="connsiteX399" fmla="*/ 3554035 w 7467600"/>
              <a:gd name="connsiteY399" fmla="*/ 6027832 h 6858000"/>
              <a:gd name="connsiteX400" fmla="*/ 3677174 w 7467600"/>
              <a:gd name="connsiteY400" fmla="*/ 5636351 h 6858000"/>
              <a:gd name="connsiteX401" fmla="*/ 3698819 w 7467600"/>
              <a:gd name="connsiteY401" fmla="*/ 5560503 h 6858000"/>
              <a:gd name="connsiteX402" fmla="*/ 3702094 w 7467600"/>
              <a:gd name="connsiteY402" fmla="*/ 5549194 h 6858000"/>
              <a:gd name="connsiteX403" fmla="*/ 3398355 w 7467600"/>
              <a:gd name="connsiteY403" fmla="*/ 6094603 h 6858000"/>
              <a:gd name="connsiteX404" fmla="*/ 3193941 w 7467600"/>
              <a:gd name="connsiteY404" fmla="*/ 6798775 h 6858000"/>
              <a:gd name="connsiteX405" fmla="*/ 3184140 w 7467600"/>
              <a:gd name="connsiteY405" fmla="*/ 6858000 h 6858000"/>
              <a:gd name="connsiteX406" fmla="*/ 3099978 w 7467600"/>
              <a:gd name="connsiteY406" fmla="*/ 6858000 h 6858000"/>
              <a:gd name="connsiteX407" fmla="*/ 3101556 w 7467600"/>
              <a:gd name="connsiteY407" fmla="*/ 6843337 h 6858000"/>
              <a:gd name="connsiteX408" fmla="*/ 3370162 w 7467600"/>
              <a:gd name="connsiteY408" fmla="*/ 5785550 h 6858000"/>
              <a:gd name="connsiteX409" fmla="*/ 3746477 w 7467600"/>
              <a:gd name="connsiteY409" fmla="*/ 5377889 h 6858000"/>
              <a:gd name="connsiteX410" fmla="*/ 3863399 w 7467600"/>
              <a:gd name="connsiteY410" fmla="*/ 5087257 h 6858000"/>
              <a:gd name="connsiteX411" fmla="*/ 3968712 w 7467600"/>
              <a:gd name="connsiteY411" fmla="*/ 4913989 h 6858000"/>
              <a:gd name="connsiteX412" fmla="*/ 2792390 w 7467600"/>
              <a:gd name="connsiteY412" fmla="*/ 5382974 h 6858000"/>
              <a:gd name="connsiteX413" fmla="*/ 2714982 w 7467600"/>
              <a:gd name="connsiteY413" fmla="*/ 5427051 h 6858000"/>
              <a:gd name="connsiteX414" fmla="*/ 2813361 w 7467600"/>
              <a:gd name="connsiteY414" fmla="*/ 6023912 h 6858000"/>
              <a:gd name="connsiteX415" fmla="*/ 2688430 w 7467600"/>
              <a:gd name="connsiteY415" fmla="*/ 6801564 h 6858000"/>
              <a:gd name="connsiteX416" fmla="*/ 2629626 w 7467600"/>
              <a:gd name="connsiteY416" fmla="*/ 6763394 h 6858000"/>
              <a:gd name="connsiteX417" fmla="*/ 2565328 w 7467600"/>
              <a:gd name="connsiteY417" fmla="*/ 5516399 h 6858000"/>
              <a:gd name="connsiteX418" fmla="*/ 1922999 w 7467600"/>
              <a:gd name="connsiteY418" fmla="*/ 5980343 h 6858000"/>
              <a:gd name="connsiteX419" fmla="*/ 1950261 w 7467600"/>
              <a:gd name="connsiteY419" fmla="*/ 6405858 h 6858000"/>
              <a:gd name="connsiteX420" fmla="*/ 2365554 w 7467600"/>
              <a:gd name="connsiteY420" fmla="*/ 6759107 h 6858000"/>
              <a:gd name="connsiteX421" fmla="*/ 2424142 w 7467600"/>
              <a:gd name="connsiteY421" fmla="*/ 6858000 h 6858000"/>
              <a:gd name="connsiteX422" fmla="*/ 2395994 w 7467600"/>
              <a:gd name="connsiteY422" fmla="*/ 6858000 h 6858000"/>
              <a:gd name="connsiteX423" fmla="*/ 2392863 w 7467600"/>
              <a:gd name="connsiteY423" fmla="*/ 6852964 h 6858000"/>
              <a:gd name="connsiteX424" fmla="*/ 2017589 w 7467600"/>
              <a:gd name="connsiteY424" fmla="*/ 6493982 h 6858000"/>
              <a:gd name="connsiteX425" fmla="*/ 2147336 w 7467600"/>
              <a:gd name="connsiteY425" fmla="*/ 6594052 h 6858000"/>
              <a:gd name="connsiteX426" fmla="*/ 2207047 w 7467600"/>
              <a:gd name="connsiteY426" fmla="*/ 6654540 h 6858000"/>
              <a:gd name="connsiteX427" fmla="*/ 2299106 w 7467600"/>
              <a:gd name="connsiteY427" fmla="*/ 6778931 h 6858000"/>
              <a:gd name="connsiteX428" fmla="*/ 2314430 w 7467600"/>
              <a:gd name="connsiteY428" fmla="*/ 6801144 h 6858000"/>
              <a:gd name="connsiteX429" fmla="*/ 2352406 w 7467600"/>
              <a:gd name="connsiteY429" fmla="*/ 6858000 h 6858000"/>
              <a:gd name="connsiteX430" fmla="*/ 2314492 w 7467600"/>
              <a:gd name="connsiteY430" fmla="*/ 6858000 h 6858000"/>
              <a:gd name="connsiteX431" fmla="*/ 2288095 w 7467600"/>
              <a:gd name="connsiteY431" fmla="*/ 6818030 h 6858000"/>
              <a:gd name="connsiteX432" fmla="*/ 2272768 w 7467600"/>
              <a:gd name="connsiteY432" fmla="*/ 6795822 h 6858000"/>
              <a:gd name="connsiteX433" fmla="*/ 2182715 w 7467600"/>
              <a:gd name="connsiteY433" fmla="*/ 6675071 h 6858000"/>
              <a:gd name="connsiteX434" fmla="*/ 2032061 w 7467600"/>
              <a:gd name="connsiteY434" fmla="*/ 6541380 h 6858000"/>
              <a:gd name="connsiteX435" fmla="*/ 2257220 w 7467600"/>
              <a:gd name="connsiteY435" fmla="*/ 6826257 h 6858000"/>
              <a:gd name="connsiteX436" fmla="*/ 2281324 w 7467600"/>
              <a:gd name="connsiteY436" fmla="*/ 6858000 h 6858000"/>
              <a:gd name="connsiteX437" fmla="*/ 2242860 w 7467600"/>
              <a:gd name="connsiteY437" fmla="*/ 6858000 h 6858000"/>
              <a:gd name="connsiteX438" fmla="*/ 2232818 w 7467600"/>
              <a:gd name="connsiteY438" fmla="*/ 6844926 h 6858000"/>
              <a:gd name="connsiteX439" fmla="*/ 1990172 w 7467600"/>
              <a:gd name="connsiteY439" fmla="*/ 6542121 h 6858000"/>
              <a:gd name="connsiteX440" fmla="*/ 2124090 w 7467600"/>
              <a:gd name="connsiteY440" fmla="*/ 6761017 h 6858000"/>
              <a:gd name="connsiteX441" fmla="*/ 2200380 w 7467600"/>
              <a:gd name="connsiteY441" fmla="*/ 6858000 h 6858000"/>
              <a:gd name="connsiteX442" fmla="*/ 2147507 w 7467600"/>
              <a:gd name="connsiteY442" fmla="*/ 6858000 h 6858000"/>
              <a:gd name="connsiteX443" fmla="*/ 2070668 w 7467600"/>
              <a:gd name="connsiteY443" fmla="*/ 6761520 h 6858000"/>
              <a:gd name="connsiteX444" fmla="*/ 1975142 w 7467600"/>
              <a:gd name="connsiteY444" fmla="*/ 6585570 h 6858000"/>
              <a:gd name="connsiteX445" fmla="*/ 2050035 w 7467600"/>
              <a:gd name="connsiteY445" fmla="*/ 6813345 h 6858000"/>
              <a:gd name="connsiteX446" fmla="*/ 2063025 w 7467600"/>
              <a:gd name="connsiteY446" fmla="*/ 6858000 h 6858000"/>
              <a:gd name="connsiteX447" fmla="*/ 2021675 w 7467600"/>
              <a:gd name="connsiteY447" fmla="*/ 6858000 h 6858000"/>
              <a:gd name="connsiteX448" fmla="*/ 2019308 w 7467600"/>
              <a:gd name="connsiteY448" fmla="*/ 6847118 h 6858000"/>
              <a:gd name="connsiteX449" fmla="*/ 1938835 w 7467600"/>
              <a:gd name="connsiteY449" fmla="*/ 6551160 h 6858000"/>
              <a:gd name="connsiteX450" fmla="*/ 1953230 w 7467600"/>
              <a:gd name="connsiteY450" fmla="*/ 6759699 h 6858000"/>
              <a:gd name="connsiteX451" fmla="*/ 1956763 w 7467600"/>
              <a:gd name="connsiteY451" fmla="*/ 6778191 h 6858000"/>
              <a:gd name="connsiteX452" fmla="*/ 1967925 w 7467600"/>
              <a:gd name="connsiteY452" fmla="*/ 6858000 h 6858000"/>
              <a:gd name="connsiteX453" fmla="*/ 1936622 w 7467600"/>
              <a:gd name="connsiteY453" fmla="*/ 6858000 h 6858000"/>
              <a:gd name="connsiteX454" fmla="*/ 1926261 w 7467600"/>
              <a:gd name="connsiteY454" fmla="*/ 6784064 h 6858000"/>
              <a:gd name="connsiteX455" fmla="*/ 1922724 w 7467600"/>
              <a:gd name="connsiteY455" fmla="*/ 6765577 h 6858000"/>
              <a:gd name="connsiteX456" fmla="*/ 1904650 w 7467600"/>
              <a:gd name="connsiteY456" fmla="*/ 6639616 h 6858000"/>
              <a:gd name="connsiteX457" fmla="*/ 1885273 w 7467600"/>
              <a:gd name="connsiteY457" fmla="*/ 6858000 h 6858000"/>
              <a:gd name="connsiteX458" fmla="*/ 1854363 w 7467600"/>
              <a:gd name="connsiteY458" fmla="*/ 6858000 h 6858000"/>
              <a:gd name="connsiteX459" fmla="*/ 1880391 w 7467600"/>
              <a:gd name="connsiteY459" fmla="*/ 6603796 h 6858000"/>
              <a:gd name="connsiteX460" fmla="*/ 1818273 w 7467600"/>
              <a:gd name="connsiteY460" fmla="*/ 6715729 h 6858000"/>
              <a:gd name="connsiteX461" fmla="*/ 1794691 w 7467600"/>
              <a:gd name="connsiteY461" fmla="*/ 6843239 h 6858000"/>
              <a:gd name="connsiteX462" fmla="*/ 1794914 w 7467600"/>
              <a:gd name="connsiteY462" fmla="*/ 6858000 h 6858000"/>
              <a:gd name="connsiteX463" fmla="*/ 1746128 w 7467600"/>
              <a:gd name="connsiteY463" fmla="*/ 6858000 h 6858000"/>
              <a:gd name="connsiteX464" fmla="*/ 1753934 w 7467600"/>
              <a:gd name="connsiteY464" fmla="*/ 6724796 h 6858000"/>
              <a:gd name="connsiteX465" fmla="*/ 1792053 w 7467600"/>
              <a:gd name="connsiteY465" fmla="*/ 6572396 h 6858000"/>
              <a:gd name="connsiteX466" fmla="*/ 1862248 w 7467600"/>
              <a:gd name="connsiteY466" fmla="*/ 6266397 h 6858000"/>
              <a:gd name="connsiteX467" fmla="*/ 1862250 w 7467600"/>
              <a:gd name="connsiteY467" fmla="*/ 6033531 h 6858000"/>
              <a:gd name="connsiteX468" fmla="*/ 1211999 w 7467600"/>
              <a:gd name="connsiteY468" fmla="*/ 6683610 h 6858000"/>
              <a:gd name="connsiteX469" fmla="*/ 1213266 w 7467600"/>
              <a:gd name="connsiteY469" fmla="*/ 6691947 h 6858000"/>
              <a:gd name="connsiteX470" fmla="*/ 1203370 w 7467600"/>
              <a:gd name="connsiteY470" fmla="*/ 6850676 h 6858000"/>
              <a:gd name="connsiteX471" fmla="*/ 1203671 w 7467600"/>
              <a:gd name="connsiteY471" fmla="*/ 6858000 h 6858000"/>
              <a:gd name="connsiteX472" fmla="*/ 1143180 w 7467600"/>
              <a:gd name="connsiteY472" fmla="*/ 6858000 h 6858000"/>
              <a:gd name="connsiteX473" fmla="*/ 1142176 w 7467600"/>
              <a:gd name="connsiteY473" fmla="*/ 6766045 h 6858000"/>
              <a:gd name="connsiteX474" fmla="*/ 1067484 w 7467600"/>
              <a:gd name="connsiteY474" fmla="*/ 6858000 h 6858000"/>
              <a:gd name="connsiteX475" fmla="*/ 953928 w 7467600"/>
              <a:gd name="connsiteY475" fmla="*/ 6858000 h 6858000"/>
              <a:gd name="connsiteX476" fmla="*/ 959715 w 7467600"/>
              <a:gd name="connsiteY476" fmla="*/ 6850185 h 6858000"/>
              <a:gd name="connsiteX477" fmla="*/ 1483788 w 7467600"/>
              <a:gd name="connsiteY477" fmla="*/ 6259174 h 6858000"/>
              <a:gd name="connsiteX478" fmla="*/ 1100671 w 7467600"/>
              <a:gd name="connsiteY478" fmla="*/ 6252137 h 6858000"/>
              <a:gd name="connsiteX479" fmla="*/ 1090144 w 7467600"/>
              <a:gd name="connsiteY479" fmla="*/ 6256748 h 6858000"/>
              <a:gd name="connsiteX480" fmla="*/ 1095872 w 7467600"/>
              <a:gd name="connsiteY480" fmla="*/ 6271892 h 6858000"/>
              <a:gd name="connsiteX481" fmla="*/ 262785 w 7467600"/>
              <a:gd name="connsiteY481" fmla="*/ 6845450 h 6858000"/>
              <a:gd name="connsiteX482" fmla="*/ 209968 w 7467600"/>
              <a:gd name="connsiteY482" fmla="*/ 6770713 h 6858000"/>
              <a:gd name="connsiteX483" fmla="*/ 873460 w 7467600"/>
              <a:gd name="connsiteY483" fmla="*/ 6253768 h 6858000"/>
              <a:gd name="connsiteX484" fmla="*/ 192686 w 7467600"/>
              <a:gd name="connsiteY484" fmla="*/ 5849257 h 6858000"/>
              <a:gd name="connsiteX485" fmla="*/ 4696 w 7467600"/>
              <a:gd name="connsiteY485" fmla="*/ 5697668 h 6858000"/>
              <a:gd name="connsiteX486" fmla="*/ 0 w 7467600"/>
              <a:gd name="connsiteY486" fmla="*/ 5689984 h 6858000"/>
              <a:gd name="connsiteX487" fmla="*/ 0 w 7467600"/>
              <a:gd name="connsiteY487" fmla="*/ 5513472 h 6858000"/>
              <a:gd name="connsiteX488" fmla="*/ 174101 w 7467600"/>
              <a:gd name="connsiteY488" fmla="*/ 5620277 h 6858000"/>
              <a:gd name="connsiteX489" fmla="*/ 891800 w 7467600"/>
              <a:gd name="connsiteY489" fmla="*/ 6036935 h 6858000"/>
              <a:gd name="connsiteX490" fmla="*/ 1072219 w 7467600"/>
              <a:gd name="connsiteY490" fmla="*/ 6169443 h 6858000"/>
              <a:gd name="connsiteX491" fmla="*/ 1074117 w 7467600"/>
              <a:gd name="connsiteY491" fmla="*/ 6170301 h 6858000"/>
              <a:gd name="connsiteX492" fmla="*/ 1083114 w 7467600"/>
              <a:gd name="connsiteY492" fmla="*/ 6174131 h 6858000"/>
              <a:gd name="connsiteX493" fmla="*/ 1543010 w 7467600"/>
              <a:gd name="connsiteY493" fmla="*/ 6191140 h 6858000"/>
              <a:gd name="connsiteX494" fmla="*/ 1551080 w 7467600"/>
              <a:gd name="connsiteY494" fmla="*/ 6195006 h 6858000"/>
              <a:gd name="connsiteX495" fmla="*/ 2345443 w 7467600"/>
              <a:gd name="connsiteY495" fmla="*/ 5549882 h 6858000"/>
              <a:gd name="connsiteX496" fmla="*/ 1721499 w 7467600"/>
              <a:gd name="connsiteY496" fmla="*/ 5599969 h 6858000"/>
              <a:gd name="connsiteX497" fmla="*/ 767716 w 7467600"/>
              <a:gd name="connsiteY497" fmla="*/ 5472768 h 6858000"/>
              <a:gd name="connsiteX498" fmla="*/ 722147 w 7467600"/>
              <a:gd name="connsiteY498" fmla="*/ 5393091 h 6858000"/>
              <a:gd name="connsiteX499" fmla="*/ 1485552 w 7467600"/>
              <a:gd name="connsiteY499" fmla="*/ 5313202 h 6858000"/>
              <a:gd name="connsiteX500" fmla="*/ 2143004 w 7467600"/>
              <a:gd name="connsiteY500" fmla="*/ 5402420 h 6858000"/>
              <a:gd name="connsiteX501" fmla="*/ 1933391 w 7467600"/>
              <a:gd name="connsiteY501" fmla="*/ 5156971 h 6858000"/>
              <a:gd name="connsiteX502" fmla="*/ 1827118 w 7467600"/>
              <a:gd name="connsiteY502" fmla="*/ 4968410 h 6858000"/>
              <a:gd name="connsiteX503" fmla="*/ 1837349 w 7467600"/>
              <a:gd name="connsiteY503" fmla="*/ 4956357 h 6858000"/>
              <a:gd name="connsiteX504" fmla="*/ 2162835 w 7467600"/>
              <a:gd name="connsiteY504" fmla="*/ 5187853 h 6858000"/>
              <a:gd name="connsiteX505" fmla="*/ 2257167 w 7467600"/>
              <a:gd name="connsiteY505" fmla="*/ 5462123 h 6858000"/>
              <a:gd name="connsiteX506" fmla="*/ 2261598 w 7467600"/>
              <a:gd name="connsiteY506" fmla="*/ 5467998 h 6858000"/>
              <a:gd name="connsiteX507" fmla="*/ 2437177 w 7467600"/>
              <a:gd name="connsiteY507" fmla="*/ 5479608 h 6858000"/>
              <a:gd name="connsiteX508" fmla="*/ 2445247 w 7467600"/>
              <a:gd name="connsiteY508" fmla="*/ 5483476 h 6858000"/>
              <a:gd name="connsiteX509" fmla="*/ 2743626 w 7467600"/>
              <a:gd name="connsiteY509" fmla="*/ 5304819 h 6858000"/>
              <a:gd name="connsiteX510" fmla="*/ 3048102 w 7467600"/>
              <a:gd name="connsiteY510" fmla="*/ 5150595 h 6858000"/>
              <a:gd name="connsiteX511" fmla="*/ 1799414 w 7467600"/>
              <a:gd name="connsiteY511" fmla="*/ 4694732 h 6858000"/>
              <a:gd name="connsiteX512" fmla="*/ 1771735 w 7467600"/>
              <a:gd name="connsiteY512" fmla="*/ 4619929 h 6858000"/>
              <a:gd name="connsiteX513" fmla="*/ 3104273 w 7467600"/>
              <a:gd name="connsiteY513" fmla="*/ 5076159 h 6858000"/>
              <a:gd name="connsiteX514" fmla="*/ 3113245 w 7467600"/>
              <a:gd name="connsiteY514" fmla="*/ 5090705 h 6858000"/>
              <a:gd name="connsiteX515" fmla="*/ 3126294 w 7467600"/>
              <a:gd name="connsiteY515" fmla="*/ 5114400 h 6858000"/>
              <a:gd name="connsiteX516" fmla="*/ 3937433 w 7467600"/>
              <a:gd name="connsiteY516" fmla="*/ 4830473 h 6858000"/>
              <a:gd name="connsiteX517" fmla="*/ 3590475 w 7467600"/>
              <a:gd name="connsiteY517" fmla="*/ 4597974 h 6858000"/>
              <a:gd name="connsiteX518" fmla="*/ 3100264 w 7467600"/>
              <a:gd name="connsiteY518" fmla="*/ 4579845 h 6858000"/>
              <a:gd name="connsiteX519" fmla="*/ 2183576 w 7467600"/>
              <a:gd name="connsiteY519" fmla="*/ 4227150 h 6858000"/>
              <a:gd name="connsiteX520" fmla="*/ 2151029 w 7467600"/>
              <a:gd name="connsiteY520" fmla="*/ 4146947 h 6858000"/>
              <a:gd name="connsiteX521" fmla="*/ 3563434 w 7467600"/>
              <a:gd name="connsiteY521" fmla="*/ 4469115 h 6858000"/>
              <a:gd name="connsiteX522" fmla="*/ 3177952 w 7467600"/>
              <a:gd name="connsiteY522" fmla="*/ 3657386 h 6858000"/>
              <a:gd name="connsiteX523" fmla="*/ 3189263 w 7467600"/>
              <a:gd name="connsiteY523" fmla="*/ 3625726 h 6858000"/>
              <a:gd name="connsiteX524" fmla="*/ 3560912 w 7467600"/>
              <a:gd name="connsiteY524" fmla="*/ 4079863 h 6858000"/>
              <a:gd name="connsiteX525" fmla="*/ 3626636 w 7467600"/>
              <a:gd name="connsiteY525" fmla="*/ 4512230 h 6858000"/>
              <a:gd name="connsiteX526" fmla="*/ 3653088 w 7467600"/>
              <a:gd name="connsiteY526" fmla="*/ 4521417 h 6858000"/>
              <a:gd name="connsiteX527" fmla="*/ 3988128 w 7467600"/>
              <a:gd name="connsiteY527" fmla="*/ 4817267 h 6858000"/>
              <a:gd name="connsiteX528" fmla="*/ 4830582 w 7467600"/>
              <a:gd name="connsiteY528" fmla="*/ 4676000 h 6858000"/>
              <a:gd name="connsiteX529" fmla="*/ 4830100 w 7467600"/>
              <a:gd name="connsiteY529" fmla="*/ 4675554 h 6858000"/>
              <a:gd name="connsiteX530" fmla="*/ 4036318 w 7467600"/>
              <a:gd name="connsiteY530" fmla="*/ 4147013 h 6858000"/>
              <a:gd name="connsiteX531" fmla="*/ 3432098 w 7467600"/>
              <a:gd name="connsiteY531" fmla="*/ 3537312 h 6858000"/>
              <a:gd name="connsiteX532" fmla="*/ 3446761 w 7467600"/>
              <a:gd name="connsiteY532" fmla="*/ 3461278 h 6858000"/>
              <a:gd name="connsiteX533" fmla="*/ 4419733 w 7467600"/>
              <a:gd name="connsiteY533" fmla="*/ 3963555 h 6858000"/>
              <a:gd name="connsiteX534" fmla="*/ 4781371 w 7467600"/>
              <a:gd name="connsiteY534" fmla="*/ 4458604 h 6858000"/>
              <a:gd name="connsiteX535" fmla="*/ 4780440 w 7467600"/>
              <a:gd name="connsiteY535" fmla="*/ 4470290 h 6858000"/>
              <a:gd name="connsiteX536" fmla="*/ 4898954 w 7467600"/>
              <a:gd name="connsiteY536" fmla="*/ 4662092 h 6858000"/>
              <a:gd name="connsiteX537" fmla="*/ 4900699 w 7467600"/>
              <a:gd name="connsiteY537" fmla="*/ 4670867 h 6858000"/>
              <a:gd name="connsiteX538" fmla="*/ 5714511 w 7467600"/>
              <a:gd name="connsiteY538" fmla="*/ 4663483 h 6858000"/>
              <a:gd name="connsiteX539" fmla="*/ 5464793 w 7467600"/>
              <a:gd name="connsiteY539" fmla="*/ 4393556 h 6858000"/>
              <a:gd name="connsiteX540" fmla="*/ 5461897 w 7467600"/>
              <a:gd name="connsiteY540" fmla="*/ 4390879 h 6858000"/>
              <a:gd name="connsiteX541" fmla="*/ 4294126 w 7467600"/>
              <a:gd name="connsiteY541" fmla="*/ 3303048 h 6858000"/>
              <a:gd name="connsiteX542" fmla="*/ 4305321 w 7467600"/>
              <a:gd name="connsiteY542" fmla="*/ 3256953 h 6858000"/>
              <a:gd name="connsiteX543" fmla="*/ 4949299 w 7467600"/>
              <a:gd name="connsiteY543" fmla="*/ 3766336 h 6858000"/>
              <a:gd name="connsiteX544" fmla="*/ 5291452 w 7467600"/>
              <a:gd name="connsiteY544" fmla="*/ 4076801 h 6858000"/>
              <a:gd name="connsiteX545" fmla="*/ 5434998 w 7467600"/>
              <a:gd name="connsiteY545" fmla="*/ 4254100 h 6858000"/>
              <a:gd name="connsiteX546" fmla="*/ 5351015 w 7467600"/>
              <a:gd name="connsiteY546" fmla="*/ 3760989 h 6858000"/>
              <a:gd name="connsiteX547" fmla="*/ 5413780 w 7467600"/>
              <a:gd name="connsiteY547" fmla="*/ 2966265 h 6858000"/>
              <a:gd name="connsiteX548" fmla="*/ 5425627 w 7467600"/>
              <a:gd name="connsiteY548" fmla="*/ 2954192 h 6858000"/>
              <a:gd name="connsiteX549" fmla="*/ 6604735 w 7467600"/>
              <a:gd name="connsiteY549" fmla="*/ 2041381 h 6858000"/>
              <a:gd name="connsiteX550" fmla="*/ 7204487 w 7467600"/>
              <a:gd name="connsiteY550" fmla="*/ 2742112 h 6858000"/>
              <a:gd name="connsiteX551" fmla="*/ 7131592 w 7467600"/>
              <a:gd name="connsiteY551" fmla="*/ 2672096 h 6858000"/>
              <a:gd name="connsiteX552" fmla="*/ 6996344 w 7467600"/>
              <a:gd name="connsiteY552" fmla="*/ 2518310 h 6858000"/>
              <a:gd name="connsiteX553" fmla="*/ 6735495 w 7467600"/>
              <a:gd name="connsiteY553" fmla="*/ 2196890 h 6858000"/>
              <a:gd name="connsiteX554" fmla="*/ 6721901 w 7467600"/>
              <a:gd name="connsiteY554" fmla="*/ 2179274 h 6858000"/>
              <a:gd name="connsiteX555" fmla="*/ 6604735 w 7467600"/>
              <a:gd name="connsiteY555" fmla="*/ 2041381 h 6858000"/>
              <a:gd name="connsiteX556" fmla="*/ 6591670 w 7467600"/>
              <a:gd name="connsiteY556" fmla="*/ 1988277 h 6858000"/>
              <a:gd name="connsiteX557" fmla="*/ 6747349 w 7467600"/>
              <a:gd name="connsiteY557" fmla="*/ 2160069 h 6858000"/>
              <a:gd name="connsiteX558" fmla="*/ 6760943 w 7467600"/>
              <a:gd name="connsiteY558" fmla="*/ 2177686 h 6858000"/>
              <a:gd name="connsiteX559" fmla="*/ 7021065 w 7467600"/>
              <a:gd name="connsiteY559" fmla="*/ 2498102 h 6858000"/>
              <a:gd name="connsiteX560" fmla="*/ 7155223 w 7467600"/>
              <a:gd name="connsiteY560" fmla="*/ 2650386 h 6858000"/>
              <a:gd name="connsiteX561" fmla="*/ 7203167 w 7467600"/>
              <a:gd name="connsiteY561" fmla="*/ 2697288 h 6858000"/>
              <a:gd name="connsiteX562" fmla="*/ 6937703 w 7467600"/>
              <a:gd name="connsiteY562" fmla="*/ 2321981 h 6858000"/>
              <a:gd name="connsiteX563" fmla="*/ 6591670 w 7467600"/>
              <a:gd name="connsiteY563" fmla="*/ 1988277 h 6858000"/>
              <a:gd name="connsiteX564" fmla="*/ 5798671 w 7467600"/>
              <a:gd name="connsiteY564" fmla="*/ 1981601 h 6858000"/>
              <a:gd name="connsiteX565" fmla="*/ 5754709 w 7467600"/>
              <a:gd name="connsiteY565" fmla="*/ 2071454 h 6858000"/>
              <a:gd name="connsiteX566" fmla="*/ 5763044 w 7467600"/>
              <a:gd name="connsiteY566" fmla="*/ 2842206 h 6858000"/>
              <a:gd name="connsiteX567" fmla="*/ 5764974 w 7467600"/>
              <a:gd name="connsiteY567" fmla="*/ 2799609 h 6858000"/>
              <a:gd name="connsiteX568" fmla="*/ 5767665 w 7467600"/>
              <a:gd name="connsiteY568" fmla="*/ 2666409 h 6858000"/>
              <a:gd name="connsiteX569" fmla="*/ 5763055 w 7467600"/>
              <a:gd name="connsiteY569" fmla="*/ 2579705 h 6858000"/>
              <a:gd name="connsiteX570" fmla="*/ 5758079 w 7467600"/>
              <a:gd name="connsiteY570" fmla="*/ 2492508 h 6858000"/>
              <a:gd name="connsiteX571" fmla="*/ 5779325 w 7467600"/>
              <a:gd name="connsiteY571" fmla="*/ 2197069 h 6858000"/>
              <a:gd name="connsiteX572" fmla="*/ 5798671 w 7467600"/>
              <a:gd name="connsiteY572" fmla="*/ 1981601 h 6858000"/>
              <a:gd name="connsiteX573" fmla="*/ 5829202 w 7467600"/>
              <a:gd name="connsiteY573" fmla="*/ 1971679 h 6858000"/>
              <a:gd name="connsiteX574" fmla="*/ 5809558 w 7467600"/>
              <a:gd name="connsiteY574" fmla="*/ 2198043 h 6858000"/>
              <a:gd name="connsiteX575" fmla="*/ 5788653 w 7467600"/>
              <a:gd name="connsiteY575" fmla="*/ 2489430 h 6858000"/>
              <a:gd name="connsiteX576" fmla="*/ 5793439 w 7467600"/>
              <a:gd name="connsiteY576" fmla="*/ 2575235 h 6858000"/>
              <a:gd name="connsiteX577" fmla="*/ 5796837 w 7467600"/>
              <a:gd name="connsiteY577" fmla="*/ 2637633 h 6858000"/>
              <a:gd name="connsiteX578" fmla="*/ 5818614 w 7467600"/>
              <a:gd name="connsiteY578" fmla="*/ 2473055 h 6858000"/>
              <a:gd name="connsiteX579" fmla="*/ 5829202 w 7467600"/>
              <a:gd name="connsiteY579" fmla="*/ 1971679 h 6858000"/>
              <a:gd name="connsiteX580" fmla="*/ 5911389 w 7467600"/>
              <a:gd name="connsiteY580" fmla="*/ 1898371 h 6858000"/>
              <a:gd name="connsiteX581" fmla="*/ 6237627 w 7467600"/>
              <a:gd name="connsiteY581" fmla="*/ 2231921 h 6858000"/>
              <a:gd name="connsiteX582" fmla="*/ 5911389 w 7467600"/>
              <a:gd name="connsiteY582" fmla="*/ 1898371 h 6858000"/>
              <a:gd name="connsiteX583" fmla="*/ 6944437 w 7467600"/>
              <a:gd name="connsiteY583" fmla="*/ 1575402 h 6858000"/>
              <a:gd name="connsiteX584" fmla="*/ 6304730 w 7467600"/>
              <a:gd name="connsiteY584" fmla="*/ 1766654 h 6858000"/>
              <a:gd name="connsiteX585" fmla="*/ 6944437 w 7467600"/>
              <a:gd name="connsiteY585" fmla="*/ 1575402 h 6858000"/>
              <a:gd name="connsiteX586" fmla="*/ 7019523 w 7467600"/>
              <a:gd name="connsiteY586" fmla="*/ 1519450 h 6858000"/>
              <a:gd name="connsiteX587" fmla="*/ 6298091 w 7467600"/>
              <a:gd name="connsiteY587" fmla="*/ 1737122 h 6858000"/>
              <a:gd name="connsiteX588" fmla="*/ 7019523 w 7467600"/>
              <a:gd name="connsiteY588" fmla="*/ 1519450 h 6858000"/>
              <a:gd name="connsiteX589" fmla="*/ 2399523 w 7467600"/>
              <a:gd name="connsiteY589" fmla="*/ 1428234 h 6858000"/>
              <a:gd name="connsiteX590" fmla="*/ 2224982 w 7467600"/>
              <a:gd name="connsiteY590" fmla="*/ 1826201 h 6858000"/>
              <a:gd name="connsiteX591" fmla="*/ 2096099 w 7467600"/>
              <a:gd name="connsiteY591" fmla="*/ 2345900 h 6858000"/>
              <a:gd name="connsiteX592" fmla="*/ 2283317 w 7467600"/>
              <a:gd name="connsiteY592" fmla="*/ 1796925 h 6858000"/>
              <a:gd name="connsiteX593" fmla="*/ 2399523 w 7467600"/>
              <a:gd name="connsiteY593" fmla="*/ 1428234 h 6858000"/>
              <a:gd name="connsiteX594" fmla="*/ 2448558 w 7467600"/>
              <a:gd name="connsiteY594" fmla="*/ 1373435 h 6858000"/>
              <a:gd name="connsiteX595" fmla="*/ 2312521 w 7467600"/>
              <a:gd name="connsiteY595" fmla="*/ 1806140 h 6858000"/>
              <a:gd name="connsiteX596" fmla="*/ 2127533 w 7467600"/>
              <a:gd name="connsiteY596" fmla="*/ 2348380 h 6858000"/>
              <a:gd name="connsiteX597" fmla="*/ 2358080 w 7467600"/>
              <a:gd name="connsiteY597" fmla="*/ 1866134 h 6858000"/>
              <a:gd name="connsiteX598" fmla="*/ 2407436 w 7467600"/>
              <a:gd name="connsiteY598" fmla="*/ 1651070 h 6858000"/>
              <a:gd name="connsiteX599" fmla="*/ 2448558 w 7467600"/>
              <a:gd name="connsiteY599" fmla="*/ 1373435 h 6858000"/>
              <a:gd name="connsiteX600" fmla="*/ 278707 w 7467600"/>
              <a:gd name="connsiteY600" fmla="*/ 1352270 h 6858000"/>
              <a:gd name="connsiteX601" fmla="*/ 321570 w 7467600"/>
              <a:gd name="connsiteY601" fmla="*/ 1861610 h 6858000"/>
              <a:gd name="connsiteX602" fmla="*/ 294281 w 7467600"/>
              <a:gd name="connsiteY602" fmla="*/ 1440658 h 6858000"/>
              <a:gd name="connsiteX603" fmla="*/ 278707 w 7467600"/>
              <a:gd name="connsiteY603" fmla="*/ 1352270 h 6858000"/>
              <a:gd name="connsiteX604" fmla="*/ 1423821 w 7467600"/>
              <a:gd name="connsiteY604" fmla="*/ 1351958 h 6858000"/>
              <a:gd name="connsiteX605" fmla="*/ 1638521 w 7467600"/>
              <a:gd name="connsiteY605" fmla="*/ 1908470 h 6858000"/>
              <a:gd name="connsiteX606" fmla="*/ 1754199 w 7467600"/>
              <a:gd name="connsiteY606" fmla="*/ 2149284 h 6858000"/>
              <a:gd name="connsiteX607" fmla="*/ 1908359 w 7467600"/>
              <a:gd name="connsiteY607" fmla="*/ 2364988 h 6858000"/>
              <a:gd name="connsiteX608" fmla="*/ 1647661 w 7467600"/>
              <a:gd name="connsiteY608" fmla="*/ 1825945 h 6858000"/>
              <a:gd name="connsiteX609" fmla="*/ 1423821 w 7467600"/>
              <a:gd name="connsiteY609" fmla="*/ 1351958 h 6858000"/>
              <a:gd name="connsiteX610" fmla="*/ 1431890 w 7467600"/>
              <a:gd name="connsiteY610" fmla="*/ 1306475 h 6858000"/>
              <a:gd name="connsiteX611" fmla="*/ 1507597 w 7467600"/>
              <a:gd name="connsiteY611" fmla="*/ 1446132 h 6858000"/>
              <a:gd name="connsiteX612" fmla="*/ 1674586 w 7467600"/>
              <a:gd name="connsiteY612" fmla="*/ 1813832 h 6858000"/>
              <a:gd name="connsiteX613" fmla="*/ 1815950 w 7467600"/>
              <a:gd name="connsiteY613" fmla="*/ 2128564 h 6858000"/>
              <a:gd name="connsiteX614" fmla="*/ 1984242 w 7467600"/>
              <a:gd name="connsiteY614" fmla="*/ 2430829 h 6858000"/>
              <a:gd name="connsiteX615" fmla="*/ 2014023 w 7467600"/>
              <a:gd name="connsiteY615" fmla="*/ 2450995 h 6858000"/>
              <a:gd name="connsiteX616" fmla="*/ 1747337 w 7467600"/>
              <a:gd name="connsiteY616" fmla="*/ 1855264 h 6858000"/>
              <a:gd name="connsiteX617" fmla="*/ 1533749 w 7467600"/>
              <a:gd name="connsiteY617" fmla="*/ 1478656 h 6858000"/>
              <a:gd name="connsiteX618" fmla="*/ 1431890 w 7467600"/>
              <a:gd name="connsiteY618" fmla="*/ 1306475 h 6858000"/>
              <a:gd name="connsiteX619" fmla="*/ 5052692 w 7467600"/>
              <a:gd name="connsiteY619" fmla="*/ 1292994 h 6858000"/>
              <a:gd name="connsiteX620" fmla="*/ 5200661 w 7467600"/>
              <a:gd name="connsiteY620" fmla="*/ 1635186 h 6858000"/>
              <a:gd name="connsiteX621" fmla="*/ 5297138 w 7467600"/>
              <a:gd name="connsiteY621" fmla="*/ 1906351 h 6858000"/>
              <a:gd name="connsiteX622" fmla="*/ 5052692 w 7467600"/>
              <a:gd name="connsiteY622" fmla="*/ 1292994 h 6858000"/>
              <a:gd name="connsiteX623" fmla="*/ 5009948 w 7467600"/>
              <a:gd name="connsiteY623" fmla="*/ 1273619 h 6858000"/>
              <a:gd name="connsiteX624" fmla="*/ 5121777 w 7467600"/>
              <a:gd name="connsiteY624" fmla="*/ 1654213 h 6858000"/>
              <a:gd name="connsiteX625" fmla="*/ 5293545 w 7467600"/>
              <a:gd name="connsiteY625" fmla="*/ 2072247 h 6858000"/>
              <a:gd name="connsiteX626" fmla="*/ 5294042 w 7467600"/>
              <a:gd name="connsiteY626" fmla="*/ 2065019 h 6858000"/>
              <a:gd name="connsiteX627" fmla="*/ 5171936 w 7467600"/>
              <a:gd name="connsiteY627" fmla="*/ 1647613 h 6858000"/>
              <a:gd name="connsiteX628" fmla="*/ 5009948 w 7467600"/>
              <a:gd name="connsiteY628" fmla="*/ 1273619 h 6858000"/>
              <a:gd name="connsiteX629" fmla="*/ 655236 w 7467600"/>
              <a:gd name="connsiteY629" fmla="*/ 1268632 h 6858000"/>
              <a:gd name="connsiteX630" fmla="*/ 839521 w 7467600"/>
              <a:gd name="connsiteY630" fmla="*/ 1685315 h 6858000"/>
              <a:gd name="connsiteX631" fmla="*/ 1109416 w 7467600"/>
              <a:gd name="connsiteY631" fmla="*/ 2061663 h 6858000"/>
              <a:gd name="connsiteX632" fmla="*/ 1298300 w 7467600"/>
              <a:gd name="connsiteY632" fmla="*/ 2247742 h 6858000"/>
              <a:gd name="connsiteX633" fmla="*/ 1125871 w 7467600"/>
              <a:gd name="connsiteY633" fmla="*/ 1989513 h 6858000"/>
              <a:gd name="connsiteX634" fmla="*/ 981574 w 7467600"/>
              <a:gd name="connsiteY634" fmla="*/ 1783157 h 6858000"/>
              <a:gd name="connsiteX635" fmla="*/ 922198 w 7467600"/>
              <a:gd name="connsiteY635" fmla="*/ 1677437 h 6858000"/>
              <a:gd name="connsiteX636" fmla="*/ 869293 w 7467600"/>
              <a:gd name="connsiteY636" fmla="*/ 1583214 h 6858000"/>
              <a:gd name="connsiteX637" fmla="*/ 751431 w 7467600"/>
              <a:gd name="connsiteY637" fmla="*/ 1405731 h 6858000"/>
              <a:gd name="connsiteX638" fmla="*/ 655236 w 7467600"/>
              <a:gd name="connsiteY638" fmla="*/ 1268632 h 6858000"/>
              <a:gd name="connsiteX639" fmla="*/ 6516292 w 7467600"/>
              <a:gd name="connsiteY639" fmla="*/ 1263064 h 6858000"/>
              <a:gd name="connsiteX640" fmla="*/ 5736320 w 7467600"/>
              <a:gd name="connsiteY640" fmla="*/ 1501803 h 6858000"/>
              <a:gd name="connsiteX641" fmla="*/ 6516292 w 7467600"/>
              <a:gd name="connsiteY641" fmla="*/ 1263064 h 6858000"/>
              <a:gd name="connsiteX642" fmla="*/ 291466 w 7467600"/>
              <a:gd name="connsiteY642" fmla="*/ 1250369 h 6858000"/>
              <a:gd name="connsiteX643" fmla="*/ 323180 w 7467600"/>
              <a:gd name="connsiteY643" fmla="*/ 1435283 h 6858000"/>
              <a:gd name="connsiteX644" fmla="*/ 349381 w 7467600"/>
              <a:gd name="connsiteY644" fmla="*/ 1875041 h 6858000"/>
              <a:gd name="connsiteX645" fmla="*/ 374363 w 7467600"/>
              <a:gd name="connsiteY645" fmla="*/ 1506494 h 6858000"/>
              <a:gd name="connsiteX646" fmla="*/ 302168 w 7467600"/>
              <a:gd name="connsiteY646" fmla="*/ 1274495 h 6858000"/>
              <a:gd name="connsiteX647" fmla="*/ 291466 w 7467600"/>
              <a:gd name="connsiteY647" fmla="*/ 1250369 h 6858000"/>
              <a:gd name="connsiteX648" fmla="*/ 678222 w 7467600"/>
              <a:gd name="connsiteY648" fmla="*/ 1248670 h 6858000"/>
              <a:gd name="connsiteX649" fmla="*/ 775536 w 7467600"/>
              <a:gd name="connsiteY649" fmla="*/ 1388015 h 6858000"/>
              <a:gd name="connsiteX650" fmla="*/ 894529 w 7467600"/>
              <a:gd name="connsiteY650" fmla="*/ 1567739 h 6858000"/>
              <a:gd name="connsiteX651" fmla="*/ 948000 w 7467600"/>
              <a:gd name="connsiteY651" fmla="*/ 1663088 h 6858000"/>
              <a:gd name="connsiteX652" fmla="*/ 1006812 w 7467600"/>
              <a:gd name="connsiteY652" fmla="*/ 1767683 h 6858000"/>
              <a:gd name="connsiteX653" fmla="*/ 1149133 w 7467600"/>
              <a:gd name="connsiteY653" fmla="*/ 1971513 h 6858000"/>
              <a:gd name="connsiteX654" fmla="*/ 1333952 w 7467600"/>
              <a:gd name="connsiteY654" fmla="*/ 2251620 h 6858000"/>
              <a:gd name="connsiteX655" fmla="*/ 1337329 w 7467600"/>
              <a:gd name="connsiteY655" fmla="*/ 2258350 h 6858000"/>
              <a:gd name="connsiteX656" fmla="*/ 1014726 w 7467600"/>
              <a:gd name="connsiteY656" fmla="*/ 1615556 h 6858000"/>
              <a:gd name="connsiteX657" fmla="*/ 678222 w 7467600"/>
              <a:gd name="connsiteY657" fmla="*/ 1248670 h 6858000"/>
              <a:gd name="connsiteX658" fmla="*/ 6691602 w 7467600"/>
              <a:gd name="connsiteY658" fmla="*/ 1140573 h 6858000"/>
              <a:gd name="connsiteX659" fmla="*/ 6571100 w 7467600"/>
              <a:gd name="connsiteY659" fmla="*/ 1183662 h 6858000"/>
              <a:gd name="connsiteX660" fmla="*/ 6241687 w 7467600"/>
              <a:gd name="connsiteY660" fmla="*/ 1257600 h 6858000"/>
              <a:gd name="connsiteX661" fmla="*/ 5693009 w 7467600"/>
              <a:gd name="connsiteY661" fmla="*/ 1478256 h 6858000"/>
              <a:gd name="connsiteX662" fmla="*/ 6548420 w 7467600"/>
              <a:gd name="connsiteY662" fmla="*/ 1214599 h 6858000"/>
              <a:gd name="connsiteX663" fmla="*/ 6605473 w 7467600"/>
              <a:gd name="connsiteY663" fmla="*/ 1184686 h 6858000"/>
              <a:gd name="connsiteX664" fmla="*/ 6691602 w 7467600"/>
              <a:gd name="connsiteY664" fmla="*/ 1140573 h 6858000"/>
              <a:gd name="connsiteX665" fmla="*/ 4002475 w 7467600"/>
              <a:gd name="connsiteY665" fmla="*/ 1037802 h 6858000"/>
              <a:gd name="connsiteX666" fmla="*/ 4000324 w 7467600"/>
              <a:gd name="connsiteY666" fmla="*/ 1039362 h 6858000"/>
              <a:gd name="connsiteX667" fmla="*/ 4002862 w 7467600"/>
              <a:gd name="connsiteY667" fmla="*/ 1042866 h 6858000"/>
              <a:gd name="connsiteX668" fmla="*/ 4002475 w 7467600"/>
              <a:gd name="connsiteY668" fmla="*/ 1037802 h 6858000"/>
              <a:gd name="connsiteX669" fmla="*/ 506322 w 7467600"/>
              <a:gd name="connsiteY669" fmla="*/ 1020997 h 6858000"/>
              <a:gd name="connsiteX670" fmla="*/ 533068 w 7467600"/>
              <a:gd name="connsiteY670" fmla="*/ 1029409 h 6858000"/>
              <a:gd name="connsiteX671" fmla="*/ 1232525 w 7467600"/>
              <a:gd name="connsiteY671" fmla="*/ 1804675 h 6858000"/>
              <a:gd name="connsiteX672" fmla="*/ 1388858 w 7467600"/>
              <a:gd name="connsiteY672" fmla="*/ 2368011 h 6858000"/>
              <a:gd name="connsiteX673" fmla="*/ 1384098 w 7467600"/>
              <a:gd name="connsiteY673" fmla="*/ 2378125 h 6858000"/>
              <a:gd name="connsiteX674" fmla="*/ 1425393 w 7467600"/>
              <a:gd name="connsiteY674" fmla="*/ 2589124 h 6858000"/>
              <a:gd name="connsiteX675" fmla="*/ 1424001 w 7467600"/>
              <a:gd name="connsiteY675" fmla="*/ 2597541 h 6858000"/>
              <a:gd name="connsiteX676" fmla="*/ 2152729 w 7467600"/>
              <a:gd name="connsiteY676" fmla="*/ 2864487 h 6858000"/>
              <a:gd name="connsiteX677" fmla="*/ 2020609 w 7467600"/>
              <a:gd name="connsiteY677" fmla="*/ 2539671 h 6858000"/>
              <a:gd name="connsiteX678" fmla="*/ 2018920 w 7467600"/>
              <a:gd name="connsiteY678" fmla="*/ 2536309 h 6858000"/>
              <a:gd name="connsiteX679" fmla="*/ 1342441 w 7467600"/>
              <a:gd name="connsiteY679" fmla="*/ 1173017 h 6858000"/>
              <a:gd name="connsiteX680" fmla="*/ 1367925 w 7467600"/>
              <a:gd name="connsiteY680" fmla="*/ 1135648 h 6858000"/>
              <a:gd name="connsiteX681" fmla="*/ 1771401 w 7467600"/>
              <a:gd name="connsiteY681" fmla="*/ 1806673 h 6858000"/>
              <a:gd name="connsiteX682" fmla="*/ 1972385 w 7467600"/>
              <a:gd name="connsiteY682" fmla="*/ 2198735 h 6858000"/>
              <a:gd name="connsiteX683" fmla="*/ 2040892 w 7467600"/>
              <a:gd name="connsiteY683" fmla="*/ 2405205 h 6858000"/>
              <a:gd name="connsiteX684" fmla="*/ 2131689 w 7467600"/>
              <a:gd name="connsiteY684" fmla="*/ 1936926 h 6858000"/>
              <a:gd name="connsiteX685" fmla="*/ 2454820 w 7467600"/>
              <a:gd name="connsiteY685" fmla="*/ 1248808 h 6858000"/>
              <a:gd name="connsiteX686" fmla="*/ 2492512 w 7467600"/>
              <a:gd name="connsiteY686" fmla="*/ 1302920 h 6858000"/>
              <a:gd name="connsiteX687" fmla="*/ 2081216 w 7467600"/>
              <a:gd name="connsiteY687" fmla="*/ 2527513 h 6858000"/>
              <a:gd name="connsiteX688" fmla="*/ 2081211 w 7467600"/>
              <a:gd name="connsiteY688" fmla="*/ 2528916 h 6858000"/>
              <a:gd name="connsiteX689" fmla="*/ 2199067 w 7467600"/>
              <a:gd name="connsiteY689" fmla="*/ 2884061 h 6858000"/>
              <a:gd name="connsiteX690" fmla="*/ 3192586 w 7467600"/>
              <a:gd name="connsiteY690" fmla="*/ 3411496 h 6858000"/>
              <a:gd name="connsiteX691" fmla="*/ 3182620 w 7467600"/>
              <a:gd name="connsiteY691" fmla="*/ 3483279 h 6858000"/>
              <a:gd name="connsiteX692" fmla="*/ 2435119 w 7467600"/>
              <a:gd name="connsiteY692" fmla="*/ 3080173 h 6858000"/>
              <a:gd name="connsiteX693" fmla="*/ 2410152 w 7467600"/>
              <a:gd name="connsiteY693" fmla="*/ 3063751 h 6858000"/>
              <a:gd name="connsiteX694" fmla="*/ 2408099 w 7467600"/>
              <a:gd name="connsiteY694" fmla="*/ 3064403 h 6858000"/>
              <a:gd name="connsiteX695" fmla="*/ 2407218 w 7467600"/>
              <a:gd name="connsiteY695" fmla="*/ 3070324 h 6858000"/>
              <a:gd name="connsiteX696" fmla="*/ 2380138 w 7467600"/>
              <a:gd name="connsiteY696" fmla="*/ 3099341 h 6858000"/>
              <a:gd name="connsiteX697" fmla="*/ 1765923 w 7467600"/>
              <a:gd name="connsiteY697" fmla="*/ 3581043 h 6858000"/>
              <a:gd name="connsiteX698" fmla="*/ 1702258 w 7467600"/>
              <a:gd name="connsiteY698" fmla="*/ 3612286 h 6858000"/>
              <a:gd name="connsiteX699" fmla="*/ 1538370 w 7467600"/>
              <a:gd name="connsiteY699" fmla="*/ 3811804 h 6858000"/>
              <a:gd name="connsiteX700" fmla="*/ 542867 w 7467600"/>
              <a:gd name="connsiteY700" fmla="*/ 4944092 h 6858000"/>
              <a:gd name="connsiteX701" fmla="*/ 515800 w 7467600"/>
              <a:gd name="connsiteY701" fmla="*/ 4862180 h 6858000"/>
              <a:gd name="connsiteX702" fmla="*/ 909145 w 7467600"/>
              <a:gd name="connsiteY702" fmla="*/ 4199225 h 6858000"/>
              <a:gd name="connsiteX703" fmla="*/ 1214067 w 7467600"/>
              <a:gd name="connsiteY703" fmla="*/ 3908561 h 6858000"/>
              <a:gd name="connsiteX704" fmla="*/ 640967 w 7467600"/>
              <a:gd name="connsiteY704" fmla="*/ 4105601 h 6858000"/>
              <a:gd name="connsiteX705" fmla="*/ 112563 w 7467600"/>
              <a:gd name="connsiteY705" fmla="*/ 4396952 h 6858000"/>
              <a:gd name="connsiteX706" fmla="*/ 0 w 7467600"/>
              <a:gd name="connsiteY706" fmla="*/ 4466006 h 6858000"/>
              <a:gd name="connsiteX707" fmla="*/ 0 w 7467600"/>
              <a:gd name="connsiteY707" fmla="*/ 4233763 h 6858000"/>
              <a:gd name="connsiteX708" fmla="*/ 36881 w 7467600"/>
              <a:gd name="connsiteY708" fmla="*/ 4200118 h 6858000"/>
              <a:gd name="connsiteX709" fmla="*/ 910534 w 7467600"/>
              <a:gd name="connsiteY709" fmla="*/ 3629753 h 6858000"/>
              <a:gd name="connsiteX710" fmla="*/ 1578717 w 7467600"/>
              <a:gd name="connsiteY710" fmla="*/ 3575982 h 6858000"/>
              <a:gd name="connsiteX711" fmla="*/ 2338780 w 7467600"/>
              <a:gd name="connsiteY711" fmla="*/ 3033725 h 6858000"/>
              <a:gd name="connsiteX712" fmla="*/ 1807991 w 7467600"/>
              <a:gd name="connsiteY712" fmla="*/ 2807184 h 6858000"/>
              <a:gd name="connsiteX713" fmla="*/ 1416358 w 7467600"/>
              <a:gd name="connsiteY713" fmla="*/ 3112571 h 6858000"/>
              <a:gd name="connsiteX714" fmla="*/ 939066 w 7467600"/>
              <a:gd name="connsiteY714" fmla="*/ 3378798 h 6858000"/>
              <a:gd name="connsiteX715" fmla="*/ 115099 w 7467600"/>
              <a:gd name="connsiteY715" fmla="*/ 3607650 h 6858000"/>
              <a:gd name="connsiteX716" fmla="*/ 97284 w 7467600"/>
              <a:gd name="connsiteY716" fmla="*/ 3520393 h 6858000"/>
              <a:gd name="connsiteX717" fmla="*/ 922050 w 7467600"/>
              <a:gd name="connsiteY717" fmla="*/ 3074867 h 6858000"/>
              <a:gd name="connsiteX718" fmla="*/ 1405265 w 7467600"/>
              <a:gd name="connsiteY718" fmla="*/ 3016319 h 6858000"/>
              <a:gd name="connsiteX719" fmla="*/ 1407512 w 7467600"/>
              <a:gd name="connsiteY719" fmla="*/ 3018001 h 6858000"/>
              <a:gd name="connsiteX720" fmla="*/ 1726266 w 7467600"/>
              <a:gd name="connsiteY720" fmla="*/ 2777274 h 6858000"/>
              <a:gd name="connsiteX721" fmla="*/ 625390 w 7467600"/>
              <a:gd name="connsiteY721" fmla="*/ 2514541 h 6858000"/>
              <a:gd name="connsiteX722" fmla="*/ 619799 w 7467600"/>
              <a:gd name="connsiteY722" fmla="*/ 2527180 h 6858000"/>
              <a:gd name="connsiteX723" fmla="*/ 310030 w 7467600"/>
              <a:gd name="connsiteY723" fmla="*/ 2771818 h 6858000"/>
              <a:gd name="connsiteX724" fmla="*/ 173877 w 7467600"/>
              <a:gd name="connsiteY724" fmla="*/ 2937056 h 6858000"/>
              <a:gd name="connsiteX725" fmla="*/ 77889 w 7467600"/>
              <a:gd name="connsiteY725" fmla="*/ 3138440 h 6858000"/>
              <a:gd name="connsiteX726" fmla="*/ 0 w 7467600"/>
              <a:gd name="connsiteY726" fmla="*/ 3271395 h 6858000"/>
              <a:gd name="connsiteX727" fmla="*/ 0 w 7467600"/>
              <a:gd name="connsiteY727" fmla="*/ 3153002 h 6858000"/>
              <a:gd name="connsiteX728" fmla="*/ 2386 w 7467600"/>
              <a:gd name="connsiteY728" fmla="*/ 3149203 h 6858000"/>
              <a:gd name="connsiteX729" fmla="*/ 89753 w 7467600"/>
              <a:gd name="connsiteY729" fmla="*/ 2987702 h 6858000"/>
              <a:gd name="connsiteX730" fmla="*/ 76869 w 7467600"/>
              <a:gd name="connsiteY730" fmla="*/ 3005404 h 6858000"/>
              <a:gd name="connsiteX731" fmla="*/ 32049 w 7467600"/>
              <a:gd name="connsiteY731" fmla="*/ 3065814 h 6858000"/>
              <a:gd name="connsiteX732" fmla="*/ 0 w 7467600"/>
              <a:gd name="connsiteY732" fmla="*/ 3108744 h 6858000"/>
              <a:gd name="connsiteX733" fmla="*/ 0 w 7467600"/>
              <a:gd name="connsiteY733" fmla="*/ 3058059 h 6858000"/>
              <a:gd name="connsiteX734" fmla="*/ 7610 w 7467600"/>
              <a:gd name="connsiteY734" fmla="*/ 3047889 h 6858000"/>
              <a:gd name="connsiteX735" fmla="*/ 52419 w 7467600"/>
              <a:gd name="connsiteY735" fmla="*/ 2987479 h 6858000"/>
              <a:gd name="connsiteX736" fmla="*/ 59142 w 7467600"/>
              <a:gd name="connsiteY736" fmla="*/ 2978488 h 6858000"/>
              <a:gd name="connsiteX737" fmla="*/ 0 w 7467600"/>
              <a:gd name="connsiteY737" fmla="*/ 3015334 h 6858000"/>
              <a:gd name="connsiteX738" fmla="*/ 0 w 7467600"/>
              <a:gd name="connsiteY738" fmla="*/ 2914286 h 6858000"/>
              <a:gd name="connsiteX739" fmla="*/ 36383 w 7467600"/>
              <a:gd name="connsiteY739" fmla="*/ 2901128 h 6858000"/>
              <a:gd name="connsiteX740" fmla="*/ 156329 w 7467600"/>
              <a:gd name="connsiteY740" fmla="*/ 2840533 h 6858000"/>
              <a:gd name="connsiteX741" fmla="*/ 358355 w 7467600"/>
              <a:gd name="connsiteY741" fmla="*/ 2620471 h 6858000"/>
              <a:gd name="connsiteX742" fmla="*/ 510577 w 7467600"/>
              <a:gd name="connsiteY742" fmla="*/ 2501244 h 6858000"/>
              <a:gd name="connsiteX743" fmla="*/ 211967 w 7467600"/>
              <a:gd name="connsiteY743" fmla="*/ 2479171 h 6858000"/>
              <a:gd name="connsiteX744" fmla="*/ 0 w 7467600"/>
              <a:gd name="connsiteY744" fmla="*/ 2476398 h 6858000"/>
              <a:gd name="connsiteX745" fmla="*/ 0 w 7467600"/>
              <a:gd name="connsiteY745" fmla="*/ 2389189 h 6858000"/>
              <a:gd name="connsiteX746" fmla="*/ 103062 w 7467600"/>
              <a:gd name="connsiteY746" fmla="*/ 2389518 h 6858000"/>
              <a:gd name="connsiteX747" fmla="*/ 510734 w 7467600"/>
              <a:gd name="connsiteY747" fmla="*/ 2416201 h 6858000"/>
              <a:gd name="connsiteX748" fmla="*/ 279257 w 7467600"/>
              <a:gd name="connsiteY748" fmla="*/ 2092102 h 6858000"/>
              <a:gd name="connsiteX749" fmla="*/ 65265 w 7467600"/>
              <a:gd name="connsiteY749" fmla="*/ 2006049 h 6858000"/>
              <a:gd name="connsiteX750" fmla="*/ 0 w 7467600"/>
              <a:gd name="connsiteY750" fmla="*/ 1982532 h 6858000"/>
              <a:gd name="connsiteX751" fmla="*/ 0 w 7467600"/>
              <a:gd name="connsiteY751" fmla="*/ 1912789 h 6858000"/>
              <a:gd name="connsiteX752" fmla="*/ 97460 w 7467600"/>
              <a:gd name="connsiteY752" fmla="*/ 1953725 h 6858000"/>
              <a:gd name="connsiteX753" fmla="*/ 221272 w 7467600"/>
              <a:gd name="connsiteY753" fmla="*/ 1980766 h 6858000"/>
              <a:gd name="connsiteX754" fmla="*/ 116765 w 7467600"/>
              <a:gd name="connsiteY754" fmla="*/ 1911033 h 6858000"/>
              <a:gd name="connsiteX755" fmla="*/ 16405 w 7467600"/>
              <a:gd name="connsiteY755" fmla="*/ 1803412 h 6858000"/>
              <a:gd name="connsiteX756" fmla="*/ 0 w 7467600"/>
              <a:gd name="connsiteY756" fmla="*/ 1784777 h 6858000"/>
              <a:gd name="connsiteX757" fmla="*/ 0 w 7467600"/>
              <a:gd name="connsiteY757" fmla="*/ 1740082 h 6858000"/>
              <a:gd name="connsiteX758" fmla="*/ 39394 w 7467600"/>
              <a:gd name="connsiteY758" fmla="*/ 1784856 h 6858000"/>
              <a:gd name="connsiteX759" fmla="*/ 135813 w 7467600"/>
              <a:gd name="connsiteY759" fmla="*/ 1888838 h 6858000"/>
              <a:gd name="connsiteX760" fmla="*/ 242575 w 7467600"/>
              <a:gd name="connsiteY760" fmla="*/ 1958841 h 6858000"/>
              <a:gd name="connsiteX761" fmla="*/ 82197 w 7467600"/>
              <a:gd name="connsiteY761" fmla="*/ 1754826 h 6858000"/>
              <a:gd name="connsiteX762" fmla="*/ 0 w 7467600"/>
              <a:gd name="connsiteY762" fmla="*/ 1679650 h 6858000"/>
              <a:gd name="connsiteX763" fmla="*/ 0 w 7467600"/>
              <a:gd name="connsiteY763" fmla="*/ 1602463 h 6858000"/>
              <a:gd name="connsiteX764" fmla="*/ 84689 w 7467600"/>
              <a:gd name="connsiteY764" fmla="*/ 1677442 h 6858000"/>
              <a:gd name="connsiteX765" fmla="*/ 298437 w 7467600"/>
              <a:gd name="connsiteY765" fmla="*/ 1968019 h 6858000"/>
              <a:gd name="connsiteX766" fmla="*/ 227269 w 7467600"/>
              <a:gd name="connsiteY766" fmla="*/ 1114064 h 6858000"/>
              <a:gd name="connsiteX767" fmla="*/ 248003 w 7467600"/>
              <a:gd name="connsiteY767" fmla="*/ 1089613 h 6858000"/>
              <a:gd name="connsiteX768" fmla="*/ 427020 w 7467600"/>
              <a:gd name="connsiteY768" fmla="*/ 1619803 h 6858000"/>
              <a:gd name="connsiteX769" fmla="*/ 340345 w 7467600"/>
              <a:gd name="connsiteY769" fmla="*/ 2027739 h 6858000"/>
              <a:gd name="connsiteX770" fmla="*/ 360865 w 7467600"/>
              <a:gd name="connsiteY770" fmla="*/ 2044827 h 6858000"/>
              <a:gd name="connsiteX771" fmla="*/ 560414 w 7467600"/>
              <a:gd name="connsiteY771" fmla="*/ 2421457 h 6858000"/>
              <a:gd name="connsiteX772" fmla="*/ 1359703 w 7467600"/>
              <a:gd name="connsiteY772" fmla="*/ 2578554 h 6858000"/>
              <a:gd name="connsiteX773" fmla="*/ 1359422 w 7467600"/>
              <a:gd name="connsiteY773" fmla="*/ 2577994 h 6858000"/>
              <a:gd name="connsiteX774" fmla="*/ 828701 w 7467600"/>
              <a:gd name="connsiteY774" fmla="*/ 1839520 h 6858000"/>
              <a:gd name="connsiteX775" fmla="*/ 494427 w 7467600"/>
              <a:gd name="connsiteY775" fmla="*/ 1092333 h 6858000"/>
              <a:gd name="connsiteX776" fmla="*/ 506322 w 7467600"/>
              <a:gd name="connsiteY776" fmla="*/ 1020997 h 6858000"/>
              <a:gd name="connsiteX777" fmla="*/ 4570198 w 7467600"/>
              <a:gd name="connsiteY777" fmla="*/ 978081 h 6858000"/>
              <a:gd name="connsiteX778" fmla="*/ 4523691 w 7467600"/>
              <a:gd name="connsiteY778" fmla="*/ 1127776 h 6858000"/>
              <a:gd name="connsiteX779" fmla="*/ 4509875 w 7467600"/>
              <a:gd name="connsiteY779" fmla="*/ 1167552 h 6858000"/>
              <a:gd name="connsiteX780" fmla="*/ 4478168 w 7467600"/>
              <a:gd name="connsiteY780" fmla="*/ 1260735 h 6858000"/>
              <a:gd name="connsiteX781" fmla="*/ 4409309 w 7467600"/>
              <a:gd name="connsiteY781" fmla="*/ 1666996 h 6858000"/>
              <a:gd name="connsiteX782" fmla="*/ 4370031 w 7467600"/>
              <a:gd name="connsiteY782" fmla="*/ 1955666 h 6858000"/>
              <a:gd name="connsiteX783" fmla="*/ 4570198 w 7467600"/>
              <a:gd name="connsiteY783" fmla="*/ 978081 h 6858000"/>
              <a:gd name="connsiteX784" fmla="*/ 4557898 w 7467600"/>
              <a:gd name="connsiteY784" fmla="*/ 900011 h 6858000"/>
              <a:gd name="connsiteX785" fmla="*/ 4344840 w 7467600"/>
              <a:gd name="connsiteY785" fmla="*/ 1922038 h 6858000"/>
              <a:gd name="connsiteX786" fmla="*/ 4378710 w 7467600"/>
              <a:gd name="connsiteY786" fmla="*/ 1665516 h 6858000"/>
              <a:gd name="connsiteX787" fmla="*/ 4448798 w 7467600"/>
              <a:gd name="connsiteY787" fmla="*/ 1253024 h 6858000"/>
              <a:gd name="connsiteX788" fmla="*/ 4480315 w 7467600"/>
              <a:gd name="connsiteY788" fmla="*/ 1158454 h 6858000"/>
              <a:gd name="connsiteX789" fmla="*/ 4494133 w 7467600"/>
              <a:gd name="connsiteY789" fmla="*/ 1118676 h 6858000"/>
              <a:gd name="connsiteX790" fmla="*/ 4557898 w 7467600"/>
              <a:gd name="connsiteY790" fmla="*/ 900011 h 6858000"/>
              <a:gd name="connsiteX791" fmla="*/ 5870151 w 7467600"/>
              <a:gd name="connsiteY791" fmla="*/ 898890 h 6858000"/>
              <a:gd name="connsiteX792" fmla="*/ 5861335 w 7467600"/>
              <a:gd name="connsiteY792" fmla="*/ 899177 h 6858000"/>
              <a:gd name="connsiteX793" fmla="*/ 5843702 w 7467600"/>
              <a:gd name="connsiteY793" fmla="*/ 899748 h 6858000"/>
              <a:gd name="connsiteX794" fmla="*/ 5651107 w 7467600"/>
              <a:gd name="connsiteY794" fmla="*/ 920306 h 6858000"/>
              <a:gd name="connsiteX795" fmla="*/ 5459407 w 7467600"/>
              <a:gd name="connsiteY795" fmla="*/ 940975 h 6858000"/>
              <a:gd name="connsiteX796" fmla="*/ 5374846 w 7467600"/>
              <a:gd name="connsiteY796" fmla="*/ 941988 h 6858000"/>
              <a:gd name="connsiteX797" fmla="*/ 5256105 w 7467600"/>
              <a:gd name="connsiteY797" fmla="*/ 945632 h 6858000"/>
              <a:gd name="connsiteX798" fmla="*/ 5107071 w 7467600"/>
              <a:gd name="connsiteY798" fmla="*/ 969720 h 6858000"/>
              <a:gd name="connsiteX799" fmla="*/ 4998681 w 7467600"/>
              <a:gd name="connsiteY799" fmla="*/ 988771 h 6858000"/>
              <a:gd name="connsiteX800" fmla="*/ 5870151 w 7467600"/>
              <a:gd name="connsiteY800" fmla="*/ 898890 h 6858000"/>
              <a:gd name="connsiteX801" fmla="*/ 5504425 w 7467600"/>
              <a:gd name="connsiteY801" fmla="*/ 848067 h 6858000"/>
              <a:gd name="connsiteX802" fmla="*/ 4968849 w 7467600"/>
              <a:gd name="connsiteY802" fmla="*/ 962318 h 6858000"/>
              <a:gd name="connsiteX803" fmla="*/ 5104039 w 7467600"/>
              <a:gd name="connsiteY803" fmla="*/ 940634 h 6858000"/>
              <a:gd name="connsiteX804" fmla="*/ 5256311 w 7467600"/>
              <a:gd name="connsiteY804" fmla="*/ 916490 h 6858000"/>
              <a:gd name="connsiteX805" fmla="*/ 5377381 w 7467600"/>
              <a:gd name="connsiteY805" fmla="*/ 912671 h 6858000"/>
              <a:gd name="connsiteX806" fmla="*/ 5460148 w 7467600"/>
              <a:gd name="connsiteY806" fmla="*/ 911442 h 6858000"/>
              <a:gd name="connsiteX807" fmla="*/ 5648971 w 7467600"/>
              <a:gd name="connsiteY807" fmla="*/ 891331 h 6858000"/>
              <a:gd name="connsiteX808" fmla="*/ 5844807 w 7467600"/>
              <a:gd name="connsiteY808" fmla="*/ 870718 h 6858000"/>
              <a:gd name="connsiteX809" fmla="*/ 5862975 w 7467600"/>
              <a:gd name="connsiteY809" fmla="*/ 869756 h 6858000"/>
              <a:gd name="connsiteX810" fmla="*/ 5920887 w 7467600"/>
              <a:gd name="connsiteY810" fmla="*/ 865929 h 6858000"/>
              <a:gd name="connsiteX811" fmla="*/ 5504425 w 7467600"/>
              <a:gd name="connsiteY811" fmla="*/ 848067 h 6858000"/>
              <a:gd name="connsiteX812" fmla="*/ 3607114 w 7467600"/>
              <a:gd name="connsiteY812" fmla="*/ 467441 h 6858000"/>
              <a:gd name="connsiteX813" fmla="*/ 3296242 w 7467600"/>
              <a:gd name="connsiteY813" fmla="*/ 807991 h 6858000"/>
              <a:gd name="connsiteX814" fmla="*/ 3174674 w 7467600"/>
              <a:gd name="connsiteY814" fmla="*/ 919759 h 6858000"/>
              <a:gd name="connsiteX815" fmla="*/ 3042978 w 7467600"/>
              <a:gd name="connsiteY815" fmla="*/ 1054894 h 6858000"/>
              <a:gd name="connsiteX816" fmla="*/ 2968914 w 7467600"/>
              <a:gd name="connsiteY816" fmla="*/ 1133756 h 6858000"/>
              <a:gd name="connsiteX817" fmla="*/ 3103823 w 7467600"/>
              <a:gd name="connsiteY817" fmla="*/ 1026814 h 6858000"/>
              <a:gd name="connsiteX818" fmla="*/ 3607114 w 7467600"/>
              <a:gd name="connsiteY818" fmla="*/ 467441 h 6858000"/>
              <a:gd name="connsiteX819" fmla="*/ 3744487 w 7467600"/>
              <a:gd name="connsiteY819" fmla="*/ 383136 h 6858000"/>
              <a:gd name="connsiteX820" fmla="*/ 3970213 w 7467600"/>
              <a:gd name="connsiteY820" fmla="*/ 995559 h 6858000"/>
              <a:gd name="connsiteX821" fmla="*/ 3744487 w 7467600"/>
              <a:gd name="connsiteY821" fmla="*/ 383136 h 6858000"/>
              <a:gd name="connsiteX822" fmla="*/ 3624562 w 7467600"/>
              <a:gd name="connsiteY822" fmla="*/ 367041 h 6858000"/>
              <a:gd name="connsiteX823" fmla="*/ 3489712 w 7467600"/>
              <a:gd name="connsiteY823" fmla="*/ 485386 h 6858000"/>
              <a:gd name="connsiteX824" fmla="*/ 3182994 w 7467600"/>
              <a:gd name="connsiteY824" fmla="*/ 828265 h 6858000"/>
              <a:gd name="connsiteX825" fmla="*/ 2892114 w 7467600"/>
              <a:gd name="connsiteY825" fmla="*/ 1172635 h 6858000"/>
              <a:gd name="connsiteX826" fmla="*/ 3021459 w 7467600"/>
              <a:gd name="connsiteY826" fmla="*/ 1035385 h 6858000"/>
              <a:gd name="connsiteX827" fmla="*/ 3153873 w 7467600"/>
              <a:gd name="connsiteY827" fmla="*/ 898971 h 6858000"/>
              <a:gd name="connsiteX828" fmla="*/ 3276511 w 7467600"/>
              <a:gd name="connsiteY828" fmla="*/ 786423 h 6858000"/>
              <a:gd name="connsiteX829" fmla="*/ 3584154 w 7467600"/>
              <a:gd name="connsiteY829" fmla="*/ 448218 h 6858000"/>
              <a:gd name="connsiteX830" fmla="*/ 3624562 w 7467600"/>
              <a:gd name="connsiteY830" fmla="*/ 367041 h 6858000"/>
              <a:gd name="connsiteX831" fmla="*/ 3766672 w 7467600"/>
              <a:gd name="connsiteY831" fmla="*/ 359429 h 6858000"/>
              <a:gd name="connsiteX832" fmla="*/ 3996338 w 7467600"/>
              <a:gd name="connsiteY832" fmla="*/ 968237 h 6858000"/>
              <a:gd name="connsiteX833" fmla="*/ 3766672 w 7467600"/>
              <a:gd name="connsiteY833" fmla="*/ 359429 h 6858000"/>
              <a:gd name="connsiteX834" fmla="*/ 5805386 w 7467600"/>
              <a:gd name="connsiteY834" fmla="*/ 239240 h 6858000"/>
              <a:gd name="connsiteX835" fmla="*/ 5736947 w 7467600"/>
              <a:gd name="connsiteY835" fmla="*/ 261367 h 6858000"/>
              <a:gd name="connsiteX836" fmla="*/ 5427012 w 7467600"/>
              <a:gd name="connsiteY836" fmla="*/ 311272 h 6858000"/>
              <a:gd name="connsiteX837" fmla="*/ 5147818 w 7467600"/>
              <a:gd name="connsiteY837" fmla="*/ 322112 h 6858000"/>
              <a:gd name="connsiteX838" fmla="*/ 5060854 w 7467600"/>
              <a:gd name="connsiteY838" fmla="*/ 311882 h 6858000"/>
              <a:gd name="connsiteX839" fmla="*/ 4945989 w 7467600"/>
              <a:gd name="connsiteY839" fmla="*/ 300516 h 6858000"/>
              <a:gd name="connsiteX840" fmla="*/ 5410479 w 7467600"/>
              <a:gd name="connsiteY840" fmla="*/ 348434 h 6858000"/>
              <a:gd name="connsiteX841" fmla="*/ 5805386 w 7467600"/>
              <a:gd name="connsiteY841" fmla="*/ 239240 h 6858000"/>
              <a:gd name="connsiteX842" fmla="*/ 5905192 w 7467600"/>
              <a:gd name="connsiteY842" fmla="*/ 163079 h 6858000"/>
              <a:gd name="connsiteX843" fmla="*/ 5865655 w 7467600"/>
              <a:gd name="connsiteY843" fmla="*/ 171901 h 6858000"/>
              <a:gd name="connsiteX844" fmla="*/ 5259740 w 7467600"/>
              <a:gd name="connsiteY844" fmla="*/ 257013 h 6858000"/>
              <a:gd name="connsiteX845" fmla="*/ 5208466 w 7467600"/>
              <a:gd name="connsiteY845" fmla="*/ 257550 h 6858000"/>
              <a:gd name="connsiteX846" fmla="*/ 4980204 w 7467600"/>
              <a:gd name="connsiteY846" fmla="*/ 271903 h 6858000"/>
              <a:gd name="connsiteX847" fmla="*/ 5068068 w 7467600"/>
              <a:gd name="connsiteY847" fmla="*/ 282244 h 6858000"/>
              <a:gd name="connsiteX848" fmla="*/ 5153231 w 7467600"/>
              <a:gd name="connsiteY848" fmla="*/ 292240 h 6858000"/>
              <a:gd name="connsiteX849" fmla="*/ 5426491 w 7467600"/>
              <a:gd name="connsiteY849" fmla="*/ 281128 h 6858000"/>
              <a:gd name="connsiteX850" fmla="*/ 5731212 w 7467600"/>
              <a:gd name="connsiteY850" fmla="*/ 231951 h 6858000"/>
              <a:gd name="connsiteX851" fmla="*/ 5905192 w 7467600"/>
              <a:gd name="connsiteY851" fmla="*/ 163079 h 6858000"/>
              <a:gd name="connsiteX852" fmla="*/ 5944437 w 7467600"/>
              <a:gd name="connsiteY852" fmla="*/ 113829 h 6858000"/>
              <a:gd name="connsiteX853" fmla="*/ 5825032 w 7467600"/>
              <a:gd name="connsiteY853" fmla="*/ 146405 h 6858000"/>
              <a:gd name="connsiteX854" fmla="*/ 4955599 w 7467600"/>
              <a:gd name="connsiteY854" fmla="*/ 247008 h 6858000"/>
              <a:gd name="connsiteX855" fmla="*/ 5210104 w 7467600"/>
              <a:gd name="connsiteY855" fmla="*/ 228123 h 6858000"/>
              <a:gd name="connsiteX856" fmla="*/ 5261015 w 7467600"/>
              <a:gd name="connsiteY856" fmla="*/ 227087 h 6858000"/>
              <a:gd name="connsiteX857" fmla="*/ 5861181 w 7467600"/>
              <a:gd name="connsiteY857" fmla="*/ 143093 h 6858000"/>
              <a:gd name="connsiteX858" fmla="*/ 5961252 w 7467600"/>
              <a:gd name="connsiteY858" fmla="*/ 114820 h 6858000"/>
              <a:gd name="connsiteX859" fmla="*/ 5944437 w 7467600"/>
              <a:gd name="connsiteY859" fmla="*/ 113829 h 6858000"/>
              <a:gd name="connsiteX860" fmla="*/ 3882765 w 7467600"/>
              <a:gd name="connsiteY860" fmla="*/ 0 h 6858000"/>
              <a:gd name="connsiteX861" fmla="*/ 3995099 w 7467600"/>
              <a:gd name="connsiteY861" fmla="*/ 0 h 6858000"/>
              <a:gd name="connsiteX862" fmla="*/ 4163818 w 7467600"/>
              <a:gd name="connsiteY862" fmla="*/ 234104 h 6858000"/>
              <a:gd name="connsiteX863" fmla="*/ 4172099 w 7467600"/>
              <a:gd name="connsiteY863" fmla="*/ 234207 h 6858000"/>
              <a:gd name="connsiteX864" fmla="*/ 4784282 w 7467600"/>
              <a:gd name="connsiteY864" fmla="*/ 276561 h 6858000"/>
              <a:gd name="connsiteX865" fmla="*/ 4801687 w 7467600"/>
              <a:gd name="connsiteY865" fmla="*/ 267764 h 6858000"/>
              <a:gd name="connsiteX866" fmla="*/ 6082788 w 7467600"/>
              <a:gd name="connsiteY866" fmla="*/ 64119 h 6858000"/>
              <a:gd name="connsiteX867" fmla="*/ 6099442 w 7467600"/>
              <a:gd name="connsiteY867" fmla="*/ 82568 h 6858000"/>
              <a:gd name="connsiteX868" fmla="*/ 4804137 w 7467600"/>
              <a:gd name="connsiteY868" fmla="*/ 320931 h 6858000"/>
              <a:gd name="connsiteX869" fmla="*/ 4227047 w 7467600"/>
              <a:gd name="connsiteY869" fmla="*/ 313415 h 6858000"/>
              <a:gd name="connsiteX870" fmla="*/ 4346041 w 7467600"/>
              <a:gd name="connsiteY870" fmla="*/ 456086 h 6858000"/>
              <a:gd name="connsiteX871" fmla="*/ 4870967 w 7467600"/>
              <a:gd name="connsiteY871" fmla="*/ 963061 h 6858000"/>
              <a:gd name="connsiteX872" fmla="*/ 4889647 w 7467600"/>
              <a:gd name="connsiteY872" fmla="*/ 957147 h 6858000"/>
              <a:gd name="connsiteX873" fmla="*/ 5422504 w 7467600"/>
              <a:gd name="connsiteY873" fmla="*/ 805191 h 6858000"/>
              <a:gd name="connsiteX874" fmla="*/ 6087656 w 7467600"/>
              <a:gd name="connsiteY874" fmla="*/ 826703 h 6858000"/>
              <a:gd name="connsiteX875" fmla="*/ 6058717 w 7467600"/>
              <a:gd name="connsiteY875" fmla="*/ 865992 h 6858000"/>
              <a:gd name="connsiteX876" fmla="*/ 4974153 w 7467600"/>
              <a:gd name="connsiteY876" fmla="*/ 1045456 h 6858000"/>
              <a:gd name="connsiteX877" fmla="*/ 5627835 w 7467600"/>
              <a:gd name="connsiteY877" fmla="*/ 1472077 h 6858000"/>
              <a:gd name="connsiteX878" fmla="*/ 5629817 w 7467600"/>
              <a:gd name="connsiteY878" fmla="*/ 1471412 h 6858000"/>
              <a:gd name="connsiteX879" fmla="*/ 5634124 w 7467600"/>
              <a:gd name="connsiteY879" fmla="*/ 1470572 h 6858000"/>
              <a:gd name="connsiteX880" fmla="*/ 5755832 w 7467600"/>
              <a:gd name="connsiteY880" fmla="*/ 1383886 h 6858000"/>
              <a:gd name="connsiteX881" fmla="*/ 6014186 w 7467600"/>
              <a:gd name="connsiteY881" fmla="*/ 1279799 h 6858000"/>
              <a:gd name="connsiteX882" fmla="*/ 6901619 w 7467600"/>
              <a:gd name="connsiteY882" fmla="*/ 1047874 h 6858000"/>
              <a:gd name="connsiteX883" fmla="*/ 6931566 w 7467600"/>
              <a:gd name="connsiteY883" fmla="*/ 1062034 h 6858000"/>
              <a:gd name="connsiteX884" fmla="*/ 5790982 w 7467600"/>
              <a:gd name="connsiteY884" fmla="*/ 1561380 h 6858000"/>
              <a:gd name="connsiteX885" fmla="*/ 6188971 w 7467600"/>
              <a:gd name="connsiteY885" fmla="*/ 1755168 h 6858000"/>
              <a:gd name="connsiteX886" fmla="*/ 6202446 w 7467600"/>
              <a:gd name="connsiteY886" fmla="*/ 1752268 h 6858000"/>
              <a:gd name="connsiteX887" fmla="*/ 7179560 w 7467600"/>
              <a:gd name="connsiteY887" fmla="*/ 1467551 h 6858000"/>
              <a:gd name="connsiteX888" fmla="*/ 7158730 w 7467600"/>
              <a:gd name="connsiteY888" fmla="*/ 1507835 h 6858000"/>
              <a:gd name="connsiteX889" fmla="*/ 6326959 w 7467600"/>
              <a:gd name="connsiteY889" fmla="*/ 1817686 h 6858000"/>
              <a:gd name="connsiteX890" fmla="*/ 6537433 w 7467600"/>
              <a:gd name="connsiteY890" fmla="*/ 1907790 h 6858000"/>
              <a:gd name="connsiteX891" fmla="*/ 6550221 w 7467600"/>
              <a:gd name="connsiteY891" fmla="*/ 1910729 h 6858000"/>
              <a:gd name="connsiteX892" fmla="*/ 6964438 w 7467600"/>
              <a:gd name="connsiteY892" fmla="*/ 2209505 h 6858000"/>
              <a:gd name="connsiteX893" fmla="*/ 7367862 w 7467600"/>
              <a:gd name="connsiteY893" fmla="*/ 2806833 h 6858000"/>
              <a:gd name="connsiteX894" fmla="*/ 7364329 w 7467600"/>
              <a:gd name="connsiteY894" fmla="*/ 2826907 h 6858000"/>
              <a:gd name="connsiteX895" fmla="*/ 7290545 w 7467600"/>
              <a:gd name="connsiteY895" fmla="*/ 2850663 h 6858000"/>
              <a:gd name="connsiteX896" fmla="*/ 6472036 w 7467600"/>
              <a:gd name="connsiteY896" fmla="*/ 1959003 h 6858000"/>
              <a:gd name="connsiteX897" fmla="*/ 5792897 w 7467600"/>
              <a:gd name="connsiteY897" fmla="*/ 1647747 h 6858000"/>
              <a:gd name="connsiteX898" fmla="*/ 5842751 w 7467600"/>
              <a:gd name="connsiteY898" fmla="*/ 1816112 h 6858000"/>
              <a:gd name="connsiteX899" fmla="*/ 5847424 w 7467600"/>
              <a:gd name="connsiteY899" fmla="*/ 1815776 h 6858000"/>
              <a:gd name="connsiteX900" fmla="*/ 6399821 w 7467600"/>
              <a:gd name="connsiteY900" fmla="*/ 2344799 h 6858000"/>
              <a:gd name="connsiteX901" fmla="*/ 6323232 w 7467600"/>
              <a:gd name="connsiteY901" fmla="*/ 2389634 h 6858000"/>
              <a:gd name="connsiteX902" fmla="*/ 5942958 w 7467600"/>
              <a:gd name="connsiteY902" fmla="*/ 2077708 h 6858000"/>
              <a:gd name="connsiteX903" fmla="*/ 5921559 w 7467600"/>
              <a:gd name="connsiteY903" fmla="*/ 2378596 h 6858000"/>
              <a:gd name="connsiteX904" fmla="*/ 5817651 w 7467600"/>
              <a:gd name="connsiteY904" fmla="*/ 3023919 h 6858000"/>
              <a:gd name="connsiteX905" fmla="*/ 5729634 w 7467600"/>
              <a:gd name="connsiteY905" fmla="*/ 3051849 h 6858000"/>
              <a:gd name="connsiteX906" fmla="*/ 5611018 w 7467600"/>
              <a:gd name="connsiteY906" fmla="*/ 2316769 h 6858000"/>
              <a:gd name="connsiteX907" fmla="*/ 5687608 w 7467600"/>
              <a:gd name="connsiteY907" fmla="*/ 2039972 h 6858000"/>
              <a:gd name="connsiteX908" fmla="*/ 5657554 w 7467600"/>
              <a:gd name="connsiteY908" fmla="*/ 1576445 h 6858000"/>
              <a:gd name="connsiteX909" fmla="*/ 5150475 w 7467600"/>
              <a:gd name="connsiteY909" fmla="*/ 1274012 h 6858000"/>
              <a:gd name="connsiteX910" fmla="*/ 5349142 w 7467600"/>
              <a:gd name="connsiteY910" fmla="*/ 2204405 h 6858000"/>
              <a:gd name="connsiteX911" fmla="*/ 5262214 w 7467600"/>
              <a:gd name="connsiteY911" fmla="*/ 2233836 h 6858000"/>
              <a:gd name="connsiteX912" fmla="*/ 4981539 w 7467600"/>
              <a:gd name="connsiteY912" fmla="*/ 1542201 h 6858000"/>
              <a:gd name="connsiteX913" fmla="*/ 4958461 w 7467600"/>
              <a:gd name="connsiteY913" fmla="*/ 1136957 h 6858000"/>
              <a:gd name="connsiteX914" fmla="*/ 4655015 w 7467600"/>
              <a:gd name="connsiteY914" fmla="*/ 891426 h 6858000"/>
              <a:gd name="connsiteX915" fmla="*/ 4348002 w 7467600"/>
              <a:gd name="connsiteY915" fmla="*/ 2205895 h 6858000"/>
              <a:gd name="connsiteX916" fmla="*/ 4262250 w 7467600"/>
              <a:gd name="connsiteY916" fmla="*/ 2219972 h 6858000"/>
              <a:gd name="connsiteX917" fmla="*/ 4550611 w 7467600"/>
              <a:gd name="connsiteY917" fmla="*/ 817540 h 6858000"/>
              <a:gd name="connsiteX918" fmla="*/ 4564418 w 7467600"/>
              <a:gd name="connsiteY918" fmla="*/ 808293 h 6858000"/>
              <a:gd name="connsiteX919" fmla="*/ 4266388 w 7467600"/>
              <a:gd name="connsiteY919" fmla="*/ 500083 h 6858000"/>
              <a:gd name="connsiteX920" fmla="*/ 4032842 w 7467600"/>
              <a:gd name="connsiteY920" fmla="*/ 211809 h 6858000"/>
              <a:gd name="connsiteX921" fmla="*/ 3882765 w 7467600"/>
              <a:gd name="connsiteY921" fmla="*/ 0 h 6858000"/>
              <a:gd name="connsiteX922" fmla="*/ 3721337 w 7467600"/>
              <a:gd name="connsiteY922" fmla="*/ 0 h 6858000"/>
              <a:gd name="connsiteX923" fmla="*/ 3797544 w 7467600"/>
              <a:gd name="connsiteY923" fmla="*/ 0 h 6858000"/>
              <a:gd name="connsiteX924" fmla="*/ 3775734 w 7467600"/>
              <a:gd name="connsiteY924" fmla="*/ 95131 h 6858000"/>
              <a:gd name="connsiteX925" fmla="*/ 3724807 w 7467600"/>
              <a:gd name="connsiteY925" fmla="*/ 272257 h 6858000"/>
              <a:gd name="connsiteX926" fmla="*/ 3726844 w 7467600"/>
              <a:gd name="connsiteY926" fmla="*/ 282988 h 6858000"/>
              <a:gd name="connsiteX927" fmla="*/ 3742664 w 7467600"/>
              <a:gd name="connsiteY927" fmla="*/ 279918 h 6858000"/>
              <a:gd name="connsiteX928" fmla="*/ 4103910 w 7467600"/>
              <a:gd name="connsiteY928" fmla="*/ 1161917 h 6858000"/>
              <a:gd name="connsiteX929" fmla="*/ 4020269 w 7467600"/>
              <a:gd name="connsiteY929" fmla="*/ 1200406 h 6858000"/>
              <a:gd name="connsiteX930" fmla="*/ 3674882 w 7467600"/>
              <a:gd name="connsiteY930" fmla="*/ 488524 h 6858000"/>
              <a:gd name="connsiteX931" fmla="*/ 3132682 w 7467600"/>
              <a:gd name="connsiteY931" fmla="*/ 1072284 h 6858000"/>
              <a:gd name="connsiteX932" fmla="*/ 2716346 w 7467600"/>
              <a:gd name="connsiteY932" fmla="*/ 1276376 h 6858000"/>
              <a:gd name="connsiteX933" fmla="*/ 2716772 w 7467600"/>
              <a:gd name="connsiteY933" fmla="*/ 1255462 h 6858000"/>
              <a:gd name="connsiteX934" fmla="*/ 3471096 w 7467600"/>
              <a:gd name="connsiteY934" fmla="*/ 437072 h 6858000"/>
              <a:gd name="connsiteX935" fmla="*/ 3639057 w 7467600"/>
              <a:gd name="connsiteY935" fmla="*/ 286334 h 6858000"/>
              <a:gd name="connsiteX936" fmla="*/ 3640309 w 7467600"/>
              <a:gd name="connsiteY936" fmla="*/ 284664 h 6858000"/>
              <a:gd name="connsiteX937" fmla="*/ 3646022 w 7467600"/>
              <a:gd name="connsiteY937" fmla="*/ 276711 h 6858000"/>
              <a:gd name="connsiteX938" fmla="*/ 3707943 w 7467600"/>
              <a:gd name="connsiteY938" fmla="*/ 65958 h 6858000"/>
              <a:gd name="connsiteX939" fmla="*/ 3721337 w 7467600"/>
              <a:gd name="connsiteY939" fmla="*/ 0 h 6858000"/>
              <a:gd name="connsiteX940" fmla="*/ 2867960 w 7467600"/>
              <a:gd name="connsiteY940" fmla="*/ 0 h 6858000"/>
              <a:gd name="connsiteX941" fmla="*/ 2926351 w 7467600"/>
              <a:gd name="connsiteY941" fmla="*/ 0 h 6858000"/>
              <a:gd name="connsiteX942" fmla="*/ 2902823 w 7467600"/>
              <a:gd name="connsiteY942" fmla="*/ 262929 h 6858000"/>
              <a:gd name="connsiteX943" fmla="*/ 2940663 w 7467600"/>
              <a:gd name="connsiteY943" fmla="*/ 140884 h 6858000"/>
              <a:gd name="connsiteX944" fmla="*/ 2947039 w 7467600"/>
              <a:gd name="connsiteY944" fmla="*/ 122524 h 6858000"/>
              <a:gd name="connsiteX945" fmla="*/ 2984316 w 7467600"/>
              <a:gd name="connsiteY945" fmla="*/ 0 h 6858000"/>
              <a:gd name="connsiteX946" fmla="*/ 3016114 w 7467600"/>
              <a:gd name="connsiteY946" fmla="*/ 0 h 6858000"/>
              <a:gd name="connsiteX947" fmla="*/ 2979949 w 7467600"/>
              <a:gd name="connsiteY947" fmla="*/ 119274 h 6858000"/>
              <a:gd name="connsiteX948" fmla="*/ 3023879 w 7467600"/>
              <a:gd name="connsiteY948" fmla="*/ 0 h 6858000"/>
              <a:gd name="connsiteX949" fmla="*/ 3105400 w 7467600"/>
              <a:gd name="connsiteY949" fmla="*/ 0 h 6858000"/>
              <a:gd name="connsiteX950" fmla="*/ 3094669 w 7467600"/>
              <a:gd name="connsiteY950" fmla="*/ 30308 h 6858000"/>
              <a:gd name="connsiteX951" fmla="*/ 2901945 w 7467600"/>
              <a:gd name="connsiteY951" fmla="*/ 466538 h 6858000"/>
              <a:gd name="connsiteX952" fmla="*/ 2815209 w 7467600"/>
              <a:gd name="connsiteY952" fmla="*/ 497361 h 6858000"/>
              <a:gd name="connsiteX953" fmla="*/ 2844845 w 7467600"/>
              <a:gd name="connsiteY953" fmla="*/ 127638 h 6858000"/>
              <a:gd name="connsiteX954" fmla="*/ 2867960 w 7467600"/>
              <a:gd name="connsiteY954" fmla="*/ 0 h 6858000"/>
              <a:gd name="connsiteX955" fmla="*/ 1057230 w 7467600"/>
              <a:gd name="connsiteY955" fmla="*/ 0 h 6858000"/>
              <a:gd name="connsiteX956" fmla="*/ 1111003 w 7467600"/>
              <a:gd name="connsiteY956" fmla="*/ 0 h 6858000"/>
              <a:gd name="connsiteX957" fmla="*/ 1125553 w 7467600"/>
              <a:gd name="connsiteY957" fmla="*/ 52588 h 6858000"/>
              <a:gd name="connsiteX958" fmla="*/ 1304276 w 7467600"/>
              <a:gd name="connsiteY958" fmla="*/ 476275 h 6858000"/>
              <a:gd name="connsiteX959" fmla="*/ 1492066 w 7467600"/>
              <a:gd name="connsiteY959" fmla="*/ 886333 h 6858000"/>
              <a:gd name="connsiteX960" fmla="*/ 1423698 w 7467600"/>
              <a:gd name="connsiteY960" fmla="*/ 710817 h 6858000"/>
              <a:gd name="connsiteX961" fmla="*/ 1357609 w 7467600"/>
              <a:gd name="connsiteY961" fmla="*/ 532892 h 6858000"/>
              <a:gd name="connsiteX962" fmla="*/ 1309550 w 7467600"/>
              <a:gd name="connsiteY962" fmla="*/ 374031 h 6858000"/>
              <a:gd name="connsiteX963" fmla="*/ 1193673 w 7467600"/>
              <a:gd name="connsiteY963" fmla="*/ 49533 h 6858000"/>
              <a:gd name="connsiteX964" fmla="*/ 1164391 w 7467600"/>
              <a:gd name="connsiteY964" fmla="*/ 0 h 6858000"/>
              <a:gd name="connsiteX965" fmla="*/ 1200666 w 7467600"/>
              <a:gd name="connsiteY965" fmla="*/ 0 h 6858000"/>
              <a:gd name="connsiteX966" fmla="*/ 1223408 w 7467600"/>
              <a:gd name="connsiteY966" fmla="*/ 38996 h 6858000"/>
              <a:gd name="connsiteX967" fmla="*/ 1339635 w 7467600"/>
              <a:gd name="connsiteY967" fmla="*/ 365517 h 6858000"/>
              <a:gd name="connsiteX968" fmla="*/ 1387469 w 7467600"/>
              <a:gd name="connsiteY968" fmla="*/ 523079 h 6858000"/>
              <a:gd name="connsiteX969" fmla="*/ 1452685 w 7467600"/>
              <a:gd name="connsiteY969" fmla="*/ 699806 h 6858000"/>
              <a:gd name="connsiteX970" fmla="*/ 1492092 w 7467600"/>
              <a:gd name="connsiteY970" fmla="*/ 800424 h 6858000"/>
              <a:gd name="connsiteX971" fmla="*/ 1455302 w 7467600"/>
              <a:gd name="connsiteY971" fmla="*/ 632913 h 6858000"/>
              <a:gd name="connsiteX972" fmla="*/ 1222336 w 7467600"/>
              <a:gd name="connsiteY972" fmla="*/ 9480 h 6858000"/>
              <a:gd name="connsiteX973" fmla="*/ 1214634 w 7467600"/>
              <a:gd name="connsiteY973" fmla="*/ 0 h 6858000"/>
              <a:gd name="connsiteX974" fmla="*/ 1289827 w 7467600"/>
              <a:gd name="connsiteY974" fmla="*/ 0 h 6858000"/>
              <a:gd name="connsiteX975" fmla="*/ 1321076 w 7467600"/>
              <a:gd name="connsiteY975" fmla="*/ 59722 h 6858000"/>
              <a:gd name="connsiteX976" fmla="*/ 1512579 w 7467600"/>
              <a:gd name="connsiteY976" fmla="*/ 626441 h 6858000"/>
              <a:gd name="connsiteX977" fmla="*/ 1506076 w 7467600"/>
              <a:gd name="connsiteY977" fmla="*/ 1089289 h 6858000"/>
              <a:gd name="connsiteX978" fmla="*/ 1486346 w 7467600"/>
              <a:gd name="connsiteY978" fmla="*/ 1079919 h 6858000"/>
              <a:gd name="connsiteX979" fmla="*/ 1070511 w 7467600"/>
              <a:gd name="connsiteY979" fmla="*/ 48609 h 6858000"/>
              <a:gd name="connsiteX980" fmla="*/ 1057230 w 7467600"/>
              <a:gd name="connsiteY980" fmla="*/ 0 h 6858000"/>
              <a:gd name="connsiteX981" fmla="*/ 43151 w 7467600"/>
              <a:gd name="connsiteY981" fmla="*/ 0 h 6858000"/>
              <a:gd name="connsiteX982" fmla="*/ 95283 w 7467600"/>
              <a:gd name="connsiteY982" fmla="*/ 0 h 6858000"/>
              <a:gd name="connsiteX983" fmla="*/ 300708 w 7467600"/>
              <a:gd name="connsiteY983" fmla="*/ 154571 h 6858000"/>
              <a:gd name="connsiteX984" fmla="*/ 530414 w 7467600"/>
              <a:gd name="connsiteY984" fmla="*/ 354673 h 6858000"/>
              <a:gd name="connsiteX985" fmla="*/ 333785 w 7467600"/>
              <a:gd name="connsiteY985" fmla="*/ 161564 h 6858000"/>
              <a:gd name="connsiteX986" fmla="*/ 147005 w 7467600"/>
              <a:gd name="connsiteY986" fmla="*/ 0 h 6858000"/>
              <a:gd name="connsiteX987" fmla="*/ 272509 w 7467600"/>
              <a:gd name="connsiteY987" fmla="*/ 0 h 6858000"/>
              <a:gd name="connsiteX988" fmla="*/ 326276 w 7467600"/>
              <a:gd name="connsiteY988" fmla="*/ 45847 h 6858000"/>
              <a:gd name="connsiteX989" fmla="*/ 823759 w 7467600"/>
              <a:gd name="connsiteY989" fmla="*/ 574145 h 6858000"/>
              <a:gd name="connsiteX990" fmla="*/ 811254 w 7467600"/>
              <a:gd name="connsiteY990" fmla="*/ 665546 h 6858000"/>
              <a:gd name="connsiteX991" fmla="*/ 154042 w 7467600"/>
              <a:gd name="connsiteY991" fmla="*/ 261522 h 6858000"/>
              <a:gd name="connsiteX992" fmla="*/ 13550 w 7467600"/>
              <a:gd name="connsiteY992" fmla="*/ 158423 h 6858000"/>
              <a:gd name="connsiteX993" fmla="*/ 0 w 7467600"/>
              <a:gd name="connsiteY993" fmla="*/ 146618 h 6858000"/>
              <a:gd name="connsiteX994" fmla="*/ 0 w 7467600"/>
              <a:gd name="connsiteY994" fmla="*/ 59161 h 6858000"/>
              <a:gd name="connsiteX995" fmla="*/ 45427 w 7467600"/>
              <a:gd name="connsiteY995" fmla="*/ 101078 h 6858000"/>
              <a:gd name="connsiteX996" fmla="*/ 630103 w 7467600"/>
              <a:gd name="connsiteY996" fmla="*/ 485885 h 6858000"/>
              <a:gd name="connsiteX997" fmla="*/ 532040 w 7467600"/>
              <a:gd name="connsiteY997" fmla="*/ 399359 h 6858000"/>
              <a:gd name="connsiteX998" fmla="*/ 517618 w 7467600"/>
              <a:gd name="connsiteY998" fmla="*/ 385726 h 6858000"/>
              <a:gd name="connsiteX999" fmla="*/ 285074 w 7467600"/>
              <a:gd name="connsiteY999" fmla="*/ 182755 h 6858000"/>
              <a:gd name="connsiteX1000" fmla="*/ 43151 w 7467600"/>
              <a:gd name="connsiteY100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7368569 w 7467600"/>
              <a:gd name="connsiteY143" fmla="*/ 5270182 h 6858000"/>
              <a:gd name="connsiteX144" fmla="*/ 1903353 w 7467600"/>
              <a:gd name="connsiteY144" fmla="*/ 5044827 h 6858000"/>
              <a:gd name="connsiteX145" fmla="*/ 1936931 w 7467600"/>
              <a:gd name="connsiteY145" fmla="*/ 5093954 h 6858000"/>
              <a:gd name="connsiteX146" fmla="*/ 2195868 w 7467600"/>
              <a:gd name="connsiteY146" fmla="*/ 5396574 h 6858000"/>
              <a:gd name="connsiteX147" fmla="*/ 2088852 w 7467600"/>
              <a:gd name="connsiteY147" fmla="*/ 5166123 h 6858000"/>
              <a:gd name="connsiteX148" fmla="*/ 1958241 w 7467600"/>
              <a:gd name="connsiteY148" fmla="*/ 5067955 h 6858000"/>
              <a:gd name="connsiteX149" fmla="*/ 1903353 w 7467600"/>
              <a:gd name="connsiteY149" fmla="*/ 5044827 h 6858000"/>
              <a:gd name="connsiteX150" fmla="*/ 1979378 w 7467600"/>
              <a:gd name="connsiteY150" fmla="*/ 4769504 h 6858000"/>
              <a:gd name="connsiteX151" fmla="*/ 2882120 w 7467600"/>
              <a:gd name="connsiteY151" fmla="*/ 5064547 h 6858000"/>
              <a:gd name="connsiteX152" fmla="*/ 2793103 w 7467600"/>
              <a:gd name="connsiteY152" fmla="*/ 5039699 h 6858000"/>
              <a:gd name="connsiteX153" fmla="*/ 2770041 w 7467600"/>
              <a:gd name="connsiteY153" fmla="*/ 5033634 h 6858000"/>
              <a:gd name="connsiteX154" fmla="*/ 1979378 w 7467600"/>
              <a:gd name="connsiteY154" fmla="*/ 4769504 h 6858000"/>
              <a:gd name="connsiteX155" fmla="*/ 1927410 w 7467600"/>
              <a:gd name="connsiteY155" fmla="*/ 4716164 h 6858000"/>
              <a:gd name="connsiteX156" fmla="*/ 1959587 w 7467600"/>
              <a:gd name="connsiteY156" fmla="*/ 4728849 h 6858000"/>
              <a:gd name="connsiteX157" fmla="*/ 2777707 w 7467600"/>
              <a:gd name="connsiteY157" fmla="*/ 5003991 h 6858000"/>
              <a:gd name="connsiteX158" fmla="*/ 2800768 w 7467600"/>
              <a:gd name="connsiteY158" fmla="*/ 5010056 h 6858000"/>
              <a:gd name="connsiteX159" fmla="*/ 2879408 w 7467600"/>
              <a:gd name="connsiteY159" fmla="*/ 5031590 h 6858000"/>
              <a:gd name="connsiteX160" fmla="*/ 2862295 w 7467600"/>
              <a:gd name="connsiteY160" fmla="*/ 5022958 h 6858000"/>
              <a:gd name="connsiteX161" fmla="*/ 2813343 w 7467600"/>
              <a:gd name="connsiteY161" fmla="*/ 4998369 h 6858000"/>
              <a:gd name="connsiteX162" fmla="*/ 2646245 w 7467600"/>
              <a:gd name="connsiteY162" fmla="*/ 4930999 h 6858000"/>
              <a:gd name="connsiteX163" fmla="*/ 1999243 w 7467600"/>
              <a:gd name="connsiteY163" fmla="*/ 4730524 h 6858000"/>
              <a:gd name="connsiteX164" fmla="*/ 1979527 w 7467600"/>
              <a:gd name="connsiteY164" fmla="*/ 4726651 h 6858000"/>
              <a:gd name="connsiteX165" fmla="*/ 1927410 w 7467600"/>
              <a:gd name="connsiteY165" fmla="*/ 4716164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310106 w 7467600"/>
              <a:gd name="connsiteY195" fmla="*/ 3943217 h 6858000"/>
              <a:gd name="connsiteX196" fmla="*/ 1423113 w 7467600"/>
              <a:gd name="connsiteY196" fmla="*/ 3874565 h 6858000"/>
              <a:gd name="connsiteX197" fmla="*/ 1260565 w 7467600"/>
              <a:gd name="connsiteY197" fmla="*/ 4031982 h 6858000"/>
              <a:gd name="connsiteX198" fmla="*/ 901900 w 7467600"/>
              <a:gd name="connsiteY198" fmla="*/ 4421236 h 6858000"/>
              <a:gd name="connsiteX199" fmla="*/ 845044 w 7467600"/>
              <a:gd name="connsiteY199" fmla="*/ 4502436 h 6858000"/>
              <a:gd name="connsiteX200" fmla="*/ 685926 w 7467600"/>
              <a:gd name="connsiteY200" fmla="*/ 4703069 h 6858000"/>
              <a:gd name="connsiteX201" fmla="*/ 684248 w 7467600"/>
              <a:gd name="connsiteY201" fmla="*/ 4706721 h 6858000"/>
              <a:gd name="connsiteX202" fmla="*/ 1423113 w 7467600"/>
              <a:gd name="connsiteY202" fmla="*/ 3874565 h 6858000"/>
              <a:gd name="connsiteX203" fmla="*/ 3316479 w 7467600"/>
              <a:gd name="connsiteY203" fmla="*/ 3872136 h 6858000"/>
              <a:gd name="connsiteX204" fmla="*/ 3546806 w 7467600"/>
              <a:gd name="connsiteY204" fmla="*/ 4356139 h 6858000"/>
              <a:gd name="connsiteX205" fmla="*/ 3364433 w 7467600"/>
              <a:gd name="connsiteY205" fmla="*/ 3953121 h 6858000"/>
              <a:gd name="connsiteX206" fmla="*/ 3316479 w 7467600"/>
              <a:gd name="connsiteY206" fmla="*/ 3872136 h 6858000"/>
              <a:gd name="connsiteX207" fmla="*/ 3291335 w 7467600"/>
              <a:gd name="connsiteY207" fmla="*/ 3767420 h 6858000"/>
              <a:gd name="connsiteX208" fmla="*/ 3390805 w 7467600"/>
              <a:gd name="connsiteY208" fmla="*/ 3937163 h 6858000"/>
              <a:gd name="connsiteX209" fmla="*/ 3579062 w 7467600"/>
              <a:gd name="connsiteY209" fmla="*/ 4359040 h 6858000"/>
              <a:gd name="connsiteX210" fmla="*/ 3467355 w 7467600"/>
              <a:gd name="connsiteY210" fmla="*/ 3988130 h 6858000"/>
              <a:gd name="connsiteX211" fmla="*/ 3310753 w 7467600"/>
              <a:gd name="connsiteY211" fmla="*/ 3787140 h 6858000"/>
              <a:gd name="connsiteX212" fmla="*/ 3291335 w 7467600"/>
              <a:gd name="connsiteY212" fmla="*/ 3767420 h 6858000"/>
              <a:gd name="connsiteX213" fmla="*/ 1635889 w 7467600"/>
              <a:gd name="connsiteY213" fmla="*/ 3709494 h 6858000"/>
              <a:gd name="connsiteX214" fmla="*/ 1634800 w 7467600"/>
              <a:gd name="connsiteY214" fmla="*/ 3731111 h 6858000"/>
              <a:gd name="connsiteX215" fmla="*/ 1635889 w 7467600"/>
              <a:gd name="connsiteY215" fmla="*/ 3709494 h 6858000"/>
              <a:gd name="connsiteX216" fmla="*/ 1510397 w 7467600"/>
              <a:gd name="connsiteY216" fmla="*/ 3684705 h 6858000"/>
              <a:gd name="connsiteX217" fmla="*/ 1146550 w 7467600"/>
              <a:gd name="connsiteY217" fmla="*/ 3802012 h 6858000"/>
              <a:gd name="connsiteX218" fmla="*/ 698834 w 7467600"/>
              <a:gd name="connsiteY218" fmla="*/ 3952272 h 6858000"/>
              <a:gd name="connsiteX219" fmla="*/ 34256 w 7467600"/>
              <a:gd name="connsiteY219" fmla="*/ 4347603 h 6858000"/>
              <a:gd name="connsiteX220" fmla="*/ 527241 w 7467600"/>
              <a:gd name="connsiteY220" fmla="*/ 4065078 h 6858000"/>
              <a:gd name="connsiteX221" fmla="*/ 1510397 w 7467600"/>
              <a:gd name="connsiteY221" fmla="*/ 3684705 h 6858000"/>
              <a:gd name="connsiteX222" fmla="*/ 1313114 w 7467600"/>
              <a:gd name="connsiteY222" fmla="*/ 3655216 h 6858000"/>
              <a:gd name="connsiteX223" fmla="*/ 1109304 w 7467600"/>
              <a:gd name="connsiteY223" fmla="*/ 3669030 h 6858000"/>
              <a:gd name="connsiteX224" fmla="*/ 8129 w 7467600"/>
              <a:gd name="connsiteY224" fmla="*/ 4330519 h 6858000"/>
              <a:gd name="connsiteX225" fmla="*/ 687572 w 7467600"/>
              <a:gd name="connsiteY225" fmla="*/ 3925629 h 6858000"/>
              <a:gd name="connsiteX226" fmla="*/ 1138365 w 7467600"/>
              <a:gd name="connsiteY226" fmla="*/ 3774515 h 6858000"/>
              <a:gd name="connsiteX227" fmla="*/ 1505579 w 7467600"/>
              <a:gd name="connsiteY227" fmla="*/ 3655526 h 6858000"/>
              <a:gd name="connsiteX228" fmla="*/ 1313114 w 7467600"/>
              <a:gd name="connsiteY228" fmla="*/ 3655216 h 6858000"/>
              <a:gd name="connsiteX229" fmla="*/ 3655073 w 7467600"/>
              <a:gd name="connsiteY229" fmla="*/ 3650884 h 6858000"/>
              <a:gd name="connsiteX230" fmla="*/ 3989938 w 7467600"/>
              <a:gd name="connsiteY230" fmla="*/ 3991685 h 6858000"/>
              <a:gd name="connsiteX231" fmla="*/ 4393907 w 7467600"/>
              <a:gd name="connsiteY231" fmla="*/ 4261258 h 6858000"/>
              <a:gd name="connsiteX232" fmla="*/ 4648051 w 7467600"/>
              <a:gd name="connsiteY232" fmla="*/ 4374051 h 6858000"/>
              <a:gd name="connsiteX233" fmla="*/ 4383389 w 7467600"/>
              <a:gd name="connsiteY233" fmla="*/ 4184369 h 6858000"/>
              <a:gd name="connsiteX234" fmla="*/ 4165508 w 7467600"/>
              <a:gd name="connsiteY234" fmla="*/ 4035196 h 6858000"/>
              <a:gd name="connsiteX235" fmla="*/ 4068162 w 7467600"/>
              <a:gd name="connsiteY235" fmla="*/ 3953394 h 6858000"/>
              <a:gd name="connsiteX236" fmla="*/ 3981416 w 7467600"/>
              <a:gd name="connsiteY236" fmla="*/ 3880482 h 6858000"/>
              <a:gd name="connsiteX237" fmla="*/ 3800147 w 7467600"/>
              <a:gd name="connsiteY237" fmla="*/ 3749872 h 6858000"/>
              <a:gd name="connsiteX238" fmla="*/ 3655073 w 7467600"/>
              <a:gd name="connsiteY238" fmla="*/ 3650884 h 6858000"/>
              <a:gd name="connsiteX239" fmla="*/ 3670252 w 7467600"/>
              <a:gd name="connsiteY239" fmla="*/ 3622798 h 6858000"/>
              <a:gd name="connsiteX240" fmla="*/ 3817258 w 7467600"/>
              <a:gd name="connsiteY240" fmla="*/ 3723577 h 6858000"/>
              <a:gd name="connsiteX241" fmla="*/ 4000461 w 7467600"/>
              <a:gd name="connsiteY241" fmla="*/ 3855966 h 6858000"/>
              <a:gd name="connsiteX242" fmla="*/ 4088180 w 7467600"/>
              <a:gd name="connsiteY242" fmla="*/ 3929774 h 6858000"/>
              <a:gd name="connsiteX243" fmla="*/ 4184555 w 7467600"/>
              <a:gd name="connsiteY243" fmla="*/ 4010683 h 6858000"/>
              <a:gd name="connsiteX244" fmla="*/ 4399563 w 7467600"/>
              <a:gd name="connsiteY244" fmla="*/ 4158106 h 6858000"/>
              <a:gd name="connsiteX245" fmla="*/ 4684469 w 7467600"/>
              <a:gd name="connsiteY245" fmla="*/ 4364680 h 6858000"/>
              <a:gd name="connsiteX246" fmla="*/ 4690271 w 7467600"/>
              <a:gd name="connsiteY246" fmla="*/ 4370034 h 6858000"/>
              <a:gd name="connsiteX247" fmla="*/ 4136093 w 7467600"/>
              <a:gd name="connsiteY247" fmla="*/ 3858466 h 6858000"/>
              <a:gd name="connsiteX248" fmla="*/ 3670252 w 7467600"/>
              <a:gd name="connsiteY248" fmla="*/ 3622798 h 6858000"/>
              <a:gd name="connsiteX249" fmla="*/ 4440129 w 7467600"/>
              <a:gd name="connsiteY249" fmla="*/ 3448571 h 6858000"/>
              <a:gd name="connsiteX250" fmla="*/ 4856525 w 7467600"/>
              <a:gd name="connsiteY250" fmla="*/ 3915351 h 6858000"/>
              <a:gd name="connsiteX251" fmla="*/ 5059055 w 7467600"/>
              <a:gd name="connsiteY251" fmla="*/ 4108918 h 6858000"/>
              <a:gd name="connsiteX252" fmla="*/ 5290070 w 7467600"/>
              <a:gd name="connsiteY252" fmla="*/ 4263619 h 6858000"/>
              <a:gd name="connsiteX253" fmla="*/ 4834991 w 7467600"/>
              <a:gd name="connsiteY253" fmla="*/ 3830985 h 6858000"/>
              <a:gd name="connsiteX254" fmla="*/ 4440129 w 7467600"/>
              <a:gd name="connsiteY254" fmla="*/ 3448571 h 6858000"/>
              <a:gd name="connsiteX255" fmla="*/ 4441737 w 7467600"/>
              <a:gd name="connsiteY255" fmla="*/ 3399734 h 6858000"/>
              <a:gd name="connsiteX256" fmla="*/ 4431236 w 7467600"/>
              <a:gd name="connsiteY256" fmla="*/ 3400954 h 6858000"/>
              <a:gd name="connsiteX257" fmla="*/ 4557150 w 7467600"/>
              <a:gd name="connsiteY257" fmla="*/ 3510023 h 6858000"/>
              <a:gd name="connsiteX258" fmla="*/ 4856936 w 7467600"/>
              <a:gd name="connsiteY258" fmla="*/ 3809146 h 6858000"/>
              <a:gd name="connsiteX259" fmla="*/ 5111996 w 7467600"/>
              <a:gd name="connsiteY259" fmla="*/ 4065759 h 6858000"/>
              <a:gd name="connsiteX260" fmla="*/ 5388878 w 7467600"/>
              <a:gd name="connsiteY260" fmla="*/ 4300185 h 6858000"/>
              <a:gd name="connsiteX261" fmla="*/ 5425556 w 7467600"/>
              <a:gd name="connsiteY261" fmla="*/ 4308967 h 6858000"/>
              <a:gd name="connsiteX262" fmla="*/ 4943646 w 7467600"/>
              <a:gd name="connsiteY262" fmla="*/ 3822916 h 6858000"/>
              <a:gd name="connsiteX263" fmla="*/ 4594837 w 7467600"/>
              <a:gd name="connsiteY263" fmla="*/ 3532274 h 6858000"/>
              <a:gd name="connsiteX264" fmla="*/ 4441737 w 7467600"/>
              <a:gd name="connsiteY264" fmla="*/ 3399734 h 6858000"/>
              <a:gd name="connsiteX265" fmla="*/ 5425834 w 7467600"/>
              <a:gd name="connsiteY265" fmla="*/ 3162785 h 6858000"/>
              <a:gd name="connsiteX266" fmla="*/ 5401644 w 7467600"/>
              <a:gd name="connsiteY266" fmla="*/ 3617847 h 6858000"/>
              <a:gd name="connsiteX267" fmla="*/ 5467256 w 7467600"/>
              <a:gd name="connsiteY267" fmla="*/ 4175494 h 6858000"/>
              <a:gd name="connsiteX268" fmla="*/ 5448069 w 7467600"/>
              <a:gd name="connsiteY268" fmla="*/ 3567554 h 6858000"/>
              <a:gd name="connsiteX269" fmla="*/ 5425834 w 7467600"/>
              <a:gd name="connsiteY269" fmla="*/ 3162785 h 6858000"/>
              <a:gd name="connsiteX270" fmla="*/ 1318687 w 7467600"/>
              <a:gd name="connsiteY270" fmla="*/ 3113840 h 6858000"/>
              <a:gd name="connsiteX271" fmla="*/ 1066793 w 7467600"/>
              <a:gd name="connsiteY271" fmla="*/ 3212171 h 6858000"/>
              <a:gd name="connsiteX272" fmla="*/ 993319 w 7467600"/>
              <a:gd name="connsiteY272" fmla="*/ 3247648 h 6858000"/>
              <a:gd name="connsiteX273" fmla="*/ 853081 w 7467600"/>
              <a:gd name="connsiteY273" fmla="*/ 3312410 h 6858000"/>
              <a:gd name="connsiteX274" fmla="*/ 805957 w 7467600"/>
              <a:gd name="connsiteY274" fmla="*/ 3330443 h 6858000"/>
              <a:gd name="connsiteX275" fmla="*/ 1318687 w 7467600"/>
              <a:gd name="connsiteY275" fmla="*/ 3113840 h 6858000"/>
              <a:gd name="connsiteX276" fmla="*/ 5453702 w 7467600"/>
              <a:gd name="connsiteY276" fmla="*/ 3090882 h 6858000"/>
              <a:gd name="connsiteX277" fmla="*/ 5480135 w 7467600"/>
              <a:gd name="connsiteY277" fmla="*/ 3565802 h 6858000"/>
              <a:gd name="connsiteX278" fmla="*/ 5499023 w 7467600"/>
              <a:gd name="connsiteY278" fmla="*/ 4166310 h 6858000"/>
              <a:gd name="connsiteX279" fmla="*/ 5547022 w 7467600"/>
              <a:gd name="connsiteY279" fmla="*/ 3607838 h 6858000"/>
              <a:gd name="connsiteX280" fmla="*/ 5515964 w 7467600"/>
              <a:gd name="connsiteY280" fmla="*/ 3378541 h 6858000"/>
              <a:gd name="connsiteX281" fmla="*/ 5453702 w 7467600"/>
              <a:gd name="connsiteY281" fmla="*/ 3090882 h 6858000"/>
              <a:gd name="connsiteX282" fmla="*/ 1238695 w 7467600"/>
              <a:gd name="connsiteY282" fmla="*/ 3076820 h 6858000"/>
              <a:gd name="connsiteX283" fmla="*/ 716371 w 7467600"/>
              <a:gd name="connsiteY283" fmla="*/ 3293249 h 6858000"/>
              <a:gd name="connsiteX284" fmla="*/ 579522 w 7467600"/>
              <a:gd name="connsiteY284" fmla="*/ 3371759 h 6858000"/>
              <a:gd name="connsiteX285" fmla="*/ 600288 w 7467600"/>
              <a:gd name="connsiteY285" fmla="*/ 3365555 h 6858000"/>
              <a:gd name="connsiteX286" fmla="*/ 840692 w 7467600"/>
              <a:gd name="connsiteY286" fmla="*/ 3284921 h 6858000"/>
              <a:gd name="connsiteX287" fmla="*/ 979248 w 7467600"/>
              <a:gd name="connsiteY287" fmla="*/ 3221003 h 6858000"/>
              <a:gd name="connsiteX288" fmla="*/ 1053282 w 7467600"/>
              <a:gd name="connsiteY288" fmla="*/ 3185247 h 6858000"/>
              <a:gd name="connsiteX289" fmla="*/ 1320603 w 7467600"/>
              <a:gd name="connsiteY289" fmla="*/ 3081281 h 6858000"/>
              <a:gd name="connsiteX290" fmla="*/ 1238695 w 7467600"/>
              <a:gd name="connsiteY290" fmla="*/ 3076820 h 6858000"/>
              <a:gd name="connsiteX291" fmla="*/ 5425627 w 7467600"/>
              <a:gd name="connsiteY291" fmla="*/ 2954192 h 6858000"/>
              <a:gd name="connsiteX292" fmla="*/ 5470770 w 7467600"/>
              <a:gd name="connsiteY292" fmla="*/ 3005435 h 6858000"/>
              <a:gd name="connsiteX293" fmla="*/ 5519779 w 7467600"/>
              <a:gd name="connsiteY293" fmla="*/ 4359223 h 6858000"/>
              <a:gd name="connsiteX294" fmla="*/ 5520293 w 7467600"/>
              <a:gd name="connsiteY294" fmla="*/ 4360602 h 6858000"/>
              <a:gd name="connsiteX295" fmla="*/ 5767221 w 7467600"/>
              <a:gd name="connsiteY295" fmla="*/ 4665564 h 6858000"/>
              <a:gd name="connsiteX296" fmla="*/ 6937169 w 7467600"/>
              <a:gd name="connsiteY296" fmla="*/ 4815941 h 6858000"/>
              <a:gd name="connsiteX297" fmla="*/ 6953922 w 7467600"/>
              <a:gd name="connsiteY297" fmla="*/ 4890068 h 6858000"/>
              <a:gd name="connsiteX298" fmla="*/ 6071359 w 7467600"/>
              <a:gd name="connsiteY298" fmla="*/ 4770770 h 6858000"/>
              <a:gd name="connsiteX299" fmla="*/ 6038839 w 7467600"/>
              <a:gd name="connsiteY299" fmla="*/ 4764474 h 6858000"/>
              <a:gd name="connsiteX300" fmla="*/ 6038706 w 7467600"/>
              <a:gd name="connsiteY300" fmla="*/ 4763847 h 6858000"/>
              <a:gd name="connsiteX301" fmla="*/ 6037784 w 7467600"/>
              <a:gd name="connsiteY301" fmla="*/ 4764270 h 6858000"/>
              <a:gd name="connsiteX302" fmla="*/ 6038839 w 7467600"/>
              <a:gd name="connsiteY302" fmla="*/ 4764474 h 6858000"/>
              <a:gd name="connsiteX303" fmla="*/ 6040338 w 7467600"/>
              <a:gd name="connsiteY303" fmla="*/ 4771418 h 6858000"/>
              <a:gd name="connsiteX304" fmla="*/ 6024488 w 7467600"/>
              <a:gd name="connsiteY304" fmla="*/ 4809903 h 6858000"/>
              <a:gd name="connsiteX305" fmla="*/ 5599771 w 7467600"/>
              <a:gd name="connsiteY305" fmla="*/ 5509652 h 6858000"/>
              <a:gd name="connsiteX306" fmla="*/ 5548843 w 7467600"/>
              <a:gd name="connsiteY306" fmla="*/ 5563845 h 6858000"/>
              <a:gd name="connsiteX307" fmla="*/ 5940952 w 7467600"/>
              <a:gd name="connsiteY307" fmla="*/ 6250028 h 6858000"/>
              <a:gd name="connsiteX308" fmla="*/ 6043441 w 7467600"/>
              <a:gd name="connsiteY308" fmla="*/ 6665847 h 6858000"/>
              <a:gd name="connsiteX309" fmla="*/ 6093432 w 7467600"/>
              <a:gd name="connsiteY309" fmla="*/ 6858000 h 6858000"/>
              <a:gd name="connsiteX310" fmla="*/ 6034344 w 7467600"/>
              <a:gd name="connsiteY310" fmla="*/ 6858000 h 6858000"/>
              <a:gd name="connsiteX311" fmla="*/ 6026679 w 7467600"/>
              <a:gd name="connsiteY311" fmla="*/ 6836959 h 6858000"/>
              <a:gd name="connsiteX312" fmla="*/ 5800441 w 7467600"/>
              <a:gd name="connsiteY312" fmla="*/ 6335286 h 6858000"/>
              <a:gd name="connsiteX313" fmla="*/ 5526562 w 7467600"/>
              <a:gd name="connsiteY313" fmla="*/ 5705388 h 6858000"/>
              <a:gd name="connsiteX314" fmla="*/ 5519640 w 7467600"/>
              <a:gd name="connsiteY314" fmla="*/ 5683774 h 6858000"/>
              <a:gd name="connsiteX315" fmla="*/ 5844559 w 7467600"/>
              <a:gd name="connsiteY315" fmla="*/ 6553349 h 6858000"/>
              <a:gd name="connsiteX316" fmla="*/ 5975994 w 7467600"/>
              <a:gd name="connsiteY316" fmla="*/ 6858000 h 6858000"/>
              <a:gd name="connsiteX317" fmla="*/ 5898547 w 7467600"/>
              <a:gd name="connsiteY317" fmla="*/ 6858000 h 6858000"/>
              <a:gd name="connsiteX318" fmla="*/ 5682041 w 7467600"/>
              <a:gd name="connsiteY318" fmla="*/ 6355860 h 6858000"/>
              <a:gd name="connsiteX319" fmla="*/ 5461758 w 7467600"/>
              <a:gd name="connsiteY319" fmla="*/ 5820220 h 6858000"/>
              <a:gd name="connsiteX320" fmla="*/ 5237282 w 7467600"/>
              <a:gd name="connsiteY320" fmla="*/ 6579086 h 6858000"/>
              <a:gd name="connsiteX321" fmla="*/ 5115009 w 7467600"/>
              <a:gd name="connsiteY321" fmla="*/ 6858000 h 6858000"/>
              <a:gd name="connsiteX322" fmla="*/ 5028074 w 7467600"/>
              <a:gd name="connsiteY322" fmla="*/ 6858000 h 6858000"/>
              <a:gd name="connsiteX323" fmla="*/ 5079508 w 7467600"/>
              <a:gd name="connsiteY323" fmla="*/ 6749074 h 6858000"/>
              <a:gd name="connsiteX324" fmla="*/ 5371846 w 7467600"/>
              <a:gd name="connsiteY324" fmla="*/ 5924413 h 6858000"/>
              <a:gd name="connsiteX325" fmla="*/ 5270512 w 7467600"/>
              <a:gd name="connsiteY325" fmla="*/ 6138975 h 6858000"/>
              <a:gd name="connsiteX326" fmla="*/ 5062409 w 7467600"/>
              <a:gd name="connsiteY326" fmla="*/ 6653544 h 6858000"/>
              <a:gd name="connsiteX327" fmla="*/ 5036628 w 7467600"/>
              <a:gd name="connsiteY327" fmla="*/ 6754247 h 6858000"/>
              <a:gd name="connsiteX328" fmla="*/ 5009112 w 7467600"/>
              <a:gd name="connsiteY328" fmla="*/ 6858000 h 6858000"/>
              <a:gd name="connsiteX329" fmla="*/ 4976679 w 7467600"/>
              <a:gd name="connsiteY329" fmla="*/ 6858000 h 6858000"/>
              <a:gd name="connsiteX330" fmla="*/ 5006537 w 7467600"/>
              <a:gd name="connsiteY330" fmla="*/ 6747068 h 6858000"/>
              <a:gd name="connsiteX331" fmla="*/ 5032723 w 7467600"/>
              <a:gd name="connsiteY331" fmla="*/ 6644957 h 6858000"/>
              <a:gd name="connsiteX332" fmla="*/ 5242949 w 7467600"/>
              <a:gd name="connsiteY332" fmla="*/ 6125175 h 6858000"/>
              <a:gd name="connsiteX333" fmla="*/ 5286321 w 7467600"/>
              <a:gd name="connsiteY333" fmla="*/ 6033555 h 6858000"/>
              <a:gd name="connsiteX334" fmla="*/ 5008210 w 7467600"/>
              <a:gd name="connsiteY334" fmla="*/ 6649194 h 6858000"/>
              <a:gd name="connsiteX335" fmla="*/ 4986321 w 7467600"/>
              <a:gd name="connsiteY335" fmla="*/ 6765687 h 6858000"/>
              <a:gd name="connsiteX336" fmla="*/ 4973474 w 7467600"/>
              <a:gd name="connsiteY336" fmla="*/ 6858000 h 6858000"/>
              <a:gd name="connsiteX337" fmla="*/ 4907178 w 7467600"/>
              <a:gd name="connsiteY337" fmla="*/ 6858000 h 6858000"/>
              <a:gd name="connsiteX338" fmla="*/ 4910810 w 7467600"/>
              <a:gd name="connsiteY338" fmla="*/ 6829660 h 6858000"/>
              <a:gd name="connsiteX339" fmla="*/ 4987461 w 7467600"/>
              <a:gd name="connsiteY339" fmla="*/ 6432994 h 6858000"/>
              <a:gd name="connsiteX340" fmla="*/ 5179262 w 7467600"/>
              <a:gd name="connsiteY340" fmla="*/ 6035044 h 6858000"/>
              <a:gd name="connsiteX341" fmla="*/ 4689678 w 7467600"/>
              <a:gd name="connsiteY341" fmla="*/ 6440241 h 6858000"/>
              <a:gd name="connsiteX342" fmla="*/ 4477543 w 7467600"/>
              <a:gd name="connsiteY342" fmla="*/ 6674836 h 6858000"/>
              <a:gd name="connsiteX343" fmla="*/ 4329957 w 7467600"/>
              <a:gd name="connsiteY343" fmla="*/ 6858000 h 6858000"/>
              <a:gd name="connsiteX344" fmla="*/ 4218595 w 7467600"/>
              <a:gd name="connsiteY344" fmla="*/ 6858000 h 6858000"/>
              <a:gd name="connsiteX345" fmla="*/ 4368888 w 7467600"/>
              <a:gd name="connsiteY345" fmla="*/ 6668412 h 6858000"/>
              <a:gd name="connsiteX346" fmla="*/ 4563091 w 7467600"/>
              <a:gd name="connsiteY346" fmla="*/ 6442508 h 6858000"/>
              <a:gd name="connsiteX347" fmla="*/ 5387324 w 7467600"/>
              <a:gd name="connsiteY347" fmla="*/ 5705830 h 6858000"/>
              <a:gd name="connsiteX348" fmla="*/ 5073620 w 7467600"/>
              <a:gd name="connsiteY348" fmla="*/ 5955437 h 6858000"/>
              <a:gd name="connsiteX349" fmla="*/ 4689789 w 7467600"/>
              <a:gd name="connsiteY349" fmla="*/ 6268382 h 6858000"/>
              <a:gd name="connsiteX350" fmla="*/ 4418722 w 7467600"/>
              <a:gd name="connsiteY350" fmla="*/ 6570886 h 6858000"/>
              <a:gd name="connsiteX351" fmla="*/ 4214944 w 7467600"/>
              <a:gd name="connsiteY351" fmla="*/ 6858000 h 6858000"/>
              <a:gd name="connsiteX352" fmla="*/ 4177898 w 7467600"/>
              <a:gd name="connsiteY352" fmla="*/ 6858000 h 6858000"/>
              <a:gd name="connsiteX353" fmla="*/ 4391597 w 7467600"/>
              <a:gd name="connsiteY353" fmla="*/ 6556370 h 6858000"/>
              <a:gd name="connsiteX354" fmla="*/ 4668889 w 7467600"/>
              <a:gd name="connsiteY354" fmla="*/ 6246399 h 6858000"/>
              <a:gd name="connsiteX355" fmla="*/ 5055427 w 7467600"/>
              <a:gd name="connsiteY355" fmla="*/ 5931476 h 6858000"/>
              <a:gd name="connsiteX356" fmla="*/ 5371814 w 7467600"/>
              <a:gd name="connsiteY356" fmla="*/ 5678975 h 6858000"/>
              <a:gd name="connsiteX357" fmla="*/ 4987918 w 7467600"/>
              <a:gd name="connsiteY357" fmla="*/ 5838701 h 6858000"/>
              <a:gd name="connsiteX358" fmla="*/ 4317146 w 7467600"/>
              <a:gd name="connsiteY358" fmla="*/ 6587716 h 6858000"/>
              <a:gd name="connsiteX359" fmla="*/ 4171627 w 7467600"/>
              <a:gd name="connsiteY359" fmla="*/ 6858000 h 6858000"/>
              <a:gd name="connsiteX360" fmla="*/ 4081585 w 7467600"/>
              <a:gd name="connsiteY360" fmla="*/ 6858000 h 6858000"/>
              <a:gd name="connsiteX361" fmla="*/ 4238603 w 7467600"/>
              <a:gd name="connsiteY361" fmla="*/ 6559341 h 6858000"/>
              <a:gd name="connsiteX362" fmla="*/ 4778333 w 7467600"/>
              <a:gd name="connsiteY362" fmla="*/ 5873626 h 6858000"/>
              <a:gd name="connsiteX363" fmla="*/ 5414185 w 7467600"/>
              <a:gd name="connsiteY363" fmla="*/ 5573882 h 6858000"/>
              <a:gd name="connsiteX364" fmla="*/ 5959648 w 7467600"/>
              <a:gd name="connsiteY364" fmla="*/ 4760797 h 6858000"/>
              <a:gd name="connsiteX365" fmla="*/ 5355019 w 7467600"/>
              <a:gd name="connsiteY365" fmla="*/ 4734672 h 6858000"/>
              <a:gd name="connsiteX366" fmla="*/ 5083565 w 7467600"/>
              <a:gd name="connsiteY366" fmla="*/ 5179121 h 6858000"/>
              <a:gd name="connsiteX367" fmla="*/ 4713577 w 7467600"/>
              <a:gd name="connsiteY367" fmla="*/ 5616803 h 6858000"/>
              <a:gd name="connsiteX368" fmla="*/ 3989559 w 7467600"/>
              <a:gd name="connsiteY368" fmla="*/ 6145945 h 6858000"/>
              <a:gd name="connsiteX369" fmla="*/ 3939824 w 7467600"/>
              <a:gd name="connsiteY369" fmla="*/ 6066900 h 6858000"/>
              <a:gd name="connsiteX370" fmla="*/ 4584537 w 7467600"/>
              <a:gd name="connsiteY370" fmla="*/ 5324826 h 6858000"/>
              <a:gd name="connsiteX371" fmla="*/ 5037105 w 7467600"/>
              <a:gd name="connsiteY371" fmla="*/ 5088765 h 6858000"/>
              <a:gd name="connsiteX372" fmla="*/ 5039930 w 7467600"/>
              <a:gd name="connsiteY372" fmla="*/ 5089585 h 6858000"/>
              <a:gd name="connsiteX373" fmla="*/ 5263764 w 7467600"/>
              <a:gd name="connsiteY373" fmla="*/ 4735525 h 6858000"/>
              <a:gd name="connsiteX374" fmla="*/ 4086300 w 7467600"/>
              <a:gd name="connsiteY374" fmla="*/ 4884599 h 6858000"/>
              <a:gd name="connsiteX375" fmla="*/ 4085485 w 7467600"/>
              <a:gd name="connsiteY375" fmla="*/ 4899070 h 6858000"/>
              <a:gd name="connsiteX376" fmla="*/ 3871915 w 7467600"/>
              <a:gd name="connsiteY376" fmla="*/ 5253645 h 6858000"/>
              <a:gd name="connsiteX377" fmla="*/ 3799374 w 7467600"/>
              <a:gd name="connsiteY377" fmla="*/ 5466127 h 6858000"/>
              <a:gd name="connsiteX378" fmla="*/ 3498850 w 7467600"/>
              <a:gd name="connsiteY378" fmla="*/ 6661888 h 6858000"/>
              <a:gd name="connsiteX379" fmla="*/ 3399216 w 7467600"/>
              <a:gd name="connsiteY379" fmla="*/ 6858000 h 6858000"/>
              <a:gd name="connsiteX380" fmla="*/ 3303688 w 7467600"/>
              <a:gd name="connsiteY380" fmla="*/ 6858000 h 6858000"/>
              <a:gd name="connsiteX381" fmla="*/ 3391774 w 7467600"/>
              <a:gd name="connsiteY381" fmla="*/ 6697181 h 6858000"/>
              <a:gd name="connsiteX382" fmla="*/ 3735540 w 7467600"/>
              <a:gd name="connsiteY382" fmla="*/ 5546923 h 6858000"/>
              <a:gd name="connsiteX383" fmla="*/ 3729438 w 7467600"/>
              <a:gd name="connsiteY383" fmla="*/ 5569058 h 6858000"/>
              <a:gd name="connsiteX384" fmla="*/ 3707782 w 7467600"/>
              <a:gd name="connsiteY384" fmla="*/ 5644908 h 6858000"/>
              <a:gd name="connsiteX385" fmla="*/ 3583827 w 7467600"/>
              <a:gd name="connsiteY385" fmla="*/ 6039215 h 6858000"/>
              <a:gd name="connsiteX386" fmla="*/ 3547861 w 7467600"/>
              <a:gd name="connsiteY386" fmla="*/ 6129609 h 6858000"/>
              <a:gd name="connsiteX387" fmla="*/ 3490905 w 7467600"/>
              <a:gd name="connsiteY387" fmla="*/ 6277660 h 6858000"/>
              <a:gd name="connsiteX388" fmla="*/ 3455859 w 7467600"/>
              <a:gd name="connsiteY388" fmla="*/ 6391301 h 6858000"/>
              <a:gd name="connsiteX389" fmla="*/ 3429112 w 7467600"/>
              <a:gd name="connsiteY389" fmla="*/ 6479469 h 6858000"/>
              <a:gd name="connsiteX390" fmla="*/ 3304862 w 7467600"/>
              <a:gd name="connsiteY390" fmla="*/ 6796476 h 6858000"/>
              <a:gd name="connsiteX391" fmla="*/ 3276071 w 7467600"/>
              <a:gd name="connsiteY391" fmla="*/ 6858000 h 6858000"/>
              <a:gd name="connsiteX392" fmla="*/ 3240805 w 7467600"/>
              <a:gd name="connsiteY392" fmla="*/ 6858000 h 6858000"/>
              <a:gd name="connsiteX393" fmla="*/ 3275917 w 7467600"/>
              <a:gd name="connsiteY393" fmla="*/ 6783192 h 6858000"/>
              <a:gd name="connsiteX394" fmla="*/ 3399358 w 7467600"/>
              <a:gd name="connsiteY394" fmla="*/ 6469011 h 6858000"/>
              <a:gd name="connsiteX395" fmla="*/ 3425650 w 7467600"/>
              <a:gd name="connsiteY395" fmla="*/ 6381333 h 6858000"/>
              <a:gd name="connsiteX396" fmla="*/ 3460661 w 7467600"/>
              <a:gd name="connsiteY396" fmla="*/ 6266763 h 6858000"/>
              <a:gd name="connsiteX397" fmla="*/ 3518021 w 7467600"/>
              <a:gd name="connsiteY397" fmla="*/ 6117298 h 6858000"/>
              <a:gd name="connsiteX398" fmla="*/ 3554035 w 7467600"/>
              <a:gd name="connsiteY398" fmla="*/ 6027832 h 6858000"/>
              <a:gd name="connsiteX399" fmla="*/ 3677174 w 7467600"/>
              <a:gd name="connsiteY399" fmla="*/ 5636351 h 6858000"/>
              <a:gd name="connsiteX400" fmla="*/ 3698819 w 7467600"/>
              <a:gd name="connsiteY400" fmla="*/ 5560503 h 6858000"/>
              <a:gd name="connsiteX401" fmla="*/ 3702094 w 7467600"/>
              <a:gd name="connsiteY401" fmla="*/ 5549194 h 6858000"/>
              <a:gd name="connsiteX402" fmla="*/ 3398355 w 7467600"/>
              <a:gd name="connsiteY402" fmla="*/ 6094603 h 6858000"/>
              <a:gd name="connsiteX403" fmla="*/ 3193941 w 7467600"/>
              <a:gd name="connsiteY403" fmla="*/ 6798775 h 6858000"/>
              <a:gd name="connsiteX404" fmla="*/ 3184140 w 7467600"/>
              <a:gd name="connsiteY404" fmla="*/ 6858000 h 6858000"/>
              <a:gd name="connsiteX405" fmla="*/ 3099978 w 7467600"/>
              <a:gd name="connsiteY405" fmla="*/ 6858000 h 6858000"/>
              <a:gd name="connsiteX406" fmla="*/ 3101556 w 7467600"/>
              <a:gd name="connsiteY406" fmla="*/ 6843337 h 6858000"/>
              <a:gd name="connsiteX407" fmla="*/ 3370162 w 7467600"/>
              <a:gd name="connsiteY407" fmla="*/ 5785550 h 6858000"/>
              <a:gd name="connsiteX408" fmla="*/ 3746477 w 7467600"/>
              <a:gd name="connsiteY408" fmla="*/ 5377889 h 6858000"/>
              <a:gd name="connsiteX409" fmla="*/ 3863399 w 7467600"/>
              <a:gd name="connsiteY409" fmla="*/ 5087257 h 6858000"/>
              <a:gd name="connsiteX410" fmla="*/ 3968712 w 7467600"/>
              <a:gd name="connsiteY410" fmla="*/ 4913989 h 6858000"/>
              <a:gd name="connsiteX411" fmla="*/ 2792390 w 7467600"/>
              <a:gd name="connsiteY411" fmla="*/ 5382974 h 6858000"/>
              <a:gd name="connsiteX412" fmla="*/ 2714982 w 7467600"/>
              <a:gd name="connsiteY412" fmla="*/ 5427051 h 6858000"/>
              <a:gd name="connsiteX413" fmla="*/ 2813361 w 7467600"/>
              <a:gd name="connsiteY413" fmla="*/ 6023912 h 6858000"/>
              <a:gd name="connsiteX414" fmla="*/ 2688430 w 7467600"/>
              <a:gd name="connsiteY414" fmla="*/ 6801564 h 6858000"/>
              <a:gd name="connsiteX415" fmla="*/ 2629626 w 7467600"/>
              <a:gd name="connsiteY415" fmla="*/ 6763394 h 6858000"/>
              <a:gd name="connsiteX416" fmla="*/ 2565328 w 7467600"/>
              <a:gd name="connsiteY416" fmla="*/ 5516399 h 6858000"/>
              <a:gd name="connsiteX417" fmla="*/ 1922999 w 7467600"/>
              <a:gd name="connsiteY417" fmla="*/ 5980343 h 6858000"/>
              <a:gd name="connsiteX418" fmla="*/ 1950261 w 7467600"/>
              <a:gd name="connsiteY418" fmla="*/ 6405858 h 6858000"/>
              <a:gd name="connsiteX419" fmla="*/ 2365554 w 7467600"/>
              <a:gd name="connsiteY419" fmla="*/ 6759107 h 6858000"/>
              <a:gd name="connsiteX420" fmla="*/ 2424142 w 7467600"/>
              <a:gd name="connsiteY420" fmla="*/ 6858000 h 6858000"/>
              <a:gd name="connsiteX421" fmla="*/ 2395994 w 7467600"/>
              <a:gd name="connsiteY421" fmla="*/ 6858000 h 6858000"/>
              <a:gd name="connsiteX422" fmla="*/ 2392863 w 7467600"/>
              <a:gd name="connsiteY422" fmla="*/ 6852964 h 6858000"/>
              <a:gd name="connsiteX423" fmla="*/ 2017589 w 7467600"/>
              <a:gd name="connsiteY423" fmla="*/ 6493982 h 6858000"/>
              <a:gd name="connsiteX424" fmla="*/ 2147336 w 7467600"/>
              <a:gd name="connsiteY424" fmla="*/ 6594052 h 6858000"/>
              <a:gd name="connsiteX425" fmla="*/ 2207047 w 7467600"/>
              <a:gd name="connsiteY425" fmla="*/ 6654540 h 6858000"/>
              <a:gd name="connsiteX426" fmla="*/ 2299106 w 7467600"/>
              <a:gd name="connsiteY426" fmla="*/ 6778931 h 6858000"/>
              <a:gd name="connsiteX427" fmla="*/ 2314430 w 7467600"/>
              <a:gd name="connsiteY427" fmla="*/ 6801144 h 6858000"/>
              <a:gd name="connsiteX428" fmla="*/ 2352406 w 7467600"/>
              <a:gd name="connsiteY428" fmla="*/ 6858000 h 6858000"/>
              <a:gd name="connsiteX429" fmla="*/ 2314492 w 7467600"/>
              <a:gd name="connsiteY429" fmla="*/ 6858000 h 6858000"/>
              <a:gd name="connsiteX430" fmla="*/ 2288095 w 7467600"/>
              <a:gd name="connsiteY430" fmla="*/ 6818030 h 6858000"/>
              <a:gd name="connsiteX431" fmla="*/ 2272768 w 7467600"/>
              <a:gd name="connsiteY431" fmla="*/ 6795822 h 6858000"/>
              <a:gd name="connsiteX432" fmla="*/ 2182715 w 7467600"/>
              <a:gd name="connsiteY432" fmla="*/ 6675071 h 6858000"/>
              <a:gd name="connsiteX433" fmla="*/ 2032061 w 7467600"/>
              <a:gd name="connsiteY433" fmla="*/ 6541380 h 6858000"/>
              <a:gd name="connsiteX434" fmla="*/ 2257220 w 7467600"/>
              <a:gd name="connsiteY434" fmla="*/ 6826257 h 6858000"/>
              <a:gd name="connsiteX435" fmla="*/ 2281324 w 7467600"/>
              <a:gd name="connsiteY435" fmla="*/ 6858000 h 6858000"/>
              <a:gd name="connsiteX436" fmla="*/ 2242860 w 7467600"/>
              <a:gd name="connsiteY436" fmla="*/ 6858000 h 6858000"/>
              <a:gd name="connsiteX437" fmla="*/ 2232818 w 7467600"/>
              <a:gd name="connsiteY437" fmla="*/ 6844926 h 6858000"/>
              <a:gd name="connsiteX438" fmla="*/ 1990172 w 7467600"/>
              <a:gd name="connsiteY438" fmla="*/ 6542121 h 6858000"/>
              <a:gd name="connsiteX439" fmla="*/ 2124090 w 7467600"/>
              <a:gd name="connsiteY439" fmla="*/ 6761017 h 6858000"/>
              <a:gd name="connsiteX440" fmla="*/ 2200380 w 7467600"/>
              <a:gd name="connsiteY440" fmla="*/ 6858000 h 6858000"/>
              <a:gd name="connsiteX441" fmla="*/ 2147507 w 7467600"/>
              <a:gd name="connsiteY441" fmla="*/ 6858000 h 6858000"/>
              <a:gd name="connsiteX442" fmla="*/ 2070668 w 7467600"/>
              <a:gd name="connsiteY442" fmla="*/ 6761520 h 6858000"/>
              <a:gd name="connsiteX443" fmla="*/ 1975142 w 7467600"/>
              <a:gd name="connsiteY443" fmla="*/ 6585570 h 6858000"/>
              <a:gd name="connsiteX444" fmla="*/ 2050035 w 7467600"/>
              <a:gd name="connsiteY444" fmla="*/ 6813345 h 6858000"/>
              <a:gd name="connsiteX445" fmla="*/ 2063025 w 7467600"/>
              <a:gd name="connsiteY445" fmla="*/ 6858000 h 6858000"/>
              <a:gd name="connsiteX446" fmla="*/ 2021675 w 7467600"/>
              <a:gd name="connsiteY446" fmla="*/ 6858000 h 6858000"/>
              <a:gd name="connsiteX447" fmla="*/ 2019308 w 7467600"/>
              <a:gd name="connsiteY447" fmla="*/ 6847118 h 6858000"/>
              <a:gd name="connsiteX448" fmla="*/ 1938835 w 7467600"/>
              <a:gd name="connsiteY448" fmla="*/ 6551160 h 6858000"/>
              <a:gd name="connsiteX449" fmla="*/ 1953230 w 7467600"/>
              <a:gd name="connsiteY449" fmla="*/ 6759699 h 6858000"/>
              <a:gd name="connsiteX450" fmla="*/ 1956763 w 7467600"/>
              <a:gd name="connsiteY450" fmla="*/ 6778191 h 6858000"/>
              <a:gd name="connsiteX451" fmla="*/ 1967925 w 7467600"/>
              <a:gd name="connsiteY451" fmla="*/ 6858000 h 6858000"/>
              <a:gd name="connsiteX452" fmla="*/ 1936622 w 7467600"/>
              <a:gd name="connsiteY452" fmla="*/ 6858000 h 6858000"/>
              <a:gd name="connsiteX453" fmla="*/ 1926261 w 7467600"/>
              <a:gd name="connsiteY453" fmla="*/ 6784064 h 6858000"/>
              <a:gd name="connsiteX454" fmla="*/ 1922724 w 7467600"/>
              <a:gd name="connsiteY454" fmla="*/ 6765577 h 6858000"/>
              <a:gd name="connsiteX455" fmla="*/ 1904650 w 7467600"/>
              <a:gd name="connsiteY455" fmla="*/ 6639616 h 6858000"/>
              <a:gd name="connsiteX456" fmla="*/ 1885273 w 7467600"/>
              <a:gd name="connsiteY456" fmla="*/ 6858000 h 6858000"/>
              <a:gd name="connsiteX457" fmla="*/ 1854363 w 7467600"/>
              <a:gd name="connsiteY457" fmla="*/ 6858000 h 6858000"/>
              <a:gd name="connsiteX458" fmla="*/ 1880391 w 7467600"/>
              <a:gd name="connsiteY458" fmla="*/ 6603796 h 6858000"/>
              <a:gd name="connsiteX459" fmla="*/ 1818273 w 7467600"/>
              <a:gd name="connsiteY459" fmla="*/ 6715729 h 6858000"/>
              <a:gd name="connsiteX460" fmla="*/ 1794691 w 7467600"/>
              <a:gd name="connsiteY460" fmla="*/ 6843239 h 6858000"/>
              <a:gd name="connsiteX461" fmla="*/ 1794914 w 7467600"/>
              <a:gd name="connsiteY461" fmla="*/ 6858000 h 6858000"/>
              <a:gd name="connsiteX462" fmla="*/ 1746128 w 7467600"/>
              <a:gd name="connsiteY462" fmla="*/ 6858000 h 6858000"/>
              <a:gd name="connsiteX463" fmla="*/ 1753934 w 7467600"/>
              <a:gd name="connsiteY463" fmla="*/ 6724796 h 6858000"/>
              <a:gd name="connsiteX464" fmla="*/ 1792053 w 7467600"/>
              <a:gd name="connsiteY464" fmla="*/ 6572396 h 6858000"/>
              <a:gd name="connsiteX465" fmla="*/ 1862248 w 7467600"/>
              <a:gd name="connsiteY465" fmla="*/ 6266397 h 6858000"/>
              <a:gd name="connsiteX466" fmla="*/ 1862250 w 7467600"/>
              <a:gd name="connsiteY466" fmla="*/ 6033531 h 6858000"/>
              <a:gd name="connsiteX467" fmla="*/ 1211999 w 7467600"/>
              <a:gd name="connsiteY467" fmla="*/ 6683610 h 6858000"/>
              <a:gd name="connsiteX468" fmla="*/ 1213266 w 7467600"/>
              <a:gd name="connsiteY468" fmla="*/ 6691947 h 6858000"/>
              <a:gd name="connsiteX469" fmla="*/ 1203370 w 7467600"/>
              <a:gd name="connsiteY469" fmla="*/ 6850676 h 6858000"/>
              <a:gd name="connsiteX470" fmla="*/ 1203671 w 7467600"/>
              <a:gd name="connsiteY470" fmla="*/ 6858000 h 6858000"/>
              <a:gd name="connsiteX471" fmla="*/ 1143180 w 7467600"/>
              <a:gd name="connsiteY471" fmla="*/ 6858000 h 6858000"/>
              <a:gd name="connsiteX472" fmla="*/ 1142176 w 7467600"/>
              <a:gd name="connsiteY472" fmla="*/ 6766045 h 6858000"/>
              <a:gd name="connsiteX473" fmla="*/ 1067484 w 7467600"/>
              <a:gd name="connsiteY473" fmla="*/ 6858000 h 6858000"/>
              <a:gd name="connsiteX474" fmla="*/ 953928 w 7467600"/>
              <a:gd name="connsiteY474" fmla="*/ 6858000 h 6858000"/>
              <a:gd name="connsiteX475" fmla="*/ 959715 w 7467600"/>
              <a:gd name="connsiteY475" fmla="*/ 6850185 h 6858000"/>
              <a:gd name="connsiteX476" fmla="*/ 1483788 w 7467600"/>
              <a:gd name="connsiteY476" fmla="*/ 6259174 h 6858000"/>
              <a:gd name="connsiteX477" fmla="*/ 1100671 w 7467600"/>
              <a:gd name="connsiteY477" fmla="*/ 6252137 h 6858000"/>
              <a:gd name="connsiteX478" fmla="*/ 1090144 w 7467600"/>
              <a:gd name="connsiteY478" fmla="*/ 6256748 h 6858000"/>
              <a:gd name="connsiteX479" fmla="*/ 1095872 w 7467600"/>
              <a:gd name="connsiteY479" fmla="*/ 6271892 h 6858000"/>
              <a:gd name="connsiteX480" fmla="*/ 262785 w 7467600"/>
              <a:gd name="connsiteY480" fmla="*/ 6845450 h 6858000"/>
              <a:gd name="connsiteX481" fmla="*/ 209968 w 7467600"/>
              <a:gd name="connsiteY481" fmla="*/ 6770713 h 6858000"/>
              <a:gd name="connsiteX482" fmla="*/ 873460 w 7467600"/>
              <a:gd name="connsiteY482" fmla="*/ 6253768 h 6858000"/>
              <a:gd name="connsiteX483" fmla="*/ 192686 w 7467600"/>
              <a:gd name="connsiteY483" fmla="*/ 5849257 h 6858000"/>
              <a:gd name="connsiteX484" fmla="*/ 4696 w 7467600"/>
              <a:gd name="connsiteY484" fmla="*/ 5697668 h 6858000"/>
              <a:gd name="connsiteX485" fmla="*/ 0 w 7467600"/>
              <a:gd name="connsiteY485" fmla="*/ 5689984 h 6858000"/>
              <a:gd name="connsiteX486" fmla="*/ 0 w 7467600"/>
              <a:gd name="connsiteY486" fmla="*/ 5513472 h 6858000"/>
              <a:gd name="connsiteX487" fmla="*/ 174101 w 7467600"/>
              <a:gd name="connsiteY487" fmla="*/ 5620277 h 6858000"/>
              <a:gd name="connsiteX488" fmla="*/ 891800 w 7467600"/>
              <a:gd name="connsiteY488" fmla="*/ 6036935 h 6858000"/>
              <a:gd name="connsiteX489" fmla="*/ 1072219 w 7467600"/>
              <a:gd name="connsiteY489" fmla="*/ 6169443 h 6858000"/>
              <a:gd name="connsiteX490" fmla="*/ 1074117 w 7467600"/>
              <a:gd name="connsiteY490" fmla="*/ 6170301 h 6858000"/>
              <a:gd name="connsiteX491" fmla="*/ 1083114 w 7467600"/>
              <a:gd name="connsiteY491" fmla="*/ 6174131 h 6858000"/>
              <a:gd name="connsiteX492" fmla="*/ 1543010 w 7467600"/>
              <a:gd name="connsiteY492" fmla="*/ 6191140 h 6858000"/>
              <a:gd name="connsiteX493" fmla="*/ 1551080 w 7467600"/>
              <a:gd name="connsiteY493" fmla="*/ 6195006 h 6858000"/>
              <a:gd name="connsiteX494" fmla="*/ 2345443 w 7467600"/>
              <a:gd name="connsiteY494" fmla="*/ 5549882 h 6858000"/>
              <a:gd name="connsiteX495" fmla="*/ 1721499 w 7467600"/>
              <a:gd name="connsiteY495" fmla="*/ 5599969 h 6858000"/>
              <a:gd name="connsiteX496" fmla="*/ 767716 w 7467600"/>
              <a:gd name="connsiteY496" fmla="*/ 5472768 h 6858000"/>
              <a:gd name="connsiteX497" fmla="*/ 722147 w 7467600"/>
              <a:gd name="connsiteY497" fmla="*/ 5393091 h 6858000"/>
              <a:gd name="connsiteX498" fmla="*/ 1485552 w 7467600"/>
              <a:gd name="connsiteY498" fmla="*/ 5313202 h 6858000"/>
              <a:gd name="connsiteX499" fmla="*/ 2143004 w 7467600"/>
              <a:gd name="connsiteY499" fmla="*/ 5402420 h 6858000"/>
              <a:gd name="connsiteX500" fmla="*/ 1933391 w 7467600"/>
              <a:gd name="connsiteY500" fmla="*/ 5156971 h 6858000"/>
              <a:gd name="connsiteX501" fmla="*/ 1827118 w 7467600"/>
              <a:gd name="connsiteY501" fmla="*/ 4968410 h 6858000"/>
              <a:gd name="connsiteX502" fmla="*/ 1837349 w 7467600"/>
              <a:gd name="connsiteY502" fmla="*/ 4956357 h 6858000"/>
              <a:gd name="connsiteX503" fmla="*/ 2162835 w 7467600"/>
              <a:gd name="connsiteY503" fmla="*/ 5187853 h 6858000"/>
              <a:gd name="connsiteX504" fmla="*/ 2257167 w 7467600"/>
              <a:gd name="connsiteY504" fmla="*/ 5462123 h 6858000"/>
              <a:gd name="connsiteX505" fmla="*/ 2261598 w 7467600"/>
              <a:gd name="connsiteY505" fmla="*/ 5467998 h 6858000"/>
              <a:gd name="connsiteX506" fmla="*/ 2437177 w 7467600"/>
              <a:gd name="connsiteY506" fmla="*/ 5479608 h 6858000"/>
              <a:gd name="connsiteX507" fmla="*/ 2445247 w 7467600"/>
              <a:gd name="connsiteY507" fmla="*/ 5483476 h 6858000"/>
              <a:gd name="connsiteX508" fmla="*/ 2743626 w 7467600"/>
              <a:gd name="connsiteY508" fmla="*/ 5304819 h 6858000"/>
              <a:gd name="connsiteX509" fmla="*/ 3048102 w 7467600"/>
              <a:gd name="connsiteY509" fmla="*/ 5150595 h 6858000"/>
              <a:gd name="connsiteX510" fmla="*/ 1799414 w 7467600"/>
              <a:gd name="connsiteY510" fmla="*/ 4694732 h 6858000"/>
              <a:gd name="connsiteX511" fmla="*/ 1771735 w 7467600"/>
              <a:gd name="connsiteY511" fmla="*/ 4619929 h 6858000"/>
              <a:gd name="connsiteX512" fmla="*/ 3104273 w 7467600"/>
              <a:gd name="connsiteY512" fmla="*/ 5076159 h 6858000"/>
              <a:gd name="connsiteX513" fmla="*/ 3113245 w 7467600"/>
              <a:gd name="connsiteY513" fmla="*/ 5090705 h 6858000"/>
              <a:gd name="connsiteX514" fmla="*/ 3126294 w 7467600"/>
              <a:gd name="connsiteY514" fmla="*/ 5114400 h 6858000"/>
              <a:gd name="connsiteX515" fmla="*/ 3937433 w 7467600"/>
              <a:gd name="connsiteY515" fmla="*/ 4830473 h 6858000"/>
              <a:gd name="connsiteX516" fmla="*/ 3590475 w 7467600"/>
              <a:gd name="connsiteY516" fmla="*/ 4597974 h 6858000"/>
              <a:gd name="connsiteX517" fmla="*/ 3100264 w 7467600"/>
              <a:gd name="connsiteY517" fmla="*/ 4579845 h 6858000"/>
              <a:gd name="connsiteX518" fmla="*/ 2183576 w 7467600"/>
              <a:gd name="connsiteY518" fmla="*/ 4227150 h 6858000"/>
              <a:gd name="connsiteX519" fmla="*/ 2151029 w 7467600"/>
              <a:gd name="connsiteY519" fmla="*/ 4146947 h 6858000"/>
              <a:gd name="connsiteX520" fmla="*/ 3563434 w 7467600"/>
              <a:gd name="connsiteY520" fmla="*/ 4469115 h 6858000"/>
              <a:gd name="connsiteX521" fmla="*/ 3177952 w 7467600"/>
              <a:gd name="connsiteY521" fmla="*/ 3657386 h 6858000"/>
              <a:gd name="connsiteX522" fmla="*/ 3189263 w 7467600"/>
              <a:gd name="connsiteY522" fmla="*/ 3625726 h 6858000"/>
              <a:gd name="connsiteX523" fmla="*/ 3560912 w 7467600"/>
              <a:gd name="connsiteY523" fmla="*/ 4079863 h 6858000"/>
              <a:gd name="connsiteX524" fmla="*/ 3626636 w 7467600"/>
              <a:gd name="connsiteY524" fmla="*/ 4512230 h 6858000"/>
              <a:gd name="connsiteX525" fmla="*/ 3653088 w 7467600"/>
              <a:gd name="connsiteY525" fmla="*/ 4521417 h 6858000"/>
              <a:gd name="connsiteX526" fmla="*/ 3988128 w 7467600"/>
              <a:gd name="connsiteY526" fmla="*/ 4817267 h 6858000"/>
              <a:gd name="connsiteX527" fmla="*/ 4830582 w 7467600"/>
              <a:gd name="connsiteY527" fmla="*/ 4676000 h 6858000"/>
              <a:gd name="connsiteX528" fmla="*/ 4830100 w 7467600"/>
              <a:gd name="connsiteY528" fmla="*/ 4675554 h 6858000"/>
              <a:gd name="connsiteX529" fmla="*/ 4036318 w 7467600"/>
              <a:gd name="connsiteY529" fmla="*/ 4147013 h 6858000"/>
              <a:gd name="connsiteX530" fmla="*/ 3432098 w 7467600"/>
              <a:gd name="connsiteY530" fmla="*/ 3537312 h 6858000"/>
              <a:gd name="connsiteX531" fmla="*/ 3446761 w 7467600"/>
              <a:gd name="connsiteY531" fmla="*/ 3461278 h 6858000"/>
              <a:gd name="connsiteX532" fmla="*/ 4419733 w 7467600"/>
              <a:gd name="connsiteY532" fmla="*/ 3963555 h 6858000"/>
              <a:gd name="connsiteX533" fmla="*/ 4781371 w 7467600"/>
              <a:gd name="connsiteY533" fmla="*/ 4458604 h 6858000"/>
              <a:gd name="connsiteX534" fmla="*/ 4780440 w 7467600"/>
              <a:gd name="connsiteY534" fmla="*/ 4470290 h 6858000"/>
              <a:gd name="connsiteX535" fmla="*/ 4898954 w 7467600"/>
              <a:gd name="connsiteY535" fmla="*/ 4662092 h 6858000"/>
              <a:gd name="connsiteX536" fmla="*/ 4900699 w 7467600"/>
              <a:gd name="connsiteY536" fmla="*/ 4670867 h 6858000"/>
              <a:gd name="connsiteX537" fmla="*/ 5714511 w 7467600"/>
              <a:gd name="connsiteY537" fmla="*/ 4663483 h 6858000"/>
              <a:gd name="connsiteX538" fmla="*/ 5464793 w 7467600"/>
              <a:gd name="connsiteY538" fmla="*/ 4393556 h 6858000"/>
              <a:gd name="connsiteX539" fmla="*/ 5461897 w 7467600"/>
              <a:gd name="connsiteY539" fmla="*/ 4390879 h 6858000"/>
              <a:gd name="connsiteX540" fmla="*/ 4294126 w 7467600"/>
              <a:gd name="connsiteY540" fmla="*/ 3303048 h 6858000"/>
              <a:gd name="connsiteX541" fmla="*/ 4305321 w 7467600"/>
              <a:gd name="connsiteY541" fmla="*/ 3256953 h 6858000"/>
              <a:gd name="connsiteX542" fmla="*/ 4949299 w 7467600"/>
              <a:gd name="connsiteY542" fmla="*/ 3766336 h 6858000"/>
              <a:gd name="connsiteX543" fmla="*/ 5291452 w 7467600"/>
              <a:gd name="connsiteY543" fmla="*/ 4076801 h 6858000"/>
              <a:gd name="connsiteX544" fmla="*/ 5434998 w 7467600"/>
              <a:gd name="connsiteY544" fmla="*/ 4254100 h 6858000"/>
              <a:gd name="connsiteX545" fmla="*/ 5351015 w 7467600"/>
              <a:gd name="connsiteY545" fmla="*/ 3760989 h 6858000"/>
              <a:gd name="connsiteX546" fmla="*/ 5413780 w 7467600"/>
              <a:gd name="connsiteY546" fmla="*/ 2966265 h 6858000"/>
              <a:gd name="connsiteX547" fmla="*/ 5425627 w 7467600"/>
              <a:gd name="connsiteY547" fmla="*/ 2954192 h 6858000"/>
              <a:gd name="connsiteX548" fmla="*/ 6604735 w 7467600"/>
              <a:gd name="connsiteY548" fmla="*/ 2041381 h 6858000"/>
              <a:gd name="connsiteX549" fmla="*/ 7204487 w 7467600"/>
              <a:gd name="connsiteY549" fmla="*/ 2742112 h 6858000"/>
              <a:gd name="connsiteX550" fmla="*/ 7131592 w 7467600"/>
              <a:gd name="connsiteY550" fmla="*/ 2672096 h 6858000"/>
              <a:gd name="connsiteX551" fmla="*/ 6996344 w 7467600"/>
              <a:gd name="connsiteY551" fmla="*/ 2518310 h 6858000"/>
              <a:gd name="connsiteX552" fmla="*/ 6735495 w 7467600"/>
              <a:gd name="connsiteY552" fmla="*/ 2196890 h 6858000"/>
              <a:gd name="connsiteX553" fmla="*/ 6721901 w 7467600"/>
              <a:gd name="connsiteY553" fmla="*/ 2179274 h 6858000"/>
              <a:gd name="connsiteX554" fmla="*/ 6604735 w 7467600"/>
              <a:gd name="connsiteY554" fmla="*/ 2041381 h 6858000"/>
              <a:gd name="connsiteX555" fmla="*/ 6591670 w 7467600"/>
              <a:gd name="connsiteY555" fmla="*/ 1988277 h 6858000"/>
              <a:gd name="connsiteX556" fmla="*/ 6747349 w 7467600"/>
              <a:gd name="connsiteY556" fmla="*/ 2160069 h 6858000"/>
              <a:gd name="connsiteX557" fmla="*/ 6760943 w 7467600"/>
              <a:gd name="connsiteY557" fmla="*/ 2177686 h 6858000"/>
              <a:gd name="connsiteX558" fmla="*/ 7021065 w 7467600"/>
              <a:gd name="connsiteY558" fmla="*/ 2498102 h 6858000"/>
              <a:gd name="connsiteX559" fmla="*/ 7155223 w 7467600"/>
              <a:gd name="connsiteY559" fmla="*/ 2650386 h 6858000"/>
              <a:gd name="connsiteX560" fmla="*/ 7203167 w 7467600"/>
              <a:gd name="connsiteY560" fmla="*/ 2697288 h 6858000"/>
              <a:gd name="connsiteX561" fmla="*/ 6937703 w 7467600"/>
              <a:gd name="connsiteY561" fmla="*/ 2321981 h 6858000"/>
              <a:gd name="connsiteX562" fmla="*/ 6591670 w 7467600"/>
              <a:gd name="connsiteY562" fmla="*/ 1988277 h 6858000"/>
              <a:gd name="connsiteX563" fmla="*/ 5798671 w 7467600"/>
              <a:gd name="connsiteY563" fmla="*/ 1981601 h 6858000"/>
              <a:gd name="connsiteX564" fmla="*/ 5754709 w 7467600"/>
              <a:gd name="connsiteY564" fmla="*/ 2071454 h 6858000"/>
              <a:gd name="connsiteX565" fmla="*/ 5763044 w 7467600"/>
              <a:gd name="connsiteY565" fmla="*/ 2842206 h 6858000"/>
              <a:gd name="connsiteX566" fmla="*/ 5764974 w 7467600"/>
              <a:gd name="connsiteY566" fmla="*/ 2799609 h 6858000"/>
              <a:gd name="connsiteX567" fmla="*/ 5767665 w 7467600"/>
              <a:gd name="connsiteY567" fmla="*/ 2666409 h 6858000"/>
              <a:gd name="connsiteX568" fmla="*/ 5763055 w 7467600"/>
              <a:gd name="connsiteY568" fmla="*/ 2579705 h 6858000"/>
              <a:gd name="connsiteX569" fmla="*/ 5758079 w 7467600"/>
              <a:gd name="connsiteY569" fmla="*/ 2492508 h 6858000"/>
              <a:gd name="connsiteX570" fmla="*/ 5779325 w 7467600"/>
              <a:gd name="connsiteY570" fmla="*/ 2197069 h 6858000"/>
              <a:gd name="connsiteX571" fmla="*/ 5798671 w 7467600"/>
              <a:gd name="connsiteY571" fmla="*/ 1981601 h 6858000"/>
              <a:gd name="connsiteX572" fmla="*/ 5829202 w 7467600"/>
              <a:gd name="connsiteY572" fmla="*/ 1971679 h 6858000"/>
              <a:gd name="connsiteX573" fmla="*/ 5809558 w 7467600"/>
              <a:gd name="connsiteY573" fmla="*/ 2198043 h 6858000"/>
              <a:gd name="connsiteX574" fmla="*/ 5788653 w 7467600"/>
              <a:gd name="connsiteY574" fmla="*/ 2489430 h 6858000"/>
              <a:gd name="connsiteX575" fmla="*/ 5793439 w 7467600"/>
              <a:gd name="connsiteY575" fmla="*/ 2575235 h 6858000"/>
              <a:gd name="connsiteX576" fmla="*/ 5796837 w 7467600"/>
              <a:gd name="connsiteY576" fmla="*/ 2637633 h 6858000"/>
              <a:gd name="connsiteX577" fmla="*/ 5818614 w 7467600"/>
              <a:gd name="connsiteY577" fmla="*/ 2473055 h 6858000"/>
              <a:gd name="connsiteX578" fmla="*/ 5829202 w 7467600"/>
              <a:gd name="connsiteY578" fmla="*/ 1971679 h 6858000"/>
              <a:gd name="connsiteX579" fmla="*/ 5911389 w 7467600"/>
              <a:gd name="connsiteY579" fmla="*/ 1898371 h 6858000"/>
              <a:gd name="connsiteX580" fmla="*/ 6237627 w 7467600"/>
              <a:gd name="connsiteY580" fmla="*/ 2231921 h 6858000"/>
              <a:gd name="connsiteX581" fmla="*/ 5911389 w 7467600"/>
              <a:gd name="connsiteY581" fmla="*/ 1898371 h 6858000"/>
              <a:gd name="connsiteX582" fmla="*/ 6944437 w 7467600"/>
              <a:gd name="connsiteY582" fmla="*/ 1575402 h 6858000"/>
              <a:gd name="connsiteX583" fmla="*/ 6304730 w 7467600"/>
              <a:gd name="connsiteY583" fmla="*/ 1766654 h 6858000"/>
              <a:gd name="connsiteX584" fmla="*/ 6944437 w 7467600"/>
              <a:gd name="connsiteY584" fmla="*/ 1575402 h 6858000"/>
              <a:gd name="connsiteX585" fmla="*/ 7019523 w 7467600"/>
              <a:gd name="connsiteY585" fmla="*/ 1519450 h 6858000"/>
              <a:gd name="connsiteX586" fmla="*/ 6298091 w 7467600"/>
              <a:gd name="connsiteY586" fmla="*/ 1737122 h 6858000"/>
              <a:gd name="connsiteX587" fmla="*/ 7019523 w 7467600"/>
              <a:gd name="connsiteY587" fmla="*/ 1519450 h 6858000"/>
              <a:gd name="connsiteX588" fmla="*/ 2399523 w 7467600"/>
              <a:gd name="connsiteY588" fmla="*/ 1428234 h 6858000"/>
              <a:gd name="connsiteX589" fmla="*/ 2224982 w 7467600"/>
              <a:gd name="connsiteY589" fmla="*/ 1826201 h 6858000"/>
              <a:gd name="connsiteX590" fmla="*/ 2096099 w 7467600"/>
              <a:gd name="connsiteY590" fmla="*/ 2345900 h 6858000"/>
              <a:gd name="connsiteX591" fmla="*/ 2283317 w 7467600"/>
              <a:gd name="connsiteY591" fmla="*/ 1796925 h 6858000"/>
              <a:gd name="connsiteX592" fmla="*/ 2399523 w 7467600"/>
              <a:gd name="connsiteY592" fmla="*/ 1428234 h 6858000"/>
              <a:gd name="connsiteX593" fmla="*/ 2448558 w 7467600"/>
              <a:gd name="connsiteY593" fmla="*/ 1373435 h 6858000"/>
              <a:gd name="connsiteX594" fmla="*/ 2312521 w 7467600"/>
              <a:gd name="connsiteY594" fmla="*/ 1806140 h 6858000"/>
              <a:gd name="connsiteX595" fmla="*/ 2127533 w 7467600"/>
              <a:gd name="connsiteY595" fmla="*/ 2348380 h 6858000"/>
              <a:gd name="connsiteX596" fmla="*/ 2358080 w 7467600"/>
              <a:gd name="connsiteY596" fmla="*/ 1866134 h 6858000"/>
              <a:gd name="connsiteX597" fmla="*/ 2407436 w 7467600"/>
              <a:gd name="connsiteY597" fmla="*/ 1651070 h 6858000"/>
              <a:gd name="connsiteX598" fmla="*/ 2448558 w 7467600"/>
              <a:gd name="connsiteY598" fmla="*/ 1373435 h 6858000"/>
              <a:gd name="connsiteX599" fmla="*/ 278707 w 7467600"/>
              <a:gd name="connsiteY599" fmla="*/ 1352270 h 6858000"/>
              <a:gd name="connsiteX600" fmla="*/ 321570 w 7467600"/>
              <a:gd name="connsiteY600" fmla="*/ 1861610 h 6858000"/>
              <a:gd name="connsiteX601" fmla="*/ 294281 w 7467600"/>
              <a:gd name="connsiteY601" fmla="*/ 1440658 h 6858000"/>
              <a:gd name="connsiteX602" fmla="*/ 278707 w 7467600"/>
              <a:gd name="connsiteY602" fmla="*/ 1352270 h 6858000"/>
              <a:gd name="connsiteX603" fmla="*/ 1423821 w 7467600"/>
              <a:gd name="connsiteY603" fmla="*/ 1351958 h 6858000"/>
              <a:gd name="connsiteX604" fmla="*/ 1638521 w 7467600"/>
              <a:gd name="connsiteY604" fmla="*/ 1908470 h 6858000"/>
              <a:gd name="connsiteX605" fmla="*/ 1754199 w 7467600"/>
              <a:gd name="connsiteY605" fmla="*/ 2149284 h 6858000"/>
              <a:gd name="connsiteX606" fmla="*/ 1908359 w 7467600"/>
              <a:gd name="connsiteY606" fmla="*/ 2364988 h 6858000"/>
              <a:gd name="connsiteX607" fmla="*/ 1647661 w 7467600"/>
              <a:gd name="connsiteY607" fmla="*/ 1825945 h 6858000"/>
              <a:gd name="connsiteX608" fmla="*/ 1423821 w 7467600"/>
              <a:gd name="connsiteY608" fmla="*/ 1351958 h 6858000"/>
              <a:gd name="connsiteX609" fmla="*/ 1431890 w 7467600"/>
              <a:gd name="connsiteY609" fmla="*/ 1306475 h 6858000"/>
              <a:gd name="connsiteX610" fmla="*/ 1507597 w 7467600"/>
              <a:gd name="connsiteY610" fmla="*/ 1446132 h 6858000"/>
              <a:gd name="connsiteX611" fmla="*/ 1674586 w 7467600"/>
              <a:gd name="connsiteY611" fmla="*/ 1813832 h 6858000"/>
              <a:gd name="connsiteX612" fmla="*/ 1815950 w 7467600"/>
              <a:gd name="connsiteY612" fmla="*/ 2128564 h 6858000"/>
              <a:gd name="connsiteX613" fmla="*/ 1984242 w 7467600"/>
              <a:gd name="connsiteY613" fmla="*/ 2430829 h 6858000"/>
              <a:gd name="connsiteX614" fmla="*/ 2014023 w 7467600"/>
              <a:gd name="connsiteY614" fmla="*/ 2450995 h 6858000"/>
              <a:gd name="connsiteX615" fmla="*/ 1747337 w 7467600"/>
              <a:gd name="connsiteY615" fmla="*/ 1855264 h 6858000"/>
              <a:gd name="connsiteX616" fmla="*/ 1533749 w 7467600"/>
              <a:gd name="connsiteY616" fmla="*/ 1478656 h 6858000"/>
              <a:gd name="connsiteX617" fmla="*/ 1431890 w 7467600"/>
              <a:gd name="connsiteY617" fmla="*/ 1306475 h 6858000"/>
              <a:gd name="connsiteX618" fmla="*/ 5052692 w 7467600"/>
              <a:gd name="connsiteY618" fmla="*/ 1292994 h 6858000"/>
              <a:gd name="connsiteX619" fmla="*/ 5200661 w 7467600"/>
              <a:gd name="connsiteY619" fmla="*/ 1635186 h 6858000"/>
              <a:gd name="connsiteX620" fmla="*/ 5297138 w 7467600"/>
              <a:gd name="connsiteY620" fmla="*/ 1906351 h 6858000"/>
              <a:gd name="connsiteX621" fmla="*/ 5052692 w 7467600"/>
              <a:gd name="connsiteY621" fmla="*/ 1292994 h 6858000"/>
              <a:gd name="connsiteX622" fmla="*/ 5009948 w 7467600"/>
              <a:gd name="connsiteY622" fmla="*/ 1273619 h 6858000"/>
              <a:gd name="connsiteX623" fmla="*/ 5121777 w 7467600"/>
              <a:gd name="connsiteY623" fmla="*/ 1654213 h 6858000"/>
              <a:gd name="connsiteX624" fmla="*/ 5293545 w 7467600"/>
              <a:gd name="connsiteY624" fmla="*/ 2072247 h 6858000"/>
              <a:gd name="connsiteX625" fmla="*/ 5294042 w 7467600"/>
              <a:gd name="connsiteY625" fmla="*/ 2065019 h 6858000"/>
              <a:gd name="connsiteX626" fmla="*/ 5171936 w 7467600"/>
              <a:gd name="connsiteY626" fmla="*/ 1647613 h 6858000"/>
              <a:gd name="connsiteX627" fmla="*/ 5009948 w 7467600"/>
              <a:gd name="connsiteY627" fmla="*/ 1273619 h 6858000"/>
              <a:gd name="connsiteX628" fmla="*/ 655236 w 7467600"/>
              <a:gd name="connsiteY628" fmla="*/ 1268632 h 6858000"/>
              <a:gd name="connsiteX629" fmla="*/ 839521 w 7467600"/>
              <a:gd name="connsiteY629" fmla="*/ 1685315 h 6858000"/>
              <a:gd name="connsiteX630" fmla="*/ 1109416 w 7467600"/>
              <a:gd name="connsiteY630" fmla="*/ 2061663 h 6858000"/>
              <a:gd name="connsiteX631" fmla="*/ 1298300 w 7467600"/>
              <a:gd name="connsiteY631" fmla="*/ 2247742 h 6858000"/>
              <a:gd name="connsiteX632" fmla="*/ 1125871 w 7467600"/>
              <a:gd name="connsiteY632" fmla="*/ 1989513 h 6858000"/>
              <a:gd name="connsiteX633" fmla="*/ 981574 w 7467600"/>
              <a:gd name="connsiteY633" fmla="*/ 1783157 h 6858000"/>
              <a:gd name="connsiteX634" fmla="*/ 922198 w 7467600"/>
              <a:gd name="connsiteY634" fmla="*/ 1677437 h 6858000"/>
              <a:gd name="connsiteX635" fmla="*/ 869293 w 7467600"/>
              <a:gd name="connsiteY635" fmla="*/ 1583214 h 6858000"/>
              <a:gd name="connsiteX636" fmla="*/ 751431 w 7467600"/>
              <a:gd name="connsiteY636" fmla="*/ 1405731 h 6858000"/>
              <a:gd name="connsiteX637" fmla="*/ 655236 w 7467600"/>
              <a:gd name="connsiteY637" fmla="*/ 1268632 h 6858000"/>
              <a:gd name="connsiteX638" fmla="*/ 6516292 w 7467600"/>
              <a:gd name="connsiteY638" fmla="*/ 1263064 h 6858000"/>
              <a:gd name="connsiteX639" fmla="*/ 5736320 w 7467600"/>
              <a:gd name="connsiteY639" fmla="*/ 1501803 h 6858000"/>
              <a:gd name="connsiteX640" fmla="*/ 6516292 w 7467600"/>
              <a:gd name="connsiteY640" fmla="*/ 1263064 h 6858000"/>
              <a:gd name="connsiteX641" fmla="*/ 291466 w 7467600"/>
              <a:gd name="connsiteY641" fmla="*/ 1250369 h 6858000"/>
              <a:gd name="connsiteX642" fmla="*/ 323180 w 7467600"/>
              <a:gd name="connsiteY642" fmla="*/ 1435283 h 6858000"/>
              <a:gd name="connsiteX643" fmla="*/ 349381 w 7467600"/>
              <a:gd name="connsiteY643" fmla="*/ 1875041 h 6858000"/>
              <a:gd name="connsiteX644" fmla="*/ 374363 w 7467600"/>
              <a:gd name="connsiteY644" fmla="*/ 1506494 h 6858000"/>
              <a:gd name="connsiteX645" fmla="*/ 302168 w 7467600"/>
              <a:gd name="connsiteY645" fmla="*/ 1274495 h 6858000"/>
              <a:gd name="connsiteX646" fmla="*/ 291466 w 7467600"/>
              <a:gd name="connsiteY646" fmla="*/ 1250369 h 6858000"/>
              <a:gd name="connsiteX647" fmla="*/ 678222 w 7467600"/>
              <a:gd name="connsiteY647" fmla="*/ 1248670 h 6858000"/>
              <a:gd name="connsiteX648" fmla="*/ 775536 w 7467600"/>
              <a:gd name="connsiteY648" fmla="*/ 1388015 h 6858000"/>
              <a:gd name="connsiteX649" fmla="*/ 894529 w 7467600"/>
              <a:gd name="connsiteY649" fmla="*/ 1567739 h 6858000"/>
              <a:gd name="connsiteX650" fmla="*/ 948000 w 7467600"/>
              <a:gd name="connsiteY650" fmla="*/ 1663088 h 6858000"/>
              <a:gd name="connsiteX651" fmla="*/ 1006812 w 7467600"/>
              <a:gd name="connsiteY651" fmla="*/ 1767683 h 6858000"/>
              <a:gd name="connsiteX652" fmla="*/ 1149133 w 7467600"/>
              <a:gd name="connsiteY652" fmla="*/ 1971513 h 6858000"/>
              <a:gd name="connsiteX653" fmla="*/ 1333952 w 7467600"/>
              <a:gd name="connsiteY653" fmla="*/ 2251620 h 6858000"/>
              <a:gd name="connsiteX654" fmla="*/ 1337329 w 7467600"/>
              <a:gd name="connsiteY654" fmla="*/ 2258350 h 6858000"/>
              <a:gd name="connsiteX655" fmla="*/ 1014726 w 7467600"/>
              <a:gd name="connsiteY655" fmla="*/ 1615556 h 6858000"/>
              <a:gd name="connsiteX656" fmla="*/ 678222 w 7467600"/>
              <a:gd name="connsiteY656" fmla="*/ 1248670 h 6858000"/>
              <a:gd name="connsiteX657" fmla="*/ 6691602 w 7467600"/>
              <a:gd name="connsiteY657" fmla="*/ 1140573 h 6858000"/>
              <a:gd name="connsiteX658" fmla="*/ 6571100 w 7467600"/>
              <a:gd name="connsiteY658" fmla="*/ 1183662 h 6858000"/>
              <a:gd name="connsiteX659" fmla="*/ 6241687 w 7467600"/>
              <a:gd name="connsiteY659" fmla="*/ 1257600 h 6858000"/>
              <a:gd name="connsiteX660" fmla="*/ 5693009 w 7467600"/>
              <a:gd name="connsiteY660" fmla="*/ 1478256 h 6858000"/>
              <a:gd name="connsiteX661" fmla="*/ 6548420 w 7467600"/>
              <a:gd name="connsiteY661" fmla="*/ 1214599 h 6858000"/>
              <a:gd name="connsiteX662" fmla="*/ 6605473 w 7467600"/>
              <a:gd name="connsiteY662" fmla="*/ 1184686 h 6858000"/>
              <a:gd name="connsiteX663" fmla="*/ 6691602 w 7467600"/>
              <a:gd name="connsiteY663" fmla="*/ 1140573 h 6858000"/>
              <a:gd name="connsiteX664" fmla="*/ 4002475 w 7467600"/>
              <a:gd name="connsiteY664" fmla="*/ 1037802 h 6858000"/>
              <a:gd name="connsiteX665" fmla="*/ 4000324 w 7467600"/>
              <a:gd name="connsiteY665" fmla="*/ 1039362 h 6858000"/>
              <a:gd name="connsiteX666" fmla="*/ 4002862 w 7467600"/>
              <a:gd name="connsiteY666" fmla="*/ 1042866 h 6858000"/>
              <a:gd name="connsiteX667" fmla="*/ 4002475 w 7467600"/>
              <a:gd name="connsiteY667" fmla="*/ 1037802 h 6858000"/>
              <a:gd name="connsiteX668" fmla="*/ 506322 w 7467600"/>
              <a:gd name="connsiteY668" fmla="*/ 1020997 h 6858000"/>
              <a:gd name="connsiteX669" fmla="*/ 533068 w 7467600"/>
              <a:gd name="connsiteY669" fmla="*/ 1029409 h 6858000"/>
              <a:gd name="connsiteX670" fmla="*/ 1232525 w 7467600"/>
              <a:gd name="connsiteY670" fmla="*/ 1804675 h 6858000"/>
              <a:gd name="connsiteX671" fmla="*/ 1388858 w 7467600"/>
              <a:gd name="connsiteY671" fmla="*/ 2368011 h 6858000"/>
              <a:gd name="connsiteX672" fmla="*/ 1384098 w 7467600"/>
              <a:gd name="connsiteY672" fmla="*/ 2378125 h 6858000"/>
              <a:gd name="connsiteX673" fmla="*/ 1425393 w 7467600"/>
              <a:gd name="connsiteY673" fmla="*/ 2589124 h 6858000"/>
              <a:gd name="connsiteX674" fmla="*/ 1424001 w 7467600"/>
              <a:gd name="connsiteY674" fmla="*/ 2597541 h 6858000"/>
              <a:gd name="connsiteX675" fmla="*/ 2152729 w 7467600"/>
              <a:gd name="connsiteY675" fmla="*/ 2864487 h 6858000"/>
              <a:gd name="connsiteX676" fmla="*/ 2020609 w 7467600"/>
              <a:gd name="connsiteY676" fmla="*/ 2539671 h 6858000"/>
              <a:gd name="connsiteX677" fmla="*/ 2018920 w 7467600"/>
              <a:gd name="connsiteY677" fmla="*/ 2536309 h 6858000"/>
              <a:gd name="connsiteX678" fmla="*/ 1342441 w 7467600"/>
              <a:gd name="connsiteY678" fmla="*/ 1173017 h 6858000"/>
              <a:gd name="connsiteX679" fmla="*/ 1367925 w 7467600"/>
              <a:gd name="connsiteY679" fmla="*/ 1135648 h 6858000"/>
              <a:gd name="connsiteX680" fmla="*/ 1771401 w 7467600"/>
              <a:gd name="connsiteY680" fmla="*/ 1806673 h 6858000"/>
              <a:gd name="connsiteX681" fmla="*/ 1972385 w 7467600"/>
              <a:gd name="connsiteY681" fmla="*/ 2198735 h 6858000"/>
              <a:gd name="connsiteX682" fmla="*/ 2040892 w 7467600"/>
              <a:gd name="connsiteY682" fmla="*/ 2405205 h 6858000"/>
              <a:gd name="connsiteX683" fmla="*/ 2131689 w 7467600"/>
              <a:gd name="connsiteY683" fmla="*/ 1936926 h 6858000"/>
              <a:gd name="connsiteX684" fmla="*/ 2454820 w 7467600"/>
              <a:gd name="connsiteY684" fmla="*/ 1248808 h 6858000"/>
              <a:gd name="connsiteX685" fmla="*/ 2492512 w 7467600"/>
              <a:gd name="connsiteY685" fmla="*/ 1302920 h 6858000"/>
              <a:gd name="connsiteX686" fmla="*/ 2081216 w 7467600"/>
              <a:gd name="connsiteY686" fmla="*/ 2527513 h 6858000"/>
              <a:gd name="connsiteX687" fmla="*/ 2081211 w 7467600"/>
              <a:gd name="connsiteY687" fmla="*/ 2528916 h 6858000"/>
              <a:gd name="connsiteX688" fmla="*/ 2199067 w 7467600"/>
              <a:gd name="connsiteY688" fmla="*/ 2884061 h 6858000"/>
              <a:gd name="connsiteX689" fmla="*/ 3192586 w 7467600"/>
              <a:gd name="connsiteY689" fmla="*/ 3411496 h 6858000"/>
              <a:gd name="connsiteX690" fmla="*/ 3182620 w 7467600"/>
              <a:gd name="connsiteY690" fmla="*/ 3483279 h 6858000"/>
              <a:gd name="connsiteX691" fmla="*/ 2435119 w 7467600"/>
              <a:gd name="connsiteY691" fmla="*/ 3080173 h 6858000"/>
              <a:gd name="connsiteX692" fmla="*/ 2410152 w 7467600"/>
              <a:gd name="connsiteY692" fmla="*/ 3063751 h 6858000"/>
              <a:gd name="connsiteX693" fmla="*/ 2408099 w 7467600"/>
              <a:gd name="connsiteY693" fmla="*/ 3064403 h 6858000"/>
              <a:gd name="connsiteX694" fmla="*/ 2407218 w 7467600"/>
              <a:gd name="connsiteY694" fmla="*/ 3070324 h 6858000"/>
              <a:gd name="connsiteX695" fmla="*/ 2380138 w 7467600"/>
              <a:gd name="connsiteY695" fmla="*/ 3099341 h 6858000"/>
              <a:gd name="connsiteX696" fmla="*/ 1765923 w 7467600"/>
              <a:gd name="connsiteY696" fmla="*/ 3581043 h 6858000"/>
              <a:gd name="connsiteX697" fmla="*/ 1702258 w 7467600"/>
              <a:gd name="connsiteY697" fmla="*/ 3612286 h 6858000"/>
              <a:gd name="connsiteX698" fmla="*/ 1538370 w 7467600"/>
              <a:gd name="connsiteY698" fmla="*/ 3811804 h 6858000"/>
              <a:gd name="connsiteX699" fmla="*/ 542867 w 7467600"/>
              <a:gd name="connsiteY699" fmla="*/ 4944092 h 6858000"/>
              <a:gd name="connsiteX700" fmla="*/ 515800 w 7467600"/>
              <a:gd name="connsiteY700" fmla="*/ 4862180 h 6858000"/>
              <a:gd name="connsiteX701" fmla="*/ 909145 w 7467600"/>
              <a:gd name="connsiteY701" fmla="*/ 4199225 h 6858000"/>
              <a:gd name="connsiteX702" fmla="*/ 1214067 w 7467600"/>
              <a:gd name="connsiteY702" fmla="*/ 3908561 h 6858000"/>
              <a:gd name="connsiteX703" fmla="*/ 640967 w 7467600"/>
              <a:gd name="connsiteY703" fmla="*/ 4105601 h 6858000"/>
              <a:gd name="connsiteX704" fmla="*/ 112563 w 7467600"/>
              <a:gd name="connsiteY704" fmla="*/ 4396952 h 6858000"/>
              <a:gd name="connsiteX705" fmla="*/ 0 w 7467600"/>
              <a:gd name="connsiteY705" fmla="*/ 4466006 h 6858000"/>
              <a:gd name="connsiteX706" fmla="*/ 0 w 7467600"/>
              <a:gd name="connsiteY706" fmla="*/ 4233763 h 6858000"/>
              <a:gd name="connsiteX707" fmla="*/ 36881 w 7467600"/>
              <a:gd name="connsiteY707" fmla="*/ 4200118 h 6858000"/>
              <a:gd name="connsiteX708" fmla="*/ 910534 w 7467600"/>
              <a:gd name="connsiteY708" fmla="*/ 3629753 h 6858000"/>
              <a:gd name="connsiteX709" fmla="*/ 1578717 w 7467600"/>
              <a:gd name="connsiteY709" fmla="*/ 3575982 h 6858000"/>
              <a:gd name="connsiteX710" fmla="*/ 2338780 w 7467600"/>
              <a:gd name="connsiteY710" fmla="*/ 3033725 h 6858000"/>
              <a:gd name="connsiteX711" fmla="*/ 1807991 w 7467600"/>
              <a:gd name="connsiteY711" fmla="*/ 2807184 h 6858000"/>
              <a:gd name="connsiteX712" fmla="*/ 1416358 w 7467600"/>
              <a:gd name="connsiteY712" fmla="*/ 3112571 h 6858000"/>
              <a:gd name="connsiteX713" fmla="*/ 939066 w 7467600"/>
              <a:gd name="connsiteY713" fmla="*/ 3378798 h 6858000"/>
              <a:gd name="connsiteX714" fmla="*/ 115099 w 7467600"/>
              <a:gd name="connsiteY714" fmla="*/ 3607650 h 6858000"/>
              <a:gd name="connsiteX715" fmla="*/ 97284 w 7467600"/>
              <a:gd name="connsiteY715" fmla="*/ 3520393 h 6858000"/>
              <a:gd name="connsiteX716" fmla="*/ 922050 w 7467600"/>
              <a:gd name="connsiteY716" fmla="*/ 3074867 h 6858000"/>
              <a:gd name="connsiteX717" fmla="*/ 1405265 w 7467600"/>
              <a:gd name="connsiteY717" fmla="*/ 3016319 h 6858000"/>
              <a:gd name="connsiteX718" fmla="*/ 1407512 w 7467600"/>
              <a:gd name="connsiteY718" fmla="*/ 3018001 h 6858000"/>
              <a:gd name="connsiteX719" fmla="*/ 1726266 w 7467600"/>
              <a:gd name="connsiteY719" fmla="*/ 2777274 h 6858000"/>
              <a:gd name="connsiteX720" fmla="*/ 625390 w 7467600"/>
              <a:gd name="connsiteY720" fmla="*/ 2514541 h 6858000"/>
              <a:gd name="connsiteX721" fmla="*/ 619799 w 7467600"/>
              <a:gd name="connsiteY721" fmla="*/ 2527180 h 6858000"/>
              <a:gd name="connsiteX722" fmla="*/ 310030 w 7467600"/>
              <a:gd name="connsiteY722" fmla="*/ 2771818 h 6858000"/>
              <a:gd name="connsiteX723" fmla="*/ 173877 w 7467600"/>
              <a:gd name="connsiteY723" fmla="*/ 2937056 h 6858000"/>
              <a:gd name="connsiteX724" fmla="*/ 77889 w 7467600"/>
              <a:gd name="connsiteY724" fmla="*/ 3138440 h 6858000"/>
              <a:gd name="connsiteX725" fmla="*/ 0 w 7467600"/>
              <a:gd name="connsiteY725" fmla="*/ 3271395 h 6858000"/>
              <a:gd name="connsiteX726" fmla="*/ 0 w 7467600"/>
              <a:gd name="connsiteY726" fmla="*/ 3153002 h 6858000"/>
              <a:gd name="connsiteX727" fmla="*/ 2386 w 7467600"/>
              <a:gd name="connsiteY727" fmla="*/ 3149203 h 6858000"/>
              <a:gd name="connsiteX728" fmla="*/ 89753 w 7467600"/>
              <a:gd name="connsiteY728" fmla="*/ 2987702 h 6858000"/>
              <a:gd name="connsiteX729" fmla="*/ 76869 w 7467600"/>
              <a:gd name="connsiteY729" fmla="*/ 3005404 h 6858000"/>
              <a:gd name="connsiteX730" fmla="*/ 32049 w 7467600"/>
              <a:gd name="connsiteY730" fmla="*/ 3065814 h 6858000"/>
              <a:gd name="connsiteX731" fmla="*/ 0 w 7467600"/>
              <a:gd name="connsiteY731" fmla="*/ 3108744 h 6858000"/>
              <a:gd name="connsiteX732" fmla="*/ 0 w 7467600"/>
              <a:gd name="connsiteY732" fmla="*/ 3058059 h 6858000"/>
              <a:gd name="connsiteX733" fmla="*/ 7610 w 7467600"/>
              <a:gd name="connsiteY733" fmla="*/ 3047889 h 6858000"/>
              <a:gd name="connsiteX734" fmla="*/ 52419 w 7467600"/>
              <a:gd name="connsiteY734" fmla="*/ 2987479 h 6858000"/>
              <a:gd name="connsiteX735" fmla="*/ 59142 w 7467600"/>
              <a:gd name="connsiteY735" fmla="*/ 2978488 h 6858000"/>
              <a:gd name="connsiteX736" fmla="*/ 0 w 7467600"/>
              <a:gd name="connsiteY736" fmla="*/ 3015334 h 6858000"/>
              <a:gd name="connsiteX737" fmla="*/ 0 w 7467600"/>
              <a:gd name="connsiteY737" fmla="*/ 2914286 h 6858000"/>
              <a:gd name="connsiteX738" fmla="*/ 36383 w 7467600"/>
              <a:gd name="connsiteY738" fmla="*/ 2901128 h 6858000"/>
              <a:gd name="connsiteX739" fmla="*/ 156329 w 7467600"/>
              <a:gd name="connsiteY739" fmla="*/ 2840533 h 6858000"/>
              <a:gd name="connsiteX740" fmla="*/ 358355 w 7467600"/>
              <a:gd name="connsiteY740" fmla="*/ 2620471 h 6858000"/>
              <a:gd name="connsiteX741" fmla="*/ 510577 w 7467600"/>
              <a:gd name="connsiteY741" fmla="*/ 2501244 h 6858000"/>
              <a:gd name="connsiteX742" fmla="*/ 211967 w 7467600"/>
              <a:gd name="connsiteY742" fmla="*/ 2479171 h 6858000"/>
              <a:gd name="connsiteX743" fmla="*/ 0 w 7467600"/>
              <a:gd name="connsiteY743" fmla="*/ 2476398 h 6858000"/>
              <a:gd name="connsiteX744" fmla="*/ 0 w 7467600"/>
              <a:gd name="connsiteY744" fmla="*/ 2389189 h 6858000"/>
              <a:gd name="connsiteX745" fmla="*/ 103062 w 7467600"/>
              <a:gd name="connsiteY745" fmla="*/ 2389518 h 6858000"/>
              <a:gd name="connsiteX746" fmla="*/ 510734 w 7467600"/>
              <a:gd name="connsiteY746" fmla="*/ 2416201 h 6858000"/>
              <a:gd name="connsiteX747" fmla="*/ 279257 w 7467600"/>
              <a:gd name="connsiteY747" fmla="*/ 2092102 h 6858000"/>
              <a:gd name="connsiteX748" fmla="*/ 65265 w 7467600"/>
              <a:gd name="connsiteY748" fmla="*/ 2006049 h 6858000"/>
              <a:gd name="connsiteX749" fmla="*/ 0 w 7467600"/>
              <a:gd name="connsiteY749" fmla="*/ 1982532 h 6858000"/>
              <a:gd name="connsiteX750" fmla="*/ 0 w 7467600"/>
              <a:gd name="connsiteY750" fmla="*/ 1912789 h 6858000"/>
              <a:gd name="connsiteX751" fmla="*/ 97460 w 7467600"/>
              <a:gd name="connsiteY751" fmla="*/ 1953725 h 6858000"/>
              <a:gd name="connsiteX752" fmla="*/ 221272 w 7467600"/>
              <a:gd name="connsiteY752" fmla="*/ 1980766 h 6858000"/>
              <a:gd name="connsiteX753" fmla="*/ 116765 w 7467600"/>
              <a:gd name="connsiteY753" fmla="*/ 1911033 h 6858000"/>
              <a:gd name="connsiteX754" fmla="*/ 16405 w 7467600"/>
              <a:gd name="connsiteY754" fmla="*/ 1803412 h 6858000"/>
              <a:gd name="connsiteX755" fmla="*/ 0 w 7467600"/>
              <a:gd name="connsiteY755" fmla="*/ 1784777 h 6858000"/>
              <a:gd name="connsiteX756" fmla="*/ 0 w 7467600"/>
              <a:gd name="connsiteY756" fmla="*/ 1740082 h 6858000"/>
              <a:gd name="connsiteX757" fmla="*/ 39394 w 7467600"/>
              <a:gd name="connsiteY757" fmla="*/ 1784856 h 6858000"/>
              <a:gd name="connsiteX758" fmla="*/ 135813 w 7467600"/>
              <a:gd name="connsiteY758" fmla="*/ 1888838 h 6858000"/>
              <a:gd name="connsiteX759" fmla="*/ 242575 w 7467600"/>
              <a:gd name="connsiteY759" fmla="*/ 1958841 h 6858000"/>
              <a:gd name="connsiteX760" fmla="*/ 82197 w 7467600"/>
              <a:gd name="connsiteY760" fmla="*/ 1754826 h 6858000"/>
              <a:gd name="connsiteX761" fmla="*/ 0 w 7467600"/>
              <a:gd name="connsiteY761" fmla="*/ 1679650 h 6858000"/>
              <a:gd name="connsiteX762" fmla="*/ 0 w 7467600"/>
              <a:gd name="connsiteY762" fmla="*/ 1602463 h 6858000"/>
              <a:gd name="connsiteX763" fmla="*/ 84689 w 7467600"/>
              <a:gd name="connsiteY763" fmla="*/ 1677442 h 6858000"/>
              <a:gd name="connsiteX764" fmla="*/ 298437 w 7467600"/>
              <a:gd name="connsiteY764" fmla="*/ 1968019 h 6858000"/>
              <a:gd name="connsiteX765" fmla="*/ 227269 w 7467600"/>
              <a:gd name="connsiteY765" fmla="*/ 1114064 h 6858000"/>
              <a:gd name="connsiteX766" fmla="*/ 248003 w 7467600"/>
              <a:gd name="connsiteY766" fmla="*/ 1089613 h 6858000"/>
              <a:gd name="connsiteX767" fmla="*/ 427020 w 7467600"/>
              <a:gd name="connsiteY767" fmla="*/ 1619803 h 6858000"/>
              <a:gd name="connsiteX768" fmla="*/ 340345 w 7467600"/>
              <a:gd name="connsiteY768" fmla="*/ 2027739 h 6858000"/>
              <a:gd name="connsiteX769" fmla="*/ 360865 w 7467600"/>
              <a:gd name="connsiteY769" fmla="*/ 2044827 h 6858000"/>
              <a:gd name="connsiteX770" fmla="*/ 560414 w 7467600"/>
              <a:gd name="connsiteY770" fmla="*/ 2421457 h 6858000"/>
              <a:gd name="connsiteX771" fmla="*/ 1359703 w 7467600"/>
              <a:gd name="connsiteY771" fmla="*/ 2578554 h 6858000"/>
              <a:gd name="connsiteX772" fmla="*/ 1359422 w 7467600"/>
              <a:gd name="connsiteY772" fmla="*/ 2577994 h 6858000"/>
              <a:gd name="connsiteX773" fmla="*/ 828701 w 7467600"/>
              <a:gd name="connsiteY773" fmla="*/ 1839520 h 6858000"/>
              <a:gd name="connsiteX774" fmla="*/ 494427 w 7467600"/>
              <a:gd name="connsiteY774" fmla="*/ 1092333 h 6858000"/>
              <a:gd name="connsiteX775" fmla="*/ 506322 w 7467600"/>
              <a:gd name="connsiteY775" fmla="*/ 1020997 h 6858000"/>
              <a:gd name="connsiteX776" fmla="*/ 4570198 w 7467600"/>
              <a:gd name="connsiteY776" fmla="*/ 978081 h 6858000"/>
              <a:gd name="connsiteX777" fmla="*/ 4523691 w 7467600"/>
              <a:gd name="connsiteY777" fmla="*/ 1127776 h 6858000"/>
              <a:gd name="connsiteX778" fmla="*/ 4509875 w 7467600"/>
              <a:gd name="connsiteY778" fmla="*/ 1167552 h 6858000"/>
              <a:gd name="connsiteX779" fmla="*/ 4478168 w 7467600"/>
              <a:gd name="connsiteY779" fmla="*/ 1260735 h 6858000"/>
              <a:gd name="connsiteX780" fmla="*/ 4409309 w 7467600"/>
              <a:gd name="connsiteY780" fmla="*/ 1666996 h 6858000"/>
              <a:gd name="connsiteX781" fmla="*/ 4370031 w 7467600"/>
              <a:gd name="connsiteY781" fmla="*/ 1955666 h 6858000"/>
              <a:gd name="connsiteX782" fmla="*/ 4570198 w 7467600"/>
              <a:gd name="connsiteY782" fmla="*/ 978081 h 6858000"/>
              <a:gd name="connsiteX783" fmla="*/ 4557898 w 7467600"/>
              <a:gd name="connsiteY783" fmla="*/ 900011 h 6858000"/>
              <a:gd name="connsiteX784" fmla="*/ 4344840 w 7467600"/>
              <a:gd name="connsiteY784" fmla="*/ 1922038 h 6858000"/>
              <a:gd name="connsiteX785" fmla="*/ 4378710 w 7467600"/>
              <a:gd name="connsiteY785" fmla="*/ 1665516 h 6858000"/>
              <a:gd name="connsiteX786" fmla="*/ 4448798 w 7467600"/>
              <a:gd name="connsiteY786" fmla="*/ 1253024 h 6858000"/>
              <a:gd name="connsiteX787" fmla="*/ 4480315 w 7467600"/>
              <a:gd name="connsiteY787" fmla="*/ 1158454 h 6858000"/>
              <a:gd name="connsiteX788" fmla="*/ 4494133 w 7467600"/>
              <a:gd name="connsiteY788" fmla="*/ 1118676 h 6858000"/>
              <a:gd name="connsiteX789" fmla="*/ 4557898 w 7467600"/>
              <a:gd name="connsiteY789" fmla="*/ 900011 h 6858000"/>
              <a:gd name="connsiteX790" fmla="*/ 5870151 w 7467600"/>
              <a:gd name="connsiteY790" fmla="*/ 898890 h 6858000"/>
              <a:gd name="connsiteX791" fmla="*/ 5861335 w 7467600"/>
              <a:gd name="connsiteY791" fmla="*/ 899177 h 6858000"/>
              <a:gd name="connsiteX792" fmla="*/ 5843702 w 7467600"/>
              <a:gd name="connsiteY792" fmla="*/ 899748 h 6858000"/>
              <a:gd name="connsiteX793" fmla="*/ 5651107 w 7467600"/>
              <a:gd name="connsiteY793" fmla="*/ 920306 h 6858000"/>
              <a:gd name="connsiteX794" fmla="*/ 5459407 w 7467600"/>
              <a:gd name="connsiteY794" fmla="*/ 940975 h 6858000"/>
              <a:gd name="connsiteX795" fmla="*/ 5374846 w 7467600"/>
              <a:gd name="connsiteY795" fmla="*/ 941988 h 6858000"/>
              <a:gd name="connsiteX796" fmla="*/ 5256105 w 7467600"/>
              <a:gd name="connsiteY796" fmla="*/ 945632 h 6858000"/>
              <a:gd name="connsiteX797" fmla="*/ 5107071 w 7467600"/>
              <a:gd name="connsiteY797" fmla="*/ 969720 h 6858000"/>
              <a:gd name="connsiteX798" fmla="*/ 4998681 w 7467600"/>
              <a:gd name="connsiteY798" fmla="*/ 988771 h 6858000"/>
              <a:gd name="connsiteX799" fmla="*/ 5870151 w 7467600"/>
              <a:gd name="connsiteY799" fmla="*/ 898890 h 6858000"/>
              <a:gd name="connsiteX800" fmla="*/ 5504425 w 7467600"/>
              <a:gd name="connsiteY800" fmla="*/ 848067 h 6858000"/>
              <a:gd name="connsiteX801" fmla="*/ 4968849 w 7467600"/>
              <a:gd name="connsiteY801" fmla="*/ 962318 h 6858000"/>
              <a:gd name="connsiteX802" fmla="*/ 5104039 w 7467600"/>
              <a:gd name="connsiteY802" fmla="*/ 940634 h 6858000"/>
              <a:gd name="connsiteX803" fmla="*/ 5256311 w 7467600"/>
              <a:gd name="connsiteY803" fmla="*/ 916490 h 6858000"/>
              <a:gd name="connsiteX804" fmla="*/ 5377381 w 7467600"/>
              <a:gd name="connsiteY804" fmla="*/ 912671 h 6858000"/>
              <a:gd name="connsiteX805" fmla="*/ 5460148 w 7467600"/>
              <a:gd name="connsiteY805" fmla="*/ 911442 h 6858000"/>
              <a:gd name="connsiteX806" fmla="*/ 5648971 w 7467600"/>
              <a:gd name="connsiteY806" fmla="*/ 891331 h 6858000"/>
              <a:gd name="connsiteX807" fmla="*/ 5844807 w 7467600"/>
              <a:gd name="connsiteY807" fmla="*/ 870718 h 6858000"/>
              <a:gd name="connsiteX808" fmla="*/ 5862975 w 7467600"/>
              <a:gd name="connsiteY808" fmla="*/ 869756 h 6858000"/>
              <a:gd name="connsiteX809" fmla="*/ 5920887 w 7467600"/>
              <a:gd name="connsiteY809" fmla="*/ 865929 h 6858000"/>
              <a:gd name="connsiteX810" fmla="*/ 5504425 w 7467600"/>
              <a:gd name="connsiteY810" fmla="*/ 848067 h 6858000"/>
              <a:gd name="connsiteX811" fmla="*/ 3607114 w 7467600"/>
              <a:gd name="connsiteY811" fmla="*/ 467441 h 6858000"/>
              <a:gd name="connsiteX812" fmla="*/ 3296242 w 7467600"/>
              <a:gd name="connsiteY812" fmla="*/ 807991 h 6858000"/>
              <a:gd name="connsiteX813" fmla="*/ 3174674 w 7467600"/>
              <a:gd name="connsiteY813" fmla="*/ 919759 h 6858000"/>
              <a:gd name="connsiteX814" fmla="*/ 3042978 w 7467600"/>
              <a:gd name="connsiteY814" fmla="*/ 1054894 h 6858000"/>
              <a:gd name="connsiteX815" fmla="*/ 2968914 w 7467600"/>
              <a:gd name="connsiteY815" fmla="*/ 1133756 h 6858000"/>
              <a:gd name="connsiteX816" fmla="*/ 3103823 w 7467600"/>
              <a:gd name="connsiteY816" fmla="*/ 1026814 h 6858000"/>
              <a:gd name="connsiteX817" fmla="*/ 3607114 w 7467600"/>
              <a:gd name="connsiteY817" fmla="*/ 467441 h 6858000"/>
              <a:gd name="connsiteX818" fmla="*/ 3744487 w 7467600"/>
              <a:gd name="connsiteY818" fmla="*/ 383136 h 6858000"/>
              <a:gd name="connsiteX819" fmla="*/ 3970213 w 7467600"/>
              <a:gd name="connsiteY819" fmla="*/ 995559 h 6858000"/>
              <a:gd name="connsiteX820" fmla="*/ 3744487 w 7467600"/>
              <a:gd name="connsiteY820" fmla="*/ 383136 h 6858000"/>
              <a:gd name="connsiteX821" fmla="*/ 3624562 w 7467600"/>
              <a:gd name="connsiteY821" fmla="*/ 367041 h 6858000"/>
              <a:gd name="connsiteX822" fmla="*/ 3489712 w 7467600"/>
              <a:gd name="connsiteY822" fmla="*/ 485386 h 6858000"/>
              <a:gd name="connsiteX823" fmla="*/ 3182994 w 7467600"/>
              <a:gd name="connsiteY823" fmla="*/ 828265 h 6858000"/>
              <a:gd name="connsiteX824" fmla="*/ 2892114 w 7467600"/>
              <a:gd name="connsiteY824" fmla="*/ 1172635 h 6858000"/>
              <a:gd name="connsiteX825" fmla="*/ 3021459 w 7467600"/>
              <a:gd name="connsiteY825" fmla="*/ 1035385 h 6858000"/>
              <a:gd name="connsiteX826" fmla="*/ 3153873 w 7467600"/>
              <a:gd name="connsiteY826" fmla="*/ 898971 h 6858000"/>
              <a:gd name="connsiteX827" fmla="*/ 3276511 w 7467600"/>
              <a:gd name="connsiteY827" fmla="*/ 786423 h 6858000"/>
              <a:gd name="connsiteX828" fmla="*/ 3584154 w 7467600"/>
              <a:gd name="connsiteY828" fmla="*/ 448218 h 6858000"/>
              <a:gd name="connsiteX829" fmla="*/ 3624562 w 7467600"/>
              <a:gd name="connsiteY829" fmla="*/ 367041 h 6858000"/>
              <a:gd name="connsiteX830" fmla="*/ 3766672 w 7467600"/>
              <a:gd name="connsiteY830" fmla="*/ 359429 h 6858000"/>
              <a:gd name="connsiteX831" fmla="*/ 3996338 w 7467600"/>
              <a:gd name="connsiteY831" fmla="*/ 968237 h 6858000"/>
              <a:gd name="connsiteX832" fmla="*/ 3766672 w 7467600"/>
              <a:gd name="connsiteY832" fmla="*/ 359429 h 6858000"/>
              <a:gd name="connsiteX833" fmla="*/ 5805386 w 7467600"/>
              <a:gd name="connsiteY833" fmla="*/ 239240 h 6858000"/>
              <a:gd name="connsiteX834" fmla="*/ 5736947 w 7467600"/>
              <a:gd name="connsiteY834" fmla="*/ 261367 h 6858000"/>
              <a:gd name="connsiteX835" fmla="*/ 5427012 w 7467600"/>
              <a:gd name="connsiteY835" fmla="*/ 311272 h 6858000"/>
              <a:gd name="connsiteX836" fmla="*/ 5147818 w 7467600"/>
              <a:gd name="connsiteY836" fmla="*/ 322112 h 6858000"/>
              <a:gd name="connsiteX837" fmla="*/ 5060854 w 7467600"/>
              <a:gd name="connsiteY837" fmla="*/ 311882 h 6858000"/>
              <a:gd name="connsiteX838" fmla="*/ 4945989 w 7467600"/>
              <a:gd name="connsiteY838" fmla="*/ 300516 h 6858000"/>
              <a:gd name="connsiteX839" fmla="*/ 5410479 w 7467600"/>
              <a:gd name="connsiteY839" fmla="*/ 348434 h 6858000"/>
              <a:gd name="connsiteX840" fmla="*/ 5805386 w 7467600"/>
              <a:gd name="connsiteY840" fmla="*/ 239240 h 6858000"/>
              <a:gd name="connsiteX841" fmla="*/ 5905192 w 7467600"/>
              <a:gd name="connsiteY841" fmla="*/ 163079 h 6858000"/>
              <a:gd name="connsiteX842" fmla="*/ 5865655 w 7467600"/>
              <a:gd name="connsiteY842" fmla="*/ 171901 h 6858000"/>
              <a:gd name="connsiteX843" fmla="*/ 5259740 w 7467600"/>
              <a:gd name="connsiteY843" fmla="*/ 257013 h 6858000"/>
              <a:gd name="connsiteX844" fmla="*/ 5208466 w 7467600"/>
              <a:gd name="connsiteY844" fmla="*/ 257550 h 6858000"/>
              <a:gd name="connsiteX845" fmla="*/ 4980204 w 7467600"/>
              <a:gd name="connsiteY845" fmla="*/ 271903 h 6858000"/>
              <a:gd name="connsiteX846" fmla="*/ 5068068 w 7467600"/>
              <a:gd name="connsiteY846" fmla="*/ 282244 h 6858000"/>
              <a:gd name="connsiteX847" fmla="*/ 5153231 w 7467600"/>
              <a:gd name="connsiteY847" fmla="*/ 292240 h 6858000"/>
              <a:gd name="connsiteX848" fmla="*/ 5426491 w 7467600"/>
              <a:gd name="connsiteY848" fmla="*/ 281128 h 6858000"/>
              <a:gd name="connsiteX849" fmla="*/ 5731212 w 7467600"/>
              <a:gd name="connsiteY849" fmla="*/ 231951 h 6858000"/>
              <a:gd name="connsiteX850" fmla="*/ 5905192 w 7467600"/>
              <a:gd name="connsiteY850" fmla="*/ 163079 h 6858000"/>
              <a:gd name="connsiteX851" fmla="*/ 5944437 w 7467600"/>
              <a:gd name="connsiteY851" fmla="*/ 113829 h 6858000"/>
              <a:gd name="connsiteX852" fmla="*/ 5825032 w 7467600"/>
              <a:gd name="connsiteY852" fmla="*/ 146405 h 6858000"/>
              <a:gd name="connsiteX853" fmla="*/ 4955599 w 7467600"/>
              <a:gd name="connsiteY853" fmla="*/ 247008 h 6858000"/>
              <a:gd name="connsiteX854" fmla="*/ 5210104 w 7467600"/>
              <a:gd name="connsiteY854" fmla="*/ 228123 h 6858000"/>
              <a:gd name="connsiteX855" fmla="*/ 5261015 w 7467600"/>
              <a:gd name="connsiteY855" fmla="*/ 227087 h 6858000"/>
              <a:gd name="connsiteX856" fmla="*/ 5861181 w 7467600"/>
              <a:gd name="connsiteY856" fmla="*/ 143093 h 6858000"/>
              <a:gd name="connsiteX857" fmla="*/ 5961252 w 7467600"/>
              <a:gd name="connsiteY857" fmla="*/ 114820 h 6858000"/>
              <a:gd name="connsiteX858" fmla="*/ 5944437 w 7467600"/>
              <a:gd name="connsiteY858" fmla="*/ 113829 h 6858000"/>
              <a:gd name="connsiteX859" fmla="*/ 3882765 w 7467600"/>
              <a:gd name="connsiteY859" fmla="*/ 0 h 6858000"/>
              <a:gd name="connsiteX860" fmla="*/ 3995099 w 7467600"/>
              <a:gd name="connsiteY860" fmla="*/ 0 h 6858000"/>
              <a:gd name="connsiteX861" fmla="*/ 4163818 w 7467600"/>
              <a:gd name="connsiteY861" fmla="*/ 234104 h 6858000"/>
              <a:gd name="connsiteX862" fmla="*/ 4172099 w 7467600"/>
              <a:gd name="connsiteY862" fmla="*/ 234207 h 6858000"/>
              <a:gd name="connsiteX863" fmla="*/ 4784282 w 7467600"/>
              <a:gd name="connsiteY863" fmla="*/ 276561 h 6858000"/>
              <a:gd name="connsiteX864" fmla="*/ 4801687 w 7467600"/>
              <a:gd name="connsiteY864" fmla="*/ 267764 h 6858000"/>
              <a:gd name="connsiteX865" fmla="*/ 6082788 w 7467600"/>
              <a:gd name="connsiteY865" fmla="*/ 64119 h 6858000"/>
              <a:gd name="connsiteX866" fmla="*/ 6099442 w 7467600"/>
              <a:gd name="connsiteY866" fmla="*/ 82568 h 6858000"/>
              <a:gd name="connsiteX867" fmla="*/ 4804137 w 7467600"/>
              <a:gd name="connsiteY867" fmla="*/ 320931 h 6858000"/>
              <a:gd name="connsiteX868" fmla="*/ 4227047 w 7467600"/>
              <a:gd name="connsiteY868" fmla="*/ 313415 h 6858000"/>
              <a:gd name="connsiteX869" fmla="*/ 4346041 w 7467600"/>
              <a:gd name="connsiteY869" fmla="*/ 456086 h 6858000"/>
              <a:gd name="connsiteX870" fmla="*/ 4870967 w 7467600"/>
              <a:gd name="connsiteY870" fmla="*/ 963061 h 6858000"/>
              <a:gd name="connsiteX871" fmla="*/ 4889647 w 7467600"/>
              <a:gd name="connsiteY871" fmla="*/ 957147 h 6858000"/>
              <a:gd name="connsiteX872" fmla="*/ 5422504 w 7467600"/>
              <a:gd name="connsiteY872" fmla="*/ 805191 h 6858000"/>
              <a:gd name="connsiteX873" fmla="*/ 6087656 w 7467600"/>
              <a:gd name="connsiteY873" fmla="*/ 826703 h 6858000"/>
              <a:gd name="connsiteX874" fmla="*/ 6058717 w 7467600"/>
              <a:gd name="connsiteY874" fmla="*/ 865992 h 6858000"/>
              <a:gd name="connsiteX875" fmla="*/ 4974153 w 7467600"/>
              <a:gd name="connsiteY875" fmla="*/ 1045456 h 6858000"/>
              <a:gd name="connsiteX876" fmla="*/ 5627835 w 7467600"/>
              <a:gd name="connsiteY876" fmla="*/ 1472077 h 6858000"/>
              <a:gd name="connsiteX877" fmla="*/ 5629817 w 7467600"/>
              <a:gd name="connsiteY877" fmla="*/ 1471412 h 6858000"/>
              <a:gd name="connsiteX878" fmla="*/ 5634124 w 7467600"/>
              <a:gd name="connsiteY878" fmla="*/ 1470572 h 6858000"/>
              <a:gd name="connsiteX879" fmla="*/ 5755832 w 7467600"/>
              <a:gd name="connsiteY879" fmla="*/ 1383886 h 6858000"/>
              <a:gd name="connsiteX880" fmla="*/ 6014186 w 7467600"/>
              <a:gd name="connsiteY880" fmla="*/ 1279799 h 6858000"/>
              <a:gd name="connsiteX881" fmla="*/ 6901619 w 7467600"/>
              <a:gd name="connsiteY881" fmla="*/ 1047874 h 6858000"/>
              <a:gd name="connsiteX882" fmla="*/ 6931566 w 7467600"/>
              <a:gd name="connsiteY882" fmla="*/ 1062034 h 6858000"/>
              <a:gd name="connsiteX883" fmla="*/ 5790982 w 7467600"/>
              <a:gd name="connsiteY883" fmla="*/ 1561380 h 6858000"/>
              <a:gd name="connsiteX884" fmla="*/ 6188971 w 7467600"/>
              <a:gd name="connsiteY884" fmla="*/ 1755168 h 6858000"/>
              <a:gd name="connsiteX885" fmla="*/ 6202446 w 7467600"/>
              <a:gd name="connsiteY885" fmla="*/ 1752268 h 6858000"/>
              <a:gd name="connsiteX886" fmla="*/ 7179560 w 7467600"/>
              <a:gd name="connsiteY886" fmla="*/ 1467551 h 6858000"/>
              <a:gd name="connsiteX887" fmla="*/ 7158730 w 7467600"/>
              <a:gd name="connsiteY887" fmla="*/ 1507835 h 6858000"/>
              <a:gd name="connsiteX888" fmla="*/ 6326959 w 7467600"/>
              <a:gd name="connsiteY888" fmla="*/ 1817686 h 6858000"/>
              <a:gd name="connsiteX889" fmla="*/ 6537433 w 7467600"/>
              <a:gd name="connsiteY889" fmla="*/ 1907790 h 6858000"/>
              <a:gd name="connsiteX890" fmla="*/ 6550221 w 7467600"/>
              <a:gd name="connsiteY890" fmla="*/ 1910729 h 6858000"/>
              <a:gd name="connsiteX891" fmla="*/ 6964438 w 7467600"/>
              <a:gd name="connsiteY891" fmla="*/ 2209505 h 6858000"/>
              <a:gd name="connsiteX892" fmla="*/ 7367862 w 7467600"/>
              <a:gd name="connsiteY892" fmla="*/ 2806833 h 6858000"/>
              <a:gd name="connsiteX893" fmla="*/ 7364329 w 7467600"/>
              <a:gd name="connsiteY893" fmla="*/ 2826907 h 6858000"/>
              <a:gd name="connsiteX894" fmla="*/ 7290545 w 7467600"/>
              <a:gd name="connsiteY894" fmla="*/ 2850663 h 6858000"/>
              <a:gd name="connsiteX895" fmla="*/ 6472036 w 7467600"/>
              <a:gd name="connsiteY895" fmla="*/ 1959003 h 6858000"/>
              <a:gd name="connsiteX896" fmla="*/ 5792897 w 7467600"/>
              <a:gd name="connsiteY896" fmla="*/ 1647747 h 6858000"/>
              <a:gd name="connsiteX897" fmla="*/ 5842751 w 7467600"/>
              <a:gd name="connsiteY897" fmla="*/ 1816112 h 6858000"/>
              <a:gd name="connsiteX898" fmla="*/ 5847424 w 7467600"/>
              <a:gd name="connsiteY898" fmla="*/ 1815776 h 6858000"/>
              <a:gd name="connsiteX899" fmla="*/ 6399821 w 7467600"/>
              <a:gd name="connsiteY899" fmla="*/ 2344799 h 6858000"/>
              <a:gd name="connsiteX900" fmla="*/ 6323232 w 7467600"/>
              <a:gd name="connsiteY900" fmla="*/ 2389634 h 6858000"/>
              <a:gd name="connsiteX901" fmla="*/ 5942958 w 7467600"/>
              <a:gd name="connsiteY901" fmla="*/ 2077708 h 6858000"/>
              <a:gd name="connsiteX902" fmla="*/ 5921559 w 7467600"/>
              <a:gd name="connsiteY902" fmla="*/ 2378596 h 6858000"/>
              <a:gd name="connsiteX903" fmla="*/ 5817651 w 7467600"/>
              <a:gd name="connsiteY903" fmla="*/ 3023919 h 6858000"/>
              <a:gd name="connsiteX904" fmla="*/ 5729634 w 7467600"/>
              <a:gd name="connsiteY904" fmla="*/ 3051849 h 6858000"/>
              <a:gd name="connsiteX905" fmla="*/ 5611018 w 7467600"/>
              <a:gd name="connsiteY905" fmla="*/ 2316769 h 6858000"/>
              <a:gd name="connsiteX906" fmla="*/ 5687608 w 7467600"/>
              <a:gd name="connsiteY906" fmla="*/ 2039972 h 6858000"/>
              <a:gd name="connsiteX907" fmla="*/ 5657554 w 7467600"/>
              <a:gd name="connsiteY907" fmla="*/ 1576445 h 6858000"/>
              <a:gd name="connsiteX908" fmla="*/ 5150475 w 7467600"/>
              <a:gd name="connsiteY908" fmla="*/ 1274012 h 6858000"/>
              <a:gd name="connsiteX909" fmla="*/ 5349142 w 7467600"/>
              <a:gd name="connsiteY909" fmla="*/ 2204405 h 6858000"/>
              <a:gd name="connsiteX910" fmla="*/ 5262214 w 7467600"/>
              <a:gd name="connsiteY910" fmla="*/ 2233836 h 6858000"/>
              <a:gd name="connsiteX911" fmla="*/ 4981539 w 7467600"/>
              <a:gd name="connsiteY911" fmla="*/ 1542201 h 6858000"/>
              <a:gd name="connsiteX912" fmla="*/ 4958461 w 7467600"/>
              <a:gd name="connsiteY912" fmla="*/ 1136957 h 6858000"/>
              <a:gd name="connsiteX913" fmla="*/ 4655015 w 7467600"/>
              <a:gd name="connsiteY913" fmla="*/ 891426 h 6858000"/>
              <a:gd name="connsiteX914" fmla="*/ 4348002 w 7467600"/>
              <a:gd name="connsiteY914" fmla="*/ 2205895 h 6858000"/>
              <a:gd name="connsiteX915" fmla="*/ 4262250 w 7467600"/>
              <a:gd name="connsiteY915" fmla="*/ 2219972 h 6858000"/>
              <a:gd name="connsiteX916" fmla="*/ 4550611 w 7467600"/>
              <a:gd name="connsiteY916" fmla="*/ 817540 h 6858000"/>
              <a:gd name="connsiteX917" fmla="*/ 4564418 w 7467600"/>
              <a:gd name="connsiteY917" fmla="*/ 808293 h 6858000"/>
              <a:gd name="connsiteX918" fmla="*/ 4266388 w 7467600"/>
              <a:gd name="connsiteY918" fmla="*/ 500083 h 6858000"/>
              <a:gd name="connsiteX919" fmla="*/ 4032842 w 7467600"/>
              <a:gd name="connsiteY919" fmla="*/ 211809 h 6858000"/>
              <a:gd name="connsiteX920" fmla="*/ 3882765 w 7467600"/>
              <a:gd name="connsiteY920" fmla="*/ 0 h 6858000"/>
              <a:gd name="connsiteX921" fmla="*/ 3721337 w 7467600"/>
              <a:gd name="connsiteY921" fmla="*/ 0 h 6858000"/>
              <a:gd name="connsiteX922" fmla="*/ 3797544 w 7467600"/>
              <a:gd name="connsiteY922" fmla="*/ 0 h 6858000"/>
              <a:gd name="connsiteX923" fmla="*/ 3775734 w 7467600"/>
              <a:gd name="connsiteY923" fmla="*/ 95131 h 6858000"/>
              <a:gd name="connsiteX924" fmla="*/ 3724807 w 7467600"/>
              <a:gd name="connsiteY924" fmla="*/ 272257 h 6858000"/>
              <a:gd name="connsiteX925" fmla="*/ 3726844 w 7467600"/>
              <a:gd name="connsiteY925" fmla="*/ 282988 h 6858000"/>
              <a:gd name="connsiteX926" fmla="*/ 3742664 w 7467600"/>
              <a:gd name="connsiteY926" fmla="*/ 279918 h 6858000"/>
              <a:gd name="connsiteX927" fmla="*/ 4103910 w 7467600"/>
              <a:gd name="connsiteY927" fmla="*/ 1161917 h 6858000"/>
              <a:gd name="connsiteX928" fmla="*/ 4020269 w 7467600"/>
              <a:gd name="connsiteY928" fmla="*/ 1200406 h 6858000"/>
              <a:gd name="connsiteX929" fmla="*/ 3674882 w 7467600"/>
              <a:gd name="connsiteY929" fmla="*/ 488524 h 6858000"/>
              <a:gd name="connsiteX930" fmla="*/ 3132682 w 7467600"/>
              <a:gd name="connsiteY930" fmla="*/ 1072284 h 6858000"/>
              <a:gd name="connsiteX931" fmla="*/ 2716346 w 7467600"/>
              <a:gd name="connsiteY931" fmla="*/ 1276376 h 6858000"/>
              <a:gd name="connsiteX932" fmla="*/ 2716772 w 7467600"/>
              <a:gd name="connsiteY932" fmla="*/ 1255462 h 6858000"/>
              <a:gd name="connsiteX933" fmla="*/ 3471096 w 7467600"/>
              <a:gd name="connsiteY933" fmla="*/ 437072 h 6858000"/>
              <a:gd name="connsiteX934" fmla="*/ 3639057 w 7467600"/>
              <a:gd name="connsiteY934" fmla="*/ 286334 h 6858000"/>
              <a:gd name="connsiteX935" fmla="*/ 3640309 w 7467600"/>
              <a:gd name="connsiteY935" fmla="*/ 284664 h 6858000"/>
              <a:gd name="connsiteX936" fmla="*/ 3646022 w 7467600"/>
              <a:gd name="connsiteY936" fmla="*/ 276711 h 6858000"/>
              <a:gd name="connsiteX937" fmla="*/ 3707943 w 7467600"/>
              <a:gd name="connsiteY937" fmla="*/ 65958 h 6858000"/>
              <a:gd name="connsiteX938" fmla="*/ 3721337 w 7467600"/>
              <a:gd name="connsiteY938" fmla="*/ 0 h 6858000"/>
              <a:gd name="connsiteX939" fmla="*/ 2867960 w 7467600"/>
              <a:gd name="connsiteY939" fmla="*/ 0 h 6858000"/>
              <a:gd name="connsiteX940" fmla="*/ 2926351 w 7467600"/>
              <a:gd name="connsiteY940" fmla="*/ 0 h 6858000"/>
              <a:gd name="connsiteX941" fmla="*/ 2902823 w 7467600"/>
              <a:gd name="connsiteY941" fmla="*/ 262929 h 6858000"/>
              <a:gd name="connsiteX942" fmla="*/ 2940663 w 7467600"/>
              <a:gd name="connsiteY942" fmla="*/ 140884 h 6858000"/>
              <a:gd name="connsiteX943" fmla="*/ 2947039 w 7467600"/>
              <a:gd name="connsiteY943" fmla="*/ 122524 h 6858000"/>
              <a:gd name="connsiteX944" fmla="*/ 2984316 w 7467600"/>
              <a:gd name="connsiteY944" fmla="*/ 0 h 6858000"/>
              <a:gd name="connsiteX945" fmla="*/ 3016114 w 7467600"/>
              <a:gd name="connsiteY945" fmla="*/ 0 h 6858000"/>
              <a:gd name="connsiteX946" fmla="*/ 2979949 w 7467600"/>
              <a:gd name="connsiteY946" fmla="*/ 119274 h 6858000"/>
              <a:gd name="connsiteX947" fmla="*/ 3023879 w 7467600"/>
              <a:gd name="connsiteY947" fmla="*/ 0 h 6858000"/>
              <a:gd name="connsiteX948" fmla="*/ 3105400 w 7467600"/>
              <a:gd name="connsiteY948" fmla="*/ 0 h 6858000"/>
              <a:gd name="connsiteX949" fmla="*/ 3094669 w 7467600"/>
              <a:gd name="connsiteY949" fmla="*/ 30308 h 6858000"/>
              <a:gd name="connsiteX950" fmla="*/ 2901945 w 7467600"/>
              <a:gd name="connsiteY950" fmla="*/ 466538 h 6858000"/>
              <a:gd name="connsiteX951" fmla="*/ 2815209 w 7467600"/>
              <a:gd name="connsiteY951" fmla="*/ 497361 h 6858000"/>
              <a:gd name="connsiteX952" fmla="*/ 2844845 w 7467600"/>
              <a:gd name="connsiteY952" fmla="*/ 127638 h 6858000"/>
              <a:gd name="connsiteX953" fmla="*/ 2867960 w 7467600"/>
              <a:gd name="connsiteY953" fmla="*/ 0 h 6858000"/>
              <a:gd name="connsiteX954" fmla="*/ 1057230 w 7467600"/>
              <a:gd name="connsiteY954" fmla="*/ 0 h 6858000"/>
              <a:gd name="connsiteX955" fmla="*/ 1111003 w 7467600"/>
              <a:gd name="connsiteY955" fmla="*/ 0 h 6858000"/>
              <a:gd name="connsiteX956" fmla="*/ 1125553 w 7467600"/>
              <a:gd name="connsiteY956" fmla="*/ 52588 h 6858000"/>
              <a:gd name="connsiteX957" fmla="*/ 1304276 w 7467600"/>
              <a:gd name="connsiteY957" fmla="*/ 476275 h 6858000"/>
              <a:gd name="connsiteX958" fmla="*/ 1492066 w 7467600"/>
              <a:gd name="connsiteY958" fmla="*/ 886333 h 6858000"/>
              <a:gd name="connsiteX959" fmla="*/ 1423698 w 7467600"/>
              <a:gd name="connsiteY959" fmla="*/ 710817 h 6858000"/>
              <a:gd name="connsiteX960" fmla="*/ 1357609 w 7467600"/>
              <a:gd name="connsiteY960" fmla="*/ 532892 h 6858000"/>
              <a:gd name="connsiteX961" fmla="*/ 1309550 w 7467600"/>
              <a:gd name="connsiteY961" fmla="*/ 374031 h 6858000"/>
              <a:gd name="connsiteX962" fmla="*/ 1193673 w 7467600"/>
              <a:gd name="connsiteY962" fmla="*/ 49533 h 6858000"/>
              <a:gd name="connsiteX963" fmla="*/ 1164391 w 7467600"/>
              <a:gd name="connsiteY963" fmla="*/ 0 h 6858000"/>
              <a:gd name="connsiteX964" fmla="*/ 1200666 w 7467600"/>
              <a:gd name="connsiteY964" fmla="*/ 0 h 6858000"/>
              <a:gd name="connsiteX965" fmla="*/ 1223408 w 7467600"/>
              <a:gd name="connsiteY965" fmla="*/ 38996 h 6858000"/>
              <a:gd name="connsiteX966" fmla="*/ 1339635 w 7467600"/>
              <a:gd name="connsiteY966" fmla="*/ 365517 h 6858000"/>
              <a:gd name="connsiteX967" fmla="*/ 1387469 w 7467600"/>
              <a:gd name="connsiteY967" fmla="*/ 523079 h 6858000"/>
              <a:gd name="connsiteX968" fmla="*/ 1452685 w 7467600"/>
              <a:gd name="connsiteY968" fmla="*/ 699806 h 6858000"/>
              <a:gd name="connsiteX969" fmla="*/ 1492092 w 7467600"/>
              <a:gd name="connsiteY969" fmla="*/ 800424 h 6858000"/>
              <a:gd name="connsiteX970" fmla="*/ 1455302 w 7467600"/>
              <a:gd name="connsiteY970" fmla="*/ 632913 h 6858000"/>
              <a:gd name="connsiteX971" fmla="*/ 1222336 w 7467600"/>
              <a:gd name="connsiteY971" fmla="*/ 9480 h 6858000"/>
              <a:gd name="connsiteX972" fmla="*/ 1214634 w 7467600"/>
              <a:gd name="connsiteY972" fmla="*/ 0 h 6858000"/>
              <a:gd name="connsiteX973" fmla="*/ 1289827 w 7467600"/>
              <a:gd name="connsiteY973" fmla="*/ 0 h 6858000"/>
              <a:gd name="connsiteX974" fmla="*/ 1321076 w 7467600"/>
              <a:gd name="connsiteY974" fmla="*/ 59722 h 6858000"/>
              <a:gd name="connsiteX975" fmla="*/ 1512579 w 7467600"/>
              <a:gd name="connsiteY975" fmla="*/ 626441 h 6858000"/>
              <a:gd name="connsiteX976" fmla="*/ 1506076 w 7467600"/>
              <a:gd name="connsiteY976" fmla="*/ 1089289 h 6858000"/>
              <a:gd name="connsiteX977" fmla="*/ 1486346 w 7467600"/>
              <a:gd name="connsiteY977" fmla="*/ 1079919 h 6858000"/>
              <a:gd name="connsiteX978" fmla="*/ 1070511 w 7467600"/>
              <a:gd name="connsiteY978" fmla="*/ 48609 h 6858000"/>
              <a:gd name="connsiteX979" fmla="*/ 1057230 w 7467600"/>
              <a:gd name="connsiteY979" fmla="*/ 0 h 6858000"/>
              <a:gd name="connsiteX980" fmla="*/ 43151 w 7467600"/>
              <a:gd name="connsiteY980" fmla="*/ 0 h 6858000"/>
              <a:gd name="connsiteX981" fmla="*/ 95283 w 7467600"/>
              <a:gd name="connsiteY981" fmla="*/ 0 h 6858000"/>
              <a:gd name="connsiteX982" fmla="*/ 300708 w 7467600"/>
              <a:gd name="connsiteY982" fmla="*/ 154571 h 6858000"/>
              <a:gd name="connsiteX983" fmla="*/ 530414 w 7467600"/>
              <a:gd name="connsiteY983" fmla="*/ 354673 h 6858000"/>
              <a:gd name="connsiteX984" fmla="*/ 333785 w 7467600"/>
              <a:gd name="connsiteY984" fmla="*/ 161564 h 6858000"/>
              <a:gd name="connsiteX985" fmla="*/ 147005 w 7467600"/>
              <a:gd name="connsiteY985" fmla="*/ 0 h 6858000"/>
              <a:gd name="connsiteX986" fmla="*/ 272509 w 7467600"/>
              <a:gd name="connsiteY986" fmla="*/ 0 h 6858000"/>
              <a:gd name="connsiteX987" fmla="*/ 326276 w 7467600"/>
              <a:gd name="connsiteY987" fmla="*/ 45847 h 6858000"/>
              <a:gd name="connsiteX988" fmla="*/ 823759 w 7467600"/>
              <a:gd name="connsiteY988" fmla="*/ 574145 h 6858000"/>
              <a:gd name="connsiteX989" fmla="*/ 811254 w 7467600"/>
              <a:gd name="connsiteY989" fmla="*/ 665546 h 6858000"/>
              <a:gd name="connsiteX990" fmla="*/ 154042 w 7467600"/>
              <a:gd name="connsiteY990" fmla="*/ 261522 h 6858000"/>
              <a:gd name="connsiteX991" fmla="*/ 13550 w 7467600"/>
              <a:gd name="connsiteY991" fmla="*/ 158423 h 6858000"/>
              <a:gd name="connsiteX992" fmla="*/ 0 w 7467600"/>
              <a:gd name="connsiteY992" fmla="*/ 146618 h 6858000"/>
              <a:gd name="connsiteX993" fmla="*/ 0 w 7467600"/>
              <a:gd name="connsiteY993" fmla="*/ 59161 h 6858000"/>
              <a:gd name="connsiteX994" fmla="*/ 45427 w 7467600"/>
              <a:gd name="connsiteY994" fmla="*/ 101078 h 6858000"/>
              <a:gd name="connsiteX995" fmla="*/ 630103 w 7467600"/>
              <a:gd name="connsiteY995" fmla="*/ 485885 h 6858000"/>
              <a:gd name="connsiteX996" fmla="*/ 532040 w 7467600"/>
              <a:gd name="connsiteY996" fmla="*/ 399359 h 6858000"/>
              <a:gd name="connsiteX997" fmla="*/ 517618 w 7467600"/>
              <a:gd name="connsiteY997" fmla="*/ 385726 h 6858000"/>
              <a:gd name="connsiteX998" fmla="*/ 285074 w 7467600"/>
              <a:gd name="connsiteY998" fmla="*/ 182755 h 6858000"/>
              <a:gd name="connsiteX999" fmla="*/ 43151 w 7467600"/>
              <a:gd name="connsiteY99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361850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1903353 w 7467600"/>
              <a:gd name="connsiteY143" fmla="*/ 5044827 h 6858000"/>
              <a:gd name="connsiteX144" fmla="*/ 1936931 w 7467600"/>
              <a:gd name="connsiteY144" fmla="*/ 5093954 h 6858000"/>
              <a:gd name="connsiteX145" fmla="*/ 2195868 w 7467600"/>
              <a:gd name="connsiteY145" fmla="*/ 5396574 h 6858000"/>
              <a:gd name="connsiteX146" fmla="*/ 2088852 w 7467600"/>
              <a:gd name="connsiteY146" fmla="*/ 5166123 h 6858000"/>
              <a:gd name="connsiteX147" fmla="*/ 1958241 w 7467600"/>
              <a:gd name="connsiteY147" fmla="*/ 5067955 h 6858000"/>
              <a:gd name="connsiteX148" fmla="*/ 1903353 w 7467600"/>
              <a:gd name="connsiteY148" fmla="*/ 5044827 h 6858000"/>
              <a:gd name="connsiteX149" fmla="*/ 1979378 w 7467600"/>
              <a:gd name="connsiteY149" fmla="*/ 4769504 h 6858000"/>
              <a:gd name="connsiteX150" fmla="*/ 2882120 w 7467600"/>
              <a:gd name="connsiteY150" fmla="*/ 5064547 h 6858000"/>
              <a:gd name="connsiteX151" fmla="*/ 2793103 w 7467600"/>
              <a:gd name="connsiteY151" fmla="*/ 5039699 h 6858000"/>
              <a:gd name="connsiteX152" fmla="*/ 2770041 w 7467600"/>
              <a:gd name="connsiteY152" fmla="*/ 5033634 h 6858000"/>
              <a:gd name="connsiteX153" fmla="*/ 1979378 w 7467600"/>
              <a:gd name="connsiteY153" fmla="*/ 4769504 h 6858000"/>
              <a:gd name="connsiteX154" fmla="*/ 1927410 w 7467600"/>
              <a:gd name="connsiteY154" fmla="*/ 4716164 h 6858000"/>
              <a:gd name="connsiteX155" fmla="*/ 1959587 w 7467600"/>
              <a:gd name="connsiteY155" fmla="*/ 4728849 h 6858000"/>
              <a:gd name="connsiteX156" fmla="*/ 2777707 w 7467600"/>
              <a:gd name="connsiteY156" fmla="*/ 5003991 h 6858000"/>
              <a:gd name="connsiteX157" fmla="*/ 2800768 w 7467600"/>
              <a:gd name="connsiteY157" fmla="*/ 5010056 h 6858000"/>
              <a:gd name="connsiteX158" fmla="*/ 2879408 w 7467600"/>
              <a:gd name="connsiteY158" fmla="*/ 5031590 h 6858000"/>
              <a:gd name="connsiteX159" fmla="*/ 2862295 w 7467600"/>
              <a:gd name="connsiteY159" fmla="*/ 5022958 h 6858000"/>
              <a:gd name="connsiteX160" fmla="*/ 2813343 w 7467600"/>
              <a:gd name="connsiteY160" fmla="*/ 4998369 h 6858000"/>
              <a:gd name="connsiteX161" fmla="*/ 2646245 w 7467600"/>
              <a:gd name="connsiteY161" fmla="*/ 4930999 h 6858000"/>
              <a:gd name="connsiteX162" fmla="*/ 1999243 w 7467600"/>
              <a:gd name="connsiteY162" fmla="*/ 4730524 h 6858000"/>
              <a:gd name="connsiteX163" fmla="*/ 1979527 w 7467600"/>
              <a:gd name="connsiteY163" fmla="*/ 4726651 h 6858000"/>
              <a:gd name="connsiteX164" fmla="*/ 1927410 w 7467600"/>
              <a:gd name="connsiteY164" fmla="*/ 4716164 h 6858000"/>
              <a:gd name="connsiteX165" fmla="*/ 1997014 w 7467600"/>
              <a:gd name="connsiteY165" fmla="*/ 4698007 h 6858000"/>
              <a:gd name="connsiteX166" fmla="*/ 2005458 w 7467600"/>
              <a:gd name="connsiteY166" fmla="*/ 4699540 h 6858000"/>
              <a:gd name="connsiteX167" fmla="*/ 2657186 w 7467600"/>
              <a:gd name="connsiteY167" fmla="*/ 4901687 h 6858000"/>
              <a:gd name="connsiteX168" fmla="*/ 2826662 w 7467600"/>
              <a:gd name="connsiteY168" fmla="*/ 4970362 h 6858000"/>
              <a:gd name="connsiteX169" fmla="*/ 2876100 w 7467600"/>
              <a:gd name="connsiteY169" fmla="*/ 4995397 h 6858000"/>
              <a:gd name="connsiteX170" fmla="*/ 3042600 w 7467600"/>
              <a:gd name="connsiteY170" fmla="*/ 5059532 h 6858000"/>
              <a:gd name="connsiteX171" fmla="*/ 1997014 w 7467600"/>
              <a:gd name="connsiteY171" fmla="*/ 4698007 h 6858000"/>
              <a:gd name="connsiteX172" fmla="*/ 2305292 w 7467600"/>
              <a:gd name="connsiteY172" fmla="*/ 4219492 h 6858000"/>
              <a:gd name="connsiteX173" fmla="*/ 3360922 w 7467600"/>
              <a:gd name="connsiteY173" fmla="*/ 4529373 h 6858000"/>
              <a:gd name="connsiteX174" fmla="*/ 3492420 w 7467600"/>
              <a:gd name="connsiteY174" fmla="*/ 4510145 h 6858000"/>
              <a:gd name="connsiteX175" fmla="*/ 3364086 w 7467600"/>
              <a:gd name="connsiteY175" fmla="*/ 4480340 h 6858000"/>
              <a:gd name="connsiteX176" fmla="*/ 3225818 w 7467600"/>
              <a:gd name="connsiteY176" fmla="*/ 4411822 h 6858000"/>
              <a:gd name="connsiteX177" fmla="*/ 3129696 w 7467600"/>
              <a:gd name="connsiteY177" fmla="*/ 4360704 h 6858000"/>
              <a:gd name="connsiteX178" fmla="*/ 2814545 w 7467600"/>
              <a:gd name="connsiteY178" fmla="*/ 4282955 h 6858000"/>
              <a:gd name="connsiteX179" fmla="*/ 2305292 w 7467600"/>
              <a:gd name="connsiteY179" fmla="*/ 4219492 h 6858000"/>
              <a:gd name="connsiteX180" fmla="*/ 2626982 w 7467600"/>
              <a:gd name="connsiteY180" fmla="*/ 4206450 h 6858000"/>
              <a:gd name="connsiteX181" fmla="*/ 2490617 w 7467600"/>
              <a:gd name="connsiteY181" fmla="*/ 4206951 h 6858000"/>
              <a:gd name="connsiteX182" fmla="*/ 2819869 w 7467600"/>
              <a:gd name="connsiteY182" fmla="*/ 4252936 h 6858000"/>
              <a:gd name="connsiteX183" fmla="*/ 3143018 w 7467600"/>
              <a:gd name="connsiteY183" fmla="*/ 4332698 h 6858000"/>
              <a:gd name="connsiteX184" fmla="*/ 3241520 w 7467600"/>
              <a:gd name="connsiteY184" fmla="*/ 4385112 h 6858000"/>
              <a:gd name="connsiteX185" fmla="*/ 3374575 w 7467600"/>
              <a:gd name="connsiteY185" fmla="*/ 4451517 h 6858000"/>
              <a:gd name="connsiteX186" fmla="*/ 3505221 w 7467600"/>
              <a:gd name="connsiteY186" fmla="*/ 4480757 h 6858000"/>
              <a:gd name="connsiteX187" fmla="*/ 2626982 w 7467600"/>
              <a:gd name="connsiteY187" fmla="*/ 4206450 h 6858000"/>
              <a:gd name="connsiteX188" fmla="*/ 1310106 w 7467600"/>
              <a:gd name="connsiteY188" fmla="*/ 3943217 h 6858000"/>
              <a:gd name="connsiteX189" fmla="*/ 854994 w 7467600"/>
              <a:gd name="connsiteY189" fmla="*/ 4399136 h 6858000"/>
              <a:gd name="connsiteX190" fmla="*/ 742462 w 7467600"/>
              <a:gd name="connsiteY190" fmla="*/ 4594648 h 6858000"/>
              <a:gd name="connsiteX191" fmla="*/ 820602 w 7467600"/>
              <a:gd name="connsiteY191" fmla="*/ 4485915 h 6858000"/>
              <a:gd name="connsiteX192" fmla="*/ 878295 w 7467600"/>
              <a:gd name="connsiteY192" fmla="*/ 4403594 h 6858000"/>
              <a:gd name="connsiteX193" fmla="*/ 1240607 w 7467600"/>
              <a:gd name="connsiteY193" fmla="*/ 4010401 h 6858000"/>
              <a:gd name="connsiteX194" fmla="*/ 1310106 w 7467600"/>
              <a:gd name="connsiteY194" fmla="*/ 3943217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316479 w 7467600"/>
              <a:gd name="connsiteY205" fmla="*/ 3872136 h 6858000"/>
              <a:gd name="connsiteX206" fmla="*/ 3291335 w 7467600"/>
              <a:gd name="connsiteY206" fmla="*/ 3767420 h 6858000"/>
              <a:gd name="connsiteX207" fmla="*/ 3390805 w 7467600"/>
              <a:gd name="connsiteY207" fmla="*/ 3937163 h 6858000"/>
              <a:gd name="connsiteX208" fmla="*/ 3579062 w 7467600"/>
              <a:gd name="connsiteY208" fmla="*/ 4359040 h 6858000"/>
              <a:gd name="connsiteX209" fmla="*/ 3467355 w 7467600"/>
              <a:gd name="connsiteY209" fmla="*/ 3988130 h 6858000"/>
              <a:gd name="connsiteX210" fmla="*/ 3310753 w 7467600"/>
              <a:gd name="connsiteY210" fmla="*/ 3787140 h 6858000"/>
              <a:gd name="connsiteX211" fmla="*/ 3291335 w 7467600"/>
              <a:gd name="connsiteY211" fmla="*/ 3767420 h 6858000"/>
              <a:gd name="connsiteX212" fmla="*/ 1635889 w 7467600"/>
              <a:gd name="connsiteY212" fmla="*/ 3709494 h 6858000"/>
              <a:gd name="connsiteX213" fmla="*/ 1634800 w 7467600"/>
              <a:gd name="connsiteY213" fmla="*/ 3731111 h 6858000"/>
              <a:gd name="connsiteX214" fmla="*/ 1635889 w 7467600"/>
              <a:gd name="connsiteY214" fmla="*/ 3709494 h 6858000"/>
              <a:gd name="connsiteX215" fmla="*/ 1510397 w 7467600"/>
              <a:gd name="connsiteY215" fmla="*/ 3684705 h 6858000"/>
              <a:gd name="connsiteX216" fmla="*/ 1146550 w 7467600"/>
              <a:gd name="connsiteY216" fmla="*/ 3802012 h 6858000"/>
              <a:gd name="connsiteX217" fmla="*/ 698834 w 7467600"/>
              <a:gd name="connsiteY217" fmla="*/ 3952272 h 6858000"/>
              <a:gd name="connsiteX218" fmla="*/ 34256 w 7467600"/>
              <a:gd name="connsiteY218" fmla="*/ 4347603 h 6858000"/>
              <a:gd name="connsiteX219" fmla="*/ 527241 w 7467600"/>
              <a:gd name="connsiteY219" fmla="*/ 4065078 h 6858000"/>
              <a:gd name="connsiteX220" fmla="*/ 1510397 w 7467600"/>
              <a:gd name="connsiteY220" fmla="*/ 3684705 h 6858000"/>
              <a:gd name="connsiteX221" fmla="*/ 1313114 w 7467600"/>
              <a:gd name="connsiteY221" fmla="*/ 3655216 h 6858000"/>
              <a:gd name="connsiteX222" fmla="*/ 1109304 w 7467600"/>
              <a:gd name="connsiteY222" fmla="*/ 3669030 h 6858000"/>
              <a:gd name="connsiteX223" fmla="*/ 8129 w 7467600"/>
              <a:gd name="connsiteY223" fmla="*/ 4330519 h 6858000"/>
              <a:gd name="connsiteX224" fmla="*/ 687572 w 7467600"/>
              <a:gd name="connsiteY224" fmla="*/ 3925629 h 6858000"/>
              <a:gd name="connsiteX225" fmla="*/ 1138365 w 7467600"/>
              <a:gd name="connsiteY225" fmla="*/ 3774515 h 6858000"/>
              <a:gd name="connsiteX226" fmla="*/ 1505579 w 7467600"/>
              <a:gd name="connsiteY226" fmla="*/ 3655526 h 6858000"/>
              <a:gd name="connsiteX227" fmla="*/ 1313114 w 7467600"/>
              <a:gd name="connsiteY227" fmla="*/ 3655216 h 6858000"/>
              <a:gd name="connsiteX228" fmla="*/ 3655073 w 7467600"/>
              <a:gd name="connsiteY228" fmla="*/ 3650884 h 6858000"/>
              <a:gd name="connsiteX229" fmla="*/ 3989938 w 7467600"/>
              <a:gd name="connsiteY229" fmla="*/ 3991685 h 6858000"/>
              <a:gd name="connsiteX230" fmla="*/ 4393907 w 7467600"/>
              <a:gd name="connsiteY230" fmla="*/ 4261258 h 6858000"/>
              <a:gd name="connsiteX231" fmla="*/ 4648051 w 7467600"/>
              <a:gd name="connsiteY231" fmla="*/ 4374051 h 6858000"/>
              <a:gd name="connsiteX232" fmla="*/ 4383389 w 7467600"/>
              <a:gd name="connsiteY232" fmla="*/ 4184369 h 6858000"/>
              <a:gd name="connsiteX233" fmla="*/ 4165508 w 7467600"/>
              <a:gd name="connsiteY233" fmla="*/ 4035196 h 6858000"/>
              <a:gd name="connsiteX234" fmla="*/ 4068162 w 7467600"/>
              <a:gd name="connsiteY234" fmla="*/ 3953394 h 6858000"/>
              <a:gd name="connsiteX235" fmla="*/ 3981416 w 7467600"/>
              <a:gd name="connsiteY235" fmla="*/ 3880482 h 6858000"/>
              <a:gd name="connsiteX236" fmla="*/ 3800147 w 7467600"/>
              <a:gd name="connsiteY236" fmla="*/ 3749872 h 6858000"/>
              <a:gd name="connsiteX237" fmla="*/ 3655073 w 7467600"/>
              <a:gd name="connsiteY237" fmla="*/ 3650884 h 6858000"/>
              <a:gd name="connsiteX238" fmla="*/ 3670252 w 7467600"/>
              <a:gd name="connsiteY238" fmla="*/ 3622798 h 6858000"/>
              <a:gd name="connsiteX239" fmla="*/ 3817258 w 7467600"/>
              <a:gd name="connsiteY239" fmla="*/ 3723577 h 6858000"/>
              <a:gd name="connsiteX240" fmla="*/ 4000461 w 7467600"/>
              <a:gd name="connsiteY240" fmla="*/ 3855966 h 6858000"/>
              <a:gd name="connsiteX241" fmla="*/ 4088180 w 7467600"/>
              <a:gd name="connsiteY241" fmla="*/ 3929774 h 6858000"/>
              <a:gd name="connsiteX242" fmla="*/ 4184555 w 7467600"/>
              <a:gd name="connsiteY242" fmla="*/ 4010683 h 6858000"/>
              <a:gd name="connsiteX243" fmla="*/ 4399563 w 7467600"/>
              <a:gd name="connsiteY243" fmla="*/ 4158106 h 6858000"/>
              <a:gd name="connsiteX244" fmla="*/ 4684469 w 7467600"/>
              <a:gd name="connsiteY244" fmla="*/ 4364680 h 6858000"/>
              <a:gd name="connsiteX245" fmla="*/ 4690271 w 7467600"/>
              <a:gd name="connsiteY245" fmla="*/ 4370034 h 6858000"/>
              <a:gd name="connsiteX246" fmla="*/ 4136093 w 7467600"/>
              <a:gd name="connsiteY246" fmla="*/ 3858466 h 6858000"/>
              <a:gd name="connsiteX247" fmla="*/ 3670252 w 7467600"/>
              <a:gd name="connsiteY247" fmla="*/ 3622798 h 6858000"/>
              <a:gd name="connsiteX248" fmla="*/ 4440129 w 7467600"/>
              <a:gd name="connsiteY248" fmla="*/ 3448571 h 6858000"/>
              <a:gd name="connsiteX249" fmla="*/ 4856525 w 7467600"/>
              <a:gd name="connsiteY249" fmla="*/ 3915351 h 6858000"/>
              <a:gd name="connsiteX250" fmla="*/ 5059055 w 7467600"/>
              <a:gd name="connsiteY250" fmla="*/ 4108918 h 6858000"/>
              <a:gd name="connsiteX251" fmla="*/ 5290070 w 7467600"/>
              <a:gd name="connsiteY251" fmla="*/ 4263619 h 6858000"/>
              <a:gd name="connsiteX252" fmla="*/ 4834991 w 7467600"/>
              <a:gd name="connsiteY252" fmla="*/ 3830985 h 6858000"/>
              <a:gd name="connsiteX253" fmla="*/ 4440129 w 7467600"/>
              <a:gd name="connsiteY253" fmla="*/ 3448571 h 6858000"/>
              <a:gd name="connsiteX254" fmla="*/ 4441737 w 7467600"/>
              <a:gd name="connsiteY254" fmla="*/ 3399734 h 6858000"/>
              <a:gd name="connsiteX255" fmla="*/ 4431236 w 7467600"/>
              <a:gd name="connsiteY255" fmla="*/ 3400954 h 6858000"/>
              <a:gd name="connsiteX256" fmla="*/ 4557150 w 7467600"/>
              <a:gd name="connsiteY256" fmla="*/ 3510023 h 6858000"/>
              <a:gd name="connsiteX257" fmla="*/ 4856936 w 7467600"/>
              <a:gd name="connsiteY257" fmla="*/ 3809146 h 6858000"/>
              <a:gd name="connsiteX258" fmla="*/ 5111996 w 7467600"/>
              <a:gd name="connsiteY258" fmla="*/ 4065759 h 6858000"/>
              <a:gd name="connsiteX259" fmla="*/ 5388878 w 7467600"/>
              <a:gd name="connsiteY259" fmla="*/ 4300185 h 6858000"/>
              <a:gd name="connsiteX260" fmla="*/ 5425556 w 7467600"/>
              <a:gd name="connsiteY260" fmla="*/ 4308967 h 6858000"/>
              <a:gd name="connsiteX261" fmla="*/ 4943646 w 7467600"/>
              <a:gd name="connsiteY261" fmla="*/ 3822916 h 6858000"/>
              <a:gd name="connsiteX262" fmla="*/ 4594837 w 7467600"/>
              <a:gd name="connsiteY262" fmla="*/ 3532274 h 6858000"/>
              <a:gd name="connsiteX263" fmla="*/ 4441737 w 7467600"/>
              <a:gd name="connsiteY263" fmla="*/ 3399734 h 6858000"/>
              <a:gd name="connsiteX264" fmla="*/ 5425834 w 7467600"/>
              <a:gd name="connsiteY264" fmla="*/ 3162785 h 6858000"/>
              <a:gd name="connsiteX265" fmla="*/ 5401644 w 7467600"/>
              <a:gd name="connsiteY265" fmla="*/ 3617847 h 6858000"/>
              <a:gd name="connsiteX266" fmla="*/ 5467256 w 7467600"/>
              <a:gd name="connsiteY266" fmla="*/ 4175494 h 6858000"/>
              <a:gd name="connsiteX267" fmla="*/ 5448069 w 7467600"/>
              <a:gd name="connsiteY267" fmla="*/ 3567554 h 6858000"/>
              <a:gd name="connsiteX268" fmla="*/ 5425834 w 7467600"/>
              <a:gd name="connsiteY268" fmla="*/ 3162785 h 6858000"/>
              <a:gd name="connsiteX269" fmla="*/ 1318687 w 7467600"/>
              <a:gd name="connsiteY269" fmla="*/ 3113840 h 6858000"/>
              <a:gd name="connsiteX270" fmla="*/ 1066793 w 7467600"/>
              <a:gd name="connsiteY270" fmla="*/ 3212171 h 6858000"/>
              <a:gd name="connsiteX271" fmla="*/ 993319 w 7467600"/>
              <a:gd name="connsiteY271" fmla="*/ 3247648 h 6858000"/>
              <a:gd name="connsiteX272" fmla="*/ 853081 w 7467600"/>
              <a:gd name="connsiteY272" fmla="*/ 3312410 h 6858000"/>
              <a:gd name="connsiteX273" fmla="*/ 805957 w 7467600"/>
              <a:gd name="connsiteY273" fmla="*/ 3330443 h 6858000"/>
              <a:gd name="connsiteX274" fmla="*/ 1318687 w 7467600"/>
              <a:gd name="connsiteY274" fmla="*/ 3113840 h 6858000"/>
              <a:gd name="connsiteX275" fmla="*/ 5453702 w 7467600"/>
              <a:gd name="connsiteY275" fmla="*/ 3090882 h 6858000"/>
              <a:gd name="connsiteX276" fmla="*/ 5480135 w 7467600"/>
              <a:gd name="connsiteY276" fmla="*/ 3565802 h 6858000"/>
              <a:gd name="connsiteX277" fmla="*/ 5499023 w 7467600"/>
              <a:gd name="connsiteY277" fmla="*/ 4166310 h 6858000"/>
              <a:gd name="connsiteX278" fmla="*/ 5547022 w 7467600"/>
              <a:gd name="connsiteY278" fmla="*/ 3607838 h 6858000"/>
              <a:gd name="connsiteX279" fmla="*/ 5515964 w 7467600"/>
              <a:gd name="connsiteY279" fmla="*/ 3378541 h 6858000"/>
              <a:gd name="connsiteX280" fmla="*/ 5453702 w 7467600"/>
              <a:gd name="connsiteY280" fmla="*/ 3090882 h 6858000"/>
              <a:gd name="connsiteX281" fmla="*/ 1238695 w 7467600"/>
              <a:gd name="connsiteY281" fmla="*/ 3076820 h 6858000"/>
              <a:gd name="connsiteX282" fmla="*/ 716371 w 7467600"/>
              <a:gd name="connsiteY282" fmla="*/ 3293249 h 6858000"/>
              <a:gd name="connsiteX283" fmla="*/ 579522 w 7467600"/>
              <a:gd name="connsiteY283" fmla="*/ 3371759 h 6858000"/>
              <a:gd name="connsiteX284" fmla="*/ 600288 w 7467600"/>
              <a:gd name="connsiteY284" fmla="*/ 3365555 h 6858000"/>
              <a:gd name="connsiteX285" fmla="*/ 840692 w 7467600"/>
              <a:gd name="connsiteY285" fmla="*/ 3284921 h 6858000"/>
              <a:gd name="connsiteX286" fmla="*/ 979248 w 7467600"/>
              <a:gd name="connsiteY286" fmla="*/ 3221003 h 6858000"/>
              <a:gd name="connsiteX287" fmla="*/ 1053282 w 7467600"/>
              <a:gd name="connsiteY287" fmla="*/ 3185247 h 6858000"/>
              <a:gd name="connsiteX288" fmla="*/ 1320603 w 7467600"/>
              <a:gd name="connsiteY288" fmla="*/ 3081281 h 6858000"/>
              <a:gd name="connsiteX289" fmla="*/ 1238695 w 7467600"/>
              <a:gd name="connsiteY289" fmla="*/ 3076820 h 6858000"/>
              <a:gd name="connsiteX290" fmla="*/ 5425627 w 7467600"/>
              <a:gd name="connsiteY290" fmla="*/ 2954192 h 6858000"/>
              <a:gd name="connsiteX291" fmla="*/ 5470770 w 7467600"/>
              <a:gd name="connsiteY291" fmla="*/ 3005435 h 6858000"/>
              <a:gd name="connsiteX292" fmla="*/ 5519779 w 7467600"/>
              <a:gd name="connsiteY292" fmla="*/ 4359223 h 6858000"/>
              <a:gd name="connsiteX293" fmla="*/ 5520293 w 7467600"/>
              <a:gd name="connsiteY293" fmla="*/ 4360602 h 6858000"/>
              <a:gd name="connsiteX294" fmla="*/ 5767221 w 7467600"/>
              <a:gd name="connsiteY294" fmla="*/ 4665564 h 6858000"/>
              <a:gd name="connsiteX295" fmla="*/ 6937169 w 7467600"/>
              <a:gd name="connsiteY295" fmla="*/ 4815941 h 6858000"/>
              <a:gd name="connsiteX296" fmla="*/ 6953922 w 7467600"/>
              <a:gd name="connsiteY296" fmla="*/ 4890068 h 6858000"/>
              <a:gd name="connsiteX297" fmla="*/ 6071359 w 7467600"/>
              <a:gd name="connsiteY297" fmla="*/ 4770770 h 6858000"/>
              <a:gd name="connsiteX298" fmla="*/ 6038839 w 7467600"/>
              <a:gd name="connsiteY298" fmla="*/ 4764474 h 6858000"/>
              <a:gd name="connsiteX299" fmla="*/ 6038706 w 7467600"/>
              <a:gd name="connsiteY299" fmla="*/ 4763847 h 6858000"/>
              <a:gd name="connsiteX300" fmla="*/ 6037784 w 7467600"/>
              <a:gd name="connsiteY300" fmla="*/ 4764270 h 6858000"/>
              <a:gd name="connsiteX301" fmla="*/ 6038839 w 7467600"/>
              <a:gd name="connsiteY301" fmla="*/ 4764474 h 6858000"/>
              <a:gd name="connsiteX302" fmla="*/ 6040338 w 7467600"/>
              <a:gd name="connsiteY302" fmla="*/ 4771418 h 6858000"/>
              <a:gd name="connsiteX303" fmla="*/ 6024488 w 7467600"/>
              <a:gd name="connsiteY303" fmla="*/ 4809903 h 6858000"/>
              <a:gd name="connsiteX304" fmla="*/ 5599771 w 7467600"/>
              <a:gd name="connsiteY304" fmla="*/ 5509652 h 6858000"/>
              <a:gd name="connsiteX305" fmla="*/ 5548843 w 7467600"/>
              <a:gd name="connsiteY305" fmla="*/ 5563845 h 6858000"/>
              <a:gd name="connsiteX306" fmla="*/ 5940952 w 7467600"/>
              <a:gd name="connsiteY306" fmla="*/ 6250028 h 6858000"/>
              <a:gd name="connsiteX307" fmla="*/ 6043441 w 7467600"/>
              <a:gd name="connsiteY307" fmla="*/ 6665847 h 6858000"/>
              <a:gd name="connsiteX308" fmla="*/ 6093432 w 7467600"/>
              <a:gd name="connsiteY308" fmla="*/ 6858000 h 6858000"/>
              <a:gd name="connsiteX309" fmla="*/ 6034344 w 7467600"/>
              <a:gd name="connsiteY309" fmla="*/ 6858000 h 6858000"/>
              <a:gd name="connsiteX310" fmla="*/ 6026679 w 7467600"/>
              <a:gd name="connsiteY310" fmla="*/ 6836959 h 6858000"/>
              <a:gd name="connsiteX311" fmla="*/ 5800441 w 7467600"/>
              <a:gd name="connsiteY311" fmla="*/ 6335286 h 6858000"/>
              <a:gd name="connsiteX312" fmla="*/ 5526562 w 7467600"/>
              <a:gd name="connsiteY312" fmla="*/ 5705388 h 6858000"/>
              <a:gd name="connsiteX313" fmla="*/ 5519640 w 7467600"/>
              <a:gd name="connsiteY313" fmla="*/ 5683774 h 6858000"/>
              <a:gd name="connsiteX314" fmla="*/ 5844559 w 7467600"/>
              <a:gd name="connsiteY314" fmla="*/ 6553349 h 6858000"/>
              <a:gd name="connsiteX315" fmla="*/ 5975994 w 7467600"/>
              <a:gd name="connsiteY315" fmla="*/ 6858000 h 6858000"/>
              <a:gd name="connsiteX316" fmla="*/ 5898547 w 7467600"/>
              <a:gd name="connsiteY316" fmla="*/ 6858000 h 6858000"/>
              <a:gd name="connsiteX317" fmla="*/ 5682041 w 7467600"/>
              <a:gd name="connsiteY317" fmla="*/ 6355860 h 6858000"/>
              <a:gd name="connsiteX318" fmla="*/ 5461758 w 7467600"/>
              <a:gd name="connsiteY318" fmla="*/ 5820220 h 6858000"/>
              <a:gd name="connsiteX319" fmla="*/ 5237282 w 7467600"/>
              <a:gd name="connsiteY319" fmla="*/ 6579086 h 6858000"/>
              <a:gd name="connsiteX320" fmla="*/ 5115009 w 7467600"/>
              <a:gd name="connsiteY320" fmla="*/ 6858000 h 6858000"/>
              <a:gd name="connsiteX321" fmla="*/ 5028074 w 7467600"/>
              <a:gd name="connsiteY321" fmla="*/ 6858000 h 6858000"/>
              <a:gd name="connsiteX322" fmla="*/ 5079508 w 7467600"/>
              <a:gd name="connsiteY322" fmla="*/ 6749074 h 6858000"/>
              <a:gd name="connsiteX323" fmla="*/ 5371846 w 7467600"/>
              <a:gd name="connsiteY323" fmla="*/ 5924413 h 6858000"/>
              <a:gd name="connsiteX324" fmla="*/ 5270512 w 7467600"/>
              <a:gd name="connsiteY324" fmla="*/ 6138975 h 6858000"/>
              <a:gd name="connsiteX325" fmla="*/ 5062409 w 7467600"/>
              <a:gd name="connsiteY325" fmla="*/ 6653544 h 6858000"/>
              <a:gd name="connsiteX326" fmla="*/ 5036628 w 7467600"/>
              <a:gd name="connsiteY326" fmla="*/ 6754247 h 6858000"/>
              <a:gd name="connsiteX327" fmla="*/ 5009112 w 7467600"/>
              <a:gd name="connsiteY327" fmla="*/ 6858000 h 6858000"/>
              <a:gd name="connsiteX328" fmla="*/ 4976679 w 7467600"/>
              <a:gd name="connsiteY328" fmla="*/ 6858000 h 6858000"/>
              <a:gd name="connsiteX329" fmla="*/ 5006537 w 7467600"/>
              <a:gd name="connsiteY329" fmla="*/ 6747068 h 6858000"/>
              <a:gd name="connsiteX330" fmla="*/ 5032723 w 7467600"/>
              <a:gd name="connsiteY330" fmla="*/ 6644957 h 6858000"/>
              <a:gd name="connsiteX331" fmla="*/ 5242949 w 7467600"/>
              <a:gd name="connsiteY331" fmla="*/ 6125175 h 6858000"/>
              <a:gd name="connsiteX332" fmla="*/ 5286321 w 7467600"/>
              <a:gd name="connsiteY332" fmla="*/ 6033555 h 6858000"/>
              <a:gd name="connsiteX333" fmla="*/ 5008210 w 7467600"/>
              <a:gd name="connsiteY333" fmla="*/ 6649194 h 6858000"/>
              <a:gd name="connsiteX334" fmla="*/ 4986321 w 7467600"/>
              <a:gd name="connsiteY334" fmla="*/ 6765687 h 6858000"/>
              <a:gd name="connsiteX335" fmla="*/ 4973474 w 7467600"/>
              <a:gd name="connsiteY335" fmla="*/ 6858000 h 6858000"/>
              <a:gd name="connsiteX336" fmla="*/ 4907178 w 7467600"/>
              <a:gd name="connsiteY336" fmla="*/ 6858000 h 6858000"/>
              <a:gd name="connsiteX337" fmla="*/ 4910810 w 7467600"/>
              <a:gd name="connsiteY337" fmla="*/ 6829660 h 6858000"/>
              <a:gd name="connsiteX338" fmla="*/ 4987461 w 7467600"/>
              <a:gd name="connsiteY338" fmla="*/ 6432994 h 6858000"/>
              <a:gd name="connsiteX339" fmla="*/ 5179262 w 7467600"/>
              <a:gd name="connsiteY339" fmla="*/ 6035044 h 6858000"/>
              <a:gd name="connsiteX340" fmla="*/ 4689678 w 7467600"/>
              <a:gd name="connsiteY340" fmla="*/ 6440241 h 6858000"/>
              <a:gd name="connsiteX341" fmla="*/ 4477543 w 7467600"/>
              <a:gd name="connsiteY341" fmla="*/ 6674836 h 6858000"/>
              <a:gd name="connsiteX342" fmla="*/ 4329957 w 7467600"/>
              <a:gd name="connsiteY342" fmla="*/ 6858000 h 6858000"/>
              <a:gd name="connsiteX343" fmla="*/ 4218595 w 7467600"/>
              <a:gd name="connsiteY343" fmla="*/ 6858000 h 6858000"/>
              <a:gd name="connsiteX344" fmla="*/ 4368888 w 7467600"/>
              <a:gd name="connsiteY344" fmla="*/ 6668412 h 6858000"/>
              <a:gd name="connsiteX345" fmla="*/ 4563091 w 7467600"/>
              <a:gd name="connsiteY345" fmla="*/ 6442508 h 6858000"/>
              <a:gd name="connsiteX346" fmla="*/ 5387324 w 7467600"/>
              <a:gd name="connsiteY346" fmla="*/ 5705830 h 6858000"/>
              <a:gd name="connsiteX347" fmla="*/ 5073620 w 7467600"/>
              <a:gd name="connsiteY347" fmla="*/ 5955437 h 6858000"/>
              <a:gd name="connsiteX348" fmla="*/ 4689789 w 7467600"/>
              <a:gd name="connsiteY348" fmla="*/ 6268382 h 6858000"/>
              <a:gd name="connsiteX349" fmla="*/ 4418722 w 7467600"/>
              <a:gd name="connsiteY349" fmla="*/ 6570886 h 6858000"/>
              <a:gd name="connsiteX350" fmla="*/ 4214944 w 7467600"/>
              <a:gd name="connsiteY350" fmla="*/ 6858000 h 6858000"/>
              <a:gd name="connsiteX351" fmla="*/ 4177898 w 7467600"/>
              <a:gd name="connsiteY351" fmla="*/ 6858000 h 6858000"/>
              <a:gd name="connsiteX352" fmla="*/ 4391597 w 7467600"/>
              <a:gd name="connsiteY352" fmla="*/ 6556370 h 6858000"/>
              <a:gd name="connsiteX353" fmla="*/ 4668889 w 7467600"/>
              <a:gd name="connsiteY353" fmla="*/ 6246399 h 6858000"/>
              <a:gd name="connsiteX354" fmla="*/ 5055427 w 7467600"/>
              <a:gd name="connsiteY354" fmla="*/ 5931476 h 6858000"/>
              <a:gd name="connsiteX355" fmla="*/ 5371814 w 7467600"/>
              <a:gd name="connsiteY355" fmla="*/ 5678975 h 6858000"/>
              <a:gd name="connsiteX356" fmla="*/ 4987918 w 7467600"/>
              <a:gd name="connsiteY356" fmla="*/ 5838701 h 6858000"/>
              <a:gd name="connsiteX357" fmla="*/ 4317146 w 7467600"/>
              <a:gd name="connsiteY357" fmla="*/ 6587716 h 6858000"/>
              <a:gd name="connsiteX358" fmla="*/ 4171627 w 7467600"/>
              <a:gd name="connsiteY358" fmla="*/ 6858000 h 6858000"/>
              <a:gd name="connsiteX359" fmla="*/ 4081585 w 7467600"/>
              <a:gd name="connsiteY359" fmla="*/ 6858000 h 6858000"/>
              <a:gd name="connsiteX360" fmla="*/ 4238603 w 7467600"/>
              <a:gd name="connsiteY360" fmla="*/ 6559341 h 6858000"/>
              <a:gd name="connsiteX361" fmla="*/ 4778333 w 7467600"/>
              <a:gd name="connsiteY361" fmla="*/ 5873626 h 6858000"/>
              <a:gd name="connsiteX362" fmla="*/ 5414185 w 7467600"/>
              <a:gd name="connsiteY362" fmla="*/ 5573882 h 6858000"/>
              <a:gd name="connsiteX363" fmla="*/ 5959648 w 7467600"/>
              <a:gd name="connsiteY363" fmla="*/ 4760797 h 6858000"/>
              <a:gd name="connsiteX364" fmla="*/ 5355019 w 7467600"/>
              <a:gd name="connsiteY364" fmla="*/ 4734672 h 6858000"/>
              <a:gd name="connsiteX365" fmla="*/ 5083565 w 7467600"/>
              <a:gd name="connsiteY365" fmla="*/ 5179121 h 6858000"/>
              <a:gd name="connsiteX366" fmla="*/ 4713577 w 7467600"/>
              <a:gd name="connsiteY366" fmla="*/ 5616803 h 6858000"/>
              <a:gd name="connsiteX367" fmla="*/ 3989559 w 7467600"/>
              <a:gd name="connsiteY367" fmla="*/ 6145945 h 6858000"/>
              <a:gd name="connsiteX368" fmla="*/ 3939824 w 7467600"/>
              <a:gd name="connsiteY368" fmla="*/ 6066900 h 6858000"/>
              <a:gd name="connsiteX369" fmla="*/ 4584537 w 7467600"/>
              <a:gd name="connsiteY369" fmla="*/ 5324826 h 6858000"/>
              <a:gd name="connsiteX370" fmla="*/ 5037105 w 7467600"/>
              <a:gd name="connsiteY370" fmla="*/ 5088765 h 6858000"/>
              <a:gd name="connsiteX371" fmla="*/ 5039930 w 7467600"/>
              <a:gd name="connsiteY371" fmla="*/ 5089585 h 6858000"/>
              <a:gd name="connsiteX372" fmla="*/ 5263764 w 7467600"/>
              <a:gd name="connsiteY372" fmla="*/ 4735525 h 6858000"/>
              <a:gd name="connsiteX373" fmla="*/ 4086300 w 7467600"/>
              <a:gd name="connsiteY373" fmla="*/ 4884599 h 6858000"/>
              <a:gd name="connsiteX374" fmla="*/ 4085485 w 7467600"/>
              <a:gd name="connsiteY374" fmla="*/ 4899070 h 6858000"/>
              <a:gd name="connsiteX375" fmla="*/ 3871915 w 7467600"/>
              <a:gd name="connsiteY375" fmla="*/ 5253645 h 6858000"/>
              <a:gd name="connsiteX376" fmla="*/ 3799374 w 7467600"/>
              <a:gd name="connsiteY376" fmla="*/ 5466127 h 6858000"/>
              <a:gd name="connsiteX377" fmla="*/ 3498850 w 7467600"/>
              <a:gd name="connsiteY377" fmla="*/ 6661888 h 6858000"/>
              <a:gd name="connsiteX378" fmla="*/ 3399216 w 7467600"/>
              <a:gd name="connsiteY378" fmla="*/ 6858000 h 6858000"/>
              <a:gd name="connsiteX379" fmla="*/ 3303688 w 7467600"/>
              <a:gd name="connsiteY379" fmla="*/ 6858000 h 6858000"/>
              <a:gd name="connsiteX380" fmla="*/ 3391774 w 7467600"/>
              <a:gd name="connsiteY380" fmla="*/ 6697181 h 6858000"/>
              <a:gd name="connsiteX381" fmla="*/ 3735540 w 7467600"/>
              <a:gd name="connsiteY381" fmla="*/ 5546923 h 6858000"/>
              <a:gd name="connsiteX382" fmla="*/ 3729438 w 7467600"/>
              <a:gd name="connsiteY382" fmla="*/ 5569058 h 6858000"/>
              <a:gd name="connsiteX383" fmla="*/ 3707782 w 7467600"/>
              <a:gd name="connsiteY383" fmla="*/ 5644908 h 6858000"/>
              <a:gd name="connsiteX384" fmla="*/ 3583827 w 7467600"/>
              <a:gd name="connsiteY384" fmla="*/ 6039215 h 6858000"/>
              <a:gd name="connsiteX385" fmla="*/ 3547861 w 7467600"/>
              <a:gd name="connsiteY385" fmla="*/ 6129609 h 6858000"/>
              <a:gd name="connsiteX386" fmla="*/ 3490905 w 7467600"/>
              <a:gd name="connsiteY386" fmla="*/ 6277660 h 6858000"/>
              <a:gd name="connsiteX387" fmla="*/ 3455859 w 7467600"/>
              <a:gd name="connsiteY387" fmla="*/ 6391301 h 6858000"/>
              <a:gd name="connsiteX388" fmla="*/ 3429112 w 7467600"/>
              <a:gd name="connsiteY388" fmla="*/ 6479469 h 6858000"/>
              <a:gd name="connsiteX389" fmla="*/ 3304862 w 7467600"/>
              <a:gd name="connsiteY389" fmla="*/ 6796476 h 6858000"/>
              <a:gd name="connsiteX390" fmla="*/ 3276071 w 7467600"/>
              <a:gd name="connsiteY390" fmla="*/ 6858000 h 6858000"/>
              <a:gd name="connsiteX391" fmla="*/ 3240805 w 7467600"/>
              <a:gd name="connsiteY391" fmla="*/ 6858000 h 6858000"/>
              <a:gd name="connsiteX392" fmla="*/ 3275917 w 7467600"/>
              <a:gd name="connsiteY392" fmla="*/ 6783192 h 6858000"/>
              <a:gd name="connsiteX393" fmla="*/ 3399358 w 7467600"/>
              <a:gd name="connsiteY393" fmla="*/ 6469011 h 6858000"/>
              <a:gd name="connsiteX394" fmla="*/ 3425650 w 7467600"/>
              <a:gd name="connsiteY394" fmla="*/ 6381333 h 6858000"/>
              <a:gd name="connsiteX395" fmla="*/ 3460661 w 7467600"/>
              <a:gd name="connsiteY395" fmla="*/ 6266763 h 6858000"/>
              <a:gd name="connsiteX396" fmla="*/ 3518021 w 7467600"/>
              <a:gd name="connsiteY396" fmla="*/ 6117298 h 6858000"/>
              <a:gd name="connsiteX397" fmla="*/ 3554035 w 7467600"/>
              <a:gd name="connsiteY397" fmla="*/ 6027832 h 6858000"/>
              <a:gd name="connsiteX398" fmla="*/ 3677174 w 7467600"/>
              <a:gd name="connsiteY398" fmla="*/ 5636351 h 6858000"/>
              <a:gd name="connsiteX399" fmla="*/ 3698819 w 7467600"/>
              <a:gd name="connsiteY399" fmla="*/ 5560503 h 6858000"/>
              <a:gd name="connsiteX400" fmla="*/ 3702094 w 7467600"/>
              <a:gd name="connsiteY400" fmla="*/ 5549194 h 6858000"/>
              <a:gd name="connsiteX401" fmla="*/ 3398355 w 7467600"/>
              <a:gd name="connsiteY401" fmla="*/ 6094603 h 6858000"/>
              <a:gd name="connsiteX402" fmla="*/ 3193941 w 7467600"/>
              <a:gd name="connsiteY402" fmla="*/ 6798775 h 6858000"/>
              <a:gd name="connsiteX403" fmla="*/ 3184140 w 7467600"/>
              <a:gd name="connsiteY403" fmla="*/ 6858000 h 6858000"/>
              <a:gd name="connsiteX404" fmla="*/ 3099978 w 7467600"/>
              <a:gd name="connsiteY404" fmla="*/ 6858000 h 6858000"/>
              <a:gd name="connsiteX405" fmla="*/ 3101556 w 7467600"/>
              <a:gd name="connsiteY405" fmla="*/ 6843337 h 6858000"/>
              <a:gd name="connsiteX406" fmla="*/ 3370162 w 7467600"/>
              <a:gd name="connsiteY406" fmla="*/ 5785550 h 6858000"/>
              <a:gd name="connsiteX407" fmla="*/ 3746477 w 7467600"/>
              <a:gd name="connsiteY407" fmla="*/ 5377889 h 6858000"/>
              <a:gd name="connsiteX408" fmla="*/ 3863399 w 7467600"/>
              <a:gd name="connsiteY408" fmla="*/ 5087257 h 6858000"/>
              <a:gd name="connsiteX409" fmla="*/ 3968712 w 7467600"/>
              <a:gd name="connsiteY409" fmla="*/ 4913989 h 6858000"/>
              <a:gd name="connsiteX410" fmla="*/ 2792390 w 7467600"/>
              <a:gd name="connsiteY410" fmla="*/ 5382974 h 6858000"/>
              <a:gd name="connsiteX411" fmla="*/ 2714982 w 7467600"/>
              <a:gd name="connsiteY411" fmla="*/ 5427051 h 6858000"/>
              <a:gd name="connsiteX412" fmla="*/ 2813361 w 7467600"/>
              <a:gd name="connsiteY412" fmla="*/ 6023912 h 6858000"/>
              <a:gd name="connsiteX413" fmla="*/ 2688430 w 7467600"/>
              <a:gd name="connsiteY413" fmla="*/ 6801564 h 6858000"/>
              <a:gd name="connsiteX414" fmla="*/ 2629626 w 7467600"/>
              <a:gd name="connsiteY414" fmla="*/ 6763394 h 6858000"/>
              <a:gd name="connsiteX415" fmla="*/ 2565328 w 7467600"/>
              <a:gd name="connsiteY415" fmla="*/ 5516399 h 6858000"/>
              <a:gd name="connsiteX416" fmla="*/ 1922999 w 7467600"/>
              <a:gd name="connsiteY416" fmla="*/ 5980343 h 6858000"/>
              <a:gd name="connsiteX417" fmla="*/ 1950261 w 7467600"/>
              <a:gd name="connsiteY417" fmla="*/ 6405858 h 6858000"/>
              <a:gd name="connsiteX418" fmla="*/ 2365554 w 7467600"/>
              <a:gd name="connsiteY418" fmla="*/ 6759107 h 6858000"/>
              <a:gd name="connsiteX419" fmla="*/ 2424142 w 7467600"/>
              <a:gd name="connsiteY419" fmla="*/ 6858000 h 6858000"/>
              <a:gd name="connsiteX420" fmla="*/ 2395994 w 7467600"/>
              <a:gd name="connsiteY420" fmla="*/ 6858000 h 6858000"/>
              <a:gd name="connsiteX421" fmla="*/ 2392863 w 7467600"/>
              <a:gd name="connsiteY421" fmla="*/ 6852964 h 6858000"/>
              <a:gd name="connsiteX422" fmla="*/ 2017589 w 7467600"/>
              <a:gd name="connsiteY422" fmla="*/ 6493982 h 6858000"/>
              <a:gd name="connsiteX423" fmla="*/ 2147336 w 7467600"/>
              <a:gd name="connsiteY423" fmla="*/ 6594052 h 6858000"/>
              <a:gd name="connsiteX424" fmla="*/ 2207047 w 7467600"/>
              <a:gd name="connsiteY424" fmla="*/ 6654540 h 6858000"/>
              <a:gd name="connsiteX425" fmla="*/ 2299106 w 7467600"/>
              <a:gd name="connsiteY425" fmla="*/ 6778931 h 6858000"/>
              <a:gd name="connsiteX426" fmla="*/ 2314430 w 7467600"/>
              <a:gd name="connsiteY426" fmla="*/ 6801144 h 6858000"/>
              <a:gd name="connsiteX427" fmla="*/ 2352406 w 7467600"/>
              <a:gd name="connsiteY427" fmla="*/ 6858000 h 6858000"/>
              <a:gd name="connsiteX428" fmla="*/ 2314492 w 7467600"/>
              <a:gd name="connsiteY428" fmla="*/ 6858000 h 6858000"/>
              <a:gd name="connsiteX429" fmla="*/ 2288095 w 7467600"/>
              <a:gd name="connsiteY429" fmla="*/ 6818030 h 6858000"/>
              <a:gd name="connsiteX430" fmla="*/ 2272768 w 7467600"/>
              <a:gd name="connsiteY430" fmla="*/ 6795822 h 6858000"/>
              <a:gd name="connsiteX431" fmla="*/ 2182715 w 7467600"/>
              <a:gd name="connsiteY431" fmla="*/ 6675071 h 6858000"/>
              <a:gd name="connsiteX432" fmla="*/ 2032061 w 7467600"/>
              <a:gd name="connsiteY432" fmla="*/ 6541380 h 6858000"/>
              <a:gd name="connsiteX433" fmla="*/ 2257220 w 7467600"/>
              <a:gd name="connsiteY433" fmla="*/ 6826257 h 6858000"/>
              <a:gd name="connsiteX434" fmla="*/ 2281324 w 7467600"/>
              <a:gd name="connsiteY434" fmla="*/ 6858000 h 6858000"/>
              <a:gd name="connsiteX435" fmla="*/ 2242860 w 7467600"/>
              <a:gd name="connsiteY435" fmla="*/ 6858000 h 6858000"/>
              <a:gd name="connsiteX436" fmla="*/ 2232818 w 7467600"/>
              <a:gd name="connsiteY436" fmla="*/ 6844926 h 6858000"/>
              <a:gd name="connsiteX437" fmla="*/ 1990172 w 7467600"/>
              <a:gd name="connsiteY437" fmla="*/ 6542121 h 6858000"/>
              <a:gd name="connsiteX438" fmla="*/ 2124090 w 7467600"/>
              <a:gd name="connsiteY438" fmla="*/ 6761017 h 6858000"/>
              <a:gd name="connsiteX439" fmla="*/ 2200380 w 7467600"/>
              <a:gd name="connsiteY439" fmla="*/ 6858000 h 6858000"/>
              <a:gd name="connsiteX440" fmla="*/ 2147507 w 7467600"/>
              <a:gd name="connsiteY440" fmla="*/ 6858000 h 6858000"/>
              <a:gd name="connsiteX441" fmla="*/ 2070668 w 7467600"/>
              <a:gd name="connsiteY441" fmla="*/ 6761520 h 6858000"/>
              <a:gd name="connsiteX442" fmla="*/ 1975142 w 7467600"/>
              <a:gd name="connsiteY442" fmla="*/ 6585570 h 6858000"/>
              <a:gd name="connsiteX443" fmla="*/ 2050035 w 7467600"/>
              <a:gd name="connsiteY443" fmla="*/ 6813345 h 6858000"/>
              <a:gd name="connsiteX444" fmla="*/ 2063025 w 7467600"/>
              <a:gd name="connsiteY444" fmla="*/ 6858000 h 6858000"/>
              <a:gd name="connsiteX445" fmla="*/ 2021675 w 7467600"/>
              <a:gd name="connsiteY445" fmla="*/ 6858000 h 6858000"/>
              <a:gd name="connsiteX446" fmla="*/ 2019308 w 7467600"/>
              <a:gd name="connsiteY446" fmla="*/ 6847118 h 6858000"/>
              <a:gd name="connsiteX447" fmla="*/ 1938835 w 7467600"/>
              <a:gd name="connsiteY447" fmla="*/ 6551160 h 6858000"/>
              <a:gd name="connsiteX448" fmla="*/ 1953230 w 7467600"/>
              <a:gd name="connsiteY448" fmla="*/ 6759699 h 6858000"/>
              <a:gd name="connsiteX449" fmla="*/ 1956763 w 7467600"/>
              <a:gd name="connsiteY449" fmla="*/ 6778191 h 6858000"/>
              <a:gd name="connsiteX450" fmla="*/ 1967925 w 7467600"/>
              <a:gd name="connsiteY450" fmla="*/ 6858000 h 6858000"/>
              <a:gd name="connsiteX451" fmla="*/ 1936622 w 7467600"/>
              <a:gd name="connsiteY451" fmla="*/ 6858000 h 6858000"/>
              <a:gd name="connsiteX452" fmla="*/ 1926261 w 7467600"/>
              <a:gd name="connsiteY452" fmla="*/ 6784064 h 6858000"/>
              <a:gd name="connsiteX453" fmla="*/ 1922724 w 7467600"/>
              <a:gd name="connsiteY453" fmla="*/ 6765577 h 6858000"/>
              <a:gd name="connsiteX454" fmla="*/ 1904650 w 7467600"/>
              <a:gd name="connsiteY454" fmla="*/ 6639616 h 6858000"/>
              <a:gd name="connsiteX455" fmla="*/ 1885273 w 7467600"/>
              <a:gd name="connsiteY455" fmla="*/ 6858000 h 6858000"/>
              <a:gd name="connsiteX456" fmla="*/ 1854363 w 7467600"/>
              <a:gd name="connsiteY456" fmla="*/ 6858000 h 6858000"/>
              <a:gd name="connsiteX457" fmla="*/ 1880391 w 7467600"/>
              <a:gd name="connsiteY457" fmla="*/ 6603796 h 6858000"/>
              <a:gd name="connsiteX458" fmla="*/ 1818273 w 7467600"/>
              <a:gd name="connsiteY458" fmla="*/ 6715729 h 6858000"/>
              <a:gd name="connsiteX459" fmla="*/ 1794691 w 7467600"/>
              <a:gd name="connsiteY459" fmla="*/ 6843239 h 6858000"/>
              <a:gd name="connsiteX460" fmla="*/ 1794914 w 7467600"/>
              <a:gd name="connsiteY460" fmla="*/ 6858000 h 6858000"/>
              <a:gd name="connsiteX461" fmla="*/ 1746128 w 7467600"/>
              <a:gd name="connsiteY461" fmla="*/ 6858000 h 6858000"/>
              <a:gd name="connsiteX462" fmla="*/ 1753934 w 7467600"/>
              <a:gd name="connsiteY462" fmla="*/ 6724796 h 6858000"/>
              <a:gd name="connsiteX463" fmla="*/ 1792053 w 7467600"/>
              <a:gd name="connsiteY463" fmla="*/ 6572396 h 6858000"/>
              <a:gd name="connsiteX464" fmla="*/ 1862248 w 7467600"/>
              <a:gd name="connsiteY464" fmla="*/ 6266397 h 6858000"/>
              <a:gd name="connsiteX465" fmla="*/ 1862250 w 7467600"/>
              <a:gd name="connsiteY465" fmla="*/ 6033531 h 6858000"/>
              <a:gd name="connsiteX466" fmla="*/ 1211999 w 7467600"/>
              <a:gd name="connsiteY466" fmla="*/ 6683610 h 6858000"/>
              <a:gd name="connsiteX467" fmla="*/ 1213266 w 7467600"/>
              <a:gd name="connsiteY467" fmla="*/ 6691947 h 6858000"/>
              <a:gd name="connsiteX468" fmla="*/ 1203370 w 7467600"/>
              <a:gd name="connsiteY468" fmla="*/ 6850676 h 6858000"/>
              <a:gd name="connsiteX469" fmla="*/ 1203671 w 7467600"/>
              <a:gd name="connsiteY469" fmla="*/ 6858000 h 6858000"/>
              <a:gd name="connsiteX470" fmla="*/ 1143180 w 7467600"/>
              <a:gd name="connsiteY470" fmla="*/ 6858000 h 6858000"/>
              <a:gd name="connsiteX471" fmla="*/ 1142176 w 7467600"/>
              <a:gd name="connsiteY471" fmla="*/ 6766045 h 6858000"/>
              <a:gd name="connsiteX472" fmla="*/ 1067484 w 7467600"/>
              <a:gd name="connsiteY472" fmla="*/ 6858000 h 6858000"/>
              <a:gd name="connsiteX473" fmla="*/ 953928 w 7467600"/>
              <a:gd name="connsiteY473" fmla="*/ 6858000 h 6858000"/>
              <a:gd name="connsiteX474" fmla="*/ 959715 w 7467600"/>
              <a:gd name="connsiteY474" fmla="*/ 6850185 h 6858000"/>
              <a:gd name="connsiteX475" fmla="*/ 1483788 w 7467600"/>
              <a:gd name="connsiteY475" fmla="*/ 6259174 h 6858000"/>
              <a:gd name="connsiteX476" fmla="*/ 1100671 w 7467600"/>
              <a:gd name="connsiteY476" fmla="*/ 6252137 h 6858000"/>
              <a:gd name="connsiteX477" fmla="*/ 1090144 w 7467600"/>
              <a:gd name="connsiteY477" fmla="*/ 6256748 h 6858000"/>
              <a:gd name="connsiteX478" fmla="*/ 1095872 w 7467600"/>
              <a:gd name="connsiteY478" fmla="*/ 6271892 h 6858000"/>
              <a:gd name="connsiteX479" fmla="*/ 262785 w 7467600"/>
              <a:gd name="connsiteY479" fmla="*/ 6845450 h 6858000"/>
              <a:gd name="connsiteX480" fmla="*/ 209968 w 7467600"/>
              <a:gd name="connsiteY480" fmla="*/ 6770713 h 6858000"/>
              <a:gd name="connsiteX481" fmla="*/ 873460 w 7467600"/>
              <a:gd name="connsiteY481" fmla="*/ 6253768 h 6858000"/>
              <a:gd name="connsiteX482" fmla="*/ 192686 w 7467600"/>
              <a:gd name="connsiteY482" fmla="*/ 5849257 h 6858000"/>
              <a:gd name="connsiteX483" fmla="*/ 4696 w 7467600"/>
              <a:gd name="connsiteY483" fmla="*/ 5697668 h 6858000"/>
              <a:gd name="connsiteX484" fmla="*/ 0 w 7467600"/>
              <a:gd name="connsiteY484" fmla="*/ 5689984 h 6858000"/>
              <a:gd name="connsiteX485" fmla="*/ 0 w 7467600"/>
              <a:gd name="connsiteY485" fmla="*/ 5513472 h 6858000"/>
              <a:gd name="connsiteX486" fmla="*/ 174101 w 7467600"/>
              <a:gd name="connsiteY486" fmla="*/ 5620277 h 6858000"/>
              <a:gd name="connsiteX487" fmla="*/ 891800 w 7467600"/>
              <a:gd name="connsiteY487" fmla="*/ 6036935 h 6858000"/>
              <a:gd name="connsiteX488" fmla="*/ 1072219 w 7467600"/>
              <a:gd name="connsiteY488" fmla="*/ 6169443 h 6858000"/>
              <a:gd name="connsiteX489" fmla="*/ 1074117 w 7467600"/>
              <a:gd name="connsiteY489" fmla="*/ 6170301 h 6858000"/>
              <a:gd name="connsiteX490" fmla="*/ 1083114 w 7467600"/>
              <a:gd name="connsiteY490" fmla="*/ 6174131 h 6858000"/>
              <a:gd name="connsiteX491" fmla="*/ 1543010 w 7467600"/>
              <a:gd name="connsiteY491" fmla="*/ 6191140 h 6858000"/>
              <a:gd name="connsiteX492" fmla="*/ 1551080 w 7467600"/>
              <a:gd name="connsiteY492" fmla="*/ 6195006 h 6858000"/>
              <a:gd name="connsiteX493" fmla="*/ 2345443 w 7467600"/>
              <a:gd name="connsiteY493" fmla="*/ 5549882 h 6858000"/>
              <a:gd name="connsiteX494" fmla="*/ 1721499 w 7467600"/>
              <a:gd name="connsiteY494" fmla="*/ 5599969 h 6858000"/>
              <a:gd name="connsiteX495" fmla="*/ 767716 w 7467600"/>
              <a:gd name="connsiteY495" fmla="*/ 5472768 h 6858000"/>
              <a:gd name="connsiteX496" fmla="*/ 722147 w 7467600"/>
              <a:gd name="connsiteY496" fmla="*/ 5393091 h 6858000"/>
              <a:gd name="connsiteX497" fmla="*/ 1485552 w 7467600"/>
              <a:gd name="connsiteY497" fmla="*/ 5313202 h 6858000"/>
              <a:gd name="connsiteX498" fmla="*/ 2143004 w 7467600"/>
              <a:gd name="connsiteY498" fmla="*/ 5402420 h 6858000"/>
              <a:gd name="connsiteX499" fmla="*/ 1933391 w 7467600"/>
              <a:gd name="connsiteY499" fmla="*/ 5156971 h 6858000"/>
              <a:gd name="connsiteX500" fmla="*/ 1827118 w 7467600"/>
              <a:gd name="connsiteY500" fmla="*/ 4968410 h 6858000"/>
              <a:gd name="connsiteX501" fmla="*/ 1837349 w 7467600"/>
              <a:gd name="connsiteY501" fmla="*/ 4956357 h 6858000"/>
              <a:gd name="connsiteX502" fmla="*/ 2162835 w 7467600"/>
              <a:gd name="connsiteY502" fmla="*/ 5187853 h 6858000"/>
              <a:gd name="connsiteX503" fmla="*/ 2257167 w 7467600"/>
              <a:gd name="connsiteY503" fmla="*/ 5462123 h 6858000"/>
              <a:gd name="connsiteX504" fmla="*/ 2261598 w 7467600"/>
              <a:gd name="connsiteY504" fmla="*/ 5467998 h 6858000"/>
              <a:gd name="connsiteX505" fmla="*/ 2437177 w 7467600"/>
              <a:gd name="connsiteY505" fmla="*/ 5479608 h 6858000"/>
              <a:gd name="connsiteX506" fmla="*/ 2445247 w 7467600"/>
              <a:gd name="connsiteY506" fmla="*/ 5483476 h 6858000"/>
              <a:gd name="connsiteX507" fmla="*/ 2743626 w 7467600"/>
              <a:gd name="connsiteY507" fmla="*/ 5304819 h 6858000"/>
              <a:gd name="connsiteX508" fmla="*/ 3048102 w 7467600"/>
              <a:gd name="connsiteY508" fmla="*/ 5150595 h 6858000"/>
              <a:gd name="connsiteX509" fmla="*/ 1799414 w 7467600"/>
              <a:gd name="connsiteY509" fmla="*/ 4694732 h 6858000"/>
              <a:gd name="connsiteX510" fmla="*/ 1771735 w 7467600"/>
              <a:gd name="connsiteY510" fmla="*/ 4619929 h 6858000"/>
              <a:gd name="connsiteX511" fmla="*/ 3104273 w 7467600"/>
              <a:gd name="connsiteY511" fmla="*/ 5076159 h 6858000"/>
              <a:gd name="connsiteX512" fmla="*/ 3113245 w 7467600"/>
              <a:gd name="connsiteY512" fmla="*/ 5090705 h 6858000"/>
              <a:gd name="connsiteX513" fmla="*/ 3126294 w 7467600"/>
              <a:gd name="connsiteY513" fmla="*/ 5114400 h 6858000"/>
              <a:gd name="connsiteX514" fmla="*/ 3937433 w 7467600"/>
              <a:gd name="connsiteY514" fmla="*/ 4830473 h 6858000"/>
              <a:gd name="connsiteX515" fmla="*/ 3590475 w 7467600"/>
              <a:gd name="connsiteY515" fmla="*/ 4597974 h 6858000"/>
              <a:gd name="connsiteX516" fmla="*/ 3100264 w 7467600"/>
              <a:gd name="connsiteY516" fmla="*/ 4579845 h 6858000"/>
              <a:gd name="connsiteX517" fmla="*/ 2183576 w 7467600"/>
              <a:gd name="connsiteY517" fmla="*/ 4227150 h 6858000"/>
              <a:gd name="connsiteX518" fmla="*/ 2151029 w 7467600"/>
              <a:gd name="connsiteY518" fmla="*/ 4146947 h 6858000"/>
              <a:gd name="connsiteX519" fmla="*/ 3563434 w 7467600"/>
              <a:gd name="connsiteY519" fmla="*/ 4469115 h 6858000"/>
              <a:gd name="connsiteX520" fmla="*/ 3177952 w 7467600"/>
              <a:gd name="connsiteY520" fmla="*/ 3657386 h 6858000"/>
              <a:gd name="connsiteX521" fmla="*/ 3189263 w 7467600"/>
              <a:gd name="connsiteY521" fmla="*/ 3625726 h 6858000"/>
              <a:gd name="connsiteX522" fmla="*/ 3560912 w 7467600"/>
              <a:gd name="connsiteY522" fmla="*/ 4079863 h 6858000"/>
              <a:gd name="connsiteX523" fmla="*/ 3626636 w 7467600"/>
              <a:gd name="connsiteY523" fmla="*/ 4512230 h 6858000"/>
              <a:gd name="connsiteX524" fmla="*/ 3653088 w 7467600"/>
              <a:gd name="connsiteY524" fmla="*/ 4521417 h 6858000"/>
              <a:gd name="connsiteX525" fmla="*/ 3988128 w 7467600"/>
              <a:gd name="connsiteY525" fmla="*/ 4817267 h 6858000"/>
              <a:gd name="connsiteX526" fmla="*/ 4830582 w 7467600"/>
              <a:gd name="connsiteY526" fmla="*/ 4676000 h 6858000"/>
              <a:gd name="connsiteX527" fmla="*/ 4830100 w 7467600"/>
              <a:gd name="connsiteY527" fmla="*/ 4675554 h 6858000"/>
              <a:gd name="connsiteX528" fmla="*/ 4036318 w 7467600"/>
              <a:gd name="connsiteY528" fmla="*/ 4147013 h 6858000"/>
              <a:gd name="connsiteX529" fmla="*/ 3432098 w 7467600"/>
              <a:gd name="connsiteY529" fmla="*/ 3537312 h 6858000"/>
              <a:gd name="connsiteX530" fmla="*/ 3446761 w 7467600"/>
              <a:gd name="connsiteY530" fmla="*/ 3461278 h 6858000"/>
              <a:gd name="connsiteX531" fmla="*/ 4419733 w 7467600"/>
              <a:gd name="connsiteY531" fmla="*/ 3963555 h 6858000"/>
              <a:gd name="connsiteX532" fmla="*/ 4781371 w 7467600"/>
              <a:gd name="connsiteY532" fmla="*/ 4458604 h 6858000"/>
              <a:gd name="connsiteX533" fmla="*/ 4780440 w 7467600"/>
              <a:gd name="connsiteY533" fmla="*/ 4470290 h 6858000"/>
              <a:gd name="connsiteX534" fmla="*/ 4898954 w 7467600"/>
              <a:gd name="connsiteY534" fmla="*/ 4662092 h 6858000"/>
              <a:gd name="connsiteX535" fmla="*/ 4900699 w 7467600"/>
              <a:gd name="connsiteY535" fmla="*/ 4670867 h 6858000"/>
              <a:gd name="connsiteX536" fmla="*/ 5714511 w 7467600"/>
              <a:gd name="connsiteY536" fmla="*/ 4663483 h 6858000"/>
              <a:gd name="connsiteX537" fmla="*/ 5464793 w 7467600"/>
              <a:gd name="connsiteY537" fmla="*/ 4393556 h 6858000"/>
              <a:gd name="connsiteX538" fmla="*/ 5461897 w 7467600"/>
              <a:gd name="connsiteY538" fmla="*/ 4390879 h 6858000"/>
              <a:gd name="connsiteX539" fmla="*/ 4294126 w 7467600"/>
              <a:gd name="connsiteY539" fmla="*/ 3303048 h 6858000"/>
              <a:gd name="connsiteX540" fmla="*/ 4305321 w 7467600"/>
              <a:gd name="connsiteY540" fmla="*/ 3256953 h 6858000"/>
              <a:gd name="connsiteX541" fmla="*/ 4949299 w 7467600"/>
              <a:gd name="connsiteY541" fmla="*/ 3766336 h 6858000"/>
              <a:gd name="connsiteX542" fmla="*/ 5291452 w 7467600"/>
              <a:gd name="connsiteY542" fmla="*/ 4076801 h 6858000"/>
              <a:gd name="connsiteX543" fmla="*/ 5434998 w 7467600"/>
              <a:gd name="connsiteY543" fmla="*/ 4254100 h 6858000"/>
              <a:gd name="connsiteX544" fmla="*/ 5351015 w 7467600"/>
              <a:gd name="connsiteY544" fmla="*/ 3760989 h 6858000"/>
              <a:gd name="connsiteX545" fmla="*/ 5413780 w 7467600"/>
              <a:gd name="connsiteY545" fmla="*/ 2966265 h 6858000"/>
              <a:gd name="connsiteX546" fmla="*/ 5425627 w 7467600"/>
              <a:gd name="connsiteY546" fmla="*/ 2954192 h 6858000"/>
              <a:gd name="connsiteX547" fmla="*/ 6604735 w 7467600"/>
              <a:gd name="connsiteY547" fmla="*/ 2041381 h 6858000"/>
              <a:gd name="connsiteX548" fmla="*/ 7204487 w 7467600"/>
              <a:gd name="connsiteY548" fmla="*/ 2742112 h 6858000"/>
              <a:gd name="connsiteX549" fmla="*/ 7131592 w 7467600"/>
              <a:gd name="connsiteY549" fmla="*/ 2672096 h 6858000"/>
              <a:gd name="connsiteX550" fmla="*/ 6996344 w 7467600"/>
              <a:gd name="connsiteY550" fmla="*/ 2518310 h 6858000"/>
              <a:gd name="connsiteX551" fmla="*/ 6735495 w 7467600"/>
              <a:gd name="connsiteY551" fmla="*/ 2196890 h 6858000"/>
              <a:gd name="connsiteX552" fmla="*/ 6721901 w 7467600"/>
              <a:gd name="connsiteY552" fmla="*/ 2179274 h 6858000"/>
              <a:gd name="connsiteX553" fmla="*/ 6604735 w 7467600"/>
              <a:gd name="connsiteY553" fmla="*/ 2041381 h 6858000"/>
              <a:gd name="connsiteX554" fmla="*/ 6591670 w 7467600"/>
              <a:gd name="connsiteY554" fmla="*/ 1988277 h 6858000"/>
              <a:gd name="connsiteX555" fmla="*/ 6747349 w 7467600"/>
              <a:gd name="connsiteY555" fmla="*/ 2160069 h 6858000"/>
              <a:gd name="connsiteX556" fmla="*/ 6760943 w 7467600"/>
              <a:gd name="connsiteY556" fmla="*/ 2177686 h 6858000"/>
              <a:gd name="connsiteX557" fmla="*/ 7021065 w 7467600"/>
              <a:gd name="connsiteY557" fmla="*/ 2498102 h 6858000"/>
              <a:gd name="connsiteX558" fmla="*/ 7155223 w 7467600"/>
              <a:gd name="connsiteY558" fmla="*/ 2650386 h 6858000"/>
              <a:gd name="connsiteX559" fmla="*/ 7203167 w 7467600"/>
              <a:gd name="connsiteY559" fmla="*/ 2697288 h 6858000"/>
              <a:gd name="connsiteX560" fmla="*/ 6937703 w 7467600"/>
              <a:gd name="connsiteY560" fmla="*/ 2321981 h 6858000"/>
              <a:gd name="connsiteX561" fmla="*/ 6591670 w 7467600"/>
              <a:gd name="connsiteY561" fmla="*/ 1988277 h 6858000"/>
              <a:gd name="connsiteX562" fmla="*/ 5798671 w 7467600"/>
              <a:gd name="connsiteY562" fmla="*/ 1981601 h 6858000"/>
              <a:gd name="connsiteX563" fmla="*/ 5754709 w 7467600"/>
              <a:gd name="connsiteY563" fmla="*/ 2071454 h 6858000"/>
              <a:gd name="connsiteX564" fmla="*/ 5763044 w 7467600"/>
              <a:gd name="connsiteY564" fmla="*/ 2842206 h 6858000"/>
              <a:gd name="connsiteX565" fmla="*/ 5764974 w 7467600"/>
              <a:gd name="connsiteY565" fmla="*/ 2799609 h 6858000"/>
              <a:gd name="connsiteX566" fmla="*/ 5767665 w 7467600"/>
              <a:gd name="connsiteY566" fmla="*/ 2666409 h 6858000"/>
              <a:gd name="connsiteX567" fmla="*/ 5763055 w 7467600"/>
              <a:gd name="connsiteY567" fmla="*/ 2579705 h 6858000"/>
              <a:gd name="connsiteX568" fmla="*/ 5758079 w 7467600"/>
              <a:gd name="connsiteY568" fmla="*/ 2492508 h 6858000"/>
              <a:gd name="connsiteX569" fmla="*/ 5779325 w 7467600"/>
              <a:gd name="connsiteY569" fmla="*/ 2197069 h 6858000"/>
              <a:gd name="connsiteX570" fmla="*/ 5798671 w 7467600"/>
              <a:gd name="connsiteY570" fmla="*/ 1981601 h 6858000"/>
              <a:gd name="connsiteX571" fmla="*/ 5829202 w 7467600"/>
              <a:gd name="connsiteY571" fmla="*/ 1971679 h 6858000"/>
              <a:gd name="connsiteX572" fmla="*/ 5809558 w 7467600"/>
              <a:gd name="connsiteY572" fmla="*/ 2198043 h 6858000"/>
              <a:gd name="connsiteX573" fmla="*/ 5788653 w 7467600"/>
              <a:gd name="connsiteY573" fmla="*/ 2489430 h 6858000"/>
              <a:gd name="connsiteX574" fmla="*/ 5793439 w 7467600"/>
              <a:gd name="connsiteY574" fmla="*/ 2575235 h 6858000"/>
              <a:gd name="connsiteX575" fmla="*/ 5796837 w 7467600"/>
              <a:gd name="connsiteY575" fmla="*/ 2637633 h 6858000"/>
              <a:gd name="connsiteX576" fmla="*/ 5818614 w 7467600"/>
              <a:gd name="connsiteY576" fmla="*/ 2473055 h 6858000"/>
              <a:gd name="connsiteX577" fmla="*/ 5829202 w 7467600"/>
              <a:gd name="connsiteY577" fmla="*/ 1971679 h 6858000"/>
              <a:gd name="connsiteX578" fmla="*/ 5911389 w 7467600"/>
              <a:gd name="connsiteY578" fmla="*/ 1898371 h 6858000"/>
              <a:gd name="connsiteX579" fmla="*/ 6237627 w 7467600"/>
              <a:gd name="connsiteY579" fmla="*/ 2231921 h 6858000"/>
              <a:gd name="connsiteX580" fmla="*/ 5911389 w 7467600"/>
              <a:gd name="connsiteY580" fmla="*/ 1898371 h 6858000"/>
              <a:gd name="connsiteX581" fmla="*/ 6944437 w 7467600"/>
              <a:gd name="connsiteY581" fmla="*/ 1575402 h 6858000"/>
              <a:gd name="connsiteX582" fmla="*/ 6304730 w 7467600"/>
              <a:gd name="connsiteY582" fmla="*/ 1766654 h 6858000"/>
              <a:gd name="connsiteX583" fmla="*/ 6944437 w 7467600"/>
              <a:gd name="connsiteY583" fmla="*/ 1575402 h 6858000"/>
              <a:gd name="connsiteX584" fmla="*/ 7019523 w 7467600"/>
              <a:gd name="connsiteY584" fmla="*/ 1519450 h 6858000"/>
              <a:gd name="connsiteX585" fmla="*/ 6298091 w 7467600"/>
              <a:gd name="connsiteY585" fmla="*/ 1737122 h 6858000"/>
              <a:gd name="connsiteX586" fmla="*/ 7019523 w 7467600"/>
              <a:gd name="connsiteY586" fmla="*/ 1519450 h 6858000"/>
              <a:gd name="connsiteX587" fmla="*/ 2399523 w 7467600"/>
              <a:gd name="connsiteY587" fmla="*/ 1428234 h 6858000"/>
              <a:gd name="connsiteX588" fmla="*/ 2224982 w 7467600"/>
              <a:gd name="connsiteY588" fmla="*/ 1826201 h 6858000"/>
              <a:gd name="connsiteX589" fmla="*/ 2096099 w 7467600"/>
              <a:gd name="connsiteY589" fmla="*/ 2345900 h 6858000"/>
              <a:gd name="connsiteX590" fmla="*/ 2283317 w 7467600"/>
              <a:gd name="connsiteY590" fmla="*/ 1796925 h 6858000"/>
              <a:gd name="connsiteX591" fmla="*/ 2399523 w 7467600"/>
              <a:gd name="connsiteY591" fmla="*/ 1428234 h 6858000"/>
              <a:gd name="connsiteX592" fmla="*/ 2448558 w 7467600"/>
              <a:gd name="connsiteY592" fmla="*/ 1373435 h 6858000"/>
              <a:gd name="connsiteX593" fmla="*/ 2312521 w 7467600"/>
              <a:gd name="connsiteY593" fmla="*/ 1806140 h 6858000"/>
              <a:gd name="connsiteX594" fmla="*/ 2127533 w 7467600"/>
              <a:gd name="connsiteY594" fmla="*/ 2348380 h 6858000"/>
              <a:gd name="connsiteX595" fmla="*/ 2358080 w 7467600"/>
              <a:gd name="connsiteY595" fmla="*/ 1866134 h 6858000"/>
              <a:gd name="connsiteX596" fmla="*/ 2407436 w 7467600"/>
              <a:gd name="connsiteY596" fmla="*/ 1651070 h 6858000"/>
              <a:gd name="connsiteX597" fmla="*/ 2448558 w 7467600"/>
              <a:gd name="connsiteY597" fmla="*/ 1373435 h 6858000"/>
              <a:gd name="connsiteX598" fmla="*/ 278707 w 7467600"/>
              <a:gd name="connsiteY598" fmla="*/ 1352270 h 6858000"/>
              <a:gd name="connsiteX599" fmla="*/ 321570 w 7467600"/>
              <a:gd name="connsiteY599" fmla="*/ 1861610 h 6858000"/>
              <a:gd name="connsiteX600" fmla="*/ 294281 w 7467600"/>
              <a:gd name="connsiteY600" fmla="*/ 1440658 h 6858000"/>
              <a:gd name="connsiteX601" fmla="*/ 278707 w 7467600"/>
              <a:gd name="connsiteY601" fmla="*/ 1352270 h 6858000"/>
              <a:gd name="connsiteX602" fmla="*/ 1423821 w 7467600"/>
              <a:gd name="connsiteY602" fmla="*/ 1351958 h 6858000"/>
              <a:gd name="connsiteX603" fmla="*/ 1638521 w 7467600"/>
              <a:gd name="connsiteY603" fmla="*/ 1908470 h 6858000"/>
              <a:gd name="connsiteX604" fmla="*/ 1754199 w 7467600"/>
              <a:gd name="connsiteY604" fmla="*/ 2149284 h 6858000"/>
              <a:gd name="connsiteX605" fmla="*/ 1908359 w 7467600"/>
              <a:gd name="connsiteY605" fmla="*/ 2364988 h 6858000"/>
              <a:gd name="connsiteX606" fmla="*/ 1647661 w 7467600"/>
              <a:gd name="connsiteY606" fmla="*/ 1825945 h 6858000"/>
              <a:gd name="connsiteX607" fmla="*/ 1423821 w 7467600"/>
              <a:gd name="connsiteY607" fmla="*/ 1351958 h 6858000"/>
              <a:gd name="connsiteX608" fmla="*/ 1431890 w 7467600"/>
              <a:gd name="connsiteY608" fmla="*/ 1306475 h 6858000"/>
              <a:gd name="connsiteX609" fmla="*/ 1507597 w 7467600"/>
              <a:gd name="connsiteY609" fmla="*/ 1446132 h 6858000"/>
              <a:gd name="connsiteX610" fmla="*/ 1674586 w 7467600"/>
              <a:gd name="connsiteY610" fmla="*/ 1813832 h 6858000"/>
              <a:gd name="connsiteX611" fmla="*/ 1815950 w 7467600"/>
              <a:gd name="connsiteY611" fmla="*/ 2128564 h 6858000"/>
              <a:gd name="connsiteX612" fmla="*/ 1984242 w 7467600"/>
              <a:gd name="connsiteY612" fmla="*/ 2430829 h 6858000"/>
              <a:gd name="connsiteX613" fmla="*/ 2014023 w 7467600"/>
              <a:gd name="connsiteY613" fmla="*/ 2450995 h 6858000"/>
              <a:gd name="connsiteX614" fmla="*/ 1747337 w 7467600"/>
              <a:gd name="connsiteY614" fmla="*/ 1855264 h 6858000"/>
              <a:gd name="connsiteX615" fmla="*/ 1533749 w 7467600"/>
              <a:gd name="connsiteY615" fmla="*/ 1478656 h 6858000"/>
              <a:gd name="connsiteX616" fmla="*/ 1431890 w 7467600"/>
              <a:gd name="connsiteY616" fmla="*/ 1306475 h 6858000"/>
              <a:gd name="connsiteX617" fmla="*/ 5052692 w 7467600"/>
              <a:gd name="connsiteY617" fmla="*/ 1292994 h 6858000"/>
              <a:gd name="connsiteX618" fmla="*/ 5200661 w 7467600"/>
              <a:gd name="connsiteY618" fmla="*/ 1635186 h 6858000"/>
              <a:gd name="connsiteX619" fmla="*/ 5297138 w 7467600"/>
              <a:gd name="connsiteY619" fmla="*/ 1906351 h 6858000"/>
              <a:gd name="connsiteX620" fmla="*/ 5052692 w 7467600"/>
              <a:gd name="connsiteY620" fmla="*/ 1292994 h 6858000"/>
              <a:gd name="connsiteX621" fmla="*/ 5009948 w 7467600"/>
              <a:gd name="connsiteY621" fmla="*/ 1273619 h 6858000"/>
              <a:gd name="connsiteX622" fmla="*/ 5121777 w 7467600"/>
              <a:gd name="connsiteY622" fmla="*/ 1654213 h 6858000"/>
              <a:gd name="connsiteX623" fmla="*/ 5293545 w 7467600"/>
              <a:gd name="connsiteY623" fmla="*/ 2072247 h 6858000"/>
              <a:gd name="connsiteX624" fmla="*/ 5294042 w 7467600"/>
              <a:gd name="connsiteY624" fmla="*/ 2065019 h 6858000"/>
              <a:gd name="connsiteX625" fmla="*/ 5171936 w 7467600"/>
              <a:gd name="connsiteY625" fmla="*/ 1647613 h 6858000"/>
              <a:gd name="connsiteX626" fmla="*/ 5009948 w 7467600"/>
              <a:gd name="connsiteY626" fmla="*/ 1273619 h 6858000"/>
              <a:gd name="connsiteX627" fmla="*/ 655236 w 7467600"/>
              <a:gd name="connsiteY627" fmla="*/ 1268632 h 6858000"/>
              <a:gd name="connsiteX628" fmla="*/ 839521 w 7467600"/>
              <a:gd name="connsiteY628" fmla="*/ 1685315 h 6858000"/>
              <a:gd name="connsiteX629" fmla="*/ 1109416 w 7467600"/>
              <a:gd name="connsiteY629" fmla="*/ 2061663 h 6858000"/>
              <a:gd name="connsiteX630" fmla="*/ 1298300 w 7467600"/>
              <a:gd name="connsiteY630" fmla="*/ 2247742 h 6858000"/>
              <a:gd name="connsiteX631" fmla="*/ 1125871 w 7467600"/>
              <a:gd name="connsiteY631" fmla="*/ 1989513 h 6858000"/>
              <a:gd name="connsiteX632" fmla="*/ 981574 w 7467600"/>
              <a:gd name="connsiteY632" fmla="*/ 1783157 h 6858000"/>
              <a:gd name="connsiteX633" fmla="*/ 922198 w 7467600"/>
              <a:gd name="connsiteY633" fmla="*/ 1677437 h 6858000"/>
              <a:gd name="connsiteX634" fmla="*/ 869293 w 7467600"/>
              <a:gd name="connsiteY634" fmla="*/ 1583214 h 6858000"/>
              <a:gd name="connsiteX635" fmla="*/ 751431 w 7467600"/>
              <a:gd name="connsiteY635" fmla="*/ 1405731 h 6858000"/>
              <a:gd name="connsiteX636" fmla="*/ 655236 w 7467600"/>
              <a:gd name="connsiteY636" fmla="*/ 1268632 h 6858000"/>
              <a:gd name="connsiteX637" fmla="*/ 6516292 w 7467600"/>
              <a:gd name="connsiteY637" fmla="*/ 1263064 h 6858000"/>
              <a:gd name="connsiteX638" fmla="*/ 5736320 w 7467600"/>
              <a:gd name="connsiteY638" fmla="*/ 1501803 h 6858000"/>
              <a:gd name="connsiteX639" fmla="*/ 6516292 w 7467600"/>
              <a:gd name="connsiteY639" fmla="*/ 1263064 h 6858000"/>
              <a:gd name="connsiteX640" fmla="*/ 291466 w 7467600"/>
              <a:gd name="connsiteY640" fmla="*/ 1250369 h 6858000"/>
              <a:gd name="connsiteX641" fmla="*/ 323180 w 7467600"/>
              <a:gd name="connsiteY641" fmla="*/ 1435283 h 6858000"/>
              <a:gd name="connsiteX642" fmla="*/ 349381 w 7467600"/>
              <a:gd name="connsiteY642" fmla="*/ 1875041 h 6858000"/>
              <a:gd name="connsiteX643" fmla="*/ 374363 w 7467600"/>
              <a:gd name="connsiteY643" fmla="*/ 1506494 h 6858000"/>
              <a:gd name="connsiteX644" fmla="*/ 302168 w 7467600"/>
              <a:gd name="connsiteY644" fmla="*/ 1274495 h 6858000"/>
              <a:gd name="connsiteX645" fmla="*/ 291466 w 7467600"/>
              <a:gd name="connsiteY645" fmla="*/ 1250369 h 6858000"/>
              <a:gd name="connsiteX646" fmla="*/ 678222 w 7467600"/>
              <a:gd name="connsiteY646" fmla="*/ 1248670 h 6858000"/>
              <a:gd name="connsiteX647" fmla="*/ 775536 w 7467600"/>
              <a:gd name="connsiteY647" fmla="*/ 1388015 h 6858000"/>
              <a:gd name="connsiteX648" fmla="*/ 894529 w 7467600"/>
              <a:gd name="connsiteY648" fmla="*/ 1567739 h 6858000"/>
              <a:gd name="connsiteX649" fmla="*/ 948000 w 7467600"/>
              <a:gd name="connsiteY649" fmla="*/ 1663088 h 6858000"/>
              <a:gd name="connsiteX650" fmla="*/ 1006812 w 7467600"/>
              <a:gd name="connsiteY650" fmla="*/ 1767683 h 6858000"/>
              <a:gd name="connsiteX651" fmla="*/ 1149133 w 7467600"/>
              <a:gd name="connsiteY651" fmla="*/ 1971513 h 6858000"/>
              <a:gd name="connsiteX652" fmla="*/ 1333952 w 7467600"/>
              <a:gd name="connsiteY652" fmla="*/ 2251620 h 6858000"/>
              <a:gd name="connsiteX653" fmla="*/ 1337329 w 7467600"/>
              <a:gd name="connsiteY653" fmla="*/ 2258350 h 6858000"/>
              <a:gd name="connsiteX654" fmla="*/ 1014726 w 7467600"/>
              <a:gd name="connsiteY654" fmla="*/ 1615556 h 6858000"/>
              <a:gd name="connsiteX655" fmla="*/ 678222 w 7467600"/>
              <a:gd name="connsiteY655" fmla="*/ 1248670 h 6858000"/>
              <a:gd name="connsiteX656" fmla="*/ 6691602 w 7467600"/>
              <a:gd name="connsiteY656" fmla="*/ 1140573 h 6858000"/>
              <a:gd name="connsiteX657" fmla="*/ 6571100 w 7467600"/>
              <a:gd name="connsiteY657" fmla="*/ 1183662 h 6858000"/>
              <a:gd name="connsiteX658" fmla="*/ 6241687 w 7467600"/>
              <a:gd name="connsiteY658" fmla="*/ 1257600 h 6858000"/>
              <a:gd name="connsiteX659" fmla="*/ 5693009 w 7467600"/>
              <a:gd name="connsiteY659" fmla="*/ 1478256 h 6858000"/>
              <a:gd name="connsiteX660" fmla="*/ 6548420 w 7467600"/>
              <a:gd name="connsiteY660" fmla="*/ 1214599 h 6858000"/>
              <a:gd name="connsiteX661" fmla="*/ 6605473 w 7467600"/>
              <a:gd name="connsiteY661" fmla="*/ 1184686 h 6858000"/>
              <a:gd name="connsiteX662" fmla="*/ 6691602 w 7467600"/>
              <a:gd name="connsiteY662" fmla="*/ 1140573 h 6858000"/>
              <a:gd name="connsiteX663" fmla="*/ 4002475 w 7467600"/>
              <a:gd name="connsiteY663" fmla="*/ 1037802 h 6858000"/>
              <a:gd name="connsiteX664" fmla="*/ 4000324 w 7467600"/>
              <a:gd name="connsiteY664" fmla="*/ 1039362 h 6858000"/>
              <a:gd name="connsiteX665" fmla="*/ 4002862 w 7467600"/>
              <a:gd name="connsiteY665" fmla="*/ 1042866 h 6858000"/>
              <a:gd name="connsiteX666" fmla="*/ 4002475 w 7467600"/>
              <a:gd name="connsiteY666" fmla="*/ 1037802 h 6858000"/>
              <a:gd name="connsiteX667" fmla="*/ 506322 w 7467600"/>
              <a:gd name="connsiteY667" fmla="*/ 1020997 h 6858000"/>
              <a:gd name="connsiteX668" fmla="*/ 533068 w 7467600"/>
              <a:gd name="connsiteY668" fmla="*/ 1029409 h 6858000"/>
              <a:gd name="connsiteX669" fmla="*/ 1232525 w 7467600"/>
              <a:gd name="connsiteY669" fmla="*/ 1804675 h 6858000"/>
              <a:gd name="connsiteX670" fmla="*/ 1388858 w 7467600"/>
              <a:gd name="connsiteY670" fmla="*/ 2368011 h 6858000"/>
              <a:gd name="connsiteX671" fmla="*/ 1384098 w 7467600"/>
              <a:gd name="connsiteY671" fmla="*/ 2378125 h 6858000"/>
              <a:gd name="connsiteX672" fmla="*/ 1425393 w 7467600"/>
              <a:gd name="connsiteY672" fmla="*/ 2589124 h 6858000"/>
              <a:gd name="connsiteX673" fmla="*/ 1424001 w 7467600"/>
              <a:gd name="connsiteY673" fmla="*/ 2597541 h 6858000"/>
              <a:gd name="connsiteX674" fmla="*/ 2152729 w 7467600"/>
              <a:gd name="connsiteY674" fmla="*/ 2864487 h 6858000"/>
              <a:gd name="connsiteX675" fmla="*/ 2020609 w 7467600"/>
              <a:gd name="connsiteY675" fmla="*/ 2539671 h 6858000"/>
              <a:gd name="connsiteX676" fmla="*/ 2018920 w 7467600"/>
              <a:gd name="connsiteY676" fmla="*/ 2536309 h 6858000"/>
              <a:gd name="connsiteX677" fmla="*/ 1342441 w 7467600"/>
              <a:gd name="connsiteY677" fmla="*/ 1173017 h 6858000"/>
              <a:gd name="connsiteX678" fmla="*/ 1367925 w 7467600"/>
              <a:gd name="connsiteY678" fmla="*/ 1135648 h 6858000"/>
              <a:gd name="connsiteX679" fmla="*/ 1771401 w 7467600"/>
              <a:gd name="connsiteY679" fmla="*/ 1806673 h 6858000"/>
              <a:gd name="connsiteX680" fmla="*/ 1972385 w 7467600"/>
              <a:gd name="connsiteY680" fmla="*/ 2198735 h 6858000"/>
              <a:gd name="connsiteX681" fmla="*/ 2040892 w 7467600"/>
              <a:gd name="connsiteY681" fmla="*/ 2405205 h 6858000"/>
              <a:gd name="connsiteX682" fmla="*/ 2131689 w 7467600"/>
              <a:gd name="connsiteY682" fmla="*/ 1936926 h 6858000"/>
              <a:gd name="connsiteX683" fmla="*/ 2454820 w 7467600"/>
              <a:gd name="connsiteY683" fmla="*/ 1248808 h 6858000"/>
              <a:gd name="connsiteX684" fmla="*/ 2492512 w 7467600"/>
              <a:gd name="connsiteY684" fmla="*/ 1302920 h 6858000"/>
              <a:gd name="connsiteX685" fmla="*/ 2081216 w 7467600"/>
              <a:gd name="connsiteY685" fmla="*/ 2527513 h 6858000"/>
              <a:gd name="connsiteX686" fmla="*/ 2081211 w 7467600"/>
              <a:gd name="connsiteY686" fmla="*/ 2528916 h 6858000"/>
              <a:gd name="connsiteX687" fmla="*/ 2199067 w 7467600"/>
              <a:gd name="connsiteY687" fmla="*/ 2884061 h 6858000"/>
              <a:gd name="connsiteX688" fmla="*/ 3192586 w 7467600"/>
              <a:gd name="connsiteY688" fmla="*/ 3411496 h 6858000"/>
              <a:gd name="connsiteX689" fmla="*/ 3182620 w 7467600"/>
              <a:gd name="connsiteY689" fmla="*/ 3483279 h 6858000"/>
              <a:gd name="connsiteX690" fmla="*/ 2435119 w 7467600"/>
              <a:gd name="connsiteY690" fmla="*/ 3080173 h 6858000"/>
              <a:gd name="connsiteX691" fmla="*/ 2410152 w 7467600"/>
              <a:gd name="connsiteY691" fmla="*/ 3063751 h 6858000"/>
              <a:gd name="connsiteX692" fmla="*/ 2408099 w 7467600"/>
              <a:gd name="connsiteY692" fmla="*/ 3064403 h 6858000"/>
              <a:gd name="connsiteX693" fmla="*/ 2407218 w 7467600"/>
              <a:gd name="connsiteY693" fmla="*/ 3070324 h 6858000"/>
              <a:gd name="connsiteX694" fmla="*/ 2380138 w 7467600"/>
              <a:gd name="connsiteY694" fmla="*/ 3099341 h 6858000"/>
              <a:gd name="connsiteX695" fmla="*/ 1765923 w 7467600"/>
              <a:gd name="connsiteY695" fmla="*/ 3581043 h 6858000"/>
              <a:gd name="connsiteX696" fmla="*/ 1702258 w 7467600"/>
              <a:gd name="connsiteY696" fmla="*/ 3612286 h 6858000"/>
              <a:gd name="connsiteX697" fmla="*/ 1538370 w 7467600"/>
              <a:gd name="connsiteY697" fmla="*/ 3811804 h 6858000"/>
              <a:gd name="connsiteX698" fmla="*/ 542867 w 7467600"/>
              <a:gd name="connsiteY698" fmla="*/ 4944092 h 6858000"/>
              <a:gd name="connsiteX699" fmla="*/ 515800 w 7467600"/>
              <a:gd name="connsiteY699" fmla="*/ 4862180 h 6858000"/>
              <a:gd name="connsiteX700" fmla="*/ 909145 w 7467600"/>
              <a:gd name="connsiteY700" fmla="*/ 4199225 h 6858000"/>
              <a:gd name="connsiteX701" fmla="*/ 1214067 w 7467600"/>
              <a:gd name="connsiteY701" fmla="*/ 3908561 h 6858000"/>
              <a:gd name="connsiteX702" fmla="*/ 640967 w 7467600"/>
              <a:gd name="connsiteY702" fmla="*/ 4105601 h 6858000"/>
              <a:gd name="connsiteX703" fmla="*/ 112563 w 7467600"/>
              <a:gd name="connsiteY703" fmla="*/ 4396952 h 6858000"/>
              <a:gd name="connsiteX704" fmla="*/ 0 w 7467600"/>
              <a:gd name="connsiteY704" fmla="*/ 4466006 h 6858000"/>
              <a:gd name="connsiteX705" fmla="*/ 0 w 7467600"/>
              <a:gd name="connsiteY705" fmla="*/ 4233763 h 6858000"/>
              <a:gd name="connsiteX706" fmla="*/ 36881 w 7467600"/>
              <a:gd name="connsiteY706" fmla="*/ 4200118 h 6858000"/>
              <a:gd name="connsiteX707" fmla="*/ 910534 w 7467600"/>
              <a:gd name="connsiteY707" fmla="*/ 3629753 h 6858000"/>
              <a:gd name="connsiteX708" fmla="*/ 1578717 w 7467600"/>
              <a:gd name="connsiteY708" fmla="*/ 3575982 h 6858000"/>
              <a:gd name="connsiteX709" fmla="*/ 2338780 w 7467600"/>
              <a:gd name="connsiteY709" fmla="*/ 3033725 h 6858000"/>
              <a:gd name="connsiteX710" fmla="*/ 1807991 w 7467600"/>
              <a:gd name="connsiteY710" fmla="*/ 2807184 h 6858000"/>
              <a:gd name="connsiteX711" fmla="*/ 1416358 w 7467600"/>
              <a:gd name="connsiteY711" fmla="*/ 3112571 h 6858000"/>
              <a:gd name="connsiteX712" fmla="*/ 939066 w 7467600"/>
              <a:gd name="connsiteY712" fmla="*/ 3378798 h 6858000"/>
              <a:gd name="connsiteX713" fmla="*/ 115099 w 7467600"/>
              <a:gd name="connsiteY713" fmla="*/ 3607650 h 6858000"/>
              <a:gd name="connsiteX714" fmla="*/ 97284 w 7467600"/>
              <a:gd name="connsiteY714" fmla="*/ 3520393 h 6858000"/>
              <a:gd name="connsiteX715" fmla="*/ 922050 w 7467600"/>
              <a:gd name="connsiteY715" fmla="*/ 3074867 h 6858000"/>
              <a:gd name="connsiteX716" fmla="*/ 1405265 w 7467600"/>
              <a:gd name="connsiteY716" fmla="*/ 3016319 h 6858000"/>
              <a:gd name="connsiteX717" fmla="*/ 1407512 w 7467600"/>
              <a:gd name="connsiteY717" fmla="*/ 3018001 h 6858000"/>
              <a:gd name="connsiteX718" fmla="*/ 1726266 w 7467600"/>
              <a:gd name="connsiteY718" fmla="*/ 2777274 h 6858000"/>
              <a:gd name="connsiteX719" fmla="*/ 625390 w 7467600"/>
              <a:gd name="connsiteY719" fmla="*/ 2514541 h 6858000"/>
              <a:gd name="connsiteX720" fmla="*/ 619799 w 7467600"/>
              <a:gd name="connsiteY720" fmla="*/ 2527180 h 6858000"/>
              <a:gd name="connsiteX721" fmla="*/ 310030 w 7467600"/>
              <a:gd name="connsiteY721" fmla="*/ 2771818 h 6858000"/>
              <a:gd name="connsiteX722" fmla="*/ 173877 w 7467600"/>
              <a:gd name="connsiteY722" fmla="*/ 2937056 h 6858000"/>
              <a:gd name="connsiteX723" fmla="*/ 77889 w 7467600"/>
              <a:gd name="connsiteY723" fmla="*/ 3138440 h 6858000"/>
              <a:gd name="connsiteX724" fmla="*/ 0 w 7467600"/>
              <a:gd name="connsiteY724" fmla="*/ 3271395 h 6858000"/>
              <a:gd name="connsiteX725" fmla="*/ 0 w 7467600"/>
              <a:gd name="connsiteY725" fmla="*/ 3153002 h 6858000"/>
              <a:gd name="connsiteX726" fmla="*/ 2386 w 7467600"/>
              <a:gd name="connsiteY726" fmla="*/ 3149203 h 6858000"/>
              <a:gd name="connsiteX727" fmla="*/ 89753 w 7467600"/>
              <a:gd name="connsiteY727" fmla="*/ 2987702 h 6858000"/>
              <a:gd name="connsiteX728" fmla="*/ 76869 w 7467600"/>
              <a:gd name="connsiteY728" fmla="*/ 3005404 h 6858000"/>
              <a:gd name="connsiteX729" fmla="*/ 32049 w 7467600"/>
              <a:gd name="connsiteY729" fmla="*/ 3065814 h 6858000"/>
              <a:gd name="connsiteX730" fmla="*/ 0 w 7467600"/>
              <a:gd name="connsiteY730" fmla="*/ 3108744 h 6858000"/>
              <a:gd name="connsiteX731" fmla="*/ 0 w 7467600"/>
              <a:gd name="connsiteY731" fmla="*/ 3058059 h 6858000"/>
              <a:gd name="connsiteX732" fmla="*/ 7610 w 7467600"/>
              <a:gd name="connsiteY732" fmla="*/ 3047889 h 6858000"/>
              <a:gd name="connsiteX733" fmla="*/ 52419 w 7467600"/>
              <a:gd name="connsiteY733" fmla="*/ 2987479 h 6858000"/>
              <a:gd name="connsiteX734" fmla="*/ 59142 w 7467600"/>
              <a:gd name="connsiteY734" fmla="*/ 2978488 h 6858000"/>
              <a:gd name="connsiteX735" fmla="*/ 0 w 7467600"/>
              <a:gd name="connsiteY735" fmla="*/ 3015334 h 6858000"/>
              <a:gd name="connsiteX736" fmla="*/ 0 w 7467600"/>
              <a:gd name="connsiteY736" fmla="*/ 2914286 h 6858000"/>
              <a:gd name="connsiteX737" fmla="*/ 36383 w 7467600"/>
              <a:gd name="connsiteY737" fmla="*/ 2901128 h 6858000"/>
              <a:gd name="connsiteX738" fmla="*/ 156329 w 7467600"/>
              <a:gd name="connsiteY738" fmla="*/ 2840533 h 6858000"/>
              <a:gd name="connsiteX739" fmla="*/ 358355 w 7467600"/>
              <a:gd name="connsiteY739" fmla="*/ 2620471 h 6858000"/>
              <a:gd name="connsiteX740" fmla="*/ 510577 w 7467600"/>
              <a:gd name="connsiteY740" fmla="*/ 2501244 h 6858000"/>
              <a:gd name="connsiteX741" fmla="*/ 211967 w 7467600"/>
              <a:gd name="connsiteY741" fmla="*/ 2479171 h 6858000"/>
              <a:gd name="connsiteX742" fmla="*/ 0 w 7467600"/>
              <a:gd name="connsiteY742" fmla="*/ 2476398 h 6858000"/>
              <a:gd name="connsiteX743" fmla="*/ 0 w 7467600"/>
              <a:gd name="connsiteY743" fmla="*/ 2389189 h 6858000"/>
              <a:gd name="connsiteX744" fmla="*/ 103062 w 7467600"/>
              <a:gd name="connsiteY744" fmla="*/ 2389518 h 6858000"/>
              <a:gd name="connsiteX745" fmla="*/ 510734 w 7467600"/>
              <a:gd name="connsiteY745" fmla="*/ 2416201 h 6858000"/>
              <a:gd name="connsiteX746" fmla="*/ 279257 w 7467600"/>
              <a:gd name="connsiteY746" fmla="*/ 2092102 h 6858000"/>
              <a:gd name="connsiteX747" fmla="*/ 65265 w 7467600"/>
              <a:gd name="connsiteY747" fmla="*/ 2006049 h 6858000"/>
              <a:gd name="connsiteX748" fmla="*/ 0 w 7467600"/>
              <a:gd name="connsiteY748" fmla="*/ 1982532 h 6858000"/>
              <a:gd name="connsiteX749" fmla="*/ 0 w 7467600"/>
              <a:gd name="connsiteY749" fmla="*/ 1912789 h 6858000"/>
              <a:gd name="connsiteX750" fmla="*/ 97460 w 7467600"/>
              <a:gd name="connsiteY750" fmla="*/ 1953725 h 6858000"/>
              <a:gd name="connsiteX751" fmla="*/ 221272 w 7467600"/>
              <a:gd name="connsiteY751" fmla="*/ 1980766 h 6858000"/>
              <a:gd name="connsiteX752" fmla="*/ 116765 w 7467600"/>
              <a:gd name="connsiteY752" fmla="*/ 1911033 h 6858000"/>
              <a:gd name="connsiteX753" fmla="*/ 16405 w 7467600"/>
              <a:gd name="connsiteY753" fmla="*/ 1803412 h 6858000"/>
              <a:gd name="connsiteX754" fmla="*/ 0 w 7467600"/>
              <a:gd name="connsiteY754" fmla="*/ 1784777 h 6858000"/>
              <a:gd name="connsiteX755" fmla="*/ 0 w 7467600"/>
              <a:gd name="connsiteY755" fmla="*/ 1740082 h 6858000"/>
              <a:gd name="connsiteX756" fmla="*/ 39394 w 7467600"/>
              <a:gd name="connsiteY756" fmla="*/ 1784856 h 6858000"/>
              <a:gd name="connsiteX757" fmla="*/ 135813 w 7467600"/>
              <a:gd name="connsiteY757" fmla="*/ 1888838 h 6858000"/>
              <a:gd name="connsiteX758" fmla="*/ 242575 w 7467600"/>
              <a:gd name="connsiteY758" fmla="*/ 1958841 h 6858000"/>
              <a:gd name="connsiteX759" fmla="*/ 82197 w 7467600"/>
              <a:gd name="connsiteY759" fmla="*/ 1754826 h 6858000"/>
              <a:gd name="connsiteX760" fmla="*/ 0 w 7467600"/>
              <a:gd name="connsiteY760" fmla="*/ 1679650 h 6858000"/>
              <a:gd name="connsiteX761" fmla="*/ 0 w 7467600"/>
              <a:gd name="connsiteY761" fmla="*/ 1602463 h 6858000"/>
              <a:gd name="connsiteX762" fmla="*/ 84689 w 7467600"/>
              <a:gd name="connsiteY762" fmla="*/ 1677442 h 6858000"/>
              <a:gd name="connsiteX763" fmla="*/ 298437 w 7467600"/>
              <a:gd name="connsiteY763" fmla="*/ 1968019 h 6858000"/>
              <a:gd name="connsiteX764" fmla="*/ 227269 w 7467600"/>
              <a:gd name="connsiteY764" fmla="*/ 1114064 h 6858000"/>
              <a:gd name="connsiteX765" fmla="*/ 248003 w 7467600"/>
              <a:gd name="connsiteY765" fmla="*/ 1089613 h 6858000"/>
              <a:gd name="connsiteX766" fmla="*/ 427020 w 7467600"/>
              <a:gd name="connsiteY766" fmla="*/ 1619803 h 6858000"/>
              <a:gd name="connsiteX767" fmla="*/ 340345 w 7467600"/>
              <a:gd name="connsiteY767" fmla="*/ 2027739 h 6858000"/>
              <a:gd name="connsiteX768" fmla="*/ 360865 w 7467600"/>
              <a:gd name="connsiteY768" fmla="*/ 2044827 h 6858000"/>
              <a:gd name="connsiteX769" fmla="*/ 560414 w 7467600"/>
              <a:gd name="connsiteY769" fmla="*/ 2421457 h 6858000"/>
              <a:gd name="connsiteX770" fmla="*/ 1359703 w 7467600"/>
              <a:gd name="connsiteY770" fmla="*/ 2578554 h 6858000"/>
              <a:gd name="connsiteX771" fmla="*/ 1359422 w 7467600"/>
              <a:gd name="connsiteY771" fmla="*/ 2577994 h 6858000"/>
              <a:gd name="connsiteX772" fmla="*/ 828701 w 7467600"/>
              <a:gd name="connsiteY772" fmla="*/ 1839520 h 6858000"/>
              <a:gd name="connsiteX773" fmla="*/ 494427 w 7467600"/>
              <a:gd name="connsiteY773" fmla="*/ 1092333 h 6858000"/>
              <a:gd name="connsiteX774" fmla="*/ 506322 w 7467600"/>
              <a:gd name="connsiteY774" fmla="*/ 1020997 h 6858000"/>
              <a:gd name="connsiteX775" fmla="*/ 4570198 w 7467600"/>
              <a:gd name="connsiteY775" fmla="*/ 978081 h 6858000"/>
              <a:gd name="connsiteX776" fmla="*/ 4523691 w 7467600"/>
              <a:gd name="connsiteY776" fmla="*/ 1127776 h 6858000"/>
              <a:gd name="connsiteX777" fmla="*/ 4509875 w 7467600"/>
              <a:gd name="connsiteY777" fmla="*/ 1167552 h 6858000"/>
              <a:gd name="connsiteX778" fmla="*/ 4478168 w 7467600"/>
              <a:gd name="connsiteY778" fmla="*/ 1260735 h 6858000"/>
              <a:gd name="connsiteX779" fmla="*/ 4409309 w 7467600"/>
              <a:gd name="connsiteY779" fmla="*/ 1666996 h 6858000"/>
              <a:gd name="connsiteX780" fmla="*/ 4370031 w 7467600"/>
              <a:gd name="connsiteY780" fmla="*/ 1955666 h 6858000"/>
              <a:gd name="connsiteX781" fmla="*/ 4570198 w 7467600"/>
              <a:gd name="connsiteY781" fmla="*/ 978081 h 6858000"/>
              <a:gd name="connsiteX782" fmla="*/ 4557898 w 7467600"/>
              <a:gd name="connsiteY782" fmla="*/ 900011 h 6858000"/>
              <a:gd name="connsiteX783" fmla="*/ 4344840 w 7467600"/>
              <a:gd name="connsiteY783" fmla="*/ 1922038 h 6858000"/>
              <a:gd name="connsiteX784" fmla="*/ 4378710 w 7467600"/>
              <a:gd name="connsiteY784" fmla="*/ 1665516 h 6858000"/>
              <a:gd name="connsiteX785" fmla="*/ 4448798 w 7467600"/>
              <a:gd name="connsiteY785" fmla="*/ 1253024 h 6858000"/>
              <a:gd name="connsiteX786" fmla="*/ 4480315 w 7467600"/>
              <a:gd name="connsiteY786" fmla="*/ 1158454 h 6858000"/>
              <a:gd name="connsiteX787" fmla="*/ 4494133 w 7467600"/>
              <a:gd name="connsiteY787" fmla="*/ 1118676 h 6858000"/>
              <a:gd name="connsiteX788" fmla="*/ 4557898 w 7467600"/>
              <a:gd name="connsiteY788" fmla="*/ 900011 h 6858000"/>
              <a:gd name="connsiteX789" fmla="*/ 5870151 w 7467600"/>
              <a:gd name="connsiteY789" fmla="*/ 898890 h 6858000"/>
              <a:gd name="connsiteX790" fmla="*/ 5861335 w 7467600"/>
              <a:gd name="connsiteY790" fmla="*/ 899177 h 6858000"/>
              <a:gd name="connsiteX791" fmla="*/ 5843702 w 7467600"/>
              <a:gd name="connsiteY791" fmla="*/ 899748 h 6858000"/>
              <a:gd name="connsiteX792" fmla="*/ 5651107 w 7467600"/>
              <a:gd name="connsiteY792" fmla="*/ 920306 h 6858000"/>
              <a:gd name="connsiteX793" fmla="*/ 5459407 w 7467600"/>
              <a:gd name="connsiteY793" fmla="*/ 940975 h 6858000"/>
              <a:gd name="connsiteX794" fmla="*/ 5374846 w 7467600"/>
              <a:gd name="connsiteY794" fmla="*/ 941988 h 6858000"/>
              <a:gd name="connsiteX795" fmla="*/ 5256105 w 7467600"/>
              <a:gd name="connsiteY795" fmla="*/ 945632 h 6858000"/>
              <a:gd name="connsiteX796" fmla="*/ 5107071 w 7467600"/>
              <a:gd name="connsiteY796" fmla="*/ 969720 h 6858000"/>
              <a:gd name="connsiteX797" fmla="*/ 4998681 w 7467600"/>
              <a:gd name="connsiteY797" fmla="*/ 988771 h 6858000"/>
              <a:gd name="connsiteX798" fmla="*/ 5870151 w 7467600"/>
              <a:gd name="connsiteY798" fmla="*/ 898890 h 6858000"/>
              <a:gd name="connsiteX799" fmla="*/ 5504425 w 7467600"/>
              <a:gd name="connsiteY799" fmla="*/ 848067 h 6858000"/>
              <a:gd name="connsiteX800" fmla="*/ 4968849 w 7467600"/>
              <a:gd name="connsiteY800" fmla="*/ 962318 h 6858000"/>
              <a:gd name="connsiteX801" fmla="*/ 5104039 w 7467600"/>
              <a:gd name="connsiteY801" fmla="*/ 940634 h 6858000"/>
              <a:gd name="connsiteX802" fmla="*/ 5256311 w 7467600"/>
              <a:gd name="connsiteY802" fmla="*/ 916490 h 6858000"/>
              <a:gd name="connsiteX803" fmla="*/ 5377381 w 7467600"/>
              <a:gd name="connsiteY803" fmla="*/ 912671 h 6858000"/>
              <a:gd name="connsiteX804" fmla="*/ 5460148 w 7467600"/>
              <a:gd name="connsiteY804" fmla="*/ 911442 h 6858000"/>
              <a:gd name="connsiteX805" fmla="*/ 5648971 w 7467600"/>
              <a:gd name="connsiteY805" fmla="*/ 891331 h 6858000"/>
              <a:gd name="connsiteX806" fmla="*/ 5844807 w 7467600"/>
              <a:gd name="connsiteY806" fmla="*/ 870718 h 6858000"/>
              <a:gd name="connsiteX807" fmla="*/ 5862975 w 7467600"/>
              <a:gd name="connsiteY807" fmla="*/ 869756 h 6858000"/>
              <a:gd name="connsiteX808" fmla="*/ 5920887 w 7467600"/>
              <a:gd name="connsiteY808" fmla="*/ 865929 h 6858000"/>
              <a:gd name="connsiteX809" fmla="*/ 5504425 w 7467600"/>
              <a:gd name="connsiteY809" fmla="*/ 848067 h 6858000"/>
              <a:gd name="connsiteX810" fmla="*/ 3607114 w 7467600"/>
              <a:gd name="connsiteY810" fmla="*/ 467441 h 6858000"/>
              <a:gd name="connsiteX811" fmla="*/ 3296242 w 7467600"/>
              <a:gd name="connsiteY811" fmla="*/ 807991 h 6858000"/>
              <a:gd name="connsiteX812" fmla="*/ 3174674 w 7467600"/>
              <a:gd name="connsiteY812" fmla="*/ 919759 h 6858000"/>
              <a:gd name="connsiteX813" fmla="*/ 3042978 w 7467600"/>
              <a:gd name="connsiteY813" fmla="*/ 1054894 h 6858000"/>
              <a:gd name="connsiteX814" fmla="*/ 2968914 w 7467600"/>
              <a:gd name="connsiteY814" fmla="*/ 1133756 h 6858000"/>
              <a:gd name="connsiteX815" fmla="*/ 3103823 w 7467600"/>
              <a:gd name="connsiteY815" fmla="*/ 1026814 h 6858000"/>
              <a:gd name="connsiteX816" fmla="*/ 3607114 w 7467600"/>
              <a:gd name="connsiteY816" fmla="*/ 467441 h 6858000"/>
              <a:gd name="connsiteX817" fmla="*/ 3744487 w 7467600"/>
              <a:gd name="connsiteY817" fmla="*/ 383136 h 6858000"/>
              <a:gd name="connsiteX818" fmla="*/ 3970213 w 7467600"/>
              <a:gd name="connsiteY818" fmla="*/ 995559 h 6858000"/>
              <a:gd name="connsiteX819" fmla="*/ 3744487 w 7467600"/>
              <a:gd name="connsiteY819" fmla="*/ 383136 h 6858000"/>
              <a:gd name="connsiteX820" fmla="*/ 3624562 w 7467600"/>
              <a:gd name="connsiteY820" fmla="*/ 367041 h 6858000"/>
              <a:gd name="connsiteX821" fmla="*/ 3489712 w 7467600"/>
              <a:gd name="connsiteY821" fmla="*/ 485386 h 6858000"/>
              <a:gd name="connsiteX822" fmla="*/ 3182994 w 7467600"/>
              <a:gd name="connsiteY822" fmla="*/ 828265 h 6858000"/>
              <a:gd name="connsiteX823" fmla="*/ 2892114 w 7467600"/>
              <a:gd name="connsiteY823" fmla="*/ 1172635 h 6858000"/>
              <a:gd name="connsiteX824" fmla="*/ 3021459 w 7467600"/>
              <a:gd name="connsiteY824" fmla="*/ 1035385 h 6858000"/>
              <a:gd name="connsiteX825" fmla="*/ 3153873 w 7467600"/>
              <a:gd name="connsiteY825" fmla="*/ 898971 h 6858000"/>
              <a:gd name="connsiteX826" fmla="*/ 3276511 w 7467600"/>
              <a:gd name="connsiteY826" fmla="*/ 786423 h 6858000"/>
              <a:gd name="connsiteX827" fmla="*/ 3584154 w 7467600"/>
              <a:gd name="connsiteY827" fmla="*/ 448218 h 6858000"/>
              <a:gd name="connsiteX828" fmla="*/ 3624562 w 7467600"/>
              <a:gd name="connsiteY828" fmla="*/ 367041 h 6858000"/>
              <a:gd name="connsiteX829" fmla="*/ 3766672 w 7467600"/>
              <a:gd name="connsiteY829" fmla="*/ 359429 h 6858000"/>
              <a:gd name="connsiteX830" fmla="*/ 3996338 w 7467600"/>
              <a:gd name="connsiteY830" fmla="*/ 968237 h 6858000"/>
              <a:gd name="connsiteX831" fmla="*/ 3766672 w 7467600"/>
              <a:gd name="connsiteY831" fmla="*/ 359429 h 6858000"/>
              <a:gd name="connsiteX832" fmla="*/ 5805386 w 7467600"/>
              <a:gd name="connsiteY832" fmla="*/ 239240 h 6858000"/>
              <a:gd name="connsiteX833" fmla="*/ 5736947 w 7467600"/>
              <a:gd name="connsiteY833" fmla="*/ 261367 h 6858000"/>
              <a:gd name="connsiteX834" fmla="*/ 5427012 w 7467600"/>
              <a:gd name="connsiteY834" fmla="*/ 311272 h 6858000"/>
              <a:gd name="connsiteX835" fmla="*/ 5147818 w 7467600"/>
              <a:gd name="connsiteY835" fmla="*/ 322112 h 6858000"/>
              <a:gd name="connsiteX836" fmla="*/ 5060854 w 7467600"/>
              <a:gd name="connsiteY836" fmla="*/ 311882 h 6858000"/>
              <a:gd name="connsiteX837" fmla="*/ 4945989 w 7467600"/>
              <a:gd name="connsiteY837" fmla="*/ 300516 h 6858000"/>
              <a:gd name="connsiteX838" fmla="*/ 5410479 w 7467600"/>
              <a:gd name="connsiteY838" fmla="*/ 348434 h 6858000"/>
              <a:gd name="connsiteX839" fmla="*/ 5805386 w 7467600"/>
              <a:gd name="connsiteY839" fmla="*/ 239240 h 6858000"/>
              <a:gd name="connsiteX840" fmla="*/ 5905192 w 7467600"/>
              <a:gd name="connsiteY840" fmla="*/ 163079 h 6858000"/>
              <a:gd name="connsiteX841" fmla="*/ 5865655 w 7467600"/>
              <a:gd name="connsiteY841" fmla="*/ 171901 h 6858000"/>
              <a:gd name="connsiteX842" fmla="*/ 5259740 w 7467600"/>
              <a:gd name="connsiteY842" fmla="*/ 257013 h 6858000"/>
              <a:gd name="connsiteX843" fmla="*/ 5208466 w 7467600"/>
              <a:gd name="connsiteY843" fmla="*/ 257550 h 6858000"/>
              <a:gd name="connsiteX844" fmla="*/ 4980204 w 7467600"/>
              <a:gd name="connsiteY844" fmla="*/ 271903 h 6858000"/>
              <a:gd name="connsiteX845" fmla="*/ 5068068 w 7467600"/>
              <a:gd name="connsiteY845" fmla="*/ 282244 h 6858000"/>
              <a:gd name="connsiteX846" fmla="*/ 5153231 w 7467600"/>
              <a:gd name="connsiteY846" fmla="*/ 292240 h 6858000"/>
              <a:gd name="connsiteX847" fmla="*/ 5426491 w 7467600"/>
              <a:gd name="connsiteY847" fmla="*/ 281128 h 6858000"/>
              <a:gd name="connsiteX848" fmla="*/ 5731212 w 7467600"/>
              <a:gd name="connsiteY848" fmla="*/ 231951 h 6858000"/>
              <a:gd name="connsiteX849" fmla="*/ 5905192 w 7467600"/>
              <a:gd name="connsiteY849" fmla="*/ 163079 h 6858000"/>
              <a:gd name="connsiteX850" fmla="*/ 5944437 w 7467600"/>
              <a:gd name="connsiteY850" fmla="*/ 113829 h 6858000"/>
              <a:gd name="connsiteX851" fmla="*/ 5825032 w 7467600"/>
              <a:gd name="connsiteY851" fmla="*/ 146405 h 6858000"/>
              <a:gd name="connsiteX852" fmla="*/ 4955599 w 7467600"/>
              <a:gd name="connsiteY852" fmla="*/ 247008 h 6858000"/>
              <a:gd name="connsiteX853" fmla="*/ 5210104 w 7467600"/>
              <a:gd name="connsiteY853" fmla="*/ 228123 h 6858000"/>
              <a:gd name="connsiteX854" fmla="*/ 5261015 w 7467600"/>
              <a:gd name="connsiteY854" fmla="*/ 227087 h 6858000"/>
              <a:gd name="connsiteX855" fmla="*/ 5861181 w 7467600"/>
              <a:gd name="connsiteY855" fmla="*/ 143093 h 6858000"/>
              <a:gd name="connsiteX856" fmla="*/ 5961252 w 7467600"/>
              <a:gd name="connsiteY856" fmla="*/ 114820 h 6858000"/>
              <a:gd name="connsiteX857" fmla="*/ 5944437 w 7467600"/>
              <a:gd name="connsiteY857" fmla="*/ 113829 h 6858000"/>
              <a:gd name="connsiteX858" fmla="*/ 3882765 w 7467600"/>
              <a:gd name="connsiteY858" fmla="*/ 0 h 6858000"/>
              <a:gd name="connsiteX859" fmla="*/ 3995099 w 7467600"/>
              <a:gd name="connsiteY859" fmla="*/ 0 h 6858000"/>
              <a:gd name="connsiteX860" fmla="*/ 4163818 w 7467600"/>
              <a:gd name="connsiteY860" fmla="*/ 234104 h 6858000"/>
              <a:gd name="connsiteX861" fmla="*/ 4172099 w 7467600"/>
              <a:gd name="connsiteY861" fmla="*/ 234207 h 6858000"/>
              <a:gd name="connsiteX862" fmla="*/ 4784282 w 7467600"/>
              <a:gd name="connsiteY862" fmla="*/ 276561 h 6858000"/>
              <a:gd name="connsiteX863" fmla="*/ 4801687 w 7467600"/>
              <a:gd name="connsiteY863" fmla="*/ 267764 h 6858000"/>
              <a:gd name="connsiteX864" fmla="*/ 6082788 w 7467600"/>
              <a:gd name="connsiteY864" fmla="*/ 64119 h 6858000"/>
              <a:gd name="connsiteX865" fmla="*/ 6099442 w 7467600"/>
              <a:gd name="connsiteY865" fmla="*/ 82568 h 6858000"/>
              <a:gd name="connsiteX866" fmla="*/ 4804137 w 7467600"/>
              <a:gd name="connsiteY866" fmla="*/ 320931 h 6858000"/>
              <a:gd name="connsiteX867" fmla="*/ 4227047 w 7467600"/>
              <a:gd name="connsiteY867" fmla="*/ 313415 h 6858000"/>
              <a:gd name="connsiteX868" fmla="*/ 4346041 w 7467600"/>
              <a:gd name="connsiteY868" fmla="*/ 456086 h 6858000"/>
              <a:gd name="connsiteX869" fmla="*/ 4870967 w 7467600"/>
              <a:gd name="connsiteY869" fmla="*/ 963061 h 6858000"/>
              <a:gd name="connsiteX870" fmla="*/ 4889647 w 7467600"/>
              <a:gd name="connsiteY870" fmla="*/ 957147 h 6858000"/>
              <a:gd name="connsiteX871" fmla="*/ 5422504 w 7467600"/>
              <a:gd name="connsiteY871" fmla="*/ 805191 h 6858000"/>
              <a:gd name="connsiteX872" fmla="*/ 6087656 w 7467600"/>
              <a:gd name="connsiteY872" fmla="*/ 826703 h 6858000"/>
              <a:gd name="connsiteX873" fmla="*/ 6058717 w 7467600"/>
              <a:gd name="connsiteY873" fmla="*/ 865992 h 6858000"/>
              <a:gd name="connsiteX874" fmla="*/ 4974153 w 7467600"/>
              <a:gd name="connsiteY874" fmla="*/ 1045456 h 6858000"/>
              <a:gd name="connsiteX875" fmla="*/ 5627835 w 7467600"/>
              <a:gd name="connsiteY875" fmla="*/ 1472077 h 6858000"/>
              <a:gd name="connsiteX876" fmla="*/ 5629817 w 7467600"/>
              <a:gd name="connsiteY876" fmla="*/ 1471412 h 6858000"/>
              <a:gd name="connsiteX877" fmla="*/ 5634124 w 7467600"/>
              <a:gd name="connsiteY877" fmla="*/ 1470572 h 6858000"/>
              <a:gd name="connsiteX878" fmla="*/ 5755832 w 7467600"/>
              <a:gd name="connsiteY878" fmla="*/ 1383886 h 6858000"/>
              <a:gd name="connsiteX879" fmla="*/ 6014186 w 7467600"/>
              <a:gd name="connsiteY879" fmla="*/ 1279799 h 6858000"/>
              <a:gd name="connsiteX880" fmla="*/ 6901619 w 7467600"/>
              <a:gd name="connsiteY880" fmla="*/ 1047874 h 6858000"/>
              <a:gd name="connsiteX881" fmla="*/ 6931566 w 7467600"/>
              <a:gd name="connsiteY881" fmla="*/ 1062034 h 6858000"/>
              <a:gd name="connsiteX882" fmla="*/ 5790982 w 7467600"/>
              <a:gd name="connsiteY882" fmla="*/ 1561380 h 6858000"/>
              <a:gd name="connsiteX883" fmla="*/ 6188971 w 7467600"/>
              <a:gd name="connsiteY883" fmla="*/ 1755168 h 6858000"/>
              <a:gd name="connsiteX884" fmla="*/ 6202446 w 7467600"/>
              <a:gd name="connsiteY884" fmla="*/ 1752268 h 6858000"/>
              <a:gd name="connsiteX885" fmla="*/ 7179560 w 7467600"/>
              <a:gd name="connsiteY885" fmla="*/ 1467551 h 6858000"/>
              <a:gd name="connsiteX886" fmla="*/ 7158730 w 7467600"/>
              <a:gd name="connsiteY886" fmla="*/ 1507835 h 6858000"/>
              <a:gd name="connsiteX887" fmla="*/ 6326959 w 7467600"/>
              <a:gd name="connsiteY887" fmla="*/ 1817686 h 6858000"/>
              <a:gd name="connsiteX888" fmla="*/ 6537433 w 7467600"/>
              <a:gd name="connsiteY888" fmla="*/ 1907790 h 6858000"/>
              <a:gd name="connsiteX889" fmla="*/ 6550221 w 7467600"/>
              <a:gd name="connsiteY889" fmla="*/ 1910729 h 6858000"/>
              <a:gd name="connsiteX890" fmla="*/ 6964438 w 7467600"/>
              <a:gd name="connsiteY890" fmla="*/ 2209505 h 6858000"/>
              <a:gd name="connsiteX891" fmla="*/ 7367862 w 7467600"/>
              <a:gd name="connsiteY891" fmla="*/ 2806833 h 6858000"/>
              <a:gd name="connsiteX892" fmla="*/ 7364329 w 7467600"/>
              <a:gd name="connsiteY892" fmla="*/ 2826907 h 6858000"/>
              <a:gd name="connsiteX893" fmla="*/ 7290545 w 7467600"/>
              <a:gd name="connsiteY893" fmla="*/ 2850663 h 6858000"/>
              <a:gd name="connsiteX894" fmla="*/ 6472036 w 7467600"/>
              <a:gd name="connsiteY894" fmla="*/ 1959003 h 6858000"/>
              <a:gd name="connsiteX895" fmla="*/ 5792897 w 7467600"/>
              <a:gd name="connsiteY895" fmla="*/ 1647747 h 6858000"/>
              <a:gd name="connsiteX896" fmla="*/ 5842751 w 7467600"/>
              <a:gd name="connsiteY896" fmla="*/ 1816112 h 6858000"/>
              <a:gd name="connsiteX897" fmla="*/ 5847424 w 7467600"/>
              <a:gd name="connsiteY897" fmla="*/ 1815776 h 6858000"/>
              <a:gd name="connsiteX898" fmla="*/ 6399821 w 7467600"/>
              <a:gd name="connsiteY898" fmla="*/ 2344799 h 6858000"/>
              <a:gd name="connsiteX899" fmla="*/ 6323232 w 7467600"/>
              <a:gd name="connsiteY899" fmla="*/ 2389634 h 6858000"/>
              <a:gd name="connsiteX900" fmla="*/ 5942958 w 7467600"/>
              <a:gd name="connsiteY900" fmla="*/ 2077708 h 6858000"/>
              <a:gd name="connsiteX901" fmla="*/ 5921559 w 7467600"/>
              <a:gd name="connsiteY901" fmla="*/ 2378596 h 6858000"/>
              <a:gd name="connsiteX902" fmla="*/ 5817651 w 7467600"/>
              <a:gd name="connsiteY902" fmla="*/ 3023919 h 6858000"/>
              <a:gd name="connsiteX903" fmla="*/ 5729634 w 7467600"/>
              <a:gd name="connsiteY903" fmla="*/ 3051849 h 6858000"/>
              <a:gd name="connsiteX904" fmla="*/ 5611018 w 7467600"/>
              <a:gd name="connsiteY904" fmla="*/ 2316769 h 6858000"/>
              <a:gd name="connsiteX905" fmla="*/ 5687608 w 7467600"/>
              <a:gd name="connsiteY905" fmla="*/ 2039972 h 6858000"/>
              <a:gd name="connsiteX906" fmla="*/ 5657554 w 7467600"/>
              <a:gd name="connsiteY906" fmla="*/ 1576445 h 6858000"/>
              <a:gd name="connsiteX907" fmla="*/ 5150475 w 7467600"/>
              <a:gd name="connsiteY907" fmla="*/ 1274012 h 6858000"/>
              <a:gd name="connsiteX908" fmla="*/ 5349142 w 7467600"/>
              <a:gd name="connsiteY908" fmla="*/ 2204405 h 6858000"/>
              <a:gd name="connsiteX909" fmla="*/ 5262214 w 7467600"/>
              <a:gd name="connsiteY909" fmla="*/ 2233836 h 6858000"/>
              <a:gd name="connsiteX910" fmla="*/ 4981539 w 7467600"/>
              <a:gd name="connsiteY910" fmla="*/ 1542201 h 6858000"/>
              <a:gd name="connsiteX911" fmla="*/ 4958461 w 7467600"/>
              <a:gd name="connsiteY911" fmla="*/ 1136957 h 6858000"/>
              <a:gd name="connsiteX912" fmla="*/ 4655015 w 7467600"/>
              <a:gd name="connsiteY912" fmla="*/ 891426 h 6858000"/>
              <a:gd name="connsiteX913" fmla="*/ 4348002 w 7467600"/>
              <a:gd name="connsiteY913" fmla="*/ 2205895 h 6858000"/>
              <a:gd name="connsiteX914" fmla="*/ 4262250 w 7467600"/>
              <a:gd name="connsiteY914" fmla="*/ 2219972 h 6858000"/>
              <a:gd name="connsiteX915" fmla="*/ 4550611 w 7467600"/>
              <a:gd name="connsiteY915" fmla="*/ 817540 h 6858000"/>
              <a:gd name="connsiteX916" fmla="*/ 4564418 w 7467600"/>
              <a:gd name="connsiteY916" fmla="*/ 808293 h 6858000"/>
              <a:gd name="connsiteX917" fmla="*/ 4266388 w 7467600"/>
              <a:gd name="connsiteY917" fmla="*/ 500083 h 6858000"/>
              <a:gd name="connsiteX918" fmla="*/ 4032842 w 7467600"/>
              <a:gd name="connsiteY918" fmla="*/ 211809 h 6858000"/>
              <a:gd name="connsiteX919" fmla="*/ 3882765 w 7467600"/>
              <a:gd name="connsiteY919" fmla="*/ 0 h 6858000"/>
              <a:gd name="connsiteX920" fmla="*/ 3721337 w 7467600"/>
              <a:gd name="connsiteY920" fmla="*/ 0 h 6858000"/>
              <a:gd name="connsiteX921" fmla="*/ 3797544 w 7467600"/>
              <a:gd name="connsiteY921" fmla="*/ 0 h 6858000"/>
              <a:gd name="connsiteX922" fmla="*/ 3775734 w 7467600"/>
              <a:gd name="connsiteY922" fmla="*/ 95131 h 6858000"/>
              <a:gd name="connsiteX923" fmla="*/ 3724807 w 7467600"/>
              <a:gd name="connsiteY923" fmla="*/ 272257 h 6858000"/>
              <a:gd name="connsiteX924" fmla="*/ 3726844 w 7467600"/>
              <a:gd name="connsiteY924" fmla="*/ 282988 h 6858000"/>
              <a:gd name="connsiteX925" fmla="*/ 3742664 w 7467600"/>
              <a:gd name="connsiteY925" fmla="*/ 279918 h 6858000"/>
              <a:gd name="connsiteX926" fmla="*/ 4103910 w 7467600"/>
              <a:gd name="connsiteY926" fmla="*/ 1161917 h 6858000"/>
              <a:gd name="connsiteX927" fmla="*/ 4020269 w 7467600"/>
              <a:gd name="connsiteY927" fmla="*/ 1200406 h 6858000"/>
              <a:gd name="connsiteX928" fmla="*/ 3674882 w 7467600"/>
              <a:gd name="connsiteY928" fmla="*/ 488524 h 6858000"/>
              <a:gd name="connsiteX929" fmla="*/ 3132682 w 7467600"/>
              <a:gd name="connsiteY929" fmla="*/ 1072284 h 6858000"/>
              <a:gd name="connsiteX930" fmla="*/ 2716346 w 7467600"/>
              <a:gd name="connsiteY930" fmla="*/ 1276376 h 6858000"/>
              <a:gd name="connsiteX931" fmla="*/ 2716772 w 7467600"/>
              <a:gd name="connsiteY931" fmla="*/ 1255462 h 6858000"/>
              <a:gd name="connsiteX932" fmla="*/ 3471096 w 7467600"/>
              <a:gd name="connsiteY932" fmla="*/ 437072 h 6858000"/>
              <a:gd name="connsiteX933" fmla="*/ 3639057 w 7467600"/>
              <a:gd name="connsiteY933" fmla="*/ 286334 h 6858000"/>
              <a:gd name="connsiteX934" fmla="*/ 3640309 w 7467600"/>
              <a:gd name="connsiteY934" fmla="*/ 284664 h 6858000"/>
              <a:gd name="connsiteX935" fmla="*/ 3646022 w 7467600"/>
              <a:gd name="connsiteY935" fmla="*/ 276711 h 6858000"/>
              <a:gd name="connsiteX936" fmla="*/ 3707943 w 7467600"/>
              <a:gd name="connsiteY936" fmla="*/ 65958 h 6858000"/>
              <a:gd name="connsiteX937" fmla="*/ 3721337 w 7467600"/>
              <a:gd name="connsiteY937" fmla="*/ 0 h 6858000"/>
              <a:gd name="connsiteX938" fmla="*/ 2867960 w 7467600"/>
              <a:gd name="connsiteY938" fmla="*/ 0 h 6858000"/>
              <a:gd name="connsiteX939" fmla="*/ 2926351 w 7467600"/>
              <a:gd name="connsiteY939" fmla="*/ 0 h 6858000"/>
              <a:gd name="connsiteX940" fmla="*/ 2902823 w 7467600"/>
              <a:gd name="connsiteY940" fmla="*/ 262929 h 6858000"/>
              <a:gd name="connsiteX941" fmla="*/ 2940663 w 7467600"/>
              <a:gd name="connsiteY941" fmla="*/ 140884 h 6858000"/>
              <a:gd name="connsiteX942" fmla="*/ 2947039 w 7467600"/>
              <a:gd name="connsiteY942" fmla="*/ 122524 h 6858000"/>
              <a:gd name="connsiteX943" fmla="*/ 2984316 w 7467600"/>
              <a:gd name="connsiteY943" fmla="*/ 0 h 6858000"/>
              <a:gd name="connsiteX944" fmla="*/ 3016114 w 7467600"/>
              <a:gd name="connsiteY944" fmla="*/ 0 h 6858000"/>
              <a:gd name="connsiteX945" fmla="*/ 2979949 w 7467600"/>
              <a:gd name="connsiteY945" fmla="*/ 119274 h 6858000"/>
              <a:gd name="connsiteX946" fmla="*/ 3023879 w 7467600"/>
              <a:gd name="connsiteY946" fmla="*/ 0 h 6858000"/>
              <a:gd name="connsiteX947" fmla="*/ 3105400 w 7467600"/>
              <a:gd name="connsiteY947" fmla="*/ 0 h 6858000"/>
              <a:gd name="connsiteX948" fmla="*/ 3094669 w 7467600"/>
              <a:gd name="connsiteY948" fmla="*/ 30308 h 6858000"/>
              <a:gd name="connsiteX949" fmla="*/ 2901945 w 7467600"/>
              <a:gd name="connsiteY949" fmla="*/ 466538 h 6858000"/>
              <a:gd name="connsiteX950" fmla="*/ 2815209 w 7467600"/>
              <a:gd name="connsiteY950" fmla="*/ 497361 h 6858000"/>
              <a:gd name="connsiteX951" fmla="*/ 2844845 w 7467600"/>
              <a:gd name="connsiteY951" fmla="*/ 127638 h 6858000"/>
              <a:gd name="connsiteX952" fmla="*/ 2867960 w 7467600"/>
              <a:gd name="connsiteY952" fmla="*/ 0 h 6858000"/>
              <a:gd name="connsiteX953" fmla="*/ 1057230 w 7467600"/>
              <a:gd name="connsiteY953" fmla="*/ 0 h 6858000"/>
              <a:gd name="connsiteX954" fmla="*/ 1111003 w 7467600"/>
              <a:gd name="connsiteY954" fmla="*/ 0 h 6858000"/>
              <a:gd name="connsiteX955" fmla="*/ 1125553 w 7467600"/>
              <a:gd name="connsiteY955" fmla="*/ 52588 h 6858000"/>
              <a:gd name="connsiteX956" fmla="*/ 1304276 w 7467600"/>
              <a:gd name="connsiteY956" fmla="*/ 476275 h 6858000"/>
              <a:gd name="connsiteX957" fmla="*/ 1492066 w 7467600"/>
              <a:gd name="connsiteY957" fmla="*/ 886333 h 6858000"/>
              <a:gd name="connsiteX958" fmla="*/ 1423698 w 7467600"/>
              <a:gd name="connsiteY958" fmla="*/ 710817 h 6858000"/>
              <a:gd name="connsiteX959" fmla="*/ 1357609 w 7467600"/>
              <a:gd name="connsiteY959" fmla="*/ 532892 h 6858000"/>
              <a:gd name="connsiteX960" fmla="*/ 1309550 w 7467600"/>
              <a:gd name="connsiteY960" fmla="*/ 374031 h 6858000"/>
              <a:gd name="connsiteX961" fmla="*/ 1193673 w 7467600"/>
              <a:gd name="connsiteY961" fmla="*/ 49533 h 6858000"/>
              <a:gd name="connsiteX962" fmla="*/ 1164391 w 7467600"/>
              <a:gd name="connsiteY962" fmla="*/ 0 h 6858000"/>
              <a:gd name="connsiteX963" fmla="*/ 1200666 w 7467600"/>
              <a:gd name="connsiteY963" fmla="*/ 0 h 6858000"/>
              <a:gd name="connsiteX964" fmla="*/ 1223408 w 7467600"/>
              <a:gd name="connsiteY964" fmla="*/ 38996 h 6858000"/>
              <a:gd name="connsiteX965" fmla="*/ 1339635 w 7467600"/>
              <a:gd name="connsiteY965" fmla="*/ 365517 h 6858000"/>
              <a:gd name="connsiteX966" fmla="*/ 1387469 w 7467600"/>
              <a:gd name="connsiteY966" fmla="*/ 523079 h 6858000"/>
              <a:gd name="connsiteX967" fmla="*/ 1452685 w 7467600"/>
              <a:gd name="connsiteY967" fmla="*/ 699806 h 6858000"/>
              <a:gd name="connsiteX968" fmla="*/ 1492092 w 7467600"/>
              <a:gd name="connsiteY968" fmla="*/ 800424 h 6858000"/>
              <a:gd name="connsiteX969" fmla="*/ 1455302 w 7467600"/>
              <a:gd name="connsiteY969" fmla="*/ 632913 h 6858000"/>
              <a:gd name="connsiteX970" fmla="*/ 1222336 w 7467600"/>
              <a:gd name="connsiteY970" fmla="*/ 9480 h 6858000"/>
              <a:gd name="connsiteX971" fmla="*/ 1214634 w 7467600"/>
              <a:gd name="connsiteY971" fmla="*/ 0 h 6858000"/>
              <a:gd name="connsiteX972" fmla="*/ 1289827 w 7467600"/>
              <a:gd name="connsiteY972" fmla="*/ 0 h 6858000"/>
              <a:gd name="connsiteX973" fmla="*/ 1321076 w 7467600"/>
              <a:gd name="connsiteY973" fmla="*/ 59722 h 6858000"/>
              <a:gd name="connsiteX974" fmla="*/ 1512579 w 7467600"/>
              <a:gd name="connsiteY974" fmla="*/ 626441 h 6858000"/>
              <a:gd name="connsiteX975" fmla="*/ 1506076 w 7467600"/>
              <a:gd name="connsiteY975" fmla="*/ 1089289 h 6858000"/>
              <a:gd name="connsiteX976" fmla="*/ 1486346 w 7467600"/>
              <a:gd name="connsiteY976" fmla="*/ 1079919 h 6858000"/>
              <a:gd name="connsiteX977" fmla="*/ 1070511 w 7467600"/>
              <a:gd name="connsiteY977" fmla="*/ 48609 h 6858000"/>
              <a:gd name="connsiteX978" fmla="*/ 1057230 w 7467600"/>
              <a:gd name="connsiteY978" fmla="*/ 0 h 6858000"/>
              <a:gd name="connsiteX979" fmla="*/ 43151 w 7467600"/>
              <a:gd name="connsiteY979" fmla="*/ 0 h 6858000"/>
              <a:gd name="connsiteX980" fmla="*/ 95283 w 7467600"/>
              <a:gd name="connsiteY980" fmla="*/ 0 h 6858000"/>
              <a:gd name="connsiteX981" fmla="*/ 300708 w 7467600"/>
              <a:gd name="connsiteY981" fmla="*/ 154571 h 6858000"/>
              <a:gd name="connsiteX982" fmla="*/ 530414 w 7467600"/>
              <a:gd name="connsiteY982" fmla="*/ 354673 h 6858000"/>
              <a:gd name="connsiteX983" fmla="*/ 333785 w 7467600"/>
              <a:gd name="connsiteY983" fmla="*/ 161564 h 6858000"/>
              <a:gd name="connsiteX984" fmla="*/ 147005 w 7467600"/>
              <a:gd name="connsiteY984" fmla="*/ 0 h 6858000"/>
              <a:gd name="connsiteX985" fmla="*/ 272509 w 7467600"/>
              <a:gd name="connsiteY985" fmla="*/ 0 h 6858000"/>
              <a:gd name="connsiteX986" fmla="*/ 326276 w 7467600"/>
              <a:gd name="connsiteY986" fmla="*/ 45847 h 6858000"/>
              <a:gd name="connsiteX987" fmla="*/ 823759 w 7467600"/>
              <a:gd name="connsiteY987" fmla="*/ 574145 h 6858000"/>
              <a:gd name="connsiteX988" fmla="*/ 811254 w 7467600"/>
              <a:gd name="connsiteY988" fmla="*/ 665546 h 6858000"/>
              <a:gd name="connsiteX989" fmla="*/ 154042 w 7467600"/>
              <a:gd name="connsiteY989" fmla="*/ 261522 h 6858000"/>
              <a:gd name="connsiteX990" fmla="*/ 13550 w 7467600"/>
              <a:gd name="connsiteY990" fmla="*/ 158423 h 6858000"/>
              <a:gd name="connsiteX991" fmla="*/ 0 w 7467600"/>
              <a:gd name="connsiteY991" fmla="*/ 146618 h 6858000"/>
              <a:gd name="connsiteX992" fmla="*/ 0 w 7467600"/>
              <a:gd name="connsiteY992" fmla="*/ 59161 h 6858000"/>
              <a:gd name="connsiteX993" fmla="*/ 45427 w 7467600"/>
              <a:gd name="connsiteY993" fmla="*/ 101078 h 6858000"/>
              <a:gd name="connsiteX994" fmla="*/ 630103 w 7467600"/>
              <a:gd name="connsiteY994" fmla="*/ 485885 h 6858000"/>
              <a:gd name="connsiteX995" fmla="*/ 532040 w 7467600"/>
              <a:gd name="connsiteY995" fmla="*/ 399359 h 6858000"/>
              <a:gd name="connsiteX996" fmla="*/ 517618 w 7467600"/>
              <a:gd name="connsiteY996" fmla="*/ 385726 h 6858000"/>
              <a:gd name="connsiteX997" fmla="*/ 285074 w 7467600"/>
              <a:gd name="connsiteY997" fmla="*/ 182755 h 6858000"/>
              <a:gd name="connsiteX998" fmla="*/ 43151 w 7467600"/>
              <a:gd name="connsiteY99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97634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1903353 w 7467600"/>
              <a:gd name="connsiteY142" fmla="*/ 5044827 h 6858000"/>
              <a:gd name="connsiteX143" fmla="*/ 1936931 w 7467600"/>
              <a:gd name="connsiteY143" fmla="*/ 5093954 h 6858000"/>
              <a:gd name="connsiteX144" fmla="*/ 2195868 w 7467600"/>
              <a:gd name="connsiteY144" fmla="*/ 5396574 h 6858000"/>
              <a:gd name="connsiteX145" fmla="*/ 2088852 w 7467600"/>
              <a:gd name="connsiteY145" fmla="*/ 5166123 h 6858000"/>
              <a:gd name="connsiteX146" fmla="*/ 1958241 w 7467600"/>
              <a:gd name="connsiteY146" fmla="*/ 5067955 h 6858000"/>
              <a:gd name="connsiteX147" fmla="*/ 1903353 w 7467600"/>
              <a:gd name="connsiteY147" fmla="*/ 5044827 h 6858000"/>
              <a:gd name="connsiteX148" fmla="*/ 1979378 w 7467600"/>
              <a:gd name="connsiteY148" fmla="*/ 4769504 h 6858000"/>
              <a:gd name="connsiteX149" fmla="*/ 2882120 w 7467600"/>
              <a:gd name="connsiteY149" fmla="*/ 5064547 h 6858000"/>
              <a:gd name="connsiteX150" fmla="*/ 2793103 w 7467600"/>
              <a:gd name="connsiteY150" fmla="*/ 5039699 h 6858000"/>
              <a:gd name="connsiteX151" fmla="*/ 2770041 w 7467600"/>
              <a:gd name="connsiteY151" fmla="*/ 5033634 h 6858000"/>
              <a:gd name="connsiteX152" fmla="*/ 1979378 w 7467600"/>
              <a:gd name="connsiteY152" fmla="*/ 4769504 h 6858000"/>
              <a:gd name="connsiteX153" fmla="*/ 1927410 w 7467600"/>
              <a:gd name="connsiteY153" fmla="*/ 4716164 h 6858000"/>
              <a:gd name="connsiteX154" fmla="*/ 1959587 w 7467600"/>
              <a:gd name="connsiteY154" fmla="*/ 4728849 h 6858000"/>
              <a:gd name="connsiteX155" fmla="*/ 2777707 w 7467600"/>
              <a:gd name="connsiteY155" fmla="*/ 5003991 h 6858000"/>
              <a:gd name="connsiteX156" fmla="*/ 2800768 w 7467600"/>
              <a:gd name="connsiteY156" fmla="*/ 5010056 h 6858000"/>
              <a:gd name="connsiteX157" fmla="*/ 2879408 w 7467600"/>
              <a:gd name="connsiteY157" fmla="*/ 5031590 h 6858000"/>
              <a:gd name="connsiteX158" fmla="*/ 2862295 w 7467600"/>
              <a:gd name="connsiteY158" fmla="*/ 5022958 h 6858000"/>
              <a:gd name="connsiteX159" fmla="*/ 2813343 w 7467600"/>
              <a:gd name="connsiteY159" fmla="*/ 4998369 h 6858000"/>
              <a:gd name="connsiteX160" fmla="*/ 2646245 w 7467600"/>
              <a:gd name="connsiteY160" fmla="*/ 4930999 h 6858000"/>
              <a:gd name="connsiteX161" fmla="*/ 1999243 w 7467600"/>
              <a:gd name="connsiteY161" fmla="*/ 4730524 h 6858000"/>
              <a:gd name="connsiteX162" fmla="*/ 1979527 w 7467600"/>
              <a:gd name="connsiteY162" fmla="*/ 4726651 h 6858000"/>
              <a:gd name="connsiteX163" fmla="*/ 1927410 w 7467600"/>
              <a:gd name="connsiteY163" fmla="*/ 4716164 h 6858000"/>
              <a:gd name="connsiteX164" fmla="*/ 1997014 w 7467600"/>
              <a:gd name="connsiteY164" fmla="*/ 4698007 h 6858000"/>
              <a:gd name="connsiteX165" fmla="*/ 2005458 w 7467600"/>
              <a:gd name="connsiteY165" fmla="*/ 4699540 h 6858000"/>
              <a:gd name="connsiteX166" fmla="*/ 2657186 w 7467600"/>
              <a:gd name="connsiteY166" fmla="*/ 4901687 h 6858000"/>
              <a:gd name="connsiteX167" fmla="*/ 2826662 w 7467600"/>
              <a:gd name="connsiteY167" fmla="*/ 4970362 h 6858000"/>
              <a:gd name="connsiteX168" fmla="*/ 2876100 w 7467600"/>
              <a:gd name="connsiteY168" fmla="*/ 4995397 h 6858000"/>
              <a:gd name="connsiteX169" fmla="*/ 3042600 w 7467600"/>
              <a:gd name="connsiteY169" fmla="*/ 5059532 h 6858000"/>
              <a:gd name="connsiteX170" fmla="*/ 1997014 w 7467600"/>
              <a:gd name="connsiteY170" fmla="*/ 4698007 h 6858000"/>
              <a:gd name="connsiteX171" fmla="*/ 2305292 w 7467600"/>
              <a:gd name="connsiteY171" fmla="*/ 4219492 h 6858000"/>
              <a:gd name="connsiteX172" fmla="*/ 3360922 w 7467600"/>
              <a:gd name="connsiteY172" fmla="*/ 4529373 h 6858000"/>
              <a:gd name="connsiteX173" fmla="*/ 3492420 w 7467600"/>
              <a:gd name="connsiteY173" fmla="*/ 4510145 h 6858000"/>
              <a:gd name="connsiteX174" fmla="*/ 3364086 w 7467600"/>
              <a:gd name="connsiteY174" fmla="*/ 4480340 h 6858000"/>
              <a:gd name="connsiteX175" fmla="*/ 3225818 w 7467600"/>
              <a:gd name="connsiteY175" fmla="*/ 4411822 h 6858000"/>
              <a:gd name="connsiteX176" fmla="*/ 3129696 w 7467600"/>
              <a:gd name="connsiteY176" fmla="*/ 4360704 h 6858000"/>
              <a:gd name="connsiteX177" fmla="*/ 2814545 w 7467600"/>
              <a:gd name="connsiteY177" fmla="*/ 4282955 h 6858000"/>
              <a:gd name="connsiteX178" fmla="*/ 2305292 w 7467600"/>
              <a:gd name="connsiteY178" fmla="*/ 4219492 h 6858000"/>
              <a:gd name="connsiteX179" fmla="*/ 2626982 w 7467600"/>
              <a:gd name="connsiteY179" fmla="*/ 4206450 h 6858000"/>
              <a:gd name="connsiteX180" fmla="*/ 2490617 w 7467600"/>
              <a:gd name="connsiteY180" fmla="*/ 4206951 h 6858000"/>
              <a:gd name="connsiteX181" fmla="*/ 2819869 w 7467600"/>
              <a:gd name="connsiteY181" fmla="*/ 4252936 h 6858000"/>
              <a:gd name="connsiteX182" fmla="*/ 3143018 w 7467600"/>
              <a:gd name="connsiteY182" fmla="*/ 4332698 h 6858000"/>
              <a:gd name="connsiteX183" fmla="*/ 3241520 w 7467600"/>
              <a:gd name="connsiteY183" fmla="*/ 4385112 h 6858000"/>
              <a:gd name="connsiteX184" fmla="*/ 3374575 w 7467600"/>
              <a:gd name="connsiteY184" fmla="*/ 4451517 h 6858000"/>
              <a:gd name="connsiteX185" fmla="*/ 3505221 w 7467600"/>
              <a:gd name="connsiteY185" fmla="*/ 4480757 h 6858000"/>
              <a:gd name="connsiteX186" fmla="*/ 2626982 w 7467600"/>
              <a:gd name="connsiteY186" fmla="*/ 4206450 h 6858000"/>
              <a:gd name="connsiteX187" fmla="*/ 1310106 w 7467600"/>
              <a:gd name="connsiteY187" fmla="*/ 3943217 h 6858000"/>
              <a:gd name="connsiteX188" fmla="*/ 854994 w 7467600"/>
              <a:gd name="connsiteY188" fmla="*/ 4399136 h 6858000"/>
              <a:gd name="connsiteX189" fmla="*/ 742462 w 7467600"/>
              <a:gd name="connsiteY189" fmla="*/ 4594648 h 6858000"/>
              <a:gd name="connsiteX190" fmla="*/ 820602 w 7467600"/>
              <a:gd name="connsiteY190" fmla="*/ 4485915 h 6858000"/>
              <a:gd name="connsiteX191" fmla="*/ 878295 w 7467600"/>
              <a:gd name="connsiteY191" fmla="*/ 4403594 h 6858000"/>
              <a:gd name="connsiteX192" fmla="*/ 1240607 w 7467600"/>
              <a:gd name="connsiteY192" fmla="*/ 4010401 h 6858000"/>
              <a:gd name="connsiteX193" fmla="*/ 1310106 w 7467600"/>
              <a:gd name="connsiteY193" fmla="*/ 3943217 h 6858000"/>
              <a:gd name="connsiteX194" fmla="*/ 1423113 w 7467600"/>
              <a:gd name="connsiteY194" fmla="*/ 3874565 h 6858000"/>
              <a:gd name="connsiteX195" fmla="*/ 1260565 w 7467600"/>
              <a:gd name="connsiteY195" fmla="*/ 4031982 h 6858000"/>
              <a:gd name="connsiteX196" fmla="*/ 901900 w 7467600"/>
              <a:gd name="connsiteY196" fmla="*/ 4421236 h 6858000"/>
              <a:gd name="connsiteX197" fmla="*/ 845044 w 7467600"/>
              <a:gd name="connsiteY197" fmla="*/ 4502436 h 6858000"/>
              <a:gd name="connsiteX198" fmla="*/ 685926 w 7467600"/>
              <a:gd name="connsiteY198" fmla="*/ 4703069 h 6858000"/>
              <a:gd name="connsiteX199" fmla="*/ 684248 w 7467600"/>
              <a:gd name="connsiteY199" fmla="*/ 4706721 h 6858000"/>
              <a:gd name="connsiteX200" fmla="*/ 1423113 w 7467600"/>
              <a:gd name="connsiteY200" fmla="*/ 3874565 h 6858000"/>
              <a:gd name="connsiteX201" fmla="*/ 3316479 w 7467600"/>
              <a:gd name="connsiteY201" fmla="*/ 3872136 h 6858000"/>
              <a:gd name="connsiteX202" fmla="*/ 3546806 w 7467600"/>
              <a:gd name="connsiteY202" fmla="*/ 4356139 h 6858000"/>
              <a:gd name="connsiteX203" fmla="*/ 3364433 w 7467600"/>
              <a:gd name="connsiteY203" fmla="*/ 3953121 h 6858000"/>
              <a:gd name="connsiteX204" fmla="*/ 3316479 w 7467600"/>
              <a:gd name="connsiteY204" fmla="*/ 3872136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55073 w 7467600"/>
              <a:gd name="connsiteY236" fmla="*/ 3650884 h 6858000"/>
              <a:gd name="connsiteX237" fmla="*/ 3670252 w 7467600"/>
              <a:gd name="connsiteY237" fmla="*/ 3622798 h 6858000"/>
              <a:gd name="connsiteX238" fmla="*/ 3817258 w 7467600"/>
              <a:gd name="connsiteY238" fmla="*/ 3723577 h 6858000"/>
              <a:gd name="connsiteX239" fmla="*/ 4000461 w 7467600"/>
              <a:gd name="connsiteY239" fmla="*/ 3855966 h 6858000"/>
              <a:gd name="connsiteX240" fmla="*/ 4088180 w 7467600"/>
              <a:gd name="connsiteY240" fmla="*/ 3929774 h 6858000"/>
              <a:gd name="connsiteX241" fmla="*/ 4184555 w 7467600"/>
              <a:gd name="connsiteY241" fmla="*/ 4010683 h 6858000"/>
              <a:gd name="connsiteX242" fmla="*/ 4399563 w 7467600"/>
              <a:gd name="connsiteY242" fmla="*/ 4158106 h 6858000"/>
              <a:gd name="connsiteX243" fmla="*/ 4684469 w 7467600"/>
              <a:gd name="connsiteY243" fmla="*/ 4364680 h 6858000"/>
              <a:gd name="connsiteX244" fmla="*/ 4690271 w 7467600"/>
              <a:gd name="connsiteY244" fmla="*/ 4370034 h 6858000"/>
              <a:gd name="connsiteX245" fmla="*/ 4136093 w 7467600"/>
              <a:gd name="connsiteY245" fmla="*/ 3858466 h 6858000"/>
              <a:gd name="connsiteX246" fmla="*/ 3670252 w 7467600"/>
              <a:gd name="connsiteY246" fmla="*/ 3622798 h 6858000"/>
              <a:gd name="connsiteX247" fmla="*/ 4440129 w 7467600"/>
              <a:gd name="connsiteY247" fmla="*/ 3448571 h 6858000"/>
              <a:gd name="connsiteX248" fmla="*/ 4856525 w 7467600"/>
              <a:gd name="connsiteY248" fmla="*/ 3915351 h 6858000"/>
              <a:gd name="connsiteX249" fmla="*/ 5059055 w 7467600"/>
              <a:gd name="connsiteY249" fmla="*/ 4108918 h 6858000"/>
              <a:gd name="connsiteX250" fmla="*/ 5290070 w 7467600"/>
              <a:gd name="connsiteY250" fmla="*/ 4263619 h 6858000"/>
              <a:gd name="connsiteX251" fmla="*/ 4834991 w 7467600"/>
              <a:gd name="connsiteY251" fmla="*/ 3830985 h 6858000"/>
              <a:gd name="connsiteX252" fmla="*/ 4440129 w 7467600"/>
              <a:gd name="connsiteY252" fmla="*/ 3448571 h 6858000"/>
              <a:gd name="connsiteX253" fmla="*/ 4441737 w 7467600"/>
              <a:gd name="connsiteY253" fmla="*/ 3399734 h 6858000"/>
              <a:gd name="connsiteX254" fmla="*/ 4431236 w 7467600"/>
              <a:gd name="connsiteY254" fmla="*/ 3400954 h 6858000"/>
              <a:gd name="connsiteX255" fmla="*/ 4557150 w 7467600"/>
              <a:gd name="connsiteY255" fmla="*/ 3510023 h 6858000"/>
              <a:gd name="connsiteX256" fmla="*/ 4856936 w 7467600"/>
              <a:gd name="connsiteY256" fmla="*/ 3809146 h 6858000"/>
              <a:gd name="connsiteX257" fmla="*/ 5111996 w 7467600"/>
              <a:gd name="connsiteY257" fmla="*/ 4065759 h 6858000"/>
              <a:gd name="connsiteX258" fmla="*/ 5388878 w 7467600"/>
              <a:gd name="connsiteY258" fmla="*/ 4300185 h 6858000"/>
              <a:gd name="connsiteX259" fmla="*/ 5425556 w 7467600"/>
              <a:gd name="connsiteY259" fmla="*/ 4308967 h 6858000"/>
              <a:gd name="connsiteX260" fmla="*/ 4943646 w 7467600"/>
              <a:gd name="connsiteY260" fmla="*/ 3822916 h 6858000"/>
              <a:gd name="connsiteX261" fmla="*/ 4594837 w 7467600"/>
              <a:gd name="connsiteY261" fmla="*/ 3532274 h 6858000"/>
              <a:gd name="connsiteX262" fmla="*/ 4441737 w 7467600"/>
              <a:gd name="connsiteY262" fmla="*/ 3399734 h 6858000"/>
              <a:gd name="connsiteX263" fmla="*/ 5425834 w 7467600"/>
              <a:gd name="connsiteY263" fmla="*/ 3162785 h 6858000"/>
              <a:gd name="connsiteX264" fmla="*/ 5401644 w 7467600"/>
              <a:gd name="connsiteY264" fmla="*/ 3617847 h 6858000"/>
              <a:gd name="connsiteX265" fmla="*/ 5467256 w 7467600"/>
              <a:gd name="connsiteY265" fmla="*/ 4175494 h 6858000"/>
              <a:gd name="connsiteX266" fmla="*/ 5448069 w 7467600"/>
              <a:gd name="connsiteY266" fmla="*/ 3567554 h 6858000"/>
              <a:gd name="connsiteX267" fmla="*/ 5425834 w 7467600"/>
              <a:gd name="connsiteY267" fmla="*/ 3162785 h 6858000"/>
              <a:gd name="connsiteX268" fmla="*/ 1318687 w 7467600"/>
              <a:gd name="connsiteY268" fmla="*/ 3113840 h 6858000"/>
              <a:gd name="connsiteX269" fmla="*/ 1066793 w 7467600"/>
              <a:gd name="connsiteY269" fmla="*/ 3212171 h 6858000"/>
              <a:gd name="connsiteX270" fmla="*/ 993319 w 7467600"/>
              <a:gd name="connsiteY270" fmla="*/ 3247648 h 6858000"/>
              <a:gd name="connsiteX271" fmla="*/ 853081 w 7467600"/>
              <a:gd name="connsiteY271" fmla="*/ 3312410 h 6858000"/>
              <a:gd name="connsiteX272" fmla="*/ 805957 w 7467600"/>
              <a:gd name="connsiteY272" fmla="*/ 3330443 h 6858000"/>
              <a:gd name="connsiteX273" fmla="*/ 1318687 w 7467600"/>
              <a:gd name="connsiteY273" fmla="*/ 3113840 h 6858000"/>
              <a:gd name="connsiteX274" fmla="*/ 5453702 w 7467600"/>
              <a:gd name="connsiteY274" fmla="*/ 3090882 h 6858000"/>
              <a:gd name="connsiteX275" fmla="*/ 5480135 w 7467600"/>
              <a:gd name="connsiteY275" fmla="*/ 3565802 h 6858000"/>
              <a:gd name="connsiteX276" fmla="*/ 5499023 w 7467600"/>
              <a:gd name="connsiteY276" fmla="*/ 4166310 h 6858000"/>
              <a:gd name="connsiteX277" fmla="*/ 5547022 w 7467600"/>
              <a:gd name="connsiteY277" fmla="*/ 3607838 h 6858000"/>
              <a:gd name="connsiteX278" fmla="*/ 5515964 w 7467600"/>
              <a:gd name="connsiteY278" fmla="*/ 3378541 h 6858000"/>
              <a:gd name="connsiteX279" fmla="*/ 5453702 w 7467600"/>
              <a:gd name="connsiteY279" fmla="*/ 3090882 h 6858000"/>
              <a:gd name="connsiteX280" fmla="*/ 1238695 w 7467600"/>
              <a:gd name="connsiteY280" fmla="*/ 3076820 h 6858000"/>
              <a:gd name="connsiteX281" fmla="*/ 716371 w 7467600"/>
              <a:gd name="connsiteY281" fmla="*/ 3293249 h 6858000"/>
              <a:gd name="connsiteX282" fmla="*/ 579522 w 7467600"/>
              <a:gd name="connsiteY282" fmla="*/ 3371759 h 6858000"/>
              <a:gd name="connsiteX283" fmla="*/ 600288 w 7467600"/>
              <a:gd name="connsiteY283" fmla="*/ 3365555 h 6858000"/>
              <a:gd name="connsiteX284" fmla="*/ 840692 w 7467600"/>
              <a:gd name="connsiteY284" fmla="*/ 3284921 h 6858000"/>
              <a:gd name="connsiteX285" fmla="*/ 979248 w 7467600"/>
              <a:gd name="connsiteY285" fmla="*/ 3221003 h 6858000"/>
              <a:gd name="connsiteX286" fmla="*/ 1053282 w 7467600"/>
              <a:gd name="connsiteY286" fmla="*/ 3185247 h 6858000"/>
              <a:gd name="connsiteX287" fmla="*/ 1320603 w 7467600"/>
              <a:gd name="connsiteY287" fmla="*/ 3081281 h 6858000"/>
              <a:gd name="connsiteX288" fmla="*/ 1238695 w 7467600"/>
              <a:gd name="connsiteY288" fmla="*/ 3076820 h 6858000"/>
              <a:gd name="connsiteX289" fmla="*/ 5425627 w 7467600"/>
              <a:gd name="connsiteY289" fmla="*/ 2954192 h 6858000"/>
              <a:gd name="connsiteX290" fmla="*/ 5470770 w 7467600"/>
              <a:gd name="connsiteY290" fmla="*/ 3005435 h 6858000"/>
              <a:gd name="connsiteX291" fmla="*/ 5519779 w 7467600"/>
              <a:gd name="connsiteY291" fmla="*/ 4359223 h 6858000"/>
              <a:gd name="connsiteX292" fmla="*/ 5520293 w 7467600"/>
              <a:gd name="connsiteY292" fmla="*/ 4360602 h 6858000"/>
              <a:gd name="connsiteX293" fmla="*/ 5767221 w 7467600"/>
              <a:gd name="connsiteY293" fmla="*/ 4665564 h 6858000"/>
              <a:gd name="connsiteX294" fmla="*/ 6937169 w 7467600"/>
              <a:gd name="connsiteY294" fmla="*/ 4815941 h 6858000"/>
              <a:gd name="connsiteX295" fmla="*/ 6953922 w 7467600"/>
              <a:gd name="connsiteY295" fmla="*/ 4890068 h 6858000"/>
              <a:gd name="connsiteX296" fmla="*/ 6071359 w 7467600"/>
              <a:gd name="connsiteY296" fmla="*/ 4770770 h 6858000"/>
              <a:gd name="connsiteX297" fmla="*/ 6038839 w 7467600"/>
              <a:gd name="connsiteY297" fmla="*/ 4764474 h 6858000"/>
              <a:gd name="connsiteX298" fmla="*/ 6038706 w 7467600"/>
              <a:gd name="connsiteY298" fmla="*/ 4763847 h 6858000"/>
              <a:gd name="connsiteX299" fmla="*/ 6037784 w 7467600"/>
              <a:gd name="connsiteY299" fmla="*/ 4764270 h 6858000"/>
              <a:gd name="connsiteX300" fmla="*/ 6038839 w 7467600"/>
              <a:gd name="connsiteY300" fmla="*/ 4764474 h 6858000"/>
              <a:gd name="connsiteX301" fmla="*/ 6040338 w 7467600"/>
              <a:gd name="connsiteY301" fmla="*/ 4771418 h 6858000"/>
              <a:gd name="connsiteX302" fmla="*/ 6024488 w 7467600"/>
              <a:gd name="connsiteY302" fmla="*/ 4809903 h 6858000"/>
              <a:gd name="connsiteX303" fmla="*/ 5599771 w 7467600"/>
              <a:gd name="connsiteY303" fmla="*/ 5509652 h 6858000"/>
              <a:gd name="connsiteX304" fmla="*/ 5548843 w 7467600"/>
              <a:gd name="connsiteY304" fmla="*/ 5563845 h 6858000"/>
              <a:gd name="connsiteX305" fmla="*/ 5940952 w 7467600"/>
              <a:gd name="connsiteY305" fmla="*/ 6250028 h 6858000"/>
              <a:gd name="connsiteX306" fmla="*/ 6043441 w 7467600"/>
              <a:gd name="connsiteY306" fmla="*/ 6665847 h 6858000"/>
              <a:gd name="connsiteX307" fmla="*/ 6093432 w 7467600"/>
              <a:gd name="connsiteY307" fmla="*/ 6858000 h 6858000"/>
              <a:gd name="connsiteX308" fmla="*/ 6034344 w 7467600"/>
              <a:gd name="connsiteY308" fmla="*/ 6858000 h 6858000"/>
              <a:gd name="connsiteX309" fmla="*/ 6026679 w 7467600"/>
              <a:gd name="connsiteY309" fmla="*/ 6836959 h 6858000"/>
              <a:gd name="connsiteX310" fmla="*/ 5800441 w 7467600"/>
              <a:gd name="connsiteY310" fmla="*/ 6335286 h 6858000"/>
              <a:gd name="connsiteX311" fmla="*/ 5526562 w 7467600"/>
              <a:gd name="connsiteY311" fmla="*/ 5705388 h 6858000"/>
              <a:gd name="connsiteX312" fmla="*/ 5519640 w 7467600"/>
              <a:gd name="connsiteY312" fmla="*/ 5683774 h 6858000"/>
              <a:gd name="connsiteX313" fmla="*/ 5844559 w 7467600"/>
              <a:gd name="connsiteY313" fmla="*/ 6553349 h 6858000"/>
              <a:gd name="connsiteX314" fmla="*/ 5975994 w 7467600"/>
              <a:gd name="connsiteY314" fmla="*/ 6858000 h 6858000"/>
              <a:gd name="connsiteX315" fmla="*/ 5898547 w 7467600"/>
              <a:gd name="connsiteY315" fmla="*/ 6858000 h 6858000"/>
              <a:gd name="connsiteX316" fmla="*/ 5682041 w 7467600"/>
              <a:gd name="connsiteY316" fmla="*/ 6355860 h 6858000"/>
              <a:gd name="connsiteX317" fmla="*/ 5461758 w 7467600"/>
              <a:gd name="connsiteY317" fmla="*/ 5820220 h 6858000"/>
              <a:gd name="connsiteX318" fmla="*/ 5237282 w 7467600"/>
              <a:gd name="connsiteY318" fmla="*/ 6579086 h 6858000"/>
              <a:gd name="connsiteX319" fmla="*/ 5115009 w 7467600"/>
              <a:gd name="connsiteY319" fmla="*/ 6858000 h 6858000"/>
              <a:gd name="connsiteX320" fmla="*/ 5028074 w 7467600"/>
              <a:gd name="connsiteY320" fmla="*/ 6858000 h 6858000"/>
              <a:gd name="connsiteX321" fmla="*/ 5079508 w 7467600"/>
              <a:gd name="connsiteY321" fmla="*/ 6749074 h 6858000"/>
              <a:gd name="connsiteX322" fmla="*/ 5371846 w 7467600"/>
              <a:gd name="connsiteY322" fmla="*/ 5924413 h 6858000"/>
              <a:gd name="connsiteX323" fmla="*/ 5270512 w 7467600"/>
              <a:gd name="connsiteY323" fmla="*/ 6138975 h 6858000"/>
              <a:gd name="connsiteX324" fmla="*/ 5062409 w 7467600"/>
              <a:gd name="connsiteY324" fmla="*/ 6653544 h 6858000"/>
              <a:gd name="connsiteX325" fmla="*/ 5036628 w 7467600"/>
              <a:gd name="connsiteY325" fmla="*/ 6754247 h 6858000"/>
              <a:gd name="connsiteX326" fmla="*/ 5009112 w 7467600"/>
              <a:gd name="connsiteY326" fmla="*/ 6858000 h 6858000"/>
              <a:gd name="connsiteX327" fmla="*/ 4976679 w 7467600"/>
              <a:gd name="connsiteY327" fmla="*/ 6858000 h 6858000"/>
              <a:gd name="connsiteX328" fmla="*/ 5006537 w 7467600"/>
              <a:gd name="connsiteY328" fmla="*/ 6747068 h 6858000"/>
              <a:gd name="connsiteX329" fmla="*/ 5032723 w 7467600"/>
              <a:gd name="connsiteY329" fmla="*/ 6644957 h 6858000"/>
              <a:gd name="connsiteX330" fmla="*/ 5242949 w 7467600"/>
              <a:gd name="connsiteY330" fmla="*/ 6125175 h 6858000"/>
              <a:gd name="connsiteX331" fmla="*/ 5286321 w 7467600"/>
              <a:gd name="connsiteY331" fmla="*/ 6033555 h 6858000"/>
              <a:gd name="connsiteX332" fmla="*/ 5008210 w 7467600"/>
              <a:gd name="connsiteY332" fmla="*/ 6649194 h 6858000"/>
              <a:gd name="connsiteX333" fmla="*/ 4986321 w 7467600"/>
              <a:gd name="connsiteY333" fmla="*/ 6765687 h 6858000"/>
              <a:gd name="connsiteX334" fmla="*/ 4973474 w 7467600"/>
              <a:gd name="connsiteY334" fmla="*/ 6858000 h 6858000"/>
              <a:gd name="connsiteX335" fmla="*/ 4907178 w 7467600"/>
              <a:gd name="connsiteY335" fmla="*/ 6858000 h 6858000"/>
              <a:gd name="connsiteX336" fmla="*/ 4910810 w 7467600"/>
              <a:gd name="connsiteY336" fmla="*/ 6829660 h 6858000"/>
              <a:gd name="connsiteX337" fmla="*/ 4987461 w 7467600"/>
              <a:gd name="connsiteY337" fmla="*/ 6432994 h 6858000"/>
              <a:gd name="connsiteX338" fmla="*/ 5179262 w 7467600"/>
              <a:gd name="connsiteY338" fmla="*/ 6035044 h 6858000"/>
              <a:gd name="connsiteX339" fmla="*/ 4689678 w 7467600"/>
              <a:gd name="connsiteY339" fmla="*/ 6440241 h 6858000"/>
              <a:gd name="connsiteX340" fmla="*/ 4477543 w 7467600"/>
              <a:gd name="connsiteY340" fmla="*/ 6674836 h 6858000"/>
              <a:gd name="connsiteX341" fmla="*/ 4329957 w 7467600"/>
              <a:gd name="connsiteY341" fmla="*/ 6858000 h 6858000"/>
              <a:gd name="connsiteX342" fmla="*/ 4218595 w 7467600"/>
              <a:gd name="connsiteY342" fmla="*/ 6858000 h 6858000"/>
              <a:gd name="connsiteX343" fmla="*/ 4368888 w 7467600"/>
              <a:gd name="connsiteY343" fmla="*/ 6668412 h 6858000"/>
              <a:gd name="connsiteX344" fmla="*/ 4563091 w 7467600"/>
              <a:gd name="connsiteY344" fmla="*/ 6442508 h 6858000"/>
              <a:gd name="connsiteX345" fmla="*/ 5387324 w 7467600"/>
              <a:gd name="connsiteY345" fmla="*/ 5705830 h 6858000"/>
              <a:gd name="connsiteX346" fmla="*/ 5073620 w 7467600"/>
              <a:gd name="connsiteY346" fmla="*/ 5955437 h 6858000"/>
              <a:gd name="connsiteX347" fmla="*/ 4689789 w 7467600"/>
              <a:gd name="connsiteY347" fmla="*/ 6268382 h 6858000"/>
              <a:gd name="connsiteX348" fmla="*/ 4418722 w 7467600"/>
              <a:gd name="connsiteY348" fmla="*/ 6570886 h 6858000"/>
              <a:gd name="connsiteX349" fmla="*/ 4214944 w 7467600"/>
              <a:gd name="connsiteY349" fmla="*/ 6858000 h 6858000"/>
              <a:gd name="connsiteX350" fmla="*/ 4177898 w 7467600"/>
              <a:gd name="connsiteY350" fmla="*/ 6858000 h 6858000"/>
              <a:gd name="connsiteX351" fmla="*/ 4391597 w 7467600"/>
              <a:gd name="connsiteY351" fmla="*/ 6556370 h 6858000"/>
              <a:gd name="connsiteX352" fmla="*/ 4668889 w 7467600"/>
              <a:gd name="connsiteY352" fmla="*/ 6246399 h 6858000"/>
              <a:gd name="connsiteX353" fmla="*/ 5055427 w 7467600"/>
              <a:gd name="connsiteY353" fmla="*/ 5931476 h 6858000"/>
              <a:gd name="connsiteX354" fmla="*/ 5371814 w 7467600"/>
              <a:gd name="connsiteY354" fmla="*/ 5678975 h 6858000"/>
              <a:gd name="connsiteX355" fmla="*/ 4987918 w 7467600"/>
              <a:gd name="connsiteY355" fmla="*/ 5838701 h 6858000"/>
              <a:gd name="connsiteX356" fmla="*/ 4317146 w 7467600"/>
              <a:gd name="connsiteY356" fmla="*/ 6587716 h 6858000"/>
              <a:gd name="connsiteX357" fmla="*/ 4171627 w 7467600"/>
              <a:gd name="connsiteY357" fmla="*/ 6858000 h 6858000"/>
              <a:gd name="connsiteX358" fmla="*/ 4081585 w 7467600"/>
              <a:gd name="connsiteY358" fmla="*/ 6858000 h 6858000"/>
              <a:gd name="connsiteX359" fmla="*/ 4238603 w 7467600"/>
              <a:gd name="connsiteY359" fmla="*/ 6559341 h 6858000"/>
              <a:gd name="connsiteX360" fmla="*/ 4778333 w 7467600"/>
              <a:gd name="connsiteY360" fmla="*/ 5873626 h 6858000"/>
              <a:gd name="connsiteX361" fmla="*/ 5414185 w 7467600"/>
              <a:gd name="connsiteY361" fmla="*/ 5573882 h 6858000"/>
              <a:gd name="connsiteX362" fmla="*/ 5959648 w 7467600"/>
              <a:gd name="connsiteY362" fmla="*/ 4760797 h 6858000"/>
              <a:gd name="connsiteX363" fmla="*/ 5355019 w 7467600"/>
              <a:gd name="connsiteY363" fmla="*/ 4734672 h 6858000"/>
              <a:gd name="connsiteX364" fmla="*/ 5083565 w 7467600"/>
              <a:gd name="connsiteY364" fmla="*/ 5179121 h 6858000"/>
              <a:gd name="connsiteX365" fmla="*/ 4713577 w 7467600"/>
              <a:gd name="connsiteY365" fmla="*/ 5616803 h 6858000"/>
              <a:gd name="connsiteX366" fmla="*/ 3989559 w 7467600"/>
              <a:gd name="connsiteY366" fmla="*/ 6145945 h 6858000"/>
              <a:gd name="connsiteX367" fmla="*/ 3939824 w 7467600"/>
              <a:gd name="connsiteY367" fmla="*/ 6066900 h 6858000"/>
              <a:gd name="connsiteX368" fmla="*/ 4584537 w 7467600"/>
              <a:gd name="connsiteY368" fmla="*/ 5324826 h 6858000"/>
              <a:gd name="connsiteX369" fmla="*/ 5037105 w 7467600"/>
              <a:gd name="connsiteY369" fmla="*/ 5088765 h 6858000"/>
              <a:gd name="connsiteX370" fmla="*/ 5039930 w 7467600"/>
              <a:gd name="connsiteY370" fmla="*/ 5089585 h 6858000"/>
              <a:gd name="connsiteX371" fmla="*/ 5263764 w 7467600"/>
              <a:gd name="connsiteY371" fmla="*/ 4735525 h 6858000"/>
              <a:gd name="connsiteX372" fmla="*/ 4086300 w 7467600"/>
              <a:gd name="connsiteY372" fmla="*/ 4884599 h 6858000"/>
              <a:gd name="connsiteX373" fmla="*/ 4085485 w 7467600"/>
              <a:gd name="connsiteY373" fmla="*/ 4899070 h 6858000"/>
              <a:gd name="connsiteX374" fmla="*/ 3871915 w 7467600"/>
              <a:gd name="connsiteY374" fmla="*/ 5253645 h 6858000"/>
              <a:gd name="connsiteX375" fmla="*/ 3799374 w 7467600"/>
              <a:gd name="connsiteY375" fmla="*/ 5466127 h 6858000"/>
              <a:gd name="connsiteX376" fmla="*/ 3498850 w 7467600"/>
              <a:gd name="connsiteY376" fmla="*/ 6661888 h 6858000"/>
              <a:gd name="connsiteX377" fmla="*/ 3399216 w 7467600"/>
              <a:gd name="connsiteY377" fmla="*/ 6858000 h 6858000"/>
              <a:gd name="connsiteX378" fmla="*/ 3303688 w 7467600"/>
              <a:gd name="connsiteY378" fmla="*/ 6858000 h 6858000"/>
              <a:gd name="connsiteX379" fmla="*/ 3391774 w 7467600"/>
              <a:gd name="connsiteY379" fmla="*/ 6697181 h 6858000"/>
              <a:gd name="connsiteX380" fmla="*/ 3735540 w 7467600"/>
              <a:gd name="connsiteY380" fmla="*/ 5546923 h 6858000"/>
              <a:gd name="connsiteX381" fmla="*/ 3729438 w 7467600"/>
              <a:gd name="connsiteY381" fmla="*/ 5569058 h 6858000"/>
              <a:gd name="connsiteX382" fmla="*/ 3707782 w 7467600"/>
              <a:gd name="connsiteY382" fmla="*/ 5644908 h 6858000"/>
              <a:gd name="connsiteX383" fmla="*/ 3583827 w 7467600"/>
              <a:gd name="connsiteY383" fmla="*/ 6039215 h 6858000"/>
              <a:gd name="connsiteX384" fmla="*/ 3547861 w 7467600"/>
              <a:gd name="connsiteY384" fmla="*/ 6129609 h 6858000"/>
              <a:gd name="connsiteX385" fmla="*/ 3490905 w 7467600"/>
              <a:gd name="connsiteY385" fmla="*/ 6277660 h 6858000"/>
              <a:gd name="connsiteX386" fmla="*/ 3455859 w 7467600"/>
              <a:gd name="connsiteY386" fmla="*/ 6391301 h 6858000"/>
              <a:gd name="connsiteX387" fmla="*/ 3429112 w 7467600"/>
              <a:gd name="connsiteY387" fmla="*/ 6479469 h 6858000"/>
              <a:gd name="connsiteX388" fmla="*/ 3304862 w 7467600"/>
              <a:gd name="connsiteY388" fmla="*/ 6796476 h 6858000"/>
              <a:gd name="connsiteX389" fmla="*/ 3276071 w 7467600"/>
              <a:gd name="connsiteY389" fmla="*/ 6858000 h 6858000"/>
              <a:gd name="connsiteX390" fmla="*/ 3240805 w 7467600"/>
              <a:gd name="connsiteY390" fmla="*/ 6858000 h 6858000"/>
              <a:gd name="connsiteX391" fmla="*/ 3275917 w 7467600"/>
              <a:gd name="connsiteY391" fmla="*/ 6783192 h 6858000"/>
              <a:gd name="connsiteX392" fmla="*/ 3399358 w 7467600"/>
              <a:gd name="connsiteY392" fmla="*/ 6469011 h 6858000"/>
              <a:gd name="connsiteX393" fmla="*/ 3425650 w 7467600"/>
              <a:gd name="connsiteY393" fmla="*/ 6381333 h 6858000"/>
              <a:gd name="connsiteX394" fmla="*/ 3460661 w 7467600"/>
              <a:gd name="connsiteY394" fmla="*/ 6266763 h 6858000"/>
              <a:gd name="connsiteX395" fmla="*/ 3518021 w 7467600"/>
              <a:gd name="connsiteY395" fmla="*/ 6117298 h 6858000"/>
              <a:gd name="connsiteX396" fmla="*/ 3554035 w 7467600"/>
              <a:gd name="connsiteY396" fmla="*/ 6027832 h 6858000"/>
              <a:gd name="connsiteX397" fmla="*/ 3677174 w 7467600"/>
              <a:gd name="connsiteY397" fmla="*/ 5636351 h 6858000"/>
              <a:gd name="connsiteX398" fmla="*/ 3698819 w 7467600"/>
              <a:gd name="connsiteY398" fmla="*/ 5560503 h 6858000"/>
              <a:gd name="connsiteX399" fmla="*/ 3702094 w 7467600"/>
              <a:gd name="connsiteY399" fmla="*/ 5549194 h 6858000"/>
              <a:gd name="connsiteX400" fmla="*/ 3398355 w 7467600"/>
              <a:gd name="connsiteY400" fmla="*/ 6094603 h 6858000"/>
              <a:gd name="connsiteX401" fmla="*/ 3193941 w 7467600"/>
              <a:gd name="connsiteY401" fmla="*/ 6798775 h 6858000"/>
              <a:gd name="connsiteX402" fmla="*/ 3184140 w 7467600"/>
              <a:gd name="connsiteY402" fmla="*/ 6858000 h 6858000"/>
              <a:gd name="connsiteX403" fmla="*/ 3099978 w 7467600"/>
              <a:gd name="connsiteY403" fmla="*/ 6858000 h 6858000"/>
              <a:gd name="connsiteX404" fmla="*/ 3101556 w 7467600"/>
              <a:gd name="connsiteY404" fmla="*/ 6843337 h 6858000"/>
              <a:gd name="connsiteX405" fmla="*/ 3370162 w 7467600"/>
              <a:gd name="connsiteY405" fmla="*/ 5785550 h 6858000"/>
              <a:gd name="connsiteX406" fmla="*/ 3746477 w 7467600"/>
              <a:gd name="connsiteY406" fmla="*/ 5377889 h 6858000"/>
              <a:gd name="connsiteX407" fmla="*/ 3863399 w 7467600"/>
              <a:gd name="connsiteY407" fmla="*/ 5087257 h 6858000"/>
              <a:gd name="connsiteX408" fmla="*/ 3968712 w 7467600"/>
              <a:gd name="connsiteY408" fmla="*/ 4913989 h 6858000"/>
              <a:gd name="connsiteX409" fmla="*/ 2792390 w 7467600"/>
              <a:gd name="connsiteY409" fmla="*/ 5382974 h 6858000"/>
              <a:gd name="connsiteX410" fmla="*/ 2714982 w 7467600"/>
              <a:gd name="connsiteY410" fmla="*/ 5427051 h 6858000"/>
              <a:gd name="connsiteX411" fmla="*/ 2813361 w 7467600"/>
              <a:gd name="connsiteY411" fmla="*/ 6023912 h 6858000"/>
              <a:gd name="connsiteX412" fmla="*/ 2688430 w 7467600"/>
              <a:gd name="connsiteY412" fmla="*/ 6801564 h 6858000"/>
              <a:gd name="connsiteX413" fmla="*/ 2629626 w 7467600"/>
              <a:gd name="connsiteY413" fmla="*/ 6763394 h 6858000"/>
              <a:gd name="connsiteX414" fmla="*/ 2565328 w 7467600"/>
              <a:gd name="connsiteY414" fmla="*/ 5516399 h 6858000"/>
              <a:gd name="connsiteX415" fmla="*/ 1922999 w 7467600"/>
              <a:gd name="connsiteY415" fmla="*/ 5980343 h 6858000"/>
              <a:gd name="connsiteX416" fmla="*/ 1950261 w 7467600"/>
              <a:gd name="connsiteY416" fmla="*/ 6405858 h 6858000"/>
              <a:gd name="connsiteX417" fmla="*/ 2365554 w 7467600"/>
              <a:gd name="connsiteY417" fmla="*/ 6759107 h 6858000"/>
              <a:gd name="connsiteX418" fmla="*/ 2424142 w 7467600"/>
              <a:gd name="connsiteY418" fmla="*/ 6858000 h 6858000"/>
              <a:gd name="connsiteX419" fmla="*/ 2395994 w 7467600"/>
              <a:gd name="connsiteY419" fmla="*/ 6858000 h 6858000"/>
              <a:gd name="connsiteX420" fmla="*/ 2392863 w 7467600"/>
              <a:gd name="connsiteY420" fmla="*/ 6852964 h 6858000"/>
              <a:gd name="connsiteX421" fmla="*/ 2017589 w 7467600"/>
              <a:gd name="connsiteY421" fmla="*/ 6493982 h 6858000"/>
              <a:gd name="connsiteX422" fmla="*/ 2147336 w 7467600"/>
              <a:gd name="connsiteY422" fmla="*/ 6594052 h 6858000"/>
              <a:gd name="connsiteX423" fmla="*/ 2207047 w 7467600"/>
              <a:gd name="connsiteY423" fmla="*/ 6654540 h 6858000"/>
              <a:gd name="connsiteX424" fmla="*/ 2299106 w 7467600"/>
              <a:gd name="connsiteY424" fmla="*/ 6778931 h 6858000"/>
              <a:gd name="connsiteX425" fmla="*/ 2314430 w 7467600"/>
              <a:gd name="connsiteY425" fmla="*/ 6801144 h 6858000"/>
              <a:gd name="connsiteX426" fmla="*/ 2352406 w 7467600"/>
              <a:gd name="connsiteY426" fmla="*/ 6858000 h 6858000"/>
              <a:gd name="connsiteX427" fmla="*/ 2314492 w 7467600"/>
              <a:gd name="connsiteY427" fmla="*/ 6858000 h 6858000"/>
              <a:gd name="connsiteX428" fmla="*/ 2288095 w 7467600"/>
              <a:gd name="connsiteY428" fmla="*/ 6818030 h 6858000"/>
              <a:gd name="connsiteX429" fmla="*/ 2272768 w 7467600"/>
              <a:gd name="connsiteY429" fmla="*/ 6795822 h 6858000"/>
              <a:gd name="connsiteX430" fmla="*/ 2182715 w 7467600"/>
              <a:gd name="connsiteY430" fmla="*/ 6675071 h 6858000"/>
              <a:gd name="connsiteX431" fmla="*/ 2032061 w 7467600"/>
              <a:gd name="connsiteY431" fmla="*/ 6541380 h 6858000"/>
              <a:gd name="connsiteX432" fmla="*/ 2257220 w 7467600"/>
              <a:gd name="connsiteY432" fmla="*/ 6826257 h 6858000"/>
              <a:gd name="connsiteX433" fmla="*/ 2281324 w 7467600"/>
              <a:gd name="connsiteY433" fmla="*/ 6858000 h 6858000"/>
              <a:gd name="connsiteX434" fmla="*/ 2242860 w 7467600"/>
              <a:gd name="connsiteY434" fmla="*/ 6858000 h 6858000"/>
              <a:gd name="connsiteX435" fmla="*/ 2232818 w 7467600"/>
              <a:gd name="connsiteY435" fmla="*/ 6844926 h 6858000"/>
              <a:gd name="connsiteX436" fmla="*/ 1990172 w 7467600"/>
              <a:gd name="connsiteY436" fmla="*/ 6542121 h 6858000"/>
              <a:gd name="connsiteX437" fmla="*/ 2124090 w 7467600"/>
              <a:gd name="connsiteY437" fmla="*/ 6761017 h 6858000"/>
              <a:gd name="connsiteX438" fmla="*/ 2200380 w 7467600"/>
              <a:gd name="connsiteY438" fmla="*/ 6858000 h 6858000"/>
              <a:gd name="connsiteX439" fmla="*/ 2147507 w 7467600"/>
              <a:gd name="connsiteY439" fmla="*/ 6858000 h 6858000"/>
              <a:gd name="connsiteX440" fmla="*/ 2070668 w 7467600"/>
              <a:gd name="connsiteY440" fmla="*/ 6761520 h 6858000"/>
              <a:gd name="connsiteX441" fmla="*/ 1975142 w 7467600"/>
              <a:gd name="connsiteY441" fmla="*/ 6585570 h 6858000"/>
              <a:gd name="connsiteX442" fmla="*/ 2050035 w 7467600"/>
              <a:gd name="connsiteY442" fmla="*/ 6813345 h 6858000"/>
              <a:gd name="connsiteX443" fmla="*/ 2063025 w 7467600"/>
              <a:gd name="connsiteY443" fmla="*/ 6858000 h 6858000"/>
              <a:gd name="connsiteX444" fmla="*/ 2021675 w 7467600"/>
              <a:gd name="connsiteY444" fmla="*/ 6858000 h 6858000"/>
              <a:gd name="connsiteX445" fmla="*/ 2019308 w 7467600"/>
              <a:gd name="connsiteY445" fmla="*/ 6847118 h 6858000"/>
              <a:gd name="connsiteX446" fmla="*/ 1938835 w 7467600"/>
              <a:gd name="connsiteY446" fmla="*/ 6551160 h 6858000"/>
              <a:gd name="connsiteX447" fmla="*/ 1953230 w 7467600"/>
              <a:gd name="connsiteY447" fmla="*/ 6759699 h 6858000"/>
              <a:gd name="connsiteX448" fmla="*/ 1956763 w 7467600"/>
              <a:gd name="connsiteY448" fmla="*/ 6778191 h 6858000"/>
              <a:gd name="connsiteX449" fmla="*/ 1967925 w 7467600"/>
              <a:gd name="connsiteY449" fmla="*/ 6858000 h 6858000"/>
              <a:gd name="connsiteX450" fmla="*/ 1936622 w 7467600"/>
              <a:gd name="connsiteY450" fmla="*/ 6858000 h 6858000"/>
              <a:gd name="connsiteX451" fmla="*/ 1926261 w 7467600"/>
              <a:gd name="connsiteY451" fmla="*/ 6784064 h 6858000"/>
              <a:gd name="connsiteX452" fmla="*/ 1922724 w 7467600"/>
              <a:gd name="connsiteY452" fmla="*/ 6765577 h 6858000"/>
              <a:gd name="connsiteX453" fmla="*/ 1904650 w 7467600"/>
              <a:gd name="connsiteY453" fmla="*/ 6639616 h 6858000"/>
              <a:gd name="connsiteX454" fmla="*/ 1885273 w 7467600"/>
              <a:gd name="connsiteY454" fmla="*/ 6858000 h 6858000"/>
              <a:gd name="connsiteX455" fmla="*/ 1854363 w 7467600"/>
              <a:gd name="connsiteY455" fmla="*/ 6858000 h 6858000"/>
              <a:gd name="connsiteX456" fmla="*/ 1880391 w 7467600"/>
              <a:gd name="connsiteY456" fmla="*/ 6603796 h 6858000"/>
              <a:gd name="connsiteX457" fmla="*/ 1818273 w 7467600"/>
              <a:gd name="connsiteY457" fmla="*/ 6715729 h 6858000"/>
              <a:gd name="connsiteX458" fmla="*/ 1794691 w 7467600"/>
              <a:gd name="connsiteY458" fmla="*/ 6843239 h 6858000"/>
              <a:gd name="connsiteX459" fmla="*/ 1794914 w 7467600"/>
              <a:gd name="connsiteY459" fmla="*/ 6858000 h 6858000"/>
              <a:gd name="connsiteX460" fmla="*/ 1746128 w 7467600"/>
              <a:gd name="connsiteY460" fmla="*/ 6858000 h 6858000"/>
              <a:gd name="connsiteX461" fmla="*/ 1753934 w 7467600"/>
              <a:gd name="connsiteY461" fmla="*/ 6724796 h 6858000"/>
              <a:gd name="connsiteX462" fmla="*/ 1792053 w 7467600"/>
              <a:gd name="connsiteY462" fmla="*/ 6572396 h 6858000"/>
              <a:gd name="connsiteX463" fmla="*/ 1862248 w 7467600"/>
              <a:gd name="connsiteY463" fmla="*/ 6266397 h 6858000"/>
              <a:gd name="connsiteX464" fmla="*/ 1862250 w 7467600"/>
              <a:gd name="connsiteY464" fmla="*/ 6033531 h 6858000"/>
              <a:gd name="connsiteX465" fmla="*/ 1211999 w 7467600"/>
              <a:gd name="connsiteY465" fmla="*/ 6683610 h 6858000"/>
              <a:gd name="connsiteX466" fmla="*/ 1213266 w 7467600"/>
              <a:gd name="connsiteY466" fmla="*/ 6691947 h 6858000"/>
              <a:gd name="connsiteX467" fmla="*/ 1203370 w 7467600"/>
              <a:gd name="connsiteY467" fmla="*/ 6850676 h 6858000"/>
              <a:gd name="connsiteX468" fmla="*/ 1203671 w 7467600"/>
              <a:gd name="connsiteY468" fmla="*/ 6858000 h 6858000"/>
              <a:gd name="connsiteX469" fmla="*/ 1143180 w 7467600"/>
              <a:gd name="connsiteY469" fmla="*/ 6858000 h 6858000"/>
              <a:gd name="connsiteX470" fmla="*/ 1142176 w 7467600"/>
              <a:gd name="connsiteY470" fmla="*/ 6766045 h 6858000"/>
              <a:gd name="connsiteX471" fmla="*/ 1067484 w 7467600"/>
              <a:gd name="connsiteY471" fmla="*/ 6858000 h 6858000"/>
              <a:gd name="connsiteX472" fmla="*/ 953928 w 7467600"/>
              <a:gd name="connsiteY472" fmla="*/ 6858000 h 6858000"/>
              <a:gd name="connsiteX473" fmla="*/ 959715 w 7467600"/>
              <a:gd name="connsiteY473" fmla="*/ 6850185 h 6858000"/>
              <a:gd name="connsiteX474" fmla="*/ 1483788 w 7467600"/>
              <a:gd name="connsiteY474" fmla="*/ 6259174 h 6858000"/>
              <a:gd name="connsiteX475" fmla="*/ 1100671 w 7467600"/>
              <a:gd name="connsiteY475" fmla="*/ 6252137 h 6858000"/>
              <a:gd name="connsiteX476" fmla="*/ 1090144 w 7467600"/>
              <a:gd name="connsiteY476" fmla="*/ 6256748 h 6858000"/>
              <a:gd name="connsiteX477" fmla="*/ 1095872 w 7467600"/>
              <a:gd name="connsiteY477" fmla="*/ 6271892 h 6858000"/>
              <a:gd name="connsiteX478" fmla="*/ 262785 w 7467600"/>
              <a:gd name="connsiteY478" fmla="*/ 6845450 h 6858000"/>
              <a:gd name="connsiteX479" fmla="*/ 209968 w 7467600"/>
              <a:gd name="connsiteY479" fmla="*/ 6770713 h 6858000"/>
              <a:gd name="connsiteX480" fmla="*/ 873460 w 7467600"/>
              <a:gd name="connsiteY480" fmla="*/ 6253768 h 6858000"/>
              <a:gd name="connsiteX481" fmla="*/ 192686 w 7467600"/>
              <a:gd name="connsiteY481" fmla="*/ 5849257 h 6858000"/>
              <a:gd name="connsiteX482" fmla="*/ 4696 w 7467600"/>
              <a:gd name="connsiteY482" fmla="*/ 5697668 h 6858000"/>
              <a:gd name="connsiteX483" fmla="*/ 0 w 7467600"/>
              <a:gd name="connsiteY483" fmla="*/ 5689984 h 6858000"/>
              <a:gd name="connsiteX484" fmla="*/ 0 w 7467600"/>
              <a:gd name="connsiteY484" fmla="*/ 5513472 h 6858000"/>
              <a:gd name="connsiteX485" fmla="*/ 174101 w 7467600"/>
              <a:gd name="connsiteY485" fmla="*/ 5620277 h 6858000"/>
              <a:gd name="connsiteX486" fmla="*/ 891800 w 7467600"/>
              <a:gd name="connsiteY486" fmla="*/ 6036935 h 6858000"/>
              <a:gd name="connsiteX487" fmla="*/ 1072219 w 7467600"/>
              <a:gd name="connsiteY487" fmla="*/ 6169443 h 6858000"/>
              <a:gd name="connsiteX488" fmla="*/ 1074117 w 7467600"/>
              <a:gd name="connsiteY488" fmla="*/ 6170301 h 6858000"/>
              <a:gd name="connsiteX489" fmla="*/ 1083114 w 7467600"/>
              <a:gd name="connsiteY489" fmla="*/ 6174131 h 6858000"/>
              <a:gd name="connsiteX490" fmla="*/ 1543010 w 7467600"/>
              <a:gd name="connsiteY490" fmla="*/ 6191140 h 6858000"/>
              <a:gd name="connsiteX491" fmla="*/ 1551080 w 7467600"/>
              <a:gd name="connsiteY491" fmla="*/ 6195006 h 6858000"/>
              <a:gd name="connsiteX492" fmla="*/ 2345443 w 7467600"/>
              <a:gd name="connsiteY492" fmla="*/ 5549882 h 6858000"/>
              <a:gd name="connsiteX493" fmla="*/ 1721499 w 7467600"/>
              <a:gd name="connsiteY493" fmla="*/ 5599969 h 6858000"/>
              <a:gd name="connsiteX494" fmla="*/ 767716 w 7467600"/>
              <a:gd name="connsiteY494" fmla="*/ 5472768 h 6858000"/>
              <a:gd name="connsiteX495" fmla="*/ 722147 w 7467600"/>
              <a:gd name="connsiteY495" fmla="*/ 5393091 h 6858000"/>
              <a:gd name="connsiteX496" fmla="*/ 1485552 w 7467600"/>
              <a:gd name="connsiteY496" fmla="*/ 5313202 h 6858000"/>
              <a:gd name="connsiteX497" fmla="*/ 2143004 w 7467600"/>
              <a:gd name="connsiteY497" fmla="*/ 5402420 h 6858000"/>
              <a:gd name="connsiteX498" fmla="*/ 1933391 w 7467600"/>
              <a:gd name="connsiteY498" fmla="*/ 5156971 h 6858000"/>
              <a:gd name="connsiteX499" fmla="*/ 1827118 w 7467600"/>
              <a:gd name="connsiteY499" fmla="*/ 4968410 h 6858000"/>
              <a:gd name="connsiteX500" fmla="*/ 1837349 w 7467600"/>
              <a:gd name="connsiteY500" fmla="*/ 4956357 h 6858000"/>
              <a:gd name="connsiteX501" fmla="*/ 2162835 w 7467600"/>
              <a:gd name="connsiteY501" fmla="*/ 5187853 h 6858000"/>
              <a:gd name="connsiteX502" fmla="*/ 2257167 w 7467600"/>
              <a:gd name="connsiteY502" fmla="*/ 5462123 h 6858000"/>
              <a:gd name="connsiteX503" fmla="*/ 2261598 w 7467600"/>
              <a:gd name="connsiteY503" fmla="*/ 5467998 h 6858000"/>
              <a:gd name="connsiteX504" fmla="*/ 2437177 w 7467600"/>
              <a:gd name="connsiteY504" fmla="*/ 5479608 h 6858000"/>
              <a:gd name="connsiteX505" fmla="*/ 2445247 w 7467600"/>
              <a:gd name="connsiteY505" fmla="*/ 5483476 h 6858000"/>
              <a:gd name="connsiteX506" fmla="*/ 2743626 w 7467600"/>
              <a:gd name="connsiteY506" fmla="*/ 5304819 h 6858000"/>
              <a:gd name="connsiteX507" fmla="*/ 3048102 w 7467600"/>
              <a:gd name="connsiteY507" fmla="*/ 5150595 h 6858000"/>
              <a:gd name="connsiteX508" fmla="*/ 1799414 w 7467600"/>
              <a:gd name="connsiteY508" fmla="*/ 4694732 h 6858000"/>
              <a:gd name="connsiteX509" fmla="*/ 1771735 w 7467600"/>
              <a:gd name="connsiteY509" fmla="*/ 4619929 h 6858000"/>
              <a:gd name="connsiteX510" fmla="*/ 3104273 w 7467600"/>
              <a:gd name="connsiteY510" fmla="*/ 5076159 h 6858000"/>
              <a:gd name="connsiteX511" fmla="*/ 3113245 w 7467600"/>
              <a:gd name="connsiteY511" fmla="*/ 5090705 h 6858000"/>
              <a:gd name="connsiteX512" fmla="*/ 3126294 w 7467600"/>
              <a:gd name="connsiteY512" fmla="*/ 5114400 h 6858000"/>
              <a:gd name="connsiteX513" fmla="*/ 3937433 w 7467600"/>
              <a:gd name="connsiteY513" fmla="*/ 4830473 h 6858000"/>
              <a:gd name="connsiteX514" fmla="*/ 3590475 w 7467600"/>
              <a:gd name="connsiteY514" fmla="*/ 4597974 h 6858000"/>
              <a:gd name="connsiteX515" fmla="*/ 3100264 w 7467600"/>
              <a:gd name="connsiteY515" fmla="*/ 4579845 h 6858000"/>
              <a:gd name="connsiteX516" fmla="*/ 2183576 w 7467600"/>
              <a:gd name="connsiteY516" fmla="*/ 4227150 h 6858000"/>
              <a:gd name="connsiteX517" fmla="*/ 2151029 w 7467600"/>
              <a:gd name="connsiteY517" fmla="*/ 4146947 h 6858000"/>
              <a:gd name="connsiteX518" fmla="*/ 3563434 w 7467600"/>
              <a:gd name="connsiteY518" fmla="*/ 4469115 h 6858000"/>
              <a:gd name="connsiteX519" fmla="*/ 3177952 w 7467600"/>
              <a:gd name="connsiteY519" fmla="*/ 3657386 h 6858000"/>
              <a:gd name="connsiteX520" fmla="*/ 3189263 w 7467600"/>
              <a:gd name="connsiteY520" fmla="*/ 3625726 h 6858000"/>
              <a:gd name="connsiteX521" fmla="*/ 3560912 w 7467600"/>
              <a:gd name="connsiteY521" fmla="*/ 4079863 h 6858000"/>
              <a:gd name="connsiteX522" fmla="*/ 3626636 w 7467600"/>
              <a:gd name="connsiteY522" fmla="*/ 4512230 h 6858000"/>
              <a:gd name="connsiteX523" fmla="*/ 3653088 w 7467600"/>
              <a:gd name="connsiteY523" fmla="*/ 4521417 h 6858000"/>
              <a:gd name="connsiteX524" fmla="*/ 3988128 w 7467600"/>
              <a:gd name="connsiteY524" fmla="*/ 4817267 h 6858000"/>
              <a:gd name="connsiteX525" fmla="*/ 4830582 w 7467600"/>
              <a:gd name="connsiteY525" fmla="*/ 4676000 h 6858000"/>
              <a:gd name="connsiteX526" fmla="*/ 4830100 w 7467600"/>
              <a:gd name="connsiteY526" fmla="*/ 4675554 h 6858000"/>
              <a:gd name="connsiteX527" fmla="*/ 4036318 w 7467600"/>
              <a:gd name="connsiteY527" fmla="*/ 4147013 h 6858000"/>
              <a:gd name="connsiteX528" fmla="*/ 3432098 w 7467600"/>
              <a:gd name="connsiteY528" fmla="*/ 3537312 h 6858000"/>
              <a:gd name="connsiteX529" fmla="*/ 3446761 w 7467600"/>
              <a:gd name="connsiteY529" fmla="*/ 3461278 h 6858000"/>
              <a:gd name="connsiteX530" fmla="*/ 4419733 w 7467600"/>
              <a:gd name="connsiteY530" fmla="*/ 3963555 h 6858000"/>
              <a:gd name="connsiteX531" fmla="*/ 4781371 w 7467600"/>
              <a:gd name="connsiteY531" fmla="*/ 4458604 h 6858000"/>
              <a:gd name="connsiteX532" fmla="*/ 4780440 w 7467600"/>
              <a:gd name="connsiteY532" fmla="*/ 4470290 h 6858000"/>
              <a:gd name="connsiteX533" fmla="*/ 4898954 w 7467600"/>
              <a:gd name="connsiteY533" fmla="*/ 4662092 h 6858000"/>
              <a:gd name="connsiteX534" fmla="*/ 4900699 w 7467600"/>
              <a:gd name="connsiteY534" fmla="*/ 4670867 h 6858000"/>
              <a:gd name="connsiteX535" fmla="*/ 5714511 w 7467600"/>
              <a:gd name="connsiteY535" fmla="*/ 4663483 h 6858000"/>
              <a:gd name="connsiteX536" fmla="*/ 5464793 w 7467600"/>
              <a:gd name="connsiteY536" fmla="*/ 4393556 h 6858000"/>
              <a:gd name="connsiteX537" fmla="*/ 5461897 w 7467600"/>
              <a:gd name="connsiteY537" fmla="*/ 4390879 h 6858000"/>
              <a:gd name="connsiteX538" fmla="*/ 4294126 w 7467600"/>
              <a:gd name="connsiteY538" fmla="*/ 3303048 h 6858000"/>
              <a:gd name="connsiteX539" fmla="*/ 4305321 w 7467600"/>
              <a:gd name="connsiteY539" fmla="*/ 3256953 h 6858000"/>
              <a:gd name="connsiteX540" fmla="*/ 4949299 w 7467600"/>
              <a:gd name="connsiteY540" fmla="*/ 3766336 h 6858000"/>
              <a:gd name="connsiteX541" fmla="*/ 5291452 w 7467600"/>
              <a:gd name="connsiteY541" fmla="*/ 4076801 h 6858000"/>
              <a:gd name="connsiteX542" fmla="*/ 5434998 w 7467600"/>
              <a:gd name="connsiteY542" fmla="*/ 4254100 h 6858000"/>
              <a:gd name="connsiteX543" fmla="*/ 5351015 w 7467600"/>
              <a:gd name="connsiteY543" fmla="*/ 3760989 h 6858000"/>
              <a:gd name="connsiteX544" fmla="*/ 5413780 w 7467600"/>
              <a:gd name="connsiteY544" fmla="*/ 2966265 h 6858000"/>
              <a:gd name="connsiteX545" fmla="*/ 5425627 w 7467600"/>
              <a:gd name="connsiteY545" fmla="*/ 2954192 h 6858000"/>
              <a:gd name="connsiteX546" fmla="*/ 6604735 w 7467600"/>
              <a:gd name="connsiteY546" fmla="*/ 2041381 h 6858000"/>
              <a:gd name="connsiteX547" fmla="*/ 7204487 w 7467600"/>
              <a:gd name="connsiteY547" fmla="*/ 2742112 h 6858000"/>
              <a:gd name="connsiteX548" fmla="*/ 7131592 w 7467600"/>
              <a:gd name="connsiteY548" fmla="*/ 2672096 h 6858000"/>
              <a:gd name="connsiteX549" fmla="*/ 6996344 w 7467600"/>
              <a:gd name="connsiteY549" fmla="*/ 2518310 h 6858000"/>
              <a:gd name="connsiteX550" fmla="*/ 6735495 w 7467600"/>
              <a:gd name="connsiteY550" fmla="*/ 2196890 h 6858000"/>
              <a:gd name="connsiteX551" fmla="*/ 6721901 w 7467600"/>
              <a:gd name="connsiteY551" fmla="*/ 2179274 h 6858000"/>
              <a:gd name="connsiteX552" fmla="*/ 6604735 w 7467600"/>
              <a:gd name="connsiteY552" fmla="*/ 2041381 h 6858000"/>
              <a:gd name="connsiteX553" fmla="*/ 6591670 w 7467600"/>
              <a:gd name="connsiteY553" fmla="*/ 1988277 h 6858000"/>
              <a:gd name="connsiteX554" fmla="*/ 6747349 w 7467600"/>
              <a:gd name="connsiteY554" fmla="*/ 2160069 h 6858000"/>
              <a:gd name="connsiteX555" fmla="*/ 6760943 w 7467600"/>
              <a:gd name="connsiteY555" fmla="*/ 2177686 h 6858000"/>
              <a:gd name="connsiteX556" fmla="*/ 7021065 w 7467600"/>
              <a:gd name="connsiteY556" fmla="*/ 2498102 h 6858000"/>
              <a:gd name="connsiteX557" fmla="*/ 7155223 w 7467600"/>
              <a:gd name="connsiteY557" fmla="*/ 2650386 h 6858000"/>
              <a:gd name="connsiteX558" fmla="*/ 7203167 w 7467600"/>
              <a:gd name="connsiteY558" fmla="*/ 2697288 h 6858000"/>
              <a:gd name="connsiteX559" fmla="*/ 6937703 w 7467600"/>
              <a:gd name="connsiteY559" fmla="*/ 2321981 h 6858000"/>
              <a:gd name="connsiteX560" fmla="*/ 6591670 w 7467600"/>
              <a:gd name="connsiteY560" fmla="*/ 1988277 h 6858000"/>
              <a:gd name="connsiteX561" fmla="*/ 5798671 w 7467600"/>
              <a:gd name="connsiteY561" fmla="*/ 1981601 h 6858000"/>
              <a:gd name="connsiteX562" fmla="*/ 5754709 w 7467600"/>
              <a:gd name="connsiteY562" fmla="*/ 2071454 h 6858000"/>
              <a:gd name="connsiteX563" fmla="*/ 5763044 w 7467600"/>
              <a:gd name="connsiteY563" fmla="*/ 2842206 h 6858000"/>
              <a:gd name="connsiteX564" fmla="*/ 5764974 w 7467600"/>
              <a:gd name="connsiteY564" fmla="*/ 2799609 h 6858000"/>
              <a:gd name="connsiteX565" fmla="*/ 5767665 w 7467600"/>
              <a:gd name="connsiteY565" fmla="*/ 2666409 h 6858000"/>
              <a:gd name="connsiteX566" fmla="*/ 5763055 w 7467600"/>
              <a:gd name="connsiteY566" fmla="*/ 2579705 h 6858000"/>
              <a:gd name="connsiteX567" fmla="*/ 5758079 w 7467600"/>
              <a:gd name="connsiteY567" fmla="*/ 2492508 h 6858000"/>
              <a:gd name="connsiteX568" fmla="*/ 5779325 w 7467600"/>
              <a:gd name="connsiteY568" fmla="*/ 2197069 h 6858000"/>
              <a:gd name="connsiteX569" fmla="*/ 5798671 w 7467600"/>
              <a:gd name="connsiteY569" fmla="*/ 1981601 h 6858000"/>
              <a:gd name="connsiteX570" fmla="*/ 5829202 w 7467600"/>
              <a:gd name="connsiteY570" fmla="*/ 1971679 h 6858000"/>
              <a:gd name="connsiteX571" fmla="*/ 5809558 w 7467600"/>
              <a:gd name="connsiteY571" fmla="*/ 2198043 h 6858000"/>
              <a:gd name="connsiteX572" fmla="*/ 5788653 w 7467600"/>
              <a:gd name="connsiteY572" fmla="*/ 2489430 h 6858000"/>
              <a:gd name="connsiteX573" fmla="*/ 5793439 w 7467600"/>
              <a:gd name="connsiteY573" fmla="*/ 2575235 h 6858000"/>
              <a:gd name="connsiteX574" fmla="*/ 5796837 w 7467600"/>
              <a:gd name="connsiteY574" fmla="*/ 2637633 h 6858000"/>
              <a:gd name="connsiteX575" fmla="*/ 5818614 w 7467600"/>
              <a:gd name="connsiteY575" fmla="*/ 2473055 h 6858000"/>
              <a:gd name="connsiteX576" fmla="*/ 5829202 w 7467600"/>
              <a:gd name="connsiteY576" fmla="*/ 1971679 h 6858000"/>
              <a:gd name="connsiteX577" fmla="*/ 5911389 w 7467600"/>
              <a:gd name="connsiteY577" fmla="*/ 1898371 h 6858000"/>
              <a:gd name="connsiteX578" fmla="*/ 6237627 w 7467600"/>
              <a:gd name="connsiteY578" fmla="*/ 2231921 h 6858000"/>
              <a:gd name="connsiteX579" fmla="*/ 5911389 w 7467600"/>
              <a:gd name="connsiteY579" fmla="*/ 1898371 h 6858000"/>
              <a:gd name="connsiteX580" fmla="*/ 6944437 w 7467600"/>
              <a:gd name="connsiteY580" fmla="*/ 1575402 h 6858000"/>
              <a:gd name="connsiteX581" fmla="*/ 6304730 w 7467600"/>
              <a:gd name="connsiteY581" fmla="*/ 1766654 h 6858000"/>
              <a:gd name="connsiteX582" fmla="*/ 6944437 w 7467600"/>
              <a:gd name="connsiteY582" fmla="*/ 1575402 h 6858000"/>
              <a:gd name="connsiteX583" fmla="*/ 7019523 w 7467600"/>
              <a:gd name="connsiteY583" fmla="*/ 1519450 h 6858000"/>
              <a:gd name="connsiteX584" fmla="*/ 6298091 w 7467600"/>
              <a:gd name="connsiteY584" fmla="*/ 1737122 h 6858000"/>
              <a:gd name="connsiteX585" fmla="*/ 7019523 w 7467600"/>
              <a:gd name="connsiteY585" fmla="*/ 1519450 h 6858000"/>
              <a:gd name="connsiteX586" fmla="*/ 2399523 w 7467600"/>
              <a:gd name="connsiteY586" fmla="*/ 1428234 h 6858000"/>
              <a:gd name="connsiteX587" fmla="*/ 2224982 w 7467600"/>
              <a:gd name="connsiteY587" fmla="*/ 1826201 h 6858000"/>
              <a:gd name="connsiteX588" fmla="*/ 2096099 w 7467600"/>
              <a:gd name="connsiteY588" fmla="*/ 2345900 h 6858000"/>
              <a:gd name="connsiteX589" fmla="*/ 2283317 w 7467600"/>
              <a:gd name="connsiteY589" fmla="*/ 1796925 h 6858000"/>
              <a:gd name="connsiteX590" fmla="*/ 2399523 w 7467600"/>
              <a:gd name="connsiteY590" fmla="*/ 1428234 h 6858000"/>
              <a:gd name="connsiteX591" fmla="*/ 2448558 w 7467600"/>
              <a:gd name="connsiteY591" fmla="*/ 1373435 h 6858000"/>
              <a:gd name="connsiteX592" fmla="*/ 2312521 w 7467600"/>
              <a:gd name="connsiteY592" fmla="*/ 1806140 h 6858000"/>
              <a:gd name="connsiteX593" fmla="*/ 2127533 w 7467600"/>
              <a:gd name="connsiteY593" fmla="*/ 2348380 h 6858000"/>
              <a:gd name="connsiteX594" fmla="*/ 2358080 w 7467600"/>
              <a:gd name="connsiteY594" fmla="*/ 1866134 h 6858000"/>
              <a:gd name="connsiteX595" fmla="*/ 2407436 w 7467600"/>
              <a:gd name="connsiteY595" fmla="*/ 1651070 h 6858000"/>
              <a:gd name="connsiteX596" fmla="*/ 2448558 w 7467600"/>
              <a:gd name="connsiteY596" fmla="*/ 1373435 h 6858000"/>
              <a:gd name="connsiteX597" fmla="*/ 278707 w 7467600"/>
              <a:gd name="connsiteY597" fmla="*/ 1352270 h 6858000"/>
              <a:gd name="connsiteX598" fmla="*/ 321570 w 7467600"/>
              <a:gd name="connsiteY598" fmla="*/ 1861610 h 6858000"/>
              <a:gd name="connsiteX599" fmla="*/ 294281 w 7467600"/>
              <a:gd name="connsiteY599" fmla="*/ 1440658 h 6858000"/>
              <a:gd name="connsiteX600" fmla="*/ 278707 w 7467600"/>
              <a:gd name="connsiteY600" fmla="*/ 1352270 h 6858000"/>
              <a:gd name="connsiteX601" fmla="*/ 1423821 w 7467600"/>
              <a:gd name="connsiteY601" fmla="*/ 1351958 h 6858000"/>
              <a:gd name="connsiteX602" fmla="*/ 1638521 w 7467600"/>
              <a:gd name="connsiteY602" fmla="*/ 1908470 h 6858000"/>
              <a:gd name="connsiteX603" fmla="*/ 1754199 w 7467600"/>
              <a:gd name="connsiteY603" fmla="*/ 2149284 h 6858000"/>
              <a:gd name="connsiteX604" fmla="*/ 1908359 w 7467600"/>
              <a:gd name="connsiteY604" fmla="*/ 2364988 h 6858000"/>
              <a:gd name="connsiteX605" fmla="*/ 1647661 w 7467600"/>
              <a:gd name="connsiteY605" fmla="*/ 1825945 h 6858000"/>
              <a:gd name="connsiteX606" fmla="*/ 1423821 w 7467600"/>
              <a:gd name="connsiteY606" fmla="*/ 1351958 h 6858000"/>
              <a:gd name="connsiteX607" fmla="*/ 1431890 w 7467600"/>
              <a:gd name="connsiteY607" fmla="*/ 1306475 h 6858000"/>
              <a:gd name="connsiteX608" fmla="*/ 1507597 w 7467600"/>
              <a:gd name="connsiteY608" fmla="*/ 1446132 h 6858000"/>
              <a:gd name="connsiteX609" fmla="*/ 1674586 w 7467600"/>
              <a:gd name="connsiteY609" fmla="*/ 1813832 h 6858000"/>
              <a:gd name="connsiteX610" fmla="*/ 1815950 w 7467600"/>
              <a:gd name="connsiteY610" fmla="*/ 2128564 h 6858000"/>
              <a:gd name="connsiteX611" fmla="*/ 1984242 w 7467600"/>
              <a:gd name="connsiteY611" fmla="*/ 2430829 h 6858000"/>
              <a:gd name="connsiteX612" fmla="*/ 2014023 w 7467600"/>
              <a:gd name="connsiteY612" fmla="*/ 2450995 h 6858000"/>
              <a:gd name="connsiteX613" fmla="*/ 1747337 w 7467600"/>
              <a:gd name="connsiteY613" fmla="*/ 1855264 h 6858000"/>
              <a:gd name="connsiteX614" fmla="*/ 1533749 w 7467600"/>
              <a:gd name="connsiteY614" fmla="*/ 1478656 h 6858000"/>
              <a:gd name="connsiteX615" fmla="*/ 1431890 w 7467600"/>
              <a:gd name="connsiteY615" fmla="*/ 1306475 h 6858000"/>
              <a:gd name="connsiteX616" fmla="*/ 5052692 w 7467600"/>
              <a:gd name="connsiteY616" fmla="*/ 1292994 h 6858000"/>
              <a:gd name="connsiteX617" fmla="*/ 5200661 w 7467600"/>
              <a:gd name="connsiteY617" fmla="*/ 1635186 h 6858000"/>
              <a:gd name="connsiteX618" fmla="*/ 5297138 w 7467600"/>
              <a:gd name="connsiteY618" fmla="*/ 1906351 h 6858000"/>
              <a:gd name="connsiteX619" fmla="*/ 5052692 w 7467600"/>
              <a:gd name="connsiteY619" fmla="*/ 1292994 h 6858000"/>
              <a:gd name="connsiteX620" fmla="*/ 5009948 w 7467600"/>
              <a:gd name="connsiteY620" fmla="*/ 1273619 h 6858000"/>
              <a:gd name="connsiteX621" fmla="*/ 5121777 w 7467600"/>
              <a:gd name="connsiteY621" fmla="*/ 1654213 h 6858000"/>
              <a:gd name="connsiteX622" fmla="*/ 5293545 w 7467600"/>
              <a:gd name="connsiteY622" fmla="*/ 2072247 h 6858000"/>
              <a:gd name="connsiteX623" fmla="*/ 5294042 w 7467600"/>
              <a:gd name="connsiteY623" fmla="*/ 2065019 h 6858000"/>
              <a:gd name="connsiteX624" fmla="*/ 5171936 w 7467600"/>
              <a:gd name="connsiteY624" fmla="*/ 1647613 h 6858000"/>
              <a:gd name="connsiteX625" fmla="*/ 5009948 w 7467600"/>
              <a:gd name="connsiteY625" fmla="*/ 1273619 h 6858000"/>
              <a:gd name="connsiteX626" fmla="*/ 655236 w 7467600"/>
              <a:gd name="connsiteY626" fmla="*/ 1268632 h 6858000"/>
              <a:gd name="connsiteX627" fmla="*/ 839521 w 7467600"/>
              <a:gd name="connsiteY627" fmla="*/ 1685315 h 6858000"/>
              <a:gd name="connsiteX628" fmla="*/ 1109416 w 7467600"/>
              <a:gd name="connsiteY628" fmla="*/ 2061663 h 6858000"/>
              <a:gd name="connsiteX629" fmla="*/ 1298300 w 7467600"/>
              <a:gd name="connsiteY629" fmla="*/ 2247742 h 6858000"/>
              <a:gd name="connsiteX630" fmla="*/ 1125871 w 7467600"/>
              <a:gd name="connsiteY630" fmla="*/ 1989513 h 6858000"/>
              <a:gd name="connsiteX631" fmla="*/ 981574 w 7467600"/>
              <a:gd name="connsiteY631" fmla="*/ 1783157 h 6858000"/>
              <a:gd name="connsiteX632" fmla="*/ 922198 w 7467600"/>
              <a:gd name="connsiteY632" fmla="*/ 1677437 h 6858000"/>
              <a:gd name="connsiteX633" fmla="*/ 869293 w 7467600"/>
              <a:gd name="connsiteY633" fmla="*/ 1583214 h 6858000"/>
              <a:gd name="connsiteX634" fmla="*/ 751431 w 7467600"/>
              <a:gd name="connsiteY634" fmla="*/ 1405731 h 6858000"/>
              <a:gd name="connsiteX635" fmla="*/ 655236 w 7467600"/>
              <a:gd name="connsiteY635" fmla="*/ 1268632 h 6858000"/>
              <a:gd name="connsiteX636" fmla="*/ 6516292 w 7467600"/>
              <a:gd name="connsiteY636" fmla="*/ 1263064 h 6858000"/>
              <a:gd name="connsiteX637" fmla="*/ 5736320 w 7467600"/>
              <a:gd name="connsiteY637" fmla="*/ 1501803 h 6858000"/>
              <a:gd name="connsiteX638" fmla="*/ 6516292 w 7467600"/>
              <a:gd name="connsiteY638" fmla="*/ 1263064 h 6858000"/>
              <a:gd name="connsiteX639" fmla="*/ 291466 w 7467600"/>
              <a:gd name="connsiteY639" fmla="*/ 1250369 h 6858000"/>
              <a:gd name="connsiteX640" fmla="*/ 323180 w 7467600"/>
              <a:gd name="connsiteY640" fmla="*/ 1435283 h 6858000"/>
              <a:gd name="connsiteX641" fmla="*/ 349381 w 7467600"/>
              <a:gd name="connsiteY641" fmla="*/ 1875041 h 6858000"/>
              <a:gd name="connsiteX642" fmla="*/ 374363 w 7467600"/>
              <a:gd name="connsiteY642" fmla="*/ 1506494 h 6858000"/>
              <a:gd name="connsiteX643" fmla="*/ 302168 w 7467600"/>
              <a:gd name="connsiteY643" fmla="*/ 1274495 h 6858000"/>
              <a:gd name="connsiteX644" fmla="*/ 291466 w 7467600"/>
              <a:gd name="connsiteY644" fmla="*/ 1250369 h 6858000"/>
              <a:gd name="connsiteX645" fmla="*/ 678222 w 7467600"/>
              <a:gd name="connsiteY645" fmla="*/ 1248670 h 6858000"/>
              <a:gd name="connsiteX646" fmla="*/ 775536 w 7467600"/>
              <a:gd name="connsiteY646" fmla="*/ 1388015 h 6858000"/>
              <a:gd name="connsiteX647" fmla="*/ 894529 w 7467600"/>
              <a:gd name="connsiteY647" fmla="*/ 1567739 h 6858000"/>
              <a:gd name="connsiteX648" fmla="*/ 948000 w 7467600"/>
              <a:gd name="connsiteY648" fmla="*/ 1663088 h 6858000"/>
              <a:gd name="connsiteX649" fmla="*/ 1006812 w 7467600"/>
              <a:gd name="connsiteY649" fmla="*/ 1767683 h 6858000"/>
              <a:gd name="connsiteX650" fmla="*/ 1149133 w 7467600"/>
              <a:gd name="connsiteY650" fmla="*/ 1971513 h 6858000"/>
              <a:gd name="connsiteX651" fmla="*/ 1333952 w 7467600"/>
              <a:gd name="connsiteY651" fmla="*/ 2251620 h 6858000"/>
              <a:gd name="connsiteX652" fmla="*/ 1337329 w 7467600"/>
              <a:gd name="connsiteY652" fmla="*/ 2258350 h 6858000"/>
              <a:gd name="connsiteX653" fmla="*/ 1014726 w 7467600"/>
              <a:gd name="connsiteY653" fmla="*/ 1615556 h 6858000"/>
              <a:gd name="connsiteX654" fmla="*/ 678222 w 7467600"/>
              <a:gd name="connsiteY654" fmla="*/ 1248670 h 6858000"/>
              <a:gd name="connsiteX655" fmla="*/ 6691602 w 7467600"/>
              <a:gd name="connsiteY655" fmla="*/ 1140573 h 6858000"/>
              <a:gd name="connsiteX656" fmla="*/ 6571100 w 7467600"/>
              <a:gd name="connsiteY656" fmla="*/ 1183662 h 6858000"/>
              <a:gd name="connsiteX657" fmla="*/ 6241687 w 7467600"/>
              <a:gd name="connsiteY657" fmla="*/ 1257600 h 6858000"/>
              <a:gd name="connsiteX658" fmla="*/ 5693009 w 7467600"/>
              <a:gd name="connsiteY658" fmla="*/ 1478256 h 6858000"/>
              <a:gd name="connsiteX659" fmla="*/ 6548420 w 7467600"/>
              <a:gd name="connsiteY659" fmla="*/ 1214599 h 6858000"/>
              <a:gd name="connsiteX660" fmla="*/ 6605473 w 7467600"/>
              <a:gd name="connsiteY660" fmla="*/ 1184686 h 6858000"/>
              <a:gd name="connsiteX661" fmla="*/ 6691602 w 7467600"/>
              <a:gd name="connsiteY661" fmla="*/ 1140573 h 6858000"/>
              <a:gd name="connsiteX662" fmla="*/ 4002475 w 7467600"/>
              <a:gd name="connsiteY662" fmla="*/ 1037802 h 6858000"/>
              <a:gd name="connsiteX663" fmla="*/ 4000324 w 7467600"/>
              <a:gd name="connsiteY663" fmla="*/ 1039362 h 6858000"/>
              <a:gd name="connsiteX664" fmla="*/ 4002862 w 7467600"/>
              <a:gd name="connsiteY664" fmla="*/ 1042866 h 6858000"/>
              <a:gd name="connsiteX665" fmla="*/ 4002475 w 7467600"/>
              <a:gd name="connsiteY665" fmla="*/ 1037802 h 6858000"/>
              <a:gd name="connsiteX666" fmla="*/ 506322 w 7467600"/>
              <a:gd name="connsiteY666" fmla="*/ 1020997 h 6858000"/>
              <a:gd name="connsiteX667" fmla="*/ 533068 w 7467600"/>
              <a:gd name="connsiteY667" fmla="*/ 1029409 h 6858000"/>
              <a:gd name="connsiteX668" fmla="*/ 1232525 w 7467600"/>
              <a:gd name="connsiteY668" fmla="*/ 1804675 h 6858000"/>
              <a:gd name="connsiteX669" fmla="*/ 1388858 w 7467600"/>
              <a:gd name="connsiteY669" fmla="*/ 2368011 h 6858000"/>
              <a:gd name="connsiteX670" fmla="*/ 1384098 w 7467600"/>
              <a:gd name="connsiteY670" fmla="*/ 2378125 h 6858000"/>
              <a:gd name="connsiteX671" fmla="*/ 1425393 w 7467600"/>
              <a:gd name="connsiteY671" fmla="*/ 2589124 h 6858000"/>
              <a:gd name="connsiteX672" fmla="*/ 1424001 w 7467600"/>
              <a:gd name="connsiteY672" fmla="*/ 2597541 h 6858000"/>
              <a:gd name="connsiteX673" fmla="*/ 2152729 w 7467600"/>
              <a:gd name="connsiteY673" fmla="*/ 2864487 h 6858000"/>
              <a:gd name="connsiteX674" fmla="*/ 2020609 w 7467600"/>
              <a:gd name="connsiteY674" fmla="*/ 2539671 h 6858000"/>
              <a:gd name="connsiteX675" fmla="*/ 2018920 w 7467600"/>
              <a:gd name="connsiteY675" fmla="*/ 2536309 h 6858000"/>
              <a:gd name="connsiteX676" fmla="*/ 1342441 w 7467600"/>
              <a:gd name="connsiteY676" fmla="*/ 1173017 h 6858000"/>
              <a:gd name="connsiteX677" fmla="*/ 1367925 w 7467600"/>
              <a:gd name="connsiteY677" fmla="*/ 1135648 h 6858000"/>
              <a:gd name="connsiteX678" fmla="*/ 1771401 w 7467600"/>
              <a:gd name="connsiteY678" fmla="*/ 1806673 h 6858000"/>
              <a:gd name="connsiteX679" fmla="*/ 1972385 w 7467600"/>
              <a:gd name="connsiteY679" fmla="*/ 2198735 h 6858000"/>
              <a:gd name="connsiteX680" fmla="*/ 2040892 w 7467600"/>
              <a:gd name="connsiteY680" fmla="*/ 2405205 h 6858000"/>
              <a:gd name="connsiteX681" fmla="*/ 2131689 w 7467600"/>
              <a:gd name="connsiteY681" fmla="*/ 1936926 h 6858000"/>
              <a:gd name="connsiteX682" fmla="*/ 2454820 w 7467600"/>
              <a:gd name="connsiteY682" fmla="*/ 1248808 h 6858000"/>
              <a:gd name="connsiteX683" fmla="*/ 2492512 w 7467600"/>
              <a:gd name="connsiteY683" fmla="*/ 1302920 h 6858000"/>
              <a:gd name="connsiteX684" fmla="*/ 2081216 w 7467600"/>
              <a:gd name="connsiteY684" fmla="*/ 2527513 h 6858000"/>
              <a:gd name="connsiteX685" fmla="*/ 2081211 w 7467600"/>
              <a:gd name="connsiteY685" fmla="*/ 2528916 h 6858000"/>
              <a:gd name="connsiteX686" fmla="*/ 2199067 w 7467600"/>
              <a:gd name="connsiteY686" fmla="*/ 2884061 h 6858000"/>
              <a:gd name="connsiteX687" fmla="*/ 3192586 w 7467600"/>
              <a:gd name="connsiteY687" fmla="*/ 3411496 h 6858000"/>
              <a:gd name="connsiteX688" fmla="*/ 3182620 w 7467600"/>
              <a:gd name="connsiteY688" fmla="*/ 3483279 h 6858000"/>
              <a:gd name="connsiteX689" fmla="*/ 2435119 w 7467600"/>
              <a:gd name="connsiteY689" fmla="*/ 3080173 h 6858000"/>
              <a:gd name="connsiteX690" fmla="*/ 2410152 w 7467600"/>
              <a:gd name="connsiteY690" fmla="*/ 3063751 h 6858000"/>
              <a:gd name="connsiteX691" fmla="*/ 2408099 w 7467600"/>
              <a:gd name="connsiteY691" fmla="*/ 3064403 h 6858000"/>
              <a:gd name="connsiteX692" fmla="*/ 2407218 w 7467600"/>
              <a:gd name="connsiteY692" fmla="*/ 3070324 h 6858000"/>
              <a:gd name="connsiteX693" fmla="*/ 2380138 w 7467600"/>
              <a:gd name="connsiteY693" fmla="*/ 3099341 h 6858000"/>
              <a:gd name="connsiteX694" fmla="*/ 1765923 w 7467600"/>
              <a:gd name="connsiteY694" fmla="*/ 3581043 h 6858000"/>
              <a:gd name="connsiteX695" fmla="*/ 1702258 w 7467600"/>
              <a:gd name="connsiteY695" fmla="*/ 3612286 h 6858000"/>
              <a:gd name="connsiteX696" fmla="*/ 1538370 w 7467600"/>
              <a:gd name="connsiteY696" fmla="*/ 3811804 h 6858000"/>
              <a:gd name="connsiteX697" fmla="*/ 542867 w 7467600"/>
              <a:gd name="connsiteY697" fmla="*/ 4944092 h 6858000"/>
              <a:gd name="connsiteX698" fmla="*/ 515800 w 7467600"/>
              <a:gd name="connsiteY698" fmla="*/ 4862180 h 6858000"/>
              <a:gd name="connsiteX699" fmla="*/ 909145 w 7467600"/>
              <a:gd name="connsiteY699" fmla="*/ 4199225 h 6858000"/>
              <a:gd name="connsiteX700" fmla="*/ 1214067 w 7467600"/>
              <a:gd name="connsiteY700" fmla="*/ 3908561 h 6858000"/>
              <a:gd name="connsiteX701" fmla="*/ 640967 w 7467600"/>
              <a:gd name="connsiteY701" fmla="*/ 4105601 h 6858000"/>
              <a:gd name="connsiteX702" fmla="*/ 112563 w 7467600"/>
              <a:gd name="connsiteY702" fmla="*/ 4396952 h 6858000"/>
              <a:gd name="connsiteX703" fmla="*/ 0 w 7467600"/>
              <a:gd name="connsiteY703" fmla="*/ 4466006 h 6858000"/>
              <a:gd name="connsiteX704" fmla="*/ 0 w 7467600"/>
              <a:gd name="connsiteY704" fmla="*/ 4233763 h 6858000"/>
              <a:gd name="connsiteX705" fmla="*/ 36881 w 7467600"/>
              <a:gd name="connsiteY705" fmla="*/ 4200118 h 6858000"/>
              <a:gd name="connsiteX706" fmla="*/ 910534 w 7467600"/>
              <a:gd name="connsiteY706" fmla="*/ 3629753 h 6858000"/>
              <a:gd name="connsiteX707" fmla="*/ 1578717 w 7467600"/>
              <a:gd name="connsiteY707" fmla="*/ 3575982 h 6858000"/>
              <a:gd name="connsiteX708" fmla="*/ 2338780 w 7467600"/>
              <a:gd name="connsiteY708" fmla="*/ 3033725 h 6858000"/>
              <a:gd name="connsiteX709" fmla="*/ 1807991 w 7467600"/>
              <a:gd name="connsiteY709" fmla="*/ 2807184 h 6858000"/>
              <a:gd name="connsiteX710" fmla="*/ 1416358 w 7467600"/>
              <a:gd name="connsiteY710" fmla="*/ 3112571 h 6858000"/>
              <a:gd name="connsiteX711" fmla="*/ 939066 w 7467600"/>
              <a:gd name="connsiteY711" fmla="*/ 3378798 h 6858000"/>
              <a:gd name="connsiteX712" fmla="*/ 115099 w 7467600"/>
              <a:gd name="connsiteY712" fmla="*/ 3607650 h 6858000"/>
              <a:gd name="connsiteX713" fmla="*/ 97284 w 7467600"/>
              <a:gd name="connsiteY713" fmla="*/ 3520393 h 6858000"/>
              <a:gd name="connsiteX714" fmla="*/ 922050 w 7467600"/>
              <a:gd name="connsiteY714" fmla="*/ 3074867 h 6858000"/>
              <a:gd name="connsiteX715" fmla="*/ 1405265 w 7467600"/>
              <a:gd name="connsiteY715" fmla="*/ 3016319 h 6858000"/>
              <a:gd name="connsiteX716" fmla="*/ 1407512 w 7467600"/>
              <a:gd name="connsiteY716" fmla="*/ 3018001 h 6858000"/>
              <a:gd name="connsiteX717" fmla="*/ 1726266 w 7467600"/>
              <a:gd name="connsiteY717" fmla="*/ 2777274 h 6858000"/>
              <a:gd name="connsiteX718" fmla="*/ 625390 w 7467600"/>
              <a:gd name="connsiteY718" fmla="*/ 2514541 h 6858000"/>
              <a:gd name="connsiteX719" fmla="*/ 619799 w 7467600"/>
              <a:gd name="connsiteY719" fmla="*/ 2527180 h 6858000"/>
              <a:gd name="connsiteX720" fmla="*/ 310030 w 7467600"/>
              <a:gd name="connsiteY720" fmla="*/ 2771818 h 6858000"/>
              <a:gd name="connsiteX721" fmla="*/ 173877 w 7467600"/>
              <a:gd name="connsiteY721" fmla="*/ 2937056 h 6858000"/>
              <a:gd name="connsiteX722" fmla="*/ 77889 w 7467600"/>
              <a:gd name="connsiteY722" fmla="*/ 3138440 h 6858000"/>
              <a:gd name="connsiteX723" fmla="*/ 0 w 7467600"/>
              <a:gd name="connsiteY723" fmla="*/ 3271395 h 6858000"/>
              <a:gd name="connsiteX724" fmla="*/ 0 w 7467600"/>
              <a:gd name="connsiteY724" fmla="*/ 3153002 h 6858000"/>
              <a:gd name="connsiteX725" fmla="*/ 2386 w 7467600"/>
              <a:gd name="connsiteY725" fmla="*/ 3149203 h 6858000"/>
              <a:gd name="connsiteX726" fmla="*/ 89753 w 7467600"/>
              <a:gd name="connsiteY726" fmla="*/ 2987702 h 6858000"/>
              <a:gd name="connsiteX727" fmla="*/ 76869 w 7467600"/>
              <a:gd name="connsiteY727" fmla="*/ 3005404 h 6858000"/>
              <a:gd name="connsiteX728" fmla="*/ 32049 w 7467600"/>
              <a:gd name="connsiteY728" fmla="*/ 3065814 h 6858000"/>
              <a:gd name="connsiteX729" fmla="*/ 0 w 7467600"/>
              <a:gd name="connsiteY729" fmla="*/ 3108744 h 6858000"/>
              <a:gd name="connsiteX730" fmla="*/ 0 w 7467600"/>
              <a:gd name="connsiteY730" fmla="*/ 3058059 h 6858000"/>
              <a:gd name="connsiteX731" fmla="*/ 7610 w 7467600"/>
              <a:gd name="connsiteY731" fmla="*/ 3047889 h 6858000"/>
              <a:gd name="connsiteX732" fmla="*/ 52419 w 7467600"/>
              <a:gd name="connsiteY732" fmla="*/ 2987479 h 6858000"/>
              <a:gd name="connsiteX733" fmla="*/ 59142 w 7467600"/>
              <a:gd name="connsiteY733" fmla="*/ 2978488 h 6858000"/>
              <a:gd name="connsiteX734" fmla="*/ 0 w 7467600"/>
              <a:gd name="connsiteY734" fmla="*/ 3015334 h 6858000"/>
              <a:gd name="connsiteX735" fmla="*/ 0 w 7467600"/>
              <a:gd name="connsiteY735" fmla="*/ 2914286 h 6858000"/>
              <a:gd name="connsiteX736" fmla="*/ 36383 w 7467600"/>
              <a:gd name="connsiteY736" fmla="*/ 2901128 h 6858000"/>
              <a:gd name="connsiteX737" fmla="*/ 156329 w 7467600"/>
              <a:gd name="connsiteY737" fmla="*/ 2840533 h 6858000"/>
              <a:gd name="connsiteX738" fmla="*/ 358355 w 7467600"/>
              <a:gd name="connsiteY738" fmla="*/ 2620471 h 6858000"/>
              <a:gd name="connsiteX739" fmla="*/ 510577 w 7467600"/>
              <a:gd name="connsiteY739" fmla="*/ 2501244 h 6858000"/>
              <a:gd name="connsiteX740" fmla="*/ 211967 w 7467600"/>
              <a:gd name="connsiteY740" fmla="*/ 2479171 h 6858000"/>
              <a:gd name="connsiteX741" fmla="*/ 0 w 7467600"/>
              <a:gd name="connsiteY741" fmla="*/ 2476398 h 6858000"/>
              <a:gd name="connsiteX742" fmla="*/ 0 w 7467600"/>
              <a:gd name="connsiteY742" fmla="*/ 2389189 h 6858000"/>
              <a:gd name="connsiteX743" fmla="*/ 103062 w 7467600"/>
              <a:gd name="connsiteY743" fmla="*/ 2389518 h 6858000"/>
              <a:gd name="connsiteX744" fmla="*/ 510734 w 7467600"/>
              <a:gd name="connsiteY744" fmla="*/ 2416201 h 6858000"/>
              <a:gd name="connsiteX745" fmla="*/ 279257 w 7467600"/>
              <a:gd name="connsiteY745" fmla="*/ 2092102 h 6858000"/>
              <a:gd name="connsiteX746" fmla="*/ 65265 w 7467600"/>
              <a:gd name="connsiteY746" fmla="*/ 2006049 h 6858000"/>
              <a:gd name="connsiteX747" fmla="*/ 0 w 7467600"/>
              <a:gd name="connsiteY747" fmla="*/ 1982532 h 6858000"/>
              <a:gd name="connsiteX748" fmla="*/ 0 w 7467600"/>
              <a:gd name="connsiteY748" fmla="*/ 1912789 h 6858000"/>
              <a:gd name="connsiteX749" fmla="*/ 97460 w 7467600"/>
              <a:gd name="connsiteY749" fmla="*/ 1953725 h 6858000"/>
              <a:gd name="connsiteX750" fmla="*/ 221272 w 7467600"/>
              <a:gd name="connsiteY750" fmla="*/ 1980766 h 6858000"/>
              <a:gd name="connsiteX751" fmla="*/ 116765 w 7467600"/>
              <a:gd name="connsiteY751" fmla="*/ 1911033 h 6858000"/>
              <a:gd name="connsiteX752" fmla="*/ 16405 w 7467600"/>
              <a:gd name="connsiteY752" fmla="*/ 1803412 h 6858000"/>
              <a:gd name="connsiteX753" fmla="*/ 0 w 7467600"/>
              <a:gd name="connsiteY753" fmla="*/ 1784777 h 6858000"/>
              <a:gd name="connsiteX754" fmla="*/ 0 w 7467600"/>
              <a:gd name="connsiteY754" fmla="*/ 1740082 h 6858000"/>
              <a:gd name="connsiteX755" fmla="*/ 39394 w 7467600"/>
              <a:gd name="connsiteY755" fmla="*/ 1784856 h 6858000"/>
              <a:gd name="connsiteX756" fmla="*/ 135813 w 7467600"/>
              <a:gd name="connsiteY756" fmla="*/ 1888838 h 6858000"/>
              <a:gd name="connsiteX757" fmla="*/ 242575 w 7467600"/>
              <a:gd name="connsiteY757" fmla="*/ 1958841 h 6858000"/>
              <a:gd name="connsiteX758" fmla="*/ 82197 w 7467600"/>
              <a:gd name="connsiteY758" fmla="*/ 1754826 h 6858000"/>
              <a:gd name="connsiteX759" fmla="*/ 0 w 7467600"/>
              <a:gd name="connsiteY759" fmla="*/ 1679650 h 6858000"/>
              <a:gd name="connsiteX760" fmla="*/ 0 w 7467600"/>
              <a:gd name="connsiteY760" fmla="*/ 1602463 h 6858000"/>
              <a:gd name="connsiteX761" fmla="*/ 84689 w 7467600"/>
              <a:gd name="connsiteY761" fmla="*/ 1677442 h 6858000"/>
              <a:gd name="connsiteX762" fmla="*/ 298437 w 7467600"/>
              <a:gd name="connsiteY762" fmla="*/ 1968019 h 6858000"/>
              <a:gd name="connsiteX763" fmla="*/ 227269 w 7467600"/>
              <a:gd name="connsiteY763" fmla="*/ 1114064 h 6858000"/>
              <a:gd name="connsiteX764" fmla="*/ 248003 w 7467600"/>
              <a:gd name="connsiteY764" fmla="*/ 1089613 h 6858000"/>
              <a:gd name="connsiteX765" fmla="*/ 427020 w 7467600"/>
              <a:gd name="connsiteY765" fmla="*/ 1619803 h 6858000"/>
              <a:gd name="connsiteX766" fmla="*/ 340345 w 7467600"/>
              <a:gd name="connsiteY766" fmla="*/ 2027739 h 6858000"/>
              <a:gd name="connsiteX767" fmla="*/ 360865 w 7467600"/>
              <a:gd name="connsiteY767" fmla="*/ 2044827 h 6858000"/>
              <a:gd name="connsiteX768" fmla="*/ 560414 w 7467600"/>
              <a:gd name="connsiteY768" fmla="*/ 2421457 h 6858000"/>
              <a:gd name="connsiteX769" fmla="*/ 1359703 w 7467600"/>
              <a:gd name="connsiteY769" fmla="*/ 2578554 h 6858000"/>
              <a:gd name="connsiteX770" fmla="*/ 1359422 w 7467600"/>
              <a:gd name="connsiteY770" fmla="*/ 2577994 h 6858000"/>
              <a:gd name="connsiteX771" fmla="*/ 828701 w 7467600"/>
              <a:gd name="connsiteY771" fmla="*/ 1839520 h 6858000"/>
              <a:gd name="connsiteX772" fmla="*/ 494427 w 7467600"/>
              <a:gd name="connsiteY772" fmla="*/ 1092333 h 6858000"/>
              <a:gd name="connsiteX773" fmla="*/ 506322 w 7467600"/>
              <a:gd name="connsiteY773" fmla="*/ 1020997 h 6858000"/>
              <a:gd name="connsiteX774" fmla="*/ 4570198 w 7467600"/>
              <a:gd name="connsiteY774" fmla="*/ 978081 h 6858000"/>
              <a:gd name="connsiteX775" fmla="*/ 4523691 w 7467600"/>
              <a:gd name="connsiteY775" fmla="*/ 1127776 h 6858000"/>
              <a:gd name="connsiteX776" fmla="*/ 4509875 w 7467600"/>
              <a:gd name="connsiteY776" fmla="*/ 1167552 h 6858000"/>
              <a:gd name="connsiteX777" fmla="*/ 4478168 w 7467600"/>
              <a:gd name="connsiteY777" fmla="*/ 1260735 h 6858000"/>
              <a:gd name="connsiteX778" fmla="*/ 4409309 w 7467600"/>
              <a:gd name="connsiteY778" fmla="*/ 1666996 h 6858000"/>
              <a:gd name="connsiteX779" fmla="*/ 4370031 w 7467600"/>
              <a:gd name="connsiteY779" fmla="*/ 1955666 h 6858000"/>
              <a:gd name="connsiteX780" fmla="*/ 4570198 w 7467600"/>
              <a:gd name="connsiteY780" fmla="*/ 978081 h 6858000"/>
              <a:gd name="connsiteX781" fmla="*/ 4557898 w 7467600"/>
              <a:gd name="connsiteY781" fmla="*/ 900011 h 6858000"/>
              <a:gd name="connsiteX782" fmla="*/ 4344840 w 7467600"/>
              <a:gd name="connsiteY782" fmla="*/ 1922038 h 6858000"/>
              <a:gd name="connsiteX783" fmla="*/ 4378710 w 7467600"/>
              <a:gd name="connsiteY783" fmla="*/ 1665516 h 6858000"/>
              <a:gd name="connsiteX784" fmla="*/ 4448798 w 7467600"/>
              <a:gd name="connsiteY784" fmla="*/ 1253024 h 6858000"/>
              <a:gd name="connsiteX785" fmla="*/ 4480315 w 7467600"/>
              <a:gd name="connsiteY785" fmla="*/ 1158454 h 6858000"/>
              <a:gd name="connsiteX786" fmla="*/ 4494133 w 7467600"/>
              <a:gd name="connsiteY786" fmla="*/ 1118676 h 6858000"/>
              <a:gd name="connsiteX787" fmla="*/ 4557898 w 7467600"/>
              <a:gd name="connsiteY787" fmla="*/ 900011 h 6858000"/>
              <a:gd name="connsiteX788" fmla="*/ 5870151 w 7467600"/>
              <a:gd name="connsiteY788" fmla="*/ 898890 h 6858000"/>
              <a:gd name="connsiteX789" fmla="*/ 5861335 w 7467600"/>
              <a:gd name="connsiteY789" fmla="*/ 899177 h 6858000"/>
              <a:gd name="connsiteX790" fmla="*/ 5843702 w 7467600"/>
              <a:gd name="connsiteY790" fmla="*/ 899748 h 6858000"/>
              <a:gd name="connsiteX791" fmla="*/ 5651107 w 7467600"/>
              <a:gd name="connsiteY791" fmla="*/ 920306 h 6858000"/>
              <a:gd name="connsiteX792" fmla="*/ 5459407 w 7467600"/>
              <a:gd name="connsiteY792" fmla="*/ 940975 h 6858000"/>
              <a:gd name="connsiteX793" fmla="*/ 5374846 w 7467600"/>
              <a:gd name="connsiteY793" fmla="*/ 941988 h 6858000"/>
              <a:gd name="connsiteX794" fmla="*/ 5256105 w 7467600"/>
              <a:gd name="connsiteY794" fmla="*/ 945632 h 6858000"/>
              <a:gd name="connsiteX795" fmla="*/ 5107071 w 7467600"/>
              <a:gd name="connsiteY795" fmla="*/ 969720 h 6858000"/>
              <a:gd name="connsiteX796" fmla="*/ 4998681 w 7467600"/>
              <a:gd name="connsiteY796" fmla="*/ 988771 h 6858000"/>
              <a:gd name="connsiteX797" fmla="*/ 5870151 w 7467600"/>
              <a:gd name="connsiteY797" fmla="*/ 898890 h 6858000"/>
              <a:gd name="connsiteX798" fmla="*/ 5504425 w 7467600"/>
              <a:gd name="connsiteY798" fmla="*/ 848067 h 6858000"/>
              <a:gd name="connsiteX799" fmla="*/ 4968849 w 7467600"/>
              <a:gd name="connsiteY799" fmla="*/ 962318 h 6858000"/>
              <a:gd name="connsiteX800" fmla="*/ 5104039 w 7467600"/>
              <a:gd name="connsiteY800" fmla="*/ 940634 h 6858000"/>
              <a:gd name="connsiteX801" fmla="*/ 5256311 w 7467600"/>
              <a:gd name="connsiteY801" fmla="*/ 916490 h 6858000"/>
              <a:gd name="connsiteX802" fmla="*/ 5377381 w 7467600"/>
              <a:gd name="connsiteY802" fmla="*/ 912671 h 6858000"/>
              <a:gd name="connsiteX803" fmla="*/ 5460148 w 7467600"/>
              <a:gd name="connsiteY803" fmla="*/ 911442 h 6858000"/>
              <a:gd name="connsiteX804" fmla="*/ 5648971 w 7467600"/>
              <a:gd name="connsiteY804" fmla="*/ 891331 h 6858000"/>
              <a:gd name="connsiteX805" fmla="*/ 5844807 w 7467600"/>
              <a:gd name="connsiteY805" fmla="*/ 870718 h 6858000"/>
              <a:gd name="connsiteX806" fmla="*/ 5862975 w 7467600"/>
              <a:gd name="connsiteY806" fmla="*/ 869756 h 6858000"/>
              <a:gd name="connsiteX807" fmla="*/ 5920887 w 7467600"/>
              <a:gd name="connsiteY807" fmla="*/ 865929 h 6858000"/>
              <a:gd name="connsiteX808" fmla="*/ 5504425 w 7467600"/>
              <a:gd name="connsiteY808" fmla="*/ 848067 h 6858000"/>
              <a:gd name="connsiteX809" fmla="*/ 3607114 w 7467600"/>
              <a:gd name="connsiteY809" fmla="*/ 467441 h 6858000"/>
              <a:gd name="connsiteX810" fmla="*/ 3296242 w 7467600"/>
              <a:gd name="connsiteY810" fmla="*/ 807991 h 6858000"/>
              <a:gd name="connsiteX811" fmla="*/ 3174674 w 7467600"/>
              <a:gd name="connsiteY811" fmla="*/ 919759 h 6858000"/>
              <a:gd name="connsiteX812" fmla="*/ 3042978 w 7467600"/>
              <a:gd name="connsiteY812" fmla="*/ 1054894 h 6858000"/>
              <a:gd name="connsiteX813" fmla="*/ 2968914 w 7467600"/>
              <a:gd name="connsiteY813" fmla="*/ 1133756 h 6858000"/>
              <a:gd name="connsiteX814" fmla="*/ 3103823 w 7467600"/>
              <a:gd name="connsiteY814" fmla="*/ 1026814 h 6858000"/>
              <a:gd name="connsiteX815" fmla="*/ 3607114 w 7467600"/>
              <a:gd name="connsiteY815" fmla="*/ 467441 h 6858000"/>
              <a:gd name="connsiteX816" fmla="*/ 3744487 w 7467600"/>
              <a:gd name="connsiteY816" fmla="*/ 383136 h 6858000"/>
              <a:gd name="connsiteX817" fmla="*/ 3970213 w 7467600"/>
              <a:gd name="connsiteY817" fmla="*/ 995559 h 6858000"/>
              <a:gd name="connsiteX818" fmla="*/ 3744487 w 7467600"/>
              <a:gd name="connsiteY818" fmla="*/ 383136 h 6858000"/>
              <a:gd name="connsiteX819" fmla="*/ 3624562 w 7467600"/>
              <a:gd name="connsiteY819" fmla="*/ 367041 h 6858000"/>
              <a:gd name="connsiteX820" fmla="*/ 3489712 w 7467600"/>
              <a:gd name="connsiteY820" fmla="*/ 485386 h 6858000"/>
              <a:gd name="connsiteX821" fmla="*/ 3182994 w 7467600"/>
              <a:gd name="connsiteY821" fmla="*/ 828265 h 6858000"/>
              <a:gd name="connsiteX822" fmla="*/ 2892114 w 7467600"/>
              <a:gd name="connsiteY822" fmla="*/ 1172635 h 6858000"/>
              <a:gd name="connsiteX823" fmla="*/ 3021459 w 7467600"/>
              <a:gd name="connsiteY823" fmla="*/ 1035385 h 6858000"/>
              <a:gd name="connsiteX824" fmla="*/ 3153873 w 7467600"/>
              <a:gd name="connsiteY824" fmla="*/ 898971 h 6858000"/>
              <a:gd name="connsiteX825" fmla="*/ 3276511 w 7467600"/>
              <a:gd name="connsiteY825" fmla="*/ 786423 h 6858000"/>
              <a:gd name="connsiteX826" fmla="*/ 3584154 w 7467600"/>
              <a:gd name="connsiteY826" fmla="*/ 448218 h 6858000"/>
              <a:gd name="connsiteX827" fmla="*/ 3624562 w 7467600"/>
              <a:gd name="connsiteY827" fmla="*/ 367041 h 6858000"/>
              <a:gd name="connsiteX828" fmla="*/ 3766672 w 7467600"/>
              <a:gd name="connsiteY828" fmla="*/ 359429 h 6858000"/>
              <a:gd name="connsiteX829" fmla="*/ 3996338 w 7467600"/>
              <a:gd name="connsiteY829" fmla="*/ 968237 h 6858000"/>
              <a:gd name="connsiteX830" fmla="*/ 3766672 w 7467600"/>
              <a:gd name="connsiteY830" fmla="*/ 359429 h 6858000"/>
              <a:gd name="connsiteX831" fmla="*/ 5805386 w 7467600"/>
              <a:gd name="connsiteY831" fmla="*/ 239240 h 6858000"/>
              <a:gd name="connsiteX832" fmla="*/ 5736947 w 7467600"/>
              <a:gd name="connsiteY832" fmla="*/ 261367 h 6858000"/>
              <a:gd name="connsiteX833" fmla="*/ 5427012 w 7467600"/>
              <a:gd name="connsiteY833" fmla="*/ 311272 h 6858000"/>
              <a:gd name="connsiteX834" fmla="*/ 5147818 w 7467600"/>
              <a:gd name="connsiteY834" fmla="*/ 322112 h 6858000"/>
              <a:gd name="connsiteX835" fmla="*/ 5060854 w 7467600"/>
              <a:gd name="connsiteY835" fmla="*/ 311882 h 6858000"/>
              <a:gd name="connsiteX836" fmla="*/ 4945989 w 7467600"/>
              <a:gd name="connsiteY836" fmla="*/ 300516 h 6858000"/>
              <a:gd name="connsiteX837" fmla="*/ 5410479 w 7467600"/>
              <a:gd name="connsiteY837" fmla="*/ 348434 h 6858000"/>
              <a:gd name="connsiteX838" fmla="*/ 5805386 w 7467600"/>
              <a:gd name="connsiteY838" fmla="*/ 239240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882765 w 7467600"/>
              <a:gd name="connsiteY918" fmla="*/ 0 h 6858000"/>
              <a:gd name="connsiteX919" fmla="*/ 3721337 w 7467600"/>
              <a:gd name="connsiteY919" fmla="*/ 0 h 6858000"/>
              <a:gd name="connsiteX920" fmla="*/ 3797544 w 7467600"/>
              <a:gd name="connsiteY920" fmla="*/ 0 h 6858000"/>
              <a:gd name="connsiteX921" fmla="*/ 3775734 w 7467600"/>
              <a:gd name="connsiteY921" fmla="*/ 95131 h 6858000"/>
              <a:gd name="connsiteX922" fmla="*/ 3724807 w 7467600"/>
              <a:gd name="connsiteY922" fmla="*/ 272257 h 6858000"/>
              <a:gd name="connsiteX923" fmla="*/ 3726844 w 7467600"/>
              <a:gd name="connsiteY923" fmla="*/ 282988 h 6858000"/>
              <a:gd name="connsiteX924" fmla="*/ 3742664 w 7467600"/>
              <a:gd name="connsiteY924" fmla="*/ 279918 h 6858000"/>
              <a:gd name="connsiteX925" fmla="*/ 4103910 w 7467600"/>
              <a:gd name="connsiteY925" fmla="*/ 1161917 h 6858000"/>
              <a:gd name="connsiteX926" fmla="*/ 4020269 w 7467600"/>
              <a:gd name="connsiteY926" fmla="*/ 1200406 h 6858000"/>
              <a:gd name="connsiteX927" fmla="*/ 3674882 w 7467600"/>
              <a:gd name="connsiteY927" fmla="*/ 488524 h 6858000"/>
              <a:gd name="connsiteX928" fmla="*/ 3132682 w 7467600"/>
              <a:gd name="connsiteY928" fmla="*/ 1072284 h 6858000"/>
              <a:gd name="connsiteX929" fmla="*/ 2716346 w 7467600"/>
              <a:gd name="connsiteY929" fmla="*/ 1276376 h 6858000"/>
              <a:gd name="connsiteX930" fmla="*/ 2716772 w 7467600"/>
              <a:gd name="connsiteY930" fmla="*/ 1255462 h 6858000"/>
              <a:gd name="connsiteX931" fmla="*/ 3471096 w 7467600"/>
              <a:gd name="connsiteY931" fmla="*/ 437072 h 6858000"/>
              <a:gd name="connsiteX932" fmla="*/ 3639057 w 7467600"/>
              <a:gd name="connsiteY932" fmla="*/ 286334 h 6858000"/>
              <a:gd name="connsiteX933" fmla="*/ 3640309 w 7467600"/>
              <a:gd name="connsiteY933" fmla="*/ 284664 h 6858000"/>
              <a:gd name="connsiteX934" fmla="*/ 3646022 w 7467600"/>
              <a:gd name="connsiteY934" fmla="*/ 276711 h 6858000"/>
              <a:gd name="connsiteX935" fmla="*/ 3707943 w 7467600"/>
              <a:gd name="connsiteY935" fmla="*/ 65958 h 6858000"/>
              <a:gd name="connsiteX936" fmla="*/ 3721337 w 7467600"/>
              <a:gd name="connsiteY936" fmla="*/ 0 h 6858000"/>
              <a:gd name="connsiteX937" fmla="*/ 2867960 w 7467600"/>
              <a:gd name="connsiteY937" fmla="*/ 0 h 6858000"/>
              <a:gd name="connsiteX938" fmla="*/ 2926351 w 7467600"/>
              <a:gd name="connsiteY938" fmla="*/ 0 h 6858000"/>
              <a:gd name="connsiteX939" fmla="*/ 2902823 w 7467600"/>
              <a:gd name="connsiteY939" fmla="*/ 262929 h 6858000"/>
              <a:gd name="connsiteX940" fmla="*/ 2940663 w 7467600"/>
              <a:gd name="connsiteY940" fmla="*/ 140884 h 6858000"/>
              <a:gd name="connsiteX941" fmla="*/ 2947039 w 7467600"/>
              <a:gd name="connsiteY941" fmla="*/ 122524 h 6858000"/>
              <a:gd name="connsiteX942" fmla="*/ 2984316 w 7467600"/>
              <a:gd name="connsiteY942" fmla="*/ 0 h 6858000"/>
              <a:gd name="connsiteX943" fmla="*/ 3016114 w 7467600"/>
              <a:gd name="connsiteY943" fmla="*/ 0 h 6858000"/>
              <a:gd name="connsiteX944" fmla="*/ 2979949 w 7467600"/>
              <a:gd name="connsiteY944" fmla="*/ 119274 h 6858000"/>
              <a:gd name="connsiteX945" fmla="*/ 3023879 w 7467600"/>
              <a:gd name="connsiteY945" fmla="*/ 0 h 6858000"/>
              <a:gd name="connsiteX946" fmla="*/ 3105400 w 7467600"/>
              <a:gd name="connsiteY946" fmla="*/ 0 h 6858000"/>
              <a:gd name="connsiteX947" fmla="*/ 3094669 w 7467600"/>
              <a:gd name="connsiteY947" fmla="*/ 30308 h 6858000"/>
              <a:gd name="connsiteX948" fmla="*/ 2901945 w 7467600"/>
              <a:gd name="connsiteY948" fmla="*/ 466538 h 6858000"/>
              <a:gd name="connsiteX949" fmla="*/ 2815209 w 7467600"/>
              <a:gd name="connsiteY949" fmla="*/ 497361 h 6858000"/>
              <a:gd name="connsiteX950" fmla="*/ 2844845 w 7467600"/>
              <a:gd name="connsiteY950" fmla="*/ 127638 h 6858000"/>
              <a:gd name="connsiteX951" fmla="*/ 2867960 w 7467600"/>
              <a:gd name="connsiteY951" fmla="*/ 0 h 6858000"/>
              <a:gd name="connsiteX952" fmla="*/ 1057230 w 7467600"/>
              <a:gd name="connsiteY952" fmla="*/ 0 h 6858000"/>
              <a:gd name="connsiteX953" fmla="*/ 1111003 w 7467600"/>
              <a:gd name="connsiteY953" fmla="*/ 0 h 6858000"/>
              <a:gd name="connsiteX954" fmla="*/ 1125553 w 7467600"/>
              <a:gd name="connsiteY954" fmla="*/ 52588 h 6858000"/>
              <a:gd name="connsiteX955" fmla="*/ 1304276 w 7467600"/>
              <a:gd name="connsiteY955" fmla="*/ 476275 h 6858000"/>
              <a:gd name="connsiteX956" fmla="*/ 1492066 w 7467600"/>
              <a:gd name="connsiteY956" fmla="*/ 886333 h 6858000"/>
              <a:gd name="connsiteX957" fmla="*/ 1423698 w 7467600"/>
              <a:gd name="connsiteY957" fmla="*/ 710817 h 6858000"/>
              <a:gd name="connsiteX958" fmla="*/ 1357609 w 7467600"/>
              <a:gd name="connsiteY958" fmla="*/ 532892 h 6858000"/>
              <a:gd name="connsiteX959" fmla="*/ 1309550 w 7467600"/>
              <a:gd name="connsiteY959" fmla="*/ 374031 h 6858000"/>
              <a:gd name="connsiteX960" fmla="*/ 1193673 w 7467600"/>
              <a:gd name="connsiteY960" fmla="*/ 49533 h 6858000"/>
              <a:gd name="connsiteX961" fmla="*/ 1164391 w 7467600"/>
              <a:gd name="connsiteY961" fmla="*/ 0 h 6858000"/>
              <a:gd name="connsiteX962" fmla="*/ 1200666 w 7467600"/>
              <a:gd name="connsiteY962" fmla="*/ 0 h 6858000"/>
              <a:gd name="connsiteX963" fmla="*/ 1223408 w 7467600"/>
              <a:gd name="connsiteY963" fmla="*/ 38996 h 6858000"/>
              <a:gd name="connsiteX964" fmla="*/ 1339635 w 7467600"/>
              <a:gd name="connsiteY964" fmla="*/ 365517 h 6858000"/>
              <a:gd name="connsiteX965" fmla="*/ 1387469 w 7467600"/>
              <a:gd name="connsiteY965" fmla="*/ 523079 h 6858000"/>
              <a:gd name="connsiteX966" fmla="*/ 1452685 w 7467600"/>
              <a:gd name="connsiteY966" fmla="*/ 699806 h 6858000"/>
              <a:gd name="connsiteX967" fmla="*/ 1492092 w 7467600"/>
              <a:gd name="connsiteY967" fmla="*/ 800424 h 6858000"/>
              <a:gd name="connsiteX968" fmla="*/ 1455302 w 7467600"/>
              <a:gd name="connsiteY968" fmla="*/ 632913 h 6858000"/>
              <a:gd name="connsiteX969" fmla="*/ 1222336 w 7467600"/>
              <a:gd name="connsiteY969" fmla="*/ 9480 h 6858000"/>
              <a:gd name="connsiteX970" fmla="*/ 1214634 w 7467600"/>
              <a:gd name="connsiteY970" fmla="*/ 0 h 6858000"/>
              <a:gd name="connsiteX971" fmla="*/ 1289827 w 7467600"/>
              <a:gd name="connsiteY971" fmla="*/ 0 h 6858000"/>
              <a:gd name="connsiteX972" fmla="*/ 1321076 w 7467600"/>
              <a:gd name="connsiteY972" fmla="*/ 59722 h 6858000"/>
              <a:gd name="connsiteX973" fmla="*/ 1512579 w 7467600"/>
              <a:gd name="connsiteY973" fmla="*/ 626441 h 6858000"/>
              <a:gd name="connsiteX974" fmla="*/ 1506076 w 7467600"/>
              <a:gd name="connsiteY974" fmla="*/ 1089289 h 6858000"/>
              <a:gd name="connsiteX975" fmla="*/ 1486346 w 7467600"/>
              <a:gd name="connsiteY975" fmla="*/ 1079919 h 6858000"/>
              <a:gd name="connsiteX976" fmla="*/ 1070511 w 7467600"/>
              <a:gd name="connsiteY976" fmla="*/ 48609 h 6858000"/>
              <a:gd name="connsiteX977" fmla="*/ 1057230 w 7467600"/>
              <a:gd name="connsiteY977" fmla="*/ 0 h 6858000"/>
              <a:gd name="connsiteX978" fmla="*/ 43151 w 7467600"/>
              <a:gd name="connsiteY978" fmla="*/ 0 h 6858000"/>
              <a:gd name="connsiteX979" fmla="*/ 95283 w 7467600"/>
              <a:gd name="connsiteY979" fmla="*/ 0 h 6858000"/>
              <a:gd name="connsiteX980" fmla="*/ 300708 w 7467600"/>
              <a:gd name="connsiteY980" fmla="*/ 154571 h 6858000"/>
              <a:gd name="connsiteX981" fmla="*/ 530414 w 7467600"/>
              <a:gd name="connsiteY981" fmla="*/ 354673 h 6858000"/>
              <a:gd name="connsiteX982" fmla="*/ 333785 w 7467600"/>
              <a:gd name="connsiteY982" fmla="*/ 161564 h 6858000"/>
              <a:gd name="connsiteX983" fmla="*/ 147005 w 7467600"/>
              <a:gd name="connsiteY983" fmla="*/ 0 h 6858000"/>
              <a:gd name="connsiteX984" fmla="*/ 272509 w 7467600"/>
              <a:gd name="connsiteY984" fmla="*/ 0 h 6858000"/>
              <a:gd name="connsiteX985" fmla="*/ 326276 w 7467600"/>
              <a:gd name="connsiteY985" fmla="*/ 45847 h 6858000"/>
              <a:gd name="connsiteX986" fmla="*/ 823759 w 7467600"/>
              <a:gd name="connsiteY986" fmla="*/ 574145 h 6858000"/>
              <a:gd name="connsiteX987" fmla="*/ 811254 w 7467600"/>
              <a:gd name="connsiteY987" fmla="*/ 665546 h 6858000"/>
              <a:gd name="connsiteX988" fmla="*/ 154042 w 7467600"/>
              <a:gd name="connsiteY988" fmla="*/ 261522 h 6858000"/>
              <a:gd name="connsiteX989" fmla="*/ 13550 w 7467600"/>
              <a:gd name="connsiteY989" fmla="*/ 158423 h 6858000"/>
              <a:gd name="connsiteX990" fmla="*/ 0 w 7467600"/>
              <a:gd name="connsiteY990" fmla="*/ 146618 h 6858000"/>
              <a:gd name="connsiteX991" fmla="*/ 0 w 7467600"/>
              <a:gd name="connsiteY991" fmla="*/ 59161 h 6858000"/>
              <a:gd name="connsiteX992" fmla="*/ 45427 w 7467600"/>
              <a:gd name="connsiteY992" fmla="*/ 101078 h 6858000"/>
              <a:gd name="connsiteX993" fmla="*/ 630103 w 7467600"/>
              <a:gd name="connsiteY993" fmla="*/ 485885 h 6858000"/>
              <a:gd name="connsiteX994" fmla="*/ 532040 w 7467600"/>
              <a:gd name="connsiteY994" fmla="*/ 399359 h 6858000"/>
              <a:gd name="connsiteX995" fmla="*/ 517618 w 7467600"/>
              <a:gd name="connsiteY995" fmla="*/ 385726 h 6858000"/>
              <a:gd name="connsiteX996" fmla="*/ 285074 w 7467600"/>
              <a:gd name="connsiteY996" fmla="*/ 182755 h 6858000"/>
              <a:gd name="connsiteX997" fmla="*/ 43151 w 7467600"/>
              <a:gd name="connsiteY99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53035 w 7467600"/>
              <a:gd name="connsiteY127" fmla="*/ 519731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1903353 w 7467600"/>
              <a:gd name="connsiteY141" fmla="*/ 5044827 h 6858000"/>
              <a:gd name="connsiteX142" fmla="*/ 1936931 w 7467600"/>
              <a:gd name="connsiteY142" fmla="*/ 5093954 h 6858000"/>
              <a:gd name="connsiteX143" fmla="*/ 2195868 w 7467600"/>
              <a:gd name="connsiteY143" fmla="*/ 5396574 h 6858000"/>
              <a:gd name="connsiteX144" fmla="*/ 2088852 w 7467600"/>
              <a:gd name="connsiteY144" fmla="*/ 5166123 h 6858000"/>
              <a:gd name="connsiteX145" fmla="*/ 1958241 w 7467600"/>
              <a:gd name="connsiteY145" fmla="*/ 5067955 h 6858000"/>
              <a:gd name="connsiteX146" fmla="*/ 1903353 w 7467600"/>
              <a:gd name="connsiteY146" fmla="*/ 5044827 h 6858000"/>
              <a:gd name="connsiteX147" fmla="*/ 1979378 w 7467600"/>
              <a:gd name="connsiteY147" fmla="*/ 4769504 h 6858000"/>
              <a:gd name="connsiteX148" fmla="*/ 2882120 w 7467600"/>
              <a:gd name="connsiteY148" fmla="*/ 5064547 h 6858000"/>
              <a:gd name="connsiteX149" fmla="*/ 2793103 w 7467600"/>
              <a:gd name="connsiteY149" fmla="*/ 5039699 h 6858000"/>
              <a:gd name="connsiteX150" fmla="*/ 2770041 w 7467600"/>
              <a:gd name="connsiteY150" fmla="*/ 5033634 h 6858000"/>
              <a:gd name="connsiteX151" fmla="*/ 1979378 w 7467600"/>
              <a:gd name="connsiteY151" fmla="*/ 4769504 h 6858000"/>
              <a:gd name="connsiteX152" fmla="*/ 1927410 w 7467600"/>
              <a:gd name="connsiteY152" fmla="*/ 4716164 h 6858000"/>
              <a:gd name="connsiteX153" fmla="*/ 1959587 w 7467600"/>
              <a:gd name="connsiteY153" fmla="*/ 4728849 h 6858000"/>
              <a:gd name="connsiteX154" fmla="*/ 2777707 w 7467600"/>
              <a:gd name="connsiteY154" fmla="*/ 5003991 h 6858000"/>
              <a:gd name="connsiteX155" fmla="*/ 2800768 w 7467600"/>
              <a:gd name="connsiteY155" fmla="*/ 5010056 h 6858000"/>
              <a:gd name="connsiteX156" fmla="*/ 2879408 w 7467600"/>
              <a:gd name="connsiteY156" fmla="*/ 5031590 h 6858000"/>
              <a:gd name="connsiteX157" fmla="*/ 2862295 w 7467600"/>
              <a:gd name="connsiteY157" fmla="*/ 5022958 h 6858000"/>
              <a:gd name="connsiteX158" fmla="*/ 2813343 w 7467600"/>
              <a:gd name="connsiteY158" fmla="*/ 4998369 h 6858000"/>
              <a:gd name="connsiteX159" fmla="*/ 2646245 w 7467600"/>
              <a:gd name="connsiteY159" fmla="*/ 4930999 h 6858000"/>
              <a:gd name="connsiteX160" fmla="*/ 1999243 w 7467600"/>
              <a:gd name="connsiteY160" fmla="*/ 4730524 h 6858000"/>
              <a:gd name="connsiteX161" fmla="*/ 1979527 w 7467600"/>
              <a:gd name="connsiteY161" fmla="*/ 4726651 h 6858000"/>
              <a:gd name="connsiteX162" fmla="*/ 1927410 w 7467600"/>
              <a:gd name="connsiteY162" fmla="*/ 4716164 h 6858000"/>
              <a:gd name="connsiteX163" fmla="*/ 1997014 w 7467600"/>
              <a:gd name="connsiteY163" fmla="*/ 4698007 h 6858000"/>
              <a:gd name="connsiteX164" fmla="*/ 2005458 w 7467600"/>
              <a:gd name="connsiteY164" fmla="*/ 4699540 h 6858000"/>
              <a:gd name="connsiteX165" fmla="*/ 2657186 w 7467600"/>
              <a:gd name="connsiteY165" fmla="*/ 4901687 h 6858000"/>
              <a:gd name="connsiteX166" fmla="*/ 2826662 w 7467600"/>
              <a:gd name="connsiteY166" fmla="*/ 4970362 h 6858000"/>
              <a:gd name="connsiteX167" fmla="*/ 2876100 w 7467600"/>
              <a:gd name="connsiteY167" fmla="*/ 4995397 h 6858000"/>
              <a:gd name="connsiteX168" fmla="*/ 3042600 w 7467600"/>
              <a:gd name="connsiteY168" fmla="*/ 5059532 h 6858000"/>
              <a:gd name="connsiteX169" fmla="*/ 1997014 w 7467600"/>
              <a:gd name="connsiteY169" fmla="*/ 4698007 h 6858000"/>
              <a:gd name="connsiteX170" fmla="*/ 2305292 w 7467600"/>
              <a:gd name="connsiteY170" fmla="*/ 4219492 h 6858000"/>
              <a:gd name="connsiteX171" fmla="*/ 3360922 w 7467600"/>
              <a:gd name="connsiteY171" fmla="*/ 4529373 h 6858000"/>
              <a:gd name="connsiteX172" fmla="*/ 3492420 w 7467600"/>
              <a:gd name="connsiteY172" fmla="*/ 4510145 h 6858000"/>
              <a:gd name="connsiteX173" fmla="*/ 3364086 w 7467600"/>
              <a:gd name="connsiteY173" fmla="*/ 4480340 h 6858000"/>
              <a:gd name="connsiteX174" fmla="*/ 3225818 w 7467600"/>
              <a:gd name="connsiteY174" fmla="*/ 4411822 h 6858000"/>
              <a:gd name="connsiteX175" fmla="*/ 3129696 w 7467600"/>
              <a:gd name="connsiteY175" fmla="*/ 4360704 h 6858000"/>
              <a:gd name="connsiteX176" fmla="*/ 2814545 w 7467600"/>
              <a:gd name="connsiteY176" fmla="*/ 4282955 h 6858000"/>
              <a:gd name="connsiteX177" fmla="*/ 2305292 w 7467600"/>
              <a:gd name="connsiteY177" fmla="*/ 4219492 h 6858000"/>
              <a:gd name="connsiteX178" fmla="*/ 2626982 w 7467600"/>
              <a:gd name="connsiteY178" fmla="*/ 4206450 h 6858000"/>
              <a:gd name="connsiteX179" fmla="*/ 2490617 w 7467600"/>
              <a:gd name="connsiteY179" fmla="*/ 4206951 h 6858000"/>
              <a:gd name="connsiteX180" fmla="*/ 2819869 w 7467600"/>
              <a:gd name="connsiteY180" fmla="*/ 4252936 h 6858000"/>
              <a:gd name="connsiteX181" fmla="*/ 3143018 w 7467600"/>
              <a:gd name="connsiteY181" fmla="*/ 4332698 h 6858000"/>
              <a:gd name="connsiteX182" fmla="*/ 3241520 w 7467600"/>
              <a:gd name="connsiteY182" fmla="*/ 4385112 h 6858000"/>
              <a:gd name="connsiteX183" fmla="*/ 3374575 w 7467600"/>
              <a:gd name="connsiteY183" fmla="*/ 4451517 h 6858000"/>
              <a:gd name="connsiteX184" fmla="*/ 3505221 w 7467600"/>
              <a:gd name="connsiteY184" fmla="*/ 4480757 h 6858000"/>
              <a:gd name="connsiteX185" fmla="*/ 2626982 w 7467600"/>
              <a:gd name="connsiteY185" fmla="*/ 4206450 h 6858000"/>
              <a:gd name="connsiteX186" fmla="*/ 1310106 w 7467600"/>
              <a:gd name="connsiteY186" fmla="*/ 3943217 h 6858000"/>
              <a:gd name="connsiteX187" fmla="*/ 854994 w 7467600"/>
              <a:gd name="connsiteY187" fmla="*/ 4399136 h 6858000"/>
              <a:gd name="connsiteX188" fmla="*/ 742462 w 7467600"/>
              <a:gd name="connsiteY188" fmla="*/ 4594648 h 6858000"/>
              <a:gd name="connsiteX189" fmla="*/ 820602 w 7467600"/>
              <a:gd name="connsiteY189" fmla="*/ 4485915 h 6858000"/>
              <a:gd name="connsiteX190" fmla="*/ 878295 w 7467600"/>
              <a:gd name="connsiteY190" fmla="*/ 4403594 h 6858000"/>
              <a:gd name="connsiteX191" fmla="*/ 1240607 w 7467600"/>
              <a:gd name="connsiteY191" fmla="*/ 4010401 h 6858000"/>
              <a:gd name="connsiteX192" fmla="*/ 1310106 w 7467600"/>
              <a:gd name="connsiteY192" fmla="*/ 3943217 h 6858000"/>
              <a:gd name="connsiteX193" fmla="*/ 1423113 w 7467600"/>
              <a:gd name="connsiteY193" fmla="*/ 3874565 h 6858000"/>
              <a:gd name="connsiteX194" fmla="*/ 1260565 w 7467600"/>
              <a:gd name="connsiteY194" fmla="*/ 4031982 h 6858000"/>
              <a:gd name="connsiteX195" fmla="*/ 901900 w 7467600"/>
              <a:gd name="connsiteY195" fmla="*/ 4421236 h 6858000"/>
              <a:gd name="connsiteX196" fmla="*/ 845044 w 7467600"/>
              <a:gd name="connsiteY196" fmla="*/ 4502436 h 6858000"/>
              <a:gd name="connsiteX197" fmla="*/ 685926 w 7467600"/>
              <a:gd name="connsiteY197" fmla="*/ 4703069 h 6858000"/>
              <a:gd name="connsiteX198" fmla="*/ 684248 w 7467600"/>
              <a:gd name="connsiteY198" fmla="*/ 4706721 h 6858000"/>
              <a:gd name="connsiteX199" fmla="*/ 1423113 w 7467600"/>
              <a:gd name="connsiteY199" fmla="*/ 3874565 h 6858000"/>
              <a:gd name="connsiteX200" fmla="*/ 3316479 w 7467600"/>
              <a:gd name="connsiteY200" fmla="*/ 3872136 h 6858000"/>
              <a:gd name="connsiteX201" fmla="*/ 3546806 w 7467600"/>
              <a:gd name="connsiteY201" fmla="*/ 4356139 h 6858000"/>
              <a:gd name="connsiteX202" fmla="*/ 3364433 w 7467600"/>
              <a:gd name="connsiteY202" fmla="*/ 3953121 h 6858000"/>
              <a:gd name="connsiteX203" fmla="*/ 3316479 w 7467600"/>
              <a:gd name="connsiteY203" fmla="*/ 3872136 h 6858000"/>
              <a:gd name="connsiteX204" fmla="*/ 3291335 w 7467600"/>
              <a:gd name="connsiteY204" fmla="*/ 3767420 h 6858000"/>
              <a:gd name="connsiteX205" fmla="*/ 3390805 w 7467600"/>
              <a:gd name="connsiteY205" fmla="*/ 3937163 h 6858000"/>
              <a:gd name="connsiteX206" fmla="*/ 3579062 w 7467600"/>
              <a:gd name="connsiteY206" fmla="*/ 4359040 h 6858000"/>
              <a:gd name="connsiteX207" fmla="*/ 3467355 w 7467600"/>
              <a:gd name="connsiteY207" fmla="*/ 3988130 h 6858000"/>
              <a:gd name="connsiteX208" fmla="*/ 3310753 w 7467600"/>
              <a:gd name="connsiteY208" fmla="*/ 3787140 h 6858000"/>
              <a:gd name="connsiteX209" fmla="*/ 3291335 w 7467600"/>
              <a:gd name="connsiteY209" fmla="*/ 3767420 h 6858000"/>
              <a:gd name="connsiteX210" fmla="*/ 1635889 w 7467600"/>
              <a:gd name="connsiteY210" fmla="*/ 3709494 h 6858000"/>
              <a:gd name="connsiteX211" fmla="*/ 1634800 w 7467600"/>
              <a:gd name="connsiteY211" fmla="*/ 3731111 h 6858000"/>
              <a:gd name="connsiteX212" fmla="*/ 1635889 w 7467600"/>
              <a:gd name="connsiteY212" fmla="*/ 3709494 h 6858000"/>
              <a:gd name="connsiteX213" fmla="*/ 1510397 w 7467600"/>
              <a:gd name="connsiteY213" fmla="*/ 3684705 h 6858000"/>
              <a:gd name="connsiteX214" fmla="*/ 1146550 w 7467600"/>
              <a:gd name="connsiteY214" fmla="*/ 3802012 h 6858000"/>
              <a:gd name="connsiteX215" fmla="*/ 698834 w 7467600"/>
              <a:gd name="connsiteY215" fmla="*/ 3952272 h 6858000"/>
              <a:gd name="connsiteX216" fmla="*/ 34256 w 7467600"/>
              <a:gd name="connsiteY216" fmla="*/ 4347603 h 6858000"/>
              <a:gd name="connsiteX217" fmla="*/ 527241 w 7467600"/>
              <a:gd name="connsiteY217" fmla="*/ 4065078 h 6858000"/>
              <a:gd name="connsiteX218" fmla="*/ 1510397 w 7467600"/>
              <a:gd name="connsiteY218" fmla="*/ 3684705 h 6858000"/>
              <a:gd name="connsiteX219" fmla="*/ 1313114 w 7467600"/>
              <a:gd name="connsiteY219" fmla="*/ 3655216 h 6858000"/>
              <a:gd name="connsiteX220" fmla="*/ 1109304 w 7467600"/>
              <a:gd name="connsiteY220" fmla="*/ 3669030 h 6858000"/>
              <a:gd name="connsiteX221" fmla="*/ 8129 w 7467600"/>
              <a:gd name="connsiteY221" fmla="*/ 4330519 h 6858000"/>
              <a:gd name="connsiteX222" fmla="*/ 687572 w 7467600"/>
              <a:gd name="connsiteY222" fmla="*/ 3925629 h 6858000"/>
              <a:gd name="connsiteX223" fmla="*/ 1138365 w 7467600"/>
              <a:gd name="connsiteY223" fmla="*/ 3774515 h 6858000"/>
              <a:gd name="connsiteX224" fmla="*/ 1505579 w 7467600"/>
              <a:gd name="connsiteY224" fmla="*/ 3655526 h 6858000"/>
              <a:gd name="connsiteX225" fmla="*/ 1313114 w 7467600"/>
              <a:gd name="connsiteY225" fmla="*/ 3655216 h 6858000"/>
              <a:gd name="connsiteX226" fmla="*/ 3655073 w 7467600"/>
              <a:gd name="connsiteY226" fmla="*/ 3650884 h 6858000"/>
              <a:gd name="connsiteX227" fmla="*/ 3989938 w 7467600"/>
              <a:gd name="connsiteY227" fmla="*/ 3991685 h 6858000"/>
              <a:gd name="connsiteX228" fmla="*/ 4393907 w 7467600"/>
              <a:gd name="connsiteY228" fmla="*/ 4261258 h 6858000"/>
              <a:gd name="connsiteX229" fmla="*/ 4648051 w 7467600"/>
              <a:gd name="connsiteY229" fmla="*/ 4374051 h 6858000"/>
              <a:gd name="connsiteX230" fmla="*/ 4383389 w 7467600"/>
              <a:gd name="connsiteY230" fmla="*/ 4184369 h 6858000"/>
              <a:gd name="connsiteX231" fmla="*/ 4165508 w 7467600"/>
              <a:gd name="connsiteY231" fmla="*/ 4035196 h 6858000"/>
              <a:gd name="connsiteX232" fmla="*/ 4068162 w 7467600"/>
              <a:gd name="connsiteY232" fmla="*/ 3953394 h 6858000"/>
              <a:gd name="connsiteX233" fmla="*/ 3981416 w 7467600"/>
              <a:gd name="connsiteY233" fmla="*/ 3880482 h 6858000"/>
              <a:gd name="connsiteX234" fmla="*/ 3800147 w 7467600"/>
              <a:gd name="connsiteY234" fmla="*/ 3749872 h 6858000"/>
              <a:gd name="connsiteX235" fmla="*/ 3655073 w 7467600"/>
              <a:gd name="connsiteY235" fmla="*/ 3650884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5425834 w 7467600"/>
              <a:gd name="connsiteY266" fmla="*/ 3162785 h 6858000"/>
              <a:gd name="connsiteX267" fmla="*/ 1318687 w 7467600"/>
              <a:gd name="connsiteY267" fmla="*/ 3113840 h 6858000"/>
              <a:gd name="connsiteX268" fmla="*/ 1066793 w 7467600"/>
              <a:gd name="connsiteY268" fmla="*/ 3212171 h 6858000"/>
              <a:gd name="connsiteX269" fmla="*/ 993319 w 7467600"/>
              <a:gd name="connsiteY269" fmla="*/ 3247648 h 6858000"/>
              <a:gd name="connsiteX270" fmla="*/ 853081 w 7467600"/>
              <a:gd name="connsiteY270" fmla="*/ 3312410 h 6858000"/>
              <a:gd name="connsiteX271" fmla="*/ 805957 w 7467600"/>
              <a:gd name="connsiteY271" fmla="*/ 3330443 h 6858000"/>
              <a:gd name="connsiteX272" fmla="*/ 1318687 w 7467600"/>
              <a:gd name="connsiteY272" fmla="*/ 3113840 h 6858000"/>
              <a:gd name="connsiteX273" fmla="*/ 5453702 w 7467600"/>
              <a:gd name="connsiteY273" fmla="*/ 3090882 h 6858000"/>
              <a:gd name="connsiteX274" fmla="*/ 5480135 w 7467600"/>
              <a:gd name="connsiteY274" fmla="*/ 3565802 h 6858000"/>
              <a:gd name="connsiteX275" fmla="*/ 5499023 w 7467600"/>
              <a:gd name="connsiteY275" fmla="*/ 4166310 h 6858000"/>
              <a:gd name="connsiteX276" fmla="*/ 5547022 w 7467600"/>
              <a:gd name="connsiteY276" fmla="*/ 3607838 h 6858000"/>
              <a:gd name="connsiteX277" fmla="*/ 5515964 w 7467600"/>
              <a:gd name="connsiteY277" fmla="*/ 3378541 h 6858000"/>
              <a:gd name="connsiteX278" fmla="*/ 5453702 w 7467600"/>
              <a:gd name="connsiteY278" fmla="*/ 3090882 h 6858000"/>
              <a:gd name="connsiteX279" fmla="*/ 1238695 w 7467600"/>
              <a:gd name="connsiteY279" fmla="*/ 3076820 h 6858000"/>
              <a:gd name="connsiteX280" fmla="*/ 716371 w 7467600"/>
              <a:gd name="connsiteY280" fmla="*/ 3293249 h 6858000"/>
              <a:gd name="connsiteX281" fmla="*/ 579522 w 7467600"/>
              <a:gd name="connsiteY281" fmla="*/ 3371759 h 6858000"/>
              <a:gd name="connsiteX282" fmla="*/ 600288 w 7467600"/>
              <a:gd name="connsiteY282" fmla="*/ 3365555 h 6858000"/>
              <a:gd name="connsiteX283" fmla="*/ 840692 w 7467600"/>
              <a:gd name="connsiteY283" fmla="*/ 3284921 h 6858000"/>
              <a:gd name="connsiteX284" fmla="*/ 979248 w 7467600"/>
              <a:gd name="connsiteY284" fmla="*/ 3221003 h 6858000"/>
              <a:gd name="connsiteX285" fmla="*/ 1053282 w 7467600"/>
              <a:gd name="connsiteY285" fmla="*/ 3185247 h 6858000"/>
              <a:gd name="connsiteX286" fmla="*/ 1320603 w 7467600"/>
              <a:gd name="connsiteY286" fmla="*/ 3081281 h 6858000"/>
              <a:gd name="connsiteX287" fmla="*/ 1238695 w 7467600"/>
              <a:gd name="connsiteY287" fmla="*/ 3076820 h 6858000"/>
              <a:gd name="connsiteX288" fmla="*/ 5425627 w 7467600"/>
              <a:gd name="connsiteY288" fmla="*/ 2954192 h 6858000"/>
              <a:gd name="connsiteX289" fmla="*/ 5470770 w 7467600"/>
              <a:gd name="connsiteY289" fmla="*/ 3005435 h 6858000"/>
              <a:gd name="connsiteX290" fmla="*/ 5519779 w 7467600"/>
              <a:gd name="connsiteY290" fmla="*/ 4359223 h 6858000"/>
              <a:gd name="connsiteX291" fmla="*/ 5520293 w 7467600"/>
              <a:gd name="connsiteY291" fmla="*/ 4360602 h 6858000"/>
              <a:gd name="connsiteX292" fmla="*/ 5767221 w 7467600"/>
              <a:gd name="connsiteY292" fmla="*/ 4665564 h 6858000"/>
              <a:gd name="connsiteX293" fmla="*/ 6937169 w 7467600"/>
              <a:gd name="connsiteY293" fmla="*/ 4815941 h 6858000"/>
              <a:gd name="connsiteX294" fmla="*/ 6953922 w 7467600"/>
              <a:gd name="connsiteY294" fmla="*/ 4890068 h 6858000"/>
              <a:gd name="connsiteX295" fmla="*/ 6071359 w 7467600"/>
              <a:gd name="connsiteY295" fmla="*/ 4770770 h 6858000"/>
              <a:gd name="connsiteX296" fmla="*/ 6038839 w 7467600"/>
              <a:gd name="connsiteY296" fmla="*/ 4764474 h 6858000"/>
              <a:gd name="connsiteX297" fmla="*/ 6038706 w 7467600"/>
              <a:gd name="connsiteY297" fmla="*/ 4763847 h 6858000"/>
              <a:gd name="connsiteX298" fmla="*/ 6037784 w 7467600"/>
              <a:gd name="connsiteY298" fmla="*/ 4764270 h 6858000"/>
              <a:gd name="connsiteX299" fmla="*/ 6038839 w 7467600"/>
              <a:gd name="connsiteY299" fmla="*/ 4764474 h 6858000"/>
              <a:gd name="connsiteX300" fmla="*/ 6040338 w 7467600"/>
              <a:gd name="connsiteY300" fmla="*/ 4771418 h 6858000"/>
              <a:gd name="connsiteX301" fmla="*/ 6024488 w 7467600"/>
              <a:gd name="connsiteY301" fmla="*/ 4809903 h 6858000"/>
              <a:gd name="connsiteX302" fmla="*/ 5599771 w 7467600"/>
              <a:gd name="connsiteY302" fmla="*/ 5509652 h 6858000"/>
              <a:gd name="connsiteX303" fmla="*/ 5548843 w 7467600"/>
              <a:gd name="connsiteY303" fmla="*/ 5563845 h 6858000"/>
              <a:gd name="connsiteX304" fmla="*/ 5940952 w 7467600"/>
              <a:gd name="connsiteY304" fmla="*/ 6250028 h 6858000"/>
              <a:gd name="connsiteX305" fmla="*/ 6043441 w 7467600"/>
              <a:gd name="connsiteY305" fmla="*/ 6665847 h 6858000"/>
              <a:gd name="connsiteX306" fmla="*/ 6093432 w 7467600"/>
              <a:gd name="connsiteY306" fmla="*/ 6858000 h 6858000"/>
              <a:gd name="connsiteX307" fmla="*/ 6034344 w 7467600"/>
              <a:gd name="connsiteY307" fmla="*/ 6858000 h 6858000"/>
              <a:gd name="connsiteX308" fmla="*/ 6026679 w 7467600"/>
              <a:gd name="connsiteY308" fmla="*/ 6836959 h 6858000"/>
              <a:gd name="connsiteX309" fmla="*/ 5800441 w 7467600"/>
              <a:gd name="connsiteY309" fmla="*/ 6335286 h 6858000"/>
              <a:gd name="connsiteX310" fmla="*/ 5526562 w 7467600"/>
              <a:gd name="connsiteY310" fmla="*/ 5705388 h 6858000"/>
              <a:gd name="connsiteX311" fmla="*/ 5519640 w 7467600"/>
              <a:gd name="connsiteY311" fmla="*/ 5683774 h 6858000"/>
              <a:gd name="connsiteX312" fmla="*/ 5844559 w 7467600"/>
              <a:gd name="connsiteY312" fmla="*/ 6553349 h 6858000"/>
              <a:gd name="connsiteX313" fmla="*/ 5975994 w 7467600"/>
              <a:gd name="connsiteY313" fmla="*/ 6858000 h 6858000"/>
              <a:gd name="connsiteX314" fmla="*/ 5898547 w 7467600"/>
              <a:gd name="connsiteY314" fmla="*/ 6858000 h 6858000"/>
              <a:gd name="connsiteX315" fmla="*/ 5682041 w 7467600"/>
              <a:gd name="connsiteY315" fmla="*/ 6355860 h 6858000"/>
              <a:gd name="connsiteX316" fmla="*/ 5461758 w 7467600"/>
              <a:gd name="connsiteY316" fmla="*/ 5820220 h 6858000"/>
              <a:gd name="connsiteX317" fmla="*/ 5237282 w 7467600"/>
              <a:gd name="connsiteY317" fmla="*/ 6579086 h 6858000"/>
              <a:gd name="connsiteX318" fmla="*/ 5115009 w 7467600"/>
              <a:gd name="connsiteY318" fmla="*/ 6858000 h 6858000"/>
              <a:gd name="connsiteX319" fmla="*/ 5028074 w 7467600"/>
              <a:gd name="connsiteY319" fmla="*/ 6858000 h 6858000"/>
              <a:gd name="connsiteX320" fmla="*/ 5079508 w 7467600"/>
              <a:gd name="connsiteY320" fmla="*/ 6749074 h 6858000"/>
              <a:gd name="connsiteX321" fmla="*/ 5371846 w 7467600"/>
              <a:gd name="connsiteY321" fmla="*/ 5924413 h 6858000"/>
              <a:gd name="connsiteX322" fmla="*/ 5270512 w 7467600"/>
              <a:gd name="connsiteY322" fmla="*/ 6138975 h 6858000"/>
              <a:gd name="connsiteX323" fmla="*/ 5062409 w 7467600"/>
              <a:gd name="connsiteY323" fmla="*/ 6653544 h 6858000"/>
              <a:gd name="connsiteX324" fmla="*/ 5036628 w 7467600"/>
              <a:gd name="connsiteY324" fmla="*/ 6754247 h 6858000"/>
              <a:gd name="connsiteX325" fmla="*/ 5009112 w 7467600"/>
              <a:gd name="connsiteY325" fmla="*/ 6858000 h 6858000"/>
              <a:gd name="connsiteX326" fmla="*/ 4976679 w 7467600"/>
              <a:gd name="connsiteY326" fmla="*/ 6858000 h 6858000"/>
              <a:gd name="connsiteX327" fmla="*/ 5006537 w 7467600"/>
              <a:gd name="connsiteY327" fmla="*/ 6747068 h 6858000"/>
              <a:gd name="connsiteX328" fmla="*/ 5032723 w 7467600"/>
              <a:gd name="connsiteY328" fmla="*/ 6644957 h 6858000"/>
              <a:gd name="connsiteX329" fmla="*/ 5242949 w 7467600"/>
              <a:gd name="connsiteY329" fmla="*/ 6125175 h 6858000"/>
              <a:gd name="connsiteX330" fmla="*/ 5286321 w 7467600"/>
              <a:gd name="connsiteY330" fmla="*/ 6033555 h 6858000"/>
              <a:gd name="connsiteX331" fmla="*/ 5008210 w 7467600"/>
              <a:gd name="connsiteY331" fmla="*/ 6649194 h 6858000"/>
              <a:gd name="connsiteX332" fmla="*/ 4986321 w 7467600"/>
              <a:gd name="connsiteY332" fmla="*/ 6765687 h 6858000"/>
              <a:gd name="connsiteX333" fmla="*/ 4973474 w 7467600"/>
              <a:gd name="connsiteY333" fmla="*/ 6858000 h 6858000"/>
              <a:gd name="connsiteX334" fmla="*/ 4907178 w 7467600"/>
              <a:gd name="connsiteY334" fmla="*/ 6858000 h 6858000"/>
              <a:gd name="connsiteX335" fmla="*/ 4910810 w 7467600"/>
              <a:gd name="connsiteY335" fmla="*/ 6829660 h 6858000"/>
              <a:gd name="connsiteX336" fmla="*/ 4987461 w 7467600"/>
              <a:gd name="connsiteY336" fmla="*/ 6432994 h 6858000"/>
              <a:gd name="connsiteX337" fmla="*/ 5179262 w 7467600"/>
              <a:gd name="connsiteY337" fmla="*/ 6035044 h 6858000"/>
              <a:gd name="connsiteX338" fmla="*/ 4689678 w 7467600"/>
              <a:gd name="connsiteY338" fmla="*/ 6440241 h 6858000"/>
              <a:gd name="connsiteX339" fmla="*/ 4477543 w 7467600"/>
              <a:gd name="connsiteY339" fmla="*/ 6674836 h 6858000"/>
              <a:gd name="connsiteX340" fmla="*/ 4329957 w 7467600"/>
              <a:gd name="connsiteY340" fmla="*/ 6858000 h 6858000"/>
              <a:gd name="connsiteX341" fmla="*/ 4218595 w 7467600"/>
              <a:gd name="connsiteY341" fmla="*/ 6858000 h 6858000"/>
              <a:gd name="connsiteX342" fmla="*/ 4368888 w 7467600"/>
              <a:gd name="connsiteY342" fmla="*/ 6668412 h 6858000"/>
              <a:gd name="connsiteX343" fmla="*/ 4563091 w 7467600"/>
              <a:gd name="connsiteY343" fmla="*/ 6442508 h 6858000"/>
              <a:gd name="connsiteX344" fmla="*/ 5387324 w 7467600"/>
              <a:gd name="connsiteY344" fmla="*/ 5705830 h 6858000"/>
              <a:gd name="connsiteX345" fmla="*/ 5073620 w 7467600"/>
              <a:gd name="connsiteY345" fmla="*/ 5955437 h 6858000"/>
              <a:gd name="connsiteX346" fmla="*/ 4689789 w 7467600"/>
              <a:gd name="connsiteY346" fmla="*/ 6268382 h 6858000"/>
              <a:gd name="connsiteX347" fmla="*/ 4418722 w 7467600"/>
              <a:gd name="connsiteY347" fmla="*/ 6570886 h 6858000"/>
              <a:gd name="connsiteX348" fmla="*/ 4214944 w 7467600"/>
              <a:gd name="connsiteY348" fmla="*/ 6858000 h 6858000"/>
              <a:gd name="connsiteX349" fmla="*/ 4177898 w 7467600"/>
              <a:gd name="connsiteY349" fmla="*/ 6858000 h 6858000"/>
              <a:gd name="connsiteX350" fmla="*/ 4391597 w 7467600"/>
              <a:gd name="connsiteY350" fmla="*/ 6556370 h 6858000"/>
              <a:gd name="connsiteX351" fmla="*/ 4668889 w 7467600"/>
              <a:gd name="connsiteY351" fmla="*/ 6246399 h 6858000"/>
              <a:gd name="connsiteX352" fmla="*/ 5055427 w 7467600"/>
              <a:gd name="connsiteY352" fmla="*/ 5931476 h 6858000"/>
              <a:gd name="connsiteX353" fmla="*/ 5371814 w 7467600"/>
              <a:gd name="connsiteY353" fmla="*/ 5678975 h 6858000"/>
              <a:gd name="connsiteX354" fmla="*/ 4987918 w 7467600"/>
              <a:gd name="connsiteY354" fmla="*/ 5838701 h 6858000"/>
              <a:gd name="connsiteX355" fmla="*/ 4317146 w 7467600"/>
              <a:gd name="connsiteY355" fmla="*/ 6587716 h 6858000"/>
              <a:gd name="connsiteX356" fmla="*/ 4171627 w 7467600"/>
              <a:gd name="connsiteY356" fmla="*/ 6858000 h 6858000"/>
              <a:gd name="connsiteX357" fmla="*/ 4081585 w 7467600"/>
              <a:gd name="connsiteY357" fmla="*/ 6858000 h 6858000"/>
              <a:gd name="connsiteX358" fmla="*/ 4238603 w 7467600"/>
              <a:gd name="connsiteY358" fmla="*/ 6559341 h 6858000"/>
              <a:gd name="connsiteX359" fmla="*/ 4778333 w 7467600"/>
              <a:gd name="connsiteY359" fmla="*/ 5873626 h 6858000"/>
              <a:gd name="connsiteX360" fmla="*/ 5414185 w 7467600"/>
              <a:gd name="connsiteY360" fmla="*/ 5573882 h 6858000"/>
              <a:gd name="connsiteX361" fmla="*/ 5959648 w 7467600"/>
              <a:gd name="connsiteY361" fmla="*/ 4760797 h 6858000"/>
              <a:gd name="connsiteX362" fmla="*/ 5355019 w 7467600"/>
              <a:gd name="connsiteY362" fmla="*/ 4734672 h 6858000"/>
              <a:gd name="connsiteX363" fmla="*/ 5083565 w 7467600"/>
              <a:gd name="connsiteY363" fmla="*/ 5179121 h 6858000"/>
              <a:gd name="connsiteX364" fmla="*/ 4713577 w 7467600"/>
              <a:gd name="connsiteY364" fmla="*/ 5616803 h 6858000"/>
              <a:gd name="connsiteX365" fmla="*/ 3989559 w 7467600"/>
              <a:gd name="connsiteY365" fmla="*/ 6145945 h 6858000"/>
              <a:gd name="connsiteX366" fmla="*/ 3939824 w 7467600"/>
              <a:gd name="connsiteY366" fmla="*/ 6066900 h 6858000"/>
              <a:gd name="connsiteX367" fmla="*/ 4584537 w 7467600"/>
              <a:gd name="connsiteY367" fmla="*/ 5324826 h 6858000"/>
              <a:gd name="connsiteX368" fmla="*/ 5037105 w 7467600"/>
              <a:gd name="connsiteY368" fmla="*/ 5088765 h 6858000"/>
              <a:gd name="connsiteX369" fmla="*/ 5039930 w 7467600"/>
              <a:gd name="connsiteY369" fmla="*/ 5089585 h 6858000"/>
              <a:gd name="connsiteX370" fmla="*/ 5263764 w 7467600"/>
              <a:gd name="connsiteY370" fmla="*/ 4735525 h 6858000"/>
              <a:gd name="connsiteX371" fmla="*/ 4086300 w 7467600"/>
              <a:gd name="connsiteY371" fmla="*/ 4884599 h 6858000"/>
              <a:gd name="connsiteX372" fmla="*/ 4085485 w 7467600"/>
              <a:gd name="connsiteY372" fmla="*/ 4899070 h 6858000"/>
              <a:gd name="connsiteX373" fmla="*/ 3871915 w 7467600"/>
              <a:gd name="connsiteY373" fmla="*/ 5253645 h 6858000"/>
              <a:gd name="connsiteX374" fmla="*/ 3799374 w 7467600"/>
              <a:gd name="connsiteY374" fmla="*/ 5466127 h 6858000"/>
              <a:gd name="connsiteX375" fmla="*/ 3498850 w 7467600"/>
              <a:gd name="connsiteY375" fmla="*/ 6661888 h 6858000"/>
              <a:gd name="connsiteX376" fmla="*/ 3399216 w 7467600"/>
              <a:gd name="connsiteY376" fmla="*/ 6858000 h 6858000"/>
              <a:gd name="connsiteX377" fmla="*/ 3303688 w 7467600"/>
              <a:gd name="connsiteY377" fmla="*/ 6858000 h 6858000"/>
              <a:gd name="connsiteX378" fmla="*/ 3391774 w 7467600"/>
              <a:gd name="connsiteY378" fmla="*/ 6697181 h 6858000"/>
              <a:gd name="connsiteX379" fmla="*/ 3735540 w 7467600"/>
              <a:gd name="connsiteY379" fmla="*/ 5546923 h 6858000"/>
              <a:gd name="connsiteX380" fmla="*/ 3729438 w 7467600"/>
              <a:gd name="connsiteY380" fmla="*/ 5569058 h 6858000"/>
              <a:gd name="connsiteX381" fmla="*/ 3707782 w 7467600"/>
              <a:gd name="connsiteY381" fmla="*/ 5644908 h 6858000"/>
              <a:gd name="connsiteX382" fmla="*/ 3583827 w 7467600"/>
              <a:gd name="connsiteY382" fmla="*/ 6039215 h 6858000"/>
              <a:gd name="connsiteX383" fmla="*/ 3547861 w 7467600"/>
              <a:gd name="connsiteY383" fmla="*/ 6129609 h 6858000"/>
              <a:gd name="connsiteX384" fmla="*/ 3490905 w 7467600"/>
              <a:gd name="connsiteY384" fmla="*/ 6277660 h 6858000"/>
              <a:gd name="connsiteX385" fmla="*/ 3455859 w 7467600"/>
              <a:gd name="connsiteY385" fmla="*/ 6391301 h 6858000"/>
              <a:gd name="connsiteX386" fmla="*/ 3429112 w 7467600"/>
              <a:gd name="connsiteY386" fmla="*/ 6479469 h 6858000"/>
              <a:gd name="connsiteX387" fmla="*/ 3304862 w 7467600"/>
              <a:gd name="connsiteY387" fmla="*/ 6796476 h 6858000"/>
              <a:gd name="connsiteX388" fmla="*/ 3276071 w 7467600"/>
              <a:gd name="connsiteY388" fmla="*/ 6858000 h 6858000"/>
              <a:gd name="connsiteX389" fmla="*/ 3240805 w 7467600"/>
              <a:gd name="connsiteY389" fmla="*/ 6858000 h 6858000"/>
              <a:gd name="connsiteX390" fmla="*/ 3275917 w 7467600"/>
              <a:gd name="connsiteY390" fmla="*/ 6783192 h 6858000"/>
              <a:gd name="connsiteX391" fmla="*/ 3399358 w 7467600"/>
              <a:gd name="connsiteY391" fmla="*/ 6469011 h 6858000"/>
              <a:gd name="connsiteX392" fmla="*/ 3425650 w 7467600"/>
              <a:gd name="connsiteY392" fmla="*/ 6381333 h 6858000"/>
              <a:gd name="connsiteX393" fmla="*/ 3460661 w 7467600"/>
              <a:gd name="connsiteY393" fmla="*/ 6266763 h 6858000"/>
              <a:gd name="connsiteX394" fmla="*/ 3518021 w 7467600"/>
              <a:gd name="connsiteY394" fmla="*/ 6117298 h 6858000"/>
              <a:gd name="connsiteX395" fmla="*/ 3554035 w 7467600"/>
              <a:gd name="connsiteY395" fmla="*/ 6027832 h 6858000"/>
              <a:gd name="connsiteX396" fmla="*/ 3677174 w 7467600"/>
              <a:gd name="connsiteY396" fmla="*/ 5636351 h 6858000"/>
              <a:gd name="connsiteX397" fmla="*/ 3698819 w 7467600"/>
              <a:gd name="connsiteY397" fmla="*/ 5560503 h 6858000"/>
              <a:gd name="connsiteX398" fmla="*/ 3702094 w 7467600"/>
              <a:gd name="connsiteY398" fmla="*/ 5549194 h 6858000"/>
              <a:gd name="connsiteX399" fmla="*/ 3398355 w 7467600"/>
              <a:gd name="connsiteY399" fmla="*/ 6094603 h 6858000"/>
              <a:gd name="connsiteX400" fmla="*/ 3193941 w 7467600"/>
              <a:gd name="connsiteY400" fmla="*/ 6798775 h 6858000"/>
              <a:gd name="connsiteX401" fmla="*/ 3184140 w 7467600"/>
              <a:gd name="connsiteY401" fmla="*/ 6858000 h 6858000"/>
              <a:gd name="connsiteX402" fmla="*/ 3099978 w 7467600"/>
              <a:gd name="connsiteY402" fmla="*/ 6858000 h 6858000"/>
              <a:gd name="connsiteX403" fmla="*/ 3101556 w 7467600"/>
              <a:gd name="connsiteY403" fmla="*/ 6843337 h 6858000"/>
              <a:gd name="connsiteX404" fmla="*/ 3370162 w 7467600"/>
              <a:gd name="connsiteY404" fmla="*/ 5785550 h 6858000"/>
              <a:gd name="connsiteX405" fmla="*/ 3746477 w 7467600"/>
              <a:gd name="connsiteY405" fmla="*/ 5377889 h 6858000"/>
              <a:gd name="connsiteX406" fmla="*/ 3863399 w 7467600"/>
              <a:gd name="connsiteY406" fmla="*/ 5087257 h 6858000"/>
              <a:gd name="connsiteX407" fmla="*/ 3968712 w 7467600"/>
              <a:gd name="connsiteY407" fmla="*/ 4913989 h 6858000"/>
              <a:gd name="connsiteX408" fmla="*/ 2792390 w 7467600"/>
              <a:gd name="connsiteY408" fmla="*/ 5382974 h 6858000"/>
              <a:gd name="connsiteX409" fmla="*/ 2714982 w 7467600"/>
              <a:gd name="connsiteY409" fmla="*/ 5427051 h 6858000"/>
              <a:gd name="connsiteX410" fmla="*/ 2813361 w 7467600"/>
              <a:gd name="connsiteY410" fmla="*/ 6023912 h 6858000"/>
              <a:gd name="connsiteX411" fmla="*/ 2688430 w 7467600"/>
              <a:gd name="connsiteY411" fmla="*/ 6801564 h 6858000"/>
              <a:gd name="connsiteX412" fmla="*/ 2629626 w 7467600"/>
              <a:gd name="connsiteY412" fmla="*/ 6763394 h 6858000"/>
              <a:gd name="connsiteX413" fmla="*/ 2565328 w 7467600"/>
              <a:gd name="connsiteY413" fmla="*/ 5516399 h 6858000"/>
              <a:gd name="connsiteX414" fmla="*/ 1922999 w 7467600"/>
              <a:gd name="connsiteY414" fmla="*/ 5980343 h 6858000"/>
              <a:gd name="connsiteX415" fmla="*/ 1950261 w 7467600"/>
              <a:gd name="connsiteY415" fmla="*/ 6405858 h 6858000"/>
              <a:gd name="connsiteX416" fmla="*/ 2365554 w 7467600"/>
              <a:gd name="connsiteY416" fmla="*/ 6759107 h 6858000"/>
              <a:gd name="connsiteX417" fmla="*/ 2424142 w 7467600"/>
              <a:gd name="connsiteY417" fmla="*/ 6858000 h 6858000"/>
              <a:gd name="connsiteX418" fmla="*/ 2395994 w 7467600"/>
              <a:gd name="connsiteY418" fmla="*/ 6858000 h 6858000"/>
              <a:gd name="connsiteX419" fmla="*/ 2392863 w 7467600"/>
              <a:gd name="connsiteY419" fmla="*/ 6852964 h 6858000"/>
              <a:gd name="connsiteX420" fmla="*/ 2017589 w 7467600"/>
              <a:gd name="connsiteY420" fmla="*/ 6493982 h 6858000"/>
              <a:gd name="connsiteX421" fmla="*/ 2147336 w 7467600"/>
              <a:gd name="connsiteY421" fmla="*/ 6594052 h 6858000"/>
              <a:gd name="connsiteX422" fmla="*/ 2207047 w 7467600"/>
              <a:gd name="connsiteY422" fmla="*/ 6654540 h 6858000"/>
              <a:gd name="connsiteX423" fmla="*/ 2299106 w 7467600"/>
              <a:gd name="connsiteY423" fmla="*/ 6778931 h 6858000"/>
              <a:gd name="connsiteX424" fmla="*/ 2314430 w 7467600"/>
              <a:gd name="connsiteY424" fmla="*/ 6801144 h 6858000"/>
              <a:gd name="connsiteX425" fmla="*/ 2352406 w 7467600"/>
              <a:gd name="connsiteY425" fmla="*/ 6858000 h 6858000"/>
              <a:gd name="connsiteX426" fmla="*/ 2314492 w 7467600"/>
              <a:gd name="connsiteY426" fmla="*/ 6858000 h 6858000"/>
              <a:gd name="connsiteX427" fmla="*/ 2288095 w 7467600"/>
              <a:gd name="connsiteY427" fmla="*/ 6818030 h 6858000"/>
              <a:gd name="connsiteX428" fmla="*/ 2272768 w 7467600"/>
              <a:gd name="connsiteY428" fmla="*/ 6795822 h 6858000"/>
              <a:gd name="connsiteX429" fmla="*/ 2182715 w 7467600"/>
              <a:gd name="connsiteY429" fmla="*/ 6675071 h 6858000"/>
              <a:gd name="connsiteX430" fmla="*/ 2032061 w 7467600"/>
              <a:gd name="connsiteY430" fmla="*/ 6541380 h 6858000"/>
              <a:gd name="connsiteX431" fmla="*/ 2257220 w 7467600"/>
              <a:gd name="connsiteY431" fmla="*/ 6826257 h 6858000"/>
              <a:gd name="connsiteX432" fmla="*/ 2281324 w 7467600"/>
              <a:gd name="connsiteY432" fmla="*/ 6858000 h 6858000"/>
              <a:gd name="connsiteX433" fmla="*/ 2242860 w 7467600"/>
              <a:gd name="connsiteY433" fmla="*/ 6858000 h 6858000"/>
              <a:gd name="connsiteX434" fmla="*/ 2232818 w 7467600"/>
              <a:gd name="connsiteY434" fmla="*/ 6844926 h 6858000"/>
              <a:gd name="connsiteX435" fmla="*/ 1990172 w 7467600"/>
              <a:gd name="connsiteY435" fmla="*/ 6542121 h 6858000"/>
              <a:gd name="connsiteX436" fmla="*/ 2124090 w 7467600"/>
              <a:gd name="connsiteY436" fmla="*/ 6761017 h 6858000"/>
              <a:gd name="connsiteX437" fmla="*/ 2200380 w 7467600"/>
              <a:gd name="connsiteY437" fmla="*/ 6858000 h 6858000"/>
              <a:gd name="connsiteX438" fmla="*/ 2147507 w 7467600"/>
              <a:gd name="connsiteY438" fmla="*/ 6858000 h 6858000"/>
              <a:gd name="connsiteX439" fmla="*/ 2070668 w 7467600"/>
              <a:gd name="connsiteY439" fmla="*/ 6761520 h 6858000"/>
              <a:gd name="connsiteX440" fmla="*/ 1975142 w 7467600"/>
              <a:gd name="connsiteY440" fmla="*/ 6585570 h 6858000"/>
              <a:gd name="connsiteX441" fmla="*/ 2050035 w 7467600"/>
              <a:gd name="connsiteY441" fmla="*/ 6813345 h 6858000"/>
              <a:gd name="connsiteX442" fmla="*/ 2063025 w 7467600"/>
              <a:gd name="connsiteY442" fmla="*/ 6858000 h 6858000"/>
              <a:gd name="connsiteX443" fmla="*/ 2021675 w 7467600"/>
              <a:gd name="connsiteY443" fmla="*/ 6858000 h 6858000"/>
              <a:gd name="connsiteX444" fmla="*/ 2019308 w 7467600"/>
              <a:gd name="connsiteY444" fmla="*/ 6847118 h 6858000"/>
              <a:gd name="connsiteX445" fmla="*/ 1938835 w 7467600"/>
              <a:gd name="connsiteY445" fmla="*/ 6551160 h 6858000"/>
              <a:gd name="connsiteX446" fmla="*/ 1953230 w 7467600"/>
              <a:gd name="connsiteY446" fmla="*/ 6759699 h 6858000"/>
              <a:gd name="connsiteX447" fmla="*/ 1956763 w 7467600"/>
              <a:gd name="connsiteY447" fmla="*/ 6778191 h 6858000"/>
              <a:gd name="connsiteX448" fmla="*/ 1967925 w 7467600"/>
              <a:gd name="connsiteY448" fmla="*/ 6858000 h 6858000"/>
              <a:gd name="connsiteX449" fmla="*/ 1936622 w 7467600"/>
              <a:gd name="connsiteY449" fmla="*/ 6858000 h 6858000"/>
              <a:gd name="connsiteX450" fmla="*/ 1926261 w 7467600"/>
              <a:gd name="connsiteY450" fmla="*/ 6784064 h 6858000"/>
              <a:gd name="connsiteX451" fmla="*/ 1922724 w 7467600"/>
              <a:gd name="connsiteY451" fmla="*/ 6765577 h 6858000"/>
              <a:gd name="connsiteX452" fmla="*/ 1904650 w 7467600"/>
              <a:gd name="connsiteY452" fmla="*/ 6639616 h 6858000"/>
              <a:gd name="connsiteX453" fmla="*/ 1885273 w 7467600"/>
              <a:gd name="connsiteY453" fmla="*/ 6858000 h 6858000"/>
              <a:gd name="connsiteX454" fmla="*/ 1854363 w 7467600"/>
              <a:gd name="connsiteY454" fmla="*/ 6858000 h 6858000"/>
              <a:gd name="connsiteX455" fmla="*/ 1880391 w 7467600"/>
              <a:gd name="connsiteY455" fmla="*/ 6603796 h 6858000"/>
              <a:gd name="connsiteX456" fmla="*/ 1818273 w 7467600"/>
              <a:gd name="connsiteY456" fmla="*/ 6715729 h 6858000"/>
              <a:gd name="connsiteX457" fmla="*/ 1794691 w 7467600"/>
              <a:gd name="connsiteY457" fmla="*/ 6843239 h 6858000"/>
              <a:gd name="connsiteX458" fmla="*/ 1794914 w 7467600"/>
              <a:gd name="connsiteY458" fmla="*/ 6858000 h 6858000"/>
              <a:gd name="connsiteX459" fmla="*/ 1746128 w 7467600"/>
              <a:gd name="connsiteY459" fmla="*/ 6858000 h 6858000"/>
              <a:gd name="connsiteX460" fmla="*/ 1753934 w 7467600"/>
              <a:gd name="connsiteY460" fmla="*/ 6724796 h 6858000"/>
              <a:gd name="connsiteX461" fmla="*/ 1792053 w 7467600"/>
              <a:gd name="connsiteY461" fmla="*/ 6572396 h 6858000"/>
              <a:gd name="connsiteX462" fmla="*/ 1862248 w 7467600"/>
              <a:gd name="connsiteY462" fmla="*/ 6266397 h 6858000"/>
              <a:gd name="connsiteX463" fmla="*/ 1862250 w 7467600"/>
              <a:gd name="connsiteY463" fmla="*/ 6033531 h 6858000"/>
              <a:gd name="connsiteX464" fmla="*/ 1211999 w 7467600"/>
              <a:gd name="connsiteY464" fmla="*/ 6683610 h 6858000"/>
              <a:gd name="connsiteX465" fmla="*/ 1213266 w 7467600"/>
              <a:gd name="connsiteY465" fmla="*/ 6691947 h 6858000"/>
              <a:gd name="connsiteX466" fmla="*/ 1203370 w 7467600"/>
              <a:gd name="connsiteY466" fmla="*/ 6850676 h 6858000"/>
              <a:gd name="connsiteX467" fmla="*/ 1203671 w 7467600"/>
              <a:gd name="connsiteY467" fmla="*/ 6858000 h 6858000"/>
              <a:gd name="connsiteX468" fmla="*/ 1143180 w 7467600"/>
              <a:gd name="connsiteY468" fmla="*/ 6858000 h 6858000"/>
              <a:gd name="connsiteX469" fmla="*/ 1142176 w 7467600"/>
              <a:gd name="connsiteY469" fmla="*/ 6766045 h 6858000"/>
              <a:gd name="connsiteX470" fmla="*/ 1067484 w 7467600"/>
              <a:gd name="connsiteY470" fmla="*/ 6858000 h 6858000"/>
              <a:gd name="connsiteX471" fmla="*/ 953928 w 7467600"/>
              <a:gd name="connsiteY471" fmla="*/ 6858000 h 6858000"/>
              <a:gd name="connsiteX472" fmla="*/ 959715 w 7467600"/>
              <a:gd name="connsiteY472" fmla="*/ 6850185 h 6858000"/>
              <a:gd name="connsiteX473" fmla="*/ 1483788 w 7467600"/>
              <a:gd name="connsiteY473" fmla="*/ 6259174 h 6858000"/>
              <a:gd name="connsiteX474" fmla="*/ 1100671 w 7467600"/>
              <a:gd name="connsiteY474" fmla="*/ 6252137 h 6858000"/>
              <a:gd name="connsiteX475" fmla="*/ 1090144 w 7467600"/>
              <a:gd name="connsiteY475" fmla="*/ 6256748 h 6858000"/>
              <a:gd name="connsiteX476" fmla="*/ 1095872 w 7467600"/>
              <a:gd name="connsiteY476" fmla="*/ 6271892 h 6858000"/>
              <a:gd name="connsiteX477" fmla="*/ 262785 w 7467600"/>
              <a:gd name="connsiteY477" fmla="*/ 6845450 h 6858000"/>
              <a:gd name="connsiteX478" fmla="*/ 209968 w 7467600"/>
              <a:gd name="connsiteY478" fmla="*/ 6770713 h 6858000"/>
              <a:gd name="connsiteX479" fmla="*/ 873460 w 7467600"/>
              <a:gd name="connsiteY479" fmla="*/ 6253768 h 6858000"/>
              <a:gd name="connsiteX480" fmla="*/ 192686 w 7467600"/>
              <a:gd name="connsiteY480" fmla="*/ 5849257 h 6858000"/>
              <a:gd name="connsiteX481" fmla="*/ 4696 w 7467600"/>
              <a:gd name="connsiteY481" fmla="*/ 5697668 h 6858000"/>
              <a:gd name="connsiteX482" fmla="*/ 0 w 7467600"/>
              <a:gd name="connsiteY482" fmla="*/ 5689984 h 6858000"/>
              <a:gd name="connsiteX483" fmla="*/ 0 w 7467600"/>
              <a:gd name="connsiteY483" fmla="*/ 5513472 h 6858000"/>
              <a:gd name="connsiteX484" fmla="*/ 174101 w 7467600"/>
              <a:gd name="connsiteY484" fmla="*/ 5620277 h 6858000"/>
              <a:gd name="connsiteX485" fmla="*/ 891800 w 7467600"/>
              <a:gd name="connsiteY485" fmla="*/ 6036935 h 6858000"/>
              <a:gd name="connsiteX486" fmla="*/ 1072219 w 7467600"/>
              <a:gd name="connsiteY486" fmla="*/ 6169443 h 6858000"/>
              <a:gd name="connsiteX487" fmla="*/ 1074117 w 7467600"/>
              <a:gd name="connsiteY487" fmla="*/ 6170301 h 6858000"/>
              <a:gd name="connsiteX488" fmla="*/ 1083114 w 7467600"/>
              <a:gd name="connsiteY488" fmla="*/ 6174131 h 6858000"/>
              <a:gd name="connsiteX489" fmla="*/ 1543010 w 7467600"/>
              <a:gd name="connsiteY489" fmla="*/ 6191140 h 6858000"/>
              <a:gd name="connsiteX490" fmla="*/ 1551080 w 7467600"/>
              <a:gd name="connsiteY490" fmla="*/ 6195006 h 6858000"/>
              <a:gd name="connsiteX491" fmla="*/ 2345443 w 7467600"/>
              <a:gd name="connsiteY491" fmla="*/ 5549882 h 6858000"/>
              <a:gd name="connsiteX492" fmla="*/ 1721499 w 7467600"/>
              <a:gd name="connsiteY492" fmla="*/ 5599969 h 6858000"/>
              <a:gd name="connsiteX493" fmla="*/ 767716 w 7467600"/>
              <a:gd name="connsiteY493" fmla="*/ 5472768 h 6858000"/>
              <a:gd name="connsiteX494" fmla="*/ 722147 w 7467600"/>
              <a:gd name="connsiteY494" fmla="*/ 5393091 h 6858000"/>
              <a:gd name="connsiteX495" fmla="*/ 1485552 w 7467600"/>
              <a:gd name="connsiteY495" fmla="*/ 5313202 h 6858000"/>
              <a:gd name="connsiteX496" fmla="*/ 2143004 w 7467600"/>
              <a:gd name="connsiteY496" fmla="*/ 5402420 h 6858000"/>
              <a:gd name="connsiteX497" fmla="*/ 1933391 w 7467600"/>
              <a:gd name="connsiteY497" fmla="*/ 5156971 h 6858000"/>
              <a:gd name="connsiteX498" fmla="*/ 1827118 w 7467600"/>
              <a:gd name="connsiteY498" fmla="*/ 4968410 h 6858000"/>
              <a:gd name="connsiteX499" fmla="*/ 1837349 w 7467600"/>
              <a:gd name="connsiteY499" fmla="*/ 4956357 h 6858000"/>
              <a:gd name="connsiteX500" fmla="*/ 2162835 w 7467600"/>
              <a:gd name="connsiteY500" fmla="*/ 5187853 h 6858000"/>
              <a:gd name="connsiteX501" fmla="*/ 2257167 w 7467600"/>
              <a:gd name="connsiteY501" fmla="*/ 5462123 h 6858000"/>
              <a:gd name="connsiteX502" fmla="*/ 2261598 w 7467600"/>
              <a:gd name="connsiteY502" fmla="*/ 5467998 h 6858000"/>
              <a:gd name="connsiteX503" fmla="*/ 2437177 w 7467600"/>
              <a:gd name="connsiteY503" fmla="*/ 5479608 h 6858000"/>
              <a:gd name="connsiteX504" fmla="*/ 2445247 w 7467600"/>
              <a:gd name="connsiteY504" fmla="*/ 5483476 h 6858000"/>
              <a:gd name="connsiteX505" fmla="*/ 2743626 w 7467600"/>
              <a:gd name="connsiteY505" fmla="*/ 5304819 h 6858000"/>
              <a:gd name="connsiteX506" fmla="*/ 3048102 w 7467600"/>
              <a:gd name="connsiteY506" fmla="*/ 5150595 h 6858000"/>
              <a:gd name="connsiteX507" fmla="*/ 1799414 w 7467600"/>
              <a:gd name="connsiteY507" fmla="*/ 4694732 h 6858000"/>
              <a:gd name="connsiteX508" fmla="*/ 1771735 w 7467600"/>
              <a:gd name="connsiteY508" fmla="*/ 4619929 h 6858000"/>
              <a:gd name="connsiteX509" fmla="*/ 3104273 w 7467600"/>
              <a:gd name="connsiteY509" fmla="*/ 5076159 h 6858000"/>
              <a:gd name="connsiteX510" fmla="*/ 3113245 w 7467600"/>
              <a:gd name="connsiteY510" fmla="*/ 5090705 h 6858000"/>
              <a:gd name="connsiteX511" fmla="*/ 3126294 w 7467600"/>
              <a:gd name="connsiteY511" fmla="*/ 5114400 h 6858000"/>
              <a:gd name="connsiteX512" fmla="*/ 3937433 w 7467600"/>
              <a:gd name="connsiteY512" fmla="*/ 4830473 h 6858000"/>
              <a:gd name="connsiteX513" fmla="*/ 3590475 w 7467600"/>
              <a:gd name="connsiteY513" fmla="*/ 4597974 h 6858000"/>
              <a:gd name="connsiteX514" fmla="*/ 3100264 w 7467600"/>
              <a:gd name="connsiteY514" fmla="*/ 4579845 h 6858000"/>
              <a:gd name="connsiteX515" fmla="*/ 2183576 w 7467600"/>
              <a:gd name="connsiteY515" fmla="*/ 4227150 h 6858000"/>
              <a:gd name="connsiteX516" fmla="*/ 2151029 w 7467600"/>
              <a:gd name="connsiteY516" fmla="*/ 4146947 h 6858000"/>
              <a:gd name="connsiteX517" fmla="*/ 3563434 w 7467600"/>
              <a:gd name="connsiteY517" fmla="*/ 4469115 h 6858000"/>
              <a:gd name="connsiteX518" fmla="*/ 3177952 w 7467600"/>
              <a:gd name="connsiteY518" fmla="*/ 3657386 h 6858000"/>
              <a:gd name="connsiteX519" fmla="*/ 3189263 w 7467600"/>
              <a:gd name="connsiteY519" fmla="*/ 3625726 h 6858000"/>
              <a:gd name="connsiteX520" fmla="*/ 3560912 w 7467600"/>
              <a:gd name="connsiteY520" fmla="*/ 4079863 h 6858000"/>
              <a:gd name="connsiteX521" fmla="*/ 3626636 w 7467600"/>
              <a:gd name="connsiteY521" fmla="*/ 4512230 h 6858000"/>
              <a:gd name="connsiteX522" fmla="*/ 3653088 w 7467600"/>
              <a:gd name="connsiteY522" fmla="*/ 4521417 h 6858000"/>
              <a:gd name="connsiteX523" fmla="*/ 3988128 w 7467600"/>
              <a:gd name="connsiteY523" fmla="*/ 4817267 h 6858000"/>
              <a:gd name="connsiteX524" fmla="*/ 4830582 w 7467600"/>
              <a:gd name="connsiteY524" fmla="*/ 4676000 h 6858000"/>
              <a:gd name="connsiteX525" fmla="*/ 4830100 w 7467600"/>
              <a:gd name="connsiteY525" fmla="*/ 4675554 h 6858000"/>
              <a:gd name="connsiteX526" fmla="*/ 4036318 w 7467600"/>
              <a:gd name="connsiteY526" fmla="*/ 4147013 h 6858000"/>
              <a:gd name="connsiteX527" fmla="*/ 3432098 w 7467600"/>
              <a:gd name="connsiteY527" fmla="*/ 3537312 h 6858000"/>
              <a:gd name="connsiteX528" fmla="*/ 3446761 w 7467600"/>
              <a:gd name="connsiteY528" fmla="*/ 3461278 h 6858000"/>
              <a:gd name="connsiteX529" fmla="*/ 4419733 w 7467600"/>
              <a:gd name="connsiteY529" fmla="*/ 3963555 h 6858000"/>
              <a:gd name="connsiteX530" fmla="*/ 4781371 w 7467600"/>
              <a:gd name="connsiteY530" fmla="*/ 4458604 h 6858000"/>
              <a:gd name="connsiteX531" fmla="*/ 4780440 w 7467600"/>
              <a:gd name="connsiteY531" fmla="*/ 4470290 h 6858000"/>
              <a:gd name="connsiteX532" fmla="*/ 4898954 w 7467600"/>
              <a:gd name="connsiteY532" fmla="*/ 4662092 h 6858000"/>
              <a:gd name="connsiteX533" fmla="*/ 4900699 w 7467600"/>
              <a:gd name="connsiteY533" fmla="*/ 4670867 h 6858000"/>
              <a:gd name="connsiteX534" fmla="*/ 5714511 w 7467600"/>
              <a:gd name="connsiteY534" fmla="*/ 4663483 h 6858000"/>
              <a:gd name="connsiteX535" fmla="*/ 5464793 w 7467600"/>
              <a:gd name="connsiteY535" fmla="*/ 4393556 h 6858000"/>
              <a:gd name="connsiteX536" fmla="*/ 5461897 w 7467600"/>
              <a:gd name="connsiteY536" fmla="*/ 4390879 h 6858000"/>
              <a:gd name="connsiteX537" fmla="*/ 4294126 w 7467600"/>
              <a:gd name="connsiteY537" fmla="*/ 3303048 h 6858000"/>
              <a:gd name="connsiteX538" fmla="*/ 4305321 w 7467600"/>
              <a:gd name="connsiteY538" fmla="*/ 3256953 h 6858000"/>
              <a:gd name="connsiteX539" fmla="*/ 4949299 w 7467600"/>
              <a:gd name="connsiteY539" fmla="*/ 3766336 h 6858000"/>
              <a:gd name="connsiteX540" fmla="*/ 5291452 w 7467600"/>
              <a:gd name="connsiteY540" fmla="*/ 4076801 h 6858000"/>
              <a:gd name="connsiteX541" fmla="*/ 5434998 w 7467600"/>
              <a:gd name="connsiteY541" fmla="*/ 4254100 h 6858000"/>
              <a:gd name="connsiteX542" fmla="*/ 5351015 w 7467600"/>
              <a:gd name="connsiteY542" fmla="*/ 3760989 h 6858000"/>
              <a:gd name="connsiteX543" fmla="*/ 5413780 w 7467600"/>
              <a:gd name="connsiteY543" fmla="*/ 2966265 h 6858000"/>
              <a:gd name="connsiteX544" fmla="*/ 5425627 w 7467600"/>
              <a:gd name="connsiteY544" fmla="*/ 2954192 h 6858000"/>
              <a:gd name="connsiteX545" fmla="*/ 6604735 w 7467600"/>
              <a:gd name="connsiteY545" fmla="*/ 2041381 h 6858000"/>
              <a:gd name="connsiteX546" fmla="*/ 7204487 w 7467600"/>
              <a:gd name="connsiteY546" fmla="*/ 2742112 h 6858000"/>
              <a:gd name="connsiteX547" fmla="*/ 7131592 w 7467600"/>
              <a:gd name="connsiteY547" fmla="*/ 2672096 h 6858000"/>
              <a:gd name="connsiteX548" fmla="*/ 6996344 w 7467600"/>
              <a:gd name="connsiteY548" fmla="*/ 2518310 h 6858000"/>
              <a:gd name="connsiteX549" fmla="*/ 6735495 w 7467600"/>
              <a:gd name="connsiteY549" fmla="*/ 2196890 h 6858000"/>
              <a:gd name="connsiteX550" fmla="*/ 6721901 w 7467600"/>
              <a:gd name="connsiteY550" fmla="*/ 2179274 h 6858000"/>
              <a:gd name="connsiteX551" fmla="*/ 6604735 w 7467600"/>
              <a:gd name="connsiteY551" fmla="*/ 2041381 h 6858000"/>
              <a:gd name="connsiteX552" fmla="*/ 6591670 w 7467600"/>
              <a:gd name="connsiteY552" fmla="*/ 1988277 h 6858000"/>
              <a:gd name="connsiteX553" fmla="*/ 6747349 w 7467600"/>
              <a:gd name="connsiteY553" fmla="*/ 2160069 h 6858000"/>
              <a:gd name="connsiteX554" fmla="*/ 6760943 w 7467600"/>
              <a:gd name="connsiteY554" fmla="*/ 2177686 h 6858000"/>
              <a:gd name="connsiteX555" fmla="*/ 7021065 w 7467600"/>
              <a:gd name="connsiteY555" fmla="*/ 2498102 h 6858000"/>
              <a:gd name="connsiteX556" fmla="*/ 7155223 w 7467600"/>
              <a:gd name="connsiteY556" fmla="*/ 2650386 h 6858000"/>
              <a:gd name="connsiteX557" fmla="*/ 7203167 w 7467600"/>
              <a:gd name="connsiteY557" fmla="*/ 2697288 h 6858000"/>
              <a:gd name="connsiteX558" fmla="*/ 6937703 w 7467600"/>
              <a:gd name="connsiteY558" fmla="*/ 2321981 h 6858000"/>
              <a:gd name="connsiteX559" fmla="*/ 6591670 w 7467600"/>
              <a:gd name="connsiteY559" fmla="*/ 1988277 h 6858000"/>
              <a:gd name="connsiteX560" fmla="*/ 5798671 w 7467600"/>
              <a:gd name="connsiteY560" fmla="*/ 1981601 h 6858000"/>
              <a:gd name="connsiteX561" fmla="*/ 5754709 w 7467600"/>
              <a:gd name="connsiteY561" fmla="*/ 2071454 h 6858000"/>
              <a:gd name="connsiteX562" fmla="*/ 5763044 w 7467600"/>
              <a:gd name="connsiteY562" fmla="*/ 2842206 h 6858000"/>
              <a:gd name="connsiteX563" fmla="*/ 5764974 w 7467600"/>
              <a:gd name="connsiteY563" fmla="*/ 2799609 h 6858000"/>
              <a:gd name="connsiteX564" fmla="*/ 5767665 w 7467600"/>
              <a:gd name="connsiteY564" fmla="*/ 2666409 h 6858000"/>
              <a:gd name="connsiteX565" fmla="*/ 5763055 w 7467600"/>
              <a:gd name="connsiteY565" fmla="*/ 2579705 h 6858000"/>
              <a:gd name="connsiteX566" fmla="*/ 5758079 w 7467600"/>
              <a:gd name="connsiteY566" fmla="*/ 2492508 h 6858000"/>
              <a:gd name="connsiteX567" fmla="*/ 5779325 w 7467600"/>
              <a:gd name="connsiteY567" fmla="*/ 2197069 h 6858000"/>
              <a:gd name="connsiteX568" fmla="*/ 5798671 w 7467600"/>
              <a:gd name="connsiteY568" fmla="*/ 1981601 h 6858000"/>
              <a:gd name="connsiteX569" fmla="*/ 5829202 w 7467600"/>
              <a:gd name="connsiteY569" fmla="*/ 1971679 h 6858000"/>
              <a:gd name="connsiteX570" fmla="*/ 5809558 w 7467600"/>
              <a:gd name="connsiteY570" fmla="*/ 2198043 h 6858000"/>
              <a:gd name="connsiteX571" fmla="*/ 5788653 w 7467600"/>
              <a:gd name="connsiteY571" fmla="*/ 2489430 h 6858000"/>
              <a:gd name="connsiteX572" fmla="*/ 5793439 w 7467600"/>
              <a:gd name="connsiteY572" fmla="*/ 2575235 h 6858000"/>
              <a:gd name="connsiteX573" fmla="*/ 5796837 w 7467600"/>
              <a:gd name="connsiteY573" fmla="*/ 2637633 h 6858000"/>
              <a:gd name="connsiteX574" fmla="*/ 5818614 w 7467600"/>
              <a:gd name="connsiteY574" fmla="*/ 2473055 h 6858000"/>
              <a:gd name="connsiteX575" fmla="*/ 5829202 w 7467600"/>
              <a:gd name="connsiteY575" fmla="*/ 1971679 h 6858000"/>
              <a:gd name="connsiteX576" fmla="*/ 5911389 w 7467600"/>
              <a:gd name="connsiteY576" fmla="*/ 1898371 h 6858000"/>
              <a:gd name="connsiteX577" fmla="*/ 6237627 w 7467600"/>
              <a:gd name="connsiteY577" fmla="*/ 2231921 h 6858000"/>
              <a:gd name="connsiteX578" fmla="*/ 5911389 w 7467600"/>
              <a:gd name="connsiteY578" fmla="*/ 1898371 h 6858000"/>
              <a:gd name="connsiteX579" fmla="*/ 6944437 w 7467600"/>
              <a:gd name="connsiteY579" fmla="*/ 1575402 h 6858000"/>
              <a:gd name="connsiteX580" fmla="*/ 6304730 w 7467600"/>
              <a:gd name="connsiteY580" fmla="*/ 1766654 h 6858000"/>
              <a:gd name="connsiteX581" fmla="*/ 6944437 w 7467600"/>
              <a:gd name="connsiteY581" fmla="*/ 1575402 h 6858000"/>
              <a:gd name="connsiteX582" fmla="*/ 7019523 w 7467600"/>
              <a:gd name="connsiteY582" fmla="*/ 1519450 h 6858000"/>
              <a:gd name="connsiteX583" fmla="*/ 6298091 w 7467600"/>
              <a:gd name="connsiteY583" fmla="*/ 1737122 h 6858000"/>
              <a:gd name="connsiteX584" fmla="*/ 7019523 w 7467600"/>
              <a:gd name="connsiteY584" fmla="*/ 1519450 h 6858000"/>
              <a:gd name="connsiteX585" fmla="*/ 2399523 w 7467600"/>
              <a:gd name="connsiteY585" fmla="*/ 1428234 h 6858000"/>
              <a:gd name="connsiteX586" fmla="*/ 2224982 w 7467600"/>
              <a:gd name="connsiteY586" fmla="*/ 1826201 h 6858000"/>
              <a:gd name="connsiteX587" fmla="*/ 2096099 w 7467600"/>
              <a:gd name="connsiteY587" fmla="*/ 2345900 h 6858000"/>
              <a:gd name="connsiteX588" fmla="*/ 2283317 w 7467600"/>
              <a:gd name="connsiteY588" fmla="*/ 1796925 h 6858000"/>
              <a:gd name="connsiteX589" fmla="*/ 2399523 w 7467600"/>
              <a:gd name="connsiteY589" fmla="*/ 1428234 h 6858000"/>
              <a:gd name="connsiteX590" fmla="*/ 2448558 w 7467600"/>
              <a:gd name="connsiteY590" fmla="*/ 1373435 h 6858000"/>
              <a:gd name="connsiteX591" fmla="*/ 2312521 w 7467600"/>
              <a:gd name="connsiteY591" fmla="*/ 1806140 h 6858000"/>
              <a:gd name="connsiteX592" fmla="*/ 2127533 w 7467600"/>
              <a:gd name="connsiteY592" fmla="*/ 2348380 h 6858000"/>
              <a:gd name="connsiteX593" fmla="*/ 2358080 w 7467600"/>
              <a:gd name="connsiteY593" fmla="*/ 1866134 h 6858000"/>
              <a:gd name="connsiteX594" fmla="*/ 2407436 w 7467600"/>
              <a:gd name="connsiteY594" fmla="*/ 1651070 h 6858000"/>
              <a:gd name="connsiteX595" fmla="*/ 2448558 w 7467600"/>
              <a:gd name="connsiteY595" fmla="*/ 1373435 h 6858000"/>
              <a:gd name="connsiteX596" fmla="*/ 278707 w 7467600"/>
              <a:gd name="connsiteY596" fmla="*/ 1352270 h 6858000"/>
              <a:gd name="connsiteX597" fmla="*/ 321570 w 7467600"/>
              <a:gd name="connsiteY597" fmla="*/ 1861610 h 6858000"/>
              <a:gd name="connsiteX598" fmla="*/ 294281 w 7467600"/>
              <a:gd name="connsiteY598" fmla="*/ 1440658 h 6858000"/>
              <a:gd name="connsiteX599" fmla="*/ 278707 w 7467600"/>
              <a:gd name="connsiteY599" fmla="*/ 1352270 h 6858000"/>
              <a:gd name="connsiteX600" fmla="*/ 1423821 w 7467600"/>
              <a:gd name="connsiteY600" fmla="*/ 1351958 h 6858000"/>
              <a:gd name="connsiteX601" fmla="*/ 1638521 w 7467600"/>
              <a:gd name="connsiteY601" fmla="*/ 1908470 h 6858000"/>
              <a:gd name="connsiteX602" fmla="*/ 1754199 w 7467600"/>
              <a:gd name="connsiteY602" fmla="*/ 2149284 h 6858000"/>
              <a:gd name="connsiteX603" fmla="*/ 1908359 w 7467600"/>
              <a:gd name="connsiteY603" fmla="*/ 2364988 h 6858000"/>
              <a:gd name="connsiteX604" fmla="*/ 1647661 w 7467600"/>
              <a:gd name="connsiteY604" fmla="*/ 1825945 h 6858000"/>
              <a:gd name="connsiteX605" fmla="*/ 1423821 w 7467600"/>
              <a:gd name="connsiteY605" fmla="*/ 1351958 h 6858000"/>
              <a:gd name="connsiteX606" fmla="*/ 1431890 w 7467600"/>
              <a:gd name="connsiteY606" fmla="*/ 1306475 h 6858000"/>
              <a:gd name="connsiteX607" fmla="*/ 1507597 w 7467600"/>
              <a:gd name="connsiteY607" fmla="*/ 1446132 h 6858000"/>
              <a:gd name="connsiteX608" fmla="*/ 1674586 w 7467600"/>
              <a:gd name="connsiteY608" fmla="*/ 1813832 h 6858000"/>
              <a:gd name="connsiteX609" fmla="*/ 1815950 w 7467600"/>
              <a:gd name="connsiteY609" fmla="*/ 2128564 h 6858000"/>
              <a:gd name="connsiteX610" fmla="*/ 1984242 w 7467600"/>
              <a:gd name="connsiteY610" fmla="*/ 2430829 h 6858000"/>
              <a:gd name="connsiteX611" fmla="*/ 2014023 w 7467600"/>
              <a:gd name="connsiteY611" fmla="*/ 2450995 h 6858000"/>
              <a:gd name="connsiteX612" fmla="*/ 1747337 w 7467600"/>
              <a:gd name="connsiteY612" fmla="*/ 1855264 h 6858000"/>
              <a:gd name="connsiteX613" fmla="*/ 1533749 w 7467600"/>
              <a:gd name="connsiteY613" fmla="*/ 1478656 h 6858000"/>
              <a:gd name="connsiteX614" fmla="*/ 1431890 w 7467600"/>
              <a:gd name="connsiteY614" fmla="*/ 1306475 h 6858000"/>
              <a:gd name="connsiteX615" fmla="*/ 5052692 w 7467600"/>
              <a:gd name="connsiteY615" fmla="*/ 1292994 h 6858000"/>
              <a:gd name="connsiteX616" fmla="*/ 5200661 w 7467600"/>
              <a:gd name="connsiteY616" fmla="*/ 1635186 h 6858000"/>
              <a:gd name="connsiteX617" fmla="*/ 5297138 w 7467600"/>
              <a:gd name="connsiteY617" fmla="*/ 1906351 h 6858000"/>
              <a:gd name="connsiteX618" fmla="*/ 5052692 w 7467600"/>
              <a:gd name="connsiteY618" fmla="*/ 1292994 h 6858000"/>
              <a:gd name="connsiteX619" fmla="*/ 5009948 w 7467600"/>
              <a:gd name="connsiteY619" fmla="*/ 1273619 h 6858000"/>
              <a:gd name="connsiteX620" fmla="*/ 5121777 w 7467600"/>
              <a:gd name="connsiteY620" fmla="*/ 1654213 h 6858000"/>
              <a:gd name="connsiteX621" fmla="*/ 5293545 w 7467600"/>
              <a:gd name="connsiteY621" fmla="*/ 2072247 h 6858000"/>
              <a:gd name="connsiteX622" fmla="*/ 5294042 w 7467600"/>
              <a:gd name="connsiteY622" fmla="*/ 2065019 h 6858000"/>
              <a:gd name="connsiteX623" fmla="*/ 5171936 w 7467600"/>
              <a:gd name="connsiteY623" fmla="*/ 1647613 h 6858000"/>
              <a:gd name="connsiteX624" fmla="*/ 5009948 w 7467600"/>
              <a:gd name="connsiteY624" fmla="*/ 1273619 h 6858000"/>
              <a:gd name="connsiteX625" fmla="*/ 655236 w 7467600"/>
              <a:gd name="connsiteY625" fmla="*/ 1268632 h 6858000"/>
              <a:gd name="connsiteX626" fmla="*/ 839521 w 7467600"/>
              <a:gd name="connsiteY626" fmla="*/ 1685315 h 6858000"/>
              <a:gd name="connsiteX627" fmla="*/ 1109416 w 7467600"/>
              <a:gd name="connsiteY627" fmla="*/ 2061663 h 6858000"/>
              <a:gd name="connsiteX628" fmla="*/ 1298300 w 7467600"/>
              <a:gd name="connsiteY628" fmla="*/ 2247742 h 6858000"/>
              <a:gd name="connsiteX629" fmla="*/ 1125871 w 7467600"/>
              <a:gd name="connsiteY629" fmla="*/ 1989513 h 6858000"/>
              <a:gd name="connsiteX630" fmla="*/ 981574 w 7467600"/>
              <a:gd name="connsiteY630" fmla="*/ 1783157 h 6858000"/>
              <a:gd name="connsiteX631" fmla="*/ 922198 w 7467600"/>
              <a:gd name="connsiteY631" fmla="*/ 1677437 h 6858000"/>
              <a:gd name="connsiteX632" fmla="*/ 869293 w 7467600"/>
              <a:gd name="connsiteY632" fmla="*/ 1583214 h 6858000"/>
              <a:gd name="connsiteX633" fmla="*/ 751431 w 7467600"/>
              <a:gd name="connsiteY633" fmla="*/ 1405731 h 6858000"/>
              <a:gd name="connsiteX634" fmla="*/ 655236 w 7467600"/>
              <a:gd name="connsiteY634" fmla="*/ 1268632 h 6858000"/>
              <a:gd name="connsiteX635" fmla="*/ 6516292 w 7467600"/>
              <a:gd name="connsiteY635" fmla="*/ 1263064 h 6858000"/>
              <a:gd name="connsiteX636" fmla="*/ 5736320 w 7467600"/>
              <a:gd name="connsiteY636" fmla="*/ 1501803 h 6858000"/>
              <a:gd name="connsiteX637" fmla="*/ 6516292 w 7467600"/>
              <a:gd name="connsiteY637" fmla="*/ 1263064 h 6858000"/>
              <a:gd name="connsiteX638" fmla="*/ 291466 w 7467600"/>
              <a:gd name="connsiteY638" fmla="*/ 1250369 h 6858000"/>
              <a:gd name="connsiteX639" fmla="*/ 323180 w 7467600"/>
              <a:gd name="connsiteY639" fmla="*/ 1435283 h 6858000"/>
              <a:gd name="connsiteX640" fmla="*/ 349381 w 7467600"/>
              <a:gd name="connsiteY640" fmla="*/ 1875041 h 6858000"/>
              <a:gd name="connsiteX641" fmla="*/ 374363 w 7467600"/>
              <a:gd name="connsiteY641" fmla="*/ 1506494 h 6858000"/>
              <a:gd name="connsiteX642" fmla="*/ 302168 w 7467600"/>
              <a:gd name="connsiteY642" fmla="*/ 1274495 h 6858000"/>
              <a:gd name="connsiteX643" fmla="*/ 291466 w 7467600"/>
              <a:gd name="connsiteY643" fmla="*/ 1250369 h 6858000"/>
              <a:gd name="connsiteX644" fmla="*/ 678222 w 7467600"/>
              <a:gd name="connsiteY644" fmla="*/ 1248670 h 6858000"/>
              <a:gd name="connsiteX645" fmla="*/ 775536 w 7467600"/>
              <a:gd name="connsiteY645" fmla="*/ 1388015 h 6858000"/>
              <a:gd name="connsiteX646" fmla="*/ 894529 w 7467600"/>
              <a:gd name="connsiteY646" fmla="*/ 1567739 h 6858000"/>
              <a:gd name="connsiteX647" fmla="*/ 948000 w 7467600"/>
              <a:gd name="connsiteY647" fmla="*/ 1663088 h 6858000"/>
              <a:gd name="connsiteX648" fmla="*/ 1006812 w 7467600"/>
              <a:gd name="connsiteY648" fmla="*/ 1767683 h 6858000"/>
              <a:gd name="connsiteX649" fmla="*/ 1149133 w 7467600"/>
              <a:gd name="connsiteY649" fmla="*/ 1971513 h 6858000"/>
              <a:gd name="connsiteX650" fmla="*/ 1333952 w 7467600"/>
              <a:gd name="connsiteY650" fmla="*/ 2251620 h 6858000"/>
              <a:gd name="connsiteX651" fmla="*/ 1337329 w 7467600"/>
              <a:gd name="connsiteY651" fmla="*/ 2258350 h 6858000"/>
              <a:gd name="connsiteX652" fmla="*/ 1014726 w 7467600"/>
              <a:gd name="connsiteY652" fmla="*/ 1615556 h 6858000"/>
              <a:gd name="connsiteX653" fmla="*/ 678222 w 7467600"/>
              <a:gd name="connsiteY653" fmla="*/ 1248670 h 6858000"/>
              <a:gd name="connsiteX654" fmla="*/ 6691602 w 7467600"/>
              <a:gd name="connsiteY654" fmla="*/ 1140573 h 6858000"/>
              <a:gd name="connsiteX655" fmla="*/ 6571100 w 7467600"/>
              <a:gd name="connsiteY655" fmla="*/ 1183662 h 6858000"/>
              <a:gd name="connsiteX656" fmla="*/ 6241687 w 7467600"/>
              <a:gd name="connsiteY656" fmla="*/ 1257600 h 6858000"/>
              <a:gd name="connsiteX657" fmla="*/ 5693009 w 7467600"/>
              <a:gd name="connsiteY657" fmla="*/ 1478256 h 6858000"/>
              <a:gd name="connsiteX658" fmla="*/ 6548420 w 7467600"/>
              <a:gd name="connsiteY658" fmla="*/ 1214599 h 6858000"/>
              <a:gd name="connsiteX659" fmla="*/ 6605473 w 7467600"/>
              <a:gd name="connsiteY659" fmla="*/ 1184686 h 6858000"/>
              <a:gd name="connsiteX660" fmla="*/ 6691602 w 7467600"/>
              <a:gd name="connsiteY660" fmla="*/ 1140573 h 6858000"/>
              <a:gd name="connsiteX661" fmla="*/ 4002475 w 7467600"/>
              <a:gd name="connsiteY661" fmla="*/ 1037802 h 6858000"/>
              <a:gd name="connsiteX662" fmla="*/ 4000324 w 7467600"/>
              <a:gd name="connsiteY662" fmla="*/ 1039362 h 6858000"/>
              <a:gd name="connsiteX663" fmla="*/ 4002862 w 7467600"/>
              <a:gd name="connsiteY663" fmla="*/ 1042866 h 6858000"/>
              <a:gd name="connsiteX664" fmla="*/ 4002475 w 7467600"/>
              <a:gd name="connsiteY664" fmla="*/ 1037802 h 6858000"/>
              <a:gd name="connsiteX665" fmla="*/ 506322 w 7467600"/>
              <a:gd name="connsiteY665" fmla="*/ 1020997 h 6858000"/>
              <a:gd name="connsiteX666" fmla="*/ 533068 w 7467600"/>
              <a:gd name="connsiteY666" fmla="*/ 1029409 h 6858000"/>
              <a:gd name="connsiteX667" fmla="*/ 1232525 w 7467600"/>
              <a:gd name="connsiteY667" fmla="*/ 1804675 h 6858000"/>
              <a:gd name="connsiteX668" fmla="*/ 1388858 w 7467600"/>
              <a:gd name="connsiteY668" fmla="*/ 2368011 h 6858000"/>
              <a:gd name="connsiteX669" fmla="*/ 1384098 w 7467600"/>
              <a:gd name="connsiteY669" fmla="*/ 2378125 h 6858000"/>
              <a:gd name="connsiteX670" fmla="*/ 1425393 w 7467600"/>
              <a:gd name="connsiteY670" fmla="*/ 2589124 h 6858000"/>
              <a:gd name="connsiteX671" fmla="*/ 1424001 w 7467600"/>
              <a:gd name="connsiteY671" fmla="*/ 2597541 h 6858000"/>
              <a:gd name="connsiteX672" fmla="*/ 2152729 w 7467600"/>
              <a:gd name="connsiteY672" fmla="*/ 2864487 h 6858000"/>
              <a:gd name="connsiteX673" fmla="*/ 2020609 w 7467600"/>
              <a:gd name="connsiteY673" fmla="*/ 2539671 h 6858000"/>
              <a:gd name="connsiteX674" fmla="*/ 2018920 w 7467600"/>
              <a:gd name="connsiteY674" fmla="*/ 2536309 h 6858000"/>
              <a:gd name="connsiteX675" fmla="*/ 1342441 w 7467600"/>
              <a:gd name="connsiteY675" fmla="*/ 1173017 h 6858000"/>
              <a:gd name="connsiteX676" fmla="*/ 1367925 w 7467600"/>
              <a:gd name="connsiteY676" fmla="*/ 1135648 h 6858000"/>
              <a:gd name="connsiteX677" fmla="*/ 1771401 w 7467600"/>
              <a:gd name="connsiteY677" fmla="*/ 1806673 h 6858000"/>
              <a:gd name="connsiteX678" fmla="*/ 1972385 w 7467600"/>
              <a:gd name="connsiteY678" fmla="*/ 2198735 h 6858000"/>
              <a:gd name="connsiteX679" fmla="*/ 2040892 w 7467600"/>
              <a:gd name="connsiteY679" fmla="*/ 2405205 h 6858000"/>
              <a:gd name="connsiteX680" fmla="*/ 2131689 w 7467600"/>
              <a:gd name="connsiteY680" fmla="*/ 1936926 h 6858000"/>
              <a:gd name="connsiteX681" fmla="*/ 2454820 w 7467600"/>
              <a:gd name="connsiteY681" fmla="*/ 1248808 h 6858000"/>
              <a:gd name="connsiteX682" fmla="*/ 2492512 w 7467600"/>
              <a:gd name="connsiteY682" fmla="*/ 1302920 h 6858000"/>
              <a:gd name="connsiteX683" fmla="*/ 2081216 w 7467600"/>
              <a:gd name="connsiteY683" fmla="*/ 2527513 h 6858000"/>
              <a:gd name="connsiteX684" fmla="*/ 2081211 w 7467600"/>
              <a:gd name="connsiteY684" fmla="*/ 2528916 h 6858000"/>
              <a:gd name="connsiteX685" fmla="*/ 2199067 w 7467600"/>
              <a:gd name="connsiteY685" fmla="*/ 2884061 h 6858000"/>
              <a:gd name="connsiteX686" fmla="*/ 3192586 w 7467600"/>
              <a:gd name="connsiteY686" fmla="*/ 3411496 h 6858000"/>
              <a:gd name="connsiteX687" fmla="*/ 3182620 w 7467600"/>
              <a:gd name="connsiteY687" fmla="*/ 3483279 h 6858000"/>
              <a:gd name="connsiteX688" fmla="*/ 2435119 w 7467600"/>
              <a:gd name="connsiteY688" fmla="*/ 3080173 h 6858000"/>
              <a:gd name="connsiteX689" fmla="*/ 2410152 w 7467600"/>
              <a:gd name="connsiteY689" fmla="*/ 3063751 h 6858000"/>
              <a:gd name="connsiteX690" fmla="*/ 2408099 w 7467600"/>
              <a:gd name="connsiteY690" fmla="*/ 3064403 h 6858000"/>
              <a:gd name="connsiteX691" fmla="*/ 2407218 w 7467600"/>
              <a:gd name="connsiteY691" fmla="*/ 3070324 h 6858000"/>
              <a:gd name="connsiteX692" fmla="*/ 2380138 w 7467600"/>
              <a:gd name="connsiteY692" fmla="*/ 3099341 h 6858000"/>
              <a:gd name="connsiteX693" fmla="*/ 1765923 w 7467600"/>
              <a:gd name="connsiteY693" fmla="*/ 3581043 h 6858000"/>
              <a:gd name="connsiteX694" fmla="*/ 1702258 w 7467600"/>
              <a:gd name="connsiteY694" fmla="*/ 3612286 h 6858000"/>
              <a:gd name="connsiteX695" fmla="*/ 1538370 w 7467600"/>
              <a:gd name="connsiteY695" fmla="*/ 3811804 h 6858000"/>
              <a:gd name="connsiteX696" fmla="*/ 542867 w 7467600"/>
              <a:gd name="connsiteY696" fmla="*/ 4944092 h 6858000"/>
              <a:gd name="connsiteX697" fmla="*/ 515800 w 7467600"/>
              <a:gd name="connsiteY697" fmla="*/ 4862180 h 6858000"/>
              <a:gd name="connsiteX698" fmla="*/ 909145 w 7467600"/>
              <a:gd name="connsiteY698" fmla="*/ 4199225 h 6858000"/>
              <a:gd name="connsiteX699" fmla="*/ 1214067 w 7467600"/>
              <a:gd name="connsiteY699" fmla="*/ 3908561 h 6858000"/>
              <a:gd name="connsiteX700" fmla="*/ 640967 w 7467600"/>
              <a:gd name="connsiteY700" fmla="*/ 4105601 h 6858000"/>
              <a:gd name="connsiteX701" fmla="*/ 112563 w 7467600"/>
              <a:gd name="connsiteY701" fmla="*/ 4396952 h 6858000"/>
              <a:gd name="connsiteX702" fmla="*/ 0 w 7467600"/>
              <a:gd name="connsiteY702" fmla="*/ 4466006 h 6858000"/>
              <a:gd name="connsiteX703" fmla="*/ 0 w 7467600"/>
              <a:gd name="connsiteY703" fmla="*/ 4233763 h 6858000"/>
              <a:gd name="connsiteX704" fmla="*/ 36881 w 7467600"/>
              <a:gd name="connsiteY704" fmla="*/ 4200118 h 6858000"/>
              <a:gd name="connsiteX705" fmla="*/ 910534 w 7467600"/>
              <a:gd name="connsiteY705" fmla="*/ 3629753 h 6858000"/>
              <a:gd name="connsiteX706" fmla="*/ 1578717 w 7467600"/>
              <a:gd name="connsiteY706" fmla="*/ 3575982 h 6858000"/>
              <a:gd name="connsiteX707" fmla="*/ 2338780 w 7467600"/>
              <a:gd name="connsiteY707" fmla="*/ 3033725 h 6858000"/>
              <a:gd name="connsiteX708" fmla="*/ 1807991 w 7467600"/>
              <a:gd name="connsiteY708" fmla="*/ 2807184 h 6858000"/>
              <a:gd name="connsiteX709" fmla="*/ 1416358 w 7467600"/>
              <a:gd name="connsiteY709" fmla="*/ 3112571 h 6858000"/>
              <a:gd name="connsiteX710" fmla="*/ 939066 w 7467600"/>
              <a:gd name="connsiteY710" fmla="*/ 3378798 h 6858000"/>
              <a:gd name="connsiteX711" fmla="*/ 115099 w 7467600"/>
              <a:gd name="connsiteY711" fmla="*/ 3607650 h 6858000"/>
              <a:gd name="connsiteX712" fmla="*/ 97284 w 7467600"/>
              <a:gd name="connsiteY712" fmla="*/ 3520393 h 6858000"/>
              <a:gd name="connsiteX713" fmla="*/ 922050 w 7467600"/>
              <a:gd name="connsiteY713" fmla="*/ 3074867 h 6858000"/>
              <a:gd name="connsiteX714" fmla="*/ 1405265 w 7467600"/>
              <a:gd name="connsiteY714" fmla="*/ 3016319 h 6858000"/>
              <a:gd name="connsiteX715" fmla="*/ 1407512 w 7467600"/>
              <a:gd name="connsiteY715" fmla="*/ 3018001 h 6858000"/>
              <a:gd name="connsiteX716" fmla="*/ 1726266 w 7467600"/>
              <a:gd name="connsiteY716" fmla="*/ 2777274 h 6858000"/>
              <a:gd name="connsiteX717" fmla="*/ 625390 w 7467600"/>
              <a:gd name="connsiteY717" fmla="*/ 2514541 h 6858000"/>
              <a:gd name="connsiteX718" fmla="*/ 619799 w 7467600"/>
              <a:gd name="connsiteY718" fmla="*/ 2527180 h 6858000"/>
              <a:gd name="connsiteX719" fmla="*/ 310030 w 7467600"/>
              <a:gd name="connsiteY719" fmla="*/ 2771818 h 6858000"/>
              <a:gd name="connsiteX720" fmla="*/ 173877 w 7467600"/>
              <a:gd name="connsiteY720" fmla="*/ 2937056 h 6858000"/>
              <a:gd name="connsiteX721" fmla="*/ 77889 w 7467600"/>
              <a:gd name="connsiteY721" fmla="*/ 3138440 h 6858000"/>
              <a:gd name="connsiteX722" fmla="*/ 0 w 7467600"/>
              <a:gd name="connsiteY722" fmla="*/ 3271395 h 6858000"/>
              <a:gd name="connsiteX723" fmla="*/ 0 w 7467600"/>
              <a:gd name="connsiteY723" fmla="*/ 3153002 h 6858000"/>
              <a:gd name="connsiteX724" fmla="*/ 2386 w 7467600"/>
              <a:gd name="connsiteY724" fmla="*/ 3149203 h 6858000"/>
              <a:gd name="connsiteX725" fmla="*/ 89753 w 7467600"/>
              <a:gd name="connsiteY725" fmla="*/ 2987702 h 6858000"/>
              <a:gd name="connsiteX726" fmla="*/ 76869 w 7467600"/>
              <a:gd name="connsiteY726" fmla="*/ 3005404 h 6858000"/>
              <a:gd name="connsiteX727" fmla="*/ 32049 w 7467600"/>
              <a:gd name="connsiteY727" fmla="*/ 3065814 h 6858000"/>
              <a:gd name="connsiteX728" fmla="*/ 0 w 7467600"/>
              <a:gd name="connsiteY728" fmla="*/ 3108744 h 6858000"/>
              <a:gd name="connsiteX729" fmla="*/ 0 w 7467600"/>
              <a:gd name="connsiteY729" fmla="*/ 3058059 h 6858000"/>
              <a:gd name="connsiteX730" fmla="*/ 7610 w 7467600"/>
              <a:gd name="connsiteY730" fmla="*/ 3047889 h 6858000"/>
              <a:gd name="connsiteX731" fmla="*/ 52419 w 7467600"/>
              <a:gd name="connsiteY731" fmla="*/ 2987479 h 6858000"/>
              <a:gd name="connsiteX732" fmla="*/ 59142 w 7467600"/>
              <a:gd name="connsiteY732" fmla="*/ 2978488 h 6858000"/>
              <a:gd name="connsiteX733" fmla="*/ 0 w 7467600"/>
              <a:gd name="connsiteY733" fmla="*/ 3015334 h 6858000"/>
              <a:gd name="connsiteX734" fmla="*/ 0 w 7467600"/>
              <a:gd name="connsiteY734" fmla="*/ 2914286 h 6858000"/>
              <a:gd name="connsiteX735" fmla="*/ 36383 w 7467600"/>
              <a:gd name="connsiteY735" fmla="*/ 2901128 h 6858000"/>
              <a:gd name="connsiteX736" fmla="*/ 156329 w 7467600"/>
              <a:gd name="connsiteY736" fmla="*/ 2840533 h 6858000"/>
              <a:gd name="connsiteX737" fmla="*/ 358355 w 7467600"/>
              <a:gd name="connsiteY737" fmla="*/ 2620471 h 6858000"/>
              <a:gd name="connsiteX738" fmla="*/ 510577 w 7467600"/>
              <a:gd name="connsiteY738" fmla="*/ 2501244 h 6858000"/>
              <a:gd name="connsiteX739" fmla="*/ 211967 w 7467600"/>
              <a:gd name="connsiteY739" fmla="*/ 2479171 h 6858000"/>
              <a:gd name="connsiteX740" fmla="*/ 0 w 7467600"/>
              <a:gd name="connsiteY740" fmla="*/ 2476398 h 6858000"/>
              <a:gd name="connsiteX741" fmla="*/ 0 w 7467600"/>
              <a:gd name="connsiteY741" fmla="*/ 2389189 h 6858000"/>
              <a:gd name="connsiteX742" fmla="*/ 103062 w 7467600"/>
              <a:gd name="connsiteY742" fmla="*/ 2389518 h 6858000"/>
              <a:gd name="connsiteX743" fmla="*/ 510734 w 7467600"/>
              <a:gd name="connsiteY743" fmla="*/ 2416201 h 6858000"/>
              <a:gd name="connsiteX744" fmla="*/ 279257 w 7467600"/>
              <a:gd name="connsiteY744" fmla="*/ 2092102 h 6858000"/>
              <a:gd name="connsiteX745" fmla="*/ 65265 w 7467600"/>
              <a:gd name="connsiteY745" fmla="*/ 2006049 h 6858000"/>
              <a:gd name="connsiteX746" fmla="*/ 0 w 7467600"/>
              <a:gd name="connsiteY746" fmla="*/ 1982532 h 6858000"/>
              <a:gd name="connsiteX747" fmla="*/ 0 w 7467600"/>
              <a:gd name="connsiteY747" fmla="*/ 1912789 h 6858000"/>
              <a:gd name="connsiteX748" fmla="*/ 97460 w 7467600"/>
              <a:gd name="connsiteY748" fmla="*/ 1953725 h 6858000"/>
              <a:gd name="connsiteX749" fmla="*/ 221272 w 7467600"/>
              <a:gd name="connsiteY749" fmla="*/ 1980766 h 6858000"/>
              <a:gd name="connsiteX750" fmla="*/ 116765 w 7467600"/>
              <a:gd name="connsiteY750" fmla="*/ 1911033 h 6858000"/>
              <a:gd name="connsiteX751" fmla="*/ 16405 w 7467600"/>
              <a:gd name="connsiteY751" fmla="*/ 1803412 h 6858000"/>
              <a:gd name="connsiteX752" fmla="*/ 0 w 7467600"/>
              <a:gd name="connsiteY752" fmla="*/ 1784777 h 6858000"/>
              <a:gd name="connsiteX753" fmla="*/ 0 w 7467600"/>
              <a:gd name="connsiteY753" fmla="*/ 1740082 h 6858000"/>
              <a:gd name="connsiteX754" fmla="*/ 39394 w 7467600"/>
              <a:gd name="connsiteY754" fmla="*/ 1784856 h 6858000"/>
              <a:gd name="connsiteX755" fmla="*/ 135813 w 7467600"/>
              <a:gd name="connsiteY755" fmla="*/ 1888838 h 6858000"/>
              <a:gd name="connsiteX756" fmla="*/ 242575 w 7467600"/>
              <a:gd name="connsiteY756" fmla="*/ 1958841 h 6858000"/>
              <a:gd name="connsiteX757" fmla="*/ 82197 w 7467600"/>
              <a:gd name="connsiteY757" fmla="*/ 1754826 h 6858000"/>
              <a:gd name="connsiteX758" fmla="*/ 0 w 7467600"/>
              <a:gd name="connsiteY758" fmla="*/ 1679650 h 6858000"/>
              <a:gd name="connsiteX759" fmla="*/ 0 w 7467600"/>
              <a:gd name="connsiteY759" fmla="*/ 1602463 h 6858000"/>
              <a:gd name="connsiteX760" fmla="*/ 84689 w 7467600"/>
              <a:gd name="connsiteY760" fmla="*/ 1677442 h 6858000"/>
              <a:gd name="connsiteX761" fmla="*/ 298437 w 7467600"/>
              <a:gd name="connsiteY761" fmla="*/ 1968019 h 6858000"/>
              <a:gd name="connsiteX762" fmla="*/ 227269 w 7467600"/>
              <a:gd name="connsiteY762" fmla="*/ 1114064 h 6858000"/>
              <a:gd name="connsiteX763" fmla="*/ 248003 w 7467600"/>
              <a:gd name="connsiteY763" fmla="*/ 1089613 h 6858000"/>
              <a:gd name="connsiteX764" fmla="*/ 427020 w 7467600"/>
              <a:gd name="connsiteY764" fmla="*/ 1619803 h 6858000"/>
              <a:gd name="connsiteX765" fmla="*/ 340345 w 7467600"/>
              <a:gd name="connsiteY765" fmla="*/ 2027739 h 6858000"/>
              <a:gd name="connsiteX766" fmla="*/ 360865 w 7467600"/>
              <a:gd name="connsiteY766" fmla="*/ 2044827 h 6858000"/>
              <a:gd name="connsiteX767" fmla="*/ 560414 w 7467600"/>
              <a:gd name="connsiteY767" fmla="*/ 2421457 h 6858000"/>
              <a:gd name="connsiteX768" fmla="*/ 1359703 w 7467600"/>
              <a:gd name="connsiteY768" fmla="*/ 2578554 h 6858000"/>
              <a:gd name="connsiteX769" fmla="*/ 1359422 w 7467600"/>
              <a:gd name="connsiteY769" fmla="*/ 2577994 h 6858000"/>
              <a:gd name="connsiteX770" fmla="*/ 828701 w 7467600"/>
              <a:gd name="connsiteY770" fmla="*/ 1839520 h 6858000"/>
              <a:gd name="connsiteX771" fmla="*/ 494427 w 7467600"/>
              <a:gd name="connsiteY771" fmla="*/ 1092333 h 6858000"/>
              <a:gd name="connsiteX772" fmla="*/ 506322 w 7467600"/>
              <a:gd name="connsiteY772" fmla="*/ 1020997 h 6858000"/>
              <a:gd name="connsiteX773" fmla="*/ 4570198 w 7467600"/>
              <a:gd name="connsiteY773" fmla="*/ 978081 h 6858000"/>
              <a:gd name="connsiteX774" fmla="*/ 4523691 w 7467600"/>
              <a:gd name="connsiteY774" fmla="*/ 1127776 h 6858000"/>
              <a:gd name="connsiteX775" fmla="*/ 4509875 w 7467600"/>
              <a:gd name="connsiteY775" fmla="*/ 1167552 h 6858000"/>
              <a:gd name="connsiteX776" fmla="*/ 4478168 w 7467600"/>
              <a:gd name="connsiteY776" fmla="*/ 1260735 h 6858000"/>
              <a:gd name="connsiteX777" fmla="*/ 4409309 w 7467600"/>
              <a:gd name="connsiteY777" fmla="*/ 1666996 h 6858000"/>
              <a:gd name="connsiteX778" fmla="*/ 4370031 w 7467600"/>
              <a:gd name="connsiteY778" fmla="*/ 1955666 h 6858000"/>
              <a:gd name="connsiteX779" fmla="*/ 4570198 w 7467600"/>
              <a:gd name="connsiteY779" fmla="*/ 978081 h 6858000"/>
              <a:gd name="connsiteX780" fmla="*/ 4557898 w 7467600"/>
              <a:gd name="connsiteY780" fmla="*/ 900011 h 6858000"/>
              <a:gd name="connsiteX781" fmla="*/ 4344840 w 7467600"/>
              <a:gd name="connsiteY781" fmla="*/ 1922038 h 6858000"/>
              <a:gd name="connsiteX782" fmla="*/ 4378710 w 7467600"/>
              <a:gd name="connsiteY782" fmla="*/ 1665516 h 6858000"/>
              <a:gd name="connsiteX783" fmla="*/ 4448798 w 7467600"/>
              <a:gd name="connsiteY783" fmla="*/ 1253024 h 6858000"/>
              <a:gd name="connsiteX784" fmla="*/ 4480315 w 7467600"/>
              <a:gd name="connsiteY784" fmla="*/ 1158454 h 6858000"/>
              <a:gd name="connsiteX785" fmla="*/ 4494133 w 7467600"/>
              <a:gd name="connsiteY785" fmla="*/ 1118676 h 6858000"/>
              <a:gd name="connsiteX786" fmla="*/ 4557898 w 7467600"/>
              <a:gd name="connsiteY786" fmla="*/ 900011 h 6858000"/>
              <a:gd name="connsiteX787" fmla="*/ 5870151 w 7467600"/>
              <a:gd name="connsiteY787" fmla="*/ 898890 h 6858000"/>
              <a:gd name="connsiteX788" fmla="*/ 5861335 w 7467600"/>
              <a:gd name="connsiteY788" fmla="*/ 899177 h 6858000"/>
              <a:gd name="connsiteX789" fmla="*/ 5843702 w 7467600"/>
              <a:gd name="connsiteY789" fmla="*/ 899748 h 6858000"/>
              <a:gd name="connsiteX790" fmla="*/ 5651107 w 7467600"/>
              <a:gd name="connsiteY790" fmla="*/ 920306 h 6858000"/>
              <a:gd name="connsiteX791" fmla="*/ 5459407 w 7467600"/>
              <a:gd name="connsiteY791" fmla="*/ 940975 h 6858000"/>
              <a:gd name="connsiteX792" fmla="*/ 5374846 w 7467600"/>
              <a:gd name="connsiteY792" fmla="*/ 941988 h 6858000"/>
              <a:gd name="connsiteX793" fmla="*/ 5256105 w 7467600"/>
              <a:gd name="connsiteY793" fmla="*/ 945632 h 6858000"/>
              <a:gd name="connsiteX794" fmla="*/ 5107071 w 7467600"/>
              <a:gd name="connsiteY794" fmla="*/ 969720 h 6858000"/>
              <a:gd name="connsiteX795" fmla="*/ 4998681 w 7467600"/>
              <a:gd name="connsiteY795" fmla="*/ 988771 h 6858000"/>
              <a:gd name="connsiteX796" fmla="*/ 5870151 w 7467600"/>
              <a:gd name="connsiteY796" fmla="*/ 898890 h 6858000"/>
              <a:gd name="connsiteX797" fmla="*/ 5504425 w 7467600"/>
              <a:gd name="connsiteY797" fmla="*/ 848067 h 6858000"/>
              <a:gd name="connsiteX798" fmla="*/ 4968849 w 7467600"/>
              <a:gd name="connsiteY798" fmla="*/ 962318 h 6858000"/>
              <a:gd name="connsiteX799" fmla="*/ 5104039 w 7467600"/>
              <a:gd name="connsiteY799" fmla="*/ 940634 h 6858000"/>
              <a:gd name="connsiteX800" fmla="*/ 5256311 w 7467600"/>
              <a:gd name="connsiteY800" fmla="*/ 916490 h 6858000"/>
              <a:gd name="connsiteX801" fmla="*/ 5377381 w 7467600"/>
              <a:gd name="connsiteY801" fmla="*/ 912671 h 6858000"/>
              <a:gd name="connsiteX802" fmla="*/ 5460148 w 7467600"/>
              <a:gd name="connsiteY802" fmla="*/ 911442 h 6858000"/>
              <a:gd name="connsiteX803" fmla="*/ 5648971 w 7467600"/>
              <a:gd name="connsiteY803" fmla="*/ 891331 h 6858000"/>
              <a:gd name="connsiteX804" fmla="*/ 5844807 w 7467600"/>
              <a:gd name="connsiteY804" fmla="*/ 870718 h 6858000"/>
              <a:gd name="connsiteX805" fmla="*/ 5862975 w 7467600"/>
              <a:gd name="connsiteY805" fmla="*/ 869756 h 6858000"/>
              <a:gd name="connsiteX806" fmla="*/ 5920887 w 7467600"/>
              <a:gd name="connsiteY806" fmla="*/ 865929 h 6858000"/>
              <a:gd name="connsiteX807" fmla="*/ 5504425 w 7467600"/>
              <a:gd name="connsiteY807" fmla="*/ 848067 h 6858000"/>
              <a:gd name="connsiteX808" fmla="*/ 3607114 w 7467600"/>
              <a:gd name="connsiteY808" fmla="*/ 467441 h 6858000"/>
              <a:gd name="connsiteX809" fmla="*/ 3296242 w 7467600"/>
              <a:gd name="connsiteY809" fmla="*/ 807991 h 6858000"/>
              <a:gd name="connsiteX810" fmla="*/ 3174674 w 7467600"/>
              <a:gd name="connsiteY810" fmla="*/ 919759 h 6858000"/>
              <a:gd name="connsiteX811" fmla="*/ 3042978 w 7467600"/>
              <a:gd name="connsiteY811" fmla="*/ 1054894 h 6858000"/>
              <a:gd name="connsiteX812" fmla="*/ 2968914 w 7467600"/>
              <a:gd name="connsiteY812" fmla="*/ 1133756 h 6858000"/>
              <a:gd name="connsiteX813" fmla="*/ 3103823 w 7467600"/>
              <a:gd name="connsiteY813" fmla="*/ 1026814 h 6858000"/>
              <a:gd name="connsiteX814" fmla="*/ 3607114 w 7467600"/>
              <a:gd name="connsiteY814" fmla="*/ 467441 h 6858000"/>
              <a:gd name="connsiteX815" fmla="*/ 3744487 w 7467600"/>
              <a:gd name="connsiteY815" fmla="*/ 383136 h 6858000"/>
              <a:gd name="connsiteX816" fmla="*/ 3970213 w 7467600"/>
              <a:gd name="connsiteY816" fmla="*/ 995559 h 6858000"/>
              <a:gd name="connsiteX817" fmla="*/ 3744487 w 7467600"/>
              <a:gd name="connsiteY817" fmla="*/ 383136 h 6858000"/>
              <a:gd name="connsiteX818" fmla="*/ 3624562 w 7467600"/>
              <a:gd name="connsiteY818" fmla="*/ 367041 h 6858000"/>
              <a:gd name="connsiteX819" fmla="*/ 3489712 w 7467600"/>
              <a:gd name="connsiteY819" fmla="*/ 485386 h 6858000"/>
              <a:gd name="connsiteX820" fmla="*/ 3182994 w 7467600"/>
              <a:gd name="connsiteY820" fmla="*/ 828265 h 6858000"/>
              <a:gd name="connsiteX821" fmla="*/ 2892114 w 7467600"/>
              <a:gd name="connsiteY821" fmla="*/ 1172635 h 6858000"/>
              <a:gd name="connsiteX822" fmla="*/ 3021459 w 7467600"/>
              <a:gd name="connsiteY822" fmla="*/ 1035385 h 6858000"/>
              <a:gd name="connsiteX823" fmla="*/ 3153873 w 7467600"/>
              <a:gd name="connsiteY823" fmla="*/ 898971 h 6858000"/>
              <a:gd name="connsiteX824" fmla="*/ 3276511 w 7467600"/>
              <a:gd name="connsiteY824" fmla="*/ 786423 h 6858000"/>
              <a:gd name="connsiteX825" fmla="*/ 3584154 w 7467600"/>
              <a:gd name="connsiteY825" fmla="*/ 448218 h 6858000"/>
              <a:gd name="connsiteX826" fmla="*/ 3624562 w 7467600"/>
              <a:gd name="connsiteY826" fmla="*/ 367041 h 6858000"/>
              <a:gd name="connsiteX827" fmla="*/ 3766672 w 7467600"/>
              <a:gd name="connsiteY827" fmla="*/ 359429 h 6858000"/>
              <a:gd name="connsiteX828" fmla="*/ 3996338 w 7467600"/>
              <a:gd name="connsiteY828" fmla="*/ 968237 h 6858000"/>
              <a:gd name="connsiteX829" fmla="*/ 3766672 w 7467600"/>
              <a:gd name="connsiteY829" fmla="*/ 359429 h 6858000"/>
              <a:gd name="connsiteX830" fmla="*/ 5805386 w 7467600"/>
              <a:gd name="connsiteY830" fmla="*/ 239240 h 6858000"/>
              <a:gd name="connsiteX831" fmla="*/ 5736947 w 7467600"/>
              <a:gd name="connsiteY831" fmla="*/ 261367 h 6858000"/>
              <a:gd name="connsiteX832" fmla="*/ 5427012 w 7467600"/>
              <a:gd name="connsiteY832" fmla="*/ 311272 h 6858000"/>
              <a:gd name="connsiteX833" fmla="*/ 5147818 w 7467600"/>
              <a:gd name="connsiteY833" fmla="*/ 322112 h 6858000"/>
              <a:gd name="connsiteX834" fmla="*/ 5060854 w 7467600"/>
              <a:gd name="connsiteY834" fmla="*/ 311882 h 6858000"/>
              <a:gd name="connsiteX835" fmla="*/ 4945989 w 7467600"/>
              <a:gd name="connsiteY835" fmla="*/ 300516 h 6858000"/>
              <a:gd name="connsiteX836" fmla="*/ 5410479 w 7467600"/>
              <a:gd name="connsiteY836" fmla="*/ 348434 h 6858000"/>
              <a:gd name="connsiteX837" fmla="*/ 5805386 w 7467600"/>
              <a:gd name="connsiteY837" fmla="*/ 239240 h 6858000"/>
              <a:gd name="connsiteX838" fmla="*/ 5905192 w 7467600"/>
              <a:gd name="connsiteY838" fmla="*/ 163079 h 6858000"/>
              <a:gd name="connsiteX839" fmla="*/ 5865655 w 7467600"/>
              <a:gd name="connsiteY839" fmla="*/ 171901 h 6858000"/>
              <a:gd name="connsiteX840" fmla="*/ 5259740 w 7467600"/>
              <a:gd name="connsiteY840" fmla="*/ 257013 h 6858000"/>
              <a:gd name="connsiteX841" fmla="*/ 5208466 w 7467600"/>
              <a:gd name="connsiteY841" fmla="*/ 257550 h 6858000"/>
              <a:gd name="connsiteX842" fmla="*/ 4980204 w 7467600"/>
              <a:gd name="connsiteY842" fmla="*/ 271903 h 6858000"/>
              <a:gd name="connsiteX843" fmla="*/ 5068068 w 7467600"/>
              <a:gd name="connsiteY843" fmla="*/ 282244 h 6858000"/>
              <a:gd name="connsiteX844" fmla="*/ 5153231 w 7467600"/>
              <a:gd name="connsiteY844" fmla="*/ 292240 h 6858000"/>
              <a:gd name="connsiteX845" fmla="*/ 5426491 w 7467600"/>
              <a:gd name="connsiteY845" fmla="*/ 281128 h 6858000"/>
              <a:gd name="connsiteX846" fmla="*/ 5731212 w 7467600"/>
              <a:gd name="connsiteY846" fmla="*/ 231951 h 6858000"/>
              <a:gd name="connsiteX847" fmla="*/ 5905192 w 7467600"/>
              <a:gd name="connsiteY847" fmla="*/ 163079 h 6858000"/>
              <a:gd name="connsiteX848" fmla="*/ 5944437 w 7467600"/>
              <a:gd name="connsiteY848" fmla="*/ 113829 h 6858000"/>
              <a:gd name="connsiteX849" fmla="*/ 5825032 w 7467600"/>
              <a:gd name="connsiteY849" fmla="*/ 146405 h 6858000"/>
              <a:gd name="connsiteX850" fmla="*/ 4955599 w 7467600"/>
              <a:gd name="connsiteY850" fmla="*/ 247008 h 6858000"/>
              <a:gd name="connsiteX851" fmla="*/ 5210104 w 7467600"/>
              <a:gd name="connsiteY851" fmla="*/ 228123 h 6858000"/>
              <a:gd name="connsiteX852" fmla="*/ 5261015 w 7467600"/>
              <a:gd name="connsiteY852" fmla="*/ 227087 h 6858000"/>
              <a:gd name="connsiteX853" fmla="*/ 5861181 w 7467600"/>
              <a:gd name="connsiteY853" fmla="*/ 143093 h 6858000"/>
              <a:gd name="connsiteX854" fmla="*/ 5961252 w 7467600"/>
              <a:gd name="connsiteY854" fmla="*/ 114820 h 6858000"/>
              <a:gd name="connsiteX855" fmla="*/ 5944437 w 7467600"/>
              <a:gd name="connsiteY855" fmla="*/ 113829 h 6858000"/>
              <a:gd name="connsiteX856" fmla="*/ 3882765 w 7467600"/>
              <a:gd name="connsiteY856" fmla="*/ 0 h 6858000"/>
              <a:gd name="connsiteX857" fmla="*/ 3995099 w 7467600"/>
              <a:gd name="connsiteY857" fmla="*/ 0 h 6858000"/>
              <a:gd name="connsiteX858" fmla="*/ 4163818 w 7467600"/>
              <a:gd name="connsiteY858" fmla="*/ 234104 h 6858000"/>
              <a:gd name="connsiteX859" fmla="*/ 4172099 w 7467600"/>
              <a:gd name="connsiteY859" fmla="*/ 234207 h 6858000"/>
              <a:gd name="connsiteX860" fmla="*/ 4784282 w 7467600"/>
              <a:gd name="connsiteY860" fmla="*/ 276561 h 6858000"/>
              <a:gd name="connsiteX861" fmla="*/ 4801687 w 7467600"/>
              <a:gd name="connsiteY861" fmla="*/ 267764 h 6858000"/>
              <a:gd name="connsiteX862" fmla="*/ 6082788 w 7467600"/>
              <a:gd name="connsiteY862" fmla="*/ 64119 h 6858000"/>
              <a:gd name="connsiteX863" fmla="*/ 6099442 w 7467600"/>
              <a:gd name="connsiteY863" fmla="*/ 82568 h 6858000"/>
              <a:gd name="connsiteX864" fmla="*/ 4804137 w 7467600"/>
              <a:gd name="connsiteY864" fmla="*/ 320931 h 6858000"/>
              <a:gd name="connsiteX865" fmla="*/ 4227047 w 7467600"/>
              <a:gd name="connsiteY865" fmla="*/ 313415 h 6858000"/>
              <a:gd name="connsiteX866" fmla="*/ 4346041 w 7467600"/>
              <a:gd name="connsiteY866" fmla="*/ 456086 h 6858000"/>
              <a:gd name="connsiteX867" fmla="*/ 4870967 w 7467600"/>
              <a:gd name="connsiteY867" fmla="*/ 963061 h 6858000"/>
              <a:gd name="connsiteX868" fmla="*/ 4889647 w 7467600"/>
              <a:gd name="connsiteY868" fmla="*/ 957147 h 6858000"/>
              <a:gd name="connsiteX869" fmla="*/ 5422504 w 7467600"/>
              <a:gd name="connsiteY869" fmla="*/ 805191 h 6858000"/>
              <a:gd name="connsiteX870" fmla="*/ 6087656 w 7467600"/>
              <a:gd name="connsiteY870" fmla="*/ 826703 h 6858000"/>
              <a:gd name="connsiteX871" fmla="*/ 6058717 w 7467600"/>
              <a:gd name="connsiteY871" fmla="*/ 865992 h 6858000"/>
              <a:gd name="connsiteX872" fmla="*/ 4974153 w 7467600"/>
              <a:gd name="connsiteY872" fmla="*/ 1045456 h 6858000"/>
              <a:gd name="connsiteX873" fmla="*/ 5627835 w 7467600"/>
              <a:gd name="connsiteY873" fmla="*/ 1472077 h 6858000"/>
              <a:gd name="connsiteX874" fmla="*/ 5629817 w 7467600"/>
              <a:gd name="connsiteY874" fmla="*/ 1471412 h 6858000"/>
              <a:gd name="connsiteX875" fmla="*/ 5634124 w 7467600"/>
              <a:gd name="connsiteY875" fmla="*/ 1470572 h 6858000"/>
              <a:gd name="connsiteX876" fmla="*/ 5755832 w 7467600"/>
              <a:gd name="connsiteY876" fmla="*/ 1383886 h 6858000"/>
              <a:gd name="connsiteX877" fmla="*/ 6014186 w 7467600"/>
              <a:gd name="connsiteY877" fmla="*/ 1279799 h 6858000"/>
              <a:gd name="connsiteX878" fmla="*/ 6901619 w 7467600"/>
              <a:gd name="connsiteY878" fmla="*/ 1047874 h 6858000"/>
              <a:gd name="connsiteX879" fmla="*/ 6931566 w 7467600"/>
              <a:gd name="connsiteY879" fmla="*/ 1062034 h 6858000"/>
              <a:gd name="connsiteX880" fmla="*/ 5790982 w 7467600"/>
              <a:gd name="connsiteY880" fmla="*/ 1561380 h 6858000"/>
              <a:gd name="connsiteX881" fmla="*/ 6188971 w 7467600"/>
              <a:gd name="connsiteY881" fmla="*/ 1755168 h 6858000"/>
              <a:gd name="connsiteX882" fmla="*/ 6202446 w 7467600"/>
              <a:gd name="connsiteY882" fmla="*/ 1752268 h 6858000"/>
              <a:gd name="connsiteX883" fmla="*/ 7179560 w 7467600"/>
              <a:gd name="connsiteY883" fmla="*/ 1467551 h 6858000"/>
              <a:gd name="connsiteX884" fmla="*/ 7158730 w 7467600"/>
              <a:gd name="connsiteY884" fmla="*/ 1507835 h 6858000"/>
              <a:gd name="connsiteX885" fmla="*/ 6326959 w 7467600"/>
              <a:gd name="connsiteY885" fmla="*/ 1817686 h 6858000"/>
              <a:gd name="connsiteX886" fmla="*/ 6537433 w 7467600"/>
              <a:gd name="connsiteY886" fmla="*/ 1907790 h 6858000"/>
              <a:gd name="connsiteX887" fmla="*/ 6550221 w 7467600"/>
              <a:gd name="connsiteY887" fmla="*/ 1910729 h 6858000"/>
              <a:gd name="connsiteX888" fmla="*/ 6964438 w 7467600"/>
              <a:gd name="connsiteY888" fmla="*/ 2209505 h 6858000"/>
              <a:gd name="connsiteX889" fmla="*/ 7367862 w 7467600"/>
              <a:gd name="connsiteY889" fmla="*/ 2806833 h 6858000"/>
              <a:gd name="connsiteX890" fmla="*/ 7364329 w 7467600"/>
              <a:gd name="connsiteY890" fmla="*/ 2826907 h 6858000"/>
              <a:gd name="connsiteX891" fmla="*/ 7290545 w 7467600"/>
              <a:gd name="connsiteY891" fmla="*/ 2850663 h 6858000"/>
              <a:gd name="connsiteX892" fmla="*/ 6472036 w 7467600"/>
              <a:gd name="connsiteY892" fmla="*/ 1959003 h 6858000"/>
              <a:gd name="connsiteX893" fmla="*/ 5792897 w 7467600"/>
              <a:gd name="connsiteY893" fmla="*/ 1647747 h 6858000"/>
              <a:gd name="connsiteX894" fmla="*/ 5842751 w 7467600"/>
              <a:gd name="connsiteY894" fmla="*/ 1816112 h 6858000"/>
              <a:gd name="connsiteX895" fmla="*/ 5847424 w 7467600"/>
              <a:gd name="connsiteY895" fmla="*/ 1815776 h 6858000"/>
              <a:gd name="connsiteX896" fmla="*/ 6399821 w 7467600"/>
              <a:gd name="connsiteY896" fmla="*/ 2344799 h 6858000"/>
              <a:gd name="connsiteX897" fmla="*/ 6323232 w 7467600"/>
              <a:gd name="connsiteY897" fmla="*/ 2389634 h 6858000"/>
              <a:gd name="connsiteX898" fmla="*/ 5942958 w 7467600"/>
              <a:gd name="connsiteY898" fmla="*/ 2077708 h 6858000"/>
              <a:gd name="connsiteX899" fmla="*/ 5921559 w 7467600"/>
              <a:gd name="connsiteY899" fmla="*/ 2378596 h 6858000"/>
              <a:gd name="connsiteX900" fmla="*/ 5817651 w 7467600"/>
              <a:gd name="connsiteY900" fmla="*/ 3023919 h 6858000"/>
              <a:gd name="connsiteX901" fmla="*/ 5729634 w 7467600"/>
              <a:gd name="connsiteY901" fmla="*/ 3051849 h 6858000"/>
              <a:gd name="connsiteX902" fmla="*/ 5611018 w 7467600"/>
              <a:gd name="connsiteY902" fmla="*/ 2316769 h 6858000"/>
              <a:gd name="connsiteX903" fmla="*/ 5687608 w 7467600"/>
              <a:gd name="connsiteY903" fmla="*/ 2039972 h 6858000"/>
              <a:gd name="connsiteX904" fmla="*/ 5657554 w 7467600"/>
              <a:gd name="connsiteY904" fmla="*/ 1576445 h 6858000"/>
              <a:gd name="connsiteX905" fmla="*/ 5150475 w 7467600"/>
              <a:gd name="connsiteY905" fmla="*/ 1274012 h 6858000"/>
              <a:gd name="connsiteX906" fmla="*/ 5349142 w 7467600"/>
              <a:gd name="connsiteY906" fmla="*/ 2204405 h 6858000"/>
              <a:gd name="connsiteX907" fmla="*/ 5262214 w 7467600"/>
              <a:gd name="connsiteY907" fmla="*/ 2233836 h 6858000"/>
              <a:gd name="connsiteX908" fmla="*/ 4981539 w 7467600"/>
              <a:gd name="connsiteY908" fmla="*/ 1542201 h 6858000"/>
              <a:gd name="connsiteX909" fmla="*/ 4958461 w 7467600"/>
              <a:gd name="connsiteY909" fmla="*/ 1136957 h 6858000"/>
              <a:gd name="connsiteX910" fmla="*/ 4655015 w 7467600"/>
              <a:gd name="connsiteY910" fmla="*/ 891426 h 6858000"/>
              <a:gd name="connsiteX911" fmla="*/ 4348002 w 7467600"/>
              <a:gd name="connsiteY911" fmla="*/ 2205895 h 6858000"/>
              <a:gd name="connsiteX912" fmla="*/ 4262250 w 7467600"/>
              <a:gd name="connsiteY912" fmla="*/ 2219972 h 6858000"/>
              <a:gd name="connsiteX913" fmla="*/ 4550611 w 7467600"/>
              <a:gd name="connsiteY913" fmla="*/ 817540 h 6858000"/>
              <a:gd name="connsiteX914" fmla="*/ 4564418 w 7467600"/>
              <a:gd name="connsiteY914" fmla="*/ 808293 h 6858000"/>
              <a:gd name="connsiteX915" fmla="*/ 4266388 w 7467600"/>
              <a:gd name="connsiteY915" fmla="*/ 500083 h 6858000"/>
              <a:gd name="connsiteX916" fmla="*/ 4032842 w 7467600"/>
              <a:gd name="connsiteY916" fmla="*/ 211809 h 6858000"/>
              <a:gd name="connsiteX917" fmla="*/ 3882765 w 7467600"/>
              <a:gd name="connsiteY917" fmla="*/ 0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3721337 w 7467600"/>
              <a:gd name="connsiteY935" fmla="*/ 0 h 6858000"/>
              <a:gd name="connsiteX936" fmla="*/ 2867960 w 7467600"/>
              <a:gd name="connsiteY936" fmla="*/ 0 h 6858000"/>
              <a:gd name="connsiteX937" fmla="*/ 2926351 w 7467600"/>
              <a:gd name="connsiteY937" fmla="*/ 0 h 6858000"/>
              <a:gd name="connsiteX938" fmla="*/ 2902823 w 7467600"/>
              <a:gd name="connsiteY938" fmla="*/ 262929 h 6858000"/>
              <a:gd name="connsiteX939" fmla="*/ 2940663 w 7467600"/>
              <a:gd name="connsiteY939" fmla="*/ 140884 h 6858000"/>
              <a:gd name="connsiteX940" fmla="*/ 2947039 w 7467600"/>
              <a:gd name="connsiteY940" fmla="*/ 122524 h 6858000"/>
              <a:gd name="connsiteX941" fmla="*/ 2984316 w 7467600"/>
              <a:gd name="connsiteY941" fmla="*/ 0 h 6858000"/>
              <a:gd name="connsiteX942" fmla="*/ 3016114 w 7467600"/>
              <a:gd name="connsiteY942" fmla="*/ 0 h 6858000"/>
              <a:gd name="connsiteX943" fmla="*/ 2979949 w 7467600"/>
              <a:gd name="connsiteY943" fmla="*/ 119274 h 6858000"/>
              <a:gd name="connsiteX944" fmla="*/ 3023879 w 7467600"/>
              <a:gd name="connsiteY944" fmla="*/ 0 h 6858000"/>
              <a:gd name="connsiteX945" fmla="*/ 3105400 w 7467600"/>
              <a:gd name="connsiteY945" fmla="*/ 0 h 6858000"/>
              <a:gd name="connsiteX946" fmla="*/ 3094669 w 7467600"/>
              <a:gd name="connsiteY946" fmla="*/ 30308 h 6858000"/>
              <a:gd name="connsiteX947" fmla="*/ 2901945 w 7467600"/>
              <a:gd name="connsiteY947" fmla="*/ 466538 h 6858000"/>
              <a:gd name="connsiteX948" fmla="*/ 2815209 w 7467600"/>
              <a:gd name="connsiteY948" fmla="*/ 497361 h 6858000"/>
              <a:gd name="connsiteX949" fmla="*/ 2844845 w 7467600"/>
              <a:gd name="connsiteY949" fmla="*/ 127638 h 6858000"/>
              <a:gd name="connsiteX950" fmla="*/ 2867960 w 7467600"/>
              <a:gd name="connsiteY950" fmla="*/ 0 h 6858000"/>
              <a:gd name="connsiteX951" fmla="*/ 1057230 w 7467600"/>
              <a:gd name="connsiteY951" fmla="*/ 0 h 6858000"/>
              <a:gd name="connsiteX952" fmla="*/ 1111003 w 7467600"/>
              <a:gd name="connsiteY952" fmla="*/ 0 h 6858000"/>
              <a:gd name="connsiteX953" fmla="*/ 1125553 w 7467600"/>
              <a:gd name="connsiteY953" fmla="*/ 52588 h 6858000"/>
              <a:gd name="connsiteX954" fmla="*/ 1304276 w 7467600"/>
              <a:gd name="connsiteY954" fmla="*/ 476275 h 6858000"/>
              <a:gd name="connsiteX955" fmla="*/ 1492066 w 7467600"/>
              <a:gd name="connsiteY955" fmla="*/ 886333 h 6858000"/>
              <a:gd name="connsiteX956" fmla="*/ 1423698 w 7467600"/>
              <a:gd name="connsiteY956" fmla="*/ 710817 h 6858000"/>
              <a:gd name="connsiteX957" fmla="*/ 1357609 w 7467600"/>
              <a:gd name="connsiteY957" fmla="*/ 532892 h 6858000"/>
              <a:gd name="connsiteX958" fmla="*/ 1309550 w 7467600"/>
              <a:gd name="connsiteY958" fmla="*/ 374031 h 6858000"/>
              <a:gd name="connsiteX959" fmla="*/ 1193673 w 7467600"/>
              <a:gd name="connsiteY959" fmla="*/ 49533 h 6858000"/>
              <a:gd name="connsiteX960" fmla="*/ 1164391 w 7467600"/>
              <a:gd name="connsiteY960" fmla="*/ 0 h 6858000"/>
              <a:gd name="connsiteX961" fmla="*/ 1200666 w 7467600"/>
              <a:gd name="connsiteY961" fmla="*/ 0 h 6858000"/>
              <a:gd name="connsiteX962" fmla="*/ 1223408 w 7467600"/>
              <a:gd name="connsiteY962" fmla="*/ 38996 h 6858000"/>
              <a:gd name="connsiteX963" fmla="*/ 1339635 w 7467600"/>
              <a:gd name="connsiteY963" fmla="*/ 365517 h 6858000"/>
              <a:gd name="connsiteX964" fmla="*/ 1387469 w 7467600"/>
              <a:gd name="connsiteY964" fmla="*/ 523079 h 6858000"/>
              <a:gd name="connsiteX965" fmla="*/ 1452685 w 7467600"/>
              <a:gd name="connsiteY965" fmla="*/ 699806 h 6858000"/>
              <a:gd name="connsiteX966" fmla="*/ 1492092 w 7467600"/>
              <a:gd name="connsiteY966" fmla="*/ 800424 h 6858000"/>
              <a:gd name="connsiteX967" fmla="*/ 1455302 w 7467600"/>
              <a:gd name="connsiteY967" fmla="*/ 632913 h 6858000"/>
              <a:gd name="connsiteX968" fmla="*/ 1222336 w 7467600"/>
              <a:gd name="connsiteY968" fmla="*/ 9480 h 6858000"/>
              <a:gd name="connsiteX969" fmla="*/ 1214634 w 7467600"/>
              <a:gd name="connsiteY969" fmla="*/ 0 h 6858000"/>
              <a:gd name="connsiteX970" fmla="*/ 1289827 w 7467600"/>
              <a:gd name="connsiteY970" fmla="*/ 0 h 6858000"/>
              <a:gd name="connsiteX971" fmla="*/ 1321076 w 7467600"/>
              <a:gd name="connsiteY971" fmla="*/ 59722 h 6858000"/>
              <a:gd name="connsiteX972" fmla="*/ 1512579 w 7467600"/>
              <a:gd name="connsiteY972" fmla="*/ 626441 h 6858000"/>
              <a:gd name="connsiteX973" fmla="*/ 1506076 w 7467600"/>
              <a:gd name="connsiteY973" fmla="*/ 1089289 h 6858000"/>
              <a:gd name="connsiteX974" fmla="*/ 1486346 w 7467600"/>
              <a:gd name="connsiteY974" fmla="*/ 1079919 h 6858000"/>
              <a:gd name="connsiteX975" fmla="*/ 1070511 w 7467600"/>
              <a:gd name="connsiteY975" fmla="*/ 48609 h 6858000"/>
              <a:gd name="connsiteX976" fmla="*/ 1057230 w 7467600"/>
              <a:gd name="connsiteY976" fmla="*/ 0 h 6858000"/>
              <a:gd name="connsiteX977" fmla="*/ 43151 w 7467600"/>
              <a:gd name="connsiteY977" fmla="*/ 0 h 6858000"/>
              <a:gd name="connsiteX978" fmla="*/ 95283 w 7467600"/>
              <a:gd name="connsiteY978" fmla="*/ 0 h 6858000"/>
              <a:gd name="connsiteX979" fmla="*/ 300708 w 7467600"/>
              <a:gd name="connsiteY979" fmla="*/ 154571 h 6858000"/>
              <a:gd name="connsiteX980" fmla="*/ 530414 w 7467600"/>
              <a:gd name="connsiteY980" fmla="*/ 354673 h 6858000"/>
              <a:gd name="connsiteX981" fmla="*/ 333785 w 7467600"/>
              <a:gd name="connsiteY981" fmla="*/ 161564 h 6858000"/>
              <a:gd name="connsiteX982" fmla="*/ 147005 w 7467600"/>
              <a:gd name="connsiteY982" fmla="*/ 0 h 6858000"/>
              <a:gd name="connsiteX983" fmla="*/ 272509 w 7467600"/>
              <a:gd name="connsiteY983" fmla="*/ 0 h 6858000"/>
              <a:gd name="connsiteX984" fmla="*/ 326276 w 7467600"/>
              <a:gd name="connsiteY984" fmla="*/ 45847 h 6858000"/>
              <a:gd name="connsiteX985" fmla="*/ 823759 w 7467600"/>
              <a:gd name="connsiteY985" fmla="*/ 574145 h 6858000"/>
              <a:gd name="connsiteX986" fmla="*/ 811254 w 7467600"/>
              <a:gd name="connsiteY986" fmla="*/ 665546 h 6858000"/>
              <a:gd name="connsiteX987" fmla="*/ 154042 w 7467600"/>
              <a:gd name="connsiteY987" fmla="*/ 261522 h 6858000"/>
              <a:gd name="connsiteX988" fmla="*/ 13550 w 7467600"/>
              <a:gd name="connsiteY988" fmla="*/ 158423 h 6858000"/>
              <a:gd name="connsiteX989" fmla="*/ 0 w 7467600"/>
              <a:gd name="connsiteY989" fmla="*/ 146618 h 6858000"/>
              <a:gd name="connsiteX990" fmla="*/ 0 w 7467600"/>
              <a:gd name="connsiteY990" fmla="*/ 59161 h 6858000"/>
              <a:gd name="connsiteX991" fmla="*/ 45427 w 7467600"/>
              <a:gd name="connsiteY991" fmla="*/ 101078 h 6858000"/>
              <a:gd name="connsiteX992" fmla="*/ 630103 w 7467600"/>
              <a:gd name="connsiteY992" fmla="*/ 485885 h 6858000"/>
              <a:gd name="connsiteX993" fmla="*/ 532040 w 7467600"/>
              <a:gd name="connsiteY993" fmla="*/ 399359 h 6858000"/>
              <a:gd name="connsiteX994" fmla="*/ 517618 w 7467600"/>
              <a:gd name="connsiteY994" fmla="*/ 385726 h 6858000"/>
              <a:gd name="connsiteX995" fmla="*/ 285074 w 7467600"/>
              <a:gd name="connsiteY995" fmla="*/ 182755 h 6858000"/>
              <a:gd name="connsiteX996" fmla="*/ 43151 w 7467600"/>
              <a:gd name="connsiteY99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27465 w 7467600"/>
              <a:gd name="connsiteY127" fmla="*/ 5174181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1903353 w 7467600"/>
              <a:gd name="connsiteY140" fmla="*/ 5044827 h 6858000"/>
              <a:gd name="connsiteX141" fmla="*/ 1936931 w 7467600"/>
              <a:gd name="connsiteY141" fmla="*/ 5093954 h 6858000"/>
              <a:gd name="connsiteX142" fmla="*/ 2195868 w 7467600"/>
              <a:gd name="connsiteY142" fmla="*/ 5396574 h 6858000"/>
              <a:gd name="connsiteX143" fmla="*/ 2088852 w 7467600"/>
              <a:gd name="connsiteY143" fmla="*/ 5166123 h 6858000"/>
              <a:gd name="connsiteX144" fmla="*/ 1958241 w 7467600"/>
              <a:gd name="connsiteY144" fmla="*/ 5067955 h 6858000"/>
              <a:gd name="connsiteX145" fmla="*/ 1903353 w 7467600"/>
              <a:gd name="connsiteY145" fmla="*/ 5044827 h 6858000"/>
              <a:gd name="connsiteX146" fmla="*/ 1979378 w 7467600"/>
              <a:gd name="connsiteY146" fmla="*/ 4769504 h 6858000"/>
              <a:gd name="connsiteX147" fmla="*/ 2882120 w 7467600"/>
              <a:gd name="connsiteY147" fmla="*/ 5064547 h 6858000"/>
              <a:gd name="connsiteX148" fmla="*/ 2793103 w 7467600"/>
              <a:gd name="connsiteY148" fmla="*/ 5039699 h 6858000"/>
              <a:gd name="connsiteX149" fmla="*/ 2770041 w 7467600"/>
              <a:gd name="connsiteY149" fmla="*/ 5033634 h 6858000"/>
              <a:gd name="connsiteX150" fmla="*/ 1979378 w 7467600"/>
              <a:gd name="connsiteY150" fmla="*/ 4769504 h 6858000"/>
              <a:gd name="connsiteX151" fmla="*/ 1927410 w 7467600"/>
              <a:gd name="connsiteY151" fmla="*/ 4716164 h 6858000"/>
              <a:gd name="connsiteX152" fmla="*/ 1959587 w 7467600"/>
              <a:gd name="connsiteY152" fmla="*/ 4728849 h 6858000"/>
              <a:gd name="connsiteX153" fmla="*/ 2777707 w 7467600"/>
              <a:gd name="connsiteY153" fmla="*/ 5003991 h 6858000"/>
              <a:gd name="connsiteX154" fmla="*/ 2800768 w 7467600"/>
              <a:gd name="connsiteY154" fmla="*/ 5010056 h 6858000"/>
              <a:gd name="connsiteX155" fmla="*/ 2879408 w 7467600"/>
              <a:gd name="connsiteY155" fmla="*/ 5031590 h 6858000"/>
              <a:gd name="connsiteX156" fmla="*/ 2862295 w 7467600"/>
              <a:gd name="connsiteY156" fmla="*/ 5022958 h 6858000"/>
              <a:gd name="connsiteX157" fmla="*/ 2813343 w 7467600"/>
              <a:gd name="connsiteY157" fmla="*/ 4998369 h 6858000"/>
              <a:gd name="connsiteX158" fmla="*/ 2646245 w 7467600"/>
              <a:gd name="connsiteY158" fmla="*/ 4930999 h 6858000"/>
              <a:gd name="connsiteX159" fmla="*/ 1999243 w 7467600"/>
              <a:gd name="connsiteY159" fmla="*/ 4730524 h 6858000"/>
              <a:gd name="connsiteX160" fmla="*/ 1979527 w 7467600"/>
              <a:gd name="connsiteY160" fmla="*/ 4726651 h 6858000"/>
              <a:gd name="connsiteX161" fmla="*/ 1927410 w 7467600"/>
              <a:gd name="connsiteY161" fmla="*/ 4716164 h 6858000"/>
              <a:gd name="connsiteX162" fmla="*/ 1997014 w 7467600"/>
              <a:gd name="connsiteY162" fmla="*/ 4698007 h 6858000"/>
              <a:gd name="connsiteX163" fmla="*/ 2005458 w 7467600"/>
              <a:gd name="connsiteY163" fmla="*/ 4699540 h 6858000"/>
              <a:gd name="connsiteX164" fmla="*/ 2657186 w 7467600"/>
              <a:gd name="connsiteY164" fmla="*/ 4901687 h 6858000"/>
              <a:gd name="connsiteX165" fmla="*/ 2826662 w 7467600"/>
              <a:gd name="connsiteY165" fmla="*/ 4970362 h 6858000"/>
              <a:gd name="connsiteX166" fmla="*/ 2876100 w 7467600"/>
              <a:gd name="connsiteY166" fmla="*/ 4995397 h 6858000"/>
              <a:gd name="connsiteX167" fmla="*/ 3042600 w 7467600"/>
              <a:gd name="connsiteY167" fmla="*/ 5059532 h 6858000"/>
              <a:gd name="connsiteX168" fmla="*/ 1997014 w 7467600"/>
              <a:gd name="connsiteY168" fmla="*/ 4698007 h 6858000"/>
              <a:gd name="connsiteX169" fmla="*/ 2305292 w 7467600"/>
              <a:gd name="connsiteY169" fmla="*/ 4219492 h 6858000"/>
              <a:gd name="connsiteX170" fmla="*/ 3360922 w 7467600"/>
              <a:gd name="connsiteY170" fmla="*/ 4529373 h 6858000"/>
              <a:gd name="connsiteX171" fmla="*/ 3492420 w 7467600"/>
              <a:gd name="connsiteY171" fmla="*/ 4510145 h 6858000"/>
              <a:gd name="connsiteX172" fmla="*/ 3364086 w 7467600"/>
              <a:gd name="connsiteY172" fmla="*/ 4480340 h 6858000"/>
              <a:gd name="connsiteX173" fmla="*/ 3225818 w 7467600"/>
              <a:gd name="connsiteY173" fmla="*/ 4411822 h 6858000"/>
              <a:gd name="connsiteX174" fmla="*/ 3129696 w 7467600"/>
              <a:gd name="connsiteY174" fmla="*/ 4360704 h 6858000"/>
              <a:gd name="connsiteX175" fmla="*/ 2814545 w 7467600"/>
              <a:gd name="connsiteY175" fmla="*/ 4282955 h 6858000"/>
              <a:gd name="connsiteX176" fmla="*/ 2305292 w 7467600"/>
              <a:gd name="connsiteY176" fmla="*/ 4219492 h 6858000"/>
              <a:gd name="connsiteX177" fmla="*/ 2626982 w 7467600"/>
              <a:gd name="connsiteY177" fmla="*/ 4206450 h 6858000"/>
              <a:gd name="connsiteX178" fmla="*/ 2490617 w 7467600"/>
              <a:gd name="connsiteY178" fmla="*/ 4206951 h 6858000"/>
              <a:gd name="connsiteX179" fmla="*/ 2819869 w 7467600"/>
              <a:gd name="connsiteY179" fmla="*/ 4252936 h 6858000"/>
              <a:gd name="connsiteX180" fmla="*/ 3143018 w 7467600"/>
              <a:gd name="connsiteY180" fmla="*/ 4332698 h 6858000"/>
              <a:gd name="connsiteX181" fmla="*/ 3241520 w 7467600"/>
              <a:gd name="connsiteY181" fmla="*/ 4385112 h 6858000"/>
              <a:gd name="connsiteX182" fmla="*/ 3374575 w 7467600"/>
              <a:gd name="connsiteY182" fmla="*/ 4451517 h 6858000"/>
              <a:gd name="connsiteX183" fmla="*/ 3505221 w 7467600"/>
              <a:gd name="connsiteY183" fmla="*/ 4480757 h 6858000"/>
              <a:gd name="connsiteX184" fmla="*/ 2626982 w 7467600"/>
              <a:gd name="connsiteY184" fmla="*/ 4206450 h 6858000"/>
              <a:gd name="connsiteX185" fmla="*/ 1310106 w 7467600"/>
              <a:gd name="connsiteY185" fmla="*/ 3943217 h 6858000"/>
              <a:gd name="connsiteX186" fmla="*/ 854994 w 7467600"/>
              <a:gd name="connsiteY186" fmla="*/ 4399136 h 6858000"/>
              <a:gd name="connsiteX187" fmla="*/ 742462 w 7467600"/>
              <a:gd name="connsiteY187" fmla="*/ 4594648 h 6858000"/>
              <a:gd name="connsiteX188" fmla="*/ 820602 w 7467600"/>
              <a:gd name="connsiteY188" fmla="*/ 4485915 h 6858000"/>
              <a:gd name="connsiteX189" fmla="*/ 878295 w 7467600"/>
              <a:gd name="connsiteY189" fmla="*/ 4403594 h 6858000"/>
              <a:gd name="connsiteX190" fmla="*/ 1240607 w 7467600"/>
              <a:gd name="connsiteY190" fmla="*/ 4010401 h 6858000"/>
              <a:gd name="connsiteX191" fmla="*/ 1310106 w 7467600"/>
              <a:gd name="connsiteY191" fmla="*/ 3943217 h 6858000"/>
              <a:gd name="connsiteX192" fmla="*/ 1423113 w 7467600"/>
              <a:gd name="connsiteY192" fmla="*/ 3874565 h 6858000"/>
              <a:gd name="connsiteX193" fmla="*/ 1260565 w 7467600"/>
              <a:gd name="connsiteY193" fmla="*/ 4031982 h 6858000"/>
              <a:gd name="connsiteX194" fmla="*/ 901900 w 7467600"/>
              <a:gd name="connsiteY194" fmla="*/ 4421236 h 6858000"/>
              <a:gd name="connsiteX195" fmla="*/ 845044 w 7467600"/>
              <a:gd name="connsiteY195" fmla="*/ 4502436 h 6858000"/>
              <a:gd name="connsiteX196" fmla="*/ 685926 w 7467600"/>
              <a:gd name="connsiteY196" fmla="*/ 4703069 h 6858000"/>
              <a:gd name="connsiteX197" fmla="*/ 684248 w 7467600"/>
              <a:gd name="connsiteY197" fmla="*/ 4706721 h 6858000"/>
              <a:gd name="connsiteX198" fmla="*/ 1423113 w 7467600"/>
              <a:gd name="connsiteY198" fmla="*/ 3874565 h 6858000"/>
              <a:gd name="connsiteX199" fmla="*/ 3316479 w 7467600"/>
              <a:gd name="connsiteY199" fmla="*/ 3872136 h 6858000"/>
              <a:gd name="connsiteX200" fmla="*/ 3546806 w 7467600"/>
              <a:gd name="connsiteY200" fmla="*/ 4356139 h 6858000"/>
              <a:gd name="connsiteX201" fmla="*/ 3364433 w 7467600"/>
              <a:gd name="connsiteY201" fmla="*/ 3953121 h 6858000"/>
              <a:gd name="connsiteX202" fmla="*/ 3316479 w 7467600"/>
              <a:gd name="connsiteY202" fmla="*/ 3872136 h 6858000"/>
              <a:gd name="connsiteX203" fmla="*/ 3291335 w 7467600"/>
              <a:gd name="connsiteY203" fmla="*/ 3767420 h 6858000"/>
              <a:gd name="connsiteX204" fmla="*/ 3390805 w 7467600"/>
              <a:gd name="connsiteY204" fmla="*/ 3937163 h 6858000"/>
              <a:gd name="connsiteX205" fmla="*/ 3579062 w 7467600"/>
              <a:gd name="connsiteY205" fmla="*/ 4359040 h 6858000"/>
              <a:gd name="connsiteX206" fmla="*/ 3467355 w 7467600"/>
              <a:gd name="connsiteY206" fmla="*/ 3988130 h 6858000"/>
              <a:gd name="connsiteX207" fmla="*/ 3310753 w 7467600"/>
              <a:gd name="connsiteY207" fmla="*/ 3787140 h 6858000"/>
              <a:gd name="connsiteX208" fmla="*/ 3291335 w 7467600"/>
              <a:gd name="connsiteY208" fmla="*/ 3767420 h 6858000"/>
              <a:gd name="connsiteX209" fmla="*/ 1635889 w 7467600"/>
              <a:gd name="connsiteY209" fmla="*/ 3709494 h 6858000"/>
              <a:gd name="connsiteX210" fmla="*/ 1634800 w 7467600"/>
              <a:gd name="connsiteY210" fmla="*/ 3731111 h 6858000"/>
              <a:gd name="connsiteX211" fmla="*/ 1635889 w 7467600"/>
              <a:gd name="connsiteY211" fmla="*/ 3709494 h 6858000"/>
              <a:gd name="connsiteX212" fmla="*/ 1510397 w 7467600"/>
              <a:gd name="connsiteY212" fmla="*/ 3684705 h 6858000"/>
              <a:gd name="connsiteX213" fmla="*/ 1146550 w 7467600"/>
              <a:gd name="connsiteY213" fmla="*/ 3802012 h 6858000"/>
              <a:gd name="connsiteX214" fmla="*/ 698834 w 7467600"/>
              <a:gd name="connsiteY214" fmla="*/ 3952272 h 6858000"/>
              <a:gd name="connsiteX215" fmla="*/ 34256 w 7467600"/>
              <a:gd name="connsiteY215" fmla="*/ 4347603 h 6858000"/>
              <a:gd name="connsiteX216" fmla="*/ 527241 w 7467600"/>
              <a:gd name="connsiteY216" fmla="*/ 4065078 h 6858000"/>
              <a:gd name="connsiteX217" fmla="*/ 1510397 w 7467600"/>
              <a:gd name="connsiteY217" fmla="*/ 3684705 h 6858000"/>
              <a:gd name="connsiteX218" fmla="*/ 1313114 w 7467600"/>
              <a:gd name="connsiteY218" fmla="*/ 3655216 h 6858000"/>
              <a:gd name="connsiteX219" fmla="*/ 1109304 w 7467600"/>
              <a:gd name="connsiteY219" fmla="*/ 3669030 h 6858000"/>
              <a:gd name="connsiteX220" fmla="*/ 8129 w 7467600"/>
              <a:gd name="connsiteY220" fmla="*/ 4330519 h 6858000"/>
              <a:gd name="connsiteX221" fmla="*/ 687572 w 7467600"/>
              <a:gd name="connsiteY221" fmla="*/ 3925629 h 6858000"/>
              <a:gd name="connsiteX222" fmla="*/ 1138365 w 7467600"/>
              <a:gd name="connsiteY222" fmla="*/ 3774515 h 6858000"/>
              <a:gd name="connsiteX223" fmla="*/ 1505579 w 7467600"/>
              <a:gd name="connsiteY223" fmla="*/ 3655526 h 6858000"/>
              <a:gd name="connsiteX224" fmla="*/ 1313114 w 7467600"/>
              <a:gd name="connsiteY224" fmla="*/ 3655216 h 6858000"/>
              <a:gd name="connsiteX225" fmla="*/ 3655073 w 7467600"/>
              <a:gd name="connsiteY225" fmla="*/ 3650884 h 6858000"/>
              <a:gd name="connsiteX226" fmla="*/ 3989938 w 7467600"/>
              <a:gd name="connsiteY226" fmla="*/ 3991685 h 6858000"/>
              <a:gd name="connsiteX227" fmla="*/ 4393907 w 7467600"/>
              <a:gd name="connsiteY227" fmla="*/ 4261258 h 6858000"/>
              <a:gd name="connsiteX228" fmla="*/ 4648051 w 7467600"/>
              <a:gd name="connsiteY228" fmla="*/ 4374051 h 6858000"/>
              <a:gd name="connsiteX229" fmla="*/ 4383389 w 7467600"/>
              <a:gd name="connsiteY229" fmla="*/ 4184369 h 6858000"/>
              <a:gd name="connsiteX230" fmla="*/ 4165508 w 7467600"/>
              <a:gd name="connsiteY230" fmla="*/ 4035196 h 6858000"/>
              <a:gd name="connsiteX231" fmla="*/ 4068162 w 7467600"/>
              <a:gd name="connsiteY231" fmla="*/ 3953394 h 6858000"/>
              <a:gd name="connsiteX232" fmla="*/ 3981416 w 7467600"/>
              <a:gd name="connsiteY232" fmla="*/ 3880482 h 6858000"/>
              <a:gd name="connsiteX233" fmla="*/ 3800147 w 7467600"/>
              <a:gd name="connsiteY233" fmla="*/ 3749872 h 6858000"/>
              <a:gd name="connsiteX234" fmla="*/ 3655073 w 7467600"/>
              <a:gd name="connsiteY234" fmla="*/ 3650884 h 6858000"/>
              <a:gd name="connsiteX235" fmla="*/ 3670252 w 7467600"/>
              <a:gd name="connsiteY235" fmla="*/ 3622798 h 6858000"/>
              <a:gd name="connsiteX236" fmla="*/ 3817258 w 7467600"/>
              <a:gd name="connsiteY236" fmla="*/ 3723577 h 6858000"/>
              <a:gd name="connsiteX237" fmla="*/ 4000461 w 7467600"/>
              <a:gd name="connsiteY237" fmla="*/ 3855966 h 6858000"/>
              <a:gd name="connsiteX238" fmla="*/ 4088180 w 7467600"/>
              <a:gd name="connsiteY238" fmla="*/ 3929774 h 6858000"/>
              <a:gd name="connsiteX239" fmla="*/ 4184555 w 7467600"/>
              <a:gd name="connsiteY239" fmla="*/ 4010683 h 6858000"/>
              <a:gd name="connsiteX240" fmla="*/ 4399563 w 7467600"/>
              <a:gd name="connsiteY240" fmla="*/ 4158106 h 6858000"/>
              <a:gd name="connsiteX241" fmla="*/ 4684469 w 7467600"/>
              <a:gd name="connsiteY241" fmla="*/ 4364680 h 6858000"/>
              <a:gd name="connsiteX242" fmla="*/ 4690271 w 7467600"/>
              <a:gd name="connsiteY242" fmla="*/ 4370034 h 6858000"/>
              <a:gd name="connsiteX243" fmla="*/ 4136093 w 7467600"/>
              <a:gd name="connsiteY243" fmla="*/ 3858466 h 6858000"/>
              <a:gd name="connsiteX244" fmla="*/ 3670252 w 7467600"/>
              <a:gd name="connsiteY244" fmla="*/ 3622798 h 6858000"/>
              <a:gd name="connsiteX245" fmla="*/ 4440129 w 7467600"/>
              <a:gd name="connsiteY245" fmla="*/ 3448571 h 6858000"/>
              <a:gd name="connsiteX246" fmla="*/ 4856525 w 7467600"/>
              <a:gd name="connsiteY246" fmla="*/ 3915351 h 6858000"/>
              <a:gd name="connsiteX247" fmla="*/ 5059055 w 7467600"/>
              <a:gd name="connsiteY247" fmla="*/ 4108918 h 6858000"/>
              <a:gd name="connsiteX248" fmla="*/ 5290070 w 7467600"/>
              <a:gd name="connsiteY248" fmla="*/ 4263619 h 6858000"/>
              <a:gd name="connsiteX249" fmla="*/ 4834991 w 7467600"/>
              <a:gd name="connsiteY249" fmla="*/ 3830985 h 6858000"/>
              <a:gd name="connsiteX250" fmla="*/ 4440129 w 7467600"/>
              <a:gd name="connsiteY250" fmla="*/ 3448571 h 6858000"/>
              <a:gd name="connsiteX251" fmla="*/ 4441737 w 7467600"/>
              <a:gd name="connsiteY251" fmla="*/ 3399734 h 6858000"/>
              <a:gd name="connsiteX252" fmla="*/ 4431236 w 7467600"/>
              <a:gd name="connsiteY252" fmla="*/ 3400954 h 6858000"/>
              <a:gd name="connsiteX253" fmla="*/ 4557150 w 7467600"/>
              <a:gd name="connsiteY253" fmla="*/ 3510023 h 6858000"/>
              <a:gd name="connsiteX254" fmla="*/ 4856936 w 7467600"/>
              <a:gd name="connsiteY254" fmla="*/ 3809146 h 6858000"/>
              <a:gd name="connsiteX255" fmla="*/ 5111996 w 7467600"/>
              <a:gd name="connsiteY255" fmla="*/ 4065759 h 6858000"/>
              <a:gd name="connsiteX256" fmla="*/ 5388878 w 7467600"/>
              <a:gd name="connsiteY256" fmla="*/ 4300185 h 6858000"/>
              <a:gd name="connsiteX257" fmla="*/ 5425556 w 7467600"/>
              <a:gd name="connsiteY257" fmla="*/ 4308967 h 6858000"/>
              <a:gd name="connsiteX258" fmla="*/ 4943646 w 7467600"/>
              <a:gd name="connsiteY258" fmla="*/ 3822916 h 6858000"/>
              <a:gd name="connsiteX259" fmla="*/ 4594837 w 7467600"/>
              <a:gd name="connsiteY259" fmla="*/ 3532274 h 6858000"/>
              <a:gd name="connsiteX260" fmla="*/ 4441737 w 7467600"/>
              <a:gd name="connsiteY260" fmla="*/ 3399734 h 6858000"/>
              <a:gd name="connsiteX261" fmla="*/ 5425834 w 7467600"/>
              <a:gd name="connsiteY261" fmla="*/ 3162785 h 6858000"/>
              <a:gd name="connsiteX262" fmla="*/ 5401644 w 7467600"/>
              <a:gd name="connsiteY262" fmla="*/ 3617847 h 6858000"/>
              <a:gd name="connsiteX263" fmla="*/ 5467256 w 7467600"/>
              <a:gd name="connsiteY263" fmla="*/ 4175494 h 6858000"/>
              <a:gd name="connsiteX264" fmla="*/ 5448069 w 7467600"/>
              <a:gd name="connsiteY264" fmla="*/ 3567554 h 6858000"/>
              <a:gd name="connsiteX265" fmla="*/ 5425834 w 7467600"/>
              <a:gd name="connsiteY265" fmla="*/ 3162785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399523 w 7467600"/>
              <a:gd name="connsiteY588" fmla="*/ 1428234 h 6858000"/>
              <a:gd name="connsiteX589" fmla="*/ 2448558 w 7467600"/>
              <a:gd name="connsiteY589" fmla="*/ 1373435 h 6858000"/>
              <a:gd name="connsiteX590" fmla="*/ 2312521 w 7467600"/>
              <a:gd name="connsiteY590" fmla="*/ 1806140 h 6858000"/>
              <a:gd name="connsiteX591" fmla="*/ 2127533 w 7467600"/>
              <a:gd name="connsiteY591" fmla="*/ 2348380 h 6858000"/>
              <a:gd name="connsiteX592" fmla="*/ 2358080 w 7467600"/>
              <a:gd name="connsiteY592" fmla="*/ 1866134 h 6858000"/>
              <a:gd name="connsiteX593" fmla="*/ 2407436 w 7467600"/>
              <a:gd name="connsiteY593" fmla="*/ 1651070 h 6858000"/>
              <a:gd name="connsiteX594" fmla="*/ 2448558 w 7467600"/>
              <a:gd name="connsiteY594" fmla="*/ 1373435 h 6858000"/>
              <a:gd name="connsiteX595" fmla="*/ 278707 w 7467600"/>
              <a:gd name="connsiteY595" fmla="*/ 1352270 h 6858000"/>
              <a:gd name="connsiteX596" fmla="*/ 321570 w 7467600"/>
              <a:gd name="connsiteY596" fmla="*/ 1861610 h 6858000"/>
              <a:gd name="connsiteX597" fmla="*/ 294281 w 7467600"/>
              <a:gd name="connsiteY597" fmla="*/ 1440658 h 6858000"/>
              <a:gd name="connsiteX598" fmla="*/ 278707 w 7467600"/>
              <a:gd name="connsiteY598" fmla="*/ 1352270 h 6858000"/>
              <a:gd name="connsiteX599" fmla="*/ 1423821 w 7467600"/>
              <a:gd name="connsiteY599" fmla="*/ 1351958 h 6858000"/>
              <a:gd name="connsiteX600" fmla="*/ 1638521 w 7467600"/>
              <a:gd name="connsiteY600" fmla="*/ 1908470 h 6858000"/>
              <a:gd name="connsiteX601" fmla="*/ 1754199 w 7467600"/>
              <a:gd name="connsiteY601" fmla="*/ 2149284 h 6858000"/>
              <a:gd name="connsiteX602" fmla="*/ 1908359 w 7467600"/>
              <a:gd name="connsiteY602" fmla="*/ 2364988 h 6858000"/>
              <a:gd name="connsiteX603" fmla="*/ 1647661 w 7467600"/>
              <a:gd name="connsiteY603" fmla="*/ 1825945 h 6858000"/>
              <a:gd name="connsiteX604" fmla="*/ 1423821 w 7467600"/>
              <a:gd name="connsiteY604" fmla="*/ 1351958 h 6858000"/>
              <a:gd name="connsiteX605" fmla="*/ 1431890 w 7467600"/>
              <a:gd name="connsiteY605" fmla="*/ 1306475 h 6858000"/>
              <a:gd name="connsiteX606" fmla="*/ 1507597 w 7467600"/>
              <a:gd name="connsiteY606" fmla="*/ 1446132 h 6858000"/>
              <a:gd name="connsiteX607" fmla="*/ 1674586 w 7467600"/>
              <a:gd name="connsiteY607" fmla="*/ 1813832 h 6858000"/>
              <a:gd name="connsiteX608" fmla="*/ 1815950 w 7467600"/>
              <a:gd name="connsiteY608" fmla="*/ 2128564 h 6858000"/>
              <a:gd name="connsiteX609" fmla="*/ 1984242 w 7467600"/>
              <a:gd name="connsiteY609" fmla="*/ 2430829 h 6858000"/>
              <a:gd name="connsiteX610" fmla="*/ 2014023 w 7467600"/>
              <a:gd name="connsiteY610" fmla="*/ 2450995 h 6858000"/>
              <a:gd name="connsiteX611" fmla="*/ 1747337 w 7467600"/>
              <a:gd name="connsiteY611" fmla="*/ 1855264 h 6858000"/>
              <a:gd name="connsiteX612" fmla="*/ 1533749 w 7467600"/>
              <a:gd name="connsiteY612" fmla="*/ 1478656 h 6858000"/>
              <a:gd name="connsiteX613" fmla="*/ 1431890 w 7467600"/>
              <a:gd name="connsiteY613" fmla="*/ 1306475 h 6858000"/>
              <a:gd name="connsiteX614" fmla="*/ 5052692 w 7467600"/>
              <a:gd name="connsiteY614" fmla="*/ 1292994 h 6858000"/>
              <a:gd name="connsiteX615" fmla="*/ 5200661 w 7467600"/>
              <a:gd name="connsiteY615" fmla="*/ 1635186 h 6858000"/>
              <a:gd name="connsiteX616" fmla="*/ 5297138 w 7467600"/>
              <a:gd name="connsiteY616" fmla="*/ 1906351 h 6858000"/>
              <a:gd name="connsiteX617" fmla="*/ 5052692 w 7467600"/>
              <a:gd name="connsiteY617" fmla="*/ 1292994 h 6858000"/>
              <a:gd name="connsiteX618" fmla="*/ 5009948 w 7467600"/>
              <a:gd name="connsiteY618" fmla="*/ 1273619 h 6858000"/>
              <a:gd name="connsiteX619" fmla="*/ 5121777 w 7467600"/>
              <a:gd name="connsiteY619" fmla="*/ 1654213 h 6858000"/>
              <a:gd name="connsiteX620" fmla="*/ 5293545 w 7467600"/>
              <a:gd name="connsiteY620" fmla="*/ 2072247 h 6858000"/>
              <a:gd name="connsiteX621" fmla="*/ 5294042 w 7467600"/>
              <a:gd name="connsiteY621" fmla="*/ 2065019 h 6858000"/>
              <a:gd name="connsiteX622" fmla="*/ 5171936 w 7467600"/>
              <a:gd name="connsiteY622" fmla="*/ 1647613 h 6858000"/>
              <a:gd name="connsiteX623" fmla="*/ 5009948 w 7467600"/>
              <a:gd name="connsiteY623" fmla="*/ 1273619 h 6858000"/>
              <a:gd name="connsiteX624" fmla="*/ 655236 w 7467600"/>
              <a:gd name="connsiteY624" fmla="*/ 1268632 h 6858000"/>
              <a:gd name="connsiteX625" fmla="*/ 839521 w 7467600"/>
              <a:gd name="connsiteY625" fmla="*/ 1685315 h 6858000"/>
              <a:gd name="connsiteX626" fmla="*/ 1109416 w 7467600"/>
              <a:gd name="connsiteY626" fmla="*/ 2061663 h 6858000"/>
              <a:gd name="connsiteX627" fmla="*/ 1298300 w 7467600"/>
              <a:gd name="connsiteY627" fmla="*/ 2247742 h 6858000"/>
              <a:gd name="connsiteX628" fmla="*/ 1125871 w 7467600"/>
              <a:gd name="connsiteY628" fmla="*/ 1989513 h 6858000"/>
              <a:gd name="connsiteX629" fmla="*/ 981574 w 7467600"/>
              <a:gd name="connsiteY629" fmla="*/ 1783157 h 6858000"/>
              <a:gd name="connsiteX630" fmla="*/ 922198 w 7467600"/>
              <a:gd name="connsiteY630" fmla="*/ 1677437 h 6858000"/>
              <a:gd name="connsiteX631" fmla="*/ 869293 w 7467600"/>
              <a:gd name="connsiteY631" fmla="*/ 1583214 h 6858000"/>
              <a:gd name="connsiteX632" fmla="*/ 751431 w 7467600"/>
              <a:gd name="connsiteY632" fmla="*/ 1405731 h 6858000"/>
              <a:gd name="connsiteX633" fmla="*/ 655236 w 7467600"/>
              <a:gd name="connsiteY633" fmla="*/ 1268632 h 6858000"/>
              <a:gd name="connsiteX634" fmla="*/ 6516292 w 7467600"/>
              <a:gd name="connsiteY634" fmla="*/ 1263064 h 6858000"/>
              <a:gd name="connsiteX635" fmla="*/ 5736320 w 7467600"/>
              <a:gd name="connsiteY635" fmla="*/ 1501803 h 6858000"/>
              <a:gd name="connsiteX636" fmla="*/ 6516292 w 7467600"/>
              <a:gd name="connsiteY636" fmla="*/ 1263064 h 6858000"/>
              <a:gd name="connsiteX637" fmla="*/ 291466 w 7467600"/>
              <a:gd name="connsiteY637" fmla="*/ 1250369 h 6858000"/>
              <a:gd name="connsiteX638" fmla="*/ 323180 w 7467600"/>
              <a:gd name="connsiteY638" fmla="*/ 1435283 h 6858000"/>
              <a:gd name="connsiteX639" fmla="*/ 349381 w 7467600"/>
              <a:gd name="connsiteY639" fmla="*/ 1875041 h 6858000"/>
              <a:gd name="connsiteX640" fmla="*/ 374363 w 7467600"/>
              <a:gd name="connsiteY640" fmla="*/ 1506494 h 6858000"/>
              <a:gd name="connsiteX641" fmla="*/ 302168 w 7467600"/>
              <a:gd name="connsiteY641" fmla="*/ 1274495 h 6858000"/>
              <a:gd name="connsiteX642" fmla="*/ 291466 w 7467600"/>
              <a:gd name="connsiteY642" fmla="*/ 1250369 h 6858000"/>
              <a:gd name="connsiteX643" fmla="*/ 678222 w 7467600"/>
              <a:gd name="connsiteY643" fmla="*/ 1248670 h 6858000"/>
              <a:gd name="connsiteX644" fmla="*/ 775536 w 7467600"/>
              <a:gd name="connsiteY644" fmla="*/ 1388015 h 6858000"/>
              <a:gd name="connsiteX645" fmla="*/ 894529 w 7467600"/>
              <a:gd name="connsiteY645" fmla="*/ 1567739 h 6858000"/>
              <a:gd name="connsiteX646" fmla="*/ 948000 w 7467600"/>
              <a:gd name="connsiteY646" fmla="*/ 1663088 h 6858000"/>
              <a:gd name="connsiteX647" fmla="*/ 1006812 w 7467600"/>
              <a:gd name="connsiteY647" fmla="*/ 1767683 h 6858000"/>
              <a:gd name="connsiteX648" fmla="*/ 1149133 w 7467600"/>
              <a:gd name="connsiteY648" fmla="*/ 1971513 h 6858000"/>
              <a:gd name="connsiteX649" fmla="*/ 1333952 w 7467600"/>
              <a:gd name="connsiteY649" fmla="*/ 2251620 h 6858000"/>
              <a:gd name="connsiteX650" fmla="*/ 1337329 w 7467600"/>
              <a:gd name="connsiteY650" fmla="*/ 2258350 h 6858000"/>
              <a:gd name="connsiteX651" fmla="*/ 1014726 w 7467600"/>
              <a:gd name="connsiteY651" fmla="*/ 1615556 h 6858000"/>
              <a:gd name="connsiteX652" fmla="*/ 678222 w 7467600"/>
              <a:gd name="connsiteY652" fmla="*/ 1248670 h 6858000"/>
              <a:gd name="connsiteX653" fmla="*/ 6691602 w 7467600"/>
              <a:gd name="connsiteY653" fmla="*/ 1140573 h 6858000"/>
              <a:gd name="connsiteX654" fmla="*/ 6571100 w 7467600"/>
              <a:gd name="connsiteY654" fmla="*/ 1183662 h 6858000"/>
              <a:gd name="connsiteX655" fmla="*/ 6241687 w 7467600"/>
              <a:gd name="connsiteY655" fmla="*/ 1257600 h 6858000"/>
              <a:gd name="connsiteX656" fmla="*/ 5693009 w 7467600"/>
              <a:gd name="connsiteY656" fmla="*/ 1478256 h 6858000"/>
              <a:gd name="connsiteX657" fmla="*/ 6548420 w 7467600"/>
              <a:gd name="connsiteY657" fmla="*/ 1214599 h 6858000"/>
              <a:gd name="connsiteX658" fmla="*/ 6605473 w 7467600"/>
              <a:gd name="connsiteY658" fmla="*/ 1184686 h 6858000"/>
              <a:gd name="connsiteX659" fmla="*/ 6691602 w 7467600"/>
              <a:gd name="connsiteY659" fmla="*/ 1140573 h 6858000"/>
              <a:gd name="connsiteX660" fmla="*/ 4002475 w 7467600"/>
              <a:gd name="connsiteY660" fmla="*/ 1037802 h 6858000"/>
              <a:gd name="connsiteX661" fmla="*/ 4000324 w 7467600"/>
              <a:gd name="connsiteY661" fmla="*/ 1039362 h 6858000"/>
              <a:gd name="connsiteX662" fmla="*/ 4002862 w 7467600"/>
              <a:gd name="connsiteY662" fmla="*/ 1042866 h 6858000"/>
              <a:gd name="connsiteX663" fmla="*/ 4002475 w 7467600"/>
              <a:gd name="connsiteY663" fmla="*/ 1037802 h 6858000"/>
              <a:gd name="connsiteX664" fmla="*/ 506322 w 7467600"/>
              <a:gd name="connsiteY664" fmla="*/ 1020997 h 6858000"/>
              <a:gd name="connsiteX665" fmla="*/ 533068 w 7467600"/>
              <a:gd name="connsiteY665" fmla="*/ 1029409 h 6858000"/>
              <a:gd name="connsiteX666" fmla="*/ 1232525 w 7467600"/>
              <a:gd name="connsiteY666" fmla="*/ 1804675 h 6858000"/>
              <a:gd name="connsiteX667" fmla="*/ 1388858 w 7467600"/>
              <a:gd name="connsiteY667" fmla="*/ 2368011 h 6858000"/>
              <a:gd name="connsiteX668" fmla="*/ 1384098 w 7467600"/>
              <a:gd name="connsiteY668" fmla="*/ 2378125 h 6858000"/>
              <a:gd name="connsiteX669" fmla="*/ 1425393 w 7467600"/>
              <a:gd name="connsiteY669" fmla="*/ 2589124 h 6858000"/>
              <a:gd name="connsiteX670" fmla="*/ 1424001 w 7467600"/>
              <a:gd name="connsiteY670" fmla="*/ 2597541 h 6858000"/>
              <a:gd name="connsiteX671" fmla="*/ 2152729 w 7467600"/>
              <a:gd name="connsiteY671" fmla="*/ 2864487 h 6858000"/>
              <a:gd name="connsiteX672" fmla="*/ 2020609 w 7467600"/>
              <a:gd name="connsiteY672" fmla="*/ 2539671 h 6858000"/>
              <a:gd name="connsiteX673" fmla="*/ 2018920 w 7467600"/>
              <a:gd name="connsiteY673" fmla="*/ 2536309 h 6858000"/>
              <a:gd name="connsiteX674" fmla="*/ 1342441 w 7467600"/>
              <a:gd name="connsiteY674" fmla="*/ 1173017 h 6858000"/>
              <a:gd name="connsiteX675" fmla="*/ 1367925 w 7467600"/>
              <a:gd name="connsiteY675" fmla="*/ 1135648 h 6858000"/>
              <a:gd name="connsiteX676" fmla="*/ 1771401 w 7467600"/>
              <a:gd name="connsiteY676" fmla="*/ 1806673 h 6858000"/>
              <a:gd name="connsiteX677" fmla="*/ 1972385 w 7467600"/>
              <a:gd name="connsiteY677" fmla="*/ 2198735 h 6858000"/>
              <a:gd name="connsiteX678" fmla="*/ 2040892 w 7467600"/>
              <a:gd name="connsiteY678" fmla="*/ 2405205 h 6858000"/>
              <a:gd name="connsiteX679" fmla="*/ 2131689 w 7467600"/>
              <a:gd name="connsiteY679" fmla="*/ 1936926 h 6858000"/>
              <a:gd name="connsiteX680" fmla="*/ 2454820 w 7467600"/>
              <a:gd name="connsiteY680" fmla="*/ 1248808 h 6858000"/>
              <a:gd name="connsiteX681" fmla="*/ 2492512 w 7467600"/>
              <a:gd name="connsiteY681" fmla="*/ 1302920 h 6858000"/>
              <a:gd name="connsiteX682" fmla="*/ 2081216 w 7467600"/>
              <a:gd name="connsiteY682" fmla="*/ 2527513 h 6858000"/>
              <a:gd name="connsiteX683" fmla="*/ 2081211 w 7467600"/>
              <a:gd name="connsiteY683" fmla="*/ 2528916 h 6858000"/>
              <a:gd name="connsiteX684" fmla="*/ 2199067 w 7467600"/>
              <a:gd name="connsiteY684" fmla="*/ 2884061 h 6858000"/>
              <a:gd name="connsiteX685" fmla="*/ 3192586 w 7467600"/>
              <a:gd name="connsiteY685" fmla="*/ 3411496 h 6858000"/>
              <a:gd name="connsiteX686" fmla="*/ 3182620 w 7467600"/>
              <a:gd name="connsiteY686" fmla="*/ 3483279 h 6858000"/>
              <a:gd name="connsiteX687" fmla="*/ 2435119 w 7467600"/>
              <a:gd name="connsiteY687" fmla="*/ 3080173 h 6858000"/>
              <a:gd name="connsiteX688" fmla="*/ 2410152 w 7467600"/>
              <a:gd name="connsiteY688" fmla="*/ 3063751 h 6858000"/>
              <a:gd name="connsiteX689" fmla="*/ 2408099 w 7467600"/>
              <a:gd name="connsiteY689" fmla="*/ 3064403 h 6858000"/>
              <a:gd name="connsiteX690" fmla="*/ 2407218 w 7467600"/>
              <a:gd name="connsiteY690" fmla="*/ 3070324 h 6858000"/>
              <a:gd name="connsiteX691" fmla="*/ 2380138 w 7467600"/>
              <a:gd name="connsiteY691" fmla="*/ 3099341 h 6858000"/>
              <a:gd name="connsiteX692" fmla="*/ 1765923 w 7467600"/>
              <a:gd name="connsiteY692" fmla="*/ 3581043 h 6858000"/>
              <a:gd name="connsiteX693" fmla="*/ 1702258 w 7467600"/>
              <a:gd name="connsiteY693" fmla="*/ 3612286 h 6858000"/>
              <a:gd name="connsiteX694" fmla="*/ 1538370 w 7467600"/>
              <a:gd name="connsiteY694" fmla="*/ 3811804 h 6858000"/>
              <a:gd name="connsiteX695" fmla="*/ 542867 w 7467600"/>
              <a:gd name="connsiteY695" fmla="*/ 4944092 h 6858000"/>
              <a:gd name="connsiteX696" fmla="*/ 515800 w 7467600"/>
              <a:gd name="connsiteY696" fmla="*/ 4862180 h 6858000"/>
              <a:gd name="connsiteX697" fmla="*/ 909145 w 7467600"/>
              <a:gd name="connsiteY697" fmla="*/ 4199225 h 6858000"/>
              <a:gd name="connsiteX698" fmla="*/ 1214067 w 7467600"/>
              <a:gd name="connsiteY698" fmla="*/ 3908561 h 6858000"/>
              <a:gd name="connsiteX699" fmla="*/ 640967 w 7467600"/>
              <a:gd name="connsiteY699" fmla="*/ 4105601 h 6858000"/>
              <a:gd name="connsiteX700" fmla="*/ 112563 w 7467600"/>
              <a:gd name="connsiteY700" fmla="*/ 4396952 h 6858000"/>
              <a:gd name="connsiteX701" fmla="*/ 0 w 7467600"/>
              <a:gd name="connsiteY701" fmla="*/ 4466006 h 6858000"/>
              <a:gd name="connsiteX702" fmla="*/ 0 w 7467600"/>
              <a:gd name="connsiteY702" fmla="*/ 4233763 h 6858000"/>
              <a:gd name="connsiteX703" fmla="*/ 36881 w 7467600"/>
              <a:gd name="connsiteY703" fmla="*/ 4200118 h 6858000"/>
              <a:gd name="connsiteX704" fmla="*/ 910534 w 7467600"/>
              <a:gd name="connsiteY704" fmla="*/ 3629753 h 6858000"/>
              <a:gd name="connsiteX705" fmla="*/ 1578717 w 7467600"/>
              <a:gd name="connsiteY705" fmla="*/ 3575982 h 6858000"/>
              <a:gd name="connsiteX706" fmla="*/ 2338780 w 7467600"/>
              <a:gd name="connsiteY706" fmla="*/ 3033725 h 6858000"/>
              <a:gd name="connsiteX707" fmla="*/ 1807991 w 7467600"/>
              <a:gd name="connsiteY707" fmla="*/ 2807184 h 6858000"/>
              <a:gd name="connsiteX708" fmla="*/ 1416358 w 7467600"/>
              <a:gd name="connsiteY708" fmla="*/ 3112571 h 6858000"/>
              <a:gd name="connsiteX709" fmla="*/ 939066 w 7467600"/>
              <a:gd name="connsiteY709" fmla="*/ 3378798 h 6858000"/>
              <a:gd name="connsiteX710" fmla="*/ 115099 w 7467600"/>
              <a:gd name="connsiteY710" fmla="*/ 3607650 h 6858000"/>
              <a:gd name="connsiteX711" fmla="*/ 97284 w 7467600"/>
              <a:gd name="connsiteY711" fmla="*/ 3520393 h 6858000"/>
              <a:gd name="connsiteX712" fmla="*/ 922050 w 7467600"/>
              <a:gd name="connsiteY712" fmla="*/ 3074867 h 6858000"/>
              <a:gd name="connsiteX713" fmla="*/ 1405265 w 7467600"/>
              <a:gd name="connsiteY713" fmla="*/ 3016319 h 6858000"/>
              <a:gd name="connsiteX714" fmla="*/ 1407512 w 7467600"/>
              <a:gd name="connsiteY714" fmla="*/ 3018001 h 6858000"/>
              <a:gd name="connsiteX715" fmla="*/ 1726266 w 7467600"/>
              <a:gd name="connsiteY715" fmla="*/ 2777274 h 6858000"/>
              <a:gd name="connsiteX716" fmla="*/ 625390 w 7467600"/>
              <a:gd name="connsiteY716" fmla="*/ 2514541 h 6858000"/>
              <a:gd name="connsiteX717" fmla="*/ 619799 w 7467600"/>
              <a:gd name="connsiteY717" fmla="*/ 2527180 h 6858000"/>
              <a:gd name="connsiteX718" fmla="*/ 310030 w 7467600"/>
              <a:gd name="connsiteY718" fmla="*/ 2771818 h 6858000"/>
              <a:gd name="connsiteX719" fmla="*/ 173877 w 7467600"/>
              <a:gd name="connsiteY719" fmla="*/ 2937056 h 6858000"/>
              <a:gd name="connsiteX720" fmla="*/ 77889 w 7467600"/>
              <a:gd name="connsiteY720" fmla="*/ 3138440 h 6858000"/>
              <a:gd name="connsiteX721" fmla="*/ 0 w 7467600"/>
              <a:gd name="connsiteY721" fmla="*/ 3271395 h 6858000"/>
              <a:gd name="connsiteX722" fmla="*/ 0 w 7467600"/>
              <a:gd name="connsiteY722" fmla="*/ 3153002 h 6858000"/>
              <a:gd name="connsiteX723" fmla="*/ 2386 w 7467600"/>
              <a:gd name="connsiteY723" fmla="*/ 3149203 h 6858000"/>
              <a:gd name="connsiteX724" fmla="*/ 89753 w 7467600"/>
              <a:gd name="connsiteY724" fmla="*/ 2987702 h 6858000"/>
              <a:gd name="connsiteX725" fmla="*/ 76869 w 7467600"/>
              <a:gd name="connsiteY725" fmla="*/ 3005404 h 6858000"/>
              <a:gd name="connsiteX726" fmla="*/ 32049 w 7467600"/>
              <a:gd name="connsiteY726" fmla="*/ 3065814 h 6858000"/>
              <a:gd name="connsiteX727" fmla="*/ 0 w 7467600"/>
              <a:gd name="connsiteY727" fmla="*/ 3108744 h 6858000"/>
              <a:gd name="connsiteX728" fmla="*/ 0 w 7467600"/>
              <a:gd name="connsiteY728" fmla="*/ 3058059 h 6858000"/>
              <a:gd name="connsiteX729" fmla="*/ 7610 w 7467600"/>
              <a:gd name="connsiteY729" fmla="*/ 3047889 h 6858000"/>
              <a:gd name="connsiteX730" fmla="*/ 52419 w 7467600"/>
              <a:gd name="connsiteY730" fmla="*/ 2987479 h 6858000"/>
              <a:gd name="connsiteX731" fmla="*/ 59142 w 7467600"/>
              <a:gd name="connsiteY731" fmla="*/ 2978488 h 6858000"/>
              <a:gd name="connsiteX732" fmla="*/ 0 w 7467600"/>
              <a:gd name="connsiteY732" fmla="*/ 3015334 h 6858000"/>
              <a:gd name="connsiteX733" fmla="*/ 0 w 7467600"/>
              <a:gd name="connsiteY733" fmla="*/ 2914286 h 6858000"/>
              <a:gd name="connsiteX734" fmla="*/ 36383 w 7467600"/>
              <a:gd name="connsiteY734" fmla="*/ 2901128 h 6858000"/>
              <a:gd name="connsiteX735" fmla="*/ 156329 w 7467600"/>
              <a:gd name="connsiteY735" fmla="*/ 2840533 h 6858000"/>
              <a:gd name="connsiteX736" fmla="*/ 358355 w 7467600"/>
              <a:gd name="connsiteY736" fmla="*/ 2620471 h 6858000"/>
              <a:gd name="connsiteX737" fmla="*/ 510577 w 7467600"/>
              <a:gd name="connsiteY737" fmla="*/ 2501244 h 6858000"/>
              <a:gd name="connsiteX738" fmla="*/ 211967 w 7467600"/>
              <a:gd name="connsiteY738" fmla="*/ 2479171 h 6858000"/>
              <a:gd name="connsiteX739" fmla="*/ 0 w 7467600"/>
              <a:gd name="connsiteY739" fmla="*/ 2476398 h 6858000"/>
              <a:gd name="connsiteX740" fmla="*/ 0 w 7467600"/>
              <a:gd name="connsiteY740" fmla="*/ 2389189 h 6858000"/>
              <a:gd name="connsiteX741" fmla="*/ 103062 w 7467600"/>
              <a:gd name="connsiteY741" fmla="*/ 2389518 h 6858000"/>
              <a:gd name="connsiteX742" fmla="*/ 510734 w 7467600"/>
              <a:gd name="connsiteY742" fmla="*/ 2416201 h 6858000"/>
              <a:gd name="connsiteX743" fmla="*/ 279257 w 7467600"/>
              <a:gd name="connsiteY743" fmla="*/ 2092102 h 6858000"/>
              <a:gd name="connsiteX744" fmla="*/ 65265 w 7467600"/>
              <a:gd name="connsiteY744" fmla="*/ 2006049 h 6858000"/>
              <a:gd name="connsiteX745" fmla="*/ 0 w 7467600"/>
              <a:gd name="connsiteY745" fmla="*/ 1982532 h 6858000"/>
              <a:gd name="connsiteX746" fmla="*/ 0 w 7467600"/>
              <a:gd name="connsiteY746" fmla="*/ 1912789 h 6858000"/>
              <a:gd name="connsiteX747" fmla="*/ 97460 w 7467600"/>
              <a:gd name="connsiteY747" fmla="*/ 1953725 h 6858000"/>
              <a:gd name="connsiteX748" fmla="*/ 221272 w 7467600"/>
              <a:gd name="connsiteY748" fmla="*/ 1980766 h 6858000"/>
              <a:gd name="connsiteX749" fmla="*/ 116765 w 7467600"/>
              <a:gd name="connsiteY749" fmla="*/ 1911033 h 6858000"/>
              <a:gd name="connsiteX750" fmla="*/ 16405 w 7467600"/>
              <a:gd name="connsiteY750" fmla="*/ 1803412 h 6858000"/>
              <a:gd name="connsiteX751" fmla="*/ 0 w 7467600"/>
              <a:gd name="connsiteY751" fmla="*/ 1784777 h 6858000"/>
              <a:gd name="connsiteX752" fmla="*/ 0 w 7467600"/>
              <a:gd name="connsiteY752" fmla="*/ 1740082 h 6858000"/>
              <a:gd name="connsiteX753" fmla="*/ 39394 w 7467600"/>
              <a:gd name="connsiteY753" fmla="*/ 1784856 h 6858000"/>
              <a:gd name="connsiteX754" fmla="*/ 135813 w 7467600"/>
              <a:gd name="connsiteY754" fmla="*/ 1888838 h 6858000"/>
              <a:gd name="connsiteX755" fmla="*/ 242575 w 7467600"/>
              <a:gd name="connsiteY755" fmla="*/ 1958841 h 6858000"/>
              <a:gd name="connsiteX756" fmla="*/ 82197 w 7467600"/>
              <a:gd name="connsiteY756" fmla="*/ 1754826 h 6858000"/>
              <a:gd name="connsiteX757" fmla="*/ 0 w 7467600"/>
              <a:gd name="connsiteY757" fmla="*/ 1679650 h 6858000"/>
              <a:gd name="connsiteX758" fmla="*/ 0 w 7467600"/>
              <a:gd name="connsiteY758" fmla="*/ 1602463 h 6858000"/>
              <a:gd name="connsiteX759" fmla="*/ 84689 w 7467600"/>
              <a:gd name="connsiteY759" fmla="*/ 1677442 h 6858000"/>
              <a:gd name="connsiteX760" fmla="*/ 298437 w 7467600"/>
              <a:gd name="connsiteY760" fmla="*/ 1968019 h 6858000"/>
              <a:gd name="connsiteX761" fmla="*/ 227269 w 7467600"/>
              <a:gd name="connsiteY761" fmla="*/ 1114064 h 6858000"/>
              <a:gd name="connsiteX762" fmla="*/ 248003 w 7467600"/>
              <a:gd name="connsiteY762" fmla="*/ 1089613 h 6858000"/>
              <a:gd name="connsiteX763" fmla="*/ 427020 w 7467600"/>
              <a:gd name="connsiteY763" fmla="*/ 1619803 h 6858000"/>
              <a:gd name="connsiteX764" fmla="*/ 340345 w 7467600"/>
              <a:gd name="connsiteY764" fmla="*/ 2027739 h 6858000"/>
              <a:gd name="connsiteX765" fmla="*/ 360865 w 7467600"/>
              <a:gd name="connsiteY765" fmla="*/ 2044827 h 6858000"/>
              <a:gd name="connsiteX766" fmla="*/ 560414 w 7467600"/>
              <a:gd name="connsiteY766" fmla="*/ 2421457 h 6858000"/>
              <a:gd name="connsiteX767" fmla="*/ 1359703 w 7467600"/>
              <a:gd name="connsiteY767" fmla="*/ 2578554 h 6858000"/>
              <a:gd name="connsiteX768" fmla="*/ 1359422 w 7467600"/>
              <a:gd name="connsiteY768" fmla="*/ 2577994 h 6858000"/>
              <a:gd name="connsiteX769" fmla="*/ 828701 w 7467600"/>
              <a:gd name="connsiteY769" fmla="*/ 1839520 h 6858000"/>
              <a:gd name="connsiteX770" fmla="*/ 494427 w 7467600"/>
              <a:gd name="connsiteY770" fmla="*/ 1092333 h 6858000"/>
              <a:gd name="connsiteX771" fmla="*/ 506322 w 7467600"/>
              <a:gd name="connsiteY771" fmla="*/ 1020997 h 6858000"/>
              <a:gd name="connsiteX772" fmla="*/ 4570198 w 7467600"/>
              <a:gd name="connsiteY772" fmla="*/ 978081 h 6858000"/>
              <a:gd name="connsiteX773" fmla="*/ 4523691 w 7467600"/>
              <a:gd name="connsiteY773" fmla="*/ 1127776 h 6858000"/>
              <a:gd name="connsiteX774" fmla="*/ 4509875 w 7467600"/>
              <a:gd name="connsiteY774" fmla="*/ 1167552 h 6858000"/>
              <a:gd name="connsiteX775" fmla="*/ 4478168 w 7467600"/>
              <a:gd name="connsiteY775" fmla="*/ 1260735 h 6858000"/>
              <a:gd name="connsiteX776" fmla="*/ 4409309 w 7467600"/>
              <a:gd name="connsiteY776" fmla="*/ 1666996 h 6858000"/>
              <a:gd name="connsiteX777" fmla="*/ 4370031 w 7467600"/>
              <a:gd name="connsiteY777" fmla="*/ 1955666 h 6858000"/>
              <a:gd name="connsiteX778" fmla="*/ 4570198 w 7467600"/>
              <a:gd name="connsiteY778" fmla="*/ 978081 h 6858000"/>
              <a:gd name="connsiteX779" fmla="*/ 4557898 w 7467600"/>
              <a:gd name="connsiteY779" fmla="*/ 900011 h 6858000"/>
              <a:gd name="connsiteX780" fmla="*/ 4344840 w 7467600"/>
              <a:gd name="connsiteY780" fmla="*/ 1922038 h 6858000"/>
              <a:gd name="connsiteX781" fmla="*/ 4378710 w 7467600"/>
              <a:gd name="connsiteY781" fmla="*/ 1665516 h 6858000"/>
              <a:gd name="connsiteX782" fmla="*/ 4448798 w 7467600"/>
              <a:gd name="connsiteY782" fmla="*/ 1253024 h 6858000"/>
              <a:gd name="connsiteX783" fmla="*/ 4480315 w 7467600"/>
              <a:gd name="connsiteY783" fmla="*/ 1158454 h 6858000"/>
              <a:gd name="connsiteX784" fmla="*/ 4494133 w 7467600"/>
              <a:gd name="connsiteY784" fmla="*/ 1118676 h 6858000"/>
              <a:gd name="connsiteX785" fmla="*/ 4557898 w 7467600"/>
              <a:gd name="connsiteY785" fmla="*/ 900011 h 6858000"/>
              <a:gd name="connsiteX786" fmla="*/ 5870151 w 7467600"/>
              <a:gd name="connsiteY786" fmla="*/ 898890 h 6858000"/>
              <a:gd name="connsiteX787" fmla="*/ 5861335 w 7467600"/>
              <a:gd name="connsiteY787" fmla="*/ 899177 h 6858000"/>
              <a:gd name="connsiteX788" fmla="*/ 5843702 w 7467600"/>
              <a:gd name="connsiteY788" fmla="*/ 899748 h 6858000"/>
              <a:gd name="connsiteX789" fmla="*/ 5651107 w 7467600"/>
              <a:gd name="connsiteY789" fmla="*/ 920306 h 6858000"/>
              <a:gd name="connsiteX790" fmla="*/ 5459407 w 7467600"/>
              <a:gd name="connsiteY790" fmla="*/ 940975 h 6858000"/>
              <a:gd name="connsiteX791" fmla="*/ 5374846 w 7467600"/>
              <a:gd name="connsiteY791" fmla="*/ 941988 h 6858000"/>
              <a:gd name="connsiteX792" fmla="*/ 5256105 w 7467600"/>
              <a:gd name="connsiteY792" fmla="*/ 945632 h 6858000"/>
              <a:gd name="connsiteX793" fmla="*/ 5107071 w 7467600"/>
              <a:gd name="connsiteY793" fmla="*/ 969720 h 6858000"/>
              <a:gd name="connsiteX794" fmla="*/ 4998681 w 7467600"/>
              <a:gd name="connsiteY794" fmla="*/ 988771 h 6858000"/>
              <a:gd name="connsiteX795" fmla="*/ 5870151 w 7467600"/>
              <a:gd name="connsiteY795" fmla="*/ 898890 h 6858000"/>
              <a:gd name="connsiteX796" fmla="*/ 5504425 w 7467600"/>
              <a:gd name="connsiteY796" fmla="*/ 848067 h 6858000"/>
              <a:gd name="connsiteX797" fmla="*/ 4968849 w 7467600"/>
              <a:gd name="connsiteY797" fmla="*/ 962318 h 6858000"/>
              <a:gd name="connsiteX798" fmla="*/ 5104039 w 7467600"/>
              <a:gd name="connsiteY798" fmla="*/ 940634 h 6858000"/>
              <a:gd name="connsiteX799" fmla="*/ 5256311 w 7467600"/>
              <a:gd name="connsiteY799" fmla="*/ 916490 h 6858000"/>
              <a:gd name="connsiteX800" fmla="*/ 5377381 w 7467600"/>
              <a:gd name="connsiteY800" fmla="*/ 912671 h 6858000"/>
              <a:gd name="connsiteX801" fmla="*/ 5460148 w 7467600"/>
              <a:gd name="connsiteY801" fmla="*/ 911442 h 6858000"/>
              <a:gd name="connsiteX802" fmla="*/ 5648971 w 7467600"/>
              <a:gd name="connsiteY802" fmla="*/ 891331 h 6858000"/>
              <a:gd name="connsiteX803" fmla="*/ 5844807 w 7467600"/>
              <a:gd name="connsiteY803" fmla="*/ 870718 h 6858000"/>
              <a:gd name="connsiteX804" fmla="*/ 5862975 w 7467600"/>
              <a:gd name="connsiteY804" fmla="*/ 869756 h 6858000"/>
              <a:gd name="connsiteX805" fmla="*/ 5920887 w 7467600"/>
              <a:gd name="connsiteY805" fmla="*/ 865929 h 6858000"/>
              <a:gd name="connsiteX806" fmla="*/ 5504425 w 7467600"/>
              <a:gd name="connsiteY806" fmla="*/ 848067 h 6858000"/>
              <a:gd name="connsiteX807" fmla="*/ 3607114 w 7467600"/>
              <a:gd name="connsiteY807" fmla="*/ 467441 h 6858000"/>
              <a:gd name="connsiteX808" fmla="*/ 3296242 w 7467600"/>
              <a:gd name="connsiteY808" fmla="*/ 807991 h 6858000"/>
              <a:gd name="connsiteX809" fmla="*/ 3174674 w 7467600"/>
              <a:gd name="connsiteY809" fmla="*/ 919759 h 6858000"/>
              <a:gd name="connsiteX810" fmla="*/ 3042978 w 7467600"/>
              <a:gd name="connsiteY810" fmla="*/ 1054894 h 6858000"/>
              <a:gd name="connsiteX811" fmla="*/ 2968914 w 7467600"/>
              <a:gd name="connsiteY811" fmla="*/ 1133756 h 6858000"/>
              <a:gd name="connsiteX812" fmla="*/ 3103823 w 7467600"/>
              <a:gd name="connsiteY812" fmla="*/ 1026814 h 6858000"/>
              <a:gd name="connsiteX813" fmla="*/ 3607114 w 7467600"/>
              <a:gd name="connsiteY813" fmla="*/ 467441 h 6858000"/>
              <a:gd name="connsiteX814" fmla="*/ 3744487 w 7467600"/>
              <a:gd name="connsiteY814" fmla="*/ 383136 h 6858000"/>
              <a:gd name="connsiteX815" fmla="*/ 3970213 w 7467600"/>
              <a:gd name="connsiteY815" fmla="*/ 995559 h 6858000"/>
              <a:gd name="connsiteX816" fmla="*/ 3744487 w 7467600"/>
              <a:gd name="connsiteY816" fmla="*/ 383136 h 6858000"/>
              <a:gd name="connsiteX817" fmla="*/ 3624562 w 7467600"/>
              <a:gd name="connsiteY817" fmla="*/ 367041 h 6858000"/>
              <a:gd name="connsiteX818" fmla="*/ 3489712 w 7467600"/>
              <a:gd name="connsiteY818" fmla="*/ 485386 h 6858000"/>
              <a:gd name="connsiteX819" fmla="*/ 3182994 w 7467600"/>
              <a:gd name="connsiteY819" fmla="*/ 828265 h 6858000"/>
              <a:gd name="connsiteX820" fmla="*/ 2892114 w 7467600"/>
              <a:gd name="connsiteY820" fmla="*/ 1172635 h 6858000"/>
              <a:gd name="connsiteX821" fmla="*/ 3021459 w 7467600"/>
              <a:gd name="connsiteY821" fmla="*/ 1035385 h 6858000"/>
              <a:gd name="connsiteX822" fmla="*/ 3153873 w 7467600"/>
              <a:gd name="connsiteY822" fmla="*/ 898971 h 6858000"/>
              <a:gd name="connsiteX823" fmla="*/ 3276511 w 7467600"/>
              <a:gd name="connsiteY823" fmla="*/ 786423 h 6858000"/>
              <a:gd name="connsiteX824" fmla="*/ 3584154 w 7467600"/>
              <a:gd name="connsiteY824" fmla="*/ 448218 h 6858000"/>
              <a:gd name="connsiteX825" fmla="*/ 3624562 w 7467600"/>
              <a:gd name="connsiteY825" fmla="*/ 367041 h 6858000"/>
              <a:gd name="connsiteX826" fmla="*/ 3766672 w 7467600"/>
              <a:gd name="connsiteY826" fmla="*/ 359429 h 6858000"/>
              <a:gd name="connsiteX827" fmla="*/ 3996338 w 7467600"/>
              <a:gd name="connsiteY827" fmla="*/ 968237 h 6858000"/>
              <a:gd name="connsiteX828" fmla="*/ 3766672 w 7467600"/>
              <a:gd name="connsiteY828" fmla="*/ 359429 h 6858000"/>
              <a:gd name="connsiteX829" fmla="*/ 5805386 w 7467600"/>
              <a:gd name="connsiteY829" fmla="*/ 239240 h 6858000"/>
              <a:gd name="connsiteX830" fmla="*/ 5736947 w 7467600"/>
              <a:gd name="connsiteY830" fmla="*/ 261367 h 6858000"/>
              <a:gd name="connsiteX831" fmla="*/ 5427012 w 7467600"/>
              <a:gd name="connsiteY831" fmla="*/ 311272 h 6858000"/>
              <a:gd name="connsiteX832" fmla="*/ 5147818 w 7467600"/>
              <a:gd name="connsiteY832" fmla="*/ 322112 h 6858000"/>
              <a:gd name="connsiteX833" fmla="*/ 5060854 w 7467600"/>
              <a:gd name="connsiteY833" fmla="*/ 311882 h 6858000"/>
              <a:gd name="connsiteX834" fmla="*/ 4945989 w 7467600"/>
              <a:gd name="connsiteY834" fmla="*/ 300516 h 6858000"/>
              <a:gd name="connsiteX835" fmla="*/ 5410479 w 7467600"/>
              <a:gd name="connsiteY835" fmla="*/ 348434 h 6858000"/>
              <a:gd name="connsiteX836" fmla="*/ 5805386 w 7467600"/>
              <a:gd name="connsiteY836" fmla="*/ 239240 h 6858000"/>
              <a:gd name="connsiteX837" fmla="*/ 5905192 w 7467600"/>
              <a:gd name="connsiteY837" fmla="*/ 163079 h 6858000"/>
              <a:gd name="connsiteX838" fmla="*/ 5865655 w 7467600"/>
              <a:gd name="connsiteY838" fmla="*/ 171901 h 6858000"/>
              <a:gd name="connsiteX839" fmla="*/ 5259740 w 7467600"/>
              <a:gd name="connsiteY839" fmla="*/ 257013 h 6858000"/>
              <a:gd name="connsiteX840" fmla="*/ 5208466 w 7467600"/>
              <a:gd name="connsiteY840" fmla="*/ 257550 h 6858000"/>
              <a:gd name="connsiteX841" fmla="*/ 4980204 w 7467600"/>
              <a:gd name="connsiteY841" fmla="*/ 271903 h 6858000"/>
              <a:gd name="connsiteX842" fmla="*/ 5068068 w 7467600"/>
              <a:gd name="connsiteY842" fmla="*/ 282244 h 6858000"/>
              <a:gd name="connsiteX843" fmla="*/ 5153231 w 7467600"/>
              <a:gd name="connsiteY843" fmla="*/ 292240 h 6858000"/>
              <a:gd name="connsiteX844" fmla="*/ 5426491 w 7467600"/>
              <a:gd name="connsiteY844" fmla="*/ 281128 h 6858000"/>
              <a:gd name="connsiteX845" fmla="*/ 5731212 w 7467600"/>
              <a:gd name="connsiteY845" fmla="*/ 231951 h 6858000"/>
              <a:gd name="connsiteX846" fmla="*/ 5905192 w 7467600"/>
              <a:gd name="connsiteY846" fmla="*/ 163079 h 6858000"/>
              <a:gd name="connsiteX847" fmla="*/ 5944437 w 7467600"/>
              <a:gd name="connsiteY847" fmla="*/ 113829 h 6858000"/>
              <a:gd name="connsiteX848" fmla="*/ 5825032 w 7467600"/>
              <a:gd name="connsiteY848" fmla="*/ 146405 h 6858000"/>
              <a:gd name="connsiteX849" fmla="*/ 4955599 w 7467600"/>
              <a:gd name="connsiteY849" fmla="*/ 247008 h 6858000"/>
              <a:gd name="connsiteX850" fmla="*/ 5210104 w 7467600"/>
              <a:gd name="connsiteY850" fmla="*/ 228123 h 6858000"/>
              <a:gd name="connsiteX851" fmla="*/ 5261015 w 7467600"/>
              <a:gd name="connsiteY851" fmla="*/ 227087 h 6858000"/>
              <a:gd name="connsiteX852" fmla="*/ 5861181 w 7467600"/>
              <a:gd name="connsiteY852" fmla="*/ 143093 h 6858000"/>
              <a:gd name="connsiteX853" fmla="*/ 5961252 w 7467600"/>
              <a:gd name="connsiteY853" fmla="*/ 114820 h 6858000"/>
              <a:gd name="connsiteX854" fmla="*/ 5944437 w 7467600"/>
              <a:gd name="connsiteY854" fmla="*/ 113829 h 6858000"/>
              <a:gd name="connsiteX855" fmla="*/ 3882765 w 7467600"/>
              <a:gd name="connsiteY855" fmla="*/ 0 h 6858000"/>
              <a:gd name="connsiteX856" fmla="*/ 3995099 w 7467600"/>
              <a:gd name="connsiteY856" fmla="*/ 0 h 6858000"/>
              <a:gd name="connsiteX857" fmla="*/ 4163818 w 7467600"/>
              <a:gd name="connsiteY857" fmla="*/ 234104 h 6858000"/>
              <a:gd name="connsiteX858" fmla="*/ 4172099 w 7467600"/>
              <a:gd name="connsiteY858" fmla="*/ 234207 h 6858000"/>
              <a:gd name="connsiteX859" fmla="*/ 4784282 w 7467600"/>
              <a:gd name="connsiteY859" fmla="*/ 276561 h 6858000"/>
              <a:gd name="connsiteX860" fmla="*/ 4801687 w 7467600"/>
              <a:gd name="connsiteY860" fmla="*/ 267764 h 6858000"/>
              <a:gd name="connsiteX861" fmla="*/ 6082788 w 7467600"/>
              <a:gd name="connsiteY861" fmla="*/ 64119 h 6858000"/>
              <a:gd name="connsiteX862" fmla="*/ 6099442 w 7467600"/>
              <a:gd name="connsiteY862" fmla="*/ 82568 h 6858000"/>
              <a:gd name="connsiteX863" fmla="*/ 4804137 w 7467600"/>
              <a:gd name="connsiteY863" fmla="*/ 320931 h 6858000"/>
              <a:gd name="connsiteX864" fmla="*/ 4227047 w 7467600"/>
              <a:gd name="connsiteY864" fmla="*/ 313415 h 6858000"/>
              <a:gd name="connsiteX865" fmla="*/ 4346041 w 7467600"/>
              <a:gd name="connsiteY865" fmla="*/ 456086 h 6858000"/>
              <a:gd name="connsiteX866" fmla="*/ 4870967 w 7467600"/>
              <a:gd name="connsiteY866" fmla="*/ 963061 h 6858000"/>
              <a:gd name="connsiteX867" fmla="*/ 4889647 w 7467600"/>
              <a:gd name="connsiteY867" fmla="*/ 957147 h 6858000"/>
              <a:gd name="connsiteX868" fmla="*/ 5422504 w 7467600"/>
              <a:gd name="connsiteY868" fmla="*/ 805191 h 6858000"/>
              <a:gd name="connsiteX869" fmla="*/ 6087656 w 7467600"/>
              <a:gd name="connsiteY869" fmla="*/ 826703 h 6858000"/>
              <a:gd name="connsiteX870" fmla="*/ 6058717 w 7467600"/>
              <a:gd name="connsiteY870" fmla="*/ 865992 h 6858000"/>
              <a:gd name="connsiteX871" fmla="*/ 4974153 w 7467600"/>
              <a:gd name="connsiteY871" fmla="*/ 1045456 h 6858000"/>
              <a:gd name="connsiteX872" fmla="*/ 5627835 w 7467600"/>
              <a:gd name="connsiteY872" fmla="*/ 1472077 h 6858000"/>
              <a:gd name="connsiteX873" fmla="*/ 5629817 w 7467600"/>
              <a:gd name="connsiteY873" fmla="*/ 1471412 h 6858000"/>
              <a:gd name="connsiteX874" fmla="*/ 5634124 w 7467600"/>
              <a:gd name="connsiteY874" fmla="*/ 1470572 h 6858000"/>
              <a:gd name="connsiteX875" fmla="*/ 5755832 w 7467600"/>
              <a:gd name="connsiteY875" fmla="*/ 1383886 h 6858000"/>
              <a:gd name="connsiteX876" fmla="*/ 6014186 w 7467600"/>
              <a:gd name="connsiteY876" fmla="*/ 1279799 h 6858000"/>
              <a:gd name="connsiteX877" fmla="*/ 6901619 w 7467600"/>
              <a:gd name="connsiteY877" fmla="*/ 1047874 h 6858000"/>
              <a:gd name="connsiteX878" fmla="*/ 6931566 w 7467600"/>
              <a:gd name="connsiteY878" fmla="*/ 1062034 h 6858000"/>
              <a:gd name="connsiteX879" fmla="*/ 5790982 w 7467600"/>
              <a:gd name="connsiteY879" fmla="*/ 1561380 h 6858000"/>
              <a:gd name="connsiteX880" fmla="*/ 6188971 w 7467600"/>
              <a:gd name="connsiteY880" fmla="*/ 1755168 h 6858000"/>
              <a:gd name="connsiteX881" fmla="*/ 6202446 w 7467600"/>
              <a:gd name="connsiteY881" fmla="*/ 1752268 h 6858000"/>
              <a:gd name="connsiteX882" fmla="*/ 7179560 w 7467600"/>
              <a:gd name="connsiteY882" fmla="*/ 1467551 h 6858000"/>
              <a:gd name="connsiteX883" fmla="*/ 7158730 w 7467600"/>
              <a:gd name="connsiteY883" fmla="*/ 1507835 h 6858000"/>
              <a:gd name="connsiteX884" fmla="*/ 6326959 w 7467600"/>
              <a:gd name="connsiteY884" fmla="*/ 1817686 h 6858000"/>
              <a:gd name="connsiteX885" fmla="*/ 6537433 w 7467600"/>
              <a:gd name="connsiteY885" fmla="*/ 1907790 h 6858000"/>
              <a:gd name="connsiteX886" fmla="*/ 6550221 w 7467600"/>
              <a:gd name="connsiteY886" fmla="*/ 1910729 h 6858000"/>
              <a:gd name="connsiteX887" fmla="*/ 6964438 w 7467600"/>
              <a:gd name="connsiteY887" fmla="*/ 2209505 h 6858000"/>
              <a:gd name="connsiteX888" fmla="*/ 7367862 w 7467600"/>
              <a:gd name="connsiteY888" fmla="*/ 2806833 h 6858000"/>
              <a:gd name="connsiteX889" fmla="*/ 7364329 w 7467600"/>
              <a:gd name="connsiteY889" fmla="*/ 2826907 h 6858000"/>
              <a:gd name="connsiteX890" fmla="*/ 7290545 w 7467600"/>
              <a:gd name="connsiteY890" fmla="*/ 2850663 h 6858000"/>
              <a:gd name="connsiteX891" fmla="*/ 6472036 w 7467600"/>
              <a:gd name="connsiteY891" fmla="*/ 1959003 h 6858000"/>
              <a:gd name="connsiteX892" fmla="*/ 5792897 w 7467600"/>
              <a:gd name="connsiteY892" fmla="*/ 1647747 h 6858000"/>
              <a:gd name="connsiteX893" fmla="*/ 5842751 w 7467600"/>
              <a:gd name="connsiteY893" fmla="*/ 1816112 h 6858000"/>
              <a:gd name="connsiteX894" fmla="*/ 5847424 w 7467600"/>
              <a:gd name="connsiteY894" fmla="*/ 1815776 h 6858000"/>
              <a:gd name="connsiteX895" fmla="*/ 6399821 w 7467600"/>
              <a:gd name="connsiteY895" fmla="*/ 2344799 h 6858000"/>
              <a:gd name="connsiteX896" fmla="*/ 6323232 w 7467600"/>
              <a:gd name="connsiteY896" fmla="*/ 2389634 h 6858000"/>
              <a:gd name="connsiteX897" fmla="*/ 5942958 w 7467600"/>
              <a:gd name="connsiteY897" fmla="*/ 2077708 h 6858000"/>
              <a:gd name="connsiteX898" fmla="*/ 5921559 w 7467600"/>
              <a:gd name="connsiteY898" fmla="*/ 2378596 h 6858000"/>
              <a:gd name="connsiteX899" fmla="*/ 5817651 w 7467600"/>
              <a:gd name="connsiteY899" fmla="*/ 3023919 h 6858000"/>
              <a:gd name="connsiteX900" fmla="*/ 5729634 w 7467600"/>
              <a:gd name="connsiteY900" fmla="*/ 3051849 h 6858000"/>
              <a:gd name="connsiteX901" fmla="*/ 5611018 w 7467600"/>
              <a:gd name="connsiteY901" fmla="*/ 2316769 h 6858000"/>
              <a:gd name="connsiteX902" fmla="*/ 5687608 w 7467600"/>
              <a:gd name="connsiteY902" fmla="*/ 2039972 h 6858000"/>
              <a:gd name="connsiteX903" fmla="*/ 5657554 w 7467600"/>
              <a:gd name="connsiteY903" fmla="*/ 1576445 h 6858000"/>
              <a:gd name="connsiteX904" fmla="*/ 5150475 w 7467600"/>
              <a:gd name="connsiteY904" fmla="*/ 1274012 h 6858000"/>
              <a:gd name="connsiteX905" fmla="*/ 5349142 w 7467600"/>
              <a:gd name="connsiteY905" fmla="*/ 2204405 h 6858000"/>
              <a:gd name="connsiteX906" fmla="*/ 5262214 w 7467600"/>
              <a:gd name="connsiteY906" fmla="*/ 2233836 h 6858000"/>
              <a:gd name="connsiteX907" fmla="*/ 4981539 w 7467600"/>
              <a:gd name="connsiteY907" fmla="*/ 1542201 h 6858000"/>
              <a:gd name="connsiteX908" fmla="*/ 4958461 w 7467600"/>
              <a:gd name="connsiteY908" fmla="*/ 1136957 h 6858000"/>
              <a:gd name="connsiteX909" fmla="*/ 4655015 w 7467600"/>
              <a:gd name="connsiteY909" fmla="*/ 891426 h 6858000"/>
              <a:gd name="connsiteX910" fmla="*/ 4348002 w 7467600"/>
              <a:gd name="connsiteY910" fmla="*/ 2205895 h 6858000"/>
              <a:gd name="connsiteX911" fmla="*/ 4262250 w 7467600"/>
              <a:gd name="connsiteY911" fmla="*/ 2219972 h 6858000"/>
              <a:gd name="connsiteX912" fmla="*/ 4550611 w 7467600"/>
              <a:gd name="connsiteY912" fmla="*/ 817540 h 6858000"/>
              <a:gd name="connsiteX913" fmla="*/ 4564418 w 7467600"/>
              <a:gd name="connsiteY913" fmla="*/ 808293 h 6858000"/>
              <a:gd name="connsiteX914" fmla="*/ 4266388 w 7467600"/>
              <a:gd name="connsiteY914" fmla="*/ 500083 h 6858000"/>
              <a:gd name="connsiteX915" fmla="*/ 4032842 w 7467600"/>
              <a:gd name="connsiteY915" fmla="*/ 211809 h 6858000"/>
              <a:gd name="connsiteX916" fmla="*/ 3882765 w 7467600"/>
              <a:gd name="connsiteY916" fmla="*/ 0 h 6858000"/>
              <a:gd name="connsiteX917" fmla="*/ 3721337 w 7467600"/>
              <a:gd name="connsiteY917" fmla="*/ 0 h 6858000"/>
              <a:gd name="connsiteX918" fmla="*/ 3797544 w 7467600"/>
              <a:gd name="connsiteY918" fmla="*/ 0 h 6858000"/>
              <a:gd name="connsiteX919" fmla="*/ 3775734 w 7467600"/>
              <a:gd name="connsiteY919" fmla="*/ 95131 h 6858000"/>
              <a:gd name="connsiteX920" fmla="*/ 3724807 w 7467600"/>
              <a:gd name="connsiteY920" fmla="*/ 272257 h 6858000"/>
              <a:gd name="connsiteX921" fmla="*/ 3726844 w 7467600"/>
              <a:gd name="connsiteY921" fmla="*/ 282988 h 6858000"/>
              <a:gd name="connsiteX922" fmla="*/ 3742664 w 7467600"/>
              <a:gd name="connsiteY922" fmla="*/ 279918 h 6858000"/>
              <a:gd name="connsiteX923" fmla="*/ 4103910 w 7467600"/>
              <a:gd name="connsiteY923" fmla="*/ 1161917 h 6858000"/>
              <a:gd name="connsiteX924" fmla="*/ 4020269 w 7467600"/>
              <a:gd name="connsiteY924" fmla="*/ 1200406 h 6858000"/>
              <a:gd name="connsiteX925" fmla="*/ 3674882 w 7467600"/>
              <a:gd name="connsiteY925" fmla="*/ 488524 h 6858000"/>
              <a:gd name="connsiteX926" fmla="*/ 3132682 w 7467600"/>
              <a:gd name="connsiteY926" fmla="*/ 1072284 h 6858000"/>
              <a:gd name="connsiteX927" fmla="*/ 2716346 w 7467600"/>
              <a:gd name="connsiteY927" fmla="*/ 1276376 h 6858000"/>
              <a:gd name="connsiteX928" fmla="*/ 2716772 w 7467600"/>
              <a:gd name="connsiteY928" fmla="*/ 1255462 h 6858000"/>
              <a:gd name="connsiteX929" fmla="*/ 3471096 w 7467600"/>
              <a:gd name="connsiteY929" fmla="*/ 437072 h 6858000"/>
              <a:gd name="connsiteX930" fmla="*/ 3639057 w 7467600"/>
              <a:gd name="connsiteY930" fmla="*/ 286334 h 6858000"/>
              <a:gd name="connsiteX931" fmla="*/ 3640309 w 7467600"/>
              <a:gd name="connsiteY931" fmla="*/ 284664 h 6858000"/>
              <a:gd name="connsiteX932" fmla="*/ 3646022 w 7467600"/>
              <a:gd name="connsiteY932" fmla="*/ 276711 h 6858000"/>
              <a:gd name="connsiteX933" fmla="*/ 3707943 w 7467600"/>
              <a:gd name="connsiteY933" fmla="*/ 65958 h 6858000"/>
              <a:gd name="connsiteX934" fmla="*/ 3721337 w 7467600"/>
              <a:gd name="connsiteY934" fmla="*/ 0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2867960 w 7467600"/>
              <a:gd name="connsiteY949" fmla="*/ 0 h 6858000"/>
              <a:gd name="connsiteX950" fmla="*/ 1057230 w 7467600"/>
              <a:gd name="connsiteY950" fmla="*/ 0 h 6858000"/>
              <a:gd name="connsiteX951" fmla="*/ 1111003 w 7467600"/>
              <a:gd name="connsiteY951" fmla="*/ 0 h 6858000"/>
              <a:gd name="connsiteX952" fmla="*/ 1125553 w 7467600"/>
              <a:gd name="connsiteY952" fmla="*/ 52588 h 6858000"/>
              <a:gd name="connsiteX953" fmla="*/ 1304276 w 7467600"/>
              <a:gd name="connsiteY953" fmla="*/ 476275 h 6858000"/>
              <a:gd name="connsiteX954" fmla="*/ 1492066 w 7467600"/>
              <a:gd name="connsiteY954" fmla="*/ 886333 h 6858000"/>
              <a:gd name="connsiteX955" fmla="*/ 1423698 w 7467600"/>
              <a:gd name="connsiteY955" fmla="*/ 710817 h 6858000"/>
              <a:gd name="connsiteX956" fmla="*/ 1357609 w 7467600"/>
              <a:gd name="connsiteY956" fmla="*/ 532892 h 6858000"/>
              <a:gd name="connsiteX957" fmla="*/ 1309550 w 7467600"/>
              <a:gd name="connsiteY957" fmla="*/ 374031 h 6858000"/>
              <a:gd name="connsiteX958" fmla="*/ 1193673 w 7467600"/>
              <a:gd name="connsiteY958" fmla="*/ 49533 h 6858000"/>
              <a:gd name="connsiteX959" fmla="*/ 1164391 w 7467600"/>
              <a:gd name="connsiteY959" fmla="*/ 0 h 6858000"/>
              <a:gd name="connsiteX960" fmla="*/ 1200666 w 7467600"/>
              <a:gd name="connsiteY960" fmla="*/ 0 h 6858000"/>
              <a:gd name="connsiteX961" fmla="*/ 1223408 w 7467600"/>
              <a:gd name="connsiteY961" fmla="*/ 38996 h 6858000"/>
              <a:gd name="connsiteX962" fmla="*/ 1339635 w 7467600"/>
              <a:gd name="connsiteY962" fmla="*/ 365517 h 6858000"/>
              <a:gd name="connsiteX963" fmla="*/ 1387469 w 7467600"/>
              <a:gd name="connsiteY963" fmla="*/ 523079 h 6858000"/>
              <a:gd name="connsiteX964" fmla="*/ 1452685 w 7467600"/>
              <a:gd name="connsiteY964" fmla="*/ 699806 h 6858000"/>
              <a:gd name="connsiteX965" fmla="*/ 1492092 w 7467600"/>
              <a:gd name="connsiteY965" fmla="*/ 800424 h 6858000"/>
              <a:gd name="connsiteX966" fmla="*/ 1455302 w 7467600"/>
              <a:gd name="connsiteY966" fmla="*/ 632913 h 6858000"/>
              <a:gd name="connsiteX967" fmla="*/ 1222336 w 7467600"/>
              <a:gd name="connsiteY967" fmla="*/ 9480 h 6858000"/>
              <a:gd name="connsiteX968" fmla="*/ 1214634 w 7467600"/>
              <a:gd name="connsiteY968" fmla="*/ 0 h 6858000"/>
              <a:gd name="connsiteX969" fmla="*/ 1289827 w 7467600"/>
              <a:gd name="connsiteY969" fmla="*/ 0 h 6858000"/>
              <a:gd name="connsiteX970" fmla="*/ 1321076 w 7467600"/>
              <a:gd name="connsiteY970" fmla="*/ 59722 h 6858000"/>
              <a:gd name="connsiteX971" fmla="*/ 1512579 w 7467600"/>
              <a:gd name="connsiteY971" fmla="*/ 626441 h 6858000"/>
              <a:gd name="connsiteX972" fmla="*/ 1506076 w 7467600"/>
              <a:gd name="connsiteY972" fmla="*/ 1089289 h 6858000"/>
              <a:gd name="connsiteX973" fmla="*/ 1486346 w 7467600"/>
              <a:gd name="connsiteY973" fmla="*/ 1079919 h 6858000"/>
              <a:gd name="connsiteX974" fmla="*/ 1070511 w 7467600"/>
              <a:gd name="connsiteY974" fmla="*/ 48609 h 6858000"/>
              <a:gd name="connsiteX975" fmla="*/ 1057230 w 7467600"/>
              <a:gd name="connsiteY975" fmla="*/ 0 h 6858000"/>
              <a:gd name="connsiteX976" fmla="*/ 43151 w 7467600"/>
              <a:gd name="connsiteY976" fmla="*/ 0 h 6858000"/>
              <a:gd name="connsiteX977" fmla="*/ 95283 w 7467600"/>
              <a:gd name="connsiteY977" fmla="*/ 0 h 6858000"/>
              <a:gd name="connsiteX978" fmla="*/ 300708 w 7467600"/>
              <a:gd name="connsiteY978" fmla="*/ 154571 h 6858000"/>
              <a:gd name="connsiteX979" fmla="*/ 530414 w 7467600"/>
              <a:gd name="connsiteY979" fmla="*/ 354673 h 6858000"/>
              <a:gd name="connsiteX980" fmla="*/ 333785 w 7467600"/>
              <a:gd name="connsiteY980" fmla="*/ 161564 h 6858000"/>
              <a:gd name="connsiteX981" fmla="*/ 147005 w 7467600"/>
              <a:gd name="connsiteY981" fmla="*/ 0 h 6858000"/>
              <a:gd name="connsiteX982" fmla="*/ 272509 w 7467600"/>
              <a:gd name="connsiteY982" fmla="*/ 0 h 6858000"/>
              <a:gd name="connsiteX983" fmla="*/ 326276 w 7467600"/>
              <a:gd name="connsiteY983" fmla="*/ 45847 h 6858000"/>
              <a:gd name="connsiteX984" fmla="*/ 823759 w 7467600"/>
              <a:gd name="connsiteY984" fmla="*/ 574145 h 6858000"/>
              <a:gd name="connsiteX985" fmla="*/ 811254 w 7467600"/>
              <a:gd name="connsiteY985" fmla="*/ 665546 h 6858000"/>
              <a:gd name="connsiteX986" fmla="*/ 154042 w 7467600"/>
              <a:gd name="connsiteY986" fmla="*/ 261522 h 6858000"/>
              <a:gd name="connsiteX987" fmla="*/ 13550 w 7467600"/>
              <a:gd name="connsiteY987" fmla="*/ 158423 h 6858000"/>
              <a:gd name="connsiteX988" fmla="*/ 0 w 7467600"/>
              <a:gd name="connsiteY988" fmla="*/ 146618 h 6858000"/>
              <a:gd name="connsiteX989" fmla="*/ 0 w 7467600"/>
              <a:gd name="connsiteY989" fmla="*/ 59161 h 6858000"/>
              <a:gd name="connsiteX990" fmla="*/ 45427 w 7467600"/>
              <a:gd name="connsiteY990" fmla="*/ 101078 h 6858000"/>
              <a:gd name="connsiteX991" fmla="*/ 630103 w 7467600"/>
              <a:gd name="connsiteY991" fmla="*/ 485885 h 6858000"/>
              <a:gd name="connsiteX992" fmla="*/ 532040 w 7467600"/>
              <a:gd name="connsiteY992" fmla="*/ 399359 h 6858000"/>
              <a:gd name="connsiteX993" fmla="*/ 517618 w 7467600"/>
              <a:gd name="connsiteY993" fmla="*/ 385726 h 6858000"/>
              <a:gd name="connsiteX994" fmla="*/ 285074 w 7467600"/>
              <a:gd name="connsiteY994" fmla="*/ 182755 h 6858000"/>
              <a:gd name="connsiteX995" fmla="*/ 43151 w 7467600"/>
              <a:gd name="connsiteY99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1903353 w 7467600"/>
              <a:gd name="connsiteY139" fmla="*/ 5044827 h 6858000"/>
              <a:gd name="connsiteX140" fmla="*/ 1936931 w 7467600"/>
              <a:gd name="connsiteY140" fmla="*/ 5093954 h 6858000"/>
              <a:gd name="connsiteX141" fmla="*/ 2195868 w 7467600"/>
              <a:gd name="connsiteY141" fmla="*/ 5396574 h 6858000"/>
              <a:gd name="connsiteX142" fmla="*/ 2088852 w 7467600"/>
              <a:gd name="connsiteY142" fmla="*/ 5166123 h 6858000"/>
              <a:gd name="connsiteX143" fmla="*/ 1958241 w 7467600"/>
              <a:gd name="connsiteY143" fmla="*/ 5067955 h 6858000"/>
              <a:gd name="connsiteX144" fmla="*/ 1903353 w 7467600"/>
              <a:gd name="connsiteY144" fmla="*/ 5044827 h 6858000"/>
              <a:gd name="connsiteX145" fmla="*/ 1979378 w 7467600"/>
              <a:gd name="connsiteY145" fmla="*/ 4769504 h 6858000"/>
              <a:gd name="connsiteX146" fmla="*/ 2882120 w 7467600"/>
              <a:gd name="connsiteY146" fmla="*/ 5064547 h 6858000"/>
              <a:gd name="connsiteX147" fmla="*/ 2793103 w 7467600"/>
              <a:gd name="connsiteY147" fmla="*/ 5039699 h 6858000"/>
              <a:gd name="connsiteX148" fmla="*/ 2770041 w 7467600"/>
              <a:gd name="connsiteY148" fmla="*/ 5033634 h 6858000"/>
              <a:gd name="connsiteX149" fmla="*/ 1979378 w 7467600"/>
              <a:gd name="connsiteY149" fmla="*/ 4769504 h 6858000"/>
              <a:gd name="connsiteX150" fmla="*/ 1927410 w 7467600"/>
              <a:gd name="connsiteY150" fmla="*/ 4716164 h 6858000"/>
              <a:gd name="connsiteX151" fmla="*/ 1959587 w 7467600"/>
              <a:gd name="connsiteY151" fmla="*/ 4728849 h 6858000"/>
              <a:gd name="connsiteX152" fmla="*/ 2777707 w 7467600"/>
              <a:gd name="connsiteY152" fmla="*/ 5003991 h 6858000"/>
              <a:gd name="connsiteX153" fmla="*/ 2800768 w 7467600"/>
              <a:gd name="connsiteY153" fmla="*/ 5010056 h 6858000"/>
              <a:gd name="connsiteX154" fmla="*/ 2879408 w 7467600"/>
              <a:gd name="connsiteY154" fmla="*/ 5031590 h 6858000"/>
              <a:gd name="connsiteX155" fmla="*/ 2862295 w 7467600"/>
              <a:gd name="connsiteY155" fmla="*/ 5022958 h 6858000"/>
              <a:gd name="connsiteX156" fmla="*/ 2813343 w 7467600"/>
              <a:gd name="connsiteY156" fmla="*/ 4998369 h 6858000"/>
              <a:gd name="connsiteX157" fmla="*/ 2646245 w 7467600"/>
              <a:gd name="connsiteY157" fmla="*/ 4930999 h 6858000"/>
              <a:gd name="connsiteX158" fmla="*/ 1999243 w 7467600"/>
              <a:gd name="connsiteY158" fmla="*/ 4730524 h 6858000"/>
              <a:gd name="connsiteX159" fmla="*/ 1979527 w 7467600"/>
              <a:gd name="connsiteY159" fmla="*/ 4726651 h 6858000"/>
              <a:gd name="connsiteX160" fmla="*/ 1927410 w 7467600"/>
              <a:gd name="connsiteY160" fmla="*/ 4716164 h 6858000"/>
              <a:gd name="connsiteX161" fmla="*/ 1997014 w 7467600"/>
              <a:gd name="connsiteY161" fmla="*/ 4698007 h 6858000"/>
              <a:gd name="connsiteX162" fmla="*/ 2005458 w 7467600"/>
              <a:gd name="connsiteY162" fmla="*/ 4699540 h 6858000"/>
              <a:gd name="connsiteX163" fmla="*/ 2657186 w 7467600"/>
              <a:gd name="connsiteY163" fmla="*/ 4901687 h 6858000"/>
              <a:gd name="connsiteX164" fmla="*/ 2826662 w 7467600"/>
              <a:gd name="connsiteY164" fmla="*/ 4970362 h 6858000"/>
              <a:gd name="connsiteX165" fmla="*/ 2876100 w 7467600"/>
              <a:gd name="connsiteY165" fmla="*/ 4995397 h 6858000"/>
              <a:gd name="connsiteX166" fmla="*/ 3042600 w 7467600"/>
              <a:gd name="connsiteY166" fmla="*/ 5059532 h 6858000"/>
              <a:gd name="connsiteX167" fmla="*/ 1997014 w 7467600"/>
              <a:gd name="connsiteY167" fmla="*/ 4698007 h 6858000"/>
              <a:gd name="connsiteX168" fmla="*/ 2305292 w 7467600"/>
              <a:gd name="connsiteY168" fmla="*/ 4219492 h 6858000"/>
              <a:gd name="connsiteX169" fmla="*/ 3360922 w 7467600"/>
              <a:gd name="connsiteY169" fmla="*/ 4529373 h 6858000"/>
              <a:gd name="connsiteX170" fmla="*/ 3492420 w 7467600"/>
              <a:gd name="connsiteY170" fmla="*/ 4510145 h 6858000"/>
              <a:gd name="connsiteX171" fmla="*/ 3364086 w 7467600"/>
              <a:gd name="connsiteY171" fmla="*/ 4480340 h 6858000"/>
              <a:gd name="connsiteX172" fmla="*/ 3225818 w 7467600"/>
              <a:gd name="connsiteY172" fmla="*/ 4411822 h 6858000"/>
              <a:gd name="connsiteX173" fmla="*/ 3129696 w 7467600"/>
              <a:gd name="connsiteY173" fmla="*/ 4360704 h 6858000"/>
              <a:gd name="connsiteX174" fmla="*/ 2814545 w 7467600"/>
              <a:gd name="connsiteY174" fmla="*/ 4282955 h 6858000"/>
              <a:gd name="connsiteX175" fmla="*/ 2305292 w 7467600"/>
              <a:gd name="connsiteY175" fmla="*/ 4219492 h 6858000"/>
              <a:gd name="connsiteX176" fmla="*/ 2626982 w 7467600"/>
              <a:gd name="connsiteY176" fmla="*/ 4206450 h 6858000"/>
              <a:gd name="connsiteX177" fmla="*/ 2490617 w 7467600"/>
              <a:gd name="connsiteY177" fmla="*/ 4206951 h 6858000"/>
              <a:gd name="connsiteX178" fmla="*/ 2819869 w 7467600"/>
              <a:gd name="connsiteY178" fmla="*/ 4252936 h 6858000"/>
              <a:gd name="connsiteX179" fmla="*/ 3143018 w 7467600"/>
              <a:gd name="connsiteY179" fmla="*/ 4332698 h 6858000"/>
              <a:gd name="connsiteX180" fmla="*/ 3241520 w 7467600"/>
              <a:gd name="connsiteY180" fmla="*/ 4385112 h 6858000"/>
              <a:gd name="connsiteX181" fmla="*/ 3374575 w 7467600"/>
              <a:gd name="connsiteY181" fmla="*/ 4451517 h 6858000"/>
              <a:gd name="connsiteX182" fmla="*/ 3505221 w 7467600"/>
              <a:gd name="connsiteY182" fmla="*/ 4480757 h 6858000"/>
              <a:gd name="connsiteX183" fmla="*/ 2626982 w 7467600"/>
              <a:gd name="connsiteY183" fmla="*/ 4206450 h 6858000"/>
              <a:gd name="connsiteX184" fmla="*/ 1310106 w 7467600"/>
              <a:gd name="connsiteY184" fmla="*/ 3943217 h 6858000"/>
              <a:gd name="connsiteX185" fmla="*/ 854994 w 7467600"/>
              <a:gd name="connsiteY185" fmla="*/ 4399136 h 6858000"/>
              <a:gd name="connsiteX186" fmla="*/ 742462 w 7467600"/>
              <a:gd name="connsiteY186" fmla="*/ 4594648 h 6858000"/>
              <a:gd name="connsiteX187" fmla="*/ 820602 w 7467600"/>
              <a:gd name="connsiteY187" fmla="*/ 4485915 h 6858000"/>
              <a:gd name="connsiteX188" fmla="*/ 878295 w 7467600"/>
              <a:gd name="connsiteY188" fmla="*/ 4403594 h 6858000"/>
              <a:gd name="connsiteX189" fmla="*/ 1240607 w 7467600"/>
              <a:gd name="connsiteY189" fmla="*/ 4010401 h 6858000"/>
              <a:gd name="connsiteX190" fmla="*/ 1310106 w 7467600"/>
              <a:gd name="connsiteY190" fmla="*/ 3943217 h 6858000"/>
              <a:gd name="connsiteX191" fmla="*/ 1423113 w 7467600"/>
              <a:gd name="connsiteY191" fmla="*/ 3874565 h 6858000"/>
              <a:gd name="connsiteX192" fmla="*/ 1260565 w 7467600"/>
              <a:gd name="connsiteY192" fmla="*/ 4031982 h 6858000"/>
              <a:gd name="connsiteX193" fmla="*/ 901900 w 7467600"/>
              <a:gd name="connsiteY193" fmla="*/ 4421236 h 6858000"/>
              <a:gd name="connsiteX194" fmla="*/ 845044 w 7467600"/>
              <a:gd name="connsiteY194" fmla="*/ 4502436 h 6858000"/>
              <a:gd name="connsiteX195" fmla="*/ 685926 w 7467600"/>
              <a:gd name="connsiteY195" fmla="*/ 4703069 h 6858000"/>
              <a:gd name="connsiteX196" fmla="*/ 684248 w 7467600"/>
              <a:gd name="connsiteY196" fmla="*/ 4706721 h 6858000"/>
              <a:gd name="connsiteX197" fmla="*/ 1423113 w 7467600"/>
              <a:gd name="connsiteY197" fmla="*/ 3874565 h 6858000"/>
              <a:gd name="connsiteX198" fmla="*/ 3316479 w 7467600"/>
              <a:gd name="connsiteY198" fmla="*/ 3872136 h 6858000"/>
              <a:gd name="connsiteX199" fmla="*/ 3546806 w 7467600"/>
              <a:gd name="connsiteY199" fmla="*/ 4356139 h 6858000"/>
              <a:gd name="connsiteX200" fmla="*/ 3364433 w 7467600"/>
              <a:gd name="connsiteY200" fmla="*/ 3953121 h 6858000"/>
              <a:gd name="connsiteX201" fmla="*/ 3316479 w 7467600"/>
              <a:gd name="connsiteY201" fmla="*/ 3872136 h 6858000"/>
              <a:gd name="connsiteX202" fmla="*/ 3291335 w 7467600"/>
              <a:gd name="connsiteY202" fmla="*/ 3767420 h 6858000"/>
              <a:gd name="connsiteX203" fmla="*/ 3390805 w 7467600"/>
              <a:gd name="connsiteY203" fmla="*/ 3937163 h 6858000"/>
              <a:gd name="connsiteX204" fmla="*/ 3579062 w 7467600"/>
              <a:gd name="connsiteY204" fmla="*/ 4359040 h 6858000"/>
              <a:gd name="connsiteX205" fmla="*/ 3467355 w 7467600"/>
              <a:gd name="connsiteY205" fmla="*/ 3988130 h 6858000"/>
              <a:gd name="connsiteX206" fmla="*/ 3310753 w 7467600"/>
              <a:gd name="connsiteY206" fmla="*/ 3787140 h 6858000"/>
              <a:gd name="connsiteX207" fmla="*/ 3291335 w 7467600"/>
              <a:gd name="connsiteY207" fmla="*/ 3767420 h 6858000"/>
              <a:gd name="connsiteX208" fmla="*/ 1635889 w 7467600"/>
              <a:gd name="connsiteY208" fmla="*/ 3709494 h 6858000"/>
              <a:gd name="connsiteX209" fmla="*/ 1634800 w 7467600"/>
              <a:gd name="connsiteY209" fmla="*/ 3731111 h 6858000"/>
              <a:gd name="connsiteX210" fmla="*/ 1635889 w 7467600"/>
              <a:gd name="connsiteY210" fmla="*/ 3709494 h 6858000"/>
              <a:gd name="connsiteX211" fmla="*/ 1510397 w 7467600"/>
              <a:gd name="connsiteY211" fmla="*/ 3684705 h 6858000"/>
              <a:gd name="connsiteX212" fmla="*/ 1146550 w 7467600"/>
              <a:gd name="connsiteY212" fmla="*/ 3802012 h 6858000"/>
              <a:gd name="connsiteX213" fmla="*/ 698834 w 7467600"/>
              <a:gd name="connsiteY213" fmla="*/ 3952272 h 6858000"/>
              <a:gd name="connsiteX214" fmla="*/ 34256 w 7467600"/>
              <a:gd name="connsiteY214" fmla="*/ 4347603 h 6858000"/>
              <a:gd name="connsiteX215" fmla="*/ 527241 w 7467600"/>
              <a:gd name="connsiteY215" fmla="*/ 4065078 h 6858000"/>
              <a:gd name="connsiteX216" fmla="*/ 1510397 w 7467600"/>
              <a:gd name="connsiteY216" fmla="*/ 3684705 h 6858000"/>
              <a:gd name="connsiteX217" fmla="*/ 1313114 w 7467600"/>
              <a:gd name="connsiteY217" fmla="*/ 3655216 h 6858000"/>
              <a:gd name="connsiteX218" fmla="*/ 1109304 w 7467600"/>
              <a:gd name="connsiteY218" fmla="*/ 3669030 h 6858000"/>
              <a:gd name="connsiteX219" fmla="*/ 8129 w 7467600"/>
              <a:gd name="connsiteY219" fmla="*/ 4330519 h 6858000"/>
              <a:gd name="connsiteX220" fmla="*/ 687572 w 7467600"/>
              <a:gd name="connsiteY220" fmla="*/ 3925629 h 6858000"/>
              <a:gd name="connsiteX221" fmla="*/ 1138365 w 7467600"/>
              <a:gd name="connsiteY221" fmla="*/ 3774515 h 6858000"/>
              <a:gd name="connsiteX222" fmla="*/ 1505579 w 7467600"/>
              <a:gd name="connsiteY222" fmla="*/ 3655526 h 6858000"/>
              <a:gd name="connsiteX223" fmla="*/ 1313114 w 7467600"/>
              <a:gd name="connsiteY223" fmla="*/ 3655216 h 6858000"/>
              <a:gd name="connsiteX224" fmla="*/ 3655073 w 7467600"/>
              <a:gd name="connsiteY224" fmla="*/ 3650884 h 6858000"/>
              <a:gd name="connsiteX225" fmla="*/ 3989938 w 7467600"/>
              <a:gd name="connsiteY225" fmla="*/ 3991685 h 6858000"/>
              <a:gd name="connsiteX226" fmla="*/ 4393907 w 7467600"/>
              <a:gd name="connsiteY226" fmla="*/ 4261258 h 6858000"/>
              <a:gd name="connsiteX227" fmla="*/ 4648051 w 7467600"/>
              <a:gd name="connsiteY227" fmla="*/ 4374051 h 6858000"/>
              <a:gd name="connsiteX228" fmla="*/ 4383389 w 7467600"/>
              <a:gd name="connsiteY228" fmla="*/ 4184369 h 6858000"/>
              <a:gd name="connsiteX229" fmla="*/ 4165508 w 7467600"/>
              <a:gd name="connsiteY229" fmla="*/ 4035196 h 6858000"/>
              <a:gd name="connsiteX230" fmla="*/ 4068162 w 7467600"/>
              <a:gd name="connsiteY230" fmla="*/ 3953394 h 6858000"/>
              <a:gd name="connsiteX231" fmla="*/ 3981416 w 7467600"/>
              <a:gd name="connsiteY231" fmla="*/ 3880482 h 6858000"/>
              <a:gd name="connsiteX232" fmla="*/ 3800147 w 7467600"/>
              <a:gd name="connsiteY232" fmla="*/ 3749872 h 6858000"/>
              <a:gd name="connsiteX233" fmla="*/ 3655073 w 7467600"/>
              <a:gd name="connsiteY233" fmla="*/ 3650884 h 6858000"/>
              <a:gd name="connsiteX234" fmla="*/ 3670252 w 7467600"/>
              <a:gd name="connsiteY234" fmla="*/ 3622798 h 6858000"/>
              <a:gd name="connsiteX235" fmla="*/ 3817258 w 7467600"/>
              <a:gd name="connsiteY235" fmla="*/ 3723577 h 6858000"/>
              <a:gd name="connsiteX236" fmla="*/ 4000461 w 7467600"/>
              <a:gd name="connsiteY236" fmla="*/ 3855966 h 6858000"/>
              <a:gd name="connsiteX237" fmla="*/ 4088180 w 7467600"/>
              <a:gd name="connsiteY237" fmla="*/ 3929774 h 6858000"/>
              <a:gd name="connsiteX238" fmla="*/ 4184555 w 7467600"/>
              <a:gd name="connsiteY238" fmla="*/ 4010683 h 6858000"/>
              <a:gd name="connsiteX239" fmla="*/ 4399563 w 7467600"/>
              <a:gd name="connsiteY239" fmla="*/ 4158106 h 6858000"/>
              <a:gd name="connsiteX240" fmla="*/ 4684469 w 7467600"/>
              <a:gd name="connsiteY240" fmla="*/ 4364680 h 6858000"/>
              <a:gd name="connsiteX241" fmla="*/ 4690271 w 7467600"/>
              <a:gd name="connsiteY241" fmla="*/ 4370034 h 6858000"/>
              <a:gd name="connsiteX242" fmla="*/ 4136093 w 7467600"/>
              <a:gd name="connsiteY242" fmla="*/ 3858466 h 6858000"/>
              <a:gd name="connsiteX243" fmla="*/ 3670252 w 7467600"/>
              <a:gd name="connsiteY243" fmla="*/ 3622798 h 6858000"/>
              <a:gd name="connsiteX244" fmla="*/ 4440129 w 7467600"/>
              <a:gd name="connsiteY244" fmla="*/ 3448571 h 6858000"/>
              <a:gd name="connsiteX245" fmla="*/ 4856525 w 7467600"/>
              <a:gd name="connsiteY245" fmla="*/ 3915351 h 6858000"/>
              <a:gd name="connsiteX246" fmla="*/ 5059055 w 7467600"/>
              <a:gd name="connsiteY246" fmla="*/ 4108918 h 6858000"/>
              <a:gd name="connsiteX247" fmla="*/ 5290070 w 7467600"/>
              <a:gd name="connsiteY247" fmla="*/ 4263619 h 6858000"/>
              <a:gd name="connsiteX248" fmla="*/ 4834991 w 7467600"/>
              <a:gd name="connsiteY248" fmla="*/ 3830985 h 6858000"/>
              <a:gd name="connsiteX249" fmla="*/ 4440129 w 7467600"/>
              <a:gd name="connsiteY249" fmla="*/ 3448571 h 6858000"/>
              <a:gd name="connsiteX250" fmla="*/ 4441737 w 7467600"/>
              <a:gd name="connsiteY250" fmla="*/ 3399734 h 6858000"/>
              <a:gd name="connsiteX251" fmla="*/ 4431236 w 7467600"/>
              <a:gd name="connsiteY251" fmla="*/ 3400954 h 6858000"/>
              <a:gd name="connsiteX252" fmla="*/ 4557150 w 7467600"/>
              <a:gd name="connsiteY252" fmla="*/ 3510023 h 6858000"/>
              <a:gd name="connsiteX253" fmla="*/ 4856936 w 7467600"/>
              <a:gd name="connsiteY253" fmla="*/ 3809146 h 6858000"/>
              <a:gd name="connsiteX254" fmla="*/ 5111996 w 7467600"/>
              <a:gd name="connsiteY254" fmla="*/ 4065759 h 6858000"/>
              <a:gd name="connsiteX255" fmla="*/ 5388878 w 7467600"/>
              <a:gd name="connsiteY255" fmla="*/ 4300185 h 6858000"/>
              <a:gd name="connsiteX256" fmla="*/ 5425556 w 7467600"/>
              <a:gd name="connsiteY256" fmla="*/ 4308967 h 6858000"/>
              <a:gd name="connsiteX257" fmla="*/ 4943646 w 7467600"/>
              <a:gd name="connsiteY257" fmla="*/ 3822916 h 6858000"/>
              <a:gd name="connsiteX258" fmla="*/ 4594837 w 7467600"/>
              <a:gd name="connsiteY258" fmla="*/ 3532274 h 6858000"/>
              <a:gd name="connsiteX259" fmla="*/ 4441737 w 7467600"/>
              <a:gd name="connsiteY259" fmla="*/ 3399734 h 6858000"/>
              <a:gd name="connsiteX260" fmla="*/ 5425834 w 7467600"/>
              <a:gd name="connsiteY260" fmla="*/ 3162785 h 6858000"/>
              <a:gd name="connsiteX261" fmla="*/ 5401644 w 7467600"/>
              <a:gd name="connsiteY261" fmla="*/ 3617847 h 6858000"/>
              <a:gd name="connsiteX262" fmla="*/ 5467256 w 7467600"/>
              <a:gd name="connsiteY262" fmla="*/ 4175494 h 6858000"/>
              <a:gd name="connsiteX263" fmla="*/ 5448069 w 7467600"/>
              <a:gd name="connsiteY263" fmla="*/ 3567554 h 6858000"/>
              <a:gd name="connsiteX264" fmla="*/ 5425834 w 7467600"/>
              <a:gd name="connsiteY264" fmla="*/ 3162785 h 6858000"/>
              <a:gd name="connsiteX265" fmla="*/ 1318687 w 7467600"/>
              <a:gd name="connsiteY265" fmla="*/ 3113840 h 6858000"/>
              <a:gd name="connsiteX266" fmla="*/ 1066793 w 7467600"/>
              <a:gd name="connsiteY266" fmla="*/ 3212171 h 6858000"/>
              <a:gd name="connsiteX267" fmla="*/ 993319 w 7467600"/>
              <a:gd name="connsiteY267" fmla="*/ 3247648 h 6858000"/>
              <a:gd name="connsiteX268" fmla="*/ 853081 w 7467600"/>
              <a:gd name="connsiteY268" fmla="*/ 3312410 h 6858000"/>
              <a:gd name="connsiteX269" fmla="*/ 805957 w 7467600"/>
              <a:gd name="connsiteY269" fmla="*/ 3330443 h 6858000"/>
              <a:gd name="connsiteX270" fmla="*/ 1318687 w 7467600"/>
              <a:gd name="connsiteY270" fmla="*/ 3113840 h 6858000"/>
              <a:gd name="connsiteX271" fmla="*/ 5453702 w 7467600"/>
              <a:gd name="connsiteY271" fmla="*/ 3090882 h 6858000"/>
              <a:gd name="connsiteX272" fmla="*/ 5480135 w 7467600"/>
              <a:gd name="connsiteY272" fmla="*/ 3565802 h 6858000"/>
              <a:gd name="connsiteX273" fmla="*/ 5499023 w 7467600"/>
              <a:gd name="connsiteY273" fmla="*/ 4166310 h 6858000"/>
              <a:gd name="connsiteX274" fmla="*/ 5547022 w 7467600"/>
              <a:gd name="connsiteY274" fmla="*/ 3607838 h 6858000"/>
              <a:gd name="connsiteX275" fmla="*/ 5515964 w 7467600"/>
              <a:gd name="connsiteY275" fmla="*/ 3378541 h 6858000"/>
              <a:gd name="connsiteX276" fmla="*/ 5453702 w 7467600"/>
              <a:gd name="connsiteY276" fmla="*/ 3090882 h 6858000"/>
              <a:gd name="connsiteX277" fmla="*/ 1238695 w 7467600"/>
              <a:gd name="connsiteY277" fmla="*/ 3076820 h 6858000"/>
              <a:gd name="connsiteX278" fmla="*/ 716371 w 7467600"/>
              <a:gd name="connsiteY278" fmla="*/ 3293249 h 6858000"/>
              <a:gd name="connsiteX279" fmla="*/ 579522 w 7467600"/>
              <a:gd name="connsiteY279" fmla="*/ 3371759 h 6858000"/>
              <a:gd name="connsiteX280" fmla="*/ 600288 w 7467600"/>
              <a:gd name="connsiteY280" fmla="*/ 3365555 h 6858000"/>
              <a:gd name="connsiteX281" fmla="*/ 840692 w 7467600"/>
              <a:gd name="connsiteY281" fmla="*/ 3284921 h 6858000"/>
              <a:gd name="connsiteX282" fmla="*/ 979248 w 7467600"/>
              <a:gd name="connsiteY282" fmla="*/ 3221003 h 6858000"/>
              <a:gd name="connsiteX283" fmla="*/ 1053282 w 7467600"/>
              <a:gd name="connsiteY283" fmla="*/ 3185247 h 6858000"/>
              <a:gd name="connsiteX284" fmla="*/ 1320603 w 7467600"/>
              <a:gd name="connsiteY284" fmla="*/ 3081281 h 6858000"/>
              <a:gd name="connsiteX285" fmla="*/ 1238695 w 7467600"/>
              <a:gd name="connsiteY285" fmla="*/ 3076820 h 6858000"/>
              <a:gd name="connsiteX286" fmla="*/ 5425627 w 7467600"/>
              <a:gd name="connsiteY286" fmla="*/ 2954192 h 6858000"/>
              <a:gd name="connsiteX287" fmla="*/ 5470770 w 7467600"/>
              <a:gd name="connsiteY287" fmla="*/ 3005435 h 6858000"/>
              <a:gd name="connsiteX288" fmla="*/ 5519779 w 7467600"/>
              <a:gd name="connsiteY288" fmla="*/ 4359223 h 6858000"/>
              <a:gd name="connsiteX289" fmla="*/ 5520293 w 7467600"/>
              <a:gd name="connsiteY289" fmla="*/ 4360602 h 6858000"/>
              <a:gd name="connsiteX290" fmla="*/ 5767221 w 7467600"/>
              <a:gd name="connsiteY290" fmla="*/ 4665564 h 6858000"/>
              <a:gd name="connsiteX291" fmla="*/ 6937169 w 7467600"/>
              <a:gd name="connsiteY291" fmla="*/ 4815941 h 6858000"/>
              <a:gd name="connsiteX292" fmla="*/ 6953922 w 7467600"/>
              <a:gd name="connsiteY292" fmla="*/ 4890068 h 6858000"/>
              <a:gd name="connsiteX293" fmla="*/ 6071359 w 7467600"/>
              <a:gd name="connsiteY293" fmla="*/ 4770770 h 6858000"/>
              <a:gd name="connsiteX294" fmla="*/ 6038839 w 7467600"/>
              <a:gd name="connsiteY294" fmla="*/ 4764474 h 6858000"/>
              <a:gd name="connsiteX295" fmla="*/ 6038706 w 7467600"/>
              <a:gd name="connsiteY295" fmla="*/ 4763847 h 6858000"/>
              <a:gd name="connsiteX296" fmla="*/ 6037784 w 7467600"/>
              <a:gd name="connsiteY296" fmla="*/ 4764270 h 6858000"/>
              <a:gd name="connsiteX297" fmla="*/ 6038839 w 7467600"/>
              <a:gd name="connsiteY297" fmla="*/ 4764474 h 6858000"/>
              <a:gd name="connsiteX298" fmla="*/ 6040338 w 7467600"/>
              <a:gd name="connsiteY298" fmla="*/ 4771418 h 6858000"/>
              <a:gd name="connsiteX299" fmla="*/ 6024488 w 7467600"/>
              <a:gd name="connsiteY299" fmla="*/ 4809903 h 6858000"/>
              <a:gd name="connsiteX300" fmla="*/ 5599771 w 7467600"/>
              <a:gd name="connsiteY300" fmla="*/ 5509652 h 6858000"/>
              <a:gd name="connsiteX301" fmla="*/ 5548843 w 7467600"/>
              <a:gd name="connsiteY301" fmla="*/ 5563845 h 6858000"/>
              <a:gd name="connsiteX302" fmla="*/ 5940952 w 7467600"/>
              <a:gd name="connsiteY302" fmla="*/ 6250028 h 6858000"/>
              <a:gd name="connsiteX303" fmla="*/ 6043441 w 7467600"/>
              <a:gd name="connsiteY303" fmla="*/ 6665847 h 6858000"/>
              <a:gd name="connsiteX304" fmla="*/ 6093432 w 7467600"/>
              <a:gd name="connsiteY304" fmla="*/ 6858000 h 6858000"/>
              <a:gd name="connsiteX305" fmla="*/ 6034344 w 7467600"/>
              <a:gd name="connsiteY305" fmla="*/ 6858000 h 6858000"/>
              <a:gd name="connsiteX306" fmla="*/ 6026679 w 7467600"/>
              <a:gd name="connsiteY306" fmla="*/ 6836959 h 6858000"/>
              <a:gd name="connsiteX307" fmla="*/ 5800441 w 7467600"/>
              <a:gd name="connsiteY307" fmla="*/ 6335286 h 6858000"/>
              <a:gd name="connsiteX308" fmla="*/ 5526562 w 7467600"/>
              <a:gd name="connsiteY308" fmla="*/ 5705388 h 6858000"/>
              <a:gd name="connsiteX309" fmla="*/ 5519640 w 7467600"/>
              <a:gd name="connsiteY309" fmla="*/ 5683774 h 6858000"/>
              <a:gd name="connsiteX310" fmla="*/ 5844559 w 7467600"/>
              <a:gd name="connsiteY310" fmla="*/ 6553349 h 6858000"/>
              <a:gd name="connsiteX311" fmla="*/ 5975994 w 7467600"/>
              <a:gd name="connsiteY311" fmla="*/ 6858000 h 6858000"/>
              <a:gd name="connsiteX312" fmla="*/ 5898547 w 7467600"/>
              <a:gd name="connsiteY312" fmla="*/ 6858000 h 6858000"/>
              <a:gd name="connsiteX313" fmla="*/ 5682041 w 7467600"/>
              <a:gd name="connsiteY313" fmla="*/ 6355860 h 6858000"/>
              <a:gd name="connsiteX314" fmla="*/ 5461758 w 7467600"/>
              <a:gd name="connsiteY314" fmla="*/ 5820220 h 6858000"/>
              <a:gd name="connsiteX315" fmla="*/ 5237282 w 7467600"/>
              <a:gd name="connsiteY315" fmla="*/ 6579086 h 6858000"/>
              <a:gd name="connsiteX316" fmla="*/ 5115009 w 7467600"/>
              <a:gd name="connsiteY316" fmla="*/ 6858000 h 6858000"/>
              <a:gd name="connsiteX317" fmla="*/ 5028074 w 7467600"/>
              <a:gd name="connsiteY317" fmla="*/ 6858000 h 6858000"/>
              <a:gd name="connsiteX318" fmla="*/ 5079508 w 7467600"/>
              <a:gd name="connsiteY318" fmla="*/ 6749074 h 6858000"/>
              <a:gd name="connsiteX319" fmla="*/ 5371846 w 7467600"/>
              <a:gd name="connsiteY319" fmla="*/ 5924413 h 6858000"/>
              <a:gd name="connsiteX320" fmla="*/ 5270512 w 7467600"/>
              <a:gd name="connsiteY320" fmla="*/ 6138975 h 6858000"/>
              <a:gd name="connsiteX321" fmla="*/ 5062409 w 7467600"/>
              <a:gd name="connsiteY321" fmla="*/ 6653544 h 6858000"/>
              <a:gd name="connsiteX322" fmla="*/ 5036628 w 7467600"/>
              <a:gd name="connsiteY322" fmla="*/ 6754247 h 6858000"/>
              <a:gd name="connsiteX323" fmla="*/ 5009112 w 7467600"/>
              <a:gd name="connsiteY323" fmla="*/ 6858000 h 6858000"/>
              <a:gd name="connsiteX324" fmla="*/ 4976679 w 7467600"/>
              <a:gd name="connsiteY324" fmla="*/ 6858000 h 6858000"/>
              <a:gd name="connsiteX325" fmla="*/ 5006537 w 7467600"/>
              <a:gd name="connsiteY325" fmla="*/ 6747068 h 6858000"/>
              <a:gd name="connsiteX326" fmla="*/ 5032723 w 7467600"/>
              <a:gd name="connsiteY326" fmla="*/ 6644957 h 6858000"/>
              <a:gd name="connsiteX327" fmla="*/ 5242949 w 7467600"/>
              <a:gd name="connsiteY327" fmla="*/ 6125175 h 6858000"/>
              <a:gd name="connsiteX328" fmla="*/ 5286321 w 7467600"/>
              <a:gd name="connsiteY328" fmla="*/ 6033555 h 6858000"/>
              <a:gd name="connsiteX329" fmla="*/ 5008210 w 7467600"/>
              <a:gd name="connsiteY329" fmla="*/ 6649194 h 6858000"/>
              <a:gd name="connsiteX330" fmla="*/ 4986321 w 7467600"/>
              <a:gd name="connsiteY330" fmla="*/ 6765687 h 6858000"/>
              <a:gd name="connsiteX331" fmla="*/ 4973474 w 7467600"/>
              <a:gd name="connsiteY331" fmla="*/ 6858000 h 6858000"/>
              <a:gd name="connsiteX332" fmla="*/ 4907178 w 7467600"/>
              <a:gd name="connsiteY332" fmla="*/ 6858000 h 6858000"/>
              <a:gd name="connsiteX333" fmla="*/ 4910810 w 7467600"/>
              <a:gd name="connsiteY333" fmla="*/ 6829660 h 6858000"/>
              <a:gd name="connsiteX334" fmla="*/ 4987461 w 7467600"/>
              <a:gd name="connsiteY334" fmla="*/ 6432994 h 6858000"/>
              <a:gd name="connsiteX335" fmla="*/ 5179262 w 7467600"/>
              <a:gd name="connsiteY335" fmla="*/ 6035044 h 6858000"/>
              <a:gd name="connsiteX336" fmla="*/ 4689678 w 7467600"/>
              <a:gd name="connsiteY336" fmla="*/ 6440241 h 6858000"/>
              <a:gd name="connsiteX337" fmla="*/ 4477543 w 7467600"/>
              <a:gd name="connsiteY337" fmla="*/ 6674836 h 6858000"/>
              <a:gd name="connsiteX338" fmla="*/ 4329957 w 7467600"/>
              <a:gd name="connsiteY338" fmla="*/ 6858000 h 6858000"/>
              <a:gd name="connsiteX339" fmla="*/ 4218595 w 7467600"/>
              <a:gd name="connsiteY339" fmla="*/ 6858000 h 6858000"/>
              <a:gd name="connsiteX340" fmla="*/ 4368888 w 7467600"/>
              <a:gd name="connsiteY340" fmla="*/ 6668412 h 6858000"/>
              <a:gd name="connsiteX341" fmla="*/ 4563091 w 7467600"/>
              <a:gd name="connsiteY341" fmla="*/ 6442508 h 6858000"/>
              <a:gd name="connsiteX342" fmla="*/ 5387324 w 7467600"/>
              <a:gd name="connsiteY342" fmla="*/ 5705830 h 6858000"/>
              <a:gd name="connsiteX343" fmla="*/ 5073620 w 7467600"/>
              <a:gd name="connsiteY343" fmla="*/ 5955437 h 6858000"/>
              <a:gd name="connsiteX344" fmla="*/ 4689789 w 7467600"/>
              <a:gd name="connsiteY344" fmla="*/ 6268382 h 6858000"/>
              <a:gd name="connsiteX345" fmla="*/ 4418722 w 7467600"/>
              <a:gd name="connsiteY345" fmla="*/ 6570886 h 6858000"/>
              <a:gd name="connsiteX346" fmla="*/ 4214944 w 7467600"/>
              <a:gd name="connsiteY346" fmla="*/ 6858000 h 6858000"/>
              <a:gd name="connsiteX347" fmla="*/ 4177898 w 7467600"/>
              <a:gd name="connsiteY347" fmla="*/ 6858000 h 6858000"/>
              <a:gd name="connsiteX348" fmla="*/ 4391597 w 7467600"/>
              <a:gd name="connsiteY348" fmla="*/ 6556370 h 6858000"/>
              <a:gd name="connsiteX349" fmla="*/ 4668889 w 7467600"/>
              <a:gd name="connsiteY349" fmla="*/ 6246399 h 6858000"/>
              <a:gd name="connsiteX350" fmla="*/ 5055427 w 7467600"/>
              <a:gd name="connsiteY350" fmla="*/ 5931476 h 6858000"/>
              <a:gd name="connsiteX351" fmla="*/ 5371814 w 7467600"/>
              <a:gd name="connsiteY351" fmla="*/ 5678975 h 6858000"/>
              <a:gd name="connsiteX352" fmla="*/ 4987918 w 7467600"/>
              <a:gd name="connsiteY352" fmla="*/ 5838701 h 6858000"/>
              <a:gd name="connsiteX353" fmla="*/ 4317146 w 7467600"/>
              <a:gd name="connsiteY353" fmla="*/ 6587716 h 6858000"/>
              <a:gd name="connsiteX354" fmla="*/ 4171627 w 7467600"/>
              <a:gd name="connsiteY354" fmla="*/ 6858000 h 6858000"/>
              <a:gd name="connsiteX355" fmla="*/ 4081585 w 7467600"/>
              <a:gd name="connsiteY355" fmla="*/ 6858000 h 6858000"/>
              <a:gd name="connsiteX356" fmla="*/ 4238603 w 7467600"/>
              <a:gd name="connsiteY356" fmla="*/ 6559341 h 6858000"/>
              <a:gd name="connsiteX357" fmla="*/ 4778333 w 7467600"/>
              <a:gd name="connsiteY357" fmla="*/ 5873626 h 6858000"/>
              <a:gd name="connsiteX358" fmla="*/ 5414185 w 7467600"/>
              <a:gd name="connsiteY358" fmla="*/ 5573882 h 6858000"/>
              <a:gd name="connsiteX359" fmla="*/ 5959648 w 7467600"/>
              <a:gd name="connsiteY359" fmla="*/ 4760797 h 6858000"/>
              <a:gd name="connsiteX360" fmla="*/ 5355019 w 7467600"/>
              <a:gd name="connsiteY360" fmla="*/ 4734672 h 6858000"/>
              <a:gd name="connsiteX361" fmla="*/ 5083565 w 7467600"/>
              <a:gd name="connsiteY361" fmla="*/ 5179121 h 6858000"/>
              <a:gd name="connsiteX362" fmla="*/ 4713577 w 7467600"/>
              <a:gd name="connsiteY362" fmla="*/ 5616803 h 6858000"/>
              <a:gd name="connsiteX363" fmla="*/ 3989559 w 7467600"/>
              <a:gd name="connsiteY363" fmla="*/ 6145945 h 6858000"/>
              <a:gd name="connsiteX364" fmla="*/ 3939824 w 7467600"/>
              <a:gd name="connsiteY364" fmla="*/ 6066900 h 6858000"/>
              <a:gd name="connsiteX365" fmla="*/ 4584537 w 7467600"/>
              <a:gd name="connsiteY365" fmla="*/ 5324826 h 6858000"/>
              <a:gd name="connsiteX366" fmla="*/ 5037105 w 7467600"/>
              <a:gd name="connsiteY366" fmla="*/ 5088765 h 6858000"/>
              <a:gd name="connsiteX367" fmla="*/ 5039930 w 7467600"/>
              <a:gd name="connsiteY367" fmla="*/ 5089585 h 6858000"/>
              <a:gd name="connsiteX368" fmla="*/ 5263764 w 7467600"/>
              <a:gd name="connsiteY368" fmla="*/ 4735525 h 6858000"/>
              <a:gd name="connsiteX369" fmla="*/ 4086300 w 7467600"/>
              <a:gd name="connsiteY369" fmla="*/ 4884599 h 6858000"/>
              <a:gd name="connsiteX370" fmla="*/ 4085485 w 7467600"/>
              <a:gd name="connsiteY370" fmla="*/ 4899070 h 6858000"/>
              <a:gd name="connsiteX371" fmla="*/ 3871915 w 7467600"/>
              <a:gd name="connsiteY371" fmla="*/ 5253645 h 6858000"/>
              <a:gd name="connsiteX372" fmla="*/ 3799374 w 7467600"/>
              <a:gd name="connsiteY372" fmla="*/ 5466127 h 6858000"/>
              <a:gd name="connsiteX373" fmla="*/ 3498850 w 7467600"/>
              <a:gd name="connsiteY373" fmla="*/ 6661888 h 6858000"/>
              <a:gd name="connsiteX374" fmla="*/ 3399216 w 7467600"/>
              <a:gd name="connsiteY374" fmla="*/ 6858000 h 6858000"/>
              <a:gd name="connsiteX375" fmla="*/ 3303688 w 7467600"/>
              <a:gd name="connsiteY375" fmla="*/ 6858000 h 6858000"/>
              <a:gd name="connsiteX376" fmla="*/ 3391774 w 7467600"/>
              <a:gd name="connsiteY376" fmla="*/ 6697181 h 6858000"/>
              <a:gd name="connsiteX377" fmla="*/ 3735540 w 7467600"/>
              <a:gd name="connsiteY377" fmla="*/ 5546923 h 6858000"/>
              <a:gd name="connsiteX378" fmla="*/ 3729438 w 7467600"/>
              <a:gd name="connsiteY378" fmla="*/ 5569058 h 6858000"/>
              <a:gd name="connsiteX379" fmla="*/ 3707782 w 7467600"/>
              <a:gd name="connsiteY379" fmla="*/ 5644908 h 6858000"/>
              <a:gd name="connsiteX380" fmla="*/ 3583827 w 7467600"/>
              <a:gd name="connsiteY380" fmla="*/ 6039215 h 6858000"/>
              <a:gd name="connsiteX381" fmla="*/ 3547861 w 7467600"/>
              <a:gd name="connsiteY381" fmla="*/ 6129609 h 6858000"/>
              <a:gd name="connsiteX382" fmla="*/ 3490905 w 7467600"/>
              <a:gd name="connsiteY382" fmla="*/ 6277660 h 6858000"/>
              <a:gd name="connsiteX383" fmla="*/ 3455859 w 7467600"/>
              <a:gd name="connsiteY383" fmla="*/ 6391301 h 6858000"/>
              <a:gd name="connsiteX384" fmla="*/ 3429112 w 7467600"/>
              <a:gd name="connsiteY384" fmla="*/ 6479469 h 6858000"/>
              <a:gd name="connsiteX385" fmla="*/ 3304862 w 7467600"/>
              <a:gd name="connsiteY385" fmla="*/ 6796476 h 6858000"/>
              <a:gd name="connsiteX386" fmla="*/ 3276071 w 7467600"/>
              <a:gd name="connsiteY386" fmla="*/ 6858000 h 6858000"/>
              <a:gd name="connsiteX387" fmla="*/ 3240805 w 7467600"/>
              <a:gd name="connsiteY387" fmla="*/ 6858000 h 6858000"/>
              <a:gd name="connsiteX388" fmla="*/ 3275917 w 7467600"/>
              <a:gd name="connsiteY388" fmla="*/ 6783192 h 6858000"/>
              <a:gd name="connsiteX389" fmla="*/ 3399358 w 7467600"/>
              <a:gd name="connsiteY389" fmla="*/ 6469011 h 6858000"/>
              <a:gd name="connsiteX390" fmla="*/ 3425650 w 7467600"/>
              <a:gd name="connsiteY390" fmla="*/ 6381333 h 6858000"/>
              <a:gd name="connsiteX391" fmla="*/ 3460661 w 7467600"/>
              <a:gd name="connsiteY391" fmla="*/ 6266763 h 6858000"/>
              <a:gd name="connsiteX392" fmla="*/ 3518021 w 7467600"/>
              <a:gd name="connsiteY392" fmla="*/ 6117298 h 6858000"/>
              <a:gd name="connsiteX393" fmla="*/ 3554035 w 7467600"/>
              <a:gd name="connsiteY393" fmla="*/ 6027832 h 6858000"/>
              <a:gd name="connsiteX394" fmla="*/ 3677174 w 7467600"/>
              <a:gd name="connsiteY394" fmla="*/ 5636351 h 6858000"/>
              <a:gd name="connsiteX395" fmla="*/ 3698819 w 7467600"/>
              <a:gd name="connsiteY395" fmla="*/ 5560503 h 6858000"/>
              <a:gd name="connsiteX396" fmla="*/ 3702094 w 7467600"/>
              <a:gd name="connsiteY396" fmla="*/ 5549194 h 6858000"/>
              <a:gd name="connsiteX397" fmla="*/ 3398355 w 7467600"/>
              <a:gd name="connsiteY397" fmla="*/ 6094603 h 6858000"/>
              <a:gd name="connsiteX398" fmla="*/ 3193941 w 7467600"/>
              <a:gd name="connsiteY398" fmla="*/ 6798775 h 6858000"/>
              <a:gd name="connsiteX399" fmla="*/ 3184140 w 7467600"/>
              <a:gd name="connsiteY399" fmla="*/ 6858000 h 6858000"/>
              <a:gd name="connsiteX400" fmla="*/ 3099978 w 7467600"/>
              <a:gd name="connsiteY400" fmla="*/ 6858000 h 6858000"/>
              <a:gd name="connsiteX401" fmla="*/ 3101556 w 7467600"/>
              <a:gd name="connsiteY401" fmla="*/ 6843337 h 6858000"/>
              <a:gd name="connsiteX402" fmla="*/ 3370162 w 7467600"/>
              <a:gd name="connsiteY402" fmla="*/ 5785550 h 6858000"/>
              <a:gd name="connsiteX403" fmla="*/ 3746477 w 7467600"/>
              <a:gd name="connsiteY403" fmla="*/ 5377889 h 6858000"/>
              <a:gd name="connsiteX404" fmla="*/ 3863399 w 7467600"/>
              <a:gd name="connsiteY404" fmla="*/ 5087257 h 6858000"/>
              <a:gd name="connsiteX405" fmla="*/ 3968712 w 7467600"/>
              <a:gd name="connsiteY405" fmla="*/ 4913989 h 6858000"/>
              <a:gd name="connsiteX406" fmla="*/ 2792390 w 7467600"/>
              <a:gd name="connsiteY406" fmla="*/ 5382974 h 6858000"/>
              <a:gd name="connsiteX407" fmla="*/ 2714982 w 7467600"/>
              <a:gd name="connsiteY407" fmla="*/ 5427051 h 6858000"/>
              <a:gd name="connsiteX408" fmla="*/ 2813361 w 7467600"/>
              <a:gd name="connsiteY408" fmla="*/ 6023912 h 6858000"/>
              <a:gd name="connsiteX409" fmla="*/ 2688430 w 7467600"/>
              <a:gd name="connsiteY409" fmla="*/ 6801564 h 6858000"/>
              <a:gd name="connsiteX410" fmla="*/ 2629626 w 7467600"/>
              <a:gd name="connsiteY410" fmla="*/ 6763394 h 6858000"/>
              <a:gd name="connsiteX411" fmla="*/ 2565328 w 7467600"/>
              <a:gd name="connsiteY411" fmla="*/ 5516399 h 6858000"/>
              <a:gd name="connsiteX412" fmla="*/ 1922999 w 7467600"/>
              <a:gd name="connsiteY412" fmla="*/ 5980343 h 6858000"/>
              <a:gd name="connsiteX413" fmla="*/ 1950261 w 7467600"/>
              <a:gd name="connsiteY413" fmla="*/ 6405858 h 6858000"/>
              <a:gd name="connsiteX414" fmla="*/ 2365554 w 7467600"/>
              <a:gd name="connsiteY414" fmla="*/ 6759107 h 6858000"/>
              <a:gd name="connsiteX415" fmla="*/ 2424142 w 7467600"/>
              <a:gd name="connsiteY415" fmla="*/ 6858000 h 6858000"/>
              <a:gd name="connsiteX416" fmla="*/ 2395994 w 7467600"/>
              <a:gd name="connsiteY416" fmla="*/ 6858000 h 6858000"/>
              <a:gd name="connsiteX417" fmla="*/ 2392863 w 7467600"/>
              <a:gd name="connsiteY417" fmla="*/ 6852964 h 6858000"/>
              <a:gd name="connsiteX418" fmla="*/ 2017589 w 7467600"/>
              <a:gd name="connsiteY418" fmla="*/ 6493982 h 6858000"/>
              <a:gd name="connsiteX419" fmla="*/ 2147336 w 7467600"/>
              <a:gd name="connsiteY419" fmla="*/ 6594052 h 6858000"/>
              <a:gd name="connsiteX420" fmla="*/ 2207047 w 7467600"/>
              <a:gd name="connsiteY420" fmla="*/ 6654540 h 6858000"/>
              <a:gd name="connsiteX421" fmla="*/ 2299106 w 7467600"/>
              <a:gd name="connsiteY421" fmla="*/ 6778931 h 6858000"/>
              <a:gd name="connsiteX422" fmla="*/ 2314430 w 7467600"/>
              <a:gd name="connsiteY422" fmla="*/ 6801144 h 6858000"/>
              <a:gd name="connsiteX423" fmla="*/ 2352406 w 7467600"/>
              <a:gd name="connsiteY423" fmla="*/ 6858000 h 6858000"/>
              <a:gd name="connsiteX424" fmla="*/ 2314492 w 7467600"/>
              <a:gd name="connsiteY424" fmla="*/ 6858000 h 6858000"/>
              <a:gd name="connsiteX425" fmla="*/ 2288095 w 7467600"/>
              <a:gd name="connsiteY425" fmla="*/ 6818030 h 6858000"/>
              <a:gd name="connsiteX426" fmla="*/ 2272768 w 7467600"/>
              <a:gd name="connsiteY426" fmla="*/ 6795822 h 6858000"/>
              <a:gd name="connsiteX427" fmla="*/ 2182715 w 7467600"/>
              <a:gd name="connsiteY427" fmla="*/ 6675071 h 6858000"/>
              <a:gd name="connsiteX428" fmla="*/ 2032061 w 7467600"/>
              <a:gd name="connsiteY428" fmla="*/ 6541380 h 6858000"/>
              <a:gd name="connsiteX429" fmla="*/ 2257220 w 7467600"/>
              <a:gd name="connsiteY429" fmla="*/ 6826257 h 6858000"/>
              <a:gd name="connsiteX430" fmla="*/ 2281324 w 7467600"/>
              <a:gd name="connsiteY430" fmla="*/ 6858000 h 6858000"/>
              <a:gd name="connsiteX431" fmla="*/ 2242860 w 7467600"/>
              <a:gd name="connsiteY431" fmla="*/ 6858000 h 6858000"/>
              <a:gd name="connsiteX432" fmla="*/ 2232818 w 7467600"/>
              <a:gd name="connsiteY432" fmla="*/ 6844926 h 6858000"/>
              <a:gd name="connsiteX433" fmla="*/ 1990172 w 7467600"/>
              <a:gd name="connsiteY433" fmla="*/ 6542121 h 6858000"/>
              <a:gd name="connsiteX434" fmla="*/ 2124090 w 7467600"/>
              <a:gd name="connsiteY434" fmla="*/ 6761017 h 6858000"/>
              <a:gd name="connsiteX435" fmla="*/ 2200380 w 7467600"/>
              <a:gd name="connsiteY435" fmla="*/ 6858000 h 6858000"/>
              <a:gd name="connsiteX436" fmla="*/ 2147507 w 7467600"/>
              <a:gd name="connsiteY436" fmla="*/ 6858000 h 6858000"/>
              <a:gd name="connsiteX437" fmla="*/ 2070668 w 7467600"/>
              <a:gd name="connsiteY437" fmla="*/ 6761520 h 6858000"/>
              <a:gd name="connsiteX438" fmla="*/ 1975142 w 7467600"/>
              <a:gd name="connsiteY438" fmla="*/ 6585570 h 6858000"/>
              <a:gd name="connsiteX439" fmla="*/ 2050035 w 7467600"/>
              <a:gd name="connsiteY439" fmla="*/ 6813345 h 6858000"/>
              <a:gd name="connsiteX440" fmla="*/ 2063025 w 7467600"/>
              <a:gd name="connsiteY440" fmla="*/ 6858000 h 6858000"/>
              <a:gd name="connsiteX441" fmla="*/ 2021675 w 7467600"/>
              <a:gd name="connsiteY441" fmla="*/ 6858000 h 6858000"/>
              <a:gd name="connsiteX442" fmla="*/ 2019308 w 7467600"/>
              <a:gd name="connsiteY442" fmla="*/ 6847118 h 6858000"/>
              <a:gd name="connsiteX443" fmla="*/ 1938835 w 7467600"/>
              <a:gd name="connsiteY443" fmla="*/ 6551160 h 6858000"/>
              <a:gd name="connsiteX444" fmla="*/ 1953230 w 7467600"/>
              <a:gd name="connsiteY444" fmla="*/ 6759699 h 6858000"/>
              <a:gd name="connsiteX445" fmla="*/ 1956763 w 7467600"/>
              <a:gd name="connsiteY445" fmla="*/ 6778191 h 6858000"/>
              <a:gd name="connsiteX446" fmla="*/ 1967925 w 7467600"/>
              <a:gd name="connsiteY446" fmla="*/ 6858000 h 6858000"/>
              <a:gd name="connsiteX447" fmla="*/ 1936622 w 7467600"/>
              <a:gd name="connsiteY447" fmla="*/ 6858000 h 6858000"/>
              <a:gd name="connsiteX448" fmla="*/ 1926261 w 7467600"/>
              <a:gd name="connsiteY448" fmla="*/ 6784064 h 6858000"/>
              <a:gd name="connsiteX449" fmla="*/ 1922724 w 7467600"/>
              <a:gd name="connsiteY449" fmla="*/ 6765577 h 6858000"/>
              <a:gd name="connsiteX450" fmla="*/ 1904650 w 7467600"/>
              <a:gd name="connsiteY450" fmla="*/ 6639616 h 6858000"/>
              <a:gd name="connsiteX451" fmla="*/ 1885273 w 7467600"/>
              <a:gd name="connsiteY451" fmla="*/ 6858000 h 6858000"/>
              <a:gd name="connsiteX452" fmla="*/ 1854363 w 7467600"/>
              <a:gd name="connsiteY452" fmla="*/ 6858000 h 6858000"/>
              <a:gd name="connsiteX453" fmla="*/ 1880391 w 7467600"/>
              <a:gd name="connsiteY453" fmla="*/ 6603796 h 6858000"/>
              <a:gd name="connsiteX454" fmla="*/ 1818273 w 7467600"/>
              <a:gd name="connsiteY454" fmla="*/ 6715729 h 6858000"/>
              <a:gd name="connsiteX455" fmla="*/ 1794691 w 7467600"/>
              <a:gd name="connsiteY455" fmla="*/ 6843239 h 6858000"/>
              <a:gd name="connsiteX456" fmla="*/ 1794914 w 7467600"/>
              <a:gd name="connsiteY456" fmla="*/ 6858000 h 6858000"/>
              <a:gd name="connsiteX457" fmla="*/ 1746128 w 7467600"/>
              <a:gd name="connsiteY457" fmla="*/ 6858000 h 6858000"/>
              <a:gd name="connsiteX458" fmla="*/ 1753934 w 7467600"/>
              <a:gd name="connsiteY458" fmla="*/ 6724796 h 6858000"/>
              <a:gd name="connsiteX459" fmla="*/ 1792053 w 7467600"/>
              <a:gd name="connsiteY459" fmla="*/ 6572396 h 6858000"/>
              <a:gd name="connsiteX460" fmla="*/ 1862248 w 7467600"/>
              <a:gd name="connsiteY460" fmla="*/ 6266397 h 6858000"/>
              <a:gd name="connsiteX461" fmla="*/ 1862250 w 7467600"/>
              <a:gd name="connsiteY461" fmla="*/ 6033531 h 6858000"/>
              <a:gd name="connsiteX462" fmla="*/ 1211999 w 7467600"/>
              <a:gd name="connsiteY462" fmla="*/ 6683610 h 6858000"/>
              <a:gd name="connsiteX463" fmla="*/ 1213266 w 7467600"/>
              <a:gd name="connsiteY463" fmla="*/ 6691947 h 6858000"/>
              <a:gd name="connsiteX464" fmla="*/ 1203370 w 7467600"/>
              <a:gd name="connsiteY464" fmla="*/ 6850676 h 6858000"/>
              <a:gd name="connsiteX465" fmla="*/ 1203671 w 7467600"/>
              <a:gd name="connsiteY465" fmla="*/ 6858000 h 6858000"/>
              <a:gd name="connsiteX466" fmla="*/ 1143180 w 7467600"/>
              <a:gd name="connsiteY466" fmla="*/ 6858000 h 6858000"/>
              <a:gd name="connsiteX467" fmla="*/ 1142176 w 7467600"/>
              <a:gd name="connsiteY467" fmla="*/ 6766045 h 6858000"/>
              <a:gd name="connsiteX468" fmla="*/ 1067484 w 7467600"/>
              <a:gd name="connsiteY468" fmla="*/ 6858000 h 6858000"/>
              <a:gd name="connsiteX469" fmla="*/ 953928 w 7467600"/>
              <a:gd name="connsiteY469" fmla="*/ 6858000 h 6858000"/>
              <a:gd name="connsiteX470" fmla="*/ 959715 w 7467600"/>
              <a:gd name="connsiteY470" fmla="*/ 6850185 h 6858000"/>
              <a:gd name="connsiteX471" fmla="*/ 1483788 w 7467600"/>
              <a:gd name="connsiteY471" fmla="*/ 6259174 h 6858000"/>
              <a:gd name="connsiteX472" fmla="*/ 1100671 w 7467600"/>
              <a:gd name="connsiteY472" fmla="*/ 6252137 h 6858000"/>
              <a:gd name="connsiteX473" fmla="*/ 1090144 w 7467600"/>
              <a:gd name="connsiteY473" fmla="*/ 6256748 h 6858000"/>
              <a:gd name="connsiteX474" fmla="*/ 1095872 w 7467600"/>
              <a:gd name="connsiteY474" fmla="*/ 6271892 h 6858000"/>
              <a:gd name="connsiteX475" fmla="*/ 262785 w 7467600"/>
              <a:gd name="connsiteY475" fmla="*/ 6845450 h 6858000"/>
              <a:gd name="connsiteX476" fmla="*/ 209968 w 7467600"/>
              <a:gd name="connsiteY476" fmla="*/ 6770713 h 6858000"/>
              <a:gd name="connsiteX477" fmla="*/ 873460 w 7467600"/>
              <a:gd name="connsiteY477" fmla="*/ 6253768 h 6858000"/>
              <a:gd name="connsiteX478" fmla="*/ 192686 w 7467600"/>
              <a:gd name="connsiteY478" fmla="*/ 5849257 h 6858000"/>
              <a:gd name="connsiteX479" fmla="*/ 4696 w 7467600"/>
              <a:gd name="connsiteY479" fmla="*/ 5697668 h 6858000"/>
              <a:gd name="connsiteX480" fmla="*/ 0 w 7467600"/>
              <a:gd name="connsiteY480" fmla="*/ 5689984 h 6858000"/>
              <a:gd name="connsiteX481" fmla="*/ 0 w 7467600"/>
              <a:gd name="connsiteY481" fmla="*/ 5513472 h 6858000"/>
              <a:gd name="connsiteX482" fmla="*/ 174101 w 7467600"/>
              <a:gd name="connsiteY482" fmla="*/ 5620277 h 6858000"/>
              <a:gd name="connsiteX483" fmla="*/ 891800 w 7467600"/>
              <a:gd name="connsiteY483" fmla="*/ 6036935 h 6858000"/>
              <a:gd name="connsiteX484" fmla="*/ 1072219 w 7467600"/>
              <a:gd name="connsiteY484" fmla="*/ 6169443 h 6858000"/>
              <a:gd name="connsiteX485" fmla="*/ 1074117 w 7467600"/>
              <a:gd name="connsiteY485" fmla="*/ 6170301 h 6858000"/>
              <a:gd name="connsiteX486" fmla="*/ 1083114 w 7467600"/>
              <a:gd name="connsiteY486" fmla="*/ 6174131 h 6858000"/>
              <a:gd name="connsiteX487" fmla="*/ 1543010 w 7467600"/>
              <a:gd name="connsiteY487" fmla="*/ 6191140 h 6858000"/>
              <a:gd name="connsiteX488" fmla="*/ 1551080 w 7467600"/>
              <a:gd name="connsiteY488" fmla="*/ 6195006 h 6858000"/>
              <a:gd name="connsiteX489" fmla="*/ 2345443 w 7467600"/>
              <a:gd name="connsiteY489" fmla="*/ 5549882 h 6858000"/>
              <a:gd name="connsiteX490" fmla="*/ 1721499 w 7467600"/>
              <a:gd name="connsiteY490" fmla="*/ 5599969 h 6858000"/>
              <a:gd name="connsiteX491" fmla="*/ 767716 w 7467600"/>
              <a:gd name="connsiteY491" fmla="*/ 5472768 h 6858000"/>
              <a:gd name="connsiteX492" fmla="*/ 722147 w 7467600"/>
              <a:gd name="connsiteY492" fmla="*/ 5393091 h 6858000"/>
              <a:gd name="connsiteX493" fmla="*/ 1485552 w 7467600"/>
              <a:gd name="connsiteY493" fmla="*/ 5313202 h 6858000"/>
              <a:gd name="connsiteX494" fmla="*/ 2143004 w 7467600"/>
              <a:gd name="connsiteY494" fmla="*/ 5402420 h 6858000"/>
              <a:gd name="connsiteX495" fmla="*/ 1933391 w 7467600"/>
              <a:gd name="connsiteY495" fmla="*/ 5156971 h 6858000"/>
              <a:gd name="connsiteX496" fmla="*/ 1827118 w 7467600"/>
              <a:gd name="connsiteY496" fmla="*/ 4968410 h 6858000"/>
              <a:gd name="connsiteX497" fmla="*/ 1837349 w 7467600"/>
              <a:gd name="connsiteY497" fmla="*/ 4956357 h 6858000"/>
              <a:gd name="connsiteX498" fmla="*/ 2162835 w 7467600"/>
              <a:gd name="connsiteY498" fmla="*/ 5187853 h 6858000"/>
              <a:gd name="connsiteX499" fmla="*/ 2257167 w 7467600"/>
              <a:gd name="connsiteY499" fmla="*/ 5462123 h 6858000"/>
              <a:gd name="connsiteX500" fmla="*/ 2261598 w 7467600"/>
              <a:gd name="connsiteY500" fmla="*/ 5467998 h 6858000"/>
              <a:gd name="connsiteX501" fmla="*/ 2437177 w 7467600"/>
              <a:gd name="connsiteY501" fmla="*/ 5479608 h 6858000"/>
              <a:gd name="connsiteX502" fmla="*/ 2445247 w 7467600"/>
              <a:gd name="connsiteY502" fmla="*/ 5483476 h 6858000"/>
              <a:gd name="connsiteX503" fmla="*/ 2743626 w 7467600"/>
              <a:gd name="connsiteY503" fmla="*/ 5304819 h 6858000"/>
              <a:gd name="connsiteX504" fmla="*/ 3048102 w 7467600"/>
              <a:gd name="connsiteY504" fmla="*/ 5150595 h 6858000"/>
              <a:gd name="connsiteX505" fmla="*/ 1799414 w 7467600"/>
              <a:gd name="connsiteY505" fmla="*/ 4694732 h 6858000"/>
              <a:gd name="connsiteX506" fmla="*/ 1771735 w 7467600"/>
              <a:gd name="connsiteY506" fmla="*/ 4619929 h 6858000"/>
              <a:gd name="connsiteX507" fmla="*/ 3104273 w 7467600"/>
              <a:gd name="connsiteY507" fmla="*/ 5076159 h 6858000"/>
              <a:gd name="connsiteX508" fmla="*/ 3113245 w 7467600"/>
              <a:gd name="connsiteY508" fmla="*/ 5090705 h 6858000"/>
              <a:gd name="connsiteX509" fmla="*/ 3126294 w 7467600"/>
              <a:gd name="connsiteY509" fmla="*/ 5114400 h 6858000"/>
              <a:gd name="connsiteX510" fmla="*/ 3937433 w 7467600"/>
              <a:gd name="connsiteY510" fmla="*/ 4830473 h 6858000"/>
              <a:gd name="connsiteX511" fmla="*/ 3590475 w 7467600"/>
              <a:gd name="connsiteY511" fmla="*/ 4597974 h 6858000"/>
              <a:gd name="connsiteX512" fmla="*/ 3100264 w 7467600"/>
              <a:gd name="connsiteY512" fmla="*/ 4579845 h 6858000"/>
              <a:gd name="connsiteX513" fmla="*/ 2183576 w 7467600"/>
              <a:gd name="connsiteY513" fmla="*/ 4227150 h 6858000"/>
              <a:gd name="connsiteX514" fmla="*/ 2151029 w 7467600"/>
              <a:gd name="connsiteY514" fmla="*/ 4146947 h 6858000"/>
              <a:gd name="connsiteX515" fmla="*/ 3563434 w 7467600"/>
              <a:gd name="connsiteY515" fmla="*/ 4469115 h 6858000"/>
              <a:gd name="connsiteX516" fmla="*/ 3177952 w 7467600"/>
              <a:gd name="connsiteY516" fmla="*/ 3657386 h 6858000"/>
              <a:gd name="connsiteX517" fmla="*/ 3189263 w 7467600"/>
              <a:gd name="connsiteY517" fmla="*/ 3625726 h 6858000"/>
              <a:gd name="connsiteX518" fmla="*/ 3560912 w 7467600"/>
              <a:gd name="connsiteY518" fmla="*/ 4079863 h 6858000"/>
              <a:gd name="connsiteX519" fmla="*/ 3626636 w 7467600"/>
              <a:gd name="connsiteY519" fmla="*/ 4512230 h 6858000"/>
              <a:gd name="connsiteX520" fmla="*/ 3653088 w 7467600"/>
              <a:gd name="connsiteY520" fmla="*/ 4521417 h 6858000"/>
              <a:gd name="connsiteX521" fmla="*/ 3988128 w 7467600"/>
              <a:gd name="connsiteY521" fmla="*/ 4817267 h 6858000"/>
              <a:gd name="connsiteX522" fmla="*/ 4830582 w 7467600"/>
              <a:gd name="connsiteY522" fmla="*/ 4676000 h 6858000"/>
              <a:gd name="connsiteX523" fmla="*/ 4830100 w 7467600"/>
              <a:gd name="connsiteY523" fmla="*/ 4675554 h 6858000"/>
              <a:gd name="connsiteX524" fmla="*/ 4036318 w 7467600"/>
              <a:gd name="connsiteY524" fmla="*/ 4147013 h 6858000"/>
              <a:gd name="connsiteX525" fmla="*/ 3432098 w 7467600"/>
              <a:gd name="connsiteY525" fmla="*/ 3537312 h 6858000"/>
              <a:gd name="connsiteX526" fmla="*/ 3446761 w 7467600"/>
              <a:gd name="connsiteY526" fmla="*/ 3461278 h 6858000"/>
              <a:gd name="connsiteX527" fmla="*/ 4419733 w 7467600"/>
              <a:gd name="connsiteY527" fmla="*/ 3963555 h 6858000"/>
              <a:gd name="connsiteX528" fmla="*/ 4781371 w 7467600"/>
              <a:gd name="connsiteY528" fmla="*/ 4458604 h 6858000"/>
              <a:gd name="connsiteX529" fmla="*/ 4780440 w 7467600"/>
              <a:gd name="connsiteY529" fmla="*/ 4470290 h 6858000"/>
              <a:gd name="connsiteX530" fmla="*/ 4898954 w 7467600"/>
              <a:gd name="connsiteY530" fmla="*/ 4662092 h 6858000"/>
              <a:gd name="connsiteX531" fmla="*/ 4900699 w 7467600"/>
              <a:gd name="connsiteY531" fmla="*/ 4670867 h 6858000"/>
              <a:gd name="connsiteX532" fmla="*/ 5714511 w 7467600"/>
              <a:gd name="connsiteY532" fmla="*/ 4663483 h 6858000"/>
              <a:gd name="connsiteX533" fmla="*/ 5464793 w 7467600"/>
              <a:gd name="connsiteY533" fmla="*/ 4393556 h 6858000"/>
              <a:gd name="connsiteX534" fmla="*/ 5461897 w 7467600"/>
              <a:gd name="connsiteY534" fmla="*/ 4390879 h 6858000"/>
              <a:gd name="connsiteX535" fmla="*/ 4294126 w 7467600"/>
              <a:gd name="connsiteY535" fmla="*/ 3303048 h 6858000"/>
              <a:gd name="connsiteX536" fmla="*/ 4305321 w 7467600"/>
              <a:gd name="connsiteY536" fmla="*/ 3256953 h 6858000"/>
              <a:gd name="connsiteX537" fmla="*/ 4949299 w 7467600"/>
              <a:gd name="connsiteY537" fmla="*/ 3766336 h 6858000"/>
              <a:gd name="connsiteX538" fmla="*/ 5291452 w 7467600"/>
              <a:gd name="connsiteY538" fmla="*/ 4076801 h 6858000"/>
              <a:gd name="connsiteX539" fmla="*/ 5434998 w 7467600"/>
              <a:gd name="connsiteY539" fmla="*/ 4254100 h 6858000"/>
              <a:gd name="connsiteX540" fmla="*/ 5351015 w 7467600"/>
              <a:gd name="connsiteY540" fmla="*/ 3760989 h 6858000"/>
              <a:gd name="connsiteX541" fmla="*/ 5413780 w 7467600"/>
              <a:gd name="connsiteY541" fmla="*/ 2966265 h 6858000"/>
              <a:gd name="connsiteX542" fmla="*/ 5425627 w 7467600"/>
              <a:gd name="connsiteY542" fmla="*/ 2954192 h 6858000"/>
              <a:gd name="connsiteX543" fmla="*/ 6604735 w 7467600"/>
              <a:gd name="connsiteY543" fmla="*/ 2041381 h 6858000"/>
              <a:gd name="connsiteX544" fmla="*/ 7204487 w 7467600"/>
              <a:gd name="connsiteY544" fmla="*/ 2742112 h 6858000"/>
              <a:gd name="connsiteX545" fmla="*/ 7131592 w 7467600"/>
              <a:gd name="connsiteY545" fmla="*/ 2672096 h 6858000"/>
              <a:gd name="connsiteX546" fmla="*/ 6996344 w 7467600"/>
              <a:gd name="connsiteY546" fmla="*/ 2518310 h 6858000"/>
              <a:gd name="connsiteX547" fmla="*/ 6735495 w 7467600"/>
              <a:gd name="connsiteY547" fmla="*/ 2196890 h 6858000"/>
              <a:gd name="connsiteX548" fmla="*/ 6721901 w 7467600"/>
              <a:gd name="connsiteY548" fmla="*/ 2179274 h 6858000"/>
              <a:gd name="connsiteX549" fmla="*/ 6604735 w 7467600"/>
              <a:gd name="connsiteY549" fmla="*/ 2041381 h 6858000"/>
              <a:gd name="connsiteX550" fmla="*/ 6591670 w 7467600"/>
              <a:gd name="connsiteY550" fmla="*/ 1988277 h 6858000"/>
              <a:gd name="connsiteX551" fmla="*/ 6747349 w 7467600"/>
              <a:gd name="connsiteY551" fmla="*/ 2160069 h 6858000"/>
              <a:gd name="connsiteX552" fmla="*/ 6760943 w 7467600"/>
              <a:gd name="connsiteY552" fmla="*/ 2177686 h 6858000"/>
              <a:gd name="connsiteX553" fmla="*/ 7021065 w 7467600"/>
              <a:gd name="connsiteY553" fmla="*/ 2498102 h 6858000"/>
              <a:gd name="connsiteX554" fmla="*/ 7155223 w 7467600"/>
              <a:gd name="connsiteY554" fmla="*/ 2650386 h 6858000"/>
              <a:gd name="connsiteX555" fmla="*/ 7203167 w 7467600"/>
              <a:gd name="connsiteY555" fmla="*/ 2697288 h 6858000"/>
              <a:gd name="connsiteX556" fmla="*/ 6937703 w 7467600"/>
              <a:gd name="connsiteY556" fmla="*/ 2321981 h 6858000"/>
              <a:gd name="connsiteX557" fmla="*/ 6591670 w 7467600"/>
              <a:gd name="connsiteY557" fmla="*/ 1988277 h 6858000"/>
              <a:gd name="connsiteX558" fmla="*/ 5798671 w 7467600"/>
              <a:gd name="connsiteY558" fmla="*/ 1981601 h 6858000"/>
              <a:gd name="connsiteX559" fmla="*/ 5754709 w 7467600"/>
              <a:gd name="connsiteY559" fmla="*/ 2071454 h 6858000"/>
              <a:gd name="connsiteX560" fmla="*/ 5763044 w 7467600"/>
              <a:gd name="connsiteY560" fmla="*/ 2842206 h 6858000"/>
              <a:gd name="connsiteX561" fmla="*/ 5764974 w 7467600"/>
              <a:gd name="connsiteY561" fmla="*/ 2799609 h 6858000"/>
              <a:gd name="connsiteX562" fmla="*/ 5767665 w 7467600"/>
              <a:gd name="connsiteY562" fmla="*/ 2666409 h 6858000"/>
              <a:gd name="connsiteX563" fmla="*/ 5763055 w 7467600"/>
              <a:gd name="connsiteY563" fmla="*/ 2579705 h 6858000"/>
              <a:gd name="connsiteX564" fmla="*/ 5758079 w 7467600"/>
              <a:gd name="connsiteY564" fmla="*/ 2492508 h 6858000"/>
              <a:gd name="connsiteX565" fmla="*/ 5779325 w 7467600"/>
              <a:gd name="connsiteY565" fmla="*/ 2197069 h 6858000"/>
              <a:gd name="connsiteX566" fmla="*/ 5798671 w 7467600"/>
              <a:gd name="connsiteY566" fmla="*/ 1981601 h 6858000"/>
              <a:gd name="connsiteX567" fmla="*/ 5829202 w 7467600"/>
              <a:gd name="connsiteY567" fmla="*/ 1971679 h 6858000"/>
              <a:gd name="connsiteX568" fmla="*/ 5809558 w 7467600"/>
              <a:gd name="connsiteY568" fmla="*/ 2198043 h 6858000"/>
              <a:gd name="connsiteX569" fmla="*/ 5788653 w 7467600"/>
              <a:gd name="connsiteY569" fmla="*/ 2489430 h 6858000"/>
              <a:gd name="connsiteX570" fmla="*/ 5793439 w 7467600"/>
              <a:gd name="connsiteY570" fmla="*/ 2575235 h 6858000"/>
              <a:gd name="connsiteX571" fmla="*/ 5796837 w 7467600"/>
              <a:gd name="connsiteY571" fmla="*/ 2637633 h 6858000"/>
              <a:gd name="connsiteX572" fmla="*/ 5818614 w 7467600"/>
              <a:gd name="connsiteY572" fmla="*/ 2473055 h 6858000"/>
              <a:gd name="connsiteX573" fmla="*/ 5829202 w 7467600"/>
              <a:gd name="connsiteY573" fmla="*/ 1971679 h 6858000"/>
              <a:gd name="connsiteX574" fmla="*/ 5911389 w 7467600"/>
              <a:gd name="connsiteY574" fmla="*/ 1898371 h 6858000"/>
              <a:gd name="connsiteX575" fmla="*/ 6237627 w 7467600"/>
              <a:gd name="connsiteY575" fmla="*/ 2231921 h 6858000"/>
              <a:gd name="connsiteX576" fmla="*/ 5911389 w 7467600"/>
              <a:gd name="connsiteY576" fmla="*/ 1898371 h 6858000"/>
              <a:gd name="connsiteX577" fmla="*/ 6944437 w 7467600"/>
              <a:gd name="connsiteY577" fmla="*/ 1575402 h 6858000"/>
              <a:gd name="connsiteX578" fmla="*/ 6304730 w 7467600"/>
              <a:gd name="connsiteY578" fmla="*/ 1766654 h 6858000"/>
              <a:gd name="connsiteX579" fmla="*/ 6944437 w 7467600"/>
              <a:gd name="connsiteY579" fmla="*/ 1575402 h 6858000"/>
              <a:gd name="connsiteX580" fmla="*/ 7019523 w 7467600"/>
              <a:gd name="connsiteY580" fmla="*/ 1519450 h 6858000"/>
              <a:gd name="connsiteX581" fmla="*/ 6298091 w 7467600"/>
              <a:gd name="connsiteY581" fmla="*/ 1737122 h 6858000"/>
              <a:gd name="connsiteX582" fmla="*/ 7019523 w 7467600"/>
              <a:gd name="connsiteY582" fmla="*/ 1519450 h 6858000"/>
              <a:gd name="connsiteX583" fmla="*/ 2399523 w 7467600"/>
              <a:gd name="connsiteY583" fmla="*/ 1428234 h 6858000"/>
              <a:gd name="connsiteX584" fmla="*/ 2224982 w 7467600"/>
              <a:gd name="connsiteY584" fmla="*/ 1826201 h 6858000"/>
              <a:gd name="connsiteX585" fmla="*/ 2096099 w 7467600"/>
              <a:gd name="connsiteY585" fmla="*/ 2345900 h 6858000"/>
              <a:gd name="connsiteX586" fmla="*/ 2283317 w 7467600"/>
              <a:gd name="connsiteY586" fmla="*/ 1796925 h 6858000"/>
              <a:gd name="connsiteX587" fmla="*/ 2399523 w 7467600"/>
              <a:gd name="connsiteY587" fmla="*/ 1428234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278707 w 7467600"/>
              <a:gd name="connsiteY597" fmla="*/ 1352270 h 6858000"/>
              <a:gd name="connsiteX598" fmla="*/ 1423821 w 7467600"/>
              <a:gd name="connsiteY598" fmla="*/ 1351958 h 6858000"/>
              <a:gd name="connsiteX599" fmla="*/ 1638521 w 7467600"/>
              <a:gd name="connsiteY599" fmla="*/ 1908470 h 6858000"/>
              <a:gd name="connsiteX600" fmla="*/ 1754199 w 7467600"/>
              <a:gd name="connsiteY600" fmla="*/ 2149284 h 6858000"/>
              <a:gd name="connsiteX601" fmla="*/ 1908359 w 7467600"/>
              <a:gd name="connsiteY601" fmla="*/ 2364988 h 6858000"/>
              <a:gd name="connsiteX602" fmla="*/ 1647661 w 7467600"/>
              <a:gd name="connsiteY602" fmla="*/ 1825945 h 6858000"/>
              <a:gd name="connsiteX603" fmla="*/ 1423821 w 7467600"/>
              <a:gd name="connsiteY603" fmla="*/ 1351958 h 6858000"/>
              <a:gd name="connsiteX604" fmla="*/ 1431890 w 7467600"/>
              <a:gd name="connsiteY604" fmla="*/ 1306475 h 6858000"/>
              <a:gd name="connsiteX605" fmla="*/ 1507597 w 7467600"/>
              <a:gd name="connsiteY605" fmla="*/ 1446132 h 6858000"/>
              <a:gd name="connsiteX606" fmla="*/ 1674586 w 7467600"/>
              <a:gd name="connsiteY606" fmla="*/ 1813832 h 6858000"/>
              <a:gd name="connsiteX607" fmla="*/ 1815950 w 7467600"/>
              <a:gd name="connsiteY607" fmla="*/ 2128564 h 6858000"/>
              <a:gd name="connsiteX608" fmla="*/ 1984242 w 7467600"/>
              <a:gd name="connsiteY608" fmla="*/ 2430829 h 6858000"/>
              <a:gd name="connsiteX609" fmla="*/ 2014023 w 7467600"/>
              <a:gd name="connsiteY609" fmla="*/ 2450995 h 6858000"/>
              <a:gd name="connsiteX610" fmla="*/ 1747337 w 7467600"/>
              <a:gd name="connsiteY610" fmla="*/ 1855264 h 6858000"/>
              <a:gd name="connsiteX611" fmla="*/ 1533749 w 7467600"/>
              <a:gd name="connsiteY611" fmla="*/ 1478656 h 6858000"/>
              <a:gd name="connsiteX612" fmla="*/ 1431890 w 7467600"/>
              <a:gd name="connsiteY612" fmla="*/ 1306475 h 6858000"/>
              <a:gd name="connsiteX613" fmla="*/ 5052692 w 7467600"/>
              <a:gd name="connsiteY613" fmla="*/ 1292994 h 6858000"/>
              <a:gd name="connsiteX614" fmla="*/ 5200661 w 7467600"/>
              <a:gd name="connsiteY614" fmla="*/ 1635186 h 6858000"/>
              <a:gd name="connsiteX615" fmla="*/ 5297138 w 7467600"/>
              <a:gd name="connsiteY615" fmla="*/ 1906351 h 6858000"/>
              <a:gd name="connsiteX616" fmla="*/ 5052692 w 7467600"/>
              <a:gd name="connsiteY616" fmla="*/ 1292994 h 6858000"/>
              <a:gd name="connsiteX617" fmla="*/ 5009948 w 7467600"/>
              <a:gd name="connsiteY617" fmla="*/ 1273619 h 6858000"/>
              <a:gd name="connsiteX618" fmla="*/ 5121777 w 7467600"/>
              <a:gd name="connsiteY618" fmla="*/ 1654213 h 6858000"/>
              <a:gd name="connsiteX619" fmla="*/ 5293545 w 7467600"/>
              <a:gd name="connsiteY619" fmla="*/ 2072247 h 6858000"/>
              <a:gd name="connsiteX620" fmla="*/ 5294042 w 7467600"/>
              <a:gd name="connsiteY620" fmla="*/ 2065019 h 6858000"/>
              <a:gd name="connsiteX621" fmla="*/ 5171936 w 7467600"/>
              <a:gd name="connsiteY621" fmla="*/ 1647613 h 6858000"/>
              <a:gd name="connsiteX622" fmla="*/ 5009948 w 7467600"/>
              <a:gd name="connsiteY622" fmla="*/ 1273619 h 6858000"/>
              <a:gd name="connsiteX623" fmla="*/ 655236 w 7467600"/>
              <a:gd name="connsiteY623" fmla="*/ 1268632 h 6858000"/>
              <a:gd name="connsiteX624" fmla="*/ 839521 w 7467600"/>
              <a:gd name="connsiteY624" fmla="*/ 1685315 h 6858000"/>
              <a:gd name="connsiteX625" fmla="*/ 1109416 w 7467600"/>
              <a:gd name="connsiteY625" fmla="*/ 2061663 h 6858000"/>
              <a:gd name="connsiteX626" fmla="*/ 1298300 w 7467600"/>
              <a:gd name="connsiteY626" fmla="*/ 2247742 h 6858000"/>
              <a:gd name="connsiteX627" fmla="*/ 1125871 w 7467600"/>
              <a:gd name="connsiteY627" fmla="*/ 1989513 h 6858000"/>
              <a:gd name="connsiteX628" fmla="*/ 981574 w 7467600"/>
              <a:gd name="connsiteY628" fmla="*/ 1783157 h 6858000"/>
              <a:gd name="connsiteX629" fmla="*/ 922198 w 7467600"/>
              <a:gd name="connsiteY629" fmla="*/ 1677437 h 6858000"/>
              <a:gd name="connsiteX630" fmla="*/ 869293 w 7467600"/>
              <a:gd name="connsiteY630" fmla="*/ 1583214 h 6858000"/>
              <a:gd name="connsiteX631" fmla="*/ 751431 w 7467600"/>
              <a:gd name="connsiteY631" fmla="*/ 1405731 h 6858000"/>
              <a:gd name="connsiteX632" fmla="*/ 655236 w 7467600"/>
              <a:gd name="connsiteY632" fmla="*/ 1268632 h 6858000"/>
              <a:gd name="connsiteX633" fmla="*/ 6516292 w 7467600"/>
              <a:gd name="connsiteY633" fmla="*/ 1263064 h 6858000"/>
              <a:gd name="connsiteX634" fmla="*/ 5736320 w 7467600"/>
              <a:gd name="connsiteY634" fmla="*/ 1501803 h 6858000"/>
              <a:gd name="connsiteX635" fmla="*/ 6516292 w 7467600"/>
              <a:gd name="connsiteY635" fmla="*/ 1263064 h 6858000"/>
              <a:gd name="connsiteX636" fmla="*/ 291466 w 7467600"/>
              <a:gd name="connsiteY636" fmla="*/ 1250369 h 6858000"/>
              <a:gd name="connsiteX637" fmla="*/ 323180 w 7467600"/>
              <a:gd name="connsiteY637" fmla="*/ 1435283 h 6858000"/>
              <a:gd name="connsiteX638" fmla="*/ 349381 w 7467600"/>
              <a:gd name="connsiteY638" fmla="*/ 1875041 h 6858000"/>
              <a:gd name="connsiteX639" fmla="*/ 374363 w 7467600"/>
              <a:gd name="connsiteY639" fmla="*/ 1506494 h 6858000"/>
              <a:gd name="connsiteX640" fmla="*/ 302168 w 7467600"/>
              <a:gd name="connsiteY640" fmla="*/ 1274495 h 6858000"/>
              <a:gd name="connsiteX641" fmla="*/ 291466 w 7467600"/>
              <a:gd name="connsiteY641" fmla="*/ 1250369 h 6858000"/>
              <a:gd name="connsiteX642" fmla="*/ 678222 w 7467600"/>
              <a:gd name="connsiteY642" fmla="*/ 1248670 h 6858000"/>
              <a:gd name="connsiteX643" fmla="*/ 775536 w 7467600"/>
              <a:gd name="connsiteY643" fmla="*/ 1388015 h 6858000"/>
              <a:gd name="connsiteX644" fmla="*/ 894529 w 7467600"/>
              <a:gd name="connsiteY644" fmla="*/ 1567739 h 6858000"/>
              <a:gd name="connsiteX645" fmla="*/ 948000 w 7467600"/>
              <a:gd name="connsiteY645" fmla="*/ 1663088 h 6858000"/>
              <a:gd name="connsiteX646" fmla="*/ 1006812 w 7467600"/>
              <a:gd name="connsiteY646" fmla="*/ 1767683 h 6858000"/>
              <a:gd name="connsiteX647" fmla="*/ 1149133 w 7467600"/>
              <a:gd name="connsiteY647" fmla="*/ 1971513 h 6858000"/>
              <a:gd name="connsiteX648" fmla="*/ 1333952 w 7467600"/>
              <a:gd name="connsiteY648" fmla="*/ 2251620 h 6858000"/>
              <a:gd name="connsiteX649" fmla="*/ 1337329 w 7467600"/>
              <a:gd name="connsiteY649" fmla="*/ 2258350 h 6858000"/>
              <a:gd name="connsiteX650" fmla="*/ 1014726 w 7467600"/>
              <a:gd name="connsiteY650" fmla="*/ 1615556 h 6858000"/>
              <a:gd name="connsiteX651" fmla="*/ 678222 w 7467600"/>
              <a:gd name="connsiteY651" fmla="*/ 1248670 h 6858000"/>
              <a:gd name="connsiteX652" fmla="*/ 6691602 w 7467600"/>
              <a:gd name="connsiteY652" fmla="*/ 1140573 h 6858000"/>
              <a:gd name="connsiteX653" fmla="*/ 6571100 w 7467600"/>
              <a:gd name="connsiteY653" fmla="*/ 1183662 h 6858000"/>
              <a:gd name="connsiteX654" fmla="*/ 6241687 w 7467600"/>
              <a:gd name="connsiteY654" fmla="*/ 1257600 h 6858000"/>
              <a:gd name="connsiteX655" fmla="*/ 5693009 w 7467600"/>
              <a:gd name="connsiteY655" fmla="*/ 1478256 h 6858000"/>
              <a:gd name="connsiteX656" fmla="*/ 6548420 w 7467600"/>
              <a:gd name="connsiteY656" fmla="*/ 1214599 h 6858000"/>
              <a:gd name="connsiteX657" fmla="*/ 6605473 w 7467600"/>
              <a:gd name="connsiteY657" fmla="*/ 1184686 h 6858000"/>
              <a:gd name="connsiteX658" fmla="*/ 6691602 w 7467600"/>
              <a:gd name="connsiteY658" fmla="*/ 1140573 h 6858000"/>
              <a:gd name="connsiteX659" fmla="*/ 4002475 w 7467600"/>
              <a:gd name="connsiteY659" fmla="*/ 1037802 h 6858000"/>
              <a:gd name="connsiteX660" fmla="*/ 4000324 w 7467600"/>
              <a:gd name="connsiteY660" fmla="*/ 1039362 h 6858000"/>
              <a:gd name="connsiteX661" fmla="*/ 4002862 w 7467600"/>
              <a:gd name="connsiteY661" fmla="*/ 1042866 h 6858000"/>
              <a:gd name="connsiteX662" fmla="*/ 4002475 w 7467600"/>
              <a:gd name="connsiteY662" fmla="*/ 1037802 h 6858000"/>
              <a:gd name="connsiteX663" fmla="*/ 506322 w 7467600"/>
              <a:gd name="connsiteY663" fmla="*/ 1020997 h 6858000"/>
              <a:gd name="connsiteX664" fmla="*/ 533068 w 7467600"/>
              <a:gd name="connsiteY664" fmla="*/ 1029409 h 6858000"/>
              <a:gd name="connsiteX665" fmla="*/ 1232525 w 7467600"/>
              <a:gd name="connsiteY665" fmla="*/ 1804675 h 6858000"/>
              <a:gd name="connsiteX666" fmla="*/ 1388858 w 7467600"/>
              <a:gd name="connsiteY666" fmla="*/ 2368011 h 6858000"/>
              <a:gd name="connsiteX667" fmla="*/ 1384098 w 7467600"/>
              <a:gd name="connsiteY667" fmla="*/ 2378125 h 6858000"/>
              <a:gd name="connsiteX668" fmla="*/ 1425393 w 7467600"/>
              <a:gd name="connsiteY668" fmla="*/ 2589124 h 6858000"/>
              <a:gd name="connsiteX669" fmla="*/ 1424001 w 7467600"/>
              <a:gd name="connsiteY669" fmla="*/ 2597541 h 6858000"/>
              <a:gd name="connsiteX670" fmla="*/ 2152729 w 7467600"/>
              <a:gd name="connsiteY670" fmla="*/ 2864487 h 6858000"/>
              <a:gd name="connsiteX671" fmla="*/ 2020609 w 7467600"/>
              <a:gd name="connsiteY671" fmla="*/ 2539671 h 6858000"/>
              <a:gd name="connsiteX672" fmla="*/ 2018920 w 7467600"/>
              <a:gd name="connsiteY672" fmla="*/ 2536309 h 6858000"/>
              <a:gd name="connsiteX673" fmla="*/ 1342441 w 7467600"/>
              <a:gd name="connsiteY673" fmla="*/ 1173017 h 6858000"/>
              <a:gd name="connsiteX674" fmla="*/ 1367925 w 7467600"/>
              <a:gd name="connsiteY674" fmla="*/ 1135648 h 6858000"/>
              <a:gd name="connsiteX675" fmla="*/ 1771401 w 7467600"/>
              <a:gd name="connsiteY675" fmla="*/ 1806673 h 6858000"/>
              <a:gd name="connsiteX676" fmla="*/ 1972385 w 7467600"/>
              <a:gd name="connsiteY676" fmla="*/ 2198735 h 6858000"/>
              <a:gd name="connsiteX677" fmla="*/ 2040892 w 7467600"/>
              <a:gd name="connsiteY677" fmla="*/ 2405205 h 6858000"/>
              <a:gd name="connsiteX678" fmla="*/ 2131689 w 7467600"/>
              <a:gd name="connsiteY678" fmla="*/ 1936926 h 6858000"/>
              <a:gd name="connsiteX679" fmla="*/ 2454820 w 7467600"/>
              <a:gd name="connsiteY679" fmla="*/ 1248808 h 6858000"/>
              <a:gd name="connsiteX680" fmla="*/ 2492512 w 7467600"/>
              <a:gd name="connsiteY680" fmla="*/ 1302920 h 6858000"/>
              <a:gd name="connsiteX681" fmla="*/ 2081216 w 7467600"/>
              <a:gd name="connsiteY681" fmla="*/ 2527513 h 6858000"/>
              <a:gd name="connsiteX682" fmla="*/ 2081211 w 7467600"/>
              <a:gd name="connsiteY682" fmla="*/ 2528916 h 6858000"/>
              <a:gd name="connsiteX683" fmla="*/ 2199067 w 7467600"/>
              <a:gd name="connsiteY683" fmla="*/ 2884061 h 6858000"/>
              <a:gd name="connsiteX684" fmla="*/ 3192586 w 7467600"/>
              <a:gd name="connsiteY684" fmla="*/ 3411496 h 6858000"/>
              <a:gd name="connsiteX685" fmla="*/ 3182620 w 7467600"/>
              <a:gd name="connsiteY685" fmla="*/ 3483279 h 6858000"/>
              <a:gd name="connsiteX686" fmla="*/ 2435119 w 7467600"/>
              <a:gd name="connsiteY686" fmla="*/ 3080173 h 6858000"/>
              <a:gd name="connsiteX687" fmla="*/ 2410152 w 7467600"/>
              <a:gd name="connsiteY687" fmla="*/ 3063751 h 6858000"/>
              <a:gd name="connsiteX688" fmla="*/ 2408099 w 7467600"/>
              <a:gd name="connsiteY688" fmla="*/ 3064403 h 6858000"/>
              <a:gd name="connsiteX689" fmla="*/ 2407218 w 7467600"/>
              <a:gd name="connsiteY689" fmla="*/ 3070324 h 6858000"/>
              <a:gd name="connsiteX690" fmla="*/ 2380138 w 7467600"/>
              <a:gd name="connsiteY690" fmla="*/ 3099341 h 6858000"/>
              <a:gd name="connsiteX691" fmla="*/ 1765923 w 7467600"/>
              <a:gd name="connsiteY691" fmla="*/ 3581043 h 6858000"/>
              <a:gd name="connsiteX692" fmla="*/ 1702258 w 7467600"/>
              <a:gd name="connsiteY692" fmla="*/ 3612286 h 6858000"/>
              <a:gd name="connsiteX693" fmla="*/ 1538370 w 7467600"/>
              <a:gd name="connsiteY693" fmla="*/ 3811804 h 6858000"/>
              <a:gd name="connsiteX694" fmla="*/ 542867 w 7467600"/>
              <a:gd name="connsiteY694" fmla="*/ 4944092 h 6858000"/>
              <a:gd name="connsiteX695" fmla="*/ 515800 w 7467600"/>
              <a:gd name="connsiteY695" fmla="*/ 4862180 h 6858000"/>
              <a:gd name="connsiteX696" fmla="*/ 909145 w 7467600"/>
              <a:gd name="connsiteY696" fmla="*/ 4199225 h 6858000"/>
              <a:gd name="connsiteX697" fmla="*/ 1214067 w 7467600"/>
              <a:gd name="connsiteY697" fmla="*/ 3908561 h 6858000"/>
              <a:gd name="connsiteX698" fmla="*/ 640967 w 7467600"/>
              <a:gd name="connsiteY698" fmla="*/ 4105601 h 6858000"/>
              <a:gd name="connsiteX699" fmla="*/ 112563 w 7467600"/>
              <a:gd name="connsiteY699" fmla="*/ 4396952 h 6858000"/>
              <a:gd name="connsiteX700" fmla="*/ 0 w 7467600"/>
              <a:gd name="connsiteY700" fmla="*/ 4466006 h 6858000"/>
              <a:gd name="connsiteX701" fmla="*/ 0 w 7467600"/>
              <a:gd name="connsiteY701" fmla="*/ 4233763 h 6858000"/>
              <a:gd name="connsiteX702" fmla="*/ 36881 w 7467600"/>
              <a:gd name="connsiteY702" fmla="*/ 4200118 h 6858000"/>
              <a:gd name="connsiteX703" fmla="*/ 910534 w 7467600"/>
              <a:gd name="connsiteY703" fmla="*/ 3629753 h 6858000"/>
              <a:gd name="connsiteX704" fmla="*/ 1578717 w 7467600"/>
              <a:gd name="connsiteY704" fmla="*/ 3575982 h 6858000"/>
              <a:gd name="connsiteX705" fmla="*/ 2338780 w 7467600"/>
              <a:gd name="connsiteY705" fmla="*/ 3033725 h 6858000"/>
              <a:gd name="connsiteX706" fmla="*/ 1807991 w 7467600"/>
              <a:gd name="connsiteY706" fmla="*/ 2807184 h 6858000"/>
              <a:gd name="connsiteX707" fmla="*/ 1416358 w 7467600"/>
              <a:gd name="connsiteY707" fmla="*/ 3112571 h 6858000"/>
              <a:gd name="connsiteX708" fmla="*/ 939066 w 7467600"/>
              <a:gd name="connsiteY708" fmla="*/ 3378798 h 6858000"/>
              <a:gd name="connsiteX709" fmla="*/ 115099 w 7467600"/>
              <a:gd name="connsiteY709" fmla="*/ 3607650 h 6858000"/>
              <a:gd name="connsiteX710" fmla="*/ 97284 w 7467600"/>
              <a:gd name="connsiteY710" fmla="*/ 3520393 h 6858000"/>
              <a:gd name="connsiteX711" fmla="*/ 922050 w 7467600"/>
              <a:gd name="connsiteY711" fmla="*/ 3074867 h 6858000"/>
              <a:gd name="connsiteX712" fmla="*/ 1405265 w 7467600"/>
              <a:gd name="connsiteY712" fmla="*/ 3016319 h 6858000"/>
              <a:gd name="connsiteX713" fmla="*/ 1407512 w 7467600"/>
              <a:gd name="connsiteY713" fmla="*/ 3018001 h 6858000"/>
              <a:gd name="connsiteX714" fmla="*/ 1726266 w 7467600"/>
              <a:gd name="connsiteY714" fmla="*/ 2777274 h 6858000"/>
              <a:gd name="connsiteX715" fmla="*/ 625390 w 7467600"/>
              <a:gd name="connsiteY715" fmla="*/ 2514541 h 6858000"/>
              <a:gd name="connsiteX716" fmla="*/ 619799 w 7467600"/>
              <a:gd name="connsiteY716" fmla="*/ 2527180 h 6858000"/>
              <a:gd name="connsiteX717" fmla="*/ 310030 w 7467600"/>
              <a:gd name="connsiteY717" fmla="*/ 2771818 h 6858000"/>
              <a:gd name="connsiteX718" fmla="*/ 173877 w 7467600"/>
              <a:gd name="connsiteY718" fmla="*/ 2937056 h 6858000"/>
              <a:gd name="connsiteX719" fmla="*/ 77889 w 7467600"/>
              <a:gd name="connsiteY719" fmla="*/ 3138440 h 6858000"/>
              <a:gd name="connsiteX720" fmla="*/ 0 w 7467600"/>
              <a:gd name="connsiteY720" fmla="*/ 3271395 h 6858000"/>
              <a:gd name="connsiteX721" fmla="*/ 0 w 7467600"/>
              <a:gd name="connsiteY721" fmla="*/ 3153002 h 6858000"/>
              <a:gd name="connsiteX722" fmla="*/ 2386 w 7467600"/>
              <a:gd name="connsiteY722" fmla="*/ 3149203 h 6858000"/>
              <a:gd name="connsiteX723" fmla="*/ 89753 w 7467600"/>
              <a:gd name="connsiteY723" fmla="*/ 2987702 h 6858000"/>
              <a:gd name="connsiteX724" fmla="*/ 76869 w 7467600"/>
              <a:gd name="connsiteY724" fmla="*/ 3005404 h 6858000"/>
              <a:gd name="connsiteX725" fmla="*/ 32049 w 7467600"/>
              <a:gd name="connsiteY725" fmla="*/ 3065814 h 6858000"/>
              <a:gd name="connsiteX726" fmla="*/ 0 w 7467600"/>
              <a:gd name="connsiteY726" fmla="*/ 3108744 h 6858000"/>
              <a:gd name="connsiteX727" fmla="*/ 0 w 7467600"/>
              <a:gd name="connsiteY727" fmla="*/ 3058059 h 6858000"/>
              <a:gd name="connsiteX728" fmla="*/ 7610 w 7467600"/>
              <a:gd name="connsiteY728" fmla="*/ 3047889 h 6858000"/>
              <a:gd name="connsiteX729" fmla="*/ 52419 w 7467600"/>
              <a:gd name="connsiteY729" fmla="*/ 2987479 h 6858000"/>
              <a:gd name="connsiteX730" fmla="*/ 59142 w 7467600"/>
              <a:gd name="connsiteY730" fmla="*/ 2978488 h 6858000"/>
              <a:gd name="connsiteX731" fmla="*/ 0 w 7467600"/>
              <a:gd name="connsiteY731" fmla="*/ 3015334 h 6858000"/>
              <a:gd name="connsiteX732" fmla="*/ 0 w 7467600"/>
              <a:gd name="connsiteY732" fmla="*/ 2914286 h 6858000"/>
              <a:gd name="connsiteX733" fmla="*/ 36383 w 7467600"/>
              <a:gd name="connsiteY733" fmla="*/ 2901128 h 6858000"/>
              <a:gd name="connsiteX734" fmla="*/ 156329 w 7467600"/>
              <a:gd name="connsiteY734" fmla="*/ 2840533 h 6858000"/>
              <a:gd name="connsiteX735" fmla="*/ 358355 w 7467600"/>
              <a:gd name="connsiteY735" fmla="*/ 2620471 h 6858000"/>
              <a:gd name="connsiteX736" fmla="*/ 510577 w 7467600"/>
              <a:gd name="connsiteY736" fmla="*/ 2501244 h 6858000"/>
              <a:gd name="connsiteX737" fmla="*/ 211967 w 7467600"/>
              <a:gd name="connsiteY737" fmla="*/ 2479171 h 6858000"/>
              <a:gd name="connsiteX738" fmla="*/ 0 w 7467600"/>
              <a:gd name="connsiteY738" fmla="*/ 2476398 h 6858000"/>
              <a:gd name="connsiteX739" fmla="*/ 0 w 7467600"/>
              <a:gd name="connsiteY739" fmla="*/ 2389189 h 6858000"/>
              <a:gd name="connsiteX740" fmla="*/ 103062 w 7467600"/>
              <a:gd name="connsiteY740" fmla="*/ 2389518 h 6858000"/>
              <a:gd name="connsiteX741" fmla="*/ 510734 w 7467600"/>
              <a:gd name="connsiteY741" fmla="*/ 2416201 h 6858000"/>
              <a:gd name="connsiteX742" fmla="*/ 279257 w 7467600"/>
              <a:gd name="connsiteY742" fmla="*/ 2092102 h 6858000"/>
              <a:gd name="connsiteX743" fmla="*/ 65265 w 7467600"/>
              <a:gd name="connsiteY743" fmla="*/ 2006049 h 6858000"/>
              <a:gd name="connsiteX744" fmla="*/ 0 w 7467600"/>
              <a:gd name="connsiteY744" fmla="*/ 1982532 h 6858000"/>
              <a:gd name="connsiteX745" fmla="*/ 0 w 7467600"/>
              <a:gd name="connsiteY745" fmla="*/ 1912789 h 6858000"/>
              <a:gd name="connsiteX746" fmla="*/ 97460 w 7467600"/>
              <a:gd name="connsiteY746" fmla="*/ 1953725 h 6858000"/>
              <a:gd name="connsiteX747" fmla="*/ 221272 w 7467600"/>
              <a:gd name="connsiteY747" fmla="*/ 1980766 h 6858000"/>
              <a:gd name="connsiteX748" fmla="*/ 116765 w 7467600"/>
              <a:gd name="connsiteY748" fmla="*/ 1911033 h 6858000"/>
              <a:gd name="connsiteX749" fmla="*/ 16405 w 7467600"/>
              <a:gd name="connsiteY749" fmla="*/ 1803412 h 6858000"/>
              <a:gd name="connsiteX750" fmla="*/ 0 w 7467600"/>
              <a:gd name="connsiteY750" fmla="*/ 1784777 h 6858000"/>
              <a:gd name="connsiteX751" fmla="*/ 0 w 7467600"/>
              <a:gd name="connsiteY751" fmla="*/ 1740082 h 6858000"/>
              <a:gd name="connsiteX752" fmla="*/ 39394 w 7467600"/>
              <a:gd name="connsiteY752" fmla="*/ 1784856 h 6858000"/>
              <a:gd name="connsiteX753" fmla="*/ 135813 w 7467600"/>
              <a:gd name="connsiteY753" fmla="*/ 1888838 h 6858000"/>
              <a:gd name="connsiteX754" fmla="*/ 242575 w 7467600"/>
              <a:gd name="connsiteY754" fmla="*/ 1958841 h 6858000"/>
              <a:gd name="connsiteX755" fmla="*/ 82197 w 7467600"/>
              <a:gd name="connsiteY755" fmla="*/ 1754826 h 6858000"/>
              <a:gd name="connsiteX756" fmla="*/ 0 w 7467600"/>
              <a:gd name="connsiteY756" fmla="*/ 1679650 h 6858000"/>
              <a:gd name="connsiteX757" fmla="*/ 0 w 7467600"/>
              <a:gd name="connsiteY757" fmla="*/ 1602463 h 6858000"/>
              <a:gd name="connsiteX758" fmla="*/ 84689 w 7467600"/>
              <a:gd name="connsiteY758" fmla="*/ 1677442 h 6858000"/>
              <a:gd name="connsiteX759" fmla="*/ 298437 w 7467600"/>
              <a:gd name="connsiteY759" fmla="*/ 1968019 h 6858000"/>
              <a:gd name="connsiteX760" fmla="*/ 227269 w 7467600"/>
              <a:gd name="connsiteY760" fmla="*/ 1114064 h 6858000"/>
              <a:gd name="connsiteX761" fmla="*/ 248003 w 7467600"/>
              <a:gd name="connsiteY761" fmla="*/ 1089613 h 6858000"/>
              <a:gd name="connsiteX762" fmla="*/ 427020 w 7467600"/>
              <a:gd name="connsiteY762" fmla="*/ 1619803 h 6858000"/>
              <a:gd name="connsiteX763" fmla="*/ 340345 w 7467600"/>
              <a:gd name="connsiteY763" fmla="*/ 2027739 h 6858000"/>
              <a:gd name="connsiteX764" fmla="*/ 360865 w 7467600"/>
              <a:gd name="connsiteY764" fmla="*/ 2044827 h 6858000"/>
              <a:gd name="connsiteX765" fmla="*/ 560414 w 7467600"/>
              <a:gd name="connsiteY765" fmla="*/ 2421457 h 6858000"/>
              <a:gd name="connsiteX766" fmla="*/ 1359703 w 7467600"/>
              <a:gd name="connsiteY766" fmla="*/ 2578554 h 6858000"/>
              <a:gd name="connsiteX767" fmla="*/ 1359422 w 7467600"/>
              <a:gd name="connsiteY767" fmla="*/ 2577994 h 6858000"/>
              <a:gd name="connsiteX768" fmla="*/ 828701 w 7467600"/>
              <a:gd name="connsiteY768" fmla="*/ 1839520 h 6858000"/>
              <a:gd name="connsiteX769" fmla="*/ 494427 w 7467600"/>
              <a:gd name="connsiteY769" fmla="*/ 1092333 h 6858000"/>
              <a:gd name="connsiteX770" fmla="*/ 506322 w 7467600"/>
              <a:gd name="connsiteY770" fmla="*/ 1020997 h 6858000"/>
              <a:gd name="connsiteX771" fmla="*/ 4570198 w 7467600"/>
              <a:gd name="connsiteY771" fmla="*/ 978081 h 6858000"/>
              <a:gd name="connsiteX772" fmla="*/ 4523691 w 7467600"/>
              <a:gd name="connsiteY772" fmla="*/ 1127776 h 6858000"/>
              <a:gd name="connsiteX773" fmla="*/ 4509875 w 7467600"/>
              <a:gd name="connsiteY773" fmla="*/ 1167552 h 6858000"/>
              <a:gd name="connsiteX774" fmla="*/ 4478168 w 7467600"/>
              <a:gd name="connsiteY774" fmla="*/ 1260735 h 6858000"/>
              <a:gd name="connsiteX775" fmla="*/ 4409309 w 7467600"/>
              <a:gd name="connsiteY775" fmla="*/ 1666996 h 6858000"/>
              <a:gd name="connsiteX776" fmla="*/ 4370031 w 7467600"/>
              <a:gd name="connsiteY776" fmla="*/ 1955666 h 6858000"/>
              <a:gd name="connsiteX777" fmla="*/ 4570198 w 7467600"/>
              <a:gd name="connsiteY777" fmla="*/ 978081 h 6858000"/>
              <a:gd name="connsiteX778" fmla="*/ 4557898 w 7467600"/>
              <a:gd name="connsiteY778" fmla="*/ 900011 h 6858000"/>
              <a:gd name="connsiteX779" fmla="*/ 4344840 w 7467600"/>
              <a:gd name="connsiteY779" fmla="*/ 1922038 h 6858000"/>
              <a:gd name="connsiteX780" fmla="*/ 4378710 w 7467600"/>
              <a:gd name="connsiteY780" fmla="*/ 1665516 h 6858000"/>
              <a:gd name="connsiteX781" fmla="*/ 4448798 w 7467600"/>
              <a:gd name="connsiteY781" fmla="*/ 1253024 h 6858000"/>
              <a:gd name="connsiteX782" fmla="*/ 4480315 w 7467600"/>
              <a:gd name="connsiteY782" fmla="*/ 1158454 h 6858000"/>
              <a:gd name="connsiteX783" fmla="*/ 4494133 w 7467600"/>
              <a:gd name="connsiteY783" fmla="*/ 1118676 h 6858000"/>
              <a:gd name="connsiteX784" fmla="*/ 4557898 w 7467600"/>
              <a:gd name="connsiteY784" fmla="*/ 900011 h 6858000"/>
              <a:gd name="connsiteX785" fmla="*/ 5870151 w 7467600"/>
              <a:gd name="connsiteY785" fmla="*/ 898890 h 6858000"/>
              <a:gd name="connsiteX786" fmla="*/ 5861335 w 7467600"/>
              <a:gd name="connsiteY786" fmla="*/ 899177 h 6858000"/>
              <a:gd name="connsiteX787" fmla="*/ 5843702 w 7467600"/>
              <a:gd name="connsiteY787" fmla="*/ 899748 h 6858000"/>
              <a:gd name="connsiteX788" fmla="*/ 5651107 w 7467600"/>
              <a:gd name="connsiteY788" fmla="*/ 920306 h 6858000"/>
              <a:gd name="connsiteX789" fmla="*/ 5459407 w 7467600"/>
              <a:gd name="connsiteY789" fmla="*/ 940975 h 6858000"/>
              <a:gd name="connsiteX790" fmla="*/ 5374846 w 7467600"/>
              <a:gd name="connsiteY790" fmla="*/ 941988 h 6858000"/>
              <a:gd name="connsiteX791" fmla="*/ 5256105 w 7467600"/>
              <a:gd name="connsiteY791" fmla="*/ 945632 h 6858000"/>
              <a:gd name="connsiteX792" fmla="*/ 5107071 w 7467600"/>
              <a:gd name="connsiteY792" fmla="*/ 969720 h 6858000"/>
              <a:gd name="connsiteX793" fmla="*/ 4998681 w 7467600"/>
              <a:gd name="connsiteY793" fmla="*/ 988771 h 6858000"/>
              <a:gd name="connsiteX794" fmla="*/ 5870151 w 7467600"/>
              <a:gd name="connsiteY794" fmla="*/ 898890 h 6858000"/>
              <a:gd name="connsiteX795" fmla="*/ 5504425 w 7467600"/>
              <a:gd name="connsiteY795" fmla="*/ 848067 h 6858000"/>
              <a:gd name="connsiteX796" fmla="*/ 4968849 w 7467600"/>
              <a:gd name="connsiteY796" fmla="*/ 962318 h 6858000"/>
              <a:gd name="connsiteX797" fmla="*/ 5104039 w 7467600"/>
              <a:gd name="connsiteY797" fmla="*/ 940634 h 6858000"/>
              <a:gd name="connsiteX798" fmla="*/ 5256311 w 7467600"/>
              <a:gd name="connsiteY798" fmla="*/ 916490 h 6858000"/>
              <a:gd name="connsiteX799" fmla="*/ 5377381 w 7467600"/>
              <a:gd name="connsiteY799" fmla="*/ 912671 h 6858000"/>
              <a:gd name="connsiteX800" fmla="*/ 5460148 w 7467600"/>
              <a:gd name="connsiteY800" fmla="*/ 911442 h 6858000"/>
              <a:gd name="connsiteX801" fmla="*/ 5648971 w 7467600"/>
              <a:gd name="connsiteY801" fmla="*/ 891331 h 6858000"/>
              <a:gd name="connsiteX802" fmla="*/ 5844807 w 7467600"/>
              <a:gd name="connsiteY802" fmla="*/ 870718 h 6858000"/>
              <a:gd name="connsiteX803" fmla="*/ 5862975 w 7467600"/>
              <a:gd name="connsiteY803" fmla="*/ 869756 h 6858000"/>
              <a:gd name="connsiteX804" fmla="*/ 5920887 w 7467600"/>
              <a:gd name="connsiteY804" fmla="*/ 865929 h 6858000"/>
              <a:gd name="connsiteX805" fmla="*/ 5504425 w 7467600"/>
              <a:gd name="connsiteY805" fmla="*/ 848067 h 6858000"/>
              <a:gd name="connsiteX806" fmla="*/ 3607114 w 7467600"/>
              <a:gd name="connsiteY806" fmla="*/ 467441 h 6858000"/>
              <a:gd name="connsiteX807" fmla="*/ 3296242 w 7467600"/>
              <a:gd name="connsiteY807" fmla="*/ 807991 h 6858000"/>
              <a:gd name="connsiteX808" fmla="*/ 3174674 w 7467600"/>
              <a:gd name="connsiteY808" fmla="*/ 919759 h 6858000"/>
              <a:gd name="connsiteX809" fmla="*/ 3042978 w 7467600"/>
              <a:gd name="connsiteY809" fmla="*/ 1054894 h 6858000"/>
              <a:gd name="connsiteX810" fmla="*/ 2968914 w 7467600"/>
              <a:gd name="connsiteY810" fmla="*/ 1133756 h 6858000"/>
              <a:gd name="connsiteX811" fmla="*/ 3103823 w 7467600"/>
              <a:gd name="connsiteY811" fmla="*/ 1026814 h 6858000"/>
              <a:gd name="connsiteX812" fmla="*/ 3607114 w 7467600"/>
              <a:gd name="connsiteY812" fmla="*/ 467441 h 6858000"/>
              <a:gd name="connsiteX813" fmla="*/ 3744487 w 7467600"/>
              <a:gd name="connsiteY813" fmla="*/ 383136 h 6858000"/>
              <a:gd name="connsiteX814" fmla="*/ 3970213 w 7467600"/>
              <a:gd name="connsiteY814" fmla="*/ 995559 h 6858000"/>
              <a:gd name="connsiteX815" fmla="*/ 3744487 w 7467600"/>
              <a:gd name="connsiteY815" fmla="*/ 383136 h 6858000"/>
              <a:gd name="connsiteX816" fmla="*/ 3624562 w 7467600"/>
              <a:gd name="connsiteY816" fmla="*/ 367041 h 6858000"/>
              <a:gd name="connsiteX817" fmla="*/ 3489712 w 7467600"/>
              <a:gd name="connsiteY817" fmla="*/ 485386 h 6858000"/>
              <a:gd name="connsiteX818" fmla="*/ 3182994 w 7467600"/>
              <a:gd name="connsiteY818" fmla="*/ 828265 h 6858000"/>
              <a:gd name="connsiteX819" fmla="*/ 2892114 w 7467600"/>
              <a:gd name="connsiteY819" fmla="*/ 1172635 h 6858000"/>
              <a:gd name="connsiteX820" fmla="*/ 3021459 w 7467600"/>
              <a:gd name="connsiteY820" fmla="*/ 1035385 h 6858000"/>
              <a:gd name="connsiteX821" fmla="*/ 3153873 w 7467600"/>
              <a:gd name="connsiteY821" fmla="*/ 898971 h 6858000"/>
              <a:gd name="connsiteX822" fmla="*/ 3276511 w 7467600"/>
              <a:gd name="connsiteY822" fmla="*/ 786423 h 6858000"/>
              <a:gd name="connsiteX823" fmla="*/ 3584154 w 7467600"/>
              <a:gd name="connsiteY823" fmla="*/ 448218 h 6858000"/>
              <a:gd name="connsiteX824" fmla="*/ 3624562 w 7467600"/>
              <a:gd name="connsiteY824" fmla="*/ 367041 h 6858000"/>
              <a:gd name="connsiteX825" fmla="*/ 3766672 w 7467600"/>
              <a:gd name="connsiteY825" fmla="*/ 359429 h 6858000"/>
              <a:gd name="connsiteX826" fmla="*/ 3996338 w 7467600"/>
              <a:gd name="connsiteY826" fmla="*/ 968237 h 6858000"/>
              <a:gd name="connsiteX827" fmla="*/ 3766672 w 7467600"/>
              <a:gd name="connsiteY827" fmla="*/ 359429 h 6858000"/>
              <a:gd name="connsiteX828" fmla="*/ 5805386 w 7467600"/>
              <a:gd name="connsiteY828" fmla="*/ 239240 h 6858000"/>
              <a:gd name="connsiteX829" fmla="*/ 5736947 w 7467600"/>
              <a:gd name="connsiteY829" fmla="*/ 261367 h 6858000"/>
              <a:gd name="connsiteX830" fmla="*/ 5427012 w 7467600"/>
              <a:gd name="connsiteY830" fmla="*/ 311272 h 6858000"/>
              <a:gd name="connsiteX831" fmla="*/ 5147818 w 7467600"/>
              <a:gd name="connsiteY831" fmla="*/ 322112 h 6858000"/>
              <a:gd name="connsiteX832" fmla="*/ 5060854 w 7467600"/>
              <a:gd name="connsiteY832" fmla="*/ 311882 h 6858000"/>
              <a:gd name="connsiteX833" fmla="*/ 4945989 w 7467600"/>
              <a:gd name="connsiteY833" fmla="*/ 300516 h 6858000"/>
              <a:gd name="connsiteX834" fmla="*/ 5410479 w 7467600"/>
              <a:gd name="connsiteY834" fmla="*/ 348434 h 6858000"/>
              <a:gd name="connsiteX835" fmla="*/ 5805386 w 7467600"/>
              <a:gd name="connsiteY835" fmla="*/ 239240 h 6858000"/>
              <a:gd name="connsiteX836" fmla="*/ 5905192 w 7467600"/>
              <a:gd name="connsiteY836" fmla="*/ 163079 h 6858000"/>
              <a:gd name="connsiteX837" fmla="*/ 5865655 w 7467600"/>
              <a:gd name="connsiteY837" fmla="*/ 171901 h 6858000"/>
              <a:gd name="connsiteX838" fmla="*/ 5259740 w 7467600"/>
              <a:gd name="connsiteY838" fmla="*/ 257013 h 6858000"/>
              <a:gd name="connsiteX839" fmla="*/ 5208466 w 7467600"/>
              <a:gd name="connsiteY839" fmla="*/ 257550 h 6858000"/>
              <a:gd name="connsiteX840" fmla="*/ 4980204 w 7467600"/>
              <a:gd name="connsiteY840" fmla="*/ 271903 h 6858000"/>
              <a:gd name="connsiteX841" fmla="*/ 5068068 w 7467600"/>
              <a:gd name="connsiteY841" fmla="*/ 282244 h 6858000"/>
              <a:gd name="connsiteX842" fmla="*/ 5153231 w 7467600"/>
              <a:gd name="connsiteY842" fmla="*/ 292240 h 6858000"/>
              <a:gd name="connsiteX843" fmla="*/ 5426491 w 7467600"/>
              <a:gd name="connsiteY843" fmla="*/ 281128 h 6858000"/>
              <a:gd name="connsiteX844" fmla="*/ 5731212 w 7467600"/>
              <a:gd name="connsiteY844" fmla="*/ 231951 h 6858000"/>
              <a:gd name="connsiteX845" fmla="*/ 5905192 w 7467600"/>
              <a:gd name="connsiteY845" fmla="*/ 163079 h 6858000"/>
              <a:gd name="connsiteX846" fmla="*/ 5944437 w 7467600"/>
              <a:gd name="connsiteY846" fmla="*/ 113829 h 6858000"/>
              <a:gd name="connsiteX847" fmla="*/ 5825032 w 7467600"/>
              <a:gd name="connsiteY847" fmla="*/ 146405 h 6858000"/>
              <a:gd name="connsiteX848" fmla="*/ 4955599 w 7467600"/>
              <a:gd name="connsiteY848" fmla="*/ 247008 h 6858000"/>
              <a:gd name="connsiteX849" fmla="*/ 5210104 w 7467600"/>
              <a:gd name="connsiteY849" fmla="*/ 228123 h 6858000"/>
              <a:gd name="connsiteX850" fmla="*/ 5261015 w 7467600"/>
              <a:gd name="connsiteY850" fmla="*/ 227087 h 6858000"/>
              <a:gd name="connsiteX851" fmla="*/ 5861181 w 7467600"/>
              <a:gd name="connsiteY851" fmla="*/ 143093 h 6858000"/>
              <a:gd name="connsiteX852" fmla="*/ 5961252 w 7467600"/>
              <a:gd name="connsiteY852" fmla="*/ 114820 h 6858000"/>
              <a:gd name="connsiteX853" fmla="*/ 5944437 w 7467600"/>
              <a:gd name="connsiteY853" fmla="*/ 113829 h 6858000"/>
              <a:gd name="connsiteX854" fmla="*/ 3882765 w 7467600"/>
              <a:gd name="connsiteY854" fmla="*/ 0 h 6858000"/>
              <a:gd name="connsiteX855" fmla="*/ 3995099 w 7467600"/>
              <a:gd name="connsiteY855" fmla="*/ 0 h 6858000"/>
              <a:gd name="connsiteX856" fmla="*/ 4163818 w 7467600"/>
              <a:gd name="connsiteY856" fmla="*/ 234104 h 6858000"/>
              <a:gd name="connsiteX857" fmla="*/ 4172099 w 7467600"/>
              <a:gd name="connsiteY857" fmla="*/ 234207 h 6858000"/>
              <a:gd name="connsiteX858" fmla="*/ 4784282 w 7467600"/>
              <a:gd name="connsiteY858" fmla="*/ 276561 h 6858000"/>
              <a:gd name="connsiteX859" fmla="*/ 4801687 w 7467600"/>
              <a:gd name="connsiteY859" fmla="*/ 267764 h 6858000"/>
              <a:gd name="connsiteX860" fmla="*/ 6082788 w 7467600"/>
              <a:gd name="connsiteY860" fmla="*/ 64119 h 6858000"/>
              <a:gd name="connsiteX861" fmla="*/ 6099442 w 7467600"/>
              <a:gd name="connsiteY861" fmla="*/ 82568 h 6858000"/>
              <a:gd name="connsiteX862" fmla="*/ 4804137 w 7467600"/>
              <a:gd name="connsiteY862" fmla="*/ 320931 h 6858000"/>
              <a:gd name="connsiteX863" fmla="*/ 4227047 w 7467600"/>
              <a:gd name="connsiteY863" fmla="*/ 313415 h 6858000"/>
              <a:gd name="connsiteX864" fmla="*/ 4346041 w 7467600"/>
              <a:gd name="connsiteY864" fmla="*/ 456086 h 6858000"/>
              <a:gd name="connsiteX865" fmla="*/ 4870967 w 7467600"/>
              <a:gd name="connsiteY865" fmla="*/ 963061 h 6858000"/>
              <a:gd name="connsiteX866" fmla="*/ 4889647 w 7467600"/>
              <a:gd name="connsiteY866" fmla="*/ 957147 h 6858000"/>
              <a:gd name="connsiteX867" fmla="*/ 5422504 w 7467600"/>
              <a:gd name="connsiteY867" fmla="*/ 805191 h 6858000"/>
              <a:gd name="connsiteX868" fmla="*/ 6087656 w 7467600"/>
              <a:gd name="connsiteY868" fmla="*/ 826703 h 6858000"/>
              <a:gd name="connsiteX869" fmla="*/ 6058717 w 7467600"/>
              <a:gd name="connsiteY869" fmla="*/ 865992 h 6858000"/>
              <a:gd name="connsiteX870" fmla="*/ 4974153 w 7467600"/>
              <a:gd name="connsiteY870" fmla="*/ 1045456 h 6858000"/>
              <a:gd name="connsiteX871" fmla="*/ 5627835 w 7467600"/>
              <a:gd name="connsiteY871" fmla="*/ 1472077 h 6858000"/>
              <a:gd name="connsiteX872" fmla="*/ 5629817 w 7467600"/>
              <a:gd name="connsiteY872" fmla="*/ 1471412 h 6858000"/>
              <a:gd name="connsiteX873" fmla="*/ 5634124 w 7467600"/>
              <a:gd name="connsiteY873" fmla="*/ 1470572 h 6858000"/>
              <a:gd name="connsiteX874" fmla="*/ 5755832 w 7467600"/>
              <a:gd name="connsiteY874" fmla="*/ 1383886 h 6858000"/>
              <a:gd name="connsiteX875" fmla="*/ 6014186 w 7467600"/>
              <a:gd name="connsiteY875" fmla="*/ 1279799 h 6858000"/>
              <a:gd name="connsiteX876" fmla="*/ 6901619 w 7467600"/>
              <a:gd name="connsiteY876" fmla="*/ 1047874 h 6858000"/>
              <a:gd name="connsiteX877" fmla="*/ 6931566 w 7467600"/>
              <a:gd name="connsiteY877" fmla="*/ 1062034 h 6858000"/>
              <a:gd name="connsiteX878" fmla="*/ 5790982 w 7467600"/>
              <a:gd name="connsiteY878" fmla="*/ 1561380 h 6858000"/>
              <a:gd name="connsiteX879" fmla="*/ 6188971 w 7467600"/>
              <a:gd name="connsiteY879" fmla="*/ 1755168 h 6858000"/>
              <a:gd name="connsiteX880" fmla="*/ 6202446 w 7467600"/>
              <a:gd name="connsiteY880" fmla="*/ 1752268 h 6858000"/>
              <a:gd name="connsiteX881" fmla="*/ 7179560 w 7467600"/>
              <a:gd name="connsiteY881" fmla="*/ 1467551 h 6858000"/>
              <a:gd name="connsiteX882" fmla="*/ 7158730 w 7467600"/>
              <a:gd name="connsiteY882" fmla="*/ 1507835 h 6858000"/>
              <a:gd name="connsiteX883" fmla="*/ 6326959 w 7467600"/>
              <a:gd name="connsiteY883" fmla="*/ 1817686 h 6858000"/>
              <a:gd name="connsiteX884" fmla="*/ 6537433 w 7467600"/>
              <a:gd name="connsiteY884" fmla="*/ 1907790 h 6858000"/>
              <a:gd name="connsiteX885" fmla="*/ 6550221 w 7467600"/>
              <a:gd name="connsiteY885" fmla="*/ 1910729 h 6858000"/>
              <a:gd name="connsiteX886" fmla="*/ 6964438 w 7467600"/>
              <a:gd name="connsiteY886" fmla="*/ 2209505 h 6858000"/>
              <a:gd name="connsiteX887" fmla="*/ 7367862 w 7467600"/>
              <a:gd name="connsiteY887" fmla="*/ 2806833 h 6858000"/>
              <a:gd name="connsiteX888" fmla="*/ 7364329 w 7467600"/>
              <a:gd name="connsiteY888" fmla="*/ 2826907 h 6858000"/>
              <a:gd name="connsiteX889" fmla="*/ 7290545 w 7467600"/>
              <a:gd name="connsiteY889" fmla="*/ 2850663 h 6858000"/>
              <a:gd name="connsiteX890" fmla="*/ 6472036 w 7467600"/>
              <a:gd name="connsiteY890" fmla="*/ 1959003 h 6858000"/>
              <a:gd name="connsiteX891" fmla="*/ 5792897 w 7467600"/>
              <a:gd name="connsiteY891" fmla="*/ 1647747 h 6858000"/>
              <a:gd name="connsiteX892" fmla="*/ 5842751 w 7467600"/>
              <a:gd name="connsiteY892" fmla="*/ 1816112 h 6858000"/>
              <a:gd name="connsiteX893" fmla="*/ 5847424 w 7467600"/>
              <a:gd name="connsiteY893" fmla="*/ 1815776 h 6858000"/>
              <a:gd name="connsiteX894" fmla="*/ 6399821 w 7467600"/>
              <a:gd name="connsiteY894" fmla="*/ 2344799 h 6858000"/>
              <a:gd name="connsiteX895" fmla="*/ 6323232 w 7467600"/>
              <a:gd name="connsiteY895" fmla="*/ 2389634 h 6858000"/>
              <a:gd name="connsiteX896" fmla="*/ 5942958 w 7467600"/>
              <a:gd name="connsiteY896" fmla="*/ 2077708 h 6858000"/>
              <a:gd name="connsiteX897" fmla="*/ 5921559 w 7467600"/>
              <a:gd name="connsiteY897" fmla="*/ 2378596 h 6858000"/>
              <a:gd name="connsiteX898" fmla="*/ 5817651 w 7467600"/>
              <a:gd name="connsiteY898" fmla="*/ 3023919 h 6858000"/>
              <a:gd name="connsiteX899" fmla="*/ 5729634 w 7467600"/>
              <a:gd name="connsiteY899" fmla="*/ 3051849 h 6858000"/>
              <a:gd name="connsiteX900" fmla="*/ 5611018 w 7467600"/>
              <a:gd name="connsiteY900" fmla="*/ 2316769 h 6858000"/>
              <a:gd name="connsiteX901" fmla="*/ 5687608 w 7467600"/>
              <a:gd name="connsiteY901" fmla="*/ 2039972 h 6858000"/>
              <a:gd name="connsiteX902" fmla="*/ 5657554 w 7467600"/>
              <a:gd name="connsiteY902" fmla="*/ 1576445 h 6858000"/>
              <a:gd name="connsiteX903" fmla="*/ 5150475 w 7467600"/>
              <a:gd name="connsiteY903" fmla="*/ 1274012 h 6858000"/>
              <a:gd name="connsiteX904" fmla="*/ 5349142 w 7467600"/>
              <a:gd name="connsiteY904" fmla="*/ 2204405 h 6858000"/>
              <a:gd name="connsiteX905" fmla="*/ 5262214 w 7467600"/>
              <a:gd name="connsiteY905" fmla="*/ 2233836 h 6858000"/>
              <a:gd name="connsiteX906" fmla="*/ 4981539 w 7467600"/>
              <a:gd name="connsiteY906" fmla="*/ 1542201 h 6858000"/>
              <a:gd name="connsiteX907" fmla="*/ 4958461 w 7467600"/>
              <a:gd name="connsiteY907" fmla="*/ 1136957 h 6858000"/>
              <a:gd name="connsiteX908" fmla="*/ 4655015 w 7467600"/>
              <a:gd name="connsiteY908" fmla="*/ 891426 h 6858000"/>
              <a:gd name="connsiteX909" fmla="*/ 4348002 w 7467600"/>
              <a:gd name="connsiteY909" fmla="*/ 2205895 h 6858000"/>
              <a:gd name="connsiteX910" fmla="*/ 4262250 w 7467600"/>
              <a:gd name="connsiteY910" fmla="*/ 2219972 h 6858000"/>
              <a:gd name="connsiteX911" fmla="*/ 4550611 w 7467600"/>
              <a:gd name="connsiteY911" fmla="*/ 817540 h 6858000"/>
              <a:gd name="connsiteX912" fmla="*/ 4564418 w 7467600"/>
              <a:gd name="connsiteY912" fmla="*/ 808293 h 6858000"/>
              <a:gd name="connsiteX913" fmla="*/ 4266388 w 7467600"/>
              <a:gd name="connsiteY913" fmla="*/ 500083 h 6858000"/>
              <a:gd name="connsiteX914" fmla="*/ 4032842 w 7467600"/>
              <a:gd name="connsiteY914" fmla="*/ 211809 h 6858000"/>
              <a:gd name="connsiteX915" fmla="*/ 3882765 w 7467600"/>
              <a:gd name="connsiteY915" fmla="*/ 0 h 6858000"/>
              <a:gd name="connsiteX916" fmla="*/ 3721337 w 7467600"/>
              <a:gd name="connsiteY916" fmla="*/ 0 h 6858000"/>
              <a:gd name="connsiteX917" fmla="*/ 3797544 w 7467600"/>
              <a:gd name="connsiteY917" fmla="*/ 0 h 6858000"/>
              <a:gd name="connsiteX918" fmla="*/ 3775734 w 7467600"/>
              <a:gd name="connsiteY918" fmla="*/ 95131 h 6858000"/>
              <a:gd name="connsiteX919" fmla="*/ 3724807 w 7467600"/>
              <a:gd name="connsiteY919" fmla="*/ 272257 h 6858000"/>
              <a:gd name="connsiteX920" fmla="*/ 3726844 w 7467600"/>
              <a:gd name="connsiteY920" fmla="*/ 282988 h 6858000"/>
              <a:gd name="connsiteX921" fmla="*/ 3742664 w 7467600"/>
              <a:gd name="connsiteY921" fmla="*/ 279918 h 6858000"/>
              <a:gd name="connsiteX922" fmla="*/ 4103910 w 7467600"/>
              <a:gd name="connsiteY922" fmla="*/ 1161917 h 6858000"/>
              <a:gd name="connsiteX923" fmla="*/ 4020269 w 7467600"/>
              <a:gd name="connsiteY923" fmla="*/ 1200406 h 6858000"/>
              <a:gd name="connsiteX924" fmla="*/ 3674882 w 7467600"/>
              <a:gd name="connsiteY924" fmla="*/ 488524 h 6858000"/>
              <a:gd name="connsiteX925" fmla="*/ 3132682 w 7467600"/>
              <a:gd name="connsiteY925" fmla="*/ 1072284 h 6858000"/>
              <a:gd name="connsiteX926" fmla="*/ 2716346 w 7467600"/>
              <a:gd name="connsiteY926" fmla="*/ 1276376 h 6858000"/>
              <a:gd name="connsiteX927" fmla="*/ 2716772 w 7467600"/>
              <a:gd name="connsiteY927" fmla="*/ 1255462 h 6858000"/>
              <a:gd name="connsiteX928" fmla="*/ 3471096 w 7467600"/>
              <a:gd name="connsiteY928" fmla="*/ 437072 h 6858000"/>
              <a:gd name="connsiteX929" fmla="*/ 3639057 w 7467600"/>
              <a:gd name="connsiteY929" fmla="*/ 286334 h 6858000"/>
              <a:gd name="connsiteX930" fmla="*/ 3640309 w 7467600"/>
              <a:gd name="connsiteY930" fmla="*/ 284664 h 6858000"/>
              <a:gd name="connsiteX931" fmla="*/ 3646022 w 7467600"/>
              <a:gd name="connsiteY931" fmla="*/ 276711 h 6858000"/>
              <a:gd name="connsiteX932" fmla="*/ 3707943 w 7467600"/>
              <a:gd name="connsiteY932" fmla="*/ 65958 h 6858000"/>
              <a:gd name="connsiteX933" fmla="*/ 3721337 w 7467600"/>
              <a:gd name="connsiteY933" fmla="*/ 0 h 6858000"/>
              <a:gd name="connsiteX934" fmla="*/ 2867960 w 7467600"/>
              <a:gd name="connsiteY934" fmla="*/ 0 h 6858000"/>
              <a:gd name="connsiteX935" fmla="*/ 2926351 w 7467600"/>
              <a:gd name="connsiteY935" fmla="*/ 0 h 6858000"/>
              <a:gd name="connsiteX936" fmla="*/ 2902823 w 7467600"/>
              <a:gd name="connsiteY936" fmla="*/ 262929 h 6858000"/>
              <a:gd name="connsiteX937" fmla="*/ 2940663 w 7467600"/>
              <a:gd name="connsiteY937" fmla="*/ 140884 h 6858000"/>
              <a:gd name="connsiteX938" fmla="*/ 2947039 w 7467600"/>
              <a:gd name="connsiteY938" fmla="*/ 122524 h 6858000"/>
              <a:gd name="connsiteX939" fmla="*/ 2984316 w 7467600"/>
              <a:gd name="connsiteY939" fmla="*/ 0 h 6858000"/>
              <a:gd name="connsiteX940" fmla="*/ 3016114 w 7467600"/>
              <a:gd name="connsiteY940" fmla="*/ 0 h 6858000"/>
              <a:gd name="connsiteX941" fmla="*/ 2979949 w 7467600"/>
              <a:gd name="connsiteY941" fmla="*/ 119274 h 6858000"/>
              <a:gd name="connsiteX942" fmla="*/ 3023879 w 7467600"/>
              <a:gd name="connsiteY942" fmla="*/ 0 h 6858000"/>
              <a:gd name="connsiteX943" fmla="*/ 3105400 w 7467600"/>
              <a:gd name="connsiteY943" fmla="*/ 0 h 6858000"/>
              <a:gd name="connsiteX944" fmla="*/ 3094669 w 7467600"/>
              <a:gd name="connsiteY944" fmla="*/ 30308 h 6858000"/>
              <a:gd name="connsiteX945" fmla="*/ 2901945 w 7467600"/>
              <a:gd name="connsiteY945" fmla="*/ 466538 h 6858000"/>
              <a:gd name="connsiteX946" fmla="*/ 2815209 w 7467600"/>
              <a:gd name="connsiteY946" fmla="*/ 497361 h 6858000"/>
              <a:gd name="connsiteX947" fmla="*/ 2844845 w 7467600"/>
              <a:gd name="connsiteY947" fmla="*/ 127638 h 6858000"/>
              <a:gd name="connsiteX948" fmla="*/ 2867960 w 7467600"/>
              <a:gd name="connsiteY948" fmla="*/ 0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1057230 w 7467600"/>
              <a:gd name="connsiteY974" fmla="*/ 0 h 6858000"/>
              <a:gd name="connsiteX975" fmla="*/ 43151 w 7467600"/>
              <a:gd name="connsiteY975" fmla="*/ 0 h 6858000"/>
              <a:gd name="connsiteX976" fmla="*/ 95283 w 7467600"/>
              <a:gd name="connsiteY976" fmla="*/ 0 h 6858000"/>
              <a:gd name="connsiteX977" fmla="*/ 300708 w 7467600"/>
              <a:gd name="connsiteY977" fmla="*/ 154571 h 6858000"/>
              <a:gd name="connsiteX978" fmla="*/ 530414 w 7467600"/>
              <a:gd name="connsiteY978" fmla="*/ 354673 h 6858000"/>
              <a:gd name="connsiteX979" fmla="*/ 333785 w 7467600"/>
              <a:gd name="connsiteY979" fmla="*/ 161564 h 6858000"/>
              <a:gd name="connsiteX980" fmla="*/ 147005 w 7467600"/>
              <a:gd name="connsiteY980" fmla="*/ 0 h 6858000"/>
              <a:gd name="connsiteX981" fmla="*/ 272509 w 7467600"/>
              <a:gd name="connsiteY981" fmla="*/ 0 h 6858000"/>
              <a:gd name="connsiteX982" fmla="*/ 326276 w 7467600"/>
              <a:gd name="connsiteY982" fmla="*/ 45847 h 6858000"/>
              <a:gd name="connsiteX983" fmla="*/ 823759 w 7467600"/>
              <a:gd name="connsiteY983" fmla="*/ 574145 h 6858000"/>
              <a:gd name="connsiteX984" fmla="*/ 811254 w 7467600"/>
              <a:gd name="connsiteY984" fmla="*/ 665546 h 6858000"/>
              <a:gd name="connsiteX985" fmla="*/ 154042 w 7467600"/>
              <a:gd name="connsiteY985" fmla="*/ 261522 h 6858000"/>
              <a:gd name="connsiteX986" fmla="*/ 13550 w 7467600"/>
              <a:gd name="connsiteY986" fmla="*/ 158423 h 6858000"/>
              <a:gd name="connsiteX987" fmla="*/ 0 w 7467600"/>
              <a:gd name="connsiteY987" fmla="*/ 146618 h 6858000"/>
              <a:gd name="connsiteX988" fmla="*/ 0 w 7467600"/>
              <a:gd name="connsiteY988" fmla="*/ 59161 h 6858000"/>
              <a:gd name="connsiteX989" fmla="*/ 45427 w 7467600"/>
              <a:gd name="connsiteY989" fmla="*/ 101078 h 6858000"/>
              <a:gd name="connsiteX990" fmla="*/ 630103 w 7467600"/>
              <a:gd name="connsiteY990" fmla="*/ 485885 h 6858000"/>
              <a:gd name="connsiteX991" fmla="*/ 532040 w 7467600"/>
              <a:gd name="connsiteY991" fmla="*/ 399359 h 6858000"/>
              <a:gd name="connsiteX992" fmla="*/ 517618 w 7467600"/>
              <a:gd name="connsiteY992" fmla="*/ 385726 h 6858000"/>
              <a:gd name="connsiteX993" fmla="*/ 285074 w 7467600"/>
              <a:gd name="connsiteY993" fmla="*/ 182755 h 6858000"/>
              <a:gd name="connsiteX994" fmla="*/ 43151 w 7467600"/>
              <a:gd name="connsiteY99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77736 h 6858000"/>
              <a:gd name="connsiteX138" fmla="*/ 1903353 w 7467600"/>
              <a:gd name="connsiteY138" fmla="*/ 5044827 h 6858000"/>
              <a:gd name="connsiteX139" fmla="*/ 1936931 w 7467600"/>
              <a:gd name="connsiteY139" fmla="*/ 5093954 h 6858000"/>
              <a:gd name="connsiteX140" fmla="*/ 2195868 w 7467600"/>
              <a:gd name="connsiteY140" fmla="*/ 5396574 h 6858000"/>
              <a:gd name="connsiteX141" fmla="*/ 2088852 w 7467600"/>
              <a:gd name="connsiteY141" fmla="*/ 5166123 h 6858000"/>
              <a:gd name="connsiteX142" fmla="*/ 1958241 w 7467600"/>
              <a:gd name="connsiteY142" fmla="*/ 5067955 h 6858000"/>
              <a:gd name="connsiteX143" fmla="*/ 1903353 w 7467600"/>
              <a:gd name="connsiteY143" fmla="*/ 5044827 h 6858000"/>
              <a:gd name="connsiteX144" fmla="*/ 1979378 w 7467600"/>
              <a:gd name="connsiteY144" fmla="*/ 4769504 h 6858000"/>
              <a:gd name="connsiteX145" fmla="*/ 2882120 w 7467600"/>
              <a:gd name="connsiteY145" fmla="*/ 5064547 h 6858000"/>
              <a:gd name="connsiteX146" fmla="*/ 2793103 w 7467600"/>
              <a:gd name="connsiteY146" fmla="*/ 5039699 h 6858000"/>
              <a:gd name="connsiteX147" fmla="*/ 2770041 w 7467600"/>
              <a:gd name="connsiteY147" fmla="*/ 5033634 h 6858000"/>
              <a:gd name="connsiteX148" fmla="*/ 1979378 w 7467600"/>
              <a:gd name="connsiteY148" fmla="*/ 4769504 h 6858000"/>
              <a:gd name="connsiteX149" fmla="*/ 1927410 w 7467600"/>
              <a:gd name="connsiteY149" fmla="*/ 4716164 h 6858000"/>
              <a:gd name="connsiteX150" fmla="*/ 1959587 w 7467600"/>
              <a:gd name="connsiteY150" fmla="*/ 4728849 h 6858000"/>
              <a:gd name="connsiteX151" fmla="*/ 2777707 w 7467600"/>
              <a:gd name="connsiteY151" fmla="*/ 5003991 h 6858000"/>
              <a:gd name="connsiteX152" fmla="*/ 2800768 w 7467600"/>
              <a:gd name="connsiteY152" fmla="*/ 5010056 h 6858000"/>
              <a:gd name="connsiteX153" fmla="*/ 2879408 w 7467600"/>
              <a:gd name="connsiteY153" fmla="*/ 5031590 h 6858000"/>
              <a:gd name="connsiteX154" fmla="*/ 2862295 w 7467600"/>
              <a:gd name="connsiteY154" fmla="*/ 5022958 h 6858000"/>
              <a:gd name="connsiteX155" fmla="*/ 2813343 w 7467600"/>
              <a:gd name="connsiteY155" fmla="*/ 4998369 h 6858000"/>
              <a:gd name="connsiteX156" fmla="*/ 2646245 w 7467600"/>
              <a:gd name="connsiteY156" fmla="*/ 4930999 h 6858000"/>
              <a:gd name="connsiteX157" fmla="*/ 1999243 w 7467600"/>
              <a:gd name="connsiteY157" fmla="*/ 4730524 h 6858000"/>
              <a:gd name="connsiteX158" fmla="*/ 1979527 w 7467600"/>
              <a:gd name="connsiteY158" fmla="*/ 4726651 h 6858000"/>
              <a:gd name="connsiteX159" fmla="*/ 1927410 w 7467600"/>
              <a:gd name="connsiteY159" fmla="*/ 4716164 h 6858000"/>
              <a:gd name="connsiteX160" fmla="*/ 1997014 w 7467600"/>
              <a:gd name="connsiteY160" fmla="*/ 4698007 h 6858000"/>
              <a:gd name="connsiteX161" fmla="*/ 2005458 w 7467600"/>
              <a:gd name="connsiteY161" fmla="*/ 4699540 h 6858000"/>
              <a:gd name="connsiteX162" fmla="*/ 2657186 w 7467600"/>
              <a:gd name="connsiteY162" fmla="*/ 4901687 h 6858000"/>
              <a:gd name="connsiteX163" fmla="*/ 2826662 w 7467600"/>
              <a:gd name="connsiteY163" fmla="*/ 4970362 h 6858000"/>
              <a:gd name="connsiteX164" fmla="*/ 2876100 w 7467600"/>
              <a:gd name="connsiteY164" fmla="*/ 4995397 h 6858000"/>
              <a:gd name="connsiteX165" fmla="*/ 3042600 w 7467600"/>
              <a:gd name="connsiteY165" fmla="*/ 5059532 h 6858000"/>
              <a:gd name="connsiteX166" fmla="*/ 1997014 w 7467600"/>
              <a:gd name="connsiteY166" fmla="*/ 4698007 h 6858000"/>
              <a:gd name="connsiteX167" fmla="*/ 2305292 w 7467600"/>
              <a:gd name="connsiteY167" fmla="*/ 4219492 h 6858000"/>
              <a:gd name="connsiteX168" fmla="*/ 3360922 w 7467600"/>
              <a:gd name="connsiteY168" fmla="*/ 4529373 h 6858000"/>
              <a:gd name="connsiteX169" fmla="*/ 3492420 w 7467600"/>
              <a:gd name="connsiteY169" fmla="*/ 4510145 h 6858000"/>
              <a:gd name="connsiteX170" fmla="*/ 3364086 w 7467600"/>
              <a:gd name="connsiteY170" fmla="*/ 4480340 h 6858000"/>
              <a:gd name="connsiteX171" fmla="*/ 3225818 w 7467600"/>
              <a:gd name="connsiteY171" fmla="*/ 4411822 h 6858000"/>
              <a:gd name="connsiteX172" fmla="*/ 3129696 w 7467600"/>
              <a:gd name="connsiteY172" fmla="*/ 4360704 h 6858000"/>
              <a:gd name="connsiteX173" fmla="*/ 2814545 w 7467600"/>
              <a:gd name="connsiteY173" fmla="*/ 4282955 h 6858000"/>
              <a:gd name="connsiteX174" fmla="*/ 2305292 w 7467600"/>
              <a:gd name="connsiteY174" fmla="*/ 4219492 h 6858000"/>
              <a:gd name="connsiteX175" fmla="*/ 2626982 w 7467600"/>
              <a:gd name="connsiteY175" fmla="*/ 4206450 h 6858000"/>
              <a:gd name="connsiteX176" fmla="*/ 2490617 w 7467600"/>
              <a:gd name="connsiteY176" fmla="*/ 4206951 h 6858000"/>
              <a:gd name="connsiteX177" fmla="*/ 2819869 w 7467600"/>
              <a:gd name="connsiteY177" fmla="*/ 4252936 h 6858000"/>
              <a:gd name="connsiteX178" fmla="*/ 3143018 w 7467600"/>
              <a:gd name="connsiteY178" fmla="*/ 4332698 h 6858000"/>
              <a:gd name="connsiteX179" fmla="*/ 3241520 w 7467600"/>
              <a:gd name="connsiteY179" fmla="*/ 4385112 h 6858000"/>
              <a:gd name="connsiteX180" fmla="*/ 3374575 w 7467600"/>
              <a:gd name="connsiteY180" fmla="*/ 4451517 h 6858000"/>
              <a:gd name="connsiteX181" fmla="*/ 3505221 w 7467600"/>
              <a:gd name="connsiteY181" fmla="*/ 4480757 h 6858000"/>
              <a:gd name="connsiteX182" fmla="*/ 2626982 w 7467600"/>
              <a:gd name="connsiteY182" fmla="*/ 4206450 h 6858000"/>
              <a:gd name="connsiteX183" fmla="*/ 1310106 w 7467600"/>
              <a:gd name="connsiteY183" fmla="*/ 3943217 h 6858000"/>
              <a:gd name="connsiteX184" fmla="*/ 854994 w 7467600"/>
              <a:gd name="connsiteY184" fmla="*/ 4399136 h 6858000"/>
              <a:gd name="connsiteX185" fmla="*/ 742462 w 7467600"/>
              <a:gd name="connsiteY185" fmla="*/ 4594648 h 6858000"/>
              <a:gd name="connsiteX186" fmla="*/ 820602 w 7467600"/>
              <a:gd name="connsiteY186" fmla="*/ 4485915 h 6858000"/>
              <a:gd name="connsiteX187" fmla="*/ 878295 w 7467600"/>
              <a:gd name="connsiteY187" fmla="*/ 4403594 h 6858000"/>
              <a:gd name="connsiteX188" fmla="*/ 1240607 w 7467600"/>
              <a:gd name="connsiteY188" fmla="*/ 4010401 h 6858000"/>
              <a:gd name="connsiteX189" fmla="*/ 1310106 w 7467600"/>
              <a:gd name="connsiteY189" fmla="*/ 3943217 h 6858000"/>
              <a:gd name="connsiteX190" fmla="*/ 1423113 w 7467600"/>
              <a:gd name="connsiteY190" fmla="*/ 3874565 h 6858000"/>
              <a:gd name="connsiteX191" fmla="*/ 1260565 w 7467600"/>
              <a:gd name="connsiteY191" fmla="*/ 4031982 h 6858000"/>
              <a:gd name="connsiteX192" fmla="*/ 901900 w 7467600"/>
              <a:gd name="connsiteY192" fmla="*/ 4421236 h 6858000"/>
              <a:gd name="connsiteX193" fmla="*/ 845044 w 7467600"/>
              <a:gd name="connsiteY193" fmla="*/ 4502436 h 6858000"/>
              <a:gd name="connsiteX194" fmla="*/ 685926 w 7467600"/>
              <a:gd name="connsiteY194" fmla="*/ 4703069 h 6858000"/>
              <a:gd name="connsiteX195" fmla="*/ 684248 w 7467600"/>
              <a:gd name="connsiteY195" fmla="*/ 4706721 h 6858000"/>
              <a:gd name="connsiteX196" fmla="*/ 1423113 w 7467600"/>
              <a:gd name="connsiteY196" fmla="*/ 3874565 h 6858000"/>
              <a:gd name="connsiteX197" fmla="*/ 3316479 w 7467600"/>
              <a:gd name="connsiteY197" fmla="*/ 3872136 h 6858000"/>
              <a:gd name="connsiteX198" fmla="*/ 3546806 w 7467600"/>
              <a:gd name="connsiteY198" fmla="*/ 4356139 h 6858000"/>
              <a:gd name="connsiteX199" fmla="*/ 3364433 w 7467600"/>
              <a:gd name="connsiteY199" fmla="*/ 3953121 h 6858000"/>
              <a:gd name="connsiteX200" fmla="*/ 3316479 w 7467600"/>
              <a:gd name="connsiteY200" fmla="*/ 3872136 h 6858000"/>
              <a:gd name="connsiteX201" fmla="*/ 3291335 w 7467600"/>
              <a:gd name="connsiteY201" fmla="*/ 3767420 h 6858000"/>
              <a:gd name="connsiteX202" fmla="*/ 3390805 w 7467600"/>
              <a:gd name="connsiteY202" fmla="*/ 3937163 h 6858000"/>
              <a:gd name="connsiteX203" fmla="*/ 3579062 w 7467600"/>
              <a:gd name="connsiteY203" fmla="*/ 4359040 h 6858000"/>
              <a:gd name="connsiteX204" fmla="*/ 3467355 w 7467600"/>
              <a:gd name="connsiteY204" fmla="*/ 3988130 h 6858000"/>
              <a:gd name="connsiteX205" fmla="*/ 3310753 w 7467600"/>
              <a:gd name="connsiteY205" fmla="*/ 3787140 h 6858000"/>
              <a:gd name="connsiteX206" fmla="*/ 3291335 w 7467600"/>
              <a:gd name="connsiteY206" fmla="*/ 3767420 h 6858000"/>
              <a:gd name="connsiteX207" fmla="*/ 1635889 w 7467600"/>
              <a:gd name="connsiteY207" fmla="*/ 3709494 h 6858000"/>
              <a:gd name="connsiteX208" fmla="*/ 1634800 w 7467600"/>
              <a:gd name="connsiteY208" fmla="*/ 3731111 h 6858000"/>
              <a:gd name="connsiteX209" fmla="*/ 1635889 w 7467600"/>
              <a:gd name="connsiteY209" fmla="*/ 3709494 h 6858000"/>
              <a:gd name="connsiteX210" fmla="*/ 1510397 w 7467600"/>
              <a:gd name="connsiteY210" fmla="*/ 3684705 h 6858000"/>
              <a:gd name="connsiteX211" fmla="*/ 1146550 w 7467600"/>
              <a:gd name="connsiteY211" fmla="*/ 3802012 h 6858000"/>
              <a:gd name="connsiteX212" fmla="*/ 698834 w 7467600"/>
              <a:gd name="connsiteY212" fmla="*/ 3952272 h 6858000"/>
              <a:gd name="connsiteX213" fmla="*/ 34256 w 7467600"/>
              <a:gd name="connsiteY213" fmla="*/ 4347603 h 6858000"/>
              <a:gd name="connsiteX214" fmla="*/ 527241 w 7467600"/>
              <a:gd name="connsiteY214" fmla="*/ 4065078 h 6858000"/>
              <a:gd name="connsiteX215" fmla="*/ 1510397 w 7467600"/>
              <a:gd name="connsiteY215" fmla="*/ 3684705 h 6858000"/>
              <a:gd name="connsiteX216" fmla="*/ 1313114 w 7467600"/>
              <a:gd name="connsiteY216" fmla="*/ 3655216 h 6858000"/>
              <a:gd name="connsiteX217" fmla="*/ 1109304 w 7467600"/>
              <a:gd name="connsiteY217" fmla="*/ 3669030 h 6858000"/>
              <a:gd name="connsiteX218" fmla="*/ 8129 w 7467600"/>
              <a:gd name="connsiteY218" fmla="*/ 4330519 h 6858000"/>
              <a:gd name="connsiteX219" fmla="*/ 687572 w 7467600"/>
              <a:gd name="connsiteY219" fmla="*/ 3925629 h 6858000"/>
              <a:gd name="connsiteX220" fmla="*/ 1138365 w 7467600"/>
              <a:gd name="connsiteY220" fmla="*/ 3774515 h 6858000"/>
              <a:gd name="connsiteX221" fmla="*/ 1505579 w 7467600"/>
              <a:gd name="connsiteY221" fmla="*/ 3655526 h 6858000"/>
              <a:gd name="connsiteX222" fmla="*/ 1313114 w 7467600"/>
              <a:gd name="connsiteY222" fmla="*/ 3655216 h 6858000"/>
              <a:gd name="connsiteX223" fmla="*/ 3655073 w 7467600"/>
              <a:gd name="connsiteY223" fmla="*/ 3650884 h 6858000"/>
              <a:gd name="connsiteX224" fmla="*/ 3989938 w 7467600"/>
              <a:gd name="connsiteY224" fmla="*/ 3991685 h 6858000"/>
              <a:gd name="connsiteX225" fmla="*/ 4393907 w 7467600"/>
              <a:gd name="connsiteY225" fmla="*/ 4261258 h 6858000"/>
              <a:gd name="connsiteX226" fmla="*/ 4648051 w 7467600"/>
              <a:gd name="connsiteY226" fmla="*/ 4374051 h 6858000"/>
              <a:gd name="connsiteX227" fmla="*/ 4383389 w 7467600"/>
              <a:gd name="connsiteY227" fmla="*/ 4184369 h 6858000"/>
              <a:gd name="connsiteX228" fmla="*/ 4165508 w 7467600"/>
              <a:gd name="connsiteY228" fmla="*/ 4035196 h 6858000"/>
              <a:gd name="connsiteX229" fmla="*/ 4068162 w 7467600"/>
              <a:gd name="connsiteY229" fmla="*/ 3953394 h 6858000"/>
              <a:gd name="connsiteX230" fmla="*/ 3981416 w 7467600"/>
              <a:gd name="connsiteY230" fmla="*/ 3880482 h 6858000"/>
              <a:gd name="connsiteX231" fmla="*/ 3800147 w 7467600"/>
              <a:gd name="connsiteY231" fmla="*/ 3749872 h 6858000"/>
              <a:gd name="connsiteX232" fmla="*/ 3655073 w 7467600"/>
              <a:gd name="connsiteY232" fmla="*/ 3650884 h 6858000"/>
              <a:gd name="connsiteX233" fmla="*/ 3670252 w 7467600"/>
              <a:gd name="connsiteY233" fmla="*/ 3622798 h 6858000"/>
              <a:gd name="connsiteX234" fmla="*/ 3817258 w 7467600"/>
              <a:gd name="connsiteY234" fmla="*/ 3723577 h 6858000"/>
              <a:gd name="connsiteX235" fmla="*/ 4000461 w 7467600"/>
              <a:gd name="connsiteY235" fmla="*/ 3855966 h 6858000"/>
              <a:gd name="connsiteX236" fmla="*/ 4088180 w 7467600"/>
              <a:gd name="connsiteY236" fmla="*/ 3929774 h 6858000"/>
              <a:gd name="connsiteX237" fmla="*/ 4184555 w 7467600"/>
              <a:gd name="connsiteY237" fmla="*/ 4010683 h 6858000"/>
              <a:gd name="connsiteX238" fmla="*/ 4399563 w 7467600"/>
              <a:gd name="connsiteY238" fmla="*/ 4158106 h 6858000"/>
              <a:gd name="connsiteX239" fmla="*/ 4684469 w 7467600"/>
              <a:gd name="connsiteY239" fmla="*/ 4364680 h 6858000"/>
              <a:gd name="connsiteX240" fmla="*/ 4690271 w 7467600"/>
              <a:gd name="connsiteY240" fmla="*/ 4370034 h 6858000"/>
              <a:gd name="connsiteX241" fmla="*/ 4136093 w 7467600"/>
              <a:gd name="connsiteY241" fmla="*/ 3858466 h 6858000"/>
              <a:gd name="connsiteX242" fmla="*/ 3670252 w 7467600"/>
              <a:gd name="connsiteY242" fmla="*/ 3622798 h 6858000"/>
              <a:gd name="connsiteX243" fmla="*/ 4440129 w 7467600"/>
              <a:gd name="connsiteY243" fmla="*/ 3448571 h 6858000"/>
              <a:gd name="connsiteX244" fmla="*/ 4856525 w 7467600"/>
              <a:gd name="connsiteY244" fmla="*/ 3915351 h 6858000"/>
              <a:gd name="connsiteX245" fmla="*/ 5059055 w 7467600"/>
              <a:gd name="connsiteY245" fmla="*/ 4108918 h 6858000"/>
              <a:gd name="connsiteX246" fmla="*/ 5290070 w 7467600"/>
              <a:gd name="connsiteY246" fmla="*/ 4263619 h 6858000"/>
              <a:gd name="connsiteX247" fmla="*/ 4834991 w 7467600"/>
              <a:gd name="connsiteY247" fmla="*/ 3830985 h 6858000"/>
              <a:gd name="connsiteX248" fmla="*/ 4440129 w 7467600"/>
              <a:gd name="connsiteY248" fmla="*/ 3448571 h 6858000"/>
              <a:gd name="connsiteX249" fmla="*/ 4441737 w 7467600"/>
              <a:gd name="connsiteY249" fmla="*/ 3399734 h 6858000"/>
              <a:gd name="connsiteX250" fmla="*/ 4431236 w 7467600"/>
              <a:gd name="connsiteY250" fmla="*/ 3400954 h 6858000"/>
              <a:gd name="connsiteX251" fmla="*/ 4557150 w 7467600"/>
              <a:gd name="connsiteY251" fmla="*/ 3510023 h 6858000"/>
              <a:gd name="connsiteX252" fmla="*/ 4856936 w 7467600"/>
              <a:gd name="connsiteY252" fmla="*/ 3809146 h 6858000"/>
              <a:gd name="connsiteX253" fmla="*/ 5111996 w 7467600"/>
              <a:gd name="connsiteY253" fmla="*/ 4065759 h 6858000"/>
              <a:gd name="connsiteX254" fmla="*/ 5388878 w 7467600"/>
              <a:gd name="connsiteY254" fmla="*/ 4300185 h 6858000"/>
              <a:gd name="connsiteX255" fmla="*/ 5425556 w 7467600"/>
              <a:gd name="connsiteY255" fmla="*/ 4308967 h 6858000"/>
              <a:gd name="connsiteX256" fmla="*/ 4943646 w 7467600"/>
              <a:gd name="connsiteY256" fmla="*/ 3822916 h 6858000"/>
              <a:gd name="connsiteX257" fmla="*/ 4594837 w 7467600"/>
              <a:gd name="connsiteY257" fmla="*/ 3532274 h 6858000"/>
              <a:gd name="connsiteX258" fmla="*/ 4441737 w 7467600"/>
              <a:gd name="connsiteY258" fmla="*/ 3399734 h 6858000"/>
              <a:gd name="connsiteX259" fmla="*/ 5425834 w 7467600"/>
              <a:gd name="connsiteY259" fmla="*/ 3162785 h 6858000"/>
              <a:gd name="connsiteX260" fmla="*/ 5401644 w 7467600"/>
              <a:gd name="connsiteY260" fmla="*/ 3617847 h 6858000"/>
              <a:gd name="connsiteX261" fmla="*/ 5467256 w 7467600"/>
              <a:gd name="connsiteY261" fmla="*/ 4175494 h 6858000"/>
              <a:gd name="connsiteX262" fmla="*/ 5448069 w 7467600"/>
              <a:gd name="connsiteY262" fmla="*/ 3567554 h 6858000"/>
              <a:gd name="connsiteX263" fmla="*/ 5425834 w 7467600"/>
              <a:gd name="connsiteY263" fmla="*/ 3162785 h 6858000"/>
              <a:gd name="connsiteX264" fmla="*/ 1318687 w 7467600"/>
              <a:gd name="connsiteY264" fmla="*/ 3113840 h 6858000"/>
              <a:gd name="connsiteX265" fmla="*/ 1066793 w 7467600"/>
              <a:gd name="connsiteY265" fmla="*/ 3212171 h 6858000"/>
              <a:gd name="connsiteX266" fmla="*/ 993319 w 7467600"/>
              <a:gd name="connsiteY266" fmla="*/ 3247648 h 6858000"/>
              <a:gd name="connsiteX267" fmla="*/ 853081 w 7467600"/>
              <a:gd name="connsiteY267" fmla="*/ 3312410 h 6858000"/>
              <a:gd name="connsiteX268" fmla="*/ 805957 w 7467600"/>
              <a:gd name="connsiteY268" fmla="*/ 3330443 h 6858000"/>
              <a:gd name="connsiteX269" fmla="*/ 1318687 w 7467600"/>
              <a:gd name="connsiteY269" fmla="*/ 3113840 h 6858000"/>
              <a:gd name="connsiteX270" fmla="*/ 5453702 w 7467600"/>
              <a:gd name="connsiteY270" fmla="*/ 3090882 h 6858000"/>
              <a:gd name="connsiteX271" fmla="*/ 5480135 w 7467600"/>
              <a:gd name="connsiteY271" fmla="*/ 3565802 h 6858000"/>
              <a:gd name="connsiteX272" fmla="*/ 5499023 w 7467600"/>
              <a:gd name="connsiteY272" fmla="*/ 4166310 h 6858000"/>
              <a:gd name="connsiteX273" fmla="*/ 5547022 w 7467600"/>
              <a:gd name="connsiteY273" fmla="*/ 3607838 h 6858000"/>
              <a:gd name="connsiteX274" fmla="*/ 5515964 w 7467600"/>
              <a:gd name="connsiteY274" fmla="*/ 3378541 h 6858000"/>
              <a:gd name="connsiteX275" fmla="*/ 5453702 w 7467600"/>
              <a:gd name="connsiteY275" fmla="*/ 3090882 h 6858000"/>
              <a:gd name="connsiteX276" fmla="*/ 1238695 w 7467600"/>
              <a:gd name="connsiteY276" fmla="*/ 3076820 h 6858000"/>
              <a:gd name="connsiteX277" fmla="*/ 716371 w 7467600"/>
              <a:gd name="connsiteY277" fmla="*/ 3293249 h 6858000"/>
              <a:gd name="connsiteX278" fmla="*/ 579522 w 7467600"/>
              <a:gd name="connsiteY278" fmla="*/ 3371759 h 6858000"/>
              <a:gd name="connsiteX279" fmla="*/ 600288 w 7467600"/>
              <a:gd name="connsiteY279" fmla="*/ 3365555 h 6858000"/>
              <a:gd name="connsiteX280" fmla="*/ 840692 w 7467600"/>
              <a:gd name="connsiteY280" fmla="*/ 3284921 h 6858000"/>
              <a:gd name="connsiteX281" fmla="*/ 979248 w 7467600"/>
              <a:gd name="connsiteY281" fmla="*/ 3221003 h 6858000"/>
              <a:gd name="connsiteX282" fmla="*/ 1053282 w 7467600"/>
              <a:gd name="connsiteY282" fmla="*/ 3185247 h 6858000"/>
              <a:gd name="connsiteX283" fmla="*/ 1320603 w 7467600"/>
              <a:gd name="connsiteY283" fmla="*/ 3081281 h 6858000"/>
              <a:gd name="connsiteX284" fmla="*/ 1238695 w 7467600"/>
              <a:gd name="connsiteY284" fmla="*/ 3076820 h 6858000"/>
              <a:gd name="connsiteX285" fmla="*/ 5425627 w 7467600"/>
              <a:gd name="connsiteY285" fmla="*/ 2954192 h 6858000"/>
              <a:gd name="connsiteX286" fmla="*/ 5470770 w 7467600"/>
              <a:gd name="connsiteY286" fmla="*/ 3005435 h 6858000"/>
              <a:gd name="connsiteX287" fmla="*/ 5519779 w 7467600"/>
              <a:gd name="connsiteY287" fmla="*/ 4359223 h 6858000"/>
              <a:gd name="connsiteX288" fmla="*/ 5520293 w 7467600"/>
              <a:gd name="connsiteY288" fmla="*/ 4360602 h 6858000"/>
              <a:gd name="connsiteX289" fmla="*/ 5767221 w 7467600"/>
              <a:gd name="connsiteY289" fmla="*/ 4665564 h 6858000"/>
              <a:gd name="connsiteX290" fmla="*/ 6937169 w 7467600"/>
              <a:gd name="connsiteY290" fmla="*/ 4815941 h 6858000"/>
              <a:gd name="connsiteX291" fmla="*/ 6953922 w 7467600"/>
              <a:gd name="connsiteY291" fmla="*/ 4890068 h 6858000"/>
              <a:gd name="connsiteX292" fmla="*/ 6071359 w 7467600"/>
              <a:gd name="connsiteY292" fmla="*/ 4770770 h 6858000"/>
              <a:gd name="connsiteX293" fmla="*/ 6038839 w 7467600"/>
              <a:gd name="connsiteY293" fmla="*/ 4764474 h 6858000"/>
              <a:gd name="connsiteX294" fmla="*/ 6038706 w 7467600"/>
              <a:gd name="connsiteY294" fmla="*/ 4763847 h 6858000"/>
              <a:gd name="connsiteX295" fmla="*/ 6037784 w 7467600"/>
              <a:gd name="connsiteY295" fmla="*/ 4764270 h 6858000"/>
              <a:gd name="connsiteX296" fmla="*/ 6038839 w 7467600"/>
              <a:gd name="connsiteY296" fmla="*/ 4764474 h 6858000"/>
              <a:gd name="connsiteX297" fmla="*/ 6040338 w 7467600"/>
              <a:gd name="connsiteY297" fmla="*/ 4771418 h 6858000"/>
              <a:gd name="connsiteX298" fmla="*/ 6024488 w 7467600"/>
              <a:gd name="connsiteY298" fmla="*/ 4809903 h 6858000"/>
              <a:gd name="connsiteX299" fmla="*/ 5599771 w 7467600"/>
              <a:gd name="connsiteY299" fmla="*/ 5509652 h 6858000"/>
              <a:gd name="connsiteX300" fmla="*/ 5548843 w 7467600"/>
              <a:gd name="connsiteY300" fmla="*/ 5563845 h 6858000"/>
              <a:gd name="connsiteX301" fmla="*/ 5940952 w 7467600"/>
              <a:gd name="connsiteY301" fmla="*/ 6250028 h 6858000"/>
              <a:gd name="connsiteX302" fmla="*/ 6043441 w 7467600"/>
              <a:gd name="connsiteY302" fmla="*/ 6665847 h 6858000"/>
              <a:gd name="connsiteX303" fmla="*/ 6093432 w 7467600"/>
              <a:gd name="connsiteY303" fmla="*/ 6858000 h 6858000"/>
              <a:gd name="connsiteX304" fmla="*/ 6034344 w 7467600"/>
              <a:gd name="connsiteY304" fmla="*/ 6858000 h 6858000"/>
              <a:gd name="connsiteX305" fmla="*/ 6026679 w 7467600"/>
              <a:gd name="connsiteY305" fmla="*/ 6836959 h 6858000"/>
              <a:gd name="connsiteX306" fmla="*/ 5800441 w 7467600"/>
              <a:gd name="connsiteY306" fmla="*/ 6335286 h 6858000"/>
              <a:gd name="connsiteX307" fmla="*/ 5526562 w 7467600"/>
              <a:gd name="connsiteY307" fmla="*/ 5705388 h 6858000"/>
              <a:gd name="connsiteX308" fmla="*/ 5519640 w 7467600"/>
              <a:gd name="connsiteY308" fmla="*/ 5683774 h 6858000"/>
              <a:gd name="connsiteX309" fmla="*/ 5844559 w 7467600"/>
              <a:gd name="connsiteY309" fmla="*/ 6553349 h 6858000"/>
              <a:gd name="connsiteX310" fmla="*/ 5975994 w 7467600"/>
              <a:gd name="connsiteY310" fmla="*/ 6858000 h 6858000"/>
              <a:gd name="connsiteX311" fmla="*/ 5898547 w 7467600"/>
              <a:gd name="connsiteY311" fmla="*/ 6858000 h 6858000"/>
              <a:gd name="connsiteX312" fmla="*/ 5682041 w 7467600"/>
              <a:gd name="connsiteY312" fmla="*/ 6355860 h 6858000"/>
              <a:gd name="connsiteX313" fmla="*/ 5461758 w 7467600"/>
              <a:gd name="connsiteY313" fmla="*/ 5820220 h 6858000"/>
              <a:gd name="connsiteX314" fmla="*/ 5237282 w 7467600"/>
              <a:gd name="connsiteY314" fmla="*/ 6579086 h 6858000"/>
              <a:gd name="connsiteX315" fmla="*/ 5115009 w 7467600"/>
              <a:gd name="connsiteY315" fmla="*/ 6858000 h 6858000"/>
              <a:gd name="connsiteX316" fmla="*/ 5028074 w 7467600"/>
              <a:gd name="connsiteY316" fmla="*/ 6858000 h 6858000"/>
              <a:gd name="connsiteX317" fmla="*/ 5079508 w 7467600"/>
              <a:gd name="connsiteY317" fmla="*/ 6749074 h 6858000"/>
              <a:gd name="connsiteX318" fmla="*/ 5371846 w 7467600"/>
              <a:gd name="connsiteY318" fmla="*/ 5924413 h 6858000"/>
              <a:gd name="connsiteX319" fmla="*/ 5270512 w 7467600"/>
              <a:gd name="connsiteY319" fmla="*/ 6138975 h 6858000"/>
              <a:gd name="connsiteX320" fmla="*/ 5062409 w 7467600"/>
              <a:gd name="connsiteY320" fmla="*/ 6653544 h 6858000"/>
              <a:gd name="connsiteX321" fmla="*/ 5036628 w 7467600"/>
              <a:gd name="connsiteY321" fmla="*/ 6754247 h 6858000"/>
              <a:gd name="connsiteX322" fmla="*/ 5009112 w 7467600"/>
              <a:gd name="connsiteY322" fmla="*/ 6858000 h 6858000"/>
              <a:gd name="connsiteX323" fmla="*/ 4976679 w 7467600"/>
              <a:gd name="connsiteY323" fmla="*/ 6858000 h 6858000"/>
              <a:gd name="connsiteX324" fmla="*/ 5006537 w 7467600"/>
              <a:gd name="connsiteY324" fmla="*/ 6747068 h 6858000"/>
              <a:gd name="connsiteX325" fmla="*/ 5032723 w 7467600"/>
              <a:gd name="connsiteY325" fmla="*/ 6644957 h 6858000"/>
              <a:gd name="connsiteX326" fmla="*/ 5242949 w 7467600"/>
              <a:gd name="connsiteY326" fmla="*/ 6125175 h 6858000"/>
              <a:gd name="connsiteX327" fmla="*/ 5286321 w 7467600"/>
              <a:gd name="connsiteY327" fmla="*/ 6033555 h 6858000"/>
              <a:gd name="connsiteX328" fmla="*/ 5008210 w 7467600"/>
              <a:gd name="connsiteY328" fmla="*/ 6649194 h 6858000"/>
              <a:gd name="connsiteX329" fmla="*/ 4986321 w 7467600"/>
              <a:gd name="connsiteY329" fmla="*/ 6765687 h 6858000"/>
              <a:gd name="connsiteX330" fmla="*/ 4973474 w 7467600"/>
              <a:gd name="connsiteY330" fmla="*/ 6858000 h 6858000"/>
              <a:gd name="connsiteX331" fmla="*/ 4907178 w 7467600"/>
              <a:gd name="connsiteY331" fmla="*/ 6858000 h 6858000"/>
              <a:gd name="connsiteX332" fmla="*/ 4910810 w 7467600"/>
              <a:gd name="connsiteY332" fmla="*/ 6829660 h 6858000"/>
              <a:gd name="connsiteX333" fmla="*/ 4987461 w 7467600"/>
              <a:gd name="connsiteY333" fmla="*/ 6432994 h 6858000"/>
              <a:gd name="connsiteX334" fmla="*/ 5179262 w 7467600"/>
              <a:gd name="connsiteY334" fmla="*/ 6035044 h 6858000"/>
              <a:gd name="connsiteX335" fmla="*/ 4689678 w 7467600"/>
              <a:gd name="connsiteY335" fmla="*/ 6440241 h 6858000"/>
              <a:gd name="connsiteX336" fmla="*/ 4477543 w 7467600"/>
              <a:gd name="connsiteY336" fmla="*/ 6674836 h 6858000"/>
              <a:gd name="connsiteX337" fmla="*/ 4329957 w 7467600"/>
              <a:gd name="connsiteY337" fmla="*/ 6858000 h 6858000"/>
              <a:gd name="connsiteX338" fmla="*/ 4218595 w 7467600"/>
              <a:gd name="connsiteY338" fmla="*/ 6858000 h 6858000"/>
              <a:gd name="connsiteX339" fmla="*/ 4368888 w 7467600"/>
              <a:gd name="connsiteY339" fmla="*/ 6668412 h 6858000"/>
              <a:gd name="connsiteX340" fmla="*/ 4563091 w 7467600"/>
              <a:gd name="connsiteY340" fmla="*/ 6442508 h 6858000"/>
              <a:gd name="connsiteX341" fmla="*/ 5387324 w 7467600"/>
              <a:gd name="connsiteY341" fmla="*/ 5705830 h 6858000"/>
              <a:gd name="connsiteX342" fmla="*/ 5073620 w 7467600"/>
              <a:gd name="connsiteY342" fmla="*/ 5955437 h 6858000"/>
              <a:gd name="connsiteX343" fmla="*/ 4689789 w 7467600"/>
              <a:gd name="connsiteY343" fmla="*/ 6268382 h 6858000"/>
              <a:gd name="connsiteX344" fmla="*/ 4418722 w 7467600"/>
              <a:gd name="connsiteY344" fmla="*/ 6570886 h 6858000"/>
              <a:gd name="connsiteX345" fmla="*/ 4214944 w 7467600"/>
              <a:gd name="connsiteY345" fmla="*/ 6858000 h 6858000"/>
              <a:gd name="connsiteX346" fmla="*/ 4177898 w 7467600"/>
              <a:gd name="connsiteY346" fmla="*/ 6858000 h 6858000"/>
              <a:gd name="connsiteX347" fmla="*/ 4391597 w 7467600"/>
              <a:gd name="connsiteY347" fmla="*/ 6556370 h 6858000"/>
              <a:gd name="connsiteX348" fmla="*/ 4668889 w 7467600"/>
              <a:gd name="connsiteY348" fmla="*/ 6246399 h 6858000"/>
              <a:gd name="connsiteX349" fmla="*/ 5055427 w 7467600"/>
              <a:gd name="connsiteY349" fmla="*/ 5931476 h 6858000"/>
              <a:gd name="connsiteX350" fmla="*/ 5371814 w 7467600"/>
              <a:gd name="connsiteY350" fmla="*/ 5678975 h 6858000"/>
              <a:gd name="connsiteX351" fmla="*/ 4987918 w 7467600"/>
              <a:gd name="connsiteY351" fmla="*/ 5838701 h 6858000"/>
              <a:gd name="connsiteX352" fmla="*/ 4317146 w 7467600"/>
              <a:gd name="connsiteY352" fmla="*/ 6587716 h 6858000"/>
              <a:gd name="connsiteX353" fmla="*/ 4171627 w 7467600"/>
              <a:gd name="connsiteY353" fmla="*/ 6858000 h 6858000"/>
              <a:gd name="connsiteX354" fmla="*/ 4081585 w 7467600"/>
              <a:gd name="connsiteY354" fmla="*/ 6858000 h 6858000"/>
              <a:gd name="connsiteX355" fmla="*/ 4238603 w 7467600"/>
              <a:gd name="connsiteY355" fmla="*/ 6559341 h 6858000"/>
              <a:gd name="connsiteX356" fmla="*/ 4778333 w 7467600"/>
              <a:gd name="connsiteY356" fmla="*/ 5873626 h 6858000"/>
              <a:gd name="connsiteX357" fmla="*/ 5414185 w 7467600"/>
              <a:gd name="connsiteY357" fmla="*/ 5573882 h 6858000"/>
              <a:gd name="connsiteX358" fmla="*/ 5959648 w 7467600"/>
              <a:gd name="connsiteY358" fmla="*/ 4760797 h 6858000"/>
              <a:gd name="connsiteX359" fmla="*/ 5355019 w 7467600"/>
              <a:gd name="connsiteY359" fmla="*/ 4734672 h 6858000"/>
              <a:gd name="connsiteX360" fmla="*/ 5083565 w 7467600"/>
              <a:gd name="connsiteY360" fmla="*/ 5179121 h 6858000"/>
              <a:gd name="connsiteX361" fmla="*/ 4713577 w 7467600"/>
              <a:gd name="connsiteY361" fmla="*/ 5616803 h 6858000"/>
              <a:gd name="connsiteX362" fmla="*/ 3989559 w 7467600"/>
              <a:gd name="connsiteY362" fmla="*/ 6145945 h 6858000"/>
              <a:gd name="connsiteX363" fmla="*/ 3939824 w 7467600"/>
              <a:gd name="connsiteY363" fmla="*/ 6066900 h 6858000"/>
              <a:gd name="connsiteX364" fmla="*/ 4584537 w 7467600"/>
              <a:gd name="connsiteY364" fmla="*/ 5324826 h 6858000"/>
              <a:gd name="connsiteX365" fmla="*/ 5037105 w 7467600"/>
              <a:gd name="connsiteY365" fmla="*/ 5088765 h 6858000"/>
              <a:gd name="connsiteX366" fmla="*/ 5039930 w 7467600"/>
              <a:gd name="connsiteY366" fmla="*/ 5089585 h 6858000"/>
              <a:gd name="connsiteX367" fmla="*/ 5263764 w 7467600"/>
              <a:gd name="connsiteY367" fmla="*/ 4735525 h 6858000"/>
              <a:gd name="connsiteX368" fmla="*/ 4086300 w 7467600"/>
              <a:gd name="connsiteY368" fmla="*/ 4884599 h 6858000"/>
              <a:gd name="connsiteX369" fmla="*/ 4085485 w 7467600"/>
              <a:gd name="connsiteY369" fmla="*/ 4899070 h 6858000"/>
              <a:gd name="connsiteX370" fmla="*/ 3871915 w 7467600"/>
              <a:gd name="connsiteY370" fmla="*/ 5253645 h 6858000"/>
              <a:gd name="connsiteX371" fmla="*/ 3799374 w 7467600"/>
              <a:gd name="connsiteY371" fmla="*/ 5466127 h 6858000"/>
              <a:gd name="connsiteX372" fmla="*/ 3498850 w 7467600"/>
              <a:gd name="connsiteY372" fmla="*/ 6661888 h 6858000"/>
              <a:gd name="connsiteX373" fmla="*/ 3399216 w 7467600"/>
              <a:gd name="connsiteY373" fmla="*/ 6858000 h 6858000"/>
              <a:gd name="connsiteX374" fmla="*/ 3303688 w 7467600"/>
              <a:gd name="connsiteY374" fmla="*/ 6858000 h 6858000"/>
              <a:gd name="connsiteX375" fmla="*/ 3391774 w 7467600"/>
              <a:gd name="connsiteY375" fmla="*/ 6697181 h 6858000"/>
              <a:gd name="connsiteX376" fmla="*/ 3735540 w 7467600"/>
              <a:gd name="connsiteY376" fmla="*/ 5546923 h 6858000"/>
              <a:gd name="connsiteX377" fmla="*/ 3729438 w 7467600"/>
              <a:gd name="connsiteY377" fmla="*/ 5569058 h 6858000"/>
              <a:gd name="connsiteX378" fmla="*/ 3707782 w 7467600"/>
              <a:gd name="connsiteY378" fmla="*/ 5644908 h 6858000"/>
              <a:gd name="connsiteX379" fmla="*/ 3583827 w 7467600"/>
              <a:gd name="connsiteY379" fmla="*/ 6039215 h 6858000"/>
              <a:gd name="connsiteX380" fmla="*/ 3547861 w 7467600"/>
              <a:gd name="connsiteY380" fmla="*/ 6129609 h 6858000"/>
              <a:gd name="connsiteX381" fmla="*/ 3490905 w 7467600"/>
              <a:gd name="connsiteY381" fmla="*/ 6277660 h 6858000"/>
              <a:gd name="connsiteX382" fmla="*/ 3455859 w 7467600"/>
              <a:gd name="connsiteY382" fmla="*/ 6391301 h 6858000"/>
              <a:gd name="connsiteX383" fmla="*/ 3429112 w 7467600"/>
              <a:gd name="connsiteY383" fmla="*/ 6479469 h 6858000"/>
              <a:gd name="connsiteX384" fmla="*/ 3304862 w 7467600"/>
              <a:gd name="connsiteY384" fmla="*/ 6796476 h 6858000"/>
              <a:gd name="connsiteX385" fmla="*/ 3276071 w 7467600"/>
              <a:gd name="connsiteY385" fmla="*/ 6858000 h 6858000"/>
              <a:gd name="connsiteX386" fmla="*/ 3240805 w 7467600"/>
              <a:gd name="connsiteY386" fmla="*/ 6858000 h 6858000"/>
              <a:gd name="connsiteX387" fmla="*/ 3275917 w 7467600"/>
              <a:gd name="connsiteY387" fmla="*/ 6783192 h 6858000"/>
              <a:gd name="connsiteX388" fmla="*/ 3399358 w 7467600"/>
              <a:gd name="connsiteY388" fmla="*/ 6469011 h 6858000"/>
              <a:gd name="connsiteX389" fmla="*/ 3425650 w 7467600"/>
              <a:gd name="connsiteY389" fmla="*/ 6381333 h 6858000"/>
              <a:gd name="connsiteX390" fmla="*/ 3460661 w 7467600"/>
              <a:gd name="connsiteY390" fmla="*/ 6266763 h 6858000"/>
              <a:gd name="connsiteX391" fmla="*/ 3518021 w 7467600"/>
              <a:gd name="connsiteY391" fmla="*/ 6117298 h 6858000"/>
              <a:gd name="connsiteX392" fmla="*/ 3554035 w 7467600"/>
              <a:gd name="connsiteY392" fmla="*/ 6027832 h 6858000"/>
              <a:gd name="connsiteX393" fmla="*/ 3677174 w 7467600"/>
              <a:gd name="connsiteY393" fmla="*/ 5636351 h 6858000"/>
              <a:gd name="connsiteX394" fmla="*/ 3698819 w 7467600"/>
              <a:gd name="connsiteY394" fmla="*/ 5560503 h 6858000"/>
              <a:gd name="connsiteX395" fmla="*/ 3702094 w 7467600"/>
              <a:gd name="connsiteY395" fmla="*/ 5549194 h 6858000"/>
              <a:gd name="connsiteX396" fmla="*/ 3398355 w 7467600"/>
              <a:gd name="connsiteY396" fmla="*/ 6094603 h 6858000"/>
              <a:gd name="connsiteX397" fmla="*/ 3193941 w 7467600"/>
              <a:gd name="connsiteY397" fmla="*/ 6798775 h 6858000"/>
              <a:gd name="connsiteX398" fmla="*/ 3184140 w 7467600"/>
              <a:gd name="connsiteY398" fmla="*/ 6858000 h 6858000"/>
              <a:gd name="connsiteX399" fmla="*/ 3099978 w 7467600"/>
              <a:gd name="connsiteY399" fmla="*/ 6858000 h 6858000"/>
              <a:gd name="connsiteX400" fmla="*/ 3101556 w 7467600"/>
              <a:gd name="connsiteY400" fmla="*/ 6843337 h 6858000"/>
              <a:gd name="connsiteX401" fmla="*/ 3370162 w 7467600"/>
              <a:gd name="connsiteY401" fmla="*/ 5785550 h 6858000"/>
              <a:gd name="connsiteX402" fmla="*/ 3746477 w 7467600"/>
              <a:gd name="connsiteY402" fmla="*/ 5377889 h 6858000"/>
              <a:gd name="connsiteX403" fmla="*/ 3863399 w 7467600"/>
              <a:gd name="connsiteY403" fmla="*/ 5087257 h 6858000"/>
              <a:gd name="connsiteX404" fmla="*/ 3968712 w 7467600"/>
              <a:gd name="connsiteY404" fmla="*/ 4913989 h 6858000"/>
              <a:gd name="connsiteX405" fmla="*/ 2792390 w 7467600"/>
              <a:gd name="connsiteY405" fmla="*/ 5382974 h 6858000"/>
              <a:gd name="connsiteX406" fmla="*/ 2714982 w 7467600"/>
              <a:gd name="connsiteY406" fmla="*/ 5427051 h 6858000"/>
              <a:gd name="connsiteX407" fmla="*/ 2813361 w 7467600"/>
              <a:gd name="connsiteY407" fmla="*/ 6023912 h 6858000"/>
              <a:gd name="connsiteX408" fmla="*/ 2688430 w 7467600"/>
              <a:gd name="connsiteY408" fmla="*/ 6801564 h 6858000"/>
              <a:gd name="connsiteX409" fmla="*/ 2629626 w 7467600"/>
              <a:gd name="connsiteY409" fmla="*/ 6763394 h 6858000"/>
              <a:gd name="connsiteX410" fmla="*/ 2565328 w 7467600"/>
              <a:gd name="connsiteY410" fmla="*/ 5516399 h 6858000"/>
              <a:gd name="connsiteX411" fmla="*/ 1922999 w 7467600"/>
              <a:gd name="connsiteY411" fmla="*/ 5980343 h 6858000"/>
              <a:gd name="connsiteX412" fmla="*/ 1950261 w 7467600"/>
              <a:gd name="connsiteY412" fmla="*/ 6405858 h 6858000"/>
              <a:gd name="connsiteX413" fmla="*/ 2365554 w 7467600"/>
              <a:gd name="connsiteY413" fmla="*/ 6759107 h 6858000"/>
              <a:gd name="connsiteX414" fmla="*/ 2424142 w 7467600"/>
              <a:gd name="connsiteY414" fmla="*/ 6858000 h 6858000"/>
              <a:gd name="connsiteX415" fmla="*/ 2395994 w 7467600"/>
              <a:gd name="connsiteY415" fmla="*/ 6858000 h 6858000"/>
              <a:gd name="connsiteX416" fmla="*/ 2392863 w 7467600"/>
              <a:gd name="connsiteY416" fmla="*/ 6852964 h 6858000"/>
              <a:gd name="connsiteX417" fmla="*/ 2017589 w 7467600"/>
              <a:gd name="connsiteY417" fmla="*/ 6493982 h 6858000"/>
              <a:gd name="connsiteX418" fmla="*/ 2147336 w 7467600"/>
              <a:gd name="connsiteY418" fmla="*/ 6594052 h 6858000"/>
              <a:gd name="connsiteX419" fmla="*/ 2207047 w 7467600"/>
              <a:gd name="connsiteY419" fmla="*/ 6654540 h 6858000"/>
              <a:gd name="connsiteX420" fmla="*/ 2299106 w 7467600"/>
              <a:gd name="connsiteY420" fmla="*/ 6778931 h 6858000"/>
              <a:gd name="connsiteX421" fmla="*/ 2314430 w 7467600"/>
              <a:gd name="connsiteY421" fmla="*/ 6801144 h 6858000"/>
              <a:gd name="connsiteX422" fmla="*/ 2352406 w 7467600"/>
              <a:gd name="connsiteY422" fmla="*/ 6858000 h 6858000"/>
              <a:gd name="connsiteX423" fmla="*/ 2314492 w 7467600"/>
              <a:gd name="connsiteY423" fmla="*/ 6858000 h 6858000"/>
              <a:gd name="connsiteX424" fmla="*/ 2288095 w 7467600"/>
              <a:gd name="connsiteY424" fmla="*/ 6818030 h 6858000"/>
              <a:gd name="connsiteX425" fmla="*/ 2272768 w 7467600"/>
              <a:gd name="connsiteY425" fmla="*/ 6795822 h 6858000"/>
              <a:gd name="connsiteX426" fmla="*/ 2182715 w 7467600"/>
              <a:gd name="connsiteY426" fmla="*/ 6675071 h 6858000"/>
              <a:gd name="connsiteX427" fmla="*/ 2032061 w 7467600"/>
              <a:gd name="connsiteY427" fmla="*/ 6541380 h 6858000"/>
              <a:gd name="connsiteX428" fmla="*/ 2257220 w 7467600"/>
              <a:gd name="connsiteY428" fmla="*/ 6826257 h 6858000"/>
              <a:gd name="connsiteX429" fmla="*/ 2281324 w 7467600"/>
              <a:gd name="connsiteY429" fmla="*/ 6858000 h 6858000"/>
              <a:gd name="connsiteX430" fmla="*/ 2242860 w 7467600"/>
              <a:gd name="connsiteY430" fmla="*/ 6858000 h 6858000"/>
              <a:gd name="connsiteX431" fmla="*/ 2232818 w 7467600"/>
              <a:gd name="connsiteY431" fmla="*/ 6844926 h 6858000"/>
              <a:gd name="connsiteX432" fmla="*/ 1990172 w 7467600"/>
              <a:gd name="connsiteY432" fmla="*/ 6542121 h 6858000"/>
              <a:gd name="connsiteX433" fmla="*/ 2124090 w 7467600"/>
              <a:gd name="connsiteY433" fmla="*/ 6761017 h 6858000"/>
              <a:gd name="connsiteX434" fmla="*/ 2200380 w 7467600"/>
              <a:gd name="connsiteY434" fmla="*/ 6858000 h 6858000"/>
              <a:gd name="connsiteX435" fmla="*/ 2147507 w 7467600"/>
              <a:gd name="connsiteY435" fmla="*/ 6858000 h 6858000"/>
              <a:gd name="connsiteX436" fmla="*/ 2070668 w 7467600"/>
              <a:gd name="connsiteY436" fmla="*/ 6761520 h 6858000"/>
              <a:gd name="connsiteX437" fmla="*/ 1975142 w 7467600"/>
              <a:gd name="connsiteY437" fmla="*/ 6585570 h 6858000"/>
              <a:gd name="connsiteX438" fmla="*/ 2050035 w 7467600"/>
              <a:gd name="connsiteY438" fmla="*/ 6813345 h 6858000"/>
              <a:gd name="connsiteX439" fmla="*/ 2063025 w 7467600"/>
              <a:gd name="connsiteY439" fmla="*/ 6858000 h 6858000"/>
              <a:gd name="connsiteX440" fmla="*/ 2021675 w 7467600"/>
              <a:gd name="connsiteY440" fmla="*/ 6858000 h 6858000"/>
              <a:gd name="connsiteX441" fmla="*/ 2019308 w 7467600"/>
              <a:gd name="connsiteY441" fmla="*/ 6847118 h 6858000"/>
              <a:gd name="connsiteX442" fmla="*/ 1938835 w 7467600"/>
              <a:gd name="connsiteY442" fmla="*/ 6551160 h 6858000"/>
              <a:gd name="connsiteX443" fmla="*/ 1953230 w 7467600"/>
              <a:gd name="connsiteY443" fmla="*/ 6759699 h 6858000"/>
              <a:gd name="connsiteX444" fmla="*/ 1956763 w 7467600"/>
              <a:gd name="connsiteY444" fmla="*/ 6778191 h 6858000"/>
              <a:gd name="connsiteX445" fmla="*/ 1967925 w 7467600"/>
              <a:gd name="connsiteY445" fmla="*/ 6858000 h 6858000"/>
              <a:gd name="connsiteX446" fmla="*/ 1936622 w 7467600"/>
              <a:gd name="connsiteY446" fmla="*/ 6858000 h 6858000"/>
              <a:gd name="connsiteX447" fmla="*/ 1926261 w 7467600"/>
              <a:gd name="connsiteY447" fmla="*/ 6784064 h 6858000"/>
              <a:gd name="connsiteX448" fmla="*/ 1922724 w 7467600"/>
              <a:gd name="connsiteY448" fmla="*/ 6765577 h 6858000"/>
              <a:gd name="connsiteX449" fmla="*/ 1904650 w 7467600"/>
              <a:gd name="connsiteY449" fmla="*/ 6639616 h 6858000"/>
              <a:gd name="connsiteX450" fmla="*/ 1885273 w 7467600"/>
              <a:gd name="connsiteY450" fmla="*/ 6858000 h 6858000"/>
              <a:gd name="connsiteX451" fmla="*/ 1854363 w 7467600"/>
              <a:gd name="connsiteY451" fmla="*/ 6858000 h 6858000"/>
              <a:gd name="connsiteX452" fmla="*/ 1880391 w 7467600"/>
              <a:gd name="connsiteY452" fmla="*/ 6603796 h 6858000"/>
              <a:gd name="connsiteX453" fmla="*/ 1818273 w 7467600"/>
              <a:gd name="connsiteY453" fmla="*/ 6715729 h 6858000"/>
              <a:gd name="connsiteX454" fmla="*/ 1794691 w 7467600"/>
              <a:gd name="connsiteY454" fmla="*/ 6843239 h 6858000"/>
              <a:gd name="connsiteX455" fmla="*/ 1794914 w 7467600"/>
              <a:gd name="connsiteY455" fmla="*/ 6858000 h 6858000"/>
              <a:gd name="connsiteX456" fmla="*/ 1746128 w 7467600"/>
              <a:gd name="connsiteY456" fmla="*/ 6858000 h 6858000"/>
              <a:gd name="connsiteX457" fmla="*/ 1753934 w 7467600"/>
              <a:gd name="connsiteY457" fmla="*/ 6724796 h 6858000"/>
              <a:gd name="connsiteX458" fmla="*/ 1792053 w 7467600"/>
              <a:gd name="connsiteY458" fmla="*/ 6572396 h 6858000"/>
              <a:gd name="connsiteX459" fmla="*/ 1862248 w 7467600"/>
              <a:gd name="connsiteY459" fmla="*/ 6266397 h 6858000"/>
              <a:gd name="connsiteX460" fmla="*/ 1862250 w 7467600"/>
              <a:gd name="connsiteY460" fmla="*/ 6033531 h 6858000"/>
              <a:gd name="connsiteX461" fmla="*/ 1211999 w 7467600"/>
              <a:gd name="connsiteY461" fmla="*/ 6683610 h 6858000"/>
              <a:gd name="connsiteX462" fmla="*/ 1213266 w 7467600"/>
              <a:gd name="connsiteY462" fmla="*/ 6691947 h 6858000"/>
              <a:gd name="connsiteX463" fmla="*/ 1203370 w 7467600"/>
              <a:gd name="connsiteY463" fmla="*/ 6850676 h 6858000"/>
              <a:gd name="connsiteX464" fmla="*/ 1203671 w 7467600"/>
              <a:gd name="connsiteY464" fmla="*/ 6858000 h 6858000"/>
              <a:gd name="connsiteX465" fmla="*/ 1143180 w 7467600"/>
              <a:gd name="connsiteY465" fmla="*/ 6858000 h 6858000"/>
              <a:gd name="connsiteX466" fmla="*/ 1142176 w 7467600"/>
              <a:gd name="connsiteY466" fmla="*/ 6766045 h 6858000"/>
              <a:gd name="connsiteX467" fmla="*/ 1067484 w 7467600"/>
              <a:gd name="connsiteY467" fmla="*/ 6858000 h 6858000"/>
              <a:gd name="connsiteX468" fmla="*/ 953928 w 7467600"/>
              <a:gd name="connsiteY468" fmla="*/ 6858000 h 6858000"/>
              <a:gd name="connsiteX469" fmla="*/ 959715 w 7467600"/>
              <a:gd name="connsiteY469" fmla="*/ 6850185 h 6858000"/>
              <a:gd name="connsiteX470" fmla="*/ 1483788 w 7467600"/>
              <a:gd name="connsiteY470" fmla="*/ 6259174 h 6858000"/>
              <a:gd name="connsiteX471" fmla="*/ 1100671 w 7467600"/>
              <a:gd name="connsiteY471" fmla="*/ 6252137 h 6858000"/>
              <a:gd name="connsiteX472" fmla="*/ 1090144 w 7467600"/>
              <a:gd name="connsiteY472" fmla="*/ 6256748 h 6858000"/>
              <a:gd name="connsiteX473" fmla="*/ 1095872 w 7467600"/>
              <a:gd name="connsiteY473" fmla="*/ 6271892 h 6858000"/>
              <a:gd name="connsiteX474" fmla="*/ 262785 w 7467600"/>
              <a:gd name="connsiteY474" fmla="*/ 6845450 h 6858000"/>
              <a:gd name="connsiteX475" fmla="*/ 209968 w 7467600"/>
              <a:gd name="connsiteY475" fmla="*/ 6770713 h 6858000"/>
              <a:gd name="connsiteX476" fmla="*/ 873460 w 7467600"/>
              <a:gd name="connsiteY476" fmla="*/ 6253768 h 6858000"/>
              <a:gd name="connsiteX477" fmla="*/ 192686 w 7467600"/>
              <a:gd name="connsiteY477" fmla="*/ 5849257 h 6858000"/>
              <a:gd name="connsiteX478" fmla="*/ 4696 w 7467600"/>
              <a:gd name="connsiteY478" fmla="*/ 5697668 h 6858000"/>
              <a:gd name="connsiteX479" fmla="*/ 0 w 7467600"/>
              <a:gd name="connsiteY479" fmla="*/ 5689984 h 6858000"/>
              <a:gd name="connsiteX480" fmla="*/ 0 w 7467600"/>
              <a:gd name="connsiteY480" fmla="*/ 5513472 h 6858000"/>
              <a:gd name="connsiteX481" fmla="*/ 174101 w 7467600"/>
              <a:gd name="connsiteY481" fmla="*/ 5620277 h 6858000"/>
              <a:gd name="connsiteX482" fmla="*/ 891800 w 7467600"/>
              <a:gd name="connsiteY482" fmla="*/ 6036935 h 6858000"/>
              <a:gd name="connsiteX483" fmla="*/ 1072219 w 7467600"/>
              <a:gd name="connsiteY483" fmla="*/ 6169443 h 6858000"/>
              <a:gd name="connsiteX484" fmla="*/ 1074117 w 7467600"/>
              <a:gd name="connsiteY484" fmla="*/ 6170301 h 6858000"/>
              <a:gd name="connsiteX485" fmla="*/ 1083114 w 7467600"/>
              <a:gd name="connsiteY485" fmla="*/ 6174131 h 6858000"/>
              <a:gd name="connsiteX486" fmla="*/ 1543010 w 7467600"/>
              <a:gd name="connsiteY486" fmla="*/ 6191140 h 6858000"/>
              <a:gd name="connsiteX487" fmla="*/ 1551080 w 7467600"/>
              <a:gd name="connsiteY487" fmla="*/ 6195006 h 6858000"/>
              <a:gd name="connsiteX488" fmla="*/ 2345443 w 7467600"/>
              <a:gd name="connsiteY488" fmla="*/ 5549882 h 6858000"/>
              <a:gd name="connsiteX489" fmla="*/ 1721499 w 7467600"/>
              <a:gd name="connsiteY489" fmla="*/ 5599969 h 6858000"/>
              <a:gd name="connsiteX490" fmla="*/ 767716 w 7467600"/>
              <a:gd name="connsiteY490" fmla="*/ 5472768 h 6858000"/>
              <a:gd name="connsiteX491" fmla="*/ 722147 w 7467600"/>
              <a:gd name="connsiteY491" fmla="*/ 5393091 h 6858000"/>
              <a:gd name="connsiteX492" fmla="*/ 1485552 w 7467600"/>
              <a:gd name="connsiteY492" fmla="*/ 5313202 h 6858000"/>
              <a:gd name="connsiteX493" fmla="*/ 2143004 w 7467600"/>
              <a:gd name="connsiteY493" fmla="*/ 5402420 h 6858000"/>
              <a:gd name="connsiteX494" fmla="*/ 1933391 w 7467600"/>
              <a:gd name="connsiteY494" fmla="*/ 5156971 h 6858000"/>
              <a:gd name="connsiteX495" fmla="*/ 1827118 w 7467600"/>
              <a:gd name="connsiteY495" fmla="*/ 4968410 h 6858000"/>
              <a:gd name="connsiteX496" fmla="*/ 1837349 w 7467600"/>
              <a:gd name="connsiteY496" fmla="*/ 4956357 h 6858000"/>
              <a:gd name="connsiteX497" fmla="*/ 2162835 w 7467600"/>
              <a:gd name="connsiteY497" fmla="*/ 5187853 h 6858000"/>
              <a:gd name="connsiteX498" fmla="*/ 2257167 w 7467600"/>
              <a:gd name="connsiteY498" fmla="*/ 5462123 h 6858000"/>
              <a:gd name="connsiteX499" fmla="*/ 2261598 w 7467600"/>
              <a:gd name="connsiteY499" fmla="*/ 5467998 h 6858000"/>
              <a:gd name="connsiteX500" fmla="*/ 2437177 w 7467600"/>
              <a:gd name="connsiteY500" fmla="*/ 5479608 h 6858000"/>
              <a:gd name="connsiteX501" fmla="*/ 2445247 w 7467600"/>
              <a:gd name="connsiteY501" fmla="*/ 5483476 h 6858000"/>
              <a:gd name="connsiteX502" fmla="*/ 2743626 w 7467600"/>
              <a:gd name="connsiteY502" fmla="*/ 5304819 h 6858000"/>
              <a:gd name="connsiteX503" fmla="*/ 3048102 w 7467600"/>
              <a:gd name="connsiteY503" fmla="*/ 5150595 h 6858000"/>
              <a:gd name="connsiteX504" fmla="*/ 1799414 w 7467600"/>
              <a:gd name="connsiteY504" fmla="*/ 4694732 h 6858000"/>
              <a:gd name="connsiteX505" fmla="*/ 1771735 w 7467600"/>
              <a:gd name="connsiteY505" fmla="*/ 4619929 h 6858000"/>
              <a:gd name="connsiteX506" fmla="*/ 3104273 w 7467600"/>
              <a:gd name="connsiteY506" fmla="*/ 5076159 h 6858000"/>
              <a:gd name="connsiteX507" fmla="*/ 3113245 w 7467600"/>
              <a:gd name="connsiteY507" fmla="*/ 5090705 h 6858000"/>
              <a:gd name="connsiteX508" fmla="*/ 3126294 w 7467600"/>
              <a:gd name="connsiteY508" fmla="*/ 5114400 h 6858000"/>
              <a:gd name="connsiteX509" fmla="*/ 3937433 w 7467600"/>
              <a:gd name="connsiteY509" fmla="*/ 4830473 h 6858000"/>
              <a:gd name="connsiteX510" fmla="*/ 3590475 w 7467600"/>
              <a:gd name="connsiteY510" fmla="*/ 4597974 h 6858000"/>
              <a:gd name="connsiteX511" fmla="*/ 3100264 w 7467600"/>
              <a:gd name="connsiteY511" fmla="*/ 4579845 h 6858000"/>
              <a:gd name="connsiteX512" fmla="*/ 2183576 w 7467600"/>
              <a:gd name="connsiteY512" fmla="*/ 4227150 h 6858000"/>
              <a:gd name="connsiteX513" fmla="*/ 2151029 w 7467600"/>
              <a:gd name="connsiteY513" fmla="*/ 4146947 h 6858000"/>
              <a:gd name="connsiteX514" fmla="*/ 3563434 w 7467600"/>
              <a:gd name="connsiteY514" fmla="*/ 4469115 h 6858000"/>
              <a:gd name="connsiteX515" fmla="*/ 3177952 w 7467600"/>
              <a:gd name="connsiteY515" fmla="*/ 3657386 h 6858000"/>
              <a:gd name="connsiteX516" fmla="*/ 3189263 w 7467600"/>
              <a:gd name="connsiteY516" fmla="*/ 3625726 h 6858000"/>
              <a:gd name="connsiteX517" fmla="*/ 3560912 w 7467600"/>
              <a:gd name="connsiteY517" fmla="*/ 4079863 h 6858000"/>
              <a:gd name="connsiteX518" fmla="*/ 3626636 w 7467600"/>
              <a:gd name="connsiteY518" fmla="*/ 4512230 h 6858000"/>
              <a:gd name="connsiteX519" fmla="*/ 3653088 w 7467600"/>
              <a:gd name="connsiteY519" fmla="*/ 4521417 h 6858000"/>
              <a:gd name="connsiteX520" fmla="*/ 3988128 w 7467600"/>
              <a:gd name="connsiteY520" fmla="*/ 4817267 h 6858000"/>
              <a:gd name="connsiteX521" fmla="*/ 4830582 w 7467600"/>
              <a:gd name="connsiteY521" fmla="*/ 4676000 h 6858000"/>
              <a:gd name="connsiteX522" fmla="*/ 4830100 w 7467600"/>
              <a:gd name="connsiteY522" fmla="*/ 4675554 h 6858000"/>
              <a:gd name="connsiteX523" fmla="*/ 4036318 w 7467600"/>
              <a:gd name="connsiteY523" fmla="*/ 4147013 h 6858000"/>
              <a:gd name="connsiteX524" fmla="*/ 3432098 w 7467600"/>
              <a:gd name="connsiteY524" fmla="*/ 3537312 h 6858000"/>
              <a:gd name="connsiteX525" fmla="*/ 3446761 w 7467600"/>
              <a:gd name="connsiteY525" fmla="*/ 3461278 h 6858000"/>
              <a:gd name="connsiteX526" fmla="*/ 4419733 w 7467600"/>
              <a:gd name="connsiteY526" fmla="*/ 3963555 h 6858000"/>
              <a:gd name="connsiteX527" fmla="*/ 4781371 w 7467600"/>
              <a:gd name="connsiteY527" fmla="*/ 4458604 h 6858000"/>
              <a:gd name="connsiteX528" fmla="*/ 4780440 w 7467600"/>
              <a:gd name="connsiteY528" fmla="*/ 4470290 h 6858000"/>
              <a:gd name="connsiteX529" fmla="*/ 4898954 w 7467600"/>
              <a:gd name="connsiteY529" fmla="*/ 4662092 h 6858000"/>
              <a:gd name="connsiteX530" fmla="*/ 4900699 w 7467600"/>
              <a:gd name="connsiteY530" fmla="*/ 4670867 h 6858000"/>
              <a:gd name="connsiteX531" fmla="*/ 5714511 w 7467600"/>
              <a:gd name="connsiteY531" fmla="*/ 4663483 h 6858000"/>
              <a:gd name="connsiteX532" fmla="*/ 5464793 w 7467600"/>
              <a:gd name="connsiteY532" fmla="*/ 4393556 h 6858000"/>
              <a:gd name="connsiteX533" fmla="*/ 5461897 w 7467600"/>
              <a:gd name="connsiteY533" fmla="*/ 4390879 h 6858000"/>
              <a:gd name="connsiteX534" fmla="*/ 4294126 w 7467600"/>
              <a:gd name="connsiteY534" fmla="*/ 3303048 h 6858000"/>
              <a:gd name="connsiteX535" fmla="*/ 4305321 w 7467600"/>
              <a:gd name="connsiteY535" fmla="*/ 3256953 h 6858000"/>
              <a:gd name="connsiteX536" fmla="*/ 4949299 w 7467600"/>
              <a:gd name="connsiteY536" fmla="*/ 3766336 h 6858000"/>
              <a:gd name="connsiteX537" fmla="*/ 5291452 w 7467600"/>
              <a:gd name="connsiteY537" fmla="*/ 4076801 h 6858000"/>
              <a:gd name="connsiteX538" fmla="*/ 5434998 w 7467600"/>
              <a:gd name="connsiteY538" fmla="*/ 4254100 h 6858000"/>
              <a:gd name="connsiteX539" fmla="*/ 5351015 w 7467600"/>
              <a:gd name="connsiteY539" fmla="*/ 3760989 h 6858000"/>
              <a:gd name="connsiteX540" fmla="*/ 5413780 w 7467600"/>
              <a:gd name="connsiteY540" fmla="*/ 2966265 h 6858000"/>
              <a:gd name="connsiteX541" fmla="*/ 5425627 w 7467600"/>
              <a:gd name="connsiteY541" fmla="*/ 2954192 h 6858000"/>
              <a:gd name="connsiteX542" fmla="*/ 6604735 w 7467600"/>
              <a:gd name="connsiteY542" fmla="*/ 2041381 h 6858000"/>
              <a:gd name="connsiteX543" fmla="*/ 7204487 w 7467600"/>
              <a:gd name="connsiteY543" fmla="*/ 2742112 h 6858000"/>
              <a:gd name="connsiteX544" fmla="*/ 7131592 w 7467600"/>
              <a:gd name="connsiteY544" fmla="*/ 2672096 h 6858000"/>
              <a:gd name="connsiteX545" fmla="*/ 6996344 w 7467600"/>
              <a:gd name="connsiteY545" fmla="*/ 2518310 h 6858000"/>
              <a:gd name="connsiteX546" fmla="*/ 6735495 w 7467600"/>
              <a:gd name="connsiteY546" fmla="*/ 2196890 h 6858000"/>
              <a:gd name="connsiteX547" fmla="*/ 6721901 w 7467600"/>
              <a:gd name="connsiteY547" fmla="*/ 2179274 h 6858000"/>
              <a:gd name="connsiteX548" fmla="*/ 6604735 w 7467600"/>
              <a:gd name="connsiteY548" fmla="*/ 2041381 h 6858000"/>
              <a:gd name="connsiteX549" fmla="*/ 6591670 w 7467600"/>
              <a:gd name="connsiteY549" fmla="*/ 1988277 h 6858000"/>
              <a:gd name="connsiteX550" fmla="*/ 6747349 w 7467600"/>
              <a:gd name="connsiteY550" fmla="*/ 2160069 h 6858000"/>
              <a:gd name="connsiteX551" fmla="*/ 6760943 w 7467600"/>
              <a:gd name="connsiteY551" fmla="*/ 2177686 h 6858000"/>
              <a:gd name="connsiteX552" fmla="*/ 7021065 w 7467600"/>
              <a:gd name="connsiteY552" fmla="*/ 2498102 h 6858000"/>
              <a:gd name="connsiteX553" fmla="*/ 7155223 w 7467600"/>
              <a:gd name="connsiteY553" fmla="*/ 2650386 h 6858000"/>
              <a:gd name="connsiteX554" fmla="*/ 7203167 w 7467600"/>
              <a:gd name="connsiteY554" fmla="*/ 2697288 h 6858000"/>
              <a:gd name="connsiteX555" fmla="*/ 6937703 w 7467600"/>
              <a:gd name="connsiteY555" fmla="*/ 2321981 h 6858000"/>
              <a:gd name="connsiteX556" fmla="*/ 6591670 w 7467600"/>
              <a:gd name="connsiteY556" fmla="*/ 1988277 h 6858000"/>
              <a:gd name="connsiteX557" fmla="*/ 5798671 w 7467600"/>
              <a:gd name="connsiteY557" fmla="*/ 1981601 h 6858000"/>
              <a:gd name="connsiteX558" fmla="*/ 5754709 w 7467600"/>
              <a:gd name="connsiteY558" fmla="*/ 2071454 h 6858000"/>
              <a:gd name="connsiteX559" fmla="*/ 5763044 w 7467600"/>
              <a:gd name="connsiteY559" fmla="*/ 2842206 h 6858000"/>
              <a:gd name="connsiteX560" fmla="*/ 5764974 w 7467600"/>
              <a:gd name="connsiteY560" fmla="*/ 2799609 h 6858000"/>
              <a:gd name="connsiteX561" fmla="*/ 5767665 w 7467600"/>
              <a:gd name="connsiteY561" fmla="*/ 2666409 h 6858000"/>
              <a:gd name="connsiteX562" fmla="*/ 5763055 w 7467600"/>
              <a:gd name="connsiteY562" fmla="*/ 2579705 h 6858000"/>
              <a:gd name="connsiteX563" fmla="*/ 5758079 w 7467600"/>
              <a:gd name="connsiteY563" fmla="*/ 2492508 h 6858000"/>
              <a:gd name="connsiteX564" fmla="*/ 5779325 w 7467600"/>
              <a:gd name="connsiteY564" fmla="*/ 2197069 h 6858000"/>
              <a:gd name="connsiteX565" fmla="*/ 5798671 w 7467600"/>
              <a:gd name="connsiteY565" fmla="*/ 1981601 h 6858000"/>
              <a:gd name="connsiteX566" fmla="*/ 5829202 w 7467600"/>
              <a:gd name="connsiteY566" fmla="*/ 1971679 h 6858000"/>
              <a:gd name="connsiteX567" fmla="*/ 5809558 w 7467600"/>
              <a:gd name="connsiteY567" fmla="*/ 2198043 h 6858000"/>
              <a:gd name="connsiteX568" fmla="*/ 5788653 w 7467600"/>
              <a:gd name="connsiteY568" fmla="*/ 2489430 h 6858000"/>
              <a:gd name="connsiteX569" fmla="*/ 5793439 w 7467600"/>
              <a:gd name="connsiteY569" fmla="*/ 2575235 h 6858000"/>
              <a:gd name="connsiteX570" fmla="*/ 5796837 w 7467600"/>
              <a:gd name="connsiteY570" fmla="*/ 2637633 h 6858000"/>
              <a:gd name="connsiteX571" fmla="*/ 5818614 w 7467600"/>
              <a:gd name="connsiteY571" fmla="*/ 2473055 h 6858000"/>
              <a:gd name="connsiteX572" fmla="*/ 5829202 w 7467600"/>
              <a:gd name="connsiteY572" fmla="*/ 1971679 h 6858000"/>
              <a:gd name="connsiteX573" fmla="*/ 5911389 w 7467600"/>
              <a:gd name="connsiteY573" fmla="*/ 1898371 h 6858000"/>
              <a:gd name="connsiteX574" fmla="*/ 6237627 w 7467600"/>
              <a:gd name="connsiteY574" fmla="*/ 2231921 h 6858000"/>
              <a:gd name="connsiteX575" fmla="*/ 5911389 w 7467600"/>
              <a:gd name="connsiteY575" fmla="*/ 1898371 h 6858000"/>
              <a:gd name="connsiteX576" fmla="*/ 6944437 w 7467600"/>
              <a:gd name="connsiteY576" fmla="*/ 1575402 h 6858000"/>
              <a:gd name="connsiteX577" fmla="*/ 6304730 w 7467600"/>
              <a:gd name="connsiteY577" fmla="*/ 1766654 h 6858000"/>
              <a:gd name="connsiteX578" fmla="*/ 6944437 w 7467600"/>
              <a:gd name="connsiteY578" fmla="*/ 1575402 h 6858000"/>
              <a:gd name="connsiteX579" fmla="*/ 7019523 w 7467600"/>
              <a:gd name="connsiteY579" fmla="*/ 1519450 h 6858000"/>
              <a:gd name="connsiteX580" fmla="*/ 6298091 w 7467600"/>
              <a:gd name="connsiteY580" fmla="*/ 1737122 h 6858000"/>
              <a:gd name="connsiteX581" fmla="*/ 7019523 w 7467600"/>
              <a:gd name="connsiteY581" fmla="*/ 1519450 h 6858000"/>
              <a:gd name="connsiteX582" fmla="*/ 2399523 w 7467600"/>
              <a:gd name="connsiteY582" fmla="*/ 1428234 h 6858000"/>
              <a:gd name="connsiteX583" fmla="*/ 2224982 w 7467600"/>
              <a:gd name="connsiteY583" fmla="*/ 1826201 h 6858000"/>
              <a:gd name="connsiteX584" fmla="*/ 2096099 w 7467600"/>
              <a:gd name="connsiteY584" fmla="*/ 2345900 h 6858000"/>
              <a:gd name="connsiteX585" fmla="*/ 2283317 w 7467600"/>
              <a:gd name="connsiteY585" fmla="*/ 1796925 h 6858000"/>
              <a:gd name="connsiteX586" fmla="*/ 2399523 w 7467600"/>
              <a:gd name="connsiteY586" fmla="*/ 1428234 h 6858000"/>
              <a:gd name="connsiteX587" fmla="*/ 2448558 w 7467600"/>
              <a:gd name="connsiteY587" fmla="*/ 1373435 h 6858000"/>
              <a:gd name="connsiteX588" fmla="*/ 2312521 w 7467600"/>
              <a:gd name="connsiteY588" fmla="*/ 1806140 h 6858000"/>
              <a:gd name="connsiteX589" fmla="*/ 2127533 w 7467600"/>
              <a:gd name="connsiteY589" fmla="*/ 2348380 h 6858000"/>
              <a:gd name="connsiteX590" fmla="*/ 2358080 w 7467600"/>
              <a:gd name="connsiteY590" fmla="*/ 1866134 h 6858000"/>
              <a:gd name="connsiteX591" fmla="*/ 2407436 w 7467600"/>
              <a:gd name="connsiteY591" fmla="*/ 1651070 h 6858000"/>
              <a:gd name="connsiteX592" fmla="*/ 2448558 w 7467600"/>
              <a:gd name="connsiteY592" fmla="*/ 1373435 h 6858000"/>
              <a:gd name="connsiteX593" fmla="*/ 278707 w 7467600"/>
              <a:gd name="connsiteY593" fmla="*/ 1352270 h 6858000"/>
              <a:gd name="connsiteX594" fmla="*/ 321570 w 7467600"/>
              <a:gd name="connsiteY594" fmla="*/ 1861610 h 6858000"/>
              <a:gd name="connsiteX595" fmla="*/ 294281 w 7467600"/>
              <a:gd name="connsiteY595" fmla="*/ 1440658 h 6858000"/>
              <a:gd name="connsiteX596" fmla="*/ 278707 w 7467600"/>
              <a:gd name="connsiteY596" fmla="*/ 1352270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5236 w 7467600"/>
              <a:gd name="connsiteY631" fmla="*/ 1268632 h 6858000"/>
              <a:gd name="connsiteX632" fmla="*/ 6516292 w 7467600"/>
              <a:gd name="connsiteY632" fmla="*/ 1263064 h 6858000"/>
              <a:gd name="connsiteX633" fmla="*/ 5736320 w 7467600"/>
              <a:gd name="connsiteY633" fmla="*/ 1501803 h 6858000"/>
              <a:gd name="connsiteX634" fmla="*/ 6516292 w 7467600"/>
              <a:gd name="connsiteY634" fmla="*/ 1263064 h 6858000"/>
              <a:gd name="connsiteX635" fmla="*/ 291466 w 7467600"/>
              <a:gd name="connsiteY635" fmla="*/ 1250369 h 6858000"/>
              <a:gd name="connsiteX636" fmla="*/ 323180 w 7467600"/>
              <a:gd name="connsiteY636" fmla="*/ 1435283 h 6858000"/>
              <a:gd name="connsiteX637" fmla="*/ 349381 w 7467600"/>
              <a:gd name="connsiteY637" fmla="*/ 1875041 h 6858000"/>
              <a:gd name="connsiteX638" fmla="*/ 374363 w 7467600"/>
              <a:gd name="connsiteY638" fmla="*/ 1506494 h 6858000"/>
              <a:gd name="connsiteX639" fmla="*/ 302168 w 7467600"/>
              <a:gd name="connsiteY639" fmla="*/ 1274495 h 6858000"/>
              <a:gd name="connsiteX640" fmla="*/ 291466 w 7467600"/>
              <a:gd name="connsiteY640" fmla="*/ 1250369 h 6858000"/>
              <a:gd name="connsiteX641" fmla="*/ 678222 w 7467600"/>
              <a:gd name="connsiteY641" fmla="*/ 1248670 h 6858000"/>
              <a:gd name="connsiteX642" fmla="*/ 775536 w 7467600"/>
              <a:gd name="connsiteY642" fmla="*/ 1388015 h 6858000"/>
              <a:gd name="connsiteX643" fmla="*/ 894529 w 7467600"/>
              <a:gd name="connsiteY643" fmla="*/ 1567739 h 6858000"/>
              <a:gd name="connsiteX644" fmla="*/ 948000 w 7467600"/>
              <a:gd name="connsiteY644" fmla="*/ 1663088 h 6858000"/>
              <a:gd name="connsiteX645" fmla="*/ 1006812 w 7467600"/>
              <a:gd name="connsiteY645" fmla="*/ 1767683 h 6858000"/>
              <a:gd name="connsiteX646" fmla="*/ 1149133 w 7467600"/>
              <a:gd name="connsiteY646" fmla="*/ 1971513 h 6858000"/>
              <a:gd name="connsiteX647" fmla="*/ 1333952 w 7467600"/>
              <a:gd name="connsiteY647" fmla="*/ 2251620 h 6858000"/>
              <a:gd name="connsiteX648" fmla="*/ 1337329 w 7467600"/>
              <a:gd name="connsiteY648" fmla="*/ 2258350 h 6858000"/>
              <a:gd name="connsiteX649" fmla="*/ 1014726 w 7467600"/>
              <a:gd name="connsiteY649" fmla="*/ 1615556 h 6858000"/>
              <a:gd name="connsiteX650" fmla="*/ 678222 w 7467600"/>
              <a:gd name="connsiteY650" fmla="*/ 1248670 h 6858000"/>
              <a:gd name="connsiteX651" fmla="*/ 6691602 w 7467600"/>
              <a:gd name="connsiteY651" fmla="*/ 1140573 h 6858000"/>
              <a:gd name="connsiteX652" fmla="*/ 6571100 w 7467600"/>
              <a:gd name="connsiteY652" fmla="*/ 1183662 h 6858000"/>
              <a:gd name="connsiteX653" fmla="*/ 6241687 w 7467600"/>
              <a:gd name="connsiteY653" fmla="*/ 1257600 h 6858000"/>
              <a:gd name="connsiteX654" fmla="*/ 5693009 w 7467600"/>
              <a:gd name="connsiteY654" fmla="*/ 1478256 h 6858000"/>
              <a:gd name="connsiteX655" fmla="*/ 6548420 w 7467600"/>
              <a:gd name="connsiteY655" fmla="*/ 1214599 h 6858000"/>
              <a:gd name="connsiteX656" fmla="*/ 6605473 w 7467600"/>
              <a:gd name="connsiteY656" fmla="*/ 1184686 h 6858000"/>
              <a:gd name="connsiteX657" fmla="*/ 6691602 w 7467600"/>
              <a:gd name="connsiteY657" fmla="*/ 1140573 h 6858000"/>
              <a:gd name="connsiteX658" fmla="*/ 4002475 w 7467600"/>
              <a:gd name="connsiteY658" fmla="*/ 1037802 h 6858000"/>
              <a:gd name="connsiteX659" fmla="*/ 4000324 w 7467600"/>
              <a:gd name="connsiteY659" fmla="*/ 1039362 h 6858000"/>
              <a:gd name="connsiteX660" fmla="*/ 4002862 w 7467600"/>
              <a:gd name="connsiteY660" fmla="*/ 1042866 h 6858000"/>
              <a:gd name="connsiteX661" fmla="*/ 4002475 w 7467600"/>
              <a:gd name="connsiteY661" fmla="*/ 1037802 h 6858000"/>
              <a:gd name="connsiteX662" fmla="*/ 506322 w 7467600"/>
              <a:gd name="connsiteY662" fmla="*/ 1020997 h 6858000"/>
              <a:gd name="connsiteX663" fmla="*/ 533068 w 7467600"/>
              <a:gd name="connsiteY663" fmla="*/ 1029409 h 6858000"/>
              <a:gd name="connsiteX664" fmla="*/ 1232525 w 7467600"/>
              <a:gd name="connsiteY664" fmla="*/ 1804675 h 6858000"/>
              <a:gd name="connsiteX665" fmla="*/ 1388858 w 7467600"/>
              <a:gd name="connsiteY665" fmla="*/ 2368011 h 6858000"/>
              <a:gd name="connsiteX666" fmla="*/ 1384098 w 7467600"/>
              <a:gd name="connsiteY666" fmla="*/ 2378125 h 6858000"/>
              <a:gd name="connsiteX667" fmla="*/ 1425393 w 7467600"/>
              <a:gd name="connsiteY667" fmla="*/ 2589124 h 6858000"/>
              <a:gd name="connsiteX668" fmla="*/ 1424001 w 7467600"/>
              <a:gd name="connsiteY668" fmla="*/ 2597541 h 6858000"/>
              <a:gd name="connsiteX669" fmla="*/ 2152729 w 7467600"/>
              <a:gd name="connsiteY669" fmla="*/ 2864487 h 6858000"/>
              <a:gd name="connsiteX670" fmla="*/ 2020609 w 7467600"/>
              <a:gd name="connsiteY670" fmla="*/ 2539671 h 6858000"/>
              <a:gd name="connsiteX671" fmla="*/ 2018920 w 7467600"/>
              <a:gd name="connsiteY671" fmla="*/ 2536309 h 6858000"/>
              <a:gd name="connsiteX672" fmla="*/ 1342441 w 7467600"/>
              <a:gd name="connsiteY672" fmla="*/ 1173017 h 6858000"/>
              <a:gd name="connsiteX673" fmla="*/ 1367925 w 7467600"/>
              <a:gd name="connsiteY673" fmla="*/ 1135648 h 6858000"/>
              <a:gd name="connsiteX674" fmla="*/ 1771401 w 7467600"/>
              <a:gd name="connsiteY674" fmla="*/ 1806673 h 6858000"/>
              <a:gd name="connsiteX675" fmla="*/ 1972385 w 7467600"/>
              <a:gd name="connsiteY675" fmla="*/ 2198735 h 6858000"/>
              <a:gd name="connsiteX676" fmla="*/ 2040892 w 7467600"/>
              <a:gd name="connsiteY676" fmla="*/ 2405205 h 6858000"/>
              <a:gd name="connsiteX677" fmla="*/ 2131689 w 7467600"/>
              <a:gd name="connsiteY677" fmla="*/ 1936926 h 6858000"/>
              <a:gd name="connsiteX678" fmla="*/ 2454820 w 7467600"/>
              <a:gd name="connsiteY678" fmla="*/ 1248808 h 6858000"/>
              <a:gd name="connsiteX679" fmla="*/ 2492512 w 7467600"/>
              <a:gd name="connsiteY679" fmla="*/ 1302920 h 6858000"/>
              <a:gd name="connsiteX680" fmla="*/ 2081216 w 7467600"/>
              <a:gd name="connsiteY680" fmla="*/ 2527513 h 6858000"/>
              <a:gd name="connsiteX681" fmla="*/ 2081211 w 7467600"/>
              <a:gd name="connsiteY681" fmla="*/ 2528916 h 6858000"/>
              <a:gd name="connsiteX682" fmla="*/ 2199067 w 7467600"/>
              <a:gd name="connsiteY682" fmla="*/ 2884061 h 6858000"/>
              <a:gd name="connsiteX683" fmla="*/ 3192586 w 7467600"/>
              <a:gd name="connsiteY683" fmla="*/ 3411496 h 6858000"/>
              <a:gd name="connsiteX684" fmla="*/ 3182620 w 7467600"/>
              <a:gd name="connsiteY684" fmla="*/ 3483279 h 6858000"/>
              <a:gd name="connsiteX685" fmla="*/ 2435119 w 7467600"/>
              <a:gd name="connsiteY685" fmla="*/ 3080173 h 6858000"/>
              <a:gd name="connsiteX686" fmla="*/ 2410152 w 7467600"/>
              <a:gd name="connsiteY686" fmla="*/ 3063751 h 6858000"/>
              <a:gd name="connsiteX687" fmla="*/ 2408099 w 7467600"/>
              <a:gd name="connsiteY687" fmla="*/ 3064403 h 6858000"/>
              <a:gd name="connsiteX688" fmla="*/ 2407218 w 7467600"/>
              <a:gd name="connsiteY688" fmla="*/ 3070324 h 6858000"/>
              <a:gd name="connsiteX689" fmla="*/ 2380138 w 7467600"/>
              <a:gd name="connsiteY689" fmla="*/ 3099341 h 6858000"/>
              <a:gd name="connsiteX690" fmla="*/ 1765923 w 7467600"/>
              <a:gd name="connsiteY690" fmla="*/ 3581043 h 6858000"/>
              <a:gd name="connsiteX691" fmla="*/ 1702258 w 7467600"/>
              <a:gd name="connsiteY691" fmla="*/ 3612286 h 6858000"/>
              <a:gd name="connsiteX692" fmla="*/ 1538370 w 7467600"/>
              <a:gd name="connsiteY692" fmla="*/ 3811804 h 6858000"/>
              <a:gd name="connsiteX693" fmla="*/ 542867 w 7467600"/>
              <a:gd name="connsiteY693" fmla="*/ 4944092 h 6858000"/>
              <a:gd name="connsiteX694" fmla="*/ 515800 w 7467600"/>
              <a:gd name="connsiteY694" fmla="*/ 4862180 h 6858000"/>
              <a:gd name="connsiteX695" fmla="*/ 909145 w 7467600"/>
              <a:gd name="connsiteY695" fmla="*/ 4199225 h 6858000"/>
              <a:gd name="connsiteX696" fmla="*/ 1214067 w 7467600"/>
              <a:gd name="connsiteY696" fmla="*/ 3908561 h 6858000"/>
              <a:gd name="connsiteX697" fmla="*/ 640967 w 7467600"/>
              <a:gd name="connsiteY697" fmla="*/ 4105601 h 6858000"/>
              <a:gd name="connsiteX698" fmla="*/ 112563 w 7467600"/>
              <a:gd name="connsiteY698" fmla="*/ 4396952 h 6858000"/>
              <a:gd name="connsiteX699" fmla="*/ 0 w 7467600"/>
              <a:gd name="connsiteY699" fmla="*/ 4466006 h 6858000"/>
              <a:gd name="connsiteX700" fmla="*/ 0 w 7467600"/>
              <a:gd name="connsiteY700" fmla="*/ 4233763 h 6858000"/>
              <a:gd name="connsiteX701" fmla="*/ 36881 w 7467600"/>
              <a:gd name="connsiteY701" fmla="*/ 4200118 h 6858000"/>
              <a:gd name="connsiteX702" fmla="*/ 910534 w 7467600"/>
              <a:gd name="connsiteY702" fmla="*/ 3629753 h 6858000"/>
              <a:gd name="connsiteX703" fmla="*/ 1578717 w 7467600"/>
              <a:gd name="connsiteY703" fmla="*/ 3575982 h 6858000"/>
              <a:gd name="connsiteX704" fmla="*/ 2338780 w 7467600"/>
              <a:gd name="connsiteY704" fmla="*/ 3033725 h 6858000"/>
              <a:gd name="connsiteX705" fmla="*/ 1807991 w 7467600"/>
              <a:gd name="connsiteY705" fmla="*/ 2807184 h 6858000"/>
              <a:gd name="connsiteX706" fmla="*/ 1416358 w 7467600"/>
              <a:gd name="connsiteY706" fmla="*/ 3112571 h 6858000"/>
              <a:gd name="connsiteX707" fmla="*/ 939066 w 7467600"/>
              <a:gd name="connsiteY707" fmla="*/ 3378798 h 6858000"/>
              <a:gd name="connsiteX708" fmla="*/ 115099 w 7467600"/>
              <a:gd name="connsiteY708" fmla="*/ 3607650 h 6858000"/>
              <a:gd name="connsiteX709" fmla="*/ 97284 w 7467600"/>
              <a:gd name="connsiteY709" fmla="*/ 3520393 h 6858000"/>
              <a:gd name="connsiteX710" fmla="*/ 922050 w 7467600"/>
              <a:gd name="connsiteY710" fmla="*/ 3074867 h 6858000"/>
              <a:gd name="connsiteX711" fmla="*/ 1405265 w 7467600"/>
              <a:gd name="connsiteY711" fmla="*/ 3016319 h 6858000"/>
              <a:gd name="connsiteX712" fmla="*/ 1407512 w 7467600"/>
              <a:gd name="connsiteY712" fmla="*/ 3018001 h 6858000"/>
              <a:gd name="connsiteX713" fmla="*/ 1726266 w 7467600"/>
              <a:gd name="connsiteY713" fmla="*/ 2777274 h 6858000"/>
              <a:gd name="connsiteX714" fmla="*/ 625390 w 7467600"/>
              <a:gd name="connsiteY714" fmla="*/ 2514541 h 6858000"/>
              <a:gd name="connsiteX715" fmla="*/ 619799 w 7467600"/>
              <a:gd name="connsiteY715" fmla="*/ 2527180 h 6858000"/>
              <a:gd name="connsiteX716" fmla="*/ 310030 w 7467600"/>
              <a:gd name="connsiteY716" fmla="*/ 2771818 h 6858000"/>
              <a:gd name="connsiteX717" fmla="*/ 173877 w 7467600"/>
              <a:gd name="connsiteY717" fmla="*/ 2937056 h 6858000"/>
              <a:gd name="connsiteX718" fmla="*/ 77889 w 7467600"/>
              <a:gd name="connsiteY718" fmla="*/ 3138440 h 6858000"/>
              <a:gd name="connsiteX719" fmla="*/ 0 w 7467600"/>
              <a:gd name="connsiteY719" fmla="*/ 3271395 h 6858000"/>
              <a:gd name="connsiteX720" fmla="*/ 0 w 7467600"/>
              <a:gd name="connsiteY720" fmla="*/ 3153002 h 6858000"/>
              <a:gd name="connsiteX721" fmla="*/ 2386 w 7467600"/>
              <a:gd name="connsiteY721" fmla="*/ 3149203 h 6858000"/>
              <a:gd name="connsiteX722" fmla="*/ 89753 w 7467600"/>
              <a:gd name="connsiteY722" fmla="*/ 2987702 h 6858000"/>
              <a:gd name="connsiteX723" fmla="*/ 76869 w 7467600"/>
              <a:gd name="connsiteY723" fmla="*/ 3005404 h 6858000"/>
              <a:gd name="connsiteX724" fmla="*/ 32049 w 7467600"/>
              <a:gd name="connsiteY724" fmla="*/ 3065814 h 6858000"/>
              <a:gd name="connsiteX725" fmla="*/ 0 w 7467600"/>
              <a:gd name="connsiteY725" fmla="*/ 3108744 h 6858000"/>
              <a:gd name="connsiteX726" fmla="*/ 0 w 7467600"/>
              <a:gd name="connsiteY726" fmla="*/ 3058059 h 6858000"/>
              <a:gd name="connsiteX727" fmla="*/ 7610 w 7467600"/>
              <a:gd name="connsiteY727" fmla="*/ 3047889 h 6858000"/>
              <a:gd name="connsiteX728" fmla="*/ 52419 w 7467600"/>
              <a:gd name="connsiteY728" fmla="*/ 2987479 h 6858000"/>
              <a:gd name="connsiteX729" fmla="*/ 59142 w 7467600"/>
              <a:gd name="connsiteY729" fmla="*/ 2978488 h 6858000"/>
              <a:gd name="connsiteX730" fmla="*/ 0 w 7467600"/>
              <a:gd name="connsiteY730" fmla="*/ 3015334 h 6858000"/>
              <a:gd name="connsiteX731" fmla="*/ 0 w 7467600"/>
              <a:gd name="connsiteY731" fmla="*/ 2914286 h 6858000"/>
              <a:gd name="connsiteX732" fmla="*/ 36383 w 7467600"/>
              <a:gd name="connsiteY732" fmla="*/ 2901128 h 6858000"/>
              <a:gd name="connsiteX733" fmla="*/ 156329 w 7467600"/>
              <a:gd name="connsiteY733" fmla="*/ 2840533 h 6858000"/>
              <a:gd name="connsiteX734" fmla="*/ 358355 w 7467600"/>
              <a:gd name="connsiteY734" fmla="*/ 2620471 h 6858000"/>
              <a:gd name="connsiteX735" fmla="*/ 510577 w 7467600"/>
              <a:gd name="connsiteY735" fmla="*/ 2501244 h 6858000"/>
              <a:gd name="connsiteX736" fmla="*/ 211967 w 7467600"/>
              <a:gd name="connsiteY736" fmla="*/ 2479171 h 6858000"/>
              <a:gd name="connsiteX737" fmla="*/ 0 w 7467600"/>
              <a:gd name="connsiteY737" fmla="*/ 2476398 h 6858000"/>
              <a:gd name="connsiteX738" fmla="*/ 0 w 7467600"/>
              <a:gd name="connsiteY738" fmla="*/ 2389189 h 6858000"/>
              <a:gd name="connsiteX739" fmla="*/ 103062 w 7467600"/>
              <a:gd name="connsiteY739" fmla="*/ 2389518 h 6858000"/>
              <a:gd name="connsiteX740" fmla="*/ 510734 w 7467600"/>
              <a:gd name="connsiteY740" fmla="*/ 2416201 h 6858000"/>
              <a:gd name="connsiteX741" fmla="*/ 279257 w 7467600"/>
              <a:gd name="connsiteY741" fmla="*/ 2092102 h 6858000"/>
              <a:gd name="connsiteX742" fmla="*/ 65265 w 7467600"/>
              <a:gd name="connsiteY742" fmla="*/ 2006049 h 6858000"/>
              <a:gd name="connsiteX743" fmla="*/ 0 w 7467600"/>
              <a:gd name="connsiteY743" fmla="*/ 1982532 h 6858000"/>
              <a:gd name="connsiteX744" fmla="*/ 0 w 7467600"/>
              <a:gd name="connsiteY744" fmla="*/ 1912789 h 6858000"/>
              <a:gd name="connsiteX745" fmla="*/ 97460 w 7467600"/>
              <a:gd name="connsiteY745" fmla="*/ 1953725 h 6858000"/>
              <a:gd name="connsiteX746" fmla="*/ 221272 w 7467600"/>
              <a:gd name="connsiteY746" fmla="*/ 1980766 h 6858000"/>
              <a:gd name="connsiteX747" fmla="*/ 116765 w 7467600"/>
              <a:gd name="connsiteY747" fmla="*/ 1911033 h 6858000"/>
              <a:gd name="connsiteX748" fmla="*/ 16405 w 7467600"/>
              <a:gd name="connsiteY748" fmla="*/ 1803412 h 6858000"/>
              <a:gd name="connsiteX749" fmla="*/ 0 w 7467600"/>
              <a:gd name="connsiteY749" fmla="*/ 1784777 h 6858000"/>
              <a:gd name="connsiteX750" fmla="*/ 0 w 7467600"/>
              <a:gd name="connsiteY750" fmla="*/ 1740082 h 6858000"/>
              <a:gd name="connsiteX751" fmla="*/ 39394 w 7467600"/>
              <a:gd name="connsiteY751" fmla="*/ 1784856 h 6858000"/>
              <a:gd name="connsiteX752" fmla="*/ 135813 w 7467600"/>
              <a:gd name="connsiteY752" fmla="*/ 1888838 h 6858000"/>
              <a:gd name="connsiteX753" fmla="*/ 242575 w 7467600"/>
              <a:gd name="connsiteY753" fmla="*/ 1958841 h 6858000"/>
              <a:gd name="connsiteX754" fmla="*/ 82197 w 7467600"/>
              <a:gd name="connsiteY754" fmla="*/ 1754826 h 6858000"/>
              <a:gd name="connsiteX755" fmla="*/ 0 w 7467600"/>
              <a:gd name="connsiteY755" fmla="*/ 1679650 h 6858000"/>
              <a:gd name="connsiteX756" fmla="*/ 0 w 7467600"/>
              <a:gd name="connsiteY756" fmla="*/ 1602463 h 6858000"/>
              <a:gd name="connsiteX757" fmla="*/ 84689 w 7467600"/>
              <a:gd name="connsiteY757" fmla="*/ 1677442 h 6858000"/>
              <a:gd name="connsiteX758" fmla="*/ 298437 w 7467600"/>
              <a:gd name="connsiteY758" fmla="*/ 1968019 h 6858000"/>
              <a:gd name="connsiteX759" fmla="*/ 227269 w 7467600"/>
              <a:gd name="connsiteY759" fmla="*/ 1114064 h 6858000"/>
              <a:gd name="connsiteX760" fmla="*/ 248003 w 7467600"/>
              <a:gd name="connsiteY760" fmla="*/ 1089613 h 6858000"/>
              <a:gd name="connsiteX761" fmla="*/ 427020 w 7467600"/>
              <a:gd name="connsiteY761" fmla="*/ 1619803 h 6858000"/>
              <a:gd name="connsiteX762" fmla="*/ 340345 w 7467600"/>
              <a:gd name="connsiteY762" fmla="*/ 2027739 h 6858000"/>
              <a:gd name="connsiteX763" fmla="*/ 360865 w 7467600"/>
              <a:gd name="connsiteY763" fmla="*/ 2044827 h 6858000"/>
              <a:gd name="connsiteX764" fmla="*/ 560414 w 7467600"/>
              <a:gd name="connsiteY764" fmla="*/ 2421457 h 6858000"/>
              <a:gd name="connsiteX765" fmla="*/ 1359703 w 7467600"/>
              <a:gd name="connsiteY765" fmla="*/ 2578554 h 6858000"/>
              <a:gd name="connsiteX766" fmla="*/ 1359422 w 7467600"/>
              <a:gd name="connsiteY766" fmla="*/ 2577994 h 6858000"/>
              <a:gd name="connsiteX767" fmla="*/ 828701 w 7467600"/>
              <a:gd name="connsiteY767" fmla="*/ 1839520 h 6858000"/>
              <a:gd name="connsiteX768" fmla="*/ 494427 w 7467600"/>
              <a:gd name="connsiteY768" fmla="*/ 1092333 h 6858000"/>
              <a:gd name="connsiteX769" fmla="*/ 506322 w 7467600"/>
              <a:gd name="connsiteY769" fmla="*/ 1020997 h 6858000"/>
              <a:gd name="connsiteX770" fmla="*/ 4570198 w 7467600"/>
              <a:gd name="connsiteY770" fmla="*/ 978081 h 6858000"/>
              <a:gd name="connsiteX771" fmla="*/ 4523691 w 7467600"/>
              <a:gd name="connsiteY771" fmla="*/ 1127776 h 6858000"/>
              <a:gd name="connsiteX772" fmla="*/ 4509875 w 7467600"/>
              <a:gd name="connsiteY772" fmla="*/ 1167552 h 6858000"/>
              <a:gd name="connsiteX773" fmla="*/ 4478168 w 7467600"/>
              <a:gd name="connsiteY773" fmla="*/ 1260735 h 6858000"/>
              <a:gd name="connsiteX774" fmla="*/ 4409309 w 7467600"/>
              <a:gd name="connsiteY774" fmla="*/ 1666996 h 6858000"/>
              <a:gd name="connsiteX775" fmla="*/ 4370031 w 7467600"/>
              <a:gd name="connsiteY775" fmla="*/ 1955666 h 6858000"/>
              <a:gd name="connsiteX776" fmla="*/ 4570198 w 7467600"/>
              <a:gd name="connsiteY776" fmla="*/ 978081 h 6858000"/>
              <a:gd name="connsiteX777" fmla="*/ 4557898 w 7467600"/>
              <a:gd name="connsiteY777" fmla="*/ 900011 h 6858000"/>
              <a:gd name="connsiteX778" fmla="*/ 4344840 w 7467600"/>
              <a:gd name="connsiteY778" fmla="*/ 1922038 h 6858000"/>
              <a:gd name="connsiteX779" fmla="*/ 4378710 w 7467600"/>
              <a:gd name="connsiteY779" fmla="*/ 1665516 h 6858000"/>
              <a:gd name="connsiteX780" fmla="*/ 4448798 w 7467600"/>
              <a:gd name="connsiteY780" fmla="*/ 1253024 h 6858000"/>
              <a:gd name="connsiteX781" fmla="*/ 4480315 w 7467600"/>
              <a:gd name="connsiteY781" fmla="*/ 1158454 h 6858000"/>
              <a:gd name="connsiteX782" fmla="*/ 4494133 w 7467600"/>
              <a:gd name="connsiteY782" fmla="*/ 1118676 h 6858000"/>
              <a:gd name="connsiteX783" fmla="*/ 4557898 w 7467600"/>
              <a:gd name="connsiteY783" fmla="*/ 900011 h 6858000"/>
              <a:gd name="connsiteX784" fmla="*/ 5870151 w 7467600"/>
              <a:gd name="connsiteY784" fmla="*/ 898890 h 6858000"/>
              <a:gd name="connsiteX785" fmla="*/ 5861335 w 7467600"/>
              <a:gd name="connsiteY785" fmla="*/ 899177 h 6858000"/>
              <a:gd name="connsiteX786" fmla="*/ 5843702 w 7467600"/>
              <a:gd name="connsiteY786" fmla="*/ 899748 h 6858000"/>
              <a:gd name="connsiteX787" fmla="*/ 5651107 w 7467600"/>
              <a:gd name="connsiteY787" fmla="*/ 920306 h 6858000"/>
              <a:gd name="connsiteX788" fmla="*/ 5459407 w 7467600"/>
              <a:gd name="connsiteY788" fmla="*/ 940975 h 6858000"/>
              <a:gd name="connsiteX789" fmla="*/ 5374846 w 7467600"/>
              <a:gd name="connsiteY789" fmla="*/ 941988 h 6858000"/>
              <a:gd name="connsiteX790" fmla="*/ 5256105 w 7467600"/>
              <a:gd name="connsiteY790" fmla="*/ 945632 h 6858000"/>
              <a:gd name="connsiteX791" fmla="*/ 5107071 w 7467600"/>
              <a:gd name="connsiteY791" fmla="*/ 969720 h 6858000"/>
              <a:gd name="connsiteX792" fmla="*/ 4998681 w 7467600"/>
              <a:gd name="connsiteY792" fmla="*/ 988771 h 6858000"/>
              <a:gd name="connsiteX793" fmla="*/ 5870151 w 7467600"/>
              <a:gd name="connsiteY793" fmla="*/ 898890 h 6858000"/>
              <a:gd name="connsiteX794" fmla="*/ 5504425 w 7467600"/>
              <a:gd name="connsiteY794" fmla="*/ 848067 h 6858000"/>
              <a:gd name="connsiteX795" fmla="*/ 4968849 w 7467600"/>
              <a:gd name="connsiteY795" fmla="*/ 962318 h 6858000"/>
              <a:gd name="connsiteX796" fmla="*/ 5104039 w 7467600"/>
              <a:gd name="connsiteY796" fmla="*/ 940634 h 6858000"/>
              <a:gd name="connsiteX797" fmla="*/ 5256311 w 7467600"/>
              <a:gd name="connsiteY797" fmla="*/ 916490 h 6858000"/>
              <a:gd name="connsiteX798" fmla="*/ 5377381 w 7467600"/>
              <a:gd name="connsiteY798" fmla="*/ 912671 h 6858000"/>
              <a:gd name="connsiteX799" fmla="*/ 5460148 w 7467600"/>
              <a:gd name="connsiteY799" fmla="*/ 911442 h 6858000"/>
              <a:gd name="connsiteX800" fmla="*/ 5648971 w 7467600"/>
              <a:gd name="connsiteY800" fmla="*/ 891331 h 6858000"/>
              <a:gd name="connsiteX801" fmla="*/ 5844807 w 7467600"/>
              <a:gd name="connsiteY801" fmla="*/ 870718 h 6858000"/>
              <a:gd name="connsiteX802" fmla="*/ 5862975 w 7467600"/>
              <a:gd name="connsiteY802" fmla="*/ 869756 h 6858000"/>
              <a:gd name="connsiteX803" fmla="*/ 5920887 w 7467600"/>
              <a:gd name="connsiteY803" fmla="*/ 865929 h 6858000"/>
              <a:gd name="connsiteX804" fmla="*/ 5504425 w 7467600"/>
              <a:gd name="connsiteY804" fmla="*/ 848067 h 6858000"/>
              <a:gd name="connsiteX805" fmla="*/ 3607114 w 7467600"/>
              <a:gd name="connsiteY805" fmla="*/ 467441 h 6858000"/>
              <a:gd name="connsiteX806" fmla="*/ 3296242 w 7467600"/>
              <a:gd name="connsiteY806" fmla="*/ 807991 h 6858000"/>
              <a:gd name="connsiteX807" fmla="*/ 3174674 w 7467600"/>
              <a:gd name="connsiteY807" fmla="*/ 919759 h 6858000"/>
              <a:gd name="connsiteX808" fmla="*/ 3042978 w 7467600"/>
              <a:gd name="connsiteY808" fmla="*/ 1054894 h 6858000"/>
              <a:gd name="connsiteX809" fmla="*/ 2968914 w 7467600"/>
              <a:gd name="connsiteY809" fmla="*/ 1133756 h 6858000"/>
              <a:gd name="connsiteX810" fmla="*/ 3103823 w 7467600"/>
              <a:gd name="connsiteY810" fmla="*/ 1026814 h 6858000"/>
              <a:gd name="connsiteX811" fmla="*/ 3607114 w 7467600"/>
              <a:gd name="connsiteY811" fmla="*/ 467441 h 6858000"/>
              <a:gd name="connsiteX812" fmla="*/ 3744487 w 7467600"/>
              <a:gd name="connsiteY812" fmla="*/ 383136 h 6858000"/>
              <a:gd name="connsiteX813" fmla="*/ 3970213 w 7467600"/>
              <a:gd name="connsiteY813" fmla="*/ 995559 h 6858000"/>
              <a:gd name="connsiteX814" fmla="*/ 3744487 w 7467600"/>
              <a:gd name="connsiteY814" fmla="*/ 383136 h 6858000"/>
              <a:gd name="connsiteX815" fmla="*/ 3624562 w 7467600"/>
              <a:gd name="connsiteY815" fmla="*/ 367041 h 6858000"/>
              <a:gd name="connsiteX816" fmla="*/ 3489712 w 7467600"/>
              <a:gd name="connsiteY816" fmla="*/ 485386 h 6858000"/>
              <a:gd name="connsiteX817" fmla="*/ 3182994 w 7467600"/>
              <a:gd name="connsiteY817" fmla="*/ 828265 h 6858000"/>
              <a:gd name="connsiteX818" fmla="*/ 2892114 w 7467600"/>
              <a:gd name="connsiteY818" fmla="*/ 1172635 h 6858000"/>
              <a:gd name="connsiteX819" fmla="*/ 3021459 w 7467600"/>
              <a:gd name="connsiteY819" fmla="*/ 1035385 h 6858000"/>
              <a:gd name="connsiteX820" fmla="*/ 3153873 w 7467600"/>
              <a:gd name="connsiteY820" fmla="*/ 898971 h 6858000"/>
              <a:gd name="connsiteX821" fmla="*/ 3276511 w 7467600"/>
              <a:gd name="connsiteY821" fmla="*/ 786423 h 6858000"/>
              <a:gd name="connsiteX822" fmla="*/ 3584154 w 7467600"/>
              <a:gd name="connsiteY822" fmla="*/ 448218 h 6858000"/>
              <a:gd name="connsiteX823" fmla="*/ 3624562 w 7467600"/>
              <a:gd name="connsiteY823" fmla="*/ 367041 h 6858000"/>
              <a:gd name="connsiteX824" fmla="*/ 3766672 w 7467600"/>
              <a:gd name="connsiteY824" fmla="*/ 359429 h 6858000"/>
              <a:gd name="connsiteX825" fmla="*/ 3996338 w 7467600"/>
              <a:gd name="connsiteY825" fmla="*/ 968237 h 6858000"/>
              <a:gd name="connsiteX826" fmla="*/ 3766672 w 7467600"/>
              <a:gd name="connsiteY826" fmla="*/ 359429 h 6858000"/>
              <a:gd name="connsiteX827" fmla="*/ 5805386 w 7467600"/>
              <a:gd name="connsiteY827" fmla="*/ 239240 h 6858000"/>
              <a:gd name="connsiteX828" fmla="*/ 5736947 w 7467600"/>
              <a:gd name="connsiteY828" fmla="*/ 261367 h 6858000"/>
              <a:gd name="connsiteX829" fmla="*/ 5427012 w 7467600"/>
              <a:gd name="connsiteY829" fmla="*/ 311272 h 6858000"/>
              <a:gd name="connsiteX830" fmla="*/ 5147818 w 7467600"/>
              <a:gd name="connsiteY830" fmla="*/ 322112 h 6858000"/>
              <a:gd name="connsiteX831" fmla="*/ 5060854 w 7467600"/>
              <a:gd name="connsiteY831" fmla="*/ 311882 h 6858000"/>
              <a:gd name="connsiteX832" fmla="*/ 4945989 w 7467600"/>
              <a:gd name="connsiteY832" fmla="*/ 300516 h 6858000"/>
              <a:gd name="connsiteX833" fmla="*/ 5410479 w 7467600"/>
              <a:gd name="connsiteY833" fmla="*/ 348434 h 6858000"/>
              <a:gd name="connsiteX834" fmla="*/ 5805386 w 7467600"/>
              <a:gd name="connsiteY834" fmla="*/ 239240 h 6858000"/>
              <a:gd name="connsiteX835" fmla="*/ 5905192 w 7467600"/>
              <a:gd name="connsiteY835" fmla="*/ 163079 h 6858000"/>
              <a:gd name="connsiteX836" fmla="*/ 5865655 w 7467600"/>
              <a:gd name="connsiteY836" fmla="*/ 171901 h 6858000"/>
              <a:gd name="connsiteX837" fmla="*/ 5259740 w 7467600"/>
              <a:gd name="connsiteY837" fmla="*/ 257013 h 6858000"/>
              <a:gd name="connsiteX838" fmla="*/ 5208466 w 7467600"/>
              <a:gd name="connsiteY838" fmla="*/ 257550 h 6858000"/>
              <a:gd name="connsiteX839" fmla="*/ 4980204 w 7467600"/>
              <a:gd name="connsiteY839" fmla="*/ 271903 h 6858000"/>
              <a:gd name="connsiteX840" fmla="*/ 5068068 w 7467600"/>
              <a:gd name="connsiteY840" fmla="*/ 282244 h 6858000"/>
              <a:gd name="connsiteX841" fmla="*/ 5153231 w 7467600"/>
              <a:gd name="connsiteY841" fmla="*/ 292240 h 6858000"/>
              <a:gd name="connsiteX842" fmla="*/ 5426491 w 7467600"/>
              <a:gd name="connsiteY842" fmla="*/ 281128 h 6858000"/>
              <a:gd name="connsiteX843" fmla="*/ 5731212 w 7467600"/>
              <a:gd name="connsiteY843" fmla="*/ 231951 h 6858000"/>
              <a:gd name="connsiteX844" fmla="*/ 5905192 w 7467600"/>
              <a:gd name="connsiteY844" fmla="*/ 163079 h 6858000"/>
              <a:gd name="connsiteX845" fmla="*/ 5944437 w 7467600"/>
              <a:gd name="connsiteY845" fmla="*/ 113829 h 6858000"/>
              <a:gd name="connsiteX846" fmla="*/ 5825032 w 7467600"/>
              <a:gd name="connsiteY846" fmla="*/ 146405 h 6858000"/>
              <a:gd name="connsiteX847" fmla="*/ 4955599 w 7467600"/>
              <a:gd name="connsiteY847" fmla="*/ 247008 h 6858000"/>
              <a:gd name="connsiteX848" fmla="*/ 5210104 w 7467600"/>
              <a:gd name="connsiteY848" fmla="*/ 228123 h 6858000"/>
              <a:gd name="connsiteX849" fmla="*/ 5261015 w 7467600"/>
              <a:gd name="connsiteY849" fmla="*/ 227087 h 6858000"/>
              <a:gd name="connsiteX850" fmla="*/ 5861181 w 7467600"/>
              <a:gd name="connsiteY850" fmla="*/ 143093 h 6858000"/>
              <a:gd name="connsiteX851" fmla="*/ 5961252 w 7467600"/>
              <a:gd name="connsiteY851" fmla="*/ 114820 h 6858000"/>
              <a:gd name="connsiteX852" fmla="*/ 5944437 w 7467600"/>
              <a:gd name="connsiteY852" fmla="*/ 113829 h 6858000"/>
              <a:gd name="connsiteX853" fmla="*/ 3882765 w 7467600"/>
              <a:gd name="connsiteY853" fmla="*/ 0 h 6858000"/>
              <a:gd name="connsiteX854" fmla="*/ 3995099 w 7467600"/>
              <a:gd name="connsiteY854" fmla="*/ 0 h 6858000"/>
              <a:gd name="connsiteX855" fmla="*/ 4163818 w 7467600"/>
              <a:gd name="connsiteY855" fmla="*/ 234104 h 6858000"/>
              <a:gd name="connsiteX856" fmla="*/ 4172099 w 7467600"/>
              <a:gd name="connsiteY856" fmla="*/ 234207 h 6858000"/>
              <a:gd name="connsiteX857" fmla="*/ 4784282 w 7467600"/>
              <a:gd name="connsiteY857" fmla="*/ 276561 h 6858000"/>
              <a:gd name="connsiteX858" fmla="*/ 4801687 w 7467600"/>
              <a:gd name="connsiteY858" fmla="*/ 267764 h 6858000"/>
              <a:gd name="connsiteX859" fmla="*/ 6082788 w 7467600"/>
              <a:gd name="connsiteY859" fmla="*/ 64119 h 6858000"/>
              <a:gd name="connsiteX860" fmla="*/ 6099442 w 7467600"/>
              <a:gd name="connsiteY860" fmla="*/ 82568 h 6858000"/>
              <a:gd name="connsiteX861" fmla="*/ 4804137 w 7467600"/>
              <a:gd name="connsiteY861" fmla="*/ 320931 h 6858000"/>
              <a:gd name="connsiteX862" fmla="*/ 4227047 w 7467600"/>
              <a:gd name="connsiteY862" fmla="*/ 313415 h 6858000"/>
              <a:gd name="connsiteX863" fmla="*/ 4346041 w 7467600"/>
              <a:gd name="connsiteY863" fmla="*/ 456086 h 6858000"/>
              <a:gd name="connsiteX864" fmla="*/ 4870967 w 7467600"/>
              <a:gd name="connsiteY864" fmla="*/ 963061 h 6858000"/>
              <a:gd name="connsiteX865" fmla="*/ 4889647 w 7467600"/>
              <a:gd name="connsiteY865" fmla="*/ 957147 h 6858000"/>
              <a:gd name="connsiteX866" fmla="*/ 5422504 w 7467600"/>
              <a:gd name="connsiteY866" fmla="*/ 805191 h 6858000"/>
              <a:gd name="connsiteX867" fmla="*/ 6087656 w 7467600"/>
              <a:gd name="connsiteY867" fmla="*/ 826703 h 6858000"/>
              <a:gd name="connsiteX868" fmla="*/ 6058717 w 7467600"/>
              <a:gd name="connsiteY868" fmla="*/ 865992 h 6858000"/>
              <a:gd name="connsiteX869" fmla="*/ 4974153 w 7467600"/>
              <a:gd name="connsiteY869" fmla="*/ 1045456 h 6858000"/>
              <a:gd name="connsiteX870" fmla="*/ 5627835 w 7467600"/>
              <a:gd name="connsiteY870" fmla="*/ 1472077 h 6858000"/>
              <a:gd name="connsiteX871" fmla="*/ 5629817 w 7467600"/>
              <a:gd name="connsiteY871" fmla="*/ 1471412 h 6858000"/>
              <a:gd name="connsiteX872" fmla="*/ 5634124 w 7467600"/>
              <a:gd name="connsiteY872" fmla="*/ 1470572 h 6858000"/>
              <a:gd name="connsiteX873" fmla="*/ 5755832 w 7467600"/>
              <a:gd name="connsiteY873" fmla="*/ 1383886 h 6858000"/>
              <a:gd name="connsiteX874" fmla="*/ 6014186 w 7467600"/>
              <a:gd name="connsiteY874" fmla="*/ 1279799 h 6858000"/>
              <a:gd name="connsiteX875" fmla="*/ 6901619 w 7467600"/>
              <a:gd name="connsiteY875" fmla="*/ 1047874 h 6858000"/>
              <a:gd name="connsiteX876" fmla="*/ 6931566 w 7467600"/>
              <a:gd name="connsiteY876" fmla="*/ 1062034 h 6858000"/>
              <a:gd name="connsiteX877" fmla="*/ 5790982 w 7467600"/>
              <a:gd name="connsiteY877" fmla="*/ 1561380 h 6858000"/>
              <a:gd name="connsiteX878" fmla="*/ 6188971 w 7467600"/>
              <a:gd name="connsiteY878" fmla="*/ 1755168 h 6858000"/>
              <a:gd name="connsiteX879" fmla="*/ 6202446 w 7467600"/>
              <a:gd name="connsiteY879" fmla="*/ 1752268 h 6858000"/>
              <a:gd name="connsiteX880" fmla="*/ 7179560 w 7467600"/>
              <a:gd name="connsiteY880" fmla="*/ 1467551 h 6858000"/>
              <a:gd name="connsiteX881" fmla="*/ 7158730 w 7467600"/>
              <a:gd name="connsiteY881" fmla="*/ 1507835 h 6858000"/>
              <a:gd name="connsiteX882" fmla="*/ 6326959 w 7467600"/>
              <a:gd name="connsiteY882" fmla="*/ 1817686 h 6858000"/>
              <a:gd name="connsiteX883" fmla="*/ 6537433 w 7467600"/>
              <a:gd name="connsiteY883" fmla="*/ 1907790 h 6858000"/>
              <a:gd name="connsiteX884" fmla="*/ 6550221 w 7467600"/>
              <a:gd name="connsiteY884" fmla="*/ 1910729 h 6858000"/>
              <a:gd name="connsiteX885" fmla="*/ 6964438 w 7467600"/>
              <a:gd name="connsiteY885" fmla="*/ 2209505 h 6858000"/>
              <a:gd name="connsiteX886" fmla="*/ 7367862 w 7467600"/>
              <a:gd name="connsiteY886" fmla="*/ 2806833 h 6858000"/>
              <a:gd name="connsiteX887" fmla="*/ 7364329 w 7467600"/>
              <a:gd name="connsiteY887" fmla="*/ 2826907 h 6858000"/>
              <a:gd name="connsiteX888" fmla="*/ 7290545 w 7467600"/>
              <a:gd name="connsiteY888" fmla="*/ 2850663 h 6858000"/>
              <a:gd name="connsiteX889" fmla="*/ 6472036 w 7467600"/>
              <a:gd name="connsiteY889" fmla="*/ 1959003 h 6858000"/>
              <a:gd name="connsiteX890" fmla="*/ 5792897 w 7467600"/>
              <a:gd name="connsiteY890" fmla="*/ 1647747 h 6858000"/>
              <a:gd name="connsiteX891" fmla="*/ 5842751 w 7467600"/>
              <a:gd name="connsiteY891" fmla="*/ 1816112 h 6858000"/>
              <a:gd name="connsiteX892" fmla="*/ 5847424 w 7467600"/>
              <a:gd name="connsiteY892" fmla="*/ 1815776 h 6858000"/>
              <a:gd name="connsiteX893" fmla="*/ 6399821 w 7467600"/>
              <a:gd name="connsiteY893" fmla="*/ 2344799 h 6858000"/>
              <a:gd name="connsiteX894" fmla="*/ 6323232 w 7467600"/>
              <a:gd name="connsiteY894" fmla="*/ 2389634 h 6858000"/>
              <a:gd name="connsiteX895" fmla="*/ 5942958 w 7467600"/>
              <a:gd name="connsiteY895" fmla="*/ 2077708 h 6858000"/>
              <a:gd name="connsiteX896" fmla="*/ 5921559 w 7467600"/>
              <a:gd name="connsiteY896" fmla="*/ 2378596 h 6858000"/>
              <a:gd name="connsiteX897" fmla="*/ 5817651 w 7467600"/>
              <a:gd name="connsiteY897" fmla="*/ 3023919 h 6858000"/>
              <a:gd name="connsiteX898" fmla="*/ 5729634 w 7467600"/>
              <a:gd name="connsiteY898" fmla="*/ 3051849 h 6858000"/>
              <a:gd name="connsiteX899" fmla="*/ 5611018 w 7467600"/>
              <a:gd name="connsiteY899" fmla="*/ 2316769 h 6858000"/>
              <a:gd name="connsiteX900" fmla="*/ 5687608 w 7467600"/>
              <a:gd name="connsiteY900" fmla="*/ 2039972 h 6858000"/>
              <a:gd name="connsiteX901" fmla="*/ 5657554 w 7467600"/>
              <a:gd name="connsiteY901" fmla="*/ 1576445 h 6858000"/>
              <a:gd name="connsiteX902" fmla="*/ 5150475 w 7467600"/>
              <a:gd name="connsiteY902" fmla="*/ 1274012 h 6858000"/>
              <a:gd name="connsiteX903" fmla="*/ 5349142 w 7467600"/>
              <a:gd name="connsiteY903" fmla="*/ 2204405 h 6858000"/>
              <a:gd name="connsiteX904" fmla="*/ 5262214 w 7467600"/>
              <a:gd name="connsiteY904" fmla="*/ 2233836 h 6858000"/>
              <a:gd name="connsiteX905" fmla="*/ 4981539 w 7467600"/>
              <a:gd name="connsiteY905" fmla="*/ 1542201 h 6858000"/>
              <a:gd name="connsiteX906" fmla="*/ 4958461 w 7467600"/>
              <a:gd name="connsiteY906" fmla="*/ 1136957 h 6858000"/>
              <a:gd name="connsiteX907" fmla="*/ 4655015 w 7467600"/>
              <a:gd name="connsiteY907" fmla="*/ 891426 h 6858000"/>
              <a:gd name="connsiteX908" fmla="*/ 4348002 w 7467600"/>
              <a:gd name="connsiteY908" fmla="*/ 2205895 h 6858000"/>
              <a:gd name="connsiteX909" fmla="*/ 4262250 w 7467600"/>
              <a:gd name="connsiteY909" fmla="*/ 2219972 h 6858000"/>
              <a:gd name="connsiteX910" fmla="*/ 4550611 w 7467600"/>
              <a:gd name="connsiteY910" fmla="*/ 817540 h 6858000"/>
              <a:gd name="connsiteX911" fmla="*/ 4564418 w 7467600"/>
              <a:gd name="connsiteY911" fmla="*/ 808293 h 6858000"/>
              <a:gd name="connsiteX912" fmla="*/ 4266388 w 7467600"/>
              <a:gd name="connsiteY912" fmla="*/ 500083 h 6858000"/>
              <a:gd name="connsiteX913" fmla="*/ 4032842 w 7467600"/>
              <a:gd name="connsiteY913" fmla="*/ 211809 h 6858000"/>
              <a:gd name="connsiteX914" fmla="*/ 3882765 w 7467600"/>
              <a:gd name="connsiteY914" fmla="*/ 0 h 6858000"/>
              <a:gd name="connsiteX915" fmla="*/ 3721337 w 7467600"/>
              <a:gd name="connsiteY915" fmla="*/ 0 h 6858000"/>
              <a:gd name="connsiteX916" fmla="*/ 3797544 w 7467600"/>
              <a:gd name="connsiteY916" fmla="*/ 0 h 6858000"/>
              <a:gd name="connsiteX917" fmla="*/ 3775734 w 7467600"/>
              <a:gd name="connsiteY917" fmla="*/ 95131 h 6858000"/>
              <a:gd name="connsiteX918" fmla="*/ 3724807 w 7467600"/>
              <a:gd name="connsiteY918" fmla="*/ 272257 h 6858000"/>
              <a:gd name="connsiteX919" fmla="*/ 3726844 w 7467600"/>
              <a:gd name="connsiteY919" fmla="*/ 282988 h 6858000"/>
              <a:gd name="connsiteX920" fmla="*/ 3742664 w 7467600"/>
              <a:gd name="connsiteY920" fmla="*/ 279918 h 6858000"/>
              <a:gd name="connsiteX921" fmla="*/ 4103910 w 7467600"/>
              <a:gd name="connsiteY921" fmla="*/ 1161917 h 6858000"/>
              <a:gd name="connsiteX922" fmla="*/ 4020269 w 7467600"/>
              <a:gd name="connsiteY922" fmla="*/ 1200406 h 6858000"/>
              <a:gd name="connsiteX923" fmla="*/ 3674882 w 7467600"/>
              <a:gd name="connsiteY923" fmla="*/ 488524 h 6858000"/>
              <a:gd name="connsiteX924" fmla="*/ 3132682 w 7467600"/>
              <a:gd name="connsiteY924" fmla="*/ 1072284 h 6858000"/>
              <a:gd name="connsiteX925" fmla="*/ 2716346 w 7467600"/>
              <a:gd name="connsiteY925" fmla="*/ 1276376 h 6858000"/>
              <a:gd name="connsiteX926" fmla="*/ 2716772 w 7467600"/>
              <a:gd name="connsiteY926" fmla="*/ 1255462 h 6858000"/>
              <a:gd name="connsiteX927" fmla="*/ 3471096 w 7467600"/>
              <a:gd name="connsiteY927" fmla="*/ 437072 h 6858000"/>
              <a:gd name="connsiteX928" fmla="*/ 3639057 w 7467600"/>
              <a:gd name="connsiteY928" fmla="*/ 286334 h 6858000"/>
              <a:gd name="connsiteX929" fmla="*/ 3640309 w 7467600"/>
              <a:gd name="connsiteY929" fmla="*/ 284664 h 6858000"/>
              <a:gd name="connsiteX930" fmla="*/ 3646022 w 7467600"/>
              <a:gd name="connsiteY930" fmla="*/ 276711 h 6858000"/>
              <a:gd name="connsiteX931" fmla="*/ 3707943 w 7467600"/>
              <a:gd name="connsiteY931" fmla="*/ 65958 h 6858000"/>
              <a:gd name="connsiteX932" fmla="*/ 3721337 w 7467600"/>
              <a:gd name="connsiteY932" fmla="*/ 0 h 6858000"/>
              <a:gd name="connsiteX933" fmla="*/ 2867960 w 7467600"/>
              <a:gd name="connsiteY933" fmla="*/ 0 h 6858000"/>
              <a:gd name="connsiteX934" fmla="*/ 2926351 w 7467600"/>
              <a:gd name="connsiteY934" fmla="*/ 0 h 6858000"/>
              <a:gd name="connsiteX935" fmla="*/ 2902823 w 7467600"/>
              <a:gd name="connsiteY935" fmla="*/ 262929 h 6858000"/>
              <a:gd name="connsiteX936" fmla="*/ 2940663 w 7467600"/>
              <a:gd name="connsiteY936" fmla="*/ 140884 h 6858000"/>
              <a:gd name="connsiteX937" fmla="*/ 2947039 w 7467600"/>
              <a:gd name="connsiteY937" fmla="*/ 122524 h 6858000"/>
              <a:gd name="connsiteX938" fmla="*/ 2984316 w 7467600"/>
              <a:gd name="connsiteY938" fmla="*/ 0 h 6858000"/>
              <a:gd name="connsiteX939" fmla="*/ 3016114 w 7467600"/>
              <a:gd name="connsiteY939" fmla="*/ 0 h 6858000"/>
              <a:gd name="connsiteX940" fmla="*/ 2979949 w 7467600"/>
              <a:gd name="connsiteY940" fmla="*/ 119274 h 6858000"/>
              <a:gd name="connsiteX941" fmla="*/ 3023879 w 7467600"/>
              <a:gd name="connsiteY941" fmla="*/ 0 h 6858000"/>
              <a:gd name="connsiteX942" fmla="*/ 3105400 w 7467600"/>
              <a:gd name="connsiteY942" fmla="*/ 0 h 6858000"/>
              <a:gd name="connsiteX943" fmla="*/ 3094669 w 7467600"/>
              <a:gd name="connsiteY943" fmla="*/ 30308 h 6858000"/>
              <a:gd name="connsiteX944" fmla="*/ 2901945 w 7467600"/>
              <a:gd name="connsiteY944" fmla="*/ 466538 h 6858000"/>
              <a:gd name="connsiteX945" fmla="*/ 2815209 w 7467600"/>
              <a:gd name="connsiteY945" fmla="*/ 497361 h 6858000"/>
              <a:gd name="connsiteX946" fmla="*/ 2844845 w 7467600"/>
              <a:gd name="connsiteY946" fmla="*/ 127638 h 6858000"/>
              <a:gd name="connsiteX947" fmla="*/ 2867960 w 7467600"/>
              <a:gd name="connsiteY947" fmla="*/ 0 h 6858000"/>
              <a:gd name="connsiteX948" fmla="*/ 1057230 w 7467600"/>
              <a:gd name="connsiteY948" fmla="*/ 0 h 6858000"/>
              <a:gd name="connsiteX949" fmla="*/ 1111003 w 7467600"/>
              <a:gd name="connsiteY949" fmla="*/ 0 h 6858000"/>
              <a:gd name="connsiteX950" fmla="*/ 1125553 w 7467600"/>
              <a:gd name="connsiteY950" fmla="*/ 52588 h 6858000"/>
              <a:gd name="connsiteX951" fmla="*/ 1304276 w 7467600"/>
              <a:gd name="connsiteY951" fmla="*/ 476275 h 6858000"/>
              <a:gd name="connsiteX952" fmla="*/ 1492066 w 7467600"/>
              <a:gd name="connsiteY952" fmla="*/ 886333 h 6858000"/>
              <a:gd name="connsiteX953" fmla="*/ 1423698 w 7467600"/>
              <a:gd name="connsiteY953" fmla="*/ 710817 h 6858000"/>
              <a:gd name="connsiteX954" fmla="*/ 1357609 w 7467600"/>
              <a:gd name="connsiteY954" fmla="*/ 532892 h 6858000"/>
              <a:gd name="connsiteX955" fmla="*/ 1309550 w 7467600"/>
              <a:gd name="connsiteY955" fmla="*/ 374031 h 6858000"/>
              <a:gd name="connsiteX956" fmla="*/ 1193673 w 7467600"/>
              <a:gd name="connsiteY956" fmla="*/ 49533 h 6858000"/>
              <a:gd name="connsiteX957" fmla="*/ 1164391 w 7467600"/>
              <a:gd name="connsiteY957" fmla="*/ 0 h 6858000"/>
              <a:gd name="connsiteX958" fmla="*/ 1200666 w 7467600"/>
              <a:gd name="connsiteY958" fmla="*/ 0 h 6858000"/>
              <a:gd name="connsiteX959" fmla="*/ 1223408 w 7467600"/>
              <a:gd name="connsiteY959" fmla="*/ 38996 h 6858000"/>
              <a:gd name="connsiteX960" fmla="*/ 1339635 w 7467600"/>
              <a:gd name="connsiteY960" fmla="*/ 365517 h 6858000"/>
              <a:gd name="connsiteX961" fmla="*/ 1387469 w 7467600"/>
              <a:gd name="connsiteY961" fmla="*/ 523079 h 6858000"/>
              <a:gd name="connsiteX962" fmla="*/ 1452685 w 7467600"/>
              <a:gd name="connsiteY962" fmla="*/ 699806 h 6858000"/>
              <a:gd name="connsiteX963" fmla="*/ 1492092 w 7467600"/>
              <a:gd name="connsiteY963" fmla="*/ 800424 h 6858000"/>
              <a:gd name="connsiteX964" fmla="*/ 1455302 w 7467600"/>
              <a:gd name="connsiteY964" fmla="*/ 632913 h 6858000"/>
              <a:gd name="connsiteX965" fmla="*/ 1222336 w 7467600"/>
              <a:gd name="connsiteY965" fmla="*/ 9480 h 6858000"/>
              <a:gd name="connsiteX966" fmla="*/ 1214634 w 7467600"/>
              <a:gd name="connsiteY966" fmla="*/ 0 h 6858000"/>
              <a:gd name="connsiteX967" fmla="*/ 1289827 w 7467600"/>
              <a:gd name="connsiteY967" fmla="*/ 0 h 6858000"/>
              <a:gd name="connsiteX968" fmla="*/ 1321076 w 7467600"/>
              <a:gd name="connsiteY968" fmla="*/ 59722 h 6858000"/>
              <a:gd name="connsiteX969" fmla="*/ 1512579 w 7467600"/>
              <a:gd name="connsiteY969" fmla="*/ 626441 h 6858000"/>
              <a:gd name="connsiteX970" fmla="*/ 1506076 w 7467600"/>
              <a:gd name="connsiteY970" fmla="*/ 1089289 h 6858000"/>
              <a:gd name="connsiteX971" fmla="*/ 1486346 w 7467600"/>
              <a:gd name="connsiteY971" fmla="*/ 1079919 h 6858000"/>
              <a:gd name="connsiteX972" fmla="*/ 1070511 w 7467600"/>
              <a:gd name="connsiteY972" fmla="*/ 48609 h 6858000"/>
              <a:gd name="connsiteX973" fmla="*/ 1057230 w 7467600"/>
              <a:gd name="connsiteY973" fmla="*/ 0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993" fmla="*/ 43151 w 7467600"/>
              <a:gd name="connsiteY99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43603 w 7467600"/>
              <a:gd name="connsiteY127" fmla="*/ 51497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1903353 w 7467600"/>
              <a:gd name="connsiteY137" fmla="*/ 5044827 h 6858000"/>
              <a:gd name="connsiteX138" fmla="*/ 1936931 w 7467600"/>
              <a:gd name="connsiteY138" fmla="*/ 5093954 h 6858000"/>
              <a:gd name="connsiteX139" fmla="*/ 2195868 w 7467600"/>
              <a:gd name="connsiteY139" fmla="*/ 5396574 h 6858000"/>
              <a:gd name="connsiteX140" fmla="*/ 2088852 w 7467600"/>
              <a:gd name="connsiteY140" fmla="*/ 5166123 h 6858000"/>
              <a:gd name="connsiteX141" fmla="*/ 1958241 w 7467600"/>
              <a:gd name="connsiteY141" fmla="*/ 5067955 h 6858000"/>
              <a:gd name="connsiteX142" fmla="*/ 1903353 w 7467600"/>
              <a:gd name="connsiteY142" fmla="*/ 5044827 h 6858000"/>
              <a:gd name="connsiteX143" fmla="*/ 1979378 w 7467600"/>
              <a:gd name="connsiteY143" fmla="*/ 4769504 h 6858000"/>
              <a:gd name="connsiteX144" fmla="*/ 2882120 w 7467600"/>
              <a:gd name="connsiteY144" fmla="*/ 5064547 h 6858000"/>
              <a:gd name="connsiteX145" fmla="*/ 2793103 w 7467600"/>
              <a:gd name="connsiteY145" fmla="*/ 5039699 h 6858000"/>
              <a:gd name="connsiteX146" fmla="*/ 2770041 w 7467600"/>
              <a:gd name="connsiteY146" fmla="*/ 5033634 h 6858000"/>
              <a:gd name="connsiteX147" fmla="*/ 1979378 w 7467600"/>
              <a:gd name="connsiteY147" fmla="*/ 4769504 h 6858000"/>
              <a:gd name="connsiteX148" fmla="*/ 1927410 w 7467600"/>
              <a:gd name="connsiteY148" fmla="*/ 4716164 h 6858000"/>
              <a:gd name="connsiteX149" fmla="*/ 1959587 w 7467600"/>
              <a:gd name="connsiteY149" fmla="*/ 4728849 h 6858000"/>
              <a:gd name="connsiteX150" fmla="*/ 2777707 w 7467600"/>
              <a:gd name="connsiteY150" fmla="*/ 5003991 h 6858000"/>
              <a:gd name="connsiteX151" fmla="*/ 2800768 w 7467600"/>
              <a:gd name="connsiteY151" fmla="*/ 5010056 h 6858000"/>
              <a:gd name="connsiteX152" fmla="*/ 2879408 w 7467600"/>
              <a:gd name="connsiteY152" fmla="*/ 5031590 h 6858000"/>
              <a:gd name="connsiteX153" fmla="*/ 2862295 w 7467600"/>
              <a:gd name="connsiteY153" fmla="*/ 5022958 h 6858000"/>
              <a:gd name="connsiteX154" fmla="*/ 2813343 w 7467600"/>
              <a:gd name="connsiteY154" fmla="*/ 4998369 h 6858000"/>
              <a:gd name="connsiteX155" fmla="*/ 2646245 w 7467600"/>
              <a:gd name="connsiteY155" fmla="*/ 4930999 h 6858000"/>
              <a:gd name="connsiteX156" fmla="*/ 1999243 w 7467600"/>
              <a:gd name="connsiteY156" fmla="*/ 4730524 h 6858000"/>
              <a:gd name="connsiteX157" fmla="*/ 1979527 w 7467600"/>
              <a:gd name="connsiteY157" fmla="*/ 4726651 h 6858000"/>
              <a:gd name="connsiteX158" fmla="*/ 1927410 w 7467600"/>
              <a:gd name="connsiteY158" fmla="*/ 4716164 h 6858000"/>
              <a:gd name="connsiteX159" fmla="*/ 1997014 w 7467600"/>
              <a:gd name="connsiteY159" fmla="*/ 4698007 h 6858000"/>
              <a:gd name="connsiteX160" fmla="*/ 2005458 w 7467600"/>
              <a:gd name="connsiteY160" fmla="*/ 4699540 h 6858000"/>
              <a:gd name="connsiteX161" fmla="*/ 2657186 w 7467600"/>
              <a:gd name="connsiteY161" fmla="*/ 4901687 h 6858000"/>
              <a:gd name="connsiteX162" fmla="*/ 2826662 w 7467600"/>
              <a:gd name="connsiteY162" fmla="*/ 4970362 h 6858000"/>
              <a:gd name="connsiteX163" fmla="*/ 2876100 w 7467600"/>
              <a:gd name="connsiteY163" fmla="*/ 4995397 h 6858000"/>
              <a:gd name="connsiteX164" fmla="*/ 3042600 w 7467600"/>
              <a:gd name="connsiteY164" fmla="*/ 5059532 h 6858000"/>
              <a:gd name="connsiteX165" fmla="*/ 1997014 w 7467600"/>
              <a:gd name="connsiteY165" fmla="*/ 4698007 h 6858000"/>
              <a:gd name="connsiteX166" fmla="*/ 2305292 w 7467600"/>
              <a:gd name="connsiteY166" fmla="*/ 4219492 h 6858000"/>
              <a:gd name="connsiteX167" fmla="*/ 3360922 w 7467600"/>
              <a:gd name="connsiteY167" fmla="*/ 4529373 h 6858000"/>
              <a:gd name="connsiteX168" fmla="*/ 3492420 w 7467600"/>
              <a:gd name="connsiteY168" fmla="*/ 4510145 h 6858000"/>
              <a:gd name="connsiteX169" fmla="*/ 3364086 w 7467600"/>
              <a:gd name="connsiteY169" fmla="*/ 4480340 h 6858000"/>
              <a:gd name="connsiteX170" fmla="*/ 3225818 w 7467600"/>
              <a:gd name="connsiteY170" fmla="*/ 4411822 h 6858000"/>
              <a:gd name="connsiteX171" fmla="*/ 3129696 w 7467600"/>
              <a:gd name="connsiteY171" fmla="*/ 4360704 h 6858000"/>
              <a:gd name="connsiteX172" fmla="*/ 2814545 w 7467600"/>
              <a:gd name="connsiteY172" fmla="*/ 4282955 h 6858000"/>
              <a:gd name="connsiteX173" fmla="*/ 2305292 w 7467600"/>
              <a:gd name="connsiteY173" fmla="*/ 4219492 h 6858000"/>
              <a:gd name="connsiteX174" fmla="*/ 2626982 w 7467600"/>
              <a:gd name="connsiteY174" fmla="*/ 4206450 h 6858000"/>
              <a:gd name="connsiteX175" fmla="*/ 2490617 w 7467600"/>
              <a:gd name="connsiteY175" fmla="*/ 4206951 h 6858000"/>
              <a:gd name="connsiteX176" fmla="*/ 2819869 w 7467600"/>
              <a:gd name="connsiteY176" fmla="*/ 4252936 h 6858000"/>
              <a:gd name="connsiteX177" fmla="*/ 3143018 w 7467600"/>
              <a:gd name="connsiteY177" fmla="*/ 4332698 h 6858000"/>
              <a:gd name="connsiteX178" fmla="*/ 3241520 w 7467600"/>
              <a:gd name="connsiteY178" fmla="*/ 4385112 h 6858000"/>
              <a:gd name="connsiteX179" fmla="*/ 3374575 w 7467600"/>
              <a:gd name="connsiteY179" fmla="*/ 4451517 h 6858000"/>
              <a:gd name="connsiteX180" fmla="*/ 3505221 w 7467600"/>
              <a:gd name="connsiteY180" fmla="*/ 4480757 h 6858000"/>
              <a:gd name="connsiteX181" fmla="*/ 2626982 w 7467600"/>
              <a:gd name="connsiteY181" fmla="*/ 4206450 h 6858000"/>
              <a:gd name="connsiteX182" fmla="*/ 1310106 w 7467600"/>
              <a:gd name="connsiteY182" fmla="*/ 3943217 h 6858000"/>
              <a:gd name="connsiteX183" fmla="*/ 854994 w 7467600"/>
              <a:gd name="connsiteY183" fmla="*/ 4399136 h 6858000"/>
              <a:gd name="connsiteX184" fmla="*/ 742462 w 7467600"/>
              <a:gd name="connsiteY184" fmla="*/ 4594648 h 6858000"/>
              <a:gd name="connsiteX185" fmla="*/ 820602 w 7467600"/>
              <a:gd name="connsiteY185" fmla="*/ 4485915 h 6858000"/>
              <a:gd name="connsiteX186" fmla="*/ 878295 w 7467600"/>
              <a:gd name="connsiteY186" fmla="*/ 4403594 h 6858000"/>
              <a:gd name="connsiteX187" fmla="*/ 1240607 w 7467600"/>
              <a:gd name="connsiteY187" fmla="*/ 4010401 h 6858000"/>
              <a:gd name="connsiteX188" fmla="*/ 1310106 w 7467600"/>
              <a:gd name="connsiteY188" fmla="*/ 3943217 h 6858000"/>
              <a:gd name="connsiteX189" fmla="*/ 1423113 w 7467600"/>
              <a:gd name="connsiteY189" fmla="*/ 3874565 h 6858000"/>
              <a:gd name="connsiteX190" fmla="*/ 1260565 w 7467600"/>
              <a:gd name="connsiteY190" fmla="*/ 4031982 h 6858000"/>
              <a:gd name="connsiteX191" fmla="*/ 901900 w 7467600"/>
              <a:gd name="connsiteY191" fmla="*/ 4421236 h 6858000"/>
              <a:gd name="connsiteX192" fmla="*/ 845044 w 7467600"/>
              <a:gd name="connsiteY192" fmla="*/ 4502436 h 6858000"/>
              <a:gd name="connsiteX193" fmla="*/ 685926 w 7467600"/>
              <a:gd name="connsiteY193" fmla="*/ 4703069 h 6858000"/>
              <a:gd name="connsiteX194" fmla="*/ 684248 w 7467600"/>
              <a:gd name="connsiteY194" fmla="*/ 4706721 h 6858000"/>
              <a:gd name="connsiteX195" fmla="*/ 1423113 w 7467600"/>
              <a:gd name="connsiteY195" fmla="*/ 3874565 h 6858000"/>
              <a:gd name="connsiteX196" fmla="*/ 3316479 w 7467600"/>
              <a:gd name="connsiteY196" fmla="*/ 3872136 h 6858000"/>
              <a:gd name="connsiteX197" fmla="*/ 3546806 w 7467600"/>
              <a:gd name="connsiteY197" fmla="*/ 4356139 h 6858000"/>
              <a:gd name="connsiteX198" fmla="*/ 3364433 w 7467600"/>
              <a:gd name="connsiteY198" fmla="*/ 3953121 h 6858000"/>
              <a:gd name="connsiteX199" fmla="*/ 3316479 w 7467600"/>
              <a:gd name="connsiteY199" fmla="*/ 3872136 h 6858000"/>
              <a:gd name="connsiteX200" fmla="*/ 3291335 w 7467600"/>
              <a:gd name="connsiteY200" fmla="*/ 3767420 h 6858000"/>
              <a:gd name="connsiteX201" fmla="*/ 3390805 w 7467600"/>
              <a:gd name="connsiteY201" fmla="*/ 3937163 h 6858000"/>
              <a:gd name="connsiteX202" fmla="*/ 3579062 w 7467600"/>
              <a:gd name="connsiteY202" fmla="*/ 4359040 h 6858000"/>
              <a:gd name="connsiteX203" fmla="*/ 3467355 w 7467600"/>
              <a:gd name="connsiteY203" fmla="*/ 3988130 h 6858000"/>
              <a:gd name="connsiteX204" fmla="*/ 3310753 w 7467600"/>
              <a:gd name="connsiteY204" fmla="*/ 3787140 h 6858000"/>
              <a:gd name="connsiteX205" fmla="*/ 3291335 w 7467600"/>
              <a:gd name="connsiteY205" fmla="*/ 3767420 h 6858000"/>
              <a:gd name="connsiteX206" fmla="*/ 1635889 w 7467600"/>
              <a:gd name="connsiteY206" fmla="*/ 3709494 h 6858000"/>
              <a:gd name="connsiteX207" fmla="*/ 1634800 w 7467600"/>
              <a:gd name="connsiteY207" fmla="*/ 3731111 h 6858000"/>
              <a:gd name="connsiteX208" fmla="*/ 1635889 w 7467600"/>
              <a:gd name="connsiteY208" fmla="*/ 3709494 h 6858000"/>
              <a:gd name="connsiteX209" fmla="*/ 1510397 w 7467600"/>
              <a:gd name="connsiteY209" fmla="*/ 3684705 h 6858000"/>
              <a:gd name="connsiteX210" fmla="*/ 1146550 w 7467600"/>
              <a:gd name="connsiteY210" fmla="*/ 3802012 h 6858000"/>
              <a:gd name="connsiteX211" fmla="*/ 698834 w 7467600"/>
              <a:gd name="connsiteY211" fmla="*/ 3952272 h 6858000"/>
              <a:gd name="connsiteX212" fmla="*/ 34256 w 7467600"/>
              <a:gd name="connsiteY212" fmla="*/ 4347603 h 6858000"/>
              <a:gd name="connsiteX213" fmla="*/ 527241 w 7467600"/>
              <a:gd name="connsiteY213" fmla="*/ 4065078 h 6858000"/>
              <a:gd name="connsiteX214" fmla="*/ 1510397 w 7467600"/>
              <a:gd name="connsiteY214" fmla="*/ 3684705 h 6858000"/>
              <a:gd name="connsiteX215" fmla="*/ 1313114 w 7467600"/>
              <a:gd name="connsiteY215" fmla="*/ 3655216 h 6858000"/>
              <a:gd name="connsiteX216" fmla="*/ 1109304 w 7467600"/>
              <a:gd name="connsiteY216" fmla="*/ 3669030 h 6858000"/>
              <a:gd name="connsiteX217" fmla="*/ 8129 w 7467600"/>
              <a:gd name="connsiteY217" fmla="*/ 4330519 h 6858000"/>
              <a:gd name="connsiteX218" fmla="*/ 687572 w 7467600"/>
              <a:gd name="connsiteY218" fmla="*/ 3925629 h 6858000"/>
              <a:gd name="connsiteX219" fmla="*/ 1138365 w 7467600"/>
              <a:gd name="connsiteY219" fmla="*/ 3774515 h 6858000"/>
              <a:gd name="connsiteX220" fmla="*/ 1505579 w 7467600"/>
              <a:gd name="connsiteY220" fmla="*/ 3655526 h 6858000"/>
              <a:gd name="connsiteX221" fmla="*/ 1313114 w 7467600"/>
              <a:gd name="connsiteY221" fmla="*/ 3655216 h 6858000"/>
              <a:gd name="connsiteX222" fmla="*/ 3655073 w 7467600"/>
              <a:gd name="connsiteY222" fmla="*/ 3650884 h 6858000"/>
              <a:gd name="connsiteX223" fmla="*/ 3989938 w 7467600"/>
              <a:gd name="connsiteY223" fmla="*/ 3991685 h 6858000"/>
              <a:gd name="connsiteX224" fmla="*/ 4393907 w 7467600"/>
              <a:gd name="connsiteY224" fmla="*/ 4261258 h 6858000"/>
              <a:gd name="connsiteX225" fmla="*/ 4648051 w 7467600"/>
              <a:gd name="connsiteY225" fmla="*/ 4374051 h 6858000"/>
              <a:gd name="connsiteX226" fmla="*/ 4383389 w 7467600"/>
              <a:gd name="connsiteY226" fmla="*/ 4184369 h 6858000"/>
              <a:gd name="connsiteX227" fmla="*/ 4165508 w 7467600"/>
              <a:gd name="connsiteY227" fmla="*/ 4035196 h 6858000"/>
              <a:gd name="connsiteX228" fmla="*/ 4068162 w 7467600"/>
              <a:gd name="connsiteY228" fmla="*/ 3953394 h 6858000"/>
              <a:gd name="connsiteX229" fmla="*/ 3981416 w 7467600"/>
              <a:gd name="connsiteY229" fmla="*/ 3880482 h 6858000"/>
              <a:gd name="connsiteX230" fmla="*/ 3800147 w 7467600"/>
              <a:gd name="connsiteY230" fmla="*/ 3749872 h 6858000"/>
              <a:gd name="connsiteX231" fmla="*/ 3655073 w 7467600"/>
              <a:gd name="connsiteY231" fmla="*/ 3650884 h 6858000"/>
              <a:gd name="connsiteX232" fmla="*/ 3670252 w 7467600"/>
              <a:gd name="connsiteY232" fmla="*/ 3622798 h 6858000"/>
              <a:gd name="connsiteX233" fmla="*/ 3817258 w 7467600"/>
              <a:gd name="connsiteY233" fmla="*/ 3723577 h 6858000"/>
              <a:gd name="connsiteX234" fmla="*/ 4000461 w 7467600"/>
              <a:gd name="connsiteY234" fmla="*/ 3855966 h 6858000"/>
              <a:gd name="connsiteX235" fmla="*/ 4088180 w 7467600"/>
              <a:gd name="connsiteY235" fmla="*/ 3929774 h 6858000"/>
              <a:gd name="connsiteX236" fmla="*/ 4184555 w 7467600"/>
              <a:gd name="connsiteY236" fmla="*/ 4010683 h 6858000"/>
              <a:gd name="connsiteX237" fmla="*/ 4399563 w 7467600"/>
              <a:gd name="connsiteY237" fmla="*/ 4158106 h 6858000"/>
              <a:gd name="connsiteX238" fmla="*/ 4684469 w 7467600"/>
              <a:gd name="connsiteY238" fmla="*/ 4364680 h 6858000"/>
              <a:gd name="connsiteX239" fmla="*/ 4690271 w 7467600"/>
              <a:gd name="connsiteY239" fmla="*/ 4370034 h 6858000"/>
              <a:gd name="connsiteX240" fmla="*/ 4136093 w 7467600"/>
              <a:gd name="connsiteY240" fmla="*/ 3858466 h 6858000"/>
              <a:gd name="connsiteX241" fmla="*/ 3670252 w 7467600"/>
              <a:gd name="connsiteY241" fmla="*/ 3622798 h 6858000"/>
              <a:gd name="connsiteX242" fmla="*/ 4440129 w 7467600"/>
              <a:gd name="connsiteY242" fmla="*/ 3448571 h 6858000"/>
              <a:gd name="connsiteX243" fmla="*/ 4856525 w 7467600"/>
              <a:gd name="connsiteY243" fmla="*/ 3915351 h 6858000"/>
              <a:gd name="connsiteX244" fmla="*/ 5059055 w 7467600"/>
              <a:gd name="connsiteY244" fmla="*/ 4108918 h 6858000"/>
              <a:gd name="connsiteX245" fmla="*/ 5290070 w 7467600"/>
              <a:gd name="connsiteY245" fmla="*/ 4263619 h 6858000"/>
              <a:gd name="connsiteX246" fmla="*/ 4834991 w 7467600"/>
              <a:gd name="connsiteY246" fmla="*/ 3830985 h 6858000"/>
              <a:gd name="connsiteX247" fmla="*/ 4440129 w 7467600"/>
              <a:gd name="connsiteY247" fmla="*/ 3448571 h 6858000"/>
              <a:gd name="connsiteX248" fmla="*/ 4441737 w 7467600"/>
              <a:gd name="connsiteY248" fmla="*/ 3399734 h 6858000"/>
              <a:gd name="connsiteX249" fmla="*/ 4431236 w 7467600"/>
              <a:gd name="connsiteY249" fmla="*/ 3400954 h 6858000"/>
              <a:gd name="connsiteX250" fmla="*/ 4557150 w 7467600"/>
              <a:gd name="connsiteY250" fmla="*/ 3510023 h 6858000"/>
              <a:gd name="connsiteX251" fmla="*/ 4856936 w 7467600"/>
              <a:gd name="connsiteY251" fmla="*/ 3809146 h 6858000"/>
              <a:gd name="connsiteX252" fmla="*/ 5111996 w 7467600"/>
              <a:gd name="connsiteY252" fmla="*/ 4065759 h 6858000"/>
              <a:gd name="connsiteX253" fmla="*/ 5388878 w 7467600"/>
              <a:gd name="connsiteY253" fmla="*/ 4300185 h 6858000"/>
              <a:gd name="connsiteX254" fmla="*/ 5425556 w 7467600"/>
              <a:gd name="connsiteY254" fmla="*/ 4308967 h 6858000"/>
              <a:gd name="connsiteX255" fmla="*/ 4943646 w 7467600"/>
              <a:gd name="connsiteY255" fmla="*/ 3822916 h 6858000"/>
              <a:gd name="connsiteX256" fmla="*/ 4594837 w 7467600"/>
              <a:gd name="connsiteY256" fmla="*/ 3532274 h 6858000"/>
              <a:gd name="connsiteX257" fmla="*/ 4441737 w 7467600"/>
              <a:gd name="connsiteY257" fmla="*/ 3399734 h 6858000"/>
              <a:gd name="connsiteX258" fmla="*/ 5425834 w 7467600"/>
              <a:gd name="connsiteY258" fmla="*/ 3162785 h 6858000"/>
              <a:gd name="connsiteX259" fmla="*/ 5401644 w 7467600"/>
              <a:gd name="connsiteY259" fmla="*/ 3617847 h 6858000"/>
              <a:gd name="connsiteX260" fmla="*/ 5467256 w 7467600"/>
              <a:gd name="connsiteY260" fmla="*/ 4175494 h 6858000"/>
              <a:gd name="connsiteX261" fmla="*/ 5448069 w 7467600"/>
              <a:gd name="connsiteY261" fmla="*/ 3567554 h 6858000"/>
              <a:gd name="connsiteX262" fmla="*/ 5425834 w 7467600"/>
              <a:gd name="connsiteY262" fmla="*/ 3162785 h 6858000"/>
              <a:gd name="connsiteX263" fmla="*/ 1318687 w 7467600"/>
              <a:gd name="connsiteY263" fmla="*/ 3113840 h 6858000"/>
              <a:gd name="connsiteX264" fmla="*/ 1066793 w 7467600"/>
              <a:gd name="connsiteY264" fmla="*/ 3212171 h 6858000"/>
              <a:gd name="connsiteX265" fmla="*/ 993319 w 7467600"/>
              <a:gd name="connsiteY265" fmla="*/ 3247648 h 6858000"/>
              <a:gd name="connsiteX266" fmla="*/ 853081 w 7467600"/>
              <a:gd name="connsiteY266" fmla="*/ 3312410 h 6858000"/>
              <a:gd name="connsiteX267" fmla="*/ 805957 w 7467600"/>
              <a:gd name="connsiteY267" fmla="*/ 3330443 h 6858000"/>
              <a:gd name="connsiteX268" fmla="*/ 1318687 w 7467600"/>
              <a:gd name="connsiteY268" fmla="*/ 3113840 h 6858000"/>
              <a:gd name="connsiteX269" fmla="*/ 5453702 w 7467600"/>
              <a:gd name="connsiteY269" fmla="*/ 3090882 h 6858000"/>
              <a:gd name="connsiteX270" fmla="*/ 5480135 w 7467600"/>
              <a:gd name="connsiteY270" fmla="*/ 3565802 h 6858000"/>
              <a:gd name="connsiteX271" fmla="*/ 5499023 w 7467600"/>
              <a:gd name="connsiteY271" fmla="*/ 4166310 h 6858000"/>
              <a:gd name="connsiteX272" fmla="*/ 5547022 w 7467600"/>
              <a:gd name="connsiteY272" fmla="*/ 3607838 h 6858000"/>
              <a:gd name="connsiteX273" fmla="*/ 5515964 w 7467600"/>
              <a:gd name="connsiteY273" fmla="*/ 3378541 h 6858000"/>
              <a:gd name="connsiteX274" fmla="*/ 5453702 w 7467600"/>
              <a:gd name="connsiteY274" fmla="*/ 3090882 h 6858000"/>
              <a:gd name="connsiteX275" fmla="*/ 1238695 w 7467600"/>
              <a:gd name="connsiteY275" fmla="*/ 3076820 h 6858000"/>
              <a:gd name="connsiteX276" fmla="*/ 716371 w 7467600"/>
              <a:gd name="connsiteY276" fmla="*/ 3293249 h 6858000"/>
              <a:gd name="connsiteX277" fmla="*/ 579522 w 7467600"/>
              <a:gd name="connsiteY277" fmla="*/ 3371759 h 6858000"/>
              <a:gd name="connsiteX278" fmla="*/ 600288 w 7467600"/>
              <a:gd name="connsiteY278" fmla="*/ 3365555 h 6858000"/>
              <a:gd name="connsiteX279" fmla="*/ 840692 w 7467600"/>
              <a:gd name="connsiteY279" fmla="*/ 3284921 h 6858000"/>
              <a:gd name="connsiteX280" fmla="*/ 979248 w 7467600"/>
              <a:gd name="connsiteY280" fmla="*/ 3221003 h 6858000"/>
              <a:gd name="connsiteX281" fmla="*/ 1053282 w 7467600"/>
              <a:gd name="connsiteY281" fmla="*/ 3185247 h 6858000"/>
              <a:gd name="connsiteX282" fmla="*/ 1320603 w 7467600"/>
              <a:gd name="connsiteY282" fmla="*/ 3081281 h 6858000"/>
              <a:gd name="connsiteX283" fmla="*/ 1238695 w 7467600"/>
              <a:gd name="connsiteY283" fmla="*/ 3076820 h 6858000"/>
              <a:gd name="connsiteX284" fmla="*/ 5425627 w 7467600"/>
              <a:gd name="connsiteY284" fmla="*/ 2954192 h 6858000"/>
              <a:gd name="connsiteX285" fmla="*/ 5470770 w 7467600"/>
              <a:gd name="connsiteY285" fmla="*/ 3005435 h 6858000"/>
              <a:gd name="connsiteX286" fmla="*/ 5519779 w 7467600"/>
              <a:gd name="connsiteY286" fmla="*/ 4359223 h 6858000"/>
              <a:gd name="connsiteX287" fmla="*/ 5520293 w 7467600"/>
              <a:gd name="connsiteY287" fmla="*/ 4360602 h 6858000"/>
              <a:gd name="connsiteX288" fmla="*/ 5767221 w 7467600"/>
              <a:gd name="connsiteY288" fmla="*/ 4665564 h 6858000"/>
              <a:gd name="connsiteX289" fmla="*/ 6937169 w 7467600"/>
              <a:gd name="connsiteY289" fmla="*/ 4815941 h 6858000"/>
              <a:gd name="connsiteX290" fmla="*/ 6953922 w 7467600"/>
              <a:gd name="connsiteY290" fmla="*/ 4890068 h 6858000"/>
              <a:gd name="connsiteX291" fmla="*/ 6071359 w 7467600"/>
              <a:gd name="connsiteY291" fmla="*/ 4770770 h 6858000"/>
              <a:gd name="connsiteX292" fmla="*/ 6038839 w 7467600"/>
              <a:gd name="connsiteY292" fmla="*/ 4764474 h 6858000"/>
              <a:gd name="connsiteX293" fmla="*/ 6038706 w 7467600"/>
              <a:gd name="connsiteY293" fmla="*/ 4763847 h 6858000"/>
              <a:gd name="connsiteX294" fmla="*/ 6037784 w 7467600"/>
              <a:gd name="connsiteY294" fmla="*/ 4764270 h 6858000"/>
              <a:gd name="connsiteX295" fmla="*/ 6038839 w 7467600"/>
              <a:gd name="connsiteY295" fmla="*/ 4764474 h 6858000"/>
              <a:gd name="connsiteX296" fmla="*/ 6040338 w 7467600"/>
              <a:gd name="connsiteY296" fmla="*/ 4771418 h 6858000"/>
              <a:gd name="connsiteX297" fmla="*/ 6024488 w 7467600"/>
              <a:gd name="connsiteY297" fmla="*/ 4809903 h 6858000"/>
              <a:gd name="connsiteX298" fmla="*/ 5599771 w 7467600"/>
              <a:gd name="connsiteY298" fmla="*/ 5509652 h 6858000"/>
              <a:gd name="connsiteX299" fmla="*/ 5548843 w 7467600"/>
              <a:gd name="connsiteY299" fmla="*/ 5563845 h 6858000"/>
              <a:gd name="connsiteX300" fmla="*/ 5940952 w 7467600"/>
              <a:gd name="connsiteY300" fmla="*/ 6250028 h 6858000"/>
              <a:gd name="connsiteX301" fmla="*/ 6043441 w 7467600"/>
              <a:gd name="connsiteY301" fmla="*/ 6665847 h 6858000"/>
              <a:gd name="connsiteX302" fmla="*/ 6093432 w 7467600"/>
              <a:gd name="connsiteY302" fmla="*/ 6858000 h 6858000"/>
              <a:gd name="connsiteX303" fmla="*/ 6034344 w 7467600"/>
              <a:gd name="connsiteY303" fmla="*/ 6858000 h 6858000"/>
              <a:gd name="connsiteX304" fmla="*/ 6026679 w 7467600"/>
              <a:gd name="connsiteY304" fmla="*/ 6836959 h 6858000"/>
              <a:gd name="connsiteX305" fmla="*/ 5800441 w 7467600"/>
              <a:gd name="connsiteY305" fmla="*/ 6335286 h 6858000"/>
              <a:gd name="connsiteX306" fmla="*/ 5526562 w 7467600"/>
              <a:gd name="connsiteY306" fmla="*/ 5705388 h 6858000"/>
              <a:gd name="connsiteX307" fmla="*/ 5519640 w 7467600"/>
              <a:gd name="connsiteY307" fmla="*/ 5683774 h 6858000"/>
              <a:gd name="connsiteX308" fmla="*/ 5844559 w 7467600"/>
              <a:gd name="connsiteY308" fmla="*/ 6553349 h 6858000"/>
              <a:gd name="connsiteX309" fmla="*/ 5975994 w 7467600"/>
              <a:gd name="connsiteY309" fmla="*/ 6858000 h 6858000"/>
              <a:gd name="connsiteX310" fmla="*/ 5898547 w 7467600"/>
              <a:gd name="connsiteY310" fmla="*/ 6858000 h 6858000"/>
              <a:gd name="connsiteX311" fmla="*/ 5682041 w 7467600"/>
              <a:gd name="connsiteY311" fmla="*/ 6355860 h 6858000"/>
              <a:gd name="connsiteX312" fmla="*/ 5461758 w 7467600"/>
              <a:gd name="connsiteY312" fmla="*/ 5820220 h 6858000"/>
              <a:gd name="connsiteX313" fmla="*/ 5237282 w 7467600"/>
              <a:gd name="connsiteY313" fmla="*/ 6579086 h 6858000"/>
              <a:gd name="connsiteX314" fmla="*/ 5115009 w 7467600"/>
              <a:gd name="connsiteY314" fmla="*/ 6858000 h 6858000"/>
              <a:gd name="connsiteX315" fmla="*/ 5028074 w 7467600"/>
              <a:gd name="connsiteY315" fmla="*/ 6858000 h 6858000"/>
              <a:gd name="connsiteX316" fmla="*/ 5079508 w 7467600"/>
              <a:gd name="connsiteY316" fmla="*/ 6749074 h 6858000"/>
              <a:gd name="connsiteX317" fmla="*/ 5371846 w 7467600"/>
              <a:gd name="connsiteY317" fmla="*/ 5924413 h 6858000"/>
              <a:gd name="connsiteX318" fmla="*/ 5270512 w 7467600"/>
              <a:gd name="connsiteY318" fmla="*/ 6138975 h 6858000"/>
              <a:gd name="connsiteX319" fmla="*/ 5062409 w 7467600"/>
              <a:gd name="connsiteY319" fmla="*/ 6653544 h 6858000"/>
              <a:gd name="connsiteX320" fmla="*/ 5036628 w 7467600"/>
              <a:gd name="connsiteY320" fmla="*/ 6754247 h 6858000"/>
              <a:gd name="connsiteX321" fmla="*/ 5009112 w 7467600"/>
              <a:gd name="connsiteY321" fmla="*/ 6858000 h 6858000"/>
              <a:gd name="connsiteX322" fmla="*/ 4976679 w 7467600"/>
              <a:gd name="connsiteY322" fmla="*/ 6858000 h 6858000"/>
              <a:gd name="connsiteX323" fmla="*/ 5006537 w 7467600"/>
              <a:gd name="connsiteY323" fmla="*/ 6747068 h 6858000"/>
              <a:gd name="connsiteX324" fmla="*/ 5032723 w 7467600"/>
              <a:gd name="connsiteY324" fmla="*/ 6644957 h 6858000"/>
              <a:gd name="connsiteX325" fmla="*/ 5242949 w 7467600"/>
              <a:gd name="connsiteY325" fmla="*/ 6125175 h 6858000"/>
              <a:gd name="connsiteX326" fmla="*/ 5286321 w 7467600"/>
              <a:gd name="connsiteY326" fmla="*/ 6033555 h 6858000"/>
              <a:gd name="connsiteX327" fmla="*/ 5008210 w 7467600"/>
              <a:gd name="connsiteY327" fmla="*/ 6649194 h 6858000"/>
              <a:gd name="connsiteX328" fmla="*/ 4986321 w 7467600"/>
              <a:gd name="connsiteY328" fmla="*/ 6765687 h 6858000"/>
              <a:gd name="connsiteX329" fmla="*/ 4973474 w 7467600"/>
              <a:gd name="connsiteY329" fmla="*/ 6858000 h 6858000"/>
              <a:gd name="connsiteX330" fmla="*/ 4907178 w 7467600"/>
              <a:gd name="connsiteY330" fmla="*/ 6858000 h 6858000"/>
              <a:gd name="connsiteX331" fmla="*/ 4910810 w 7467600"/>
              <a:gd name="connsiteY331" fmla="*/ 6829660 h 6858000"/>
              <a:gd name="connsiteX332" fmla="*/ 4987461 w 7467600"/>
              <a:gd name="connsiteY332" fmla="*/ 6432994 h 6858000"/>
              <a:gd name="connsiteX333" fmla="*/ 5179262 w 7467600"/>
              <a:gd name="connsiteY333" fmla="*/ 6035044 h 6858000"/>
              <a:gd name="connsiteX334" fmla="*/ 4689678 w 7467600"/>
              <a:gd name="connsiteY334" fmla="*/ 6440241 h 6858000"/>
              <a:gd name="connsiteX335" fmla="*/ 4477543 w 7467600"/>
              <a:gd name="connsiteY335" fmla="*/ 6674836 h 6858000"/>
              <a:gd name="connsiteX336" fmla="*/ 4329957 w 7467600"/>
              <a:gd name="connsiteY336" fmla="*/ 6858000 h 6858000"/>
              <a:gd name="connsiteX337" fmla="*/ 4218595 w 7467600"/>
              <a:gd name="connsiteY337" fmla="*/ 6858000 h 6858000"/>
              <a:gd name="connsiteX338" fmla="*/ 4368888 w 7467600"/>
              <a:gd name="connsiteY338" fmla="*/ 6668412 h 6858000"/>
              <a:gd name="connsiteX339" fmla="*/ 4563091 w 7467600"/>
              <a:gd name="connsiteY339" fmla="*/ 6442508 h 6858000"/>
              <a:gd name="connsiteX340" fmla="*/ 5387324 w 7467600"/>
              <a:gd name="connsiteY340" fmla="*/ 5705830 h 6858000"/>
              <a:gd name="connsiteX341" fmla="*/ 5073620 w 7467600"/>
              <a:gd name="connsiteY341" fmla="*/ 5955437 h 6858000"/>
              <a:gd name="connsiteX342" fmla="*/ 4689789 w 7467600"/>
              <a:gd name="connsiteY342" fmla="*/ 6268382 h 6858000"/>
              <a:gd name="connsiteX343" fmla="*/ 4418722 w 7467600"/>
              <a:gd name="connsiteY343" fmla="*/ 6570886 h 6858000"/>
              <a:gd name="connsiteX344" fmla="*/ 4214944 w 7467600"/>
              <a:gd name="connsiteY344" fmla="*/ 6858000 h 6858000"/>
              <a:gd name="connsiteX345" fmla="*/ 4177898 w 7467600"/>
              <a:gd name="connsiteY345" fmla="*/ 6858000 h 6858000"/>
              <a:gd name="connsiteX346" fmla="*/ 4391597 w 7467600"/>
              <a:gd name="connsiteY346" fmla="*/ 6556370 h 6858000"/>
              <a:gd name="connsiteX347" fmla="*/ 4668889 w 7467600"/>
              <a:gd name="connsiteY347" fmla="*/ 6246399 h 6858000"/>
              <a:gd name="connsiteX348" fmla="*/ 5055427 w 7467600"/>
              <a:gd name="connsiteY348" fmla="*/ 5931476 h 6858000"/>
              <a:gd name="connsiteX349" fmla="*/ 5371814 w 7467600"/>
              <a:gd name="connsiteY349" fmla="*/ 5678975 h 6858000"/>
              <a:gd name="connsiteX350" fmla="*/ 4987918 w 7467600"/>
              <a:gd name="connsiteY350" fmla="*/ 5838701 h 6858000"/>
              <a:gd name="connsiteX351" fmla="*/ 4317146 w 7467600"/>
              <a:gd name="connsiteY351" fmla="*/ 6587716 h 6858000"/>
              <a:gd name="connsiteX352" fmla="*/ 4171627 w 7467600"/>
              <a:gd name="connsiteY352" fmla="*/ 6858000 h 6858000"/>
              <a:gd name="connsiteX353" fmla="*/ 4081585 w 7467600"/>
              <a:gd name="connsiteY353" fmla="*/ 6858000 h 6858000"/>
              <a:gd name="connsiteX354" fmla="*/ 4238603 w 7467600"/>
              <a:gd name="connsiteY354" fmla="*/ 6559341 h 6858000"/>
              <a:gd name="connsiteX355" fmla="*/ 4778333 w 7467600"/>
              <a:gd name="connsiteY355" fmla="*/ 5873626 h 6858000"/>
              <a:gd name="connsiteX356" fmla="*/ 5414185 w 7467600"/>
              <a:gd name="connsiteY356" fmla="*/ 5573882 h 6858000"/>
              <a:gd name="connsiteX357" fmla="*/ 5959648 w 7467600"/>
              <a:gd name="connsiteY357" fmla="*/ 4760797 h 6858000"/>
              <a:gd name="connsiteX358" fmla="*/ 5355019 w 7467600"/>
              <a:gd name="connsiteY358" fmla="*/ 4734672 h 6858000"/>
              <a:gd name="connsiteX359" fmla="*/ 5083565 w 7467600"/>
              <a:gd name="connsiteY359" fmla="*/ 5179121 h 6858000"/>
              <a:gd name="connsiteX360" fmla="*/ 4713577 w 7467600"/>
              <a:gd name="connsiteY360" fmla="*/ 5616803 h 6858000"/>
              <a:gd name="connsiteX361" fmla="*/ 3989559 w 7467600"/>
              <a:gd name="connsiteY361" fmla="*/ 6145945 h 6858000"/>
              <a:gd name="connsiteX362" fmla="*/ 3939824 w 7467600"/>
              <a:gd name="connsiteY362" fmla="*/ 6066900 h 6858000"/>
              <a:gd name="connsiteX363" fmla="*/ 4584537 w 7467600"/>
              <a:gd name="connsiteY363" fmla="*/ 5324826 h 6858000"/>
              <a:gd name="connsiteX364" fmla="*/ 5037105 w 7467600"/>
              <a:gd name="connsiteY364" fmla="*/ 5088765 h 6858000"/>
              <a:gd name="connsiteX365" fmla="*/ 5039930 w 7467600"/>
              <a:gd name="connsiteY365" fmla="*/ 5089585 h 6858000"/>
              <a:gd name="connsiteX366" fmla="*/ 5263764 w 7467600"/>
              <a:gd name="connsiteY366" fmla="*/ 4735525 h 6858000"/>
              <a:gd name="connsiteX367" fmla="*/ 4086300 w 7467600"/>
              <a:gd name="connsiteY367" fmla="*/ 4884599 h 6858000"/>
              <a:gd name="connsiteX368" fmla="*/ 4085485 w 7467600"/>
              <a:gd name="connsiteY368" fmla="*/ 4899070 h 6858000"/>
              <a:gd name="connsiteX369" fmla="*/ 3871915 w 7467600"/>
              <a:gd name="connsiteY369" fmla="*/ 5253645 h 6858000"/>
              <a:gd name="connsiteX370" fmla="*/ 3799374 w 7467600"/>
              <a:gd name="connsiteY370" fmla="*/ 5466127 h 6858000"/>
              <a:gd name="connsiteX371" fmla="*/ 3498850 w 7467600"/>
              <a:gd name="connsiteY371" fmla="*/ 6661888 h 6858000"/>
              <a:gd name="connsiteX372" fmla="*/ 3399216 w 7467600"/>
              <a:gd name="connsiteY372" fmla="*/ 6858000 h 6858000"/>
              <a:gd name="connsiteX373" fmla="*/ 3303688 w 7467600"/>
              <a:gd name="connsiteY373" fmla="*/ 6858000 h 6858000"/>
              <a:gd name="connsiteX374" fmla="*/ 3391774 w 7467600"/>
              <a:gd name="connsiteY374" fmla="*/ 6697181 h 6858000"/>
              <a:gd name="connsiteX375" fmla="*/ 3735540 w 7467600"/>
              <a:gd name="connsiteY375" fmla="*/ 5546923 h 6858000"/>
              <a:gd name="connsiteX376" fmla="*/ 3729438 w 7467600"/>
              <a:gd name="connsiteY376" fmla="*/ 5569058 h 6858000"/>
              <a:gd name="connsiteX377" fmla="*/ 3707782 w 7467600"/>
              <a:gd name="connsiteY377" fmla="*/ 5644908 h 6858000"/>
              <a:gd name="connsiteX378" fmla="*/ 3583827 w 7467600"/>
              <a:gd name="connsiteY378" fmla="*/ 6039215 h 6858000"/>
              <a:gd name="connsiteX379" fmla="*/ 3547861 w 7467600"/>
              <a:gd name="connsiteY379" fmla="*/ 6129609 h 6858000"/>
              <a:gd name="connsiteX380" fmla="*/ 3490905 w 7467600"/>
              <a:gd name="connsiteY380" fmla="*/ 6277660 h 6858000"/>
              <a:gd name="connsiteX381" fmla="*/ 3455859 w 7467600"/>
              <a:gd name="connsiteY381" fmla="*/ 6391301 h 6858000"/>
              <a:gd name="connsiteX382" fmla="*/ 3429112 w 7467600"/>
              <a:gd name="connsiteY382" fmla="*/ 6479469 h 6858000"/>
              <a:gd name="connsiteX383" fmla="*/ 3304862 w 7467600"/>
              <a:gd name="connsiteY383" fmla="*/ 6796476 h 6858000"/>
              <a:gd name="connsiteX384" fmla="*/ 3276071 w 7467600"/>
              <a:gd name="connsiteY384" fmla="*/ 6858000 h 6858000"/>
              <a:gd name="connsiteX385" fmla="*/ 3240805 w 7467600"/>
              <a:gd name="connsiteY385" fmla="*/ 6858000 h 6858000"/>
              <a:gd name="connsiteX386" fmla="*/ 3275917 w 7467600"/>
              <a:gd name="connsiteY386" fmla="*/ 6783192 h 6858000"/>
              <a:gd name="connsiteX387" fmla="*/ 3399358 w 7467600"/>
              <a:gd name="connsiteY387" fmla="*/ 6469011 h 6858000"/>
              <a:gd name="connsiteX388" fmla="*/ 3425650 w 7467600"/>
              <a:gd name="connsiteY388" fmla="*/ 6381333 h 6858000"/>
              <a:gd name="connsiteX389" fmla="*/ 3460661 w 7467600"/>
              <a:gd name="connsiteY389" fmla="*/ 6266763 h 6858000"/>
              <a:gd name="connsiteX390" fmla="*/ 3518021 w 7467600"/>
              <a:gd name="connsiteY390" fmla="*/ 6117298 h 6858000"/>
              <a:gd name="connsiteX391" fmla="*/ 3554035 w 7467600"/>
              <a:gd name="connsiteY391" fmla="*/ 6027832 h 6858000"/>
              <a:gd name="connsiteX392" fmla="*/ 3677174 w 7467600"/>
              <a:gd name="connsiteY392" fmla="*/ 5636351 h 6858000"/>
              <a:gd name="connsiteX393" fmla="*/ 3698819 w 7467600"/>
              <a:gd name="connsiteY393" fmla="*/ 5560503 h 6858000"/>
              <a:gd name="connsiteX394" fmla="*/ 3702094 w 7467600"/>
              <a:gd name="connsiteY394" fmla="*/ 5549194 h 6858000"/>
              <a:gd name="connsiteX395" fmla="*/ 3398355 w 7467600"/>
              <a:gd name="connsiteY395" fmla="*/ 6094603 h 6858000"/>
              <a:gd name="connsiteX396" fmla="*/ 3193941 w 7467600"/>
              <a:gd name="connsiteY396" fmla="*/ 6798775 h 6858000"/>
              <a:gd name="connsiteX397" fmla="*/ 3184140 w 7467600"/>
              <a:gd name="connsiteY397" fmla="*/ 6858000 h 6858000"/>
              <a:gd name="connsiteX398" fmla="*/ 3099978 w 7467600"/>
              <a:gd name="connsiteY398" fmla="*/ 6858000 h 6858000"/>
              <a:gd name="connsiteX399" fmla="*/ 3101556 w 7467600"/>
              <a:gd name="connsiteY399" fmla="*/ 6843337 h 6858000"/>
              <a:gd name="connsiteX400" fmla="*/ 3370162 w 7467600"/>
              <a:gd name="connsiteY400" fmla="*/ 5785550 h 6858000"/>
              <a:gd name="connsiteX401" fmla="*/ 3746477 w 7467600"/>
              <a:gd name="connsiteY401" fmla="*/ 5377889 h 6858000"/>
              <a:gd name="connsiteX402" fmla="*/ 3863399 w 7467600"/>
              <a:gd name="connsiteY402" fmla="*/ 5087257 h 6858000"/>
              <a:gd name="connsiteX403" fmla="*/ 3968712 w 7467600"/>
              <a:gd name="connsiteY403" fmla="*/ 4913989 h 6858000"/>
              <a:gd name="connsiteX404" fmla="*/ 2792390 w 7467600"/>
              <a:gd name="connsiteY404" fmla="*/ 5382974 h 6858000"/>
              <a:gd name="connsiteX405" fmla="*/ 2714982 w 7467600"/>
              <a:gd name="connsiteY405" fmla="*/ 5427051 h 6858000"/>
              <a:gd name="connsiteX406" fmla="*/ 2813361 w 7467600"/>
              <a:gd name="connsiteY406" fmla="*/ 6023912 h 6858000"/>
              <a:gd name="connsiteX407" fmla="*/ 2688430 w 7467600"/>
              <a:gd name="connsiteY407" fmla="*/ 6801564 h 6858000"/>
              <a:gd name="connsiteX408" fmla="*/ 2629626 w 7467600"/>
              <a:gd name="connsiteY408" fmla="*/ 6763394 h 6858000"/>
              <a:gd name="connsiteX409" fmla="*/ 2565328 w 7467600"/>
              <a:gd name="connsiteY409" fmla="*/ 5516399 h 6858000"/>
              <a:gd name="connsiteX410" fmla="*/ 1922999 w 7467600"/>
              <a:gd name="connsiteY410" fmla="*/ 5980343 h 6858000"/>
              <a:gd name="connsiteX411" fmla="*/ 1950261 w 7467600"/>
              <a:gd name="connsiteY411" fmla="*/ 6405858 h 6858000"/>
              <a:gd name="connsiteX412" fmla="*/ 2365554 w 7467600"/>
              <a:gd name="connsiteY412" fmla="*/ 6759107 h 6858000"/>
              <a:gd name="connsiteX413" fmla="*/ 2424142 w 7467600"/>
              <a:gd name="connsiteY413" fmla="*/ 6858000 h 6858000"/>
              <a:gd name="connsiteX414" fmla="*/ 2395994 w 7467600"/>
              <a:gd name="connsiteY414" fmla="*/ 6858000 h 6858000"/>
              <a:gd name="connsiteX415" fmla="*/ 2392863 w 7467600"/>
              <a:gd name="connsiteY415" fmla="*/ 6852964 h 6858000"/>
              <a:gd name="connsiteX416" fmla="*/ 2017589 w 7467600"/>
              <a:gd name="connsiteY416" fmla="*/ 6493982 h 6858000"/>
              <a:gd name="connsiteX417" fmla="*/ 2147336 w 7467600"/>
              <a:gd name="connsiteY417" fmla="*/ 6594052 h 6858000"/>
              <a:gd name="connsiteX418" fmla="*/ 2207047 w 7467600"/>
              <a:gd name="connsiteY418" fmla="*/ 6654540 h 6858000"/>
              <a:gd name="connsiteX419" fmla="*/ 2299106 w 7467600"/>
              <a:gd name="connsiteY419" fmla="*/ 6778931 h 6858000"/>
              <a:gd name="connsiteX420" fmla="*/ 2314430 w 7467600"/>
              <a:gd name="connsiteY420" fmla="*/ 6801144 h 6858000"/>
              <a:gd name="connsiteX421" fmla="*/ 2352406 w 7467600"/>
              <a:gd name="connsiteY421" fmla="*/ 6858000 h 6858000"/>
              <a:gd name="connsiteX422" fmla="*/ 2314492 w 7467600"/>
              <a:gd name="connsiteY422" fmla="*/ 6858000 h 6858000"/>
              <a:gd name="connsiteX423" fmla="*/ 2288095 w 7467600"/>
              <a:gd name="connsiteY423" fmla="*/ 6818030 h 6858000"/>
              <a:gd name="connsiteX424" fmla="*/ 2272768 w 7467600"/>
              <a:gd name="connsiteY424" fmla="*/ 6795822 h 6858000"/>
              <a:gd name="connsiteX425" fmla="*/ 2182715 w 7467600"/>
              <a:gd name="connsiteY425" fmla="*/ 6675071 h 6858000"/>
              <a:gd name="connsiteX426" fmla="*/ 2032061 w 7467600"/>
              <a:gd name="connsiteY426" fmla="*/ 6541380 h 6858000"/>
              <a:gd name="connsiteX427" fmla="*/ 2257220 w 7467600"/>
              <a:gd name="connsiteY427" fmla="*/ 6826257 h 6858000"/>
              <a:gd name="connsiteX428" fmla="*/ 2281324 w 7467600"/>
              <a:gd name="connsiteY428" fmla="*/ 6858000 h 6858000"/>
              <a:gd name="connsiteX429" fmla="*/ 2242860 w 7467600"/>
              <a:gd name="connsiteY429" fmla="*/ 6858000 h 6858000"/>
              <a:gd name="connsiteX430" fmla="*/ 2232818 w 7467600"/>
              <a:gd name="connsiteY430" fmla="*/ 6844926 h 6858000"/>
              <a:gd name="connsiteX431" fmla="*/ 1990172 w 7467600"/>
              <a:gd name="connsiteY431" fmla="*/ 6542121 h 6858000"/>
              <a:gd name="connsiteX432" fmla="*/ 2124090 w 7467600"/>
              <a:gd name="connsiteY432" fmla="*/ 6761017 h 6858000"/>
              <a:gd name="connsiteX433" fmla="*/ 2200380 w 7467600"/>
              <a:gd name="connsiteY433" fmla="*/ 6858000 h 6858000"/>
              <a:gd name="connsiteX434" fmla="*/ 2147507 w 7467600"/>
              <a:gd name="connsiteY434" fmla="*/ 6858000 h 6858000"/>
              <a:gd name="connsiteX435" fmla="*/ 2070668 w 7467600"/>
              <a:gd name="connsiteY435" fmla="*/ 6761520 h 6858000"/>
              <a:gd name="connsiteX436" fmla="*/ 1975142 w 7467600"/>
              <a:gd name="connsiteY436" fmla="*/ 6585570 h 6858000"/>
              <a:gd name="connsiteX437" fmla="*/ 2050035 w 7467600"/>
              <a:gd name="connsiteY437" fmla="*/ 6813345 h 6858000"/>
              <a:gd name="connsiteX438" fmla="*/ 2063025 w 7467600"/>
              <a:gd name="connsiteY438" fmla="*/ 6858000 h 6858000"/>
              <a:gd name="connsiteX439" fmla="*/ 2021675 w 7467600"/>
              <a:gd name="connsiteY439" fmla="*/ 6858000 h 6858000"/>
              <a:gd name="connsiteX440" fmla="*/ 2019308 w 7467600"/>
              <a:gd name="connsiteY440" fmla="*/ 6847118 h 6858000"/>
              <a:gd name="connsiteX441" fmla="*/ 1938835 w 7467600"/>
              <a:gd name="connsiteY441" fmla="*/ 6551160 h 6858000"/>
              <a:gd name="connsiteX442" fmla="*/ 1953230 w 7467600"/>
              <a:gd name="connsiteY442" fmla="*/ 6759699 h 6858000"/>
              <a:gd name="connsiteX443" fmla="*/ 1956763 w 7467600"/>
              <a:gd name="connsiteY443" fmla="*/ 6778191 h 6858000"/>
              <a:gd name="connsiteX444" fmla="*/ 1967925 w 7467600"/>
              <a:gd name="connsiteY444" fmla="*/ 6858000 h 6858000"/>
              <a:gd name="connsiteX445" fmla="*/ 1936622 w 7467600"/>
              <a:gd name="connsiteY445" fmla="*/ 6858000 h 6858000"/>
              <a:gd name="connsiteX446" fmla="*/ 1926261 w 7467600"/>
              <a:gd name="connsiteY446" fmla="*/ 6784064 h 6858000"/>
              <a:gd name="connsiteX447" fmla="*/ 1922724 w 7467600"/>
              <a:gd name="connsiteY447" fmla="*/ 6765577 h 6858000"/>
              <a:gd name="connsiteX448" fmla="*/ 1904650 w 7467600"/>
              <a:gd name="connsiteY448" fmla="*/ 6639616 h 6858000"/>
              <a:gd name="connsiteX449" fmla="*/ 1885273 w 7467600"/>
              <a:gd name="connsiteY449" fmla="*/ 6858000 h 6858000"/>
              <a:gd name="connsiteX450" fmla="*/ 1854363 w 7467600"/>
              <a:gd name="connsiteY450" fmla="*/ 6858000 h 6858000"/>
              <a:gd name="connsiteX451" fmla="*/ 1880391 w 7467600"/>
              <a:gd name="connsiteY451" fmla="*/ 6603796 h 6858000"/>
              <a:gd name="connsiteX452" fmla="*/ 1818273 w 7467600"/>
              <a:gd name="connsiteY452" fmla="*/ 6715729 h 6858000"/>
              <a:gd name="connsiteX453" fmla="*/ 1794691 w 7467600"/>
              <a:gd name="connsiteY453" fmla="*/ 6843239 h 6858000"/>
              <a:gd name="connsiteX454" fmla="*/ 1794914 w 7467600"/>
              <a:gd name="connsiteY454" fmla="*/ 6858000 h 6858000"/>
              <a:gd name="connsiteX455" fmla="*/ 1746128 w 7467600"/>
              <a:gd name="connsiteY455" fmla="*/ 6858000 h 6858000"/>
              <a:gd name="connsiteX456" fmla="*/ 1753934 w 7467600"/>
              <a:gd name="connsiteY456" fmla="*/ 6724796 h 6858000"/>
              <a:gd name="connsiteX457" fmla="*/ 1792053 w 7467600"/>
              <a:gd name="connsiteY457" fmla="*/ 6572396 h 6858000"/>
              <a:gd name="connsiteX458" fmla="*/ 1862248 w 7467600"/>
              <a:gd name="connsiteY458" fmla="*/ 6266397 h 6858000"/>
              <a:gd name="connsiteX459" fmla="*/ 1862250 w 7467600"/>
              <a:gd name="connsiteY459" fmla="*/ 6033531 h 6858000"/>
              <a:gd name="connsiteX460" fmla="*/ 1211999 w 7467600"/>
              <a:gd name="connsiteY460" fmla="*/ 6683610 h 6858000"/>
              <a:gd name="connsiteX461" fmla="*/ 1213266 w 7467600"/>
              <a:gd name="connsiteY461" fmla="*/ 6691947 h 6858000"/>
              <a:gd name="connsiteX462" fmla="*/ 1203370 w 7467600"/>
              <a:gd name="connsiteY462" fmla="*/ 6850676 h 6858000"/>
              <a:gd name="connsiteX463" fmla="*/ 1203671 w 7467600"/>
              <a:gd name="connsiteY463" fmla="*/ 6858000 h 6858000"/>
              <a:gd name="connsiteX464" fmla="*/ 1143180 w 7467600"/>
              <a:gd name="connsiteY464" fmla="*/ 6858000 h 6858000"/>
              <a:gd name="connsiteX465" fmla="*/ 1142176 w 7467600"/>
              <a:gd name="connsiteY465" fmla="*/ 6766045 h 6858000"/>
              <a:gd name="connsiteX466" fmla="*/ 1067484 w 7467600"/>
              <a:gd name="connsiteY466" fmla="*/ 6858000 h 6858000"/>
              <a:gd name="connsiteX467" fmla="*/ 953928 w 7467600"/>
              <a:gd name="connsiteY467" fmla="*/ 6858000 h 6858000"/>
              <a:gd name="connsiteX468" fmla="*/ 959715 w 7467600"/>
              <a:gd name="connsiteY468" fmla="*/ 6850185 h 6858000"/>
              <a:gd name="connsiteX469" fmla="*/ 1483788 w 7467600"/>
              <a:gd name="connsiteY469" fmla="*/ 6259174 h 6858000"/>
              <a:gd name="connsiteX470" fmla="*/ 1100671 w 7467600"/>
              <a:gd name="connsiteY470" fmla="*/ 6252137 h 6858000"/>
              <a:gd name="connsiteX471" fmla="*/ 1090144 w 7467600"/>
              <a:gd name="connsiteY471" fmla="*/ 6256748 h 6858000"/>
              <a:gd name="connsiteX472" fmla="*/ 1095872 w 7467600"/>
              <a:gd name="connsiteY472" fmla="*/ 6271892 h 6858000"/>
              <a:gd name="connsiteX473" fmla="*/ 262785 w 7467600"/>
              <a:gd name="connsiteY473" fmla="*/ 6845450 h 6858000"/>
              <a:gd name="connsiteX474" fmla="*/ 209968 w 7467600"/>
              <a:gd name="connsiteY474" fmla="*/ 6770713 h 6858000"/>
              <a:gd name="connsiteX475" fmla="*/ 873460 w 7467600"/>
              <a:gd name="connsiteY475" fmla="*/ 6253768 h 6858000"/>
              <a:gd name="connsiteX476" fmla="*/ 192686 w 7467600"/>
              <a:gd name="connsiteY476" fmla="*/ 5849257 h 6858000"/>
              <a:gd name="connsiteX477" fmla="*/ 4696 w 7467600"/>
              <a:gd name="connsiteY477" fmla="*/ 5697668 h 6858000"/>
              <a:gd name="connsiteX478" fmla="*/ 0 w 7467600"/>
              <a:gd name="connsiteY478" fmla="*/ 5689984 h 6858000"/>
              <a:gd name="connsiteX479" fmla="*/ 0 w 7467600"/>
              <a:gd name="connsiteY479" fmla="*/ 5513472 h 6858000"/>
              <a:gd name="connsiteX480" fmla="*/ 174101 w 7467600"/>
              <a:gd name="connsiteY480" fmla="*/ 5620277 h 6858000"/>
              <a:gd name="connsiteX481" fmla="*/ 891800 w 7467600"/>
              <a:gd name="connsiteY481" fmla="*/ 6036935 h 6858000"/>
              <a:gd name="connsiteX482" fmla="*/ 1072219 w 7467600"/>
              <a:gd name="connsiteY482" fmla="*/ 6169443 h 6858000"/>
              <a:gd name="connsiteX483" fmla="*/ 1074117 w 7467600"/>
              <a:gd name="connsiteY483" fmla="*/ 6170301 h 6858000"/>
              <a:gd name="connsiteX484" fmla="*/ 1083114 w 7467600"/>
              <a:gd name="connsiteY484" fmla="*/ 6174131 h 6858000"/>
              <a:gd name="connsiteX485" fmla="*/ 1543010 w 7467600"/>
              <a:gd name="connsiteY485" fmla="*/ 6191140 h 6858000"/>
              <a:gd name="connsiteX486" fmla="*/ 1551080 w 7467600"/>
              <a:gd name="connsiteY486" fmla="*/ 6195006 h 6858000"/>
              <a:gd name="connsiteX487" fmla="*/ 2345443 w 7467600"/>
              <a:gd name="connsiteY487" fmla="*/ 5549882 h 6858000"/>
              <a:gd name="connsiteX488" fmla="*/ 1721499 w 7467600"/>
              <a:gd name="connsiteY488" fmla="*/ 5599969 h 6858000"/>
              <a:gd name="connsiteX489" fmla="*/ 767716 w 7467600"/>
              <a:gd name="connsiteY489" fmla="*/ 5472768 h 6858000"/>
              <a:gd name="connsiteX490" fmla="*/ 722147 w 7467600"/>
              <a:gd name="connsiteY490" fmla="*/ 5393091 h 6858000"/>
              <a:gd name="connsiteX491" fmla="*/ 1485552 w 7467600"/>
              <a:gd name="connsiteY491" fmla="*/ 5313202 h 6858000"/>
              <a:gd name="connsiteX492" fmla="*/ 2143004 w 7467600"/>
              <a:gd name="connsiteY492" fmla="*/ 5402420 h 6858000"/>
              <a:gd name="connsiteX493" fmla="*/ 1933391 w 7467600"/>
              <a:gd name="connsiteY493" fmla="*/ 5156971 h 6858000"/>
              <a:gd name="connsiteX494" fmla="*/ 1827118 w 7467600"/>
              <a:gd name="connsiteY494" fmla="*/ 4968410 h 6858000"/>
              <a:gd name="connsiteX495" fmla="*/ 1837349 w 7467600"/>
              <a:gd name="connsiteY495" fmla="*/ 4956357 h 6858000"/>
              <a:gd name="connsiteX496" fmla="*/ 2162835 w 7467600"/>
              <a:gd name="connsiteY496" fmla="*/ 5187853 h 6858000"/>
              <a:gd name="connsiteX497" fmla="*/ 2257167 w 7467600"/>
              <a:gd name="connsiteY497" fmla="*/ 5462123 h 6858000"/>
              <a:gd name="connsiteX498" fmla="*/ 2261598 w 7467600"/>
              <a:gd name="connsiteY498" fmla="*/ 5467998 h 6858000"/>
              <a:gd name="connsiteX499" fmla="*/ 2437177 w 7467600"/>
              <a:gd name="connsiteY499" fmla="*/ 5479608 h 6858000"/>
              <a:gd name="connsiteX500" fmla="*/ 2445247 w 7467600"/>
              <a:gd name="connsiteY500" fmla="*/ 5483476 h 6858000"/>
              <a:gd name="connsiteX501" fmla="*/ 2743626 w 7467600"/>
              <a:gd name="connsiteY501" fmla="*/ 5304819 h 6858000"/>
              <a:gd name="connsiteX502" fmla="*/ 3048102 w 7467600"/>
              <a:gd name="connsiteY502" fmla="*/ 5150595 h 6858000"/>
              <a:gd name="connsiteX503" fmla="*/ 1799414 w 7467600"/>
              <a:gd name="connsiteY503" fmla="*/ 4694732 h 6858000"/>
              <a:gd name="connsiteX504" fmla="*/ 1771735 w 7467600"/>
              <a:gd name="connsiteY504" fmla="*/ 4619929 h 6858000"/>
              <a:gd name="connsiteX505" fmla="*/ 3104273 w 7467600"/>
              <a:gd name="connsiteY505" fmla="*/ 5076159 h 6858000"/>
              <a:gd name="connsiteX506" fmla="*/ 3113245 w 7467600"/>
              <a:gd name="connsiteY506" fmla="*/ 5090705 h 6858000"/>
              <a:gd name="connsiteX507" fmla="*/ 3126294 w 7467600"/>
              <a:gd name="connsiteY507" fmla="*/ 5114400 h 6858000"/>
              <a:gd name="connsiteX508" fmla="*/ 3937433 w 7467600"/>
              <a:gd name="connsiteY508" fmla="*/ 4830473 h 6858000"/>
              <a:gd name="connsiteX509" fmla="*/ 3590475 w 7467600"/>
              <a:gd name="connsiteY509" fmla="*/ 4597974 h 6858000"/>
              <a:gd name="connsiteX510" fmla="*/ 3100264 w 7467600"/>
              <a:gd name="connsiteY510" fmla="*/ 4579845 h 6858000"/>
              <a:gd name="connsiteX511" fmla="*/ 2183576 w 7467600"/>
              <a:gd name="connsiteY511" fmla="*/ 4227150 h 6858000"/>
              <a:gd name="connsiteX512" fmla="*/ 2151029 w 7467600"/>
              <a:gd name="connsiteY512" fmla="*/ 4146947 h 6858000"/>
              <a:gd name="connsiteX513" fmla="*/ 3563434 w 7467600"/>
              <a:gd name="connsiteY513" fmla="*/ 4469115 h 6858000"/>
              <a:gd name="connsiteX514" fmla="*/ 3177952 w 7467600"/>
              <a:gd name="connsiteY514" fmla="*/ 3657386 h 6858000"/>
              <a:gd name="connsiteX515" fmla="*/ 3189263 w 7467600"/>
              <a:gd name="connsiteY515" fmla="*/ 3625726 h 6858000"/>
              <a:gd name="connsiteX516" fmla="*/ 3560912 w 7467600"/>
              <a:gd name="connsiteY516" fmla="*/ 4079863 h 6858000"/>
              <a:gd name="connsiteX517" fmla="*/ 3626636 w 7467600"/>
              <a:gd name="connsiteY517" fmla="*/ 4512230 h 6858000"/>
              <a:gd name="connsiteX518" fmla="*/ 3653088 w 7467600"/>
              <a:gd name="connsiteY518" fmla="*/ 4521417 h 6858000"/>
              <a:gd name="connsiteX519" fmla="*/ 3988128 w 7467600"/>
              <a:gd name="connsiteY519" fmla="*/ 4817267 h 6858000"/>
              <a:gd name="connsiteX520" fmla="*/ 4830582 w 7467600"/>
              <a:gd name="connsiteY520" fmla="*/ 4676000 h 6858000"/>
              <a:gd name="connsiteX521" fmla="*/ 4830100 w 7467600"/>
              <a:gd name="connsiteY521" fmla="*/ 4675554 h 6858000"/>
              <a:gd name="connsiteX522" fmla="*/ 4036318 w 7467600"/>
              <a:gd name="connsiteY522" fmla="*/ 4147013 h 6858000"/>
              <a:gd name="connsiteX523" fmla="*/ 3432098 w 7467600"/>
              <a:gd name="connsiteY523" fmla="*/ 3537312 h 6858000"/>
              <a:gd name="connsiteX524" fmla="*/ 3446761 w 7467600"/>
              <a:gd name="connsiteY524" fmla="*/ 3461278 h 6858000"/>
              <a:gd name="connsiteX525" fmla="*/ 4419733 w 7467600"/>
              <a:gd name="connsiteY525" fmla="*/ 3963555 h 6858000"/>
              <a:gd name="connsiteX526" fmla="*/ 4781371 w 7467600"/>
              <a:gd name="connsiteY526" fmla="*/ 4458604 h 6858000"/>
              <a:gd name="connsiteX527" fmla="*/ 4780440 w 7467600"/>
              <a:gd name="connsiteY527" fmla="*/ 4470290 h 6858000"/>
              <a:gd name="connsiteX528" fmla="*/ 4898954 w 7467600"/>
              <a:gd name="connsiteY528" fmla="*/ 4662092 h 6858000"/>
              <a:gd name="connsiteX529" fmla="*/ 4900699 w 7467600"/>
              <a:gd name="connsiteY529" fmla="*/ 4670867 h 6858000"/>
              <a:gd name="connsiteX530" fmla="*/ 5714511 w 7467600"/>
              <a:gd name="connsiteY530" fmla="*/ 4663483 h 6858000"/>
              <a:gd name="connsiteX531" fmla="*/ 5464793 w 7467600"/>
              <a:gd name="connsiteY531" fmla="*/ 4393556 h 6858000"/>
              <a:gd name="connsiteX532" fmla="*/ 5461897 w 7467600"/>
              <a:gd name="connsiteY532" fmla="*/ 4390879 h 6858000"/>
              <a:gd name="connsiteX533" fmla="*/ 4294126 w 7467600"/>
              <a:gd name="connsiteY533" fmla="*/ 3303048 h 6858000"/>
              <a:gd name="connsiteX534" fmla="*/ 4305321 w 7467600"/>
              <a:gd name="connsiteY534" fmla="*/ 3256953 h 6858000"/>
              <a:gd name="connsiteX535" fmla="*/ 4949299 w 7467600"/>
              <a:gd name="connsiteY535" fmla="*/ 3766336 h 6858000"/>
              <a:gd name="connsiteX536" fmla="*/ 5291452 w 7467600"/>
              <a:gd name="connsiteY536" fmla="*/ 4076801 h 6858000"/>
              <a:gd name="connsiteX537" fmla="*/ 5434998 w 7467600"/>
              <a:gd name="connsiteY537" fmla="*/ 4254100 h 6858000"/>
              <a:gd name="connsiteX538" fmla="*/ 5351015 w 7467600"/>
              <a:gd name="connsiteY538" fmla="*/ 3760989 h 6858000"/>
              <a:gd name="connsiteX539" fmla="*/ 5413780 w 7467600"/>
              <a:gd name="connsiteY539" fmla="*/ 2966265 h 6858000"/>
              <a:gd name="connsiteX540" fmla="*/ 5425627 w 7467600"/>
              <a:gd name="connsiteY540" fmla="*/ 2954192 h 6858000"/>
              <a:gd name="connsiteX541" fmla="*/ 6604735 w 7467600"/>
              <a:gd name="connsiteY541" fmla="*/ 2041381 h 6858000"/>
              <a:gd name="connsiteX542" fmla="*/ 7204487 w 7467600"/>
              <a:gd name="connsiteY542" fmla="*/ 2742112 h 6858000"/>
              <a:gd name="connsiteX543" fmla="*/ 7131592 w 7467600"/>
              <a:gd name="connsiteY543" fmla="*/ 2672096 h 6858000"/>
              <a:gd name="connsiteX544" fmla="*/ 6996344 w 7467600"/>
              <a:gd name="connsiteY544" fmla="*/ 2518310 h 6858000"/>
              <a:gd name="connsiteX545" fmla="*/ 6735495 w 7467600"/>
              <a:gd name="connsiteY545" fmla="*/ 2196890 h 6858000"/>
              <a:gd name="connsiteX546" fmla="*/ 6721901 w 7467600"/>
              <a:gd name="connsiteY546" fmla="*/ 2179274 h 6858000"/>
              <a:gd name="connsiteX547" fmla="*/ 6604735 w 7467600"/>
              <a:gd name="connsiteY547" fmla="*/ 2041381 h 6858000"/>
              <a:gd name="connsiteX548" fmla="*/ 6591670 w 7467600"/>
              <a:gd name="connsiteY548" fmla="*/ 1988277 h 6858000"/>
              <a:gd name="connsiteX549" fmla="*/ 6747349 w 7467600"/>
              <a:gd name="connsiteY549" fmla="*/ 2160069 h 6858000"/>
              <a:gd name="connsiteX550" fmla="*/ 6760943 w 7467600"/>
              <a:gd name="connsiteY550" fmla="*/ 2177686 h 6858000"/>
              <a:gd name="connsiteX551" fmla="*/ 7021065 w 7467600"/>
              <a:gd name="connsiteY551" fmla="*/ 2498102 h 6858000"/>
              <a:gd name="connsiteX552" fmla="*/ 7155223 w 7467600"/>
              <a:gd name="connsiteY552" fmla="*/ 2650386 h 6858000"/>
              <a:gd name="connsiteX553" fmla="*/ 7203167 w 7467600"/>
              <a:gd name="connsiteY553" fmla="*/ 2697288 h 6858000"/>
              <a:gd name="connsiteX554" fmla="*/ 6937703 w 7467600"/>
              <a:gd name="connsiteY554" fmla="*/ 2321981 h 6858000"/>
              <a:gd name="connsiteX555" fmla="*/ 6591670 w 7467600"/>
              <a:gd name="connsiteY555" fmla="*/ 1988277 h 6858000"/>
              <a:gd name="connsiteX556" fmla="*/ 5798671 w 7467600"/>
              <a:gd name="connsiteY556" fmla="*/ 1981601 h 6858000"/>
              <a:gd name="connsiteX557" fmla="*/ 5754709 w 7467600"/>
              <a:gd name="connsiteY557" fmla="*/ 2071454 h 6858000"/>
              <a:gd name="connsiteX558" fmla="*/ 5763044 w 7467600"/>
              <a:gd name="connsiteY558" fmla="*/ 2842206 h 6858000"/>
              <a:gd name="connsiteX559" fmla="*/ 5764974 w 7467600"/>
              <a:gd name="connsiteY559" fmla="*/ 2799609 h 6858000"/>
              <a:gd name="connsiteX560" fmla="*/ 5767665 w 7467600"/>
              <a:gd name="connsiteY560" fmla="*/ 2666409 h 6858000"/>
              <a:gd name="connsiteX561" fmla="*/ 5763055 w 7467600"/>
              <a:gd name="connsiteY561" fmla="*/ 2579705 h 6858000"/>
              <a:gd name="connsiteX562" fmla="*/ 5758079 w 7467600"/>
              <a:gd name="connsiteY562" fmla="*/ 2492508 h 6858000"/>
              <a:gd name="connsiteX563" fmla="*/ 5779325 w 7467600"/>
              <a:gd name="connsiteY563" fmla="*/ 2197069 h 6858000"/>
              <a:gd name="connsiteX564" fmla="*/ 5798671 w 7467600"/>
              <a:gd name="connsiteY564" fmla="*/ 1981601 h 6858000"/>
              <a:gd name="connsiteX565" fmla="*/ 5829202 w 7467600"/>
              <a:gd name="connsiteY565" fmla="*/ 1971679 h 6858000"/>
              <a:gd name="connsiteX566" fmla="*/ 5809558 w 7467600"/>
              <a:gd name="connsiteY566" fmla="*/ 2198043 h 6858000"/>
              <a:gd name="connsiteX567" fmla="*/ 5788653 w 7467600"/>
              <a:gd name="connsiteY567" fmla="*/ 2489430 h 6858000"/>
              <a:gd name="connsiteX568" fmla="*/ 5793439 w 7467600"/>
              <a:gd name="connsiteY568" fmla="*/ 2575235 h 6858000"/>
              <a:gd name="connsiteX569" fmla="*/ 5796837 w 7467600"/>
              <a:gd name="connsiteY569" fmla="*/ 2637633 h 6858000"/>
              <a:gd name="connsiteX570" fmla="*/ 5818614 w 7467600"/>
              <a:gd name="connsiteY570" fmla="*/ 2473055 h 6858000"/>
              <a:gd name="connsiteX571" fmla="*/ 5829202 w 7467600"/>
              <a:gd name="connsiteY571" fmla="*/ 1971679 h 6858000"/>
              <a:gd name="connsiteX572" fmla="*/ 5911389 w 7467600"/>
              <a:gd name="connsiteY572" fmla="*/ 1898371 h 6858000"/>
              <a:gd name="connsiteX573" fmla="*/ 6237627 w 7467600"/>
              <a:gd name="connsiteY573" fmla="*/ 2231921 h 6858000"/>
              <a:gd name="connsiteX574" fmla="*/ 5911389 w 7467600"/>
              <a:gd name="connsiteY574" fmla="*/ 1898371 h 6858000"/>
              <a:gd name="connsiteX575" fmla="*/ 6944437 w 7467600"/>
              <a:gd name="connsiteY575" fmla="*/ 1575402 h 6858000"/>
              <a:gd name="connsiteX576" fmla="*/ 6304730 w 7467600"/>
              <a:gd name="connsiteY576" fmla="*/ 1766654 h 6858000"/>
              <a:gd name="connsiteX577" fmla="*/ 6944437 w 7467600"/>
              <a:gd name="connsiteY577" fmla="*/ 1575402 h 6858000"/>
              <a:gd name="connsiteX578" fmla="*/ 7019523 w 7467600"/>
              <a:gd name="connsiteY578" fmla="*/ 1519450 h 6858000"/>
              <a:gd name="connsiteX579" fmla="*/ 6298091 w 7467600"/>
              <a:gd name="connsiteY579" fmla="*/ 1737122 h 6858000"/>
              <a:gd name="connsiteX580" fmla="*/ 7019523 w 7467600"/>
              <a:gd name="connsiteY580" fmla="*/ 1519450 h 6858000"/>
              <a:gd name="connsiteX581" fmla="*/ 2399523 w 7467600"/>
              <a:gd name="connsiteY581" fmla="*/ 1428234 h 6858000"/>
              <a:gd name="connsiteX582" fmla="*/ 2224982 w 7467600"/>
              <a:gd name="connsiteY582" fmla="*/ 1826201 h 6858000"/>
              <a:gd name="connsiteX583" fmla="*/ 2096099 w 7467600"/>
              <a:gd name="connsiteY583" fmla="*/ 2345900 h 6858000"/>
              <a:gd name="connsiteX584" fmla="*/ 2283317 w 7467600"/>
              <a:gd name="connsiteY584" fmla="*/ 1796925 h 6858000"/>
              <a:gd name="connsiteX585" fmla="*/ 2399523 w 7467600"/>
              <a:gd name="connsiteY585" fmla="*/ 1428234 h 6858000"/>
              <a:gd name="connsiteX586" fmla="*/ 2448558 w 7467600"/>
              <a:gd name="connsiteY586" fmla="*/ 1373435 h 6858000"/>
              <a:gd name="connsiteX587" fmla="*/ 2312521 w 7467600"/>
              <a:gd name="connsiteY587" fmla="*/ 1806140 h 6858000"/>
              <a:gd name="connsiteX588" fmla="*/ 2127533 w 7467600"/>
              <a:gd name="connsiteY588" fmla="*/ 2348380 h 6858000"/>
              <a:gd name="connsiteX589" fmla="*/ 2358080 w 7467600"/>
              <a:gd name="connsiteY589" fmla="*/ 1866134 h 6858000"/>
              <a:gd name="connsiteX590" fmla="*/ 2407436 w 7467600"/>
              <a:gd name="connsiteY590" fmla="*/ 1651070 h 6858000"/>
              <a:gd name="connsiteX591" fmla="*/ 2448558 w 7467600"/>
              <a:gd name="connsiteY591" fmla="*/ 1373435 h 6858000"/>
              <a:gd name="connsiteX592" fmla="*/ 278707 w 7467600"/>
              <a:gd name="connsiteY592" fmla="*/ 1352270 h 6858000"/>
              <a:gd name="connsiteX593" fmla="*/ 321570 w 7467600"/>
              <a:gd name="connsiteY593" fmla="*/ 1861610 h 6858000"/>
              <a:gd name="connsiteX594" fmla="*/ 294281 w 7467600"/>
              <a:gd name="connsiteY594" fmla="*/ 1440658 h 6858000"/>
              <a:gd name="connsiteX595" fmla="*/ 278707 w 7467600"/>
              <a:gd name="connsiteY595" fmla="*/ 1352270 h 6858000"/>
              <a:gd name="connsiteX596" fmla="*/ 1423821 w 7467600"/>
              <a:gd name="connsiteY596" fmla="*/ 1351958 h 6858000"/>
              <a:gd name="connsiteX597" fmla="*/ 1638521 w 7467600"/>
              <a:gd name="connsiteY597" fmla="*/ 1908470 h 6858000"/>
              <a:gd name="connsiteX598" fmla="*/ 1754199 w 7467600"/>
              <a:gd name="connsiteY598" fmla="*/ 2149284 h 6858000"/>
              <a:gd name="connsiteX599" fmla="*/ 1908359 w 7467600"/>
              <a:gd name="connsiteY599" fmla="*/ 2364988 h 6858000"/>
              <a:gd name="connsiteX600" fmla="*/ 1647661 w 7467600"/>
              <a:gd name="connsiteY600" fmla="*/ 1825945 h 6858000"/>
              <a:gd name="connsiteX601" fmla="*/ 1423821 w 7467600"/>
              <a:gd name="connsiteY601" fmla="*/ 1351958 h 6858000"/>
              <a:gd name="connsiteX602" fmla="*/ 1431890 w 7467600"/>
              <a:gd name="connsiteY602" fmla="*/ 1306475 h 6858000"/>
              <a:gd name="connsiteX603" fmla="*/ 1507597 w 7467600"/>
              <a:gd name="connsiteY603" fmla="*/ 1446132 h 6858000"/>
              <a:gd name="connsiteX604" fmla="*/ 1674586 w 7467600"/>
              <a:gd name="connsiteY604" fmla="*/ 1813832 h 6858000"/>
              <a:gd name="connsiteX605" fmla="*/ 1815950 w 7467600"/>
              <a:gd name="connsiteY605" fmla="*/ 2128564 h 6858000"/>
              <a:gd name="connsiteX606" fmla="*/ 1984242 w 7467600"/>
              <a:gd name="connsiteY606" fmla="*/ 2430829 h 6858000"/>
              <a:gd name="connsiteX607" fmla="*/ 2014023 w 7467600"/>
              <a:gd name="connsiteY607" fmla="*/ 2450995 h 6858000"/>
              <a:gd name="connsiteX608" fmla="*/ 1747337 w 7467600"/>
              <a:gd name="connsiteY608" fmla="*/ 1855264 h 6858000"/>
              <a:gd name="connsiteX609" fmla="*/ 1533749 w 7467600"/>
              <a:gd name="connsiteY609" fmla="*/ 1478656 h 6858000"/>
              <a:gd name="connsiteX610" fmla="*/ 1431890 w 7467600"/>
              <a:gd name="connsiteY610" fmla="*/ 1306475 h 6858000"/>
              <a:gd name="connsiteX611" fmla="*/ 5052692 w 7467600"/>
              <a:gd name="connsiteY611" fmla="*/ 1292994 h 6858000"/>
              <a:gd name="connsiteX612" fmla="*/ 5200661 w 7467600"/>
              <a:gd name="connsiteY612" fmla="*/ 1635186 h 6858000"/>
              <a:gd name="connsiteX613" fmla="*/ 5297138 w 7467600"/>
              <a:gd name="connsiteY613" fmla="*/ 1906351 h 6858000"/>
              <a:gd name="connsiteX614" fmla="*/ 5052692 w 7467600"/>
              <a:gd name="connsiteY614" fmla="*/ 1292994 h 6858000"/>
              <a:gd name="connsiteX615" fmla="*/ 5009948 w 7467600"/>
              <a:gd name="connsiteY615" fmla="*/ 1273619 h 6858000"/>
              <a:gd name="connsiteX616" fmla="*/ 5121777 w 7467600"/>
              <a:gd name="connsiteY616" fmla="*/ 1654213 h 6858000"/>
              <a:gd name="connsiteX617" fmla="*/ 5293545 w 7467600"/>
              <a:gd name="connsiteY617" fmla="*/ 2072247 h 6858000"/>
              <a:gd name="connsiteX618" fmla="*/ 5294042 w 7467600"/>
              <a:gd name="connsiteY618" fmla="*/ 2065019 h 6858000"/>
              <a:gd name="connsiteX619" fmla="*/ 5171936 w 7467600"/>
              <a:gd name="connsiteY619" fmla="*/ 1647613 h 6858000"/>
              <a:gd name="connsiteX620" fmla="*/ 5009948 w 7467600"/>
              <a:gd name="connsiteY620" fmla="*/ 1273619 h 6858000"/>
              <a:gd name="connsiteX621" fmla="*/ 655236 w 7467600"/>
              <a:gd name="connsiteY621" fmla="*/ 1268632 h 6858000"/>
              <a:gd name="connsiteX622" fmla="*/ 839521 w 7467600"/>
              <a:gd name="connsiteY622" fmla="*/ 1685315 h 6858000"/>
              <a:gd name="connsiteX623" fmla="*/ 1109416 w 7467600"/>
              <a:gd name="connsiteY623" fmla="*/ 2061663 h 6858000"/>
              <a:gd name="connsiteX624" fmla="*/ 1298300 w 7467600"/>
              <a:gd name="connsiteY624" fmla="*/ 2247742 h 6858000"/>
              <a:gd name="connsiteX625" fmla="*/ 1125871 w 7467600"/>
              <a:gd name="connsiteY625" fmla="*/ 1989513 h 6858000"/>
              <a:gd name="connsiteX626" fmla="*/ 981574 w 7467600"/>
              <a:gd name="connsiteY626" fmla="*/ 1783157 h 6858000"/>
              <a:gd name="connsiteX627" fmla="*/ 922198 w 7467600"/>
              <a:gd name="connsiteY627" fmla="*/ 1677437 h 6858000"/>
              <a:gd name="connsiteX628" fmla="*/ 869293 w 7467600"/>
              <a:gd name="connsiteY628" fmla="*/ 1583214 h 6858000"/>
              <a:gd name="connsiteX629" fmla="*/ 751431 w 7467600"/>
              <a:gd name="connsiteY629" fmla="*/ 1405731 h 6858000"/>
              <a:gd name="connsiteX630" fmla="*/ 655236 w 7467600"/>
              <a:gd name="connsiteY630" fmla="*/ 1268632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5905192 w 7467600"/>
              <a:gd name="connsiteY834" fmla="*/ 163079 h 6858000"/>
              <a:gd name="connsiteX835" fmla="*/ 5865655 w 7467600"/>
              <a:gd name="connsiteY835" fmla="*/ 171901 h 6858000"/>
              <a:gd name="connsiteX836" fmla="*/ 5259740 w 7467600"/>
              <a:gd name="connsiteY836" fmla="*/ 257013 h 6858000"/>
              <a:gd name="connsiteX837" fmla="*/ 5208466 w 7467600"/>
              <a:gd name="connsiteY837" fmla="*/ 257550 h 6858000"/>
              <a:gd name="connsiteX838" fmla="*/ 4980204 w 7467600"/>
              <a:gd name="connsiteY838" fmla="*/ 271903 h 6858000"/>
              <a:gd name="connsiteX839" fmla="*/ 5068068 w 7467600"/>
              <a:gd name="connsiteY839" fmla="*/ 282244 h 6858000"/>
              <a:gd name="connsiteX840" fmla="*/ 5153231 w 7467600"/>
              <a:gd name="connsiteY840" fmla="*/ 292240 h 6858000"/>
              <a:gd name="connsiteX841" fmla="*/ 5426491 w 7467600"/>
              <a:gd name="connsiteY841" fmla="*/ 281128 h 6858000"/>
              <a:gd name="connsiteX842" fmla="*/ 5731212 w 7467600"/>
              <a:gd name="connsiteY842" fmla="*/ 231951 h 6858000"/>
              <a:gd name="connsiteX843" fmla="*/ 5905192 w 7467600"/>
              <a:gd name="connsiteY843" fmla="*/ 163079 h 6858000"/>
              <a:gd name="connsiteX844" fmla="*/ 5944437 w 7467600"/>
              <a:gd name="connsiteY844" fmla="*/ 113829 h 6858000"/>
              <a:gd name="connsiteX845" fmla="*/ 5825032 w 7467600"/>
              <a:gd name="connsiteY845" fmla="*/ 146405 h 6858000"/>
              <a:gd name="connsiteX846" fmla="*/ 4955599 w 7467600"/>
              <a:gd name="connsiteY846" fmla="*/ 247008 h 6858000"/>
              <a:gd name="connsiteX847" fmla="*/ 5210104 w 7467600"/>
              <a:gd name="connsiteY847" fmla="*/ 228123 h 6858000"/>
              <a:gd name="connsiteX848" fmla="*/ 5261015 w 7467600"/>
              <a:gd name="connsiteY848" fmla="*/ 227087 h 6858000"/>
              <a:gd name="connsiteX849" fmla="*/ 5861181 w 7467600"/>
              <a:gd name="connsiteY849" fmla="*/ 143093 h 6858000"/>
              <a:gd name="connsiteX850" fmla="*/ 5961252 w 7467600"/>
              <a:gd name="connsiteY850" fmla="*/ 114820 h 6858000"/>
              <a:gd name="connsiteX851" fmla="*/ 5944437 w 7467600"/>
              <a:gd name="connsiteY851" fmla="*/ 113829 h 6858000"/>
              <a:gd name="connsiteX852" fmla="*/ 3882765 w 7467600"/>
              <a:gd name="connsiteY852" fmla="*/ 0 h 6858000"/>
              <a:gd name="connsiteX853" fmla="*/ 3995099 w 7467600"/>
              <a:gd name="connsiteY853" fmla="*/ 0 h 6858000"/>
              <a:gd name="connsiteX854" fmla="*/ 4163818 w 7467600"/>
              <a:gd name="connsiteY854" fmla="*/ 234104 h 6858000"/>
              <a:gd name="connsiteX855" fmla="*/ 4172099 w 7467600"/>
              <a:gd name="connsiteY855" fmla="*/ 234207 h 6858000"/>
              <a:gd name="connsiteX856" fmla="*/ 4784282 w 7467600"/>
              <a:gd name="connsiteY856" fmla="*/ 276561 h 6858000"/>
              <a:gd name="connsiteX857" fmla="*/ 4801687 w 7467600"/>
              <a:gd name="connsiteY857" fmla="*/ 267764 h 6858000"/>
              <a:gd name="connsiteX858" fmla="*/ 6082788 w 7467600"/>
              <a:gd name="connsiteY858" fmla="*/ 64119 h 6858000"/>
              <a:gd name="connsiteX859" fmla="*/ 6099442 w 7467600"/>
              <a:gd name="connsiteY859" fmla="*/ 82568 h 6858000"/>
              <a:gd name="connsiteX860" fmla="*/ 4804137 w 7467600"/>
              <a:gd name="connsiteY860" fmla="*/ 320931 h 6858000"/>
              <a:gd name="connsiteX861" fmla="*/ 4227047 w 7467600"/>
              <a:gd name="connsiteY861" fmla="*/ 313415 h 6858000"/>
              <a:gd name="connsiteX862" fmla="*/ 4346041 w 7467600"/>
              <a:gd name="connsiteY862" fmla="*/ 456086 h 6858000"/>
              <a:gd name="connsiteX863" fmla="*/ 4870967 w 7467600"/>
              <a:gd name="connsiteY863" fmla="*/ 963061 h 6858000"/>
              <a:gd name="connsiteX864" fmla="*/ 4889647 w 7467600"/>
              <a:gd name="connsiteY864" fmla="*/ 957147 h 6858000"/>
              <a:gd name="connsiteX865" fmla="*/ 5422504 w 7467600"/>
              <a:gd name="connsiteY865" fmla="*/ 805191 h 6858000"/>
              <a:gd name="connsiteX866" fmla="*/ 6087656 w 7467600"/>
              <a:gd name="connsiteY866" fmla="*/ 826703 h 6858000"/>
              <a:gd name="connsiteX867" fmla="*/ 6058717 w 7467600"/>
              <a:gd name="connsiteY867" fmla="*/ 865992 h 6858000"/>
              <a:gd name="connsiteX868" fmla="*/ 4974153 w 7467600"/>
              <a:gd name="connsiteY868" fmla="*/ 1045456 h 6858000"/>
              <a:gd name="connsiteX869" fmla="*/ 5627835 w 7467600"/>
              <a:gd name="connsiteY869" fmla="*/ 1472077 h 6858000"/>
              <a:gd name="connsiteX870" fmla="*/ 5629817 w 7467600"/>
              <a:gd name="connsiteY870" fmla="*/ 1471412 h 6858000"/>
              <a:gd name="connsiteX871" fmla="*/ 5634124 w 7467600"/>
              <a:gd name="connsiteY871" fmla="*/ 1470572 h 6858000"/>
              <a:gd name="connsiteX872" fmla="*/ 5755832 w 7467600"/>
              <a:gd name="connsiteY872" fmla="*/ 1383886 h 6858000"/>
              <a:gd name="connsiteX873" fmla="*/ 6014186 w 7467600"/>
              <a:gd name="connsiteY873" fmla="*/ 1279799 h 6858000"/>
              <a:gd name="connsiteX874" fmla="*/ 6901619 w 7467600"/>
              <a:gd name="connsiteY874" fmla="*/ 1047874 h 6858000"/>
              <a:gd name="connsiteX875" fmla="*/ 6931566 w 7467600"/>
              <a:gd name="connsiteY875" fmla="*/ 1062034 h 6858000"/>
              <a:gd name="connsiteX876" fmla="*/ 5790982 w 7467600"/>
              <a:gd name="connsiteY876" fmla="*/ 1561380 h 6858000"/>
              <a:gd name="connsiteX877" fmla="*/ 6188971 w 7467600"/>
              <a:gd name="connsiteY877" fmla="*/ 1755168 h 6858000"/>
              <a:gd name="connsiteX878" fmla="*/ 6202446 w 7467600"/>
              <a:gd name="connsiteY878" fmla="*/ 1752268 h 6858000"/>
              <a:gd name="connsiteX879" fmla="*/ 7179560 w 7467600"/>
              <a:gd name="connsiteY879" fmla="*/ 1467551 h 6858000"/>
              <a:gd name="connsiteX880" fmla="*/ 7158730 w 7467600"/>
              <a:gd name="connsiteY880" fmla="*/ 1507835 h 6858000"/>
              <a:gd name="connsiteX881" fmla="*/ 6326959 w 7467600"/>
              <a:gd name="connsiteY881" fmla="*/ 1817686 h 6858000"/>
              <a:gd name="connsiteX882" fmla="*/ 6537433 w 7467600"/>
              <a:gd name="connsiteY882" fmla="*/ 1907790 h 6858000"/>
              <a:gd name="connsiteX883" fmla="*/ 6550221 w 7467600"/>
              <a:gd name="connsiteY883" fmla="*/ 1910729 h 6858000"/>
              <a:gd name="connsiteX884" fmla="*/ 6964438 w 7467600"/>
              <a:gd name="connsiteY884" fmla="*/ 2209505 h 6858000"/>
              <a:gd name="connsiteX885" fmla="*/ 7367862 w 7467600"/>
              <a:gd name="connsiteY885" fmla="*/ 2806833 h 6858000"/>
              <a:gd name="connsiteX886" fmla="*/ 7364329 w 7467600"/>
              <a:gd name="connsiteY886" fmla="*/ 2826907 h 6858000"/>
              <a:gd name="connsiteX887" fmla="*/ 7290545 w 7467600"/>
              <a:gd name="connsiteY887" fmla="*/ 2850663 h 6858000"/>
              <a:gd name="connsiteX888" fmla="*/ 6472036 w 7467600"/>
              <a:gd name="connsiteY888" fmla="*/ 1959003 h 6858000"/>
              <a:gd name="connsiteX889" fmla="*/ 5792897 w 7467600"/>
              <a:gd name="connsiteY889" fmla="*/ 1647747 h 6858000"/>
              <a:gd name="connsiteX890" fmla="*/ 5842751 w 7467600"/>
              <a:gd name="connsiteY890" fmla="*/ 1816112 h 6858000"/>
              <a:gd name="connsiteX891" fmla="*/ 5847424 w 7467600"/>
              <a:gd name="connsiteY891" fmla="*/ 1815776 h 6858000"/>
              <a:gd name="connsiteX892" fmla="*/ 6399821 w 7467600"/>
              <a:gd name="connsiteY892" fmla="*/ 2344799 h 6858000"/>
              <a:gd name="connsiteX893" fmla="*/ 6323232 w 7467600"/>
              <a:gd name="connsiteY893" fmla="*/ 2389634 h 6858000"/>
              <a:gd name="connsiteX894" fmla="*/ 5942958 w 7467600"/>
              <a:gd name="connsiteY894" fmla="*/ 2077708 h 6858000"/>
              <a:gd name="connsiteX895" fmla="*/ 5921559 w 7467600"/>
              <a:gd name="connsiteY895" fmla="*/ 2378596 h 6858000"/>
              <a:gd name="connsiteX896" fmla="*/ 5817651 w 7467600"/>
              <a:gd name="connsiteY896" fmla="*/ 3023919 h 6858000"/>
              <a:gd name="connsiteX897" fmla="*/ 5729634 w 7467600"/>
              <a:gd name="connsiteY897" fmla="*/ 3051849 h 6858000"/>
              <a:gd name="connsiteX898" fmla="*/ 5611018 w 7467600"/>
              <a:gd name="connsiteY898" fmla="*/ 2316769 h 6858000"/>
              <a:gd name="connsiteX899" fmla="*/ 5687608 w 7467600"/>
              <a:gd name="connsiteY899" fmla="*/ 2039972 h 6858000"/>
              <a:gd name="connsiteX900" fmla="*/ 5657554 w 7467600"/>
              <a:gd name="connsiteY900" fmla="*/ 1576445 h 6858000"/>
              <a:gd name="connsiteX901" fmla="*/ 5150475 w 7467600"/>
              <a:gd name="connsiteY901" fmla="*/ 1274012 h 6858000"/>
              <a:gd name="connsiteX902" fmla="*/ 5349142 w 7467600"/>
              <a:gd name="connsiteY902" fmla="*/ 2204405 h 6858000"/>
              <a:gd name="connsiteX903" fmla="*/ 5262214 w 7467600"/>
              <a:gd name="connsiteY903" fmla="*/ 2233836 h 6858000"/>
              <a:gd name="connsiteX904" fmla="*/ 4981539 w 7467600"/>
              <a:gd name="connsiteY904" fmla="*/ 1542201 h 6858000"/>
              <a:gd name="connsiteX905" fmla="*/ 4958461 w 7467600"/>
              <a:gd name="connsiteY905" fmla="*/ 1136957 h 6858000"/>
              <a:gd name="connsiteX906" fmla="*/ 4655015 w 7467600"/>
              <a:gd name="connsiteY906" fmla="*/ 891426 h 6858000"/>
              <a:gd name="connsiteX907" fmla="*/ 4348002 w 7467600"/>
              <a:gd name="connsiteY907" fmla="*/ 2205895 h 6858000"/>
              <a:gd name="connsiteX908" fmla="*/ 4262250 w 7467600"/>
              <a:gd name="connsiteY908" fmla="*/ 2219972 h 6858000"/>
              <a:gd name="connsiteX909" fmla="*/ 4550611 w 7467600"/>
              <a:gd name="connsiteY909" fmla="*/ 817540 h 6858000"/>
              <a:gd name="connsiteX910" fmla="*/ 4564418 w 7467600"/>
              <a:gd name="connsiteY910" fmla="*/ 808293 h 6858000"/>
              <a:gd name="connsiteX911" fmla="*/ 4266388 w 7467600"/>
              <a:gd name="connsiteY911" fmla="*/ 500083 h 6858000"/>
              <a:gd name="connsiteX912" fmla="*/ 4032842 w 7467600"/>
              <a:gd name="connsiteY912" fmla="*/ 211809 h 6858000"/>
              <a:gd name="connsiteX913" fmla="*/ 3882765 w 7467600"/>
              <a:gd name="connsiteY913" fmla="*/ 0 h 6858000"/>
              <a:gd name="connsiteX914" fmla="*/ 3721337 w 7467600"/>
              <a:gd name="connsiteY914" fmla="*/ 0 h 6858000"/>
              <a:gd name="connsiteX915" fmla="*/ 3797544 w 7467600"/>
              <a:gd name="connsiteY915" fmla="*/ 0 h 6858000"/>
              <a:gd name="connsiteX916" fmla="*/ 3775734 w 7467600"/>
              <a:gd name="connsiteY916" fmla="*/ 95131 h 6858000"/>
              <a:gd name="connsiteX917" fmla="*/ 3724807 w 7467600"/>
              <a:gd name="connsiteY917" fmla="*/ 272257 h 6858000"/>
              <a:gd name="connsiteX918" fmla="*/ 3726844 w 7467600"/>
              <a:gd name="connsiteY918" fmla="*/ 282988 h 6858000"/>
              <a:gd name="connsiteX919" fmla="*/ 3742664 w 7467600"/>
              <a:gd name="connsiteY919" fmla="*/ 279918 h 6858000"/>
              <a:gd name="connsiteX920" fmla="*/ 4103910 w 7467600"/>
              <a:gd name="connsiteY920" fmla="*/ 1161917 h 6858000"/>
              <a:gd name="connsiteX921" fmla="*/ 4020269 w 7467600"/>
              <a:gd name="connsiteY921" fmla="*/ 1200406 h 6858000"/>
              <a:gd name="connsiteX922" fmla="*/ 3674882 w 7467600"/>
              <a:gd name="connsiteY922" fmla="*/ 488524 h 6858000"/>
              <a:gd name="connsiteX923" fmla="*/ 3132682 w 7467600"/>
              <a:gd name="connsiteY923" fmla="*/ 1072284 h 6858000"/>
              <a:gd name="connsiteX924" fmla="*/ 2716346 w 7467600"/>
              <a:gd name="connsiteY924" fmla="*/ 1276376 h 6858000"/>
              <a:gd name="connsiteX925" fmla="*/ 2716772 w 7467600"/>
              <a:gd name="connsiteY925" fmla="*/ 1255462 h 6858000"/>
              <a:gd name="connsiteX926" fmla="*/ 3471096 w 7467600"/>
              <a:gd name="connsiteY926" fmla="*/ 437072 h 6858000"/>
              <a:gd name="connsiteX927" fmla="*/ 3639057 w 7467600"/>
              <a:gd name="connsiteY927" fmla="*/ 286334 h 6858000"/>
              <a:gd name="connsiteX928" fmla="*/ 3640309 w 7467600"/>
              <a:gd name="connsiteY928" fmla="*/ 284664 h 6858000"/>
              <a:gd name="connsiteX929" fmla="*/ 3646022 w 7467600"/>
              <a:gd name="connsiteY929" fmla="*/ 276711 h 6858000"/>
              <a:gd name="connsiteX930" fmla="*/ 3707943 w 7467600"/>
              <a:gd name="connsiteY930" fmla="*/ 65958 h 6858000"/>
              <a:gd name="connsiteX931" fmla="*/ 3721337 w 7467600"/>
              <a:gd name="connsiteY931" fmla="*/ 0 h 6858000"/>
              <a:gd name="connsiteX932" fmla="*/ 2867960 w 7467600"/>
              <a:gd name="connsiteY932" fmla="*/ 0 h 6858000"/>
              <a:gd name="connsiteX933" fmla="*/ 2926351 w 7467600"/>
              <a:gd name="connsiteY933" fmla="*/ 0 h 6858000"/>
              <a:gd name="connsiteX934" fmla="*/ 2902823 w 7467600"/>
              <a:gd name="connsiteY934" fmla="*/ 262929 h 6858000"/>
              <a:gd name="connsiteX935" fmla="*/ 2940663 w 7467600"/>
              <a:gd name="connsiteY935" fmla="*/ 140884 h 6858000"/>
              <a:gd name="connsiteX936" fmla="*/ 2947039 w 7467600"/>
              <a:gd name="connsiteY936" fmla="*/ 122524 h 6858000"/>
              <a:gd name="connsiteX937" fmla="*/ 2984316 w 7467600"/>
              <a:gd name="connsiteY937" fmla="*/ 0 h 6858000"/>
              <a:gd name="connsiteX938" fmla="*/ 3016114 w 7467600"/>
              <a:gd name="connsiteY938" fmla="*/ 0 h 6858000"/>
              <a:gd name="connsiteX939" fmla="*/ 2979949 w 7467600"/>
              <a:gd name="connsiteY939" fmla="*/ 119274 h 6858000"/>
              <a:gd name="connsiteX940" fmla="*/ 3023879 w 7467600"/>
              <a:gd name="connsiteY940" fmla="*/ 0 h 6858000"/>
              <a:gd name="connsiteX941" fmla="*/ 3105400 w 7467600"/>
              <a:gd name="connsiteY941" fmla="*/ 0 h 6858000"/>
              <a:gd name="connsiteX942" fmla="*/ 3094669 w 7467600"/>
              <a:gd name="connsiteY942" fmla="*/ 30308 h 6858000"/>
              <a:gd name="connsiteX943" fmla="*/ 2901945 w 7467600"/>
              <a:gd name="connsiteY943" fmla="*/ 466538 h 6858000"/>
              <a:gd name="connsiteX944" fmla="*/ 2815209 w 7467600"/>
              <a:gd name="connsiteY944" fmla="*/ 497361 h 6858000"/>
              <a:gd name="connsiteX945" fmla="*/ 2844845 w 7467600"/>
              <a:gd name="connsiteY945" fmla="*/ 127638 h 6858000"/>
              <a:gd name="connsiteX946" fmla="*/ 2867960 w 7467600"/>
              <a:gd name="connsiteY946" fmla="*/ 0 h 6858000"/>
              <a:gd name="connsiteX947" fmla="*/ 1057230 w 7467600"/>
              <a:gd name="connsiteY947" fmla="*/ 0 h 6858000"/>
              <a:gd name="connsiteX948" fmla="*/ 1111003 w 7467600"/>
              <a:gd name="connsiteY948" fmla="*/ 0 h 6858000"/>
              <a:gd name="connsiteX949" fmla="*/ 1125553 w 7467600"/>
              <a:gd name="connsiteY949" fmla="*/ 52588 h 6858000"/>
              <a:gd name="connsiteX950" fmla="*/ 1304276 w 7467600"/>
              <a:gd name="connsiteY950" fmla="*/ 476275 h 6858000"/>
              <a:gd name="connsiteX951" fmla="*/ 1492066 w 7467600"/>
              <a:gd name="connsiteY951" fmla="*/ 886333 h 6858000"/>
              <a:gd name="connsiteX952" fmla="*/ 1423698 w 7467600"/>
              <a:gd name="connsiteY952" fmla="*/ 710817 h 6858000"/>
              <a:gd name="connsiteX953" fmla="*/ 1357609 w 7467600"/>
              <a:gd name="connsiteY953" fmla="*/ 532892 h 6858000"/>
              <a:gd name="connsiteX954" fmla="*/ 1309550 w 7467600"/>
              <a:gd name="connsiteY954" fmla="*/ 374031 h 6858000"/>
              <a:gd name="connsiteX955" fmla="*/ 1193673 w 7467600"/>
              <a:gd name="connsiteY955" fmla="*/ 49533 h 6858000"/>
              <a:gd name="connsiteX956" fmla="*/ 1164391 w 7467600"/>
              <a:gd name="connsiteY956" fmla="*/ 0 h 6858000"/>
              <a:gd name="connsiteX957" fmla="*/ 1200666 w 7467600"/>
              <a:gd name="connsiteY957" fmla="*/ 0 h 6858000"/>
              <a:gd name="connsiteX958" fmla="*/ 1223408 w 7467600"/>
              <a:gd name="connsiteY958" fmla="*/ 38996 h 6858000"/>
              <a:gd name="connsiteX959" fmla="*/ 1339635 w 7467600"/>
              <a:gd name="connsiteY959" fmla="*/ 365517 h 6858000"/>
              <a:gd name="connsiteX960" fmla="*/ 1387469 w 7467600"/>
              <a:gd name="connsiteY960" fmla="*/ 523079 h 6858000"/>
              <a:gd name="connsiteX961" fmla="*/ 1452685 w 7467600"/>
              <a:gd name="connsiteY961" fmla="*/ 699806 h 6858000"/>
              <a:gd name="connsiteX962" fmla="*/ 1492092 w 7467600"/>
              <a:gd name="connsiteY962" fmla="*/ 800424 h 6858000"/>
              <a:gd name="connsiteX963" fmla="*/ 1455302 w 7467600"/>
              <a:gd name="connsiteY963" fmla="*/ 632913 h 6858000"/>
              <a:gd name="connsiteX964" fmla="*/ 1222336 w 7467600"/>
              <a:gd name="connsiteY964" fmla="*/ 9480 h 6858000"/>
              <a:gd name="connsiteX965" fmla="*/ 1214634 w 7467600"/>
              <a:gd name="connsiteY965" fmla="*/ 0 h 6858000"/>
              <a:gd name="connsiteX966" fmla="*/ 1289827 w 7467600"/>
              <a:gd name="connsiteY966" fmla="*/ 0 h 6858000"/>
              <a:gd name="connsiteX967" fmla="*/ 1321076 w 7467600"/>
              <a:gd name="connsiteY967" fmla="*/ 59722 h 6858000"/>
              <a:gd name="connsiteX968" fmla="*/ 1512579 w 7467600"/>
              <a:gd name="connsiteY968" fmla="*/ 626441 h 6858000"/>
              <a:gd name="connsiteX969" fmla="*/ 1506076 w 7467600"/>
              <a:gd name="connsiteY969" fmla="*/ 1089289 h 6858000"/>
              <a:gd name="connsiteX970" fmla="*/ 1486346 w 7467600"/>
              <a:gd name="connsiteY970" fmla="*/ 1079919 h 6858000"/>
              <a:gd name="connsiteX971" fmla="*/ 1070511 w 7467600"/>
              <a:gd name="connsiteY971" fmla="*/ 48609 h 6858000"/>
              <a:gd name="connsiteX972" fmla="*/ 1057230 w 7467600"/>
              <a:gd name="connsiteY972" fmla="*/ 0 h 6858000"/>
              <a:gd name="connsiteX973" fmla="*/ 43151 w 7467600"/>
              <a:gd name="connsiteY973" fmla="*/ 0 h 6858000"/>
              <a:gd name="connsiteX974" fmla="*/ 95283 w 7467600"/>
              <a:gd name="connsiteY974" fmla="*/ 0 h 6858000"/>
              <a:gd name="connsiteX975" fmla="*/ 300708 w 7467600"/>
              <a:gd name="connsiteY975" fmla="*/ 154571 h 6858000"/>
              <a:gd name="connsiteX976" fmla="*/ 530414 w 7467600"/>
              <a:gd name="connsiteY976" fmla="*/ 354673 h 6858000"/>
              <a:gd name="connsiteX977" fmla="*/ 333785 w 7467600"/>
              <a:gd name="connsiteY977" fmla="*/ 161564 h 6858000"/>
              <a:gd name="connsiteX978" fmla="*/ 147005 w 7467600"/>
              <a:gd name="connsiteY978" fmla="*/ 0 h 6858000"/>
              <a:gd name="connsiteX979" fmla="*/ 272509 w 7467600"/>
              <a:gd name="connsiteY979" fmla="*/ 0 h 6858000"/>
              <a:gd name="connsiteX980" fmla="*/ 326276 w 7467600"/>
              <a:gd name="connsiteY980" fmla="*/ 45847 h 6858000"/>
              <a:gd name="connsiteX981" fmla="*/ 823759 w 7467600"/>
              <a:gd name="connsiteY981" fmla="*/ 574145 h 6858000"/>
              <a:gd name="connsiteX982" fmla="*/ 811254 w 7467600"/>
              <a:gd name="connsiteY982" fmla="*/ 665546 h 6858000"/>
              <a:gd name="connsiteX983" fmla="*/ 154042 w 7467600"/>
              <a:gd name="connsiteY983" fmla="*/ 261522 h 6858000"/>
              <a:gd name="connsiteX984" fmla="*/ 13550 w 7467600"/>
              <a:gd name="connsiteY984" fmla="*/ 158423 h 6858000"/>
              <a:gd name="connsiteX985" fmla="*/ 0 w 7467600"/>
              <a:gd name="connsiteY985" fmla="*/ 146618 h 6858000"/>
              <a:gd name="connsiteX986" fmla="*/ 0 w 7467600"/>
              <a:gd name="connsiteY986" fmla="*/ 59161 h 6858000"/>
              <a:gd name="connsiteX987" fmla="*/ 45427 w 7467600"/>
              <a:gd name="connsiteY987" fmla="*/ 101078 h 6858000"/>
              <a:gd name="connsiteX988" fmla="*/ 630103 w 7467600"/>
              <a:gd name="connsiteY988" fmla="*/ 485885 h 6858000"/>
              <a:gd name="connsiteX989" fmla="*/ 532040 w 7467600"/>
              <a:gd name="connsiteY989" fmla="*/ 399359 h 6858000"/>
              <a:gd name="connsiteX990" fmla="*/ 517618 w 7467600"/>
              <a:gd name="connsiteY990" fmla="*/ 385726 h 6858000"/>
              <a:gd name="connsiteX991" fmla="*/ 285074 w 7467600"/>
              <a:gd name="connsiteY991" fmla="*/ 182755 h 6858000"/>
              <a:gd name="connsiteX992" fmla="*/ 43151 w 7467600"/>
              <a:gd name="connsiteY99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1903353 w 7467600"/>
              <a:gd name="connsiteY136" fmla="*/ 5044827 h 6858000"/>
              <a:gd name="connsiteX137" fmla="*/ 1936931 w 7467600"/>
              <a:gd name="connsiteY137" fmla="*/ 5093954 h 6858000"/>
              <a:gd name="connsiteX138" fmla="*/ 2195868 w 7467600"/>
              <a:gd name="connsiteY138" fmla="*/ 5396574 h 6858000"/>
              <a:gd name="connsiteX139" fmla="*/ 2088852 w 7467600"/>
              <a:gd name="connsiteY139" fmla="*/ 5166123 h 6858000"/>
              <a:gd name="connsiteX140" fmla="*/ 1958241 w 7467600"/>
              <a:gd name="connsiteY140" fmla="*/ 5067955 h 6858000"/>
              <a:gd name="connsiteX141" fmla="*/ 1903353 w 7467600"/>
              <a:gd name="connsiteY141" fmla="*/ 5044827 h 6858000"/>
              <a:gd name="connsiteX142" fmla="*/ 1979378 w 7467600"/>
              <a:gd name="connsiteY142" fmla="*/ 4769504 h 6858000"/>
              <a:gd name="connsiteX143" fmla="*/ 2882120 w 7467600"/>
              <a:gd name="connsiteY143" fmla="*/ 5064547 h 6858000"/>
              <a:gd name="connsiteX144" fmla="*/ 2793103 w 7467600"/>
              <a:gd name="connsiteY144" fmla="*/ 5039699 h 6858000"/>
              <a:gd name="connsiteX145" fmla="*/ 2770041 w 7467600"/>
              <a:gd name="connsiteY145" fmla="*/ 5033634 h 6858000"/>
              <a:gd name="connsiteX146" fmla="*/ 1979378 w 7467600"/>
              <a:gd name="connsiteY146" fmla="*/ 4769504 h 6858000"/>
              <a:gd name="connsiteX147" fmla="*/ 1927410 w 7467600"/>
              <a:gd name="connsiteY147" fmla="*/ 4716164 h 6858000"/>
              <a:gd name="connsiteX148" fmla="*/ 1959587 w 7467600"/>
              <a:gd name="connsiteY148" fmla="*/ 4728849 h 6858000"/>
              <a:gd name="connsiteX149" fmla="*/ 2777707 w 7467600"/>
              <a:gd name="connsiteY149" fmla="*/ 5003991 h 6858000"/>
              <a:gd name="connsiteX150" fmla="*/ 2800768 w 7467600"/>
              <a:gd name="connsiteY150" fmla="*/ 5010056 h 6858000"/>
              <a:gd name="connsiteX151" fmla="*/ 2879408 w 7467600"/>
              <a:gd name="connsiteY151" fmla="*/ 5031590 h 6858000"/>
              <a:gd name="connsiteX152" fmla="*/ 2862295 w 7467600"/>
              <a:gd name="connsiteY152" fmla="*/ 5022958 h 6858000"/>
              <a:gd name="connsiteX153" fmla="*/ 2813343 w 7467600"/>
              <a:gd name="connsiteY153" fmla="*/ 4998369 h 6858000"/>
              <a:gd name="connsiteX154" fmla="*/ 2646245 w 7467600"/>
              <a:gd name="connsiteY154" fmla="*/ 4930999 h 6858000"/>
              <a:gd name="connsiteX155" fmla="*/ 1999243 w 7467600"/>
              <a:gd name="connsiteY155" fmla="*/ 4730524 h 6858000"/>
              <a:gd name="connsiteX156" fmla="*/ 1979527 w 7467600"/>
              <a:gd name="connsiteY156" fmla="*/ 4726651 h 6858000"/>
              <a:gd name="connsiteX157" fmla="*/ 1927410 w 7467600"/>
              <a:gd name="connsiteY157" fmla="*/ 4716164 h 6858000"/>
              <a:gd name="connsiteX158" fmla="*/ 1997014 w 7467600"/>
              <a:gd name="connsiteY158" fmla="*/ 4698007 h 6858000"/>
              <a:gd name="connsiteX159" fmla="*/ 2005458 w 7467600"/>
              <a:gd name="connsiteY159" fmla="*/ 4699540 h 6858000"/>
              <a:gd name="connsiteX160" fmla="*/ 2657186 w 7467600"/>
              <a:gd name="connsiteY160" fmla="*/ 4901687 h 6858000"/>
              <a:gd name="connsiteX161" fmla="*/ 2826662 w 7467600"/>
              <a:gd name="connsiteY161" fmla="*/ 4970362 h 6858000"/>
              <a:gd name="connsiteX162" fmla="*/ 2876100 w 7467600"/>
              <a:gd name="connsiteY162" fmla="*/ 4995397 h 6858000"/>
              <a:gd name="connsiteX163" fmla="*/ 3042600 w 7467600"/>
              <a:gd name="connsiteY163" fmla="*/ 5059532 h 6858000"/>
              <a:gd name="connsiteX164" fmla="*/ 1997014 w 7467600"/>
              <a:gd name="connsiteY164" fmla="*/ 4698007 h 6858000"/>
              <a:gd name="connsiteX165" fmla="*/ 2305292 w 7467600"/>
              <a:gd name="connsiteY165" fmla="*/ 4219492 h 6858000"/>
              <a:gd name="connsiteX166" fmla="*/ 3360922 w 7467600"/>
              <a:gd name="connsiteY166" fmla="*/ 4529373 h 6858000"/>
              <a:gd name="connsiteX167" fmla="*/ 3492420 w 7467600"/>
              <a:gd name="connsiteY167" fmla="*/ 4510145 h 6858000"/>
              <a:gd name="connsiteX168" fmla="*/ 3364086 w 7467600"/>
              <a:gd name="connsiteY168" fmla="*/ 4480340 h 6858000"/>
              <a:gd name="connsiteX169" fmla="*/ 3225818 w 7467600"/>
              <a:gd name="connsiteY169" fmla="*/ 4411822 h 6858000"/>
              <a:gd name="connsiteX170" fmla="*/ 3129696 w 7467600"/>
              <a:gd name="connsiteY170" fmla="*/ 4360704 h 6858000"/>
              <a:gd name="connsiteX171" fmla="*/ 2814545 w 7467600"/>
              <a:gd name="connsiteY171" fmla="*/ 4282955 h 6858000"/>
              <a:gd name="connsiteX172" fmla="*/ 2305292 w 7467600"/>
              <a:gd name="connsiteY172" fmla="*/ 4219492 h 6858000"/>
              <a:gd name="connsiteX173" fmla="*/ 2626982 w 7467600"/>
              <a:gd name="connsiteY173" fmla="*/ 4206450 h 6858000"/>
              <a:gd name="connsiteX174" fmla="*/ 2490617 w 7467600"/>
              <a:gd name="connsiteY174" fmla="*/ 4206951 h 6858000"/>
              <a:gd name="connsiteX175" fmla="*/ 2819869 w 7467600"/>
              <a:gd name="connsiteY175" fmla="*/ 4252936 h 6858000"/>
              <a:gd name="connsiteX176" fmla="*/ 3143018 w 7467600"/>
              <a:gd name="connsiteY176" fmla="*/ 4332698 h 6858000"/>
              <a:gd name="connsiteX177" fmla="*/ 3241520 w 7467600"/>
              <a:gd name="connsiteY177" fmla="*/ 4385112 h 6858000"/>
              <a:gd name="connsiteX178" fmla="*/ 3374575 w 7467600"/>
              <a:gd name="connsiteY178" fmla="*/ 4451517 h 6858000"/>
              <a:gd name="connsiteX179" fmla="*/ 3505221 w 7467600"/>
              <a:gd name="connsiteY179" fmla="*/ 4480757 h 6858000"/>
              <a:gd name="connsiteX180" fmla="*/ 2626982 w 7467600"/>
              <a:gd name="connsiteY180" fmla="*/ 4206450 h 6858000"/>
              <a:gd name="connsiteX181" fmla="*/ 1310106 w 7467600"/>
              <a:gd name="connsiteY181" fmla="*/ 3943217 h 6858000"/>
              <a:gd name="connsiteX182" fmla="*/ 854994 w 7467600"/>
              <a:gd name="connsiteY182" fmla="*/ 4399136 h 6858000"/>
              <a:gd name="connsiteX183" fmla="*/ 742462 w 7467600"/>
              <a:gd name="connsiteY183" fmla="*/ 4594648 h 6858000"/>
              <a:gd name="connsiteX184" fmla="*/ 820602 w 7467600"/>
              <a:gd name="connsiteY184" fmla="*/ 4485915 h 6858000"/>
              <a:gd name="connsiteX185" fmla="*/ 878295 w 7467600"/>
              <a:gd name="connsiteY185" fmla="*/ 4403594 h 6858000"/>
              <a:gd name="connsiteX186" fmla="*/ 1240607 w 7467600"/>
              <a:gd name="connsiteY186" fmla="*/ 4010401 h 6858000"/>
              <a:gd name="connsiteX187" fmla="*/ 1310106 w 7467600"/>
              <a:gd name="connsiteY187" fmla="*/ 3943217 h 6858000"/>
              <a:gd name="connsiteX188" fmla="*/ 1423113 w 7467600"/>
              <a:gd name="connsiteY188" fmla="*/ 3874565 h 6858000"/>
              <a:gd name="connsiteX189" fmla="*/ 1260565 w 7467600"/>
              <a:gd name="connsiteY189" fmla="*/ 4031982 h 6858000"/>
              <a:gd name="connsiteX190" fmla="*/ 901900 w 7467600"/>
              <a:gd name="connsiteY190" fmla="*/ 4421236 h 6858000"/>
              <a:gd name="connsiteX191" fmla="*/ 845044 w 7467600"/>
              <a:gd name="connsiteY191" fmla="*/ 4502436 h 6858000"/>
              <a:gd name="connsiteX192" fmla="*/ 685926 w 7467600"/>
              <a:gd name="connsiteY192" fmla="*/ 4703069 h 6858000"/>
              <a:gd name="connsiteX193" fmla="*/ 684248 w 7467600"/>
              <a:gd name="connsiteY193" fmla="*/ 4706721 h 6858000"/>
              <a:gd name="connsiteX194" fmla="*/ 1423113 w 7467600"/>
              <a:gd name="connsiteY194" fmla="*/ 3874565 h 6858000"/>
              <a:gd name="connsiteX195" fmla="*/ 3316479 w 7467600"/>
              <a:gd name="connsiteY195" fmla="*/ 3872136 h 6858000"/>
              <a:gd name="connsiteX196" fmla="*/ 3546806 w 7467600"/>
              <a:gd name="connsiteY196" fmla="*/ 4356139 h 6858000"/>
              <a:gd name="connsiteX197" fmla="*/ 3364433 w 7467600"/>
              <a:gd name="connsiteY197" fmla="*/ 3953121 h 6858000"/>
              <a:gd name="connsiteX198" fmla="*/ 3316479 w 7467600"/>
              <a:gd name="connsiteY198" fmla="*/ 3872136 h 6858000"/>
              <a:gd name="connsiteX199" fmla="*/ 3291335 w 7467600"/>
              <a:gd name="connsiteY199" fmla="*/ 3767420 h 6858000"/>
              <a:gd name="connsiteX200" fmla="*/ 3390805 w 7467600"/>
              <a:gd name="connsiteY200" fmla="*/ 3937163 h 6858000"/>
              <a:gd name="connsiteX201" fmla="*/ 3579062 w 7467600"/>
              <a:gd name="connsiteY201" fmla="*/ 4359040 h 6858000"/>
              <a:gd name="connsiteX202" fmla="*/ 3467355 w 7467600"/>
              <a:gd name="connsiteY202" fmla="*/ 3988130 h 6858000"/>
              <a:gd name="connsiteX203" fmla="*/ 3310753 w 7467600"/>
              <a:gd name="connsiteY203" fmla="*/ 3787140 h 6858000"/>
              <a:gd name="connsiteX204" fmla="*/ 3291335 w 7467600"/>
              <a:gd name="connsiteY204" fmla="*/ 3767420 h 6858000"/>
              <a:gd name="connsiteX205" fmla="*/ 1635889 w 7467600"/>
              <a:gd name="connsiteY205" fmla="*/ 3709494 h 6858000"/>
              <a:gd name="connsiteX206" fmla="*/ 1634800 w 7467600"/>
              <a:gd name="connsiteY206" fmla="*/ 3731111 h 6858000"/>
              <a:gd name="connsiteX207" fmla="*/ 1635889 w 7467600"/>
              <a:gd name="connsiteY207" fmla="*/ 3709494 h 6858000"/>
              <a:gd name="connsiteX208" fmla="*/ 1510397 w 7467600"/>
              <a:gd name="connsiteY208" fmla="*/ 3684705 h 6858000"/>
              <a:gd name="connsiteX209" fmla="*/ 1146550 w 7467600"/>
              <a:gd name="connsiteY209" fmla="*/ 3802012 h 6858000"/>
              <a:gd name="connsiteX210" fmla="*/ 698834 w 7467600"/>
              <a:gd name="connsiteY210" fmla="*/ 3952272 h 6858000"/>
              <a:gd name="connsiteX211" fmla="*/ 34256 w 7467600"/>
              <a:gd name="connsiteY211" fmla="*/ 4347603 h 6858000"/>
              <a:gd name="connsiteX212" fmla="*/ 527241 w 7467600"/>
              <a:gd name="connsiteY212" fmla="*/ 4065078 h 6858000"/>
              <a:gd name="connsiteX213" fmla="*/ 1510397 w 7467600"/>
              <a:gd name="connsiteY213" fmla="*/ 3684705 h 6858000"/>
              <a:gd name="connsiteX214" fmla="*/ 1313114 w 7467600"/>
              <a:gd name="connsiteY214" fmla="*/ 3655216 h 6858000"/>
              <a:gd name="connsiteX215" fmla="*/ 1109304 w 7467600"/>
              <a:gd name="connsiteY215" fmla="*/ 3669030 h 6858000"/>
              <a:gd name="connsiteX216" fmla="*/ 8129 w 7467600"/>
              <a:gd name="connsiteY216" fmla="*/ 4330519 h 6858000"/>
              <a:gd name="connsiteX217" fmla="*/ 687572 w 7467600"/>
              <a:gd name="connsiteY217" fmla="*/ 3925629 h 6858000"/>
              <a:gd name="connsiteX218" fmla="*/ 1138365 w 7467600"/>
              <a:gd name="connsiteY218" fmla="*/ 3774515 h 6858000"/>
              <a:gd name="connsiteX219" fmla="*/ 1505579 w 7467600"/>
              <a:gd name="connsiteY219" fmla="*/ 3655526 h 6858000"/>
              <a:gd name="connsiteX220" fmla="*/ 1313114 w 7467600"/>
              <a:gd name="connsiteY220" fmla="*/ 3655216 h 6858000"/>
              <a:gd name="connsiteX221" fmla="*/ 3655073 w 7467600"/>
              <a:gd name="connsiteY221" fmla="*/ 3650884 h 6858000"/>
              <a:gd name="connsiteX222" fmla="*/ 3989938 w 7467600"/>
              <a:gd name="connsiteY222" fmla="*/ 3991685 h 6858000"/>
              <a:gd name="connsiteX223" fmla="*/ 4393907 w 7467600"/>
              <a:gd name="connsiteY223" fmla="*/ 4261258 h 6858000"/>
              <a:gd name="connsiteX224" fmla="*/ 4648051 w 7467600"/>
              <a:gd name="connsiteY224" fmla="*/ 4374051 h 6858000"/>
              <a:gd name="connsiteX225" fmla="*/ 4383389 w 7467600"/>
              <a:gd name="connsiteY225" fmla="*/ 4184369 h 6858000"/>
              <a:gd name="connsiteX226" fmla="*/ 4165508 w 7467600"/>
              <a:gd name="connsiteY226" fmla="*/ 4035196 h 6858000"/>
              <a:gd name="connsiteX227" fmla="*/ 4068162 w 7467600"/>
              <a:gd name="connsiteY227" fmla="*/ 3953394 h 6858000"/>
              <a:gd name="connsiteX228" fmla="*/ 3981416 w 7467600"/>
              <a:gd name="connsiteY228" fmla="*/ 3880482 h 6858000"/>
              <a:gd name="connsiteX229" fmla="*/ 3800147 w 7467600"/>
              <a:gd name="connsiteY229" fmla="*/ 3749872 h 6858000"/>
              <a:gd name="connsiteX230" fmla="*/ 3655073 w 7467600"/>
              <a:gd name="connsiteY230" fmla="*/ 3650884 h 6858000"/>
              <a:gd name="connsiteX231" fmla="*/ 3670252 w 7467600"/>
              <a:gd name="connsiteY231" fmla="*/ 3622798 h 6858000"/>
              <a:gd name="connsiteX232" fmla="*/ 3817258 w 7467600"/>
              <a:gd name="connsiteY232" fmla="*/ 3723577 h 6858000"/>
              <a:gd name="connsiteX233" fmla="*/ 4000461 w 7467600"/>
              <a:gd name="connsiteY233" fmla="*/ 3855966 h 6858000"/>
              <a:gd name="connsiteX234" fmla="*/ 4088180 w 7467600"/>
              <a:gd name="connsiteY234" fmla="*/ 3929774 h 6858000"/>
              <a:gd name="connsiteX235" fmla="*/ 4184555 w 7467600"/>
              <a:gd name="connsiteY235" fmla="*/ 4010683 h 6858000"/>
              <a:gd name="connsiteX236" fmla="*/ 4399563 w 7467600"/>
              <a:gd name="connsiteY236" fmla="*/ 4158106 h 6858000"/>
              <a:gd name="connsiteX237" fmla="*/ 4684469 w 7467600"/>
              <a:gd name="connsiteY237" fmla="*/ 4364680 h 6858000"/>
              <a:gd name="connsiteX238" fmla="*/ 4690271 w 7467600"/>
              <a:gd name="connsiteY238" fmla="*/ 4370034 h 6858000"/>
              <a:gd name="connsiteX239" fmla="*/ 4136093 w 7467600"/>
              <a:gd name="connsiteY239" fmla="*/ 3858466 h 6858000"/>
              <a:gd name="connsiteX240" fmla="*/ 3670252 w 7467600"/>
              <a:gd name="connsiteY240" fmla="*/ 3622798 h 6858000"/>
              <a:gd name="connsiteX241" fmla="*/ 4440129 w 7467600"/>
              <a:gd name="connsiteY241" fmla="*/ 3448571 h 6858000"/>
              <a:gd name="connsiteX242" fmla="*/ 4856525 w 7467600"/>
              <a:gd name="connsiteY242" fmla="*/ 3915351 h 6858000"/>
              <a:gd name="connsiteX243" fmla="*/ 5059055 w 7467600"/>
              <a:gd name="connsiteY243" fmla="*/ 4108918 h 6858000"/>
              <a:gd name="connsiteX244" fmla="*/ 5290070 w 7467600"/>
              <a:gd name="connsiteY244" fmla="*/ 4263619 h 6858000"/>
              <a:gd name="connsiteX245" fmla="*/ 4834991 w 7467600"/>
              <a:gd name="connsiteY245" fmla="*/ 3830985 h 6858000"/>
              <a:gd name="connsiteX246" fmla="*/ 4440129 w 7467600"/>
              <a:gd name="connsiteY246" fmla="*/ 3448571 h 6858000"/>
              <a:gd name="connsiteX247" fmla="*/ 4441737 w 7467600"/>
              <a:gd name="connsiteY247" fmla="*/ 3399734 h 6858000"/>
              <a:gd name="connsiteX248" fmla="*/ 4431236 w 7467600"/>
              <a:gd name="connsiteY248" fmla="*/ 3400954 h 6858000"/>
              <a:gd name="connsiteX249" fmla="*/ 4557150 w 7467600"/>
              <a:gd name="connsiteY249" fmla="*/ 3510023 h 6858000"/>
              <a:gd name="connsiteX250" fmla="*/ 4856936 w 7467600"/>
              <a:gd name="connsiteY250" fmla="*/ 3809146 h 6858000"/>
              <a:gd name="connsiteX251" fmla="*/ 5111996 w 7467600"/>
              <a:gd name="connsiteY251" fmla="*/ 4065759 h 6858000"/>
              <a:gd name="connsiteX252" fmla="*/ 5388878 w 7467600"/>
              <a:gd name="connsiteY252" fmla="*/ 4300185 h 6858000"/>
              <a:gd name="connsiteX253" fmla="*/ 5425556 w 7467600"/>
              <a:gd name="connsiteY253" fmla="*/ 4308967 h 6858000"/>
              <a:gd name="connsiteX254" fmla="*/ 4943646 w 7467600"/>
              <a:gd name="connsiteY254" fmla="*/ 3822916 h 6858000"/>
              <a:gd name="connsiteX255" fmla="*/ 4594837 w 7467600"/>
              <a:gd name="connsiteY255" fmla="*/ 3532274 h 6858000"/>
              <a:gd name="connsiteX256" fmla="*/ 4441737 w 7467600"/>
              <a:gd name="connsiteY256" fmla="*/ 3399734 h 6858000"/>
              <a:gd name="connsiteX257" fmla="*/ 5425834 w 7467600"/>
              <a:gd name="connsiteY257" fmla="*/ 3162785 h 6858000"/>
              <a:gd name="connsiteX258" fmla="*/ 5401644 w 7467600"/>
              <a:gd name="connsiteY258" fmla="*/ 3617847 h 6858000"/>
              <a:gd name="connsiteX259" fmla="*/ 5467256 w 7467600"/>
              <a:gd name="connsiteY259" fmla="*/ 4175494 h 6858000"/>
              <a:gd name="connsiteX260" fmla="*/ 5448069 w 7467600"/>
              <a:gd name="connsiteY260" fmla="*/ 3567554 h 6858000"/>
              <a:gd name="connsiteX261" fmla="*/ 5425834 w 7467600"/>
              <a:gd name="connsiteY261" fmla="*/ 3162785 h 6858000"/>
              <a:gd name="connsiteX262" fmla="*/ 1318687 w 7467600"/>
              <a:gd name="connsiteY262" fmla="*/ 3113840 h 6858000"/>
              <a:gd name="connsiteX263" fmla="*/ 1066793 w 7467600"/>
              <a:gd name="connsiteY263" fmla="*/ 3212171 h 6858000"/>
              <a:gd name="connsiteX264" fmla="*/ 993319 w 7467600"/>
              <a:gd name="connsiteY264" fmla="*/ 3247648 h 6858000"/>
              <a:gd name="connsiteX265" fmla="*/ 853081 w 7467600"/>
              <a:gd name="connsiteY265" fmla="*/ 3312410 h 6858000"/>
              <a:gd name="connsiteX266" fmla="*/ 805957 w 7467600"/>
              <a:gd name="connsiteY266" fmla="*/ 3330443 h 6858000"/>
              <a:gd name="connsiteX267" fmla="*/ 1318687 w 7467600"/>
              <a:gd name="connsiteY267" fmla="*/ 3113840 h 6858000"/>
              <a:gd name="connsiteX268" fmla="*/ 5453702 w 7467600"/>
              <a:gd name="connsiteY268" fmla="*/ 3090882 h 6858000"/>
              <a:gd name="connsiteX269" fmla="*/ 5480135 w 7467600"/>
              <a:gd name="connsiteY269" fmla="*/ 3565802 h 6858000"/>
              <a:gd name="connsiteX270" fmla="*/ 5499023 w 7467600"/>
              <a:gd name="connsiteY270" fmla="*/ 4166310 h 6858000"/>
              <a:gd name="connsiteX271" fmla="*/ 5547022 w 7467600"/>
              <a:gd name="connsiteY271" fmla="*/ 3607838 h 6858000"/>
              <a:gd name="connsiteX272" fmla="*/ 5515964 w 7467600"/>
              <a:gd name="connsiteY272" fmla="*/ 3378541 h 6858000"/>
              <a:gd name="connsiteX273" fmla="*/ 5453702 w 7467600"/>
              <a:gd name="connsiteY273" fmla="*/ 3090882 h 6858000"/>
              <a:gd name="connsiteX274" fmla="*/ 1238695 w 7467600"/>
              <a:gd name="connsiteY274" fmla="*/ 3076820 h 6858000"/>
              <a:gd name="connsiteX275" fmla="*/ 716371 w 7467600"/>
              <a:gd name="connsiteY275" fmla="*/ 3293249 h 6858000"/>
              <a:gd name="connsiteX276" fmla="*/ 579522 w 7467600"/>
              <a:gd name="connsiteY276" fmla="*/ 3371759 h 6858000"/>
              <a:gd name="connsiteX277" fmla="*/ 600288 w 7467600"/>
              <a:gd name="connsiteY277" fmla="*/ 3365555 h 6858000"/>
              <a:gd name="connsiteX278" fmla="*/ 840692 w 7467600"/>
              <a:gd name="connsiteY278" fmla="*/ 3284921 h 6858000"/>
              <a:gd name="connsiteX279" fmla="*/ 979248 w 7467600"/>
              <a:gd name="connsiteY279" fmla="*/ 3221003 h 6858000"/>
              <a:gd name="connsiteX280" fmla="*/ 1053282 w 7467600"/>
              <a:gd name="connsiteY280" fmla="*/ 3185247 h 6858000"/>
              <a:gd name="connsiteX281" fmla="*/ 1320603 w 7467600"/>
              <a:gd name="connsiteY281" fmla="*/ 3081281 h 6858000"/>
              <a:gd name="connsiteX282" fmla="*/ 1238695 w 7467600"/>
              <a:gd name="connsiteY282" fmla="*/ 3076820 h 6858000"/>
              <a:gd name="connsiteX283" fmla="*/ 5425627 w 7467600"/>
              <a:gd name="connsiteY283" fmla="*/ 2954192 h 6858000"/>
              <a:gd name="connsiteX284" fmla="*/ 5470770 w 7467600"/>
              <a:gd name="connsiteY284" fmla="*/ 3005435 h 6858000"/>
              <a:gd name="connsiteX285" fmla="*/ 5519779 w 7467600"/>
              <a:gd name="connsiteY285" fmla="*/ 4359223 h 6858000"/>
              <a:gd name="connsiteX286" fmla="*/ 5520293 w 7467600"/>
              <a:gd name="connsiteY286" fmla="*/ 4360602 h 6858000"/>
              <a:gd name="connsiteX287" fmla="*/ 5767221 w 7467600"/>
              <a:gd name="connsiteY287" fmla="*/ 4665564 h 6858000"/>
              <a:gd name="connsiteX288" fmla="*/ 6937169 w 7467600"/>
              <a:gd name="connsiteY288" fmla="*/ 4815941 h 6858000"/>
              <a:gd name="connsiteX289" fmla="*/ 6953922 w 7467600"/>
              <a:gd name="connsiteY289" fmla="*/ 4890068 h 6858000"/>
              <a:gd name="connsiteX290" fmla="*/ 6071359 w 7467600"/>
              <a:gd name="connsiteY290" fmla="*/ 4770770 h 6858000"/>
              <a:gd name="connsiteX291" fmla="*/ 6038839 w 7467600"/>
              <a:gd name="connsiteY291" fmla="*/ 4764474 h 6858000"/>
              <a:gd name="connsiteX292" fmla="*/ 6038706 w 7467600"/>
              <a:gd name="connsiteY292" fmla="*/ 4763847 h 6858000"/>
              <a:gd name="connsiteX293" fmla="*/ 6037784 w 7467600"/>
              <a:gd name="connsiteY293" fmla="*/ 4764270 h 6858000"/>
              <a:gd name="connsiteX294" fmla="*/ 6038839 w 7467600"/>
              <a:gd name="connsiteY294" fmla="*/ 4764474 h 6858000"/>
              <a:gd name="connsiteX295" fmla="*/ 6040338 w 7467600"/>
              <a:gd name="connsiteY295" fmla="*/ 4771418 h 6858000"/>
              <a:gd name="connsiteX296" fmla="*/ 6024488 w 7467600"/>
              <a:gd name="connsiteY296" fmla="*/ 4809903 h 6858000"/>
              <a:gd name="connsiteX297" fmla="*/ 5599771 w 7467600"/>
              <a:gd name="connsiteY297" fmla="*/ 5509652 h 6858000"/>
              <a:gd name="connsiteX298" fmla="*/ 5548843 w 7467600"/>
              <a:gd name="connsiteY298" fmla="*/ 5563845 h 6858000"/>
              <a:gd name="connsiteX299" fmla="*/ 5940952 w 7467600"/>
              <a:gd name="connsiteY299" fmla="*/ 6250028 h 6858000"/>
              <a:gd name="connsiteX300" fmla="*/ 6043441 w 7467600"/>
              <a:gd name="connsiteY300" fmla="*/ 6665847 h 6858000"/>
              <a:gd name="connsiteX301" fmla="*/ 6093432 w 7467600"/>
              <a:gd name="connsiteY301" fmla="*/ 6858000 h 6858000"/>
              <a:gd name="connsiteX302" fmla="*/ 6034344 w 7467600"/>
              <a:gd name="connsiteY302" fmla="*/ 6858000 h 6858000"/>
              <a:gd name="connsiteX303" fmla="*/ 6026679 w 7467600"/>
              <a:gd name="connsiteY303" fmla="*/ 6836959 h 6858000"/>
              <a:gd name="connsiteX304" fmla="*/ 5800441 w 7467600"/>
              <a:gd name="connsiteY304" fmla="*/ 6335286 h 6858000"/>
              <a:gd name="connsiteX305" fmla="*/ 5526562 w 7467600"/>
              <a:gd name="connsiteY305" fmla="*/ 5705388 h 6858000"/>
              <a:gd name="connsiteX306" fmla="*/ 5519640 w 7467600"/>
              <a:gd name="connsiteY306" fmla="*/ 5683774 h 6858000"/>
              <a:gd name="connsiteX307" fmla="*/ 5844559 w 7467600"/>
              <a:gd name="connsiteY307" fmla="*/ 6553349 h 6858000"/>
              <a:gd name="connsiteX308" fmla="*/ 5975994 w 7467600"/>
              <a:gd name="connsiteY308" fmla="*/ 6858000 h 6858000"/>
              <a:gd name="connsiteX309" fmla="*/ 5898547 w 7467600"/>
              <a:gd name="connsiteY309" fmla="*/ 6858000 h 6858000"/>
              <a:gd name="connsiteX310" fmla="*/ 5682041 w 7467600"/>
              <a:gd name="connsiteY310" fmla="*/ 6355860 h 6858000"/>
              <a:gd name="connsiteX311" fmla="*/ 5461758 w 7467600"/>
              <a:gd name="connsiteY311" fmla="*/ 5820220 h 6858000"/>
              <a:gd name="connsiteX312" fmla="*/ 5237282 w 7467600"/>
              <a:gd name="connsiteY312" fmla="*/ 6579086 h 6858000"/>
              <a:gd name="connsiteX313" fmla="*/ 5115009 w 7467600"/>
              <a:gd name="connsiteY313" fmla="*/ 6858000 h 6858000"/>
              <a:gd name="connsiteX314" fmla="*/ 5028074 w 7467600"/>
              <a:gd name="connsiteY314" fmla="*/ 6858000 h 6858000"/>
              <a:gd name="connsiteX315" fmla="*/ 5079508 w 7467600"/>
              <a:gd name="connsiteY315" fmla="*/ 6749074 h 6858000"/>
              <a:gd name="connsiteX316" fmla="*/ 5371846 w 7467600"/>
              <a:gd name="connsiteY316" fmla="*/ 5924413 h 6858000"/>
              <a:gd name="connsiteX317" fmla="*/ 5270512 w 7467600"/>
              <a:gd name="connsiteY317" fmla="*/ 6138975 h 6858000"/>
              <a:gd name="connsiteX318" fmla="*/ 5062409 w 7467600"/>
              <a:gd name="connsiteY318" fmla="*/ 6653544 h 6858000"/>
              <a:gd name="connsiteX319" fmla="*/ 5036628 w 7467600"/>
              <a:gd name="connsiteY319" fmla="*/ 6754247 h 6858000"/>
              <a:gd name="connsiteX320" fmla="*/ 5009112 w 7467600"/>
              <a:gd name="connsiteY320" fmla="*/ 6858000 h 6858000"/>
              <a:gd name="connsiteX321" fmla="*/ 4976679 w 7467600"/>
              <a:gd name="connsiteY321" fmla="*/ 6858000 h 6858000"/>
              <a:gd name="connsiteX322" fmla="*/ 5006537 w 7467600"/>
              <a:gd name="connsiteY322" fmla="*/ 6747068 h 6858000"/>
              <a:gd name="connsiteX323" fmla="*/ 5032723 w 7467600"/>
              <a:gd name="connsiteY323" fmla="*/ 6644957 h 6858000"/>
              <a:gd name="connsiteX324" fmla="*/ 5242949 w 7467600"/>
              <a:gd name="connsiteY324" fmla="*/ 6125175 h 6858000"/>
              <a:gd name="connsiteX325" fmla="*/ 5286321 w 7467600"/>
              <a:gd name="connsiteY325" fmla="*/ 6033555 h 6858000"/>
              <a:gd name="connsiteX326" fmla="*/ 5008210 w 7467600"/>
              <a:gd name="connsiteY326" fmla="*/ 6649194 h 6858000"/>
              <a:gd name="connsiteX327" fmla="*/ 4986321 w 7467600"/>
              <a:gd name="connsiteY327" fmla="*/ 6765687 h 6858000"/>
              <a:gd name="connsiteX328" fmla="*/ 4973474 w 7467600"/>
              <a:gd name="connsiteY328" fmla="*/ 6858000 h 6858000"/>
              <a:gd name="connsiteX329" fmla="*/ 4907178 w 7467600"/>
              <a:gd name="connsiteY329" fmla="*/ 6858000 h 6858000"/>
              <a:gd name="connsiteX330" fmla="*/ 4910810 w 7467600"/>
              <a:gd name="connsiteY330" fmla="*/ 6829660 h 6858000"/>
              <a:gd name="connsiteX331" fmla="*/ 4987461 w 7467600"/>
              <a:gd name="connsiteY331" fmla="*/ 6432994 h 6858000"/>
              <a:gd name="connsiteX332" fmla="*/ 5179262 w 7467600"/>
              <a:gd name="connsiteY332" fmla="*/ 6035044 h 6858000"/>
              <a:gd name="connsiteX333" fmla="*/ 4689678 w 7467600"/>
              <a:gd name="connsiteY333" fmla="*/ 6440241 h 6858000"/>
              <a:gd name="connsiteX334" fmla="*/ 4477543 w 7467600"/>
              <a:gd name="connsiteY334" fmla="*/ 6674836 h 6858000"/>
              <a:gd name="connsiteX335" fmla="*/ 4329957 w 7467600"/>
              <a:gd name="connsiteY335" fmla="*/ 6858000 h 6858000"/>
              <a:gd name="connsiteX336" fmla="*/ 4218595 w 7467600"/>
              <a:gd name="connsiteY336" fmla="*/ 6858000 h 6858000"/>
              <a:gd name="connsiteX337" fmla="*/ 4368888 w 7467600"/>
              <a:gd name="connsiteY337" fmla="*/ 6668412 h 6858000"/>
              <a:gd name="connsiteX338" fmla="*/ 4563091 w 7467600"/>
              <a:gd name="connsiteY338" fmla="*/ 6442508 h 6858000"/>
              <a:gd name="connsiteX339" fmla="*/ 5387324 w 7467600"/>
              <a:gd name="connsiteY339" fmla="*/ 5705830 h 6858000"/>
              <a:gd name="connsiteX340" fmla="*/ 5073620 w 7467600"/>
              <a:gd name="connsiteY340" fmla="*/ 5955437 h 6858000"/>
              <a:gd name="connsiteX341" fmla="*/ 4689789 w 7467600"/>
              <a:gd name="connsiteY341" fmla="*/ 6268382 h 6858000"/>
              <a:gd name="connsiteX342" fmla="*/ 4418722 w 7467600"/>
              <a:gd name="connsiteY342" fmla="*/ 6570886 h 6858000"/>
              <a:gd name="connsiteX343" fmla="*/ 4214944 w 7467600"/>
              <a:gd name="connsiteY343" fmla="*/ 6858000 h 6858000"/>
              <a:gd name="connsiteX344" fmla="*/ 4177898 w 7467600"/>
              <a:gd name="connsiteY344" fmla="*/ 6858000 h 6858000"/>
              <a:gd name="connsiteX345" fmla="*/ 4391597 w 7467600"/>
              <a:gd name="connsiteY345" fmla="*/ 6556370 h 6858000"/>
              <a:gd name="connsiteX346" fmla="*/ 4668889 w 7467600"/>
              <a:gd name="connsiteY346" fmla="*/ 6246399 h 6858000"/>
              <a:gd name="connsiteX347" fmla="*/ 5055427 w 7467600"/>
              <a:gd name="connsiteY347" fmla="*/ 5931476 h 6858000"/>
              <a:gd name="connsiteX348" fmla="*/ 5371814 w 7467600"/>
              <a:gd name="connsiteY348" fmla="*/ 5678975 h 6858000"/>
              <a:gd name="connsiteX349" fmla="*/ 4987918 w 7467600"/>
              <a:gd name="connsiteY349" fmla="*/ 5838701 h 6858000"/>
              <a:gd name="connsiteX350" fmla="*/ 4317146 w 7467600"/>
              <a:gd name="connsiteY350" fmla="*/ 6587716 h 6858000"/>
              <a:gd name="connsiteX351" fmla="*/ 4171627 w 7467600"/>
              <a:gd name="connsiteY351" fmla="*/ 6858000 h 6858000"/>
              <a:gd name="connsiteX352" fmla="*/ 4081585 w 7467600"/>
              <a:gd name="connsiteY352" fmla="*/ 6858000 h 6858000"/>
              <a:gd name="connsiteX353" fmla="*/ 4238603 w 7467600"/>
              <a:gd name="connsiteY353" fmla="*/ 6559341 h 6858000"/>
              <a:gd name="connsiteX354" fmla="*/ 4778333 w 7467600"/>
              <a:gd name="connsiteY354" fmla="*/ 5873626 h 6858000"/>
              <a:gd name="connsiteX355" fmla="*/ 5414185 w 7467600"/>
              <a:gd name="connsiteY355" fmla="*/ 5573882 h 6858000"/>
              <a:gd name="connsiteX356" fmla="*/ 5959648 w 7467600"/>
              <a:gd name="connsiteY356" fmla="*/ 4760797 h 6858000"/>
              <a:gd name="connsiteX357" fmla="*/ 5355019 w 7467600"/>
              <a:gd name="connsiteY357" fmla="*/ 4734672 h 6858000"/>
              <a:gd name="connsiteX358" fmla="*/ 5083565 w 7467600"/>
              <a:gd name="connsiteY358" fmla="*/ 5179121 h 6858000"/>
              <a:gd name="connsiteX359" fmla="*/ 4713577 w 7467600"/>
              <a:gd name="connsiteY359" fmla="*/ 5616803 h 6858000"/>
              <a:gd name="connsiteX360" fmla="*/ 3989559 w 7467600"/>
              <a:gd name="connsiteY360" fmla="*/ 6145945 h 6858000"/>
              <a:gd name="connsiteX361" fmla="*/ 3939824 w 7467600"/>
              <a:gd name="connsiteY361" fmla="*/ 6066900 h 6858000"/>
              <a:gd name="connsiteX362" fmla="*/ 4584537 w 7467600"/>
              <a:gd name="connsiteY362" fmla="*/ 5324826 h 6858000"/>
              <a:gd name="connsiteX363" fmla="*/ 5037105 w 7467600"/>
              <a:gd name="connsiteY363" fmla="*/ 5088765 h 6858000"/>
              <a:gd name="connsiteX364" fmla="*/ 5039930 w 7467600"/>
              <a:gd name="connsiteY364" fmla="*/ 5089585 h 6858000"/>
              <a:gd name="connsiteX365" fmla="*/ 5263764 w 7467600"/>
              <a:gd name="connsiteY365" fmla="*/ 4735525 h 6858000"/>
              <a:gd name="connsiteX366" fmla="*/ 4086300 w 7467600"/>
              <a:gd name="connsiteY366" fmla="*/ 4884599 h 6858000"/>
              <a:gd name="connsiteX367" fmla="*/ 4085485 w 7467600"/>
              <a:gd name="connsiteY367" fmla="*/ 4899070 h 6858000"/>
              <a:gd name="connsiteX368" fmla="*/ 3871915 w 7467600"/>
              <a:gd name="connsiteY368" fmla="*/ 5253645 h 6858000"/>
              <a:gd name="connsiteX369" fmla="*/ 3799374 w 7467600"/>
              <a:gd name="connsiteY369" fmla="*/ 5466127 h 6858000"/>
              <a:gd name="connsiteX370" fmla="*/ 3498850 w 7467600"/>
              <a:gd name="connsiteY370" fmla="*/ 6661888 h 6858000"/>
              <a:gd name="connsiteX371" fmla="*/ 3399216 w 7467600"/>
              <a:gd name="connsiteY371" fmla="*/ 6858000 h 6858000"/>
              <a:gd name="connsiteX372" fmla="*/ 3303688 w 7467600"/>
              <a:gd name="connsiteY372" fmla="*/ 6858000 h 6858000"/>
              <a:gd name="connsiteX373" fmla="*/ 3391774 w 7467600"/>
              <a:gd name="connsiteY373" fmla="*/ 6697181 h 6858000"/>
              <a:gd name="connsiteX374" fmla="*/ 3735540 w 7467600"/>
              <a:gd name="connsiteY374" fmla="*/ 5546923 h 6858000"/>
              <a:gd name="connsiteX375" fmla="*/ 3729438 w 7467600"/>
              <a:gd name="connsiteY375" fmla="*/ 5569058 h 6858000"/>
              <a:gd name="connsiteX376" fmla="*/ 3707782 w 7467600"/>
              <a:gd name="connsiteY376" fmla="*/ 5644908 h 6858000"/>
              <a:gd name="connsiteX377" fmla="*/ 3583827 w 7467600"/>
              <a:gd name="connsiteY377" fmla="*/ 6039215 h 6858000"/>
              <a:gd name="connsiteX378" fmla="*/ 3547861 w 7467600"/>
              <a:gd name="connsiteY378" fmla="*/ 6129609 h 6858000"/>
              <a:gd name="connsiteX379" fmla="*/ 3490905 w 7467600"/>
              <a:gd name="connsiteY379" fmla="*/ 6277660 h 6858000"/>
              <a:gd name="connsiteX380" fmla="*/ 3455859 w 7467600"/>
              <a:gd name="connsiteY380" fmla="*/ 6391301 h 6858000"/>
              <a:gd name="connsiteX381" fmla="*/ 3429112 w 7467600"/>
              <a:gd name="connsiteY381" fmla="*/ 6479469 h 6858000"/>
              <a:gd name="connsiteX382" fmla="*/ 3304862 w 7467600"/>
              <a:gd name="connsiteY382" fmla="*/ 6796476 h 6858000"/>
              <a:gd name="connsiteX383" fmla="*/ 3276071 w 7467600"/>
              <a:gd name="connsiteY383" fmla="*/ 6858000 h 6858000"/>
              <a:gd name="connsiteX384" fmla="*/ 3240805 w 7467600"/>
              <a:gd name="connsiteY384" fmla="*/ 6858000 h 6858000"/>
              <a:gd name="connsiteX385" fmla="*/ 3275917 w 7467600"/>
              <a:gd name="connsiteY385" fmla="*/ 6783192 h 6858000"/>
              <a:gd name="connsiteX386" fmla="*/ 3399358 w 7467600"/>
              <a:gd name="connsiteY386" fmla="*/ 6469011 h 6858000"/>
              <a:gd name="connsiteX387" fmla="*/ 3425650 w 7467600"/>
              <a:gd name="connsiteY387" fmla="*/ 6381333 h 6858000"/>
              <a:gd name="connsiteX388" fmla="*/ 3460661 w 7467600"/>
              <a:gd name="connsiteY388" fmla="*/ 6266763 h 6858000"/>
              <a:gd name="connsiteX389" fmla="*/ 3518021 w 7467600"/>
              <a:gd name="connsiteY389" fmla="*/ 6117298 h 6858000"/>
              <a:gd name="connsiteX390" fmla="*/ 3554035 w 7467600"/>
              <a:gd name="connsiteY390" fmla="*/ 6027832 h 6858000"/>
              <a:gd name="connsiteX391" fmla="*/ 3677174 w 7467600"/>
              <a:gd name="connsiteY391" fmla="*/ 5636351 h 6858000"/>
              <a:gd name="connsiteX392" fmla="*/ 3698819 w 7467600"/>
              <a:gd name="connsiteY392" fmla="*/ 5560503 h 6858000"/>
              <a:gd name="connsiteX393" fmla="*/ 3702094 w 7467600"/>
              <a:gd name="connsiteY393" fmla="*/ 5549194 h 6858000"/>
              <a:gd name="connsiteX394" fmla="*/ 3398355 w 7467600"/>
              <a:gd name="connsiteY394" fmla="*/ 6094603 h 6858000"/>
              <a:gd name="connsiteX395" fmla="*/ 3193941 w 7467600"/>
              <a:gd name="connsiteY395" fmla="*/ 6798775 h 6858000"/>
              <a:gd name="connsiteX396" fmla="*/ 3184140 w 7467600"/>
              <a:gd name="connsiteY396" fmla="*/ 6858000 h 6858000"/>
              <a:gd name="connsiteX397" fmla="*/ 3099978 w 7467600"/>
              <a:gd name="connsiteY397" fmla="*/ 6858000 h 6858000"/>
              <a:gd name="connsiteX398" fmla="*/ 3101556 w 7467600"/>
              <a:gd name="connsiteY398" fmla="*/ 6843337 h 6858000"/>
              <a:gd name="connsiteX399" fmla="*/ 3370162 w 7467600"/>
              <a:gd name="connsiteY399" fmla="*/ 5785550 h 6858000"/>
              <a:gd name="connsiteX400" fmla="*/ 3746477 w 7467600"/>
              <a:gd name="connsiteY400" fmla="*/ 5377889 h 6858000"/>
              <a:gd name="connsiteX401" fmla="*/ 3863399 w 7467600"/>
              <a:gd name="connsiteY401" fmla="*/ 5087257 h 6858000"/>
              <a:gd name="connsiteX402" fmla="*/ 3968712 w 7467600"/>
              <a:gd name="connsiteY402" fmla="*/ 4913989 h 6858000"/>
              <a:gd name="connsiteX403" fmla="*/ 2792390 w 7467600"/>
              <a:gd name="connsiteY403" fmla="*/ 5382974 h 6858000"/>
              <a:gd name="connsiteX404" fmla="*/ 2714982 w 7467600"/>
              <a:gd name="connsiteY404" fmla="*/ 5427051 h 6858000"/>
              <a:gd name="connsiteX405" fmla="*/ 2813361 w 7467600"/>
              <a:gd name="connsiteY405" fmla="*/ 6023912 h 6858000"/>
              <a:gd name="connsiteX406" fmla="*/ 2688430 w 7467600"/>
              <a:gd name="connsiteY406" fmla="*/ 6801564 h 6858000"/>
              <a:gd name="connsiteX407" fmla="*/ 2629626 w 7467600"/>
              <a:gd name="connsiteY407" fmla="*/ 6763394 h 6858000"/>
              <a:gd name="connsiteX408" fmla="*/ 2565328 w 7467600"/>
              <a:gd name="connsiteY408" fmla="*/ 5516399 h 6858000"/>
              <a:gd name="connsiteX409" fmla="*/ 1922999 w 7467600"/>
              <a:gd name="connsiteY409" fmla="*/ 5980343 h 6858000"/>
              <a:gd name="connsiteX410" fmla="*/ 1950261 w 7467600"/>
              <a:gd name="connsiteY410" fmla="*/ 6405858 h 6858000"/>
              <a:gd name="connsiteX411" fmla="*/ 2365554 w 7467600"/>
              <a:gd name="connsiteY411" fmla="*/ 6759107 h 6858000"/>
              <a:gd name="connsiteX412" fmla="*/ 2424142 w 7467600"/>
              <a:gd name="connsiteY412" fmla="*/ 6858000 h 6858000"/>
              <a:gd name="connsiteX413" fmla="*/ 2395994 w 7467600"/>
              <a:gd name="connsiteY413" fmla="*/ 6858000 h 6858000"/>
              <a:gd name="connsiteX414" fmla="*/ 2392863 w 7467600"/>
              <a:gd name="connsiteY414" fmla="*/ 6852964 h 6858000"/>
              <a:gd name="connsiteX415" fmla="*/ 2017589 w 7467600"/>
              <a:gd name="connsiteY415" fmla="*/ 6493982 h 6858000"/>
              <a:gd name="connsiteX416" fmla="*/ 2147336 w 7467600"/>
              <a:gd name="connsiteY416" fmla="*/ 6594052 h 6858000"/>
              <a:gd name="connsiteX417" fmla="*/ 2207047 w 7467600"/>
              <a:gd name="connsiteY417" fmla="*/ 6654540 h 6858000"/>
              <a:gd name="connsiteX418" fmla="*/ 2299106 w 7467600"/>
              <a:gd name="connsiteY418" fmla="*/ 6778931 h 6858000"/>
              <a:gd name="connsiteX419" fmla="*/ 2314430 w 7467600"/>
              <a:gd name="connsiteY419" fmla="*/ 6801144 h 6858000"/>
              <a:gd name="connsiteX420" fmla="*/ 2352406 w 7467600"/>
              <a:gd name="connsiteY420" fmla="*/ 6858000 h 6858000"/>
              <a:gd name="connsiteX421" fmla="*/ 2314492 w 7467600"/>
              <a:gd name="connsiteY421" fmla="*/ 6858000 h 6858000"/>
              <a:gd name="connsiteX422" fmla="*/ 2288095 w 7467600"/>
              <a:gd name="connsiteY422" fmla="*/ 6818030 h 6858000"/>
              <a:gd name="connsiteX423" fmla="*/ 2272768 w 7467600"/>
              <a:gd name="connsiteY423" fmla="*/ 6795822 h 6858000"/>
              <a:gd name="connsiteX424" fmla="*/ 2182715 w 7467600"/>
              <a:gd name="connsiteY424" fmla="*/ 6675071 h 6858000"/>
              <a:gd name="connsiteX425" fmla="*/ 2032061 w 7467600"/>
              <a:gd name="connsiteY425" fmla="*/ 6541380 h 6858000"/>
              <a:gd name="connsiteX426" fmla="*/ 2257220 w 7467600"/>
              <a:gd name="connsiteY426" fmla="*/ 6826257 h 6858000"/>
              <a:gd name="connsiteX427" fmla="*/ 2281324 w 7467600"/>
              <a:gd name="connsiteY427" fmla="*/ 6858000 h 6858000"/>
              <a:gd name="connsiteX428" fmla="*/ 2242860 w 7467600"/>
              <a:gd name="connsiteY428" fmla="*/ 6858000 h 6858000"/>
              <a:gd name="connsiteX429" fmla="*/ 2232818 w 7467600"/>
              <a:gd name="connsiteY429" fmla="*/ 6844926 h 6858000"/>
              <a:gd name="connsiteX430" fmla="*/ 1990172 w 7467600"/>
              <a:gd name="connsiteY430" fmla="*/ 6542121 h 6858000"/>
              <a:gd name="connsiteX431" fmla="*/ 2124090 w 7467600"/>
              <a:gd name="connsiteY431" fmla="*/ 6761017 h 6858000"/>
              <a:gd name="connsiteX432" fmla="*/ 2200380 w 7467600"/>
              <a:gd name="connsiteY432" fmla="*/ 6858000 h 6858000"/>
              <a:gd name="connsiteX433" fmla="*/ 2147507 w 7467600"/>
              <a:gd name="connsiteY433" fmla="*/ 6858000 h 6858000"/>
              <a:gd name="connsiteX434" fmla="*/ 2070668 w 7467600"/>
              <a:gd name="connsiteY434" fmla="*/ 6761520 h 6858000"/>
              <a:gd name="connsiteX435" fmla="*/ 1975142 w 7467600"/>
              <a:gd name="connsiteY435" fmla="*/ 6585570 h 6858000"/>
              <a:gd name="connsiteX436" fmla="*/ 2050035 w 7467600"/>
              <a:gd name="connsiteY436" fmla="*/ 6813345 h 6858000"/>
              <a:gd name="connsiteX437" fmla="*/ 2063025 w 7467600"/>
              <a:gd name="connsiteY437" fmla="*/ 6858000 h 6858000"/>
              <a:gd name="connsiteX438" fmla="*/ 2021675 w 7467600"/>
              <a:gd name="connsiteY438" fmla="*/ 6858000 h 6858000"/>
              <a:gd name="connsiteX439" fmla="*/ 2019308 w 7467600"/>
              <a:gd name="connsiteY439" fmla="*/ 6847118 h 6858000"/>
              <a:gd name="connsiteX440" fmla="*/ 1938835 w 7467600"/>
              <a:gd name="connsiteY440" fmla="*/ 6551160 h 6858000"/>
              <a:gd name="connsiteX441" fmla="*/ 1953230 w 7467600"/>
              <a:gd name="connsiteY441" fmla="*/ 6759699 h 6858000"/>
              <a:gd name="connsiteX442" fmla="*/ 1956763 w 7467600"/>
              <a:gd name="connsiteY442" fmla="*/ 6778191 h 6858000"/>
              <a:gd name="connsiteX443" fmla="*/ 1967925 w 7467600"/>
              <a:gd name="connsiteY443" fmla="*/ 6858000 h 6858000"/>
              <a:gd name="connsiteX444" fmla="*/ 1936622 w 7467600"/>
              <a:gd name="connsiteY444" fmla="*/ 6858000 h 6858000"/>
              <a:gd name="connsiteX445" fmla="*/ 1926261 w 7467600"/>
              <a:gd name="connsiteY445" fmla="*/ 6784064 h 6858000"/>
              <a:gd name="connsiteX446" fmla="*/ 1922724 w 7467600"/>
              <a:gd name="connsiteY446" fmla="*/ 6765577 h 6858000"/>
              <a:gd name="connsiteX447" fmla="*/ 1904650 w 7467600"/>
              <a:gd name="connsiteY447" fmla="*/ 6639616 h 6858000"/>
              <a:gd name="connsiteX448" fmla="*/ 1885273 w 7467600"/>
              <a:gd name="connsiteY448" fmla="*/ 6858000 h 6858000"/>
              <a:gd name="connsiteX449" fmla="*/ 1854363 w 7467600"/>
              <a:gd name="connsiteY449" fmla="*/ 6858000 h 6858000"/>
              <a:gd name="connsiteX450" fmla="*/ 1880391 w 7467600"/>
              <a:gd name="connsiteY450" fmla="*/ 6603796 h 6858000"/>
              <a:gd name="connsiteX451" fmla="*/ 1818273 w 7467600"/>
              <a:gd name="connsiteY451" fmla="*/ 6715729 h 6858000"/>
              <a:gd name="connsiteX452" fmla="*/ 1794691 w 7467600"/>
              <a:gd name="connsiteY452" fmla="*/ 6843239 h 6858000"/>
              <a:gd name="connsiteX453" fmla="*/ 1794914 w 7467600"/>
              <a:gd name="connsiteY453" fmla="*/ 6858000 h 6858000"/>
              <a:gd name="connsiteX454" fmla="*/ 1746128 w 7467600"/>
              <a:gd name="connsiteY454" fmla="*/ 6858000 h 6858000"/>
              <a:gd name="connsiteX455" fmla="*/ 1753934 w 7467600"/>
              <a:gd name="connsiteY455" fmla="*/ 6724796 h 6858000"/>
              <a:gd name="connsiteX456" fmla="*/ 1792053 w 7467600"/>
              <a:gd name="connsiteY456" fmla="*/ 6572396 h 6858000"/>
              <a:gd name="connsiteX457" fmla="*/ 1862248 w 7467600"/>
              <a:gd name="connsiteY457" fmla="*/ 6266397 h 6858000"/>
              <a:gd name="connsiteX458" fmla="*/ 1862250 w 7467600"/>
              <a:gd name="connsiteY458" fmla="*/ 6033531 h 6858000"/>
              <a:gd name="connsiteX459" fmla="*/ 1211999 w 7467600"/>
              <a:gd name="connsiteY459" fmla="*/ 6683610 h 6858000"/>
              <a:gd name="connsiteX460" fmla="*/ 1213266 w 7467600"/>
              <a:gd name="connsiteY460" fmla="*/ 6691947 h 6858000"/>
              <a:gd name="connsiteX461" fmla="*/ 1203370 w 7467600"/>
              <a:gd name="connsiteY461" fmla="*/ 6850676 h 6858000"/>
              <a:gd name="connsiteX462" fmla="*/ 1203671 w 7467600"/>
              <a:gd name="connsiteY462" fmla="*/ 6858000 h 6858000"/>
              <a:gd name="connsiteX463" fmla="*/ 1143180 w 7467600"/>
              <a:gd name="connsiteY463" fmla="*/ 6858000 h 6858000"/>
              <a:gd name="connsiteX464" fmla="*/ 1142176 w 7467600"/>
              <a:gd name="connsiteY464" fmla="*/ 6766045 h 6858000"/>
              <a:gd name="connsiteX465" fmla="*/ 1067484 w 7467600"/>
              <a:gd name="connsiteY465" fmla="*/ 6858000 h 6858000"/>
              <a:gd name="connsiteX466" fmla="*/ 953928 w 7467600"/>
              <a:gd name="connsiteY466" fmla="*/ 6858000 h 6858000"/>
              <a:gd name="connsiteX467" fmla="*/ 959715 w 7467600"/>
              <a:gd name="connsiteY467" fmla="*/ 6850185 h 6858000"/>
              <a:gd name="connsiteX468" fmla="*/ 1483788 w 7467600"/>
              <a:gd name="connsiteY468" fmla="*/ 6259174 h 6858000"/>
              <a:gd name="connsiteX469" fmla="*/ 1100671 w 7467600"/>
              <a:gd name="connsiteY469" fmla="*/ 6252137 h 6858000"/>
              <a:gd name="connsiteX470" fmla="*/ 1090144 w 7467600"/>
              <a:gd name="connsiteY470" fmla="*/ 6256748 h 6858000"/>
              <a:gd name="connsiteX471" fmla="*/ 1095872 w 7467600"/>
              <a:gd name="connsiteY471" fmla="*/ 6271892 h 6858000"/>
              <a:gd name="connsiteX472" fmla="*/ 262785 w 7467600"/>
              <a:gd name="connsiteY472" fmla="*/ 6845450 h 6858000"/>
              <a:gd name="connsiteX473" fmla="*/ 209968 w 7467600"/>
              <a:gd name="connsiteY473" fmla="*/ 6770713 h 6858000"/>
              <a:gd name="connsiteX474" fmla="*/ 873460 w 7467600"/>
              <a:gd name="connsiteY474" fmla="*/ 6253768 h 6858000"/>
              <a:gd name="connsiteX475" fmla="*/ 192686 w 7467600"/>
              <a:gd name="connsiteY475" fmla="*/ 5849257 h 6858000"/>
              <a:gd name="connsiteX476" fmla="*/ 4696 w 7467600"/>
              <a:gd name="connsiteY476" fmla="*/ 5697668 h 6858000"/>
              <a:gd name="connsiteX477" fmla="*/ 0 w 7467600"/>
              <a:gd name="connsiteY477" fmla="*/ 5689984 h 6858000"/>
              <a:gd name="connsiteX478" fmla="*/ 0 w 7467600"/>
              <a:gd name="connsiteY478" fmla="*/ 5513472 h 6858000"/>
              <a:gd name="connsiteX479" fmla="*/ 174101 w 7467600"/>
              <a:gd name="connsiteY479" fmla="*/ 5620277 h 6858000"/>
              <a:gd name="connsiteX480" fmla="*/ 891800 w 7467600"/>
              <a:gd name="connsiteY480" fmla="*/ 6036935 h 6858000"/>
              <a:gd name="connsiteX481" fmla="*/ 1072219 w 7467600"/>
              <a:gd name="connsiteY481" fmla="*/ 6169443 h 6858000"/>
              <a:gd name="connsiteX482" fmla="*/ 1074117 w 7467600"/>
              <a:gd name="connsiteY482" fmla="*/ 6170301 h 6858000"/>
              <a:gd name="connsiteX483" fmla="*/ 1083114 w 7467600"/>
              <a:gd name="connsiteY483" fmla="*/ 6174131 h 6858000"/>
              <a:gd name="connsiteX484" fmla="*/ 1543010 w 7467600"/>
              <a:gd name="connsiteY484" fmla="*/ 6191140 h 6858000"/>
              <a:gd name="connsiteX485" fmla="*/ 1551080 w 7467600"/>
              <a:gd name="connsiteY485" fmla="*/ 6195006 h 6858000"/>
              <a:gd name="connsiteX486" fmla="*/ 2345443 w 7467600"/>
              <a:gd name="connsiteY486" fmla="*/ 5549882 h 6858000"/>
              <a:gd name="connsiteX487" fmla="*/ 1721499 w 7467600"/>
              <a:gd name="connsiteY487" fmla="*/ 5599969 h 6858000"/>
              <a:gd name="connsiteX488" fmla="*/ 767716 w 7467600"/>
              <a:gd name="connsiteY488" fmla="*/ 5472768 h 6858000"/>
              <a:gd name="connsiteX489" fmla="*/ 722147 w 7467600"/>
              <a:gd name="connsiteY489" fmla="*/ 5393091 h 6858000"/>
              <a:gd name="connsiteX490" fmla="*/ 1485552 w 7467600"/>
              <a:gd name="connsiteY490" fmla="*/ 5313202 h 6858000"/>
              <a:gd name="connsiteX491" fmla="*/ 2143004 w 7467600"/>
              <a:gd name="connsiteY491" fmla="*/ 5402420 h 6858000"/>
              <a:gd name="connsiteX492" fmla="*/ 1933391 w 7467600"/>
              <a:gd name="connsiteY492" fmla="*/ 5156971 h 6858000"/>
              <a:gd name="connsiteX493" fmla="*/ 1827118 w 7467600"/>
              <a:gd name="connsiteY493" fmla="*/ 4968410 h 6858000"/>
              <a:gd name="connsiteX494" fmla="*/ 1837349 w 7467600"/>
              <a:gd name="connsiteY494" fmla="*/ 4956357 h 6858000"/>
              <a:gd name="connsiteX495" fmla="*/ 2162835 w 7467600"/>
              <a:gd name="connsiteY495" fmla="*/ 5187853 h 6858000"/>
              <a:gd name="connsiteX496" fmla="*/ 2257167 w 7467600"/>
              <a:gd name="connsiteY496" fmla="*/ 5462123 h 6858000"/>
              <a:gd name="connsiteX497" fmla="*/ 2261598 w 7467600"/>
              <a:gd name="connsiteY497" fmla="*/ 5467998 h 6858000"/>
              <a:gd name="connsiteX498" fmla="*/ 2437177 w 7467600"/>
              <a:gd name="connsiteY498" fmla="*/ 5479608 h 6858000"/>
              <a:gd name="connsiteX499" fmla="*/ 2445247 w 7467600"/>
              <a:gd name="connsiteY499" fmla="*/ 5483476 h 6858000"/>
              <a:gd name="connsiteX500" fmla="*/ 2743626 w 7467600"/>
              <a:gd name="connsiteY500" fmla="*/ 5304819 h 6858000"/>
              <a:gd name="connsiteX501" fmla="*/ 3048102 w 7467600"/>
              <a:gd name="connsiteY501" fmla="*/ 5150595 h 6858000"/>
              <a:gd name="connsiteX502" fmla="*/ 1799414 w 7467600"/>
              <a:gd name="connsiteY502" fmla="*/ 4694732 h 6858000"/>
              <a:gd name="connsiteX503" fmla="*/ 1771735 w 7467600"/>
              <a:gd name="connsiteY503" fmla="*/ 4619929 h 6858000"/>
              <a:gd name="connsiteX504" fmla="*/ 3104273 w 7467600"/>
              <a:gd name="connsiteY504" fmla="*/ 5076159 h 6858000"/>
              <a:gd name="connsiteX505" fmla="*/ 3113245 w 7467600"/>
              <a:gd name="connsiteY505" fmla="*/ 5090705 h 6858000"/>
              <a:gd name="connsiteX506" fmla="*/ 3126294 w 7467600"/>
              <a:gd name="connsiteY506" fmla="*/ 5114400 h 6858000"/>
              <a:gd name="connsiteX507" fmla="*/ 3937433 w 7467600"/>
              <a:gd name="connsiteY507" fmla="*/ 4830473 h 6858000"/>
              <a:gd name="connsiteX508" fmla="*/ 3590475 w 7467600"/>
              <a:gd name="connsiteY508" fmla="*/ 4597974 h 6858000"/>
              <a:gd name="connsiteX509" fmla="*/ 3100264 w 7467600"/>
              <a:gd name="connsiteY509" fmla="*/ 4579845 h 6858000"/>
              <a:gd name="connsiteX510" fmla="*/ 2183576 w 7467600"/>
              <a:gd name="connsiteY510" fmla="*/ 4227150 h 6858000"/>
              <a:gd name="connsiteX511" fmla="*/ 2151029 w 7467600"/>
              <a:gd name="connsiteY511" fmla="*/ 4146947 h 6858000"/>
              <a:gd name="connsiteX512" fmla="*/ 3563434 w 7467600"/>
              <a:gd name="connsiteY512" fmla="*/ 4469115 h 6858000"/>
              <a:gd name="connsiteX513" fmla="*/ 3177952 w 7467600"/>
              <a:gd name="connsiteY513" fmla="*/ 3657386 h 6858000"/>
              <a:gd name="connsiteX514" fmla="*/ 3189263 w 7467600"/>
              <a:gd name="connsiteY514" fmla="*/ 3625726 h 6858000"/>
              <a:gd name="connsiteX515" fmla="*/ 3560912 w 7467600"/>
              <a:gd name="connsiteY515" fmla="*/ 4079863 h 6858000"/>
              <a:gd name="connsiteX516" fmla="*/ 3626636 w 7467600"/>
              <a:gd name="connsiteY516" fmla="*/ 4512230 h 6858000"/>
              <a:gd name="connsiteX517" fmla="*/ 3653088 w 7467600"/>
              <a:gd name="connsiteY517" fmla="*/ 4521417 h 6858000"/>
              <a:gd name="connsiteX518" fmla="*/ 3988128 w 7467600"/>
              <a:gd name="connsiteY518" fmla="*/ 4817267 h 6858000"/>
              <a:gd name="connsiteX519" fmla="*/ 4830582 w 7467600"/>
              <a:gd name="connsiteY519" fmla="*/ 4676000 h 6858000"/>
              <a:gd name="connsiteX520" fmla="*/ 4830100 w 7467600"/>
              <a:gd name="connsiteY520" fmla="*/ 4675554 h 6858000"/>
              <a:gd name="connsiteX521" fmla="*/ 4036318 w 7467600"/>
              <a:gd name="connsiteY521" fmla="*/ 4147013 h 6858000"/>
              <a:gd name="connsiteX522" fmla="*/ 3432098 w 7467600"/>
              <a:gd name="connsiteY522" fmla="*/ 3537312 h 6858000"/>
              <a:gd name="connsiteX523" fmla="*/ 3446761 w 7467600"/>
              <a:gd name="connsiteY523" fmla="*/ 3461278 h 6858000"/>
              <a:gd name="connsiteX524" fmla="*/ 4419733 w 7467600"/>
              <a:gd name="connsiteY524" fmla="*/ 3963555 h 6858000"/>
              <a:gd name="connsiteX525" fmla="*/ 4781371 w 7467600"/>
              <a:gd name="connsiteY525" fmla="*/ 4458604 h 6858000"/>
              <a:gd name="connsiteX526" fmla="*/ 4780440 w 7467600"/>
              <a:gd name="connsiteY526" fmla="*/ 4470290 h 6858000"/>
              <a:gd name="connsiteX527" fmla="*/ 4898954 w 7467600"/>
              <a:gd name="connsiteY527" fmla="*/ 4662092 h 6858000"/>
              <a:gd name="connsiteX528" fmla="*/ 4900699 w 7467600"/>
              <a:gd name="connsiteY528" fmla="*/ 4670867 h 6858000"/>
              <a:gd name="connsiteX529" fmla="*/ 5714511 w 7467600"/>
              <a:gd name="connsiteY529" fmla="*/ 4663483 h 6858000"/>
              <a:gd name="connsiteX530" fmla="*/ 5464793 w 7467600"/>
              <a:gd name="connsiteY530" fmla="*/ 4393556 h 6858000"/>
              <a:gd name="connsiteX531" fmla="*/ 5461897 w 7467600"/>
              <a:gd name="connsiteY531" fmla="*/ 4390879 h 6858000"/>
              <a:gd name="connsiteX532" fmla="*/ 4294126 w 7467600"/>
              <a:gd name="connsiteY532" fmla="*/ 3303048 h 6858000"/>
              <a:gd name="connsiteX533" fmla="*/ 4305321 w 7467600"/>
              <a:gd name="connsiteY533" fmla="*/ 3256953 h 6858000"/>
              <a:gd name="connsiteX534" fmla="*/ 4949299 w 7467600"/>
              <a:gd name="connsiteY534" fmla="*/ 3766336 h 6858000"/>
              <a:gd name="connsiteX535" fmla="*/ 5291452 w 7467600"/>
              <a:gd name="connsiteY535" fmla="*/ 4076801 h 6858000"/>
              <a:gd name="connsiteX536" fmla="*/ 5434998 w 7467600"/>
              <a:gd name="connsiteY536" fmla="*/ 4254100 h 6858000"/>
              <a:gd name="connsiteX537" fmla="*/ 5351015 w 7467600"/>
              <a:gd name="connsiteY537" fmla="*/ 3760989 h 6858000"/>
              <a:gd name="connsiteX538" fmla="*/ 5413780 w 7467600"/>
              <a:gd name="connsiteY538" fmla="*/ 2966265 h 6858000"/>
              <a:gd name="connsiteX539" fmla="*/ 5425627 w 7467600"/>
              <a:gd name="connsiteY539" fmla="*/ 2954192 h 6858000"/>
              <a:gd name="connsiteX540" fmla="*/ 6604735 w 7467600"/>
              <a:gd name="connsiteY540" fmla="*/ 2041381 h 6858000"/>
              <a:gd name="connsiteX541" fmla="*/ 7204487 w 7467600"/>
              <a:gd name="connsiteY541" fmla="*/ 2742112 h 6858000"/>
              <a:gd name="connsiteX542" fmla="*/ 7131592 w 7467600"/>
              <a:gd name="connsiteY542" fmla="*/ 2672096 h 6858000"/>
              <a:gd name="connsiteX543" fmla="*/ 6996344 w 7467600"/>
              <a:gd name="connsiteY543" fmla="*/ 2518310 h 6858000"/>
              <a:gd name="connsiteX544" fmla="*/ 6735495 w 7467600"/>
              <a:gd name="connsiteY544" fmla="*/ 2196890 h 6858000"/>
              <a:gd name="connsiteX545" fmla="*/ 6721901 w 7467600"/>
              <a:gd name="connsiteY545" fmla="*/ 2179274 h 6858000"/>
              <a:gd name="connsiteX546" fmla="*/ 6604735 w 7467600"/>
              <a:gd name="connsiteY546" fmla="*/ 2041381 h 6858000"/>
              <a:gd name="connsiteX547" fmla="*/ 6591670 w 7467600"/>
              <a:gd name="connsiteY547" fmla="*/ 1988277 h 6858000"/>
              <a:gd name="connsiteX548" fmla="*/ 6747349 w 7467600"/>
              <a:gd name="connsiteY548" fmla="*/ 2160069 h 6858000"/>
              <a:gd name="connsiteX549" fmla="*/ 6760943 w 7467600"/>
              <a:gd name="connsiteY549" fmla="*/ 2177686 h 6858000"/>
              <a:gd name="connsiteX550" fmla="*/ 7021065 w 7467600"/>
              <a:gd name="connsiteY550" fmla="*/ 2498102 h 6858000"/>
              <a:gd name="connsiteX551" fmla="*/ 7155223 w 7467600"/>
              <a:gd name="connsiteY551" fmla="*/ 2650386 h 6858000"/>
              <a:gd name="connsiteX552" fmla="*/ 7203167 w 7467600"/>
              <a:gd name="connsiteY552" fmla="*/ 2697288 h 6858000"/>
              <a:gd name="connsiteX553" fmla="*/ 6937703 w 7467600"/>
              <a:gd name="connsiteY553" fmla="*/ 2321981 h 6858000"/>
              <a:gd name="connsiteX554" fmla="*/ 6591670 w 7467600"/>
              <a:gd name="connsiteY554" fmla="*/ 1988277 h 6858000"/>
              <a:gd name="connsiteX555" fmla="*/ 5798671 w 7467600"/>
              <a:gd name="connsiteY555" fmla="*/ 1981601 h 6858000"/>
              <a:gd name="connsiteX556" fmla="*/ 5754709 w 7467600"/>
              <a:gd name="connsiteY556" fmla="*/ 2071454 h 6858000"/>
              <a:gd name="connsiteX557" fmla="*/ 5763044 w 7467600"/>
              <a:gd name="connsiteY557" fmla="*/ 2842206 h 6858000"/>
              <a:gd name="connsiteX558" fmla="*/ 5764974 w 7467600"/>
              <a:gd name="connsiteY558" fmla="*/ 2799609 h 6858000"/>
              <a:gd name="connsiteX559" fmla="*/ 5767665 w 7467600"/>
              <a:gd name="connsiteY559" fmla="*/ 2666409 h 6858000"/>
              <a:gd name="connsiteX560" fmla="*/ 5763055 w 7467600"/>
              <a:gd name="connsiteY560" fmla="*/ 2579705 h 6858000"/>
              <a:gd name="connsiteX561" fmla="*/ 5758079 w 7467600"/>
              <a:gd name="connsiteY561" fmla="*/ 2492508 h 6858000"/>
              <a:gd name="connsiteX562" fmla="*/ 5779325 w 7467600"/>
              <a:gd name="connsiteY562" fmla="*/ 2197069 h 6858000"/>
              <a:gd name="connsiteX563" fmla="*/ 5798671 w 7467600"/>
              <a:gd name="connsiteY563" fmla="*/ 1981601 h 6858000"/>
              <a:gd name="connsiteX564" fmla="*/ 5829202 w 7467600"/>
              <a:gd name="connsiteY564" fmla="*/ 1971679 h 6858000"/>
              <a:gd name="connsiteX565" fmla="*/ 5809558 w 7467600"/>
              <a:gd name="connsiteY565" fmla="*/ 2198043 h 6858000"/>
              <a:gd name="connsiteX566" fmla="*/ 5788653 w 7467600"/>
              <a:gd name="connsiteY566" fmla="*/ 2489430 h 6858000"/>
              <a:gd name="connsiteX567" fmla="*/ 5793439 w 7467600"/>
              <a:gd name="connsiteY567" fmla="*/ 2575235 h 6858000"/>
              <a:gd name="connsiteX568" fmla="*/ 5796837 w 7467600"/>
              <a:gd name="connsiteY568" fmla="*/ 2637633 h 6858000"/>
              <a:gd name="connsiteX569" fmla="*/ 5818614 w 7467600"/>
              <a:gd name="connsiteY569" fmla="*/ 2473055 h 6858000"/>
              <a:gd name="connsiteX570" fmla="*/ 5829202 w 7467600"/>
              <a:gd name="connsiteY570" fmla="*/ 1971679 h 6858000"/>
              <a:gd name="connsiteX571" fmla="*/ 5911389 w 7467600"/>
              <a:gd name="connsiteY571" fmla="*/ 1898371 h 6858000"/>
              <a:gd name="connsiteX572" fmla="*/ 6237627 w 7467600"/>
              <a:gd name="connsiteY572" fmla="*/ 2231921 h 6858000"/>
              <a:gd name="connsiteX573" fmla="*/ 5911389 w 7467600"/>
              <a:gd name="connsiteY573" fmla="*/ 1898371 h 6858000"/>
              <a:gd name="connsiteX574" fmla="*/ 6944437 w 7467600"/>
              <a:gd name="connsiteY574" fmla="*/ 1575402 h 6858000"/>
              <a:gd name="connsiteX575" fmla="*/ 6304730 w 7467600"/>
              <a:gd name="connsiteY575" fmla="*/ 1766654 h 6858000"/>
              <a:gd name="connsiteX576" fmla="*/ 6944437 w 7467600"/>
              <a:gd name="connsiteY576" fmla="*/ 1575402 h 6858000"/>
              <a:gd name="connsiteX577" fmla="*/ 7019523 w 7467600"/>
              <a:gd name="connsiteY577" fmla="*/ 1519450 h 6858000"/>
              <a:gd name="connsiteX578" fmla="*/ 6298091 w 7467600"/>
              <a:gd name="connsiteY578" fmla="*/ 1737122 h 6858000"/>
              <a:gd name="connsiteX579" fmla="*/ 7019523 w 7467600"/>
              <a:gd name="connsiteY579" fmla="*/ 1519450 h 6858000"/>
              <a:gd name="connsiteX580" fmla="*/ 2399523 w 7467600"/>
              <a:gd name="connsiteY580" fmla="*/ 1428234 h 6858000"/>
              <a:gd name="connsiteX581" fmla="*/ 2224982 w 7467600"/>
              <a:gd name="connsiteY581" fmla="*/ 1826201 h 6858000"/>
              <a:gd name="connsiteX582" fmla="*/ 2096099 w 7467600"/>
              <a:gd name="connsiteY582" fmla="*/ 2345900 h 6858000"/>
              <a:gd name="connsiteX583" fmla="*/ 2283317 w 7467600"/>
              <a:gd name="connsiteY583" fmla="*/ 1796925 h 6858000"/>
              <a:gd name="connsiteX584" fmla="*/ 2399523 w 7467600"/>
              <a:gd name="connsiteY584" fmla="*/ 1428234 h 6858000"/>
              <a:gd name="connsiteX585" fmla="*/ 2448558 w 7467600"/>
              <a:gd name="connsiteY585" fmla="*/ 1373435 h 6858000"/>
              <a:gd name="connsiteX586" fmla="*/ 2312521 w 7467600"/>
              <a:gd name="connsiteY586" fmla="*/ 1806140 h 6858000"/>
              <a:gd name="connsiteX587" fmla="*/ 2127533 w 7467600"/>
              <a:gd name="connsiteY587" fmla="*/ 2348380 h 6858000"/>
              <a:gd name="connsiteX588" fmla="*/ 2358080 w 7467600"/>
              <a:gd name="connsiteY588" fmla="*/ 1866134 h 6858000"/>
              <a:gd name="connsiteX589" fmla="*/ 2407436 w 7467600"/>
              <a:gd name="connsiteY589" fmla="*/ 1651070 h 6858000"/>
              <a:gd name="connsiteX590" fmla="*/ 2448558 w 7467600"/>
              <a:gd name="connsiteY590" fmla="*/ 1373435 h 6858000"/>
              <a:gd name="connsiteX591" fmla="*/ 278707 w 7467600"/>
              <a:gd name="connsiteY591" fmla="*/ 1352270 h 6858000"/>
              <a:gd name="connsiteX592" fmla="*/ 321570 w 7467600"/>
              <a:gd name="connsiteY592" fmla="*/ 1861610 h 6858000"/>
              <a:gd name="connsiteX593" fmla="*/ 294281 w 7467600"/>
              <a:gd name="connsiteY593" fmla="*/ 1440658 h 6858000"/>
              <a:gd name="connsiteX594" fmla="*/ 278707 w 7467600"/>
              <a:gd name="connsiteY594" fmla="*/ 1352270 h 6858000"/>
              <a:gd name="connsiteX595" fmla="*/ 1423821 w 7467600"/>
              <a:gd name="connsiteY595" fmla="*/ 1351958 h 6858000"/>
              <a:gd name="connsiteX596" fmla="*/ 1638521 w 7467600"/>
              <a:gd name="connsiteY596" fmla="*/ 1908470 h 6858000"/>
              <a:gd name="connsiteX597" fmla="*/ 1754199 w 7467600"/>
              <a:gd name="connsiteY597" fmla="*/ 2149284 h 6858000"/>
              <a:gd name="connsiteX598" fmla="*/ 1908359 w 7467600"/>
              <a:gd name="connsiteY598" fmla="*/ 2364988 h 6858000"/>
              <a:gd name="connsiteX599" fmla="*/ 1647661 w 7467600"/>
              <a:gd name="connsiteY599" fmla="*/ 1825945 h 6858000"/>
              <a:gd name="connsiteX600" fmla="*/ 1423821 w 7467600"/>
              <a:gd name="connsiteY600" fmla="*/ 1351958 h 6858000"/>
              <a:gd name="connsiteX601" fmla="*/ 1431890 w 7467600"/>
              <a:gd name="connsiteY601" fmla="*/ 1306475 h 6858000"/>
              <a:gd name="connsiteX602" fmla="*/ 1507597 w 7467600"/>
              <a:gd name="connsiteY602" fmla="*/ 1446132 h 6858000"/>
              <a:gd name="connsiteX603" fmla="*/ 1674586 w 7467600"/>
              <a:gd name="connsiteY603" fmla="*/ 1813832 h 6858000"/>
              <a:gd name="connsiteX604" fmla="*/ 1815950 w 7467600"/>
              <a:gd name="connsiteY604" fmla="*/ 2128564 h 6858000"/>
              <a:gd name="connsiteX605" fmla="*/ 1984242 w 7467600"/>
              <a:gd name="connsiteY605" fmla="*/ 2430829 h 6858000"/>
              <a:gd name="connsiteX606" fmla="*/ 2014023 w 7467600"/>
              <a:gd name="connsiteY606" fmla="*/ 2450995 h 6858000"/>
              <a:gd name="connsiteX607" fmla="*/ 1747337 w 7467600"/>
              <a:gd name="connsiteY607" fmla="*/ 1855264 h 6858000"/>
              <a:gd name="connsiteX608" fmla="*/ 1533749 w 7467600"/>
              <a:gd name="connsiteY608" fmla="*/ 1478656 h 6858000"/>
              <a:gd name="connsiteX609" fmla="*/ 1431890 w 7467600"/>
              <a:gd name="connsiteY609" fmla="*/ 1306475 h 6858000"/>
              <a:gd name="connsiteX610" fmla="*/ 5052692 w 7467600"/>
              <a:gd name="connsiteY610" fmla="*/ 1292994 h 6858000"/>
              <a:gd name="connsiteX611" fmla="*/ 5200661 w 7467600"/>
              <a:gd name="connsiteY611" fmla="*/ 1635186 h 6858000"/>
              <a:gd name="connsiteX612" fmla="*/ 5297138 w 7467600"/>
              <a:gd name="connsiteY612" fmla="*/ 1906351 h 6858000"/>
              <a:gd name="connsiteX613" fmla="*/ 5052692 w 7467600"/>
              <a:gd name="connsiteY613" fmla="*/ 1292994 h 6858000"/>
              <a:gd name="connsiteX614" fmla="*/ 5009948 w 7467600"/>
              <a:gd name="connsiteY614" fmla="*/ 1273619 h 6858000"/>
              <a:gd name="connsiteX615" fmla="*/ 5121777 w 7467600"/>
              <a:gd name="connsiteY615" fmla="*/ 1654213 h 6858000"/>
              <a:gd name="connsiteX616" fmla="*/ 5293545 w 7467600"/>
              <a:gd name="connsiteY616" fmla="*/ 2072247 h 6858000"/>
              <a:gd name="connsiteX617" fmla="*/ 5294042 w 7467600"/>
              <a:gd name="connsiteY617" fmla="*/ 2065019 h 6858000"/>
              <a:gd name="connsiteX618" fmla="*/ 5171936 w 7467600"/>
              <a:gd name="connsiteY618" fmla="*/ 1647613 h 6858000"/>
              <a:gd name="connsiteX619" fmla="*/ 5009948 w 7467600"/>
              <a:gd name="connsiteY619" fmla="*/ 1273619 h 6858000"/>
              <a:gd name="connsiteX620" fmla="*/ 655236 w 7467600"/>
              <a:gd name="connsiteY620" fmla="*/ 1268632 h 6858000"/>
              <a:gd name="connsiteX621" fmla="*/ 839521 w 7467600"/>
              <a:gd name="connsiteY621" fmla="*/ 1685315 h 6858000"/>
              <a:gd name="connsiteX622" fmla="*/ 1109416 w 7467600"/>
              <a:gd name="connsiteY622" fmla="*/ 2061663 h 6858000"/>
              <a:gd name="connsiteX623" fmla="*/ 1298300 w 7467600"/>
              <a:gd name="connsiteY623" fmla="*/ 2247742 h 6858000"/>
              <a:gd name="connsiteX624" fmla="*/ 1125871 w 7467600"/>
              <a:gd name="connsiteY624" fmla="*/ 1989513 h 6858000"/>
              <a:gd name="connsiteX625" fmla="*/ 981574 w 7467600"/>
              <a:gd name="connsiteY625" fmla="*/ 1783157 h 6858000"/>
              <a:gd name="connsiteX626" fmla="*/ 922198 w 7467600"/>
              <a:gd name="connsiteY626" fmla="*/ 1677437 h 6858000"/>
              <a:gd name="connsiteX627" fmla="*/ 869293 w 7467600"/>
              <a:gd name="connsiteY627" fmla="*/ 1583214 h 6858000"/>
              <a:gd name="connsiteX628" fmla="*/ 751431 w 7467600"/>
              <a:gd name="connsiteY628" fmla="*/ 1405731 h 6858000"/>
              <a:gd name="connsiteX629" fmla="*/ 655236 w 7467600"/>
              <a:gd name="connsiteY629" fmla="*/ 1268632 h 6858000"/>
              <a:gd name="connsiteX630" fmla="*/ 6516292 w 7467600"/>
              <a:gd name="connsiteY630" fmla="*/ 1263064 h 6858000"/>
              <a:gd name="connsiteX631" fmla="*/ 5736320 w 7467600"/>
              <a:gd name="connsiteY631" fmla="*/ 1501803 h 6858000"/>
              <a:gd name="connsiteX632" fmla="*/ 6516292 w 7467600"/>
              <a:gd name="connsiteY632" fmla="*/ 1263064 h 6858000"/>
              <a:gd name="connsiteX633" fmla="*/ 291466 w 7467600"/>
              <a:gd name="connsiteY633" fmla="*/ 1250369 h 6858000"/>
              <a:gd name="connsiteX634" fmla="*/ 323180 w 7467600"/>
              <a:gd name="connsiteY634" fmla="*/ 1435283 h 6858000"/>
              <a:gd name="connsiteX635" fmla="*/ 349381 w 7467600"/>
              <a:gd name="connsiteY635" fmla="*/ 1875041 h 6858000"/>
              <a:gd name="connsiteX636" fmla="*/ 374363 w 7467600"/>
              <a:gd name="connsiteY636" fmla="*/ 1506494 h 6858000"/>
              <a:gd name="connsiteX637" fmla="*/ 302168 w 7467600"/>
              <a:gd name="connsiteY637" fmla="*/ 1274495 h 6858000"/>
              <a:gd name="connsiteX638" fmla="*/ 291466 w 7467600"/>
              <a:gd name="connsiteY638" fmla="*/ 1250369 h 6858000"/>
              <a:gd name="connsiteX639" fmla="*/ 678222 w 7467600"/>
              <a:gd name="connsiteY639" fmla="*/ 1248670 h 6858000"/>
              <a:gd name="connsiteX640" fmla="*/ 775536 w 7467600"/>
              <a:gd name="connsiteY640" fmla="*/ 1388015 h 6858000"/>
              <a:gd name="connsiteX641" fmla="*/ 894529 w 7467600"/>
              <a:gd name="connsiteY641" fmla="*/ 1567739 h 6858000"/>
              <a:gd name="connsiteX642" fmla="*/ 948000 w 7467600"/>
              <a:gd name="connsiteY642" fmla="*/ 1663088 h 6858000"/>
              <a:gd name="connsiteX643" fmla="*/ 1006812 w 7467600"/>
              <a:gd name="connsiteY643" fmla="*/ 1767683 h 6858000"/>
              <a:gd name="connsiteX644" fmla="*/ 1149133 w 7467600"/>
              <a:gd name="connsiteY644" fmla="*/ 1971513 h 6858000"/>
              <a:gd name="connsiteX645" fmla="*/ 1333952 w 7467600"/>
              <a:gd name="connsiteY645" fmla="*/ 2251620 h 6858000"/>
              <a:gd name="connsiteX646" fmla="*/ 1337329 w 7467600"/>
              <a:gd name="connsiteY646" fmla="*/ 2258350 h 6858000"/>
              <a:gd name="connsiteX647" fmla="*/ 1014726 w 7467600"/>
              <a:gd name="connsiteY647" fmla="*/ 1615556 h 6858000"/>
              <a:gd name="connsiteX648" fmla="*/ 678222 w 7467600"/>
              <a:gd name="connsiteY648" fmla="*/ 1248670 h 6858000"/>
              <a:gd name="connsiteX649" fmla="*/ 6691602 w 7467600"/>
              <a:gd name="connsiteY649" fmla="*/ 1140573 h 6858000"/>
              <a:gd name="connsiteX650" fmla="*/ 6571100 w 7467600"/>
              <a:gd name="connsiteY650" fmla="*/ 1183662 h 6858000"/>
              <a:gd name="connsiteX651" fmla="*/ 6241687 w 7467600"/>
              <a:gd name="connsiteY651" fmla="*/ 1257600 h 6858000"/>
              <a:gd name="connsiteX652" fmla="*/ 5693009 w 7467600"/>
              <a:gd name="connsiteY652" fmla="*/ 1478256 h 6858000"/>
              <a:gd name="connsiteX653" fmla="*/ 6548420 w 7467600"/>
              <a:gd name="connsiteY653" fmla="*/ 1214599 h 6858000"/>
              <a:gd name="connsiteX654" fmla="*/ 6605473 w 7467600"/>
              <a:gd name="connsiteY654" fmla="*/ 1184686 h 6858000"/>
              <a:gd name="connsiteX655" fmla="*/ 6691602 w 7467600"/>
              <a:gd name="connsiteY655" fmla="*/ 1140573 h 6858000"/>
              <a:gd name="connsiteX656" fmla="*/ 4002475 w 7467600"/>
              <a:gd name="connsiteY656" fmla="*/ 1037802 h 6858000"/>
              <a:gd name="connsiteX657" fmla="*/ 4000324 w 7467600"/>
              <a:gd name="connsiteY657" fmla="*/ 1039362 h 6858000"/>
              <a:gd name="connsiteX658" fmla="*/ 4002862 w 7467600"/>
              <a:gd name="connsiteY658" fmla="*/ 1042866 h 6858000"/>
              <a:gd name="connsiteX659" fmla="*/ 4002475 w 7467600"/>
              <a:gd name="connsiteY659" fmla="*/ 1037802 h 6858000"/>
              <a:gd name="connsiteX660" fmla="*/ 506322 w 7467600"/>
              <a:gd name="connsiteY660" fmla="*/ 1020997 h 6858000"/>
              <a:gd name="connsiteX661" fmla="*/ 533068 w 7467600"/>
              <a:gd name="connsiteY661" fmla="*/ 1029409 h 6858000"/>
              <a:gd name="connsiteX662" fmla="*/ 1232525 w 7467600"/>
              <a:gd name="connsiteY662" fmla="*/ 1804675 h 6858000"/>
              <a:gd name="connsiteX663" fmla="*/ 1388858 w 7467600"/>
              <a:gd name="connsiteY663" fmla="*/ 2368011 h 6858000"/>
              <a:gd name="connsiteX664" fmla="*/ 1384098 w 7467600"/>
              <a:gd name="connsiteY664" fmla="*/ 2378125 h 6858000"/>
              <a:gd name="connsiteX665" fmla="*/ 1425393 w 7467600"/>
              <a:gd name="connsiteY665" fmla="*/ 2589124 h 6858000"/>
              <a:gd name="connsiteX666" fmla="*/ 1424001 w 7467600"/>
              <a:gd name="connsiteY666" fmla="*/ 2597541 h 6858000"/>
              <a:gd name="connsiteX667" fmla="*/ 2152729 w 7467600"/>
              <a:gd name="connsiteY667" fmla="*/ 2864487 h 6858000"/>
              <a:gd name="connsiteX668" fmla="*/ 2020609 w 7467600"/>
              <a:gd name="connsiteY668" fmla="*/ 2539671 h 6858000"/>
              <a:gd name="connsiteX669" fmla="*/ 2018920 w 7467600"/>
              <a:gd name="connsiteY669" fmla="*/ 2536309 h 6858000"/>
              <a:gd name="connsiteX670" fmla="*/ 1342441 w 7467600"/>
              <a:gd name="connsiteY670" fmla="*/ 1173017 h 6858000"/>
              <a:gd name="connsiteX671" fmla="*/ 1367925 w 7467600"/>
              <a:gd name="connsiteY671" fmla="*/ 1135648 h 6858000"/>
              <a:gd name="connsiteX672" fmla="*/ 1771401 w 7467600"/>
              <a:gd name="connsiteY672" fmla="*/ 1806673 h 6858000"/>
              <a:gd name="connsiteX673" fmla="*/ 1972385 w 7467600"/>
              <a:gd name="connsiteY673" fmla="*/ 2198735 h 6858000"/>
              <a:gd name="connsiteX674" fmla="*/ 2040892 w 7467600"/>
              <a:gd name="connsiteY674" fmla="*/ 2405205 h 6858000"/>
              <a:gd name="connsiteX675" fmla="*/ 2131689 w 7467600"/>
              <a:gd name="connsiteY675" fmla="*/ 1936926 h 6858000"/>
              <a:gd name="connsiteX676" fmla="*/ 2454820 w 7467600"/>
              <a:gd name="connsiteY676" fmla="*/ 1248808 h 6858000"/>
              <a:gd name="connsiteX677" fmla="*/ 2492512 w 7467600"/>
              <a:gd name="connsiteY677" fmla="*/ 1302920 h 6858000"/>
              <a:gd name="connsiteX678" fmla="*/ 2081216 w 7467600"/>
              <a:gd name="connsiteY678" fmla="*/ 2527513 h 6858000"/>
              <a:gd name="connsiteX679" fmla="*/ 2081211 w 7467600"/>
              <a:gd name="connsiteY679" fmla="*/ 2528916 h 6858000"/>
              <a:gd name="connsiteX680" fmla="*/ 2199067 w 7467600"/>
              <a:gd name="connsiteY680" fmla="*/ 2884061 h 6858000"/>
              <a:gd name="connsiteX681" fmla="*/ 3192586 w 7467600"/>
              <a:gd name="connsiteY681" fmla="*/ 3411496 h 6858000"/>
              <a:gd name="connsiteX682" fmla="*/ 3182620 w 7467600"/>
              <a:gd name="connsiteY682" fmla="*/ 3483279 h 6858000"/>
              <a:gd name="connsiteX683" fmla="*/ 2435119 w 7467600"/>
              <a:gd name="connsiteY683" fmla="*/ 3080173 h 6858000"/>
              <a:gd name="connsiteX684" fmla="*/ 2410152 w 7467600"/>
              <a:gd name="connsiteY684" fmla="*/ 3063751 h 6858000"/>
              <a:gd name="connsiteX685" fmla="*/ 2408099 w 7467600"/>
              <a:gd name="connsiteY685" fmla="*/ 3064403 h 6858000"/>
              <a:gd name="connsiteX686" fmla="*/ 2407218 w 7467600"/>
              <a:gd name="connsiteY686" fmla="*/ 3070324 h 6858000"/>
              <a:gd name="connsiteX687" fmla="*/ 2380138 w 7467600"/>
              <a:gd name="connsiteY687" fmla="*/ 3099341 h 6858000"/>
              <a:gd name="connsiteX688" fmla="*/ 1765923 w 7467600"/>
              <a:gd name="connsiteY688" fmla="*/ 3581043 h 6858000"/>
              <a:gd name="connsiteX689" fmla="*/ 1702258 w 7467600"/>
              <a:gd name="connsiteY689" fmla="*/ 3612286 h 6858000"/>
              <a:gd name="connsiteX690" fmla="*/ 1538370 w 7467600"/>
              <a:gd name="connsiteY690" fmla="*/ 3811804 h 6858000"/>
              <a:gd name="connsiteX691" fmla="*/ 542867 w 7467600"/>
              <a:gd name="connsiteY691" fmla="*/ 4944092 h 6858000"/>
              <a:gd name="connsiteX692" fmla="*/ 515800 w 7467600"/>
              <a:gd name="connsiteY692" fmla="*/ 4862180 h 6858000"/>
              <a:gd name="connsiteX693" fmla="*/ 909145 w 7467600"/>
              <a:gd name="connsiteY693" fmla="*/ 4199225 h 6858000"/>
              <a:gd name="connsiteX694" fmla="*/ 1214067 w 7467600"/>
              <a:gd name="connsiteY694" fmla="*/ 3908561 h 6858000"/>
              <a:gd name="connsiteX695" fmla="*/ 640967 w 7467600"/>
              <a:gd name="connsiteY695" fmla="*/ 4105601 h 6858000"/>
              <a:gd name="connsiteX696" fmla="*/ 112563 w 7467600"/>
              <a:gd name="connsiteY696" fmla="*/ 4396952 h 6858000"/>
              <a:gd name="connsiteX697" fmla="*/ 0 w 7467600"/>
              <a:gd name="connsiteY697" fmla="*/ 4466006 h 6858000"/>
              <a:gd name="connsiteX698" fmla="*/ 0 w 7467600"/>
              <a:gd name="connsiteY698" fmla="*/ 4233763 h 6858000"/>
              <a:gd name="connsiteX699" fmla="*/ 36881 w 7467600"/>
              <a:gd name="connsiteY699" fmla="*/ 4200118 h 6858000"/>
              <a:gd name="connsiteX700" fmla="*/ 910534 w 7467600"/>
              <a:gd name="connsiteY700" fmla="*/ 3629753 h 6858000"/>
              <a:gd name="connsiteX701" fmla="*/ 1578717 w 7467600"/>
              <a:gd name="connsiteY701" fmla="*/ 3575982 h 6858000"/>
              <a:gd name="connsiteX702" fmla="*/ 2338780 w 7467600"/>
              <a:gd name="connsiteY702" fmla="*/ 3033725 h 6858000"/>
              <a:gd name="connsiteX703" fmla="*/ 1807991 w 7467600"/>
              <a:gd name="connsiteY703" fmla="*/ 2807184 h 6858000"/>
              <a:gd name="connsiteX704" fmla="*/ 1416358 w 7467600"/>
              <a:gd name="connsiteY704" fmla="*/ 3112571 h 6858000"/>
              <a:gd name="connsiteX705" fmla="*/ 939066 w 7467600"/>
              <a:gd name="connsiteY705" fmla="*/ 3378798 h 6858000"/>
              <a:gd name="connsiteX706" fmla="*/ 115099 w 7467600"/>
              <a:gd name="connsiteY706" fmla="*/ 3607650 h 6858000"/>
              <a:gd name="connsiteX707" fmla="*/ 97284 w 7467600"/>
              <a:gd name="connsiteY707" fmla="*/ 3520393 h 6858000"/>
              <a:gd name="connsiteX708" fmla="*/ 922050 w 7467600"/>
              <a:gd name="connsiteY708" fmla="*/ 3074867 h 6858000"/>
              <a:gd name="connsiteX709" fmla="*/ 1405265 w 7467600"/>
              <a:gd name="connsiteY709" fmla="*/ 3016319 h 6858000"/>
              <a:gd name="connsiteX710" fmla="*/ 1407512 w 7467600"/>
              <a:gd name="connsiteY710" fmla="*/ 3018001 h 6858000"/>
              <a:gd name="connsiteX711" fmla="*/ 1726266 w 7467600"/>
              <a:gd name="connsiteY711" fmla="*/ 2777274 h 6858000"/>
              <a:gd name="connsiteX712" fmla="*/ 625390 w 7467600"/>
              <a:gd name="connsiteY712" fmla="*/ 2514541 h 6858000"/>
              <a:gd name="connsiteX713" fmla="*/ 619799 w 7467600"/>
              <a:gd name="connsiteY713" fmla="*/ 2527180 h 6858000"/>
              <a:gd name="connsiteX714" fmla="*/ 310030 w 7467600"/>
              <a:gd name="connsiteY714" fmla="*/ 2771818 h 6858000"/>
              <a:gd name="connsiteX715" fmla="*/ 173877 w 7467600"/>
              <a:gd name="connsiteY715" fmla="*/ 2937056 h 6858000"/>
              <a:gd name="connsiteX716" fmla="*/ 77889 w 7467600"/>
              <a:gd name="connsiteY716" fmla="*/ 3138440 h 6858000"/>
              <a:gd name="connsiteX717" fmla="*/ 0 w 7467600"/>
              <a:gd name="connsiteY717" fmla="*/ 3271395 h 6858000"/>
              <a:gd name="connsiteX718" fmla="*/ 0 w 7467600"/>
              <a:gd name="connsiteY718" fmla="*/ 3153002 h 6858000"/>
              <a:gd name="connsiteX719" fmla="*/ 2386 w 7467600"/>
              <a:gd name="connsiteY719" fmla="*/ 3149203 h 6858000"/>
              <a:gd name="connsiteX720" fmla="*/ 89753 w 7467600"/>
              <a:gd name="connsiteY720" fmla="*/ 2987702 h 6858000"/>
              <a:gd name="connsiteX721" fmla="*/ 76869 w 7467600"/>
              <a:gd name="connsiteY721" fmla="*/ 3005404 h 6858000"/>
              <a:gd name="connsiteX722" fmla="*/ 32049 w 7467600"/>
              <a:gd name="connsiteY722" fmla="*/ 3065814 h 6858000"/>
              <a:gd name="connsiteX723" fmla="*/ 0 w 7467600"/>
              <a:gd name="connsiteY723" fmla="*/ 3108744 h 6858000"/>
              <a:gd name="connsiteX724" fmla="*/ 0 w 7467600"/>
              <a:gd name="connsiteY724" fmla="*/ 3058059 h 6858000"/>
              <a:gd name="connsiteX725" fmla="*/ 7610 w 7467600"/>
              <a:gd name="connsiteY725" fmla="*/ 3047889 h 6858000"/>
              <a:gd name="connsiteX726" fmla="*/ 52419 w 7467600"/>
              <a:gd name="connsiteY726" fmla="*/ 2987479 h 6858000"/>
              <a:gd name="connsiteX727" fmla="*/ 59142 w 7467600"/>
              <a:gd name="connsiteY727" fmla="*/ 2978488 h 6858000"/>
              <a:gd name="connsiteX728" fmla="*/ 0 w 7467600"/>
              <a:gd name="connsiteY728" fmla="*/ 3015334 h 6858000"/>
              <a:gd name="connsiteX729" fmla="*/ 0 w 7467600"/>
              <a:gd name="connsiteY729" fmla="*/ 2914286 h 6858000"/>
              <a:gd name="connsiteX730" fmla="*/ 36383 w 7467600"/>
              <a:gd name="connsiteY730" fmla="*/ 2901128 h 6858000"/>
              <a:gd name="connsiteX731" fmla="*/ 156329 w 7467600"/>
              <a:gd name="connsiteY731" fmla="*/ 2840533 h 6858000"/>
              <a:gd name="connsiteX732" fmla="*/ 358355 w 7467600"/>
              <a:gd name="connsiteY732" fmla="*/ 2620471 h 6858000"/>
              <a:gd name="connsiteX733" fmla="*/ 510577 w 7467600"/>
              <a:gd name="connsiteY733" fmla="*/ 2501244 h 6858000"/>
              <a:gd name="connsiteX734" fmla="*/ 211967 w 7467600"/>
              <a:gd name="connsiteY734" fmla="*/ 2479171 h 6858000"/>
              <a:gd name="connsiteX735" fmla="*/ 0 w 7467600"/>
              <a:gd name="connsiteY735" fmla="*/ 2476398 h 6858000"/>
              <a:gd name="connsiteX736" fmla="*/ 0 w 7467600"/>
              <a:gd name="connsiteY736" fmla="*/ 2389189 h 6858000"/>
              <a:gd name="connsiteX737" fmla="*/ 103062 w 7467600"/>
              <a:gd name="connsiteY737" fmla="*/ 2389518 h 6858000"/>
              <a:gd name="connsiteX738" fmla="*/ 510734 w 7467600"/>
              <a:gd name="connsiteY738" fmla="*/ 2416201 h 6858000"/>
              <a:gd name="connsiteX739" fmla="*/ 279257 w 7467600"/>
              <a:gd name="connsiteY739" fmla="*/ 2092102 h 6858000"/>
              <a:gd name="connsiteX740" fmla="*/ 65265 w 7467600"/>
              <a:gd name="connsiteY740" fmla="*/ 2006049 h 6858000"/>
              <a:gd name="connsiteX741" fmla="*/ 0 w 7467600"/>
              <a:gd name="connsiteY741" fmla="*/ 1982532 h 6858000"/>
              <a:gd name="connsiteX742" fmla="*/ 0 w 7467600"/>
              <a:gd name="connsiteY742" fmla="*/ 1912789 h 6858000"/>
              <a:gd name="connsiteX743" fmla="*/ 97460 w 7467600"/>
              <a:gd name="connsiteY743" fmla="*/ 1953725 h 6858000"/>
              <a:gd name="connsiteX744" fmla="*/ 221272 w 7467600"/>
              <a:gd name="connsiteY744" fmla="*/ 1980766 h 6858000"/>
              <a:gd name="connsiteX745" fmla="*/ 116765 w 7467600"/>
              <a:gd name="connsiteY745" fmla="*/ 1911033 h 6858000"/>
              <a:gd name="connsiteX746" fmla="*/ 16405 w 7467600"/>
              <a:gd name="connsiteY746" fmla="*/ 1803412 h 6858000"/>
              <a:gd name="connsiteX747" fmla="*/ 0 w 7467600"/>
              <a:gd name="connsiteY747" fmla="*/ 1784777 h 6858000"/>
              <a:gd name="connsiteX748" fmla="*/ 0 w 7467600"/>
              <a:gd name="connsiteY748" fmla="*/ 1740082 h 6858000"/>
              <a:gd name="connsiteX749" fmla="*/ 39394 w 7467600"/>
              <a:gd name="connsiteY749" fmla="*/ 1784856 h 6858000"/>
              <a:gd name="connsiteX750" fmla="*/ 135813 w 7467600"/>
              <a:gd name="connsiteY750" fmla="*/ 1888838 h 6858000"/>
              <a:gd name="connsiteX751" fmla="*/ 242575 w 7467600"/>
              <a:gd name="connsiteY751" fmla="*/ 1958841 h 6858000"/>
              <a:gd name="connsiteX752" fmla="*/ 82197 w 7467600"/>
              <a:gd name="connsiteY752" fmla="*/ 1754826 h 6858000"/>
              <a:gd name="connsiteX753" fmla="*/ 0 w 7467600"/>
              <a:gd name="connsiteY753" fmla="*/ 1679650 h 6858000"/>
              <a:gd name="connsiteX754" fmla="*/ 0 w 7467600"/>
              <a:gd name="connsiteY754" fmla="*/ 1602463 h 6858000"/>
              <a:gd name="connsiteX755" fmla="*/ 84689 w 7467600"/>
              <a:gd name="connsiteY755" fmla="*/ 1677442 h 6858000"/>
              <a:gd name="connsiteX756" fmla="*/ 298437 w 7467600"/>
              <a:gd name="connsiteY756" fmla="*/ 1968019 h 6858000"/>
              <a:gd name="connsiteX757" fmla="*/ 227269 w 7467600"/>
              <a:gd name="connsiteY757" fmla="*/ 1114064 h 6858000"/>
              <a:gd name="connsiteX758" fmla="*/ 248003 w 7467600"/>
              <a:gd name="connsiteY758" fmla="*/ 1089613 h 6858000"/>
              <a:gd name="connsiteX759" fmla="*/ 427020 w 7467600"/>
              <a:gd name="connsiteY759" fmla="*/ 1619803 h 6858000"/>
              <a:gd name="connsiteX760" fmla="*/ 340345 w 7467600"/>
              <a:gd name="connsiteY760" fmla="*/ 2027739 h 6858000"/>
              <a:gd name="connsiteX761" fmla="*/ 360865 w 7467600"/>
              <a:gd name="connsiteY761" fmla="*/ 2044827 h 6858000"/>
              <a:gd name="connsiteX762" fmla="*/ 560414 w 7467600"/>
              <a:gd name="connsiteY762" fmla="*/ 2421457 h 6858000"/>
              <a:gd name="connsiteX763" fmla="*/ 1359703 w 7467600"/>
              <a:gd name="connsiteY763" fmla="*/ 2578554 h 6858000"/>
              <a:gd name="connsiteX764" fmla="*/ 1359422 w 7467600"/>
              <a:gd name="connsiteY764" fmla="*/ 2577994 h 6858000"/>
              <a:gd name="connsiteX765" fmla="*/ 828701 w 7467600"/>
              <a:gd name="connsiteY765" fmla="*/ 1839520 h 6858000"/>
              <a:gd name="connsiteX766" fmla="*/ 494427 w 7467600"/>
              <a:gd name="connsiteY766" fmla="*/ 1092333 h 6858000"/>
              <a:gd name="connsiteX767" fmla="*/ 506322 w 7467600"/>
              <a:gd name="connsiteY767" fmla="*/ 1020997 h 6858000"/>
              <a:gd name="connsiteX768" fmla="*/ 4570198 w 7467600"/>
              <a:gd name="connsiteY768" fmla="*/ 978081 h 6858000"/>
              <a:gd name="connsiteX769" fmla="*/ 4523691 w 7467600"/>
              <a:gd name="connsiteY769" fmla="*/ 1127776 h 6858000"/>
              <a:gd name="connsiteX770" fmla="*/ 4509875 w 7467600"/>
              <a:gd name="connsiteY770" fmla="*/ 1167552 h 6858000"/>
              <a:gd name="connsiteX771" fmla="*/ 4478168 w 7467600"/>
              <a:gd name="connsiteY771" fmla="*/ 1260735 h 6858000"/>
              <a:gd name="connsiteX772" fmla="*/ 4409309 w 7467600"/>
              <a:gd name="connsiteY772" fmla="*/ 1666996 h 6858000"/>
              <a:gd name="connsiteX773" fmla="*/ 4370031 w 7467600"/>
              <a:gd name="connsiteY773" fmla="*/ 1955666 h 6858000"/>
              <a:gd name="connsiteX774" fmla="*/ 4570198 w 7467600"/>
              <a:gd name="connsiteY774" fmla="*/ 978081 h 6858000"/>
              <a:gd name="connsiteX775" fmla="*/ 4557898 w 7467600"/>
              <a:gd name="connsiteY775" fmla="*/ 900011 h 6858000"/>
              <a:gd name="connsiteX776" fmla="*/ 4344840 w 7467600"/>
              <a:gd name="connsiteY776" fmla="*/ 1922038 h 6858000"/>
              <a:gd name="connsiteX777" fmla="*/ 4378710 w 7467600"/>
              <a:gd name="connsiteY777" fmla="*/ 1665516 h 6858000"/>
              <a:gd name="connsiteX778" fmla="*/ 4448798 w 7467600"/>
              <a:gd name="connsiteY778" fmla="*/ 1253024 h 6858000"/>
              <a:gd name="connsiteX779" fmla="*/ 4480315 w 7467600"/>
              <a:gd name="connsiteY779" fmla="*/ 1158454 h 6858000"/>
              <a:gd name="connsiteX780" fmla="*/ 4494133 w 7467600"/>
              <a:gd name="connsiteY780" fmla="*/ 1118676 h 6858000"/>
              <a:gd name="connsiteX781" fmla="*/ 4557898 w 7467600"/>
              <a:gd name="connsiteY781" fmla="*/ 900011 h 6858000"/>
              <a:gd name="connsiteX782" fmla="*/ 5870151 w 7467600"/>
              <a:gd name="connsiteY782" fmla="*/ 898890 h 6858000"/>
              <a:gd name="connsiteX783" fmla="*/ 5861335 w 7467600"/>
              <a:gd name="connsiteY783" fmla="*/ 899177 h 6858000"/>
              <a:gd name="connsiteX784" fmla="*/ 5843702 w 7467600"/>
              <a:gd name="connsiteY784" fmla="*/ 899748 h 6858000"/>
              <a:gd name="connsiteX785" fmla="*/ 5651107 w 7467600"/>
              <a:gd name="connsiteY785" fmla="*/ 920306 h 6858000"/>
              <a:gd name="connsiteX786" fmla="*/ 5459407 w 7467600"/>
              <a:gd name="connsiteY786" fmla="*/ 940975 h 6858000"/>
              <a:gd name="connsiteX787" fmla="*/ 5374846 w 7467600"/>
              <a:gd name="connsiteY787" fmla="*/ 941988 h 6858000"/>
              <a:gd name="connsiteX788" fmla="*/ 5256105 w 7467600"/>
              <a:gd name="connsiteY788" fmla="*/ 945632 h 6858000"/>
              <a:gd name="connsiteX789" fmla="*/ 5107071 w 7467600"/>
              <a:gd name="connsiteY789" fmla="*/ 969720 h 6858000"/>
              <a:gd name="connsiteX790" fmla="*/ 4998681 w 7467600"/>
              <a:gd name="connsiteY790" fmla="*/ 988771 h 6858000"/>
              <a:gd name="connsiteX791" fmla="*/ 5870151 w 7467600"/>
              <a:gd name="connsiteY791" fmla="*/ 898890 h 6858000"/>
              <a:gd name="connsiteX792" fmla="*/ 5504425 w 7467600"/>
              <a:gd name="connsiteY792" fmla="*/ 848067 h 6858000"/>
              <a:gd name="connsiteX793" fmla="*/ 4968849 w 7467600"/>
              <a:gd name="connsiteY793" fmla="*/ 962318 h 6858000"/>
              <a:gd name="connsiteX794" fmla="*/ 5104039 w 7467600"/>
              <a:gd name="connsiteY794" fmla="*/ 940634 h 6858000"/>
              <a:gd name="connsiteX795" fmla="*/ 5256311 w 7467600"/>
              <a:gd name="connsiteY795" fmla="*/ 916490 h 6858000"/>
              <a:gd name="connsiteX796" fmla="*/ 5377381 w 7467600"/>
              <a:gd name="connsiteY796" fmla="*/ 912671 h 6858000"/>
              <a:gd name="connsiteX797" fmla="*/ 5460148 w 7467600"/>
              <a:gd name="connsiteY797" fmla="*/ 911442 h 6858000"/>
              <a:gd name="connsiteX798" fmla="*/ 5648971 w 7467600"/>
              <a:gd name="connsiteY798" fmla="*/ 891331 h 6858000"/>
              <a:gd name="connsiteX799" fmla="*/ 5844807 w 7467600"/>
              <a:gd name="connsiteY799" fmla="*/ 870718 h 6858000"/>
              <a:gd name="connsiteX800" fmla="*/ 5862975 w 7467600"/>
              <a:gd name="connsiteY800" fmla="*/ 869756 h 6858000"/>
              <a:gd name="connsiteX801" fmla="*/ 5920887 w 7467600"/>
              <a:gd name="connsiteY801" fmla="*/ 865929 h 6858000"/>
              <a:gd name="connsiteX802" fmla="*/ 5504425 w 7467600"/>
              <a:gd name="connsiteY802" fmla="*/ 848067 h 6858000"/>
              <a:gd name="connsiteX803" fmla="*/ 3607114 w 7467600"/>
              <a:gd name="connsiteY803" fmla="*/ 467441 h 6858000"/>
              <a:gd name="connsiteX804" fmla="*/ 3296242 w 7467600"/>
              <a:gd name="connsiteY804" fmla="*/ 807991 h 6858000"/>
              <a:gd name="connsiteX805" fmla="*/ 3174674 w 7467600"/>
              <a:gd name="connsiteY805" fmla="*/ 919759 h 6858000"/>
              <a:gd name="connsiteX806" fmla="*/ 3042978 w 7467600"/>
              <a:gd name="connsiteY806" fmla="*/ 1054894 h 6858000"/>
              <a:gd name="connsiteX807" fmla="*/ 2968914 w 7467600"/>
              <a:gd name="connsiteY807" fmla="*/ 1133756 h 6858000"/>
              <a:gd name="connsiteX808" fmla="*/ 3103823 w 7467600"/>
              <a:gd name="connsiteY808" fmla="*/ 1026814 h 6858000"/>
              <a:gd name="connsiteX809" fmla="*/ 3607114 w 7467600"/>
              <a:gd name="connsiteY809" fmla="*/ 467441 h 6858000"/>
              <a:gd name="connsiteX810" fmla="*/ 3744487 w 7467600"/>
              <a:gd name="connsiteY810" fmla="*/ 383136 h 6858000"/>
              <a:gd name="connsiteX811" fmla="*/ 3970213 w 7467600"/>
              <a:gd name="connsiteY811" fmla="*/ 995559 h 6858000"/>
              <a:gd name="connsiteX812" fmla="*/ 3744487 w 7467600"/>
              <a:gd name="connsiteY812" fmla="*/ 383136 h 6858000"/>
              <a:gd name="connsiteX813" fmla="*/ 3624562 w 7467600"/>
              <a:gd name="connsiteY813" fmla="*/ 367041 h 6858000"/>
              <a:gd name="connsiteX814" fmla="*/ 3489712 w 7467600"/>
              <a:gd name="connsiteY814" fmla="*/ 485386 h 6858000"/>
              <a:gd name="connsiteX815" fmla="*/ 3182994 w 7467600"/>
              <a:gd name="connsiteY815" fmla="*/ 828265 h 6858000"/>
              <a:gd name="connsiteX816" fmla="*/ 2892114 w 7467600"/>
              <a:gd name="connsiteY816" fmla="*/ 1172635 h 6858000"/>
              <a:gd name="connsiteX817" fmla="*/ 3021459 w 7467600"/>
              <a:gd name="connsiteY817" fmla="*/ 1035385 h 6858000"/>
              <a:gd name="connsiteX818" fmla="*/ 3153873 w 7467600"/>
              <a:gd name="connsiteY818" fmla="*/ 898971 h 6858000"/>
              <a:gd name="connsiteX819" fmla="*/ 3276511 w 7467600"/>
              <a:gd name="connsiteY819" fmla="*/ 786423 h 6858000"/>
              <a:gd name="connsiteX820" fmla="*/ 3584154 w 7467600"/>
              <a:gd name="connsiteY820" fmla="*/ 448218 h 6858000"/>
              <a:gd name="connsiteX821" fmla="*/ 3624562 w 7467600"/>
              <a:gd name="connsiteY821" fmla="*/ 367041 h 6858000"/>
              <a:gd name="connsiteX822" fmla="*/ 3766672 w 7467600"/>
              <a:gd name="connsiteY822" fmla="*/ 359429 h 6858000"/>
              <a:gd name="connsiteX823" fmla="*/ 3996338 w 7467600"/>
              <a:gd name="connsiteY823" fmla="*/ 968237 h 6858000"/>
              <a:gd name="connsiteX824" fmla="*/ 3766672 w 7467600"/>
              <a:gd name="connsiteY824" fmla="*/ 359429 h 6858000"/>
              <a:gd name="connsiteX825" fmla="*/ 5805386 w 7467600"/>
              <a:gd name="connsiteY825" fmla="*/ 239240 h 6858000"/>
              <a:gd name="connsiteX826" fmla="*/ 5736947 w 7467600"/>
              <a:gd name="connsiteY826" fmla="*/ 261367 h 6858000"/>
              <a:gd name="connsiteX827" fmla="*/ 5427012 w 7467600"/>
              <a:gd name="connsiteY827" fmla="*/ 311272 h 6858000"/>
              <a:gd name="connsiteX828" fmla="*/ 5147818 w 7467600"/>
              <a:gd name="connsiteY828" fmla="*/ 322112 h 6858000"/>
              <a:gd name="connsiteX829" fmla="*/ 5060854 w 7467600"/>
              <a:gd name="connsiteY829" fmla="*/ 311882 h 6858000"/>
              <a:gd name="connsiteX830" fmla="*/ 4945989 w 7467600"/>
              <a:gd name="connsiteY830" fmla="*/ 300516 h 6858000"/>
              <a:gd name="connsiteX831" fmla="*/ 5410479 w 7467600"/>
              <a:gd name="connsiteY831" fmla="*/ 348434 h 6858000"/>
              <a:gd name="connsiteX832" fmla="*/ 5805386 w 7467600"/>
              <a:gd name="connsiteY832" fmla="*/ 239240 h 6858000"/>
              <a:gd name="connsiteX833" fmla="*/ 5905192 w 7467600"/>
              <a:gd name="connsiteY833" fmla="*/ 163079 h 6858000"/>
              <a:gd name="connsiteX834" fmla="*/ 5865655 w 7467600"/>
              <a:gd name="connsiteY834" fmla="*/ 171901 h 6858000"/>
              <a:gd name="connsiteX835" fmla="*/ 5259740 w 7467600"/>
              <a:gd name="connsiteY835" fmla="*/ 257013 h 6858000"/>
              <a:gd name="connsiteX836" fmla="*/ 5208466 w 7467600"/>
              <a:gd name="connsiteY836" fmla="*/ 257550 h 6858000"/>
              <a:gd name="connsiteX837" fmla="*/ 4980204 w 7467600"/>
              <a:gd name="connsiteY837" fmla="*/ 271903 h 6858000"/>
              <a:gd name="connsiteX838" fmla="*/ 5068068 w 7467600"/>
              <a:gd name="connsiteY838" fmla="*/ 282244 h 6858000"/>
              <a:gd name="connsiteX839" fmla="*/ 5153231 w 7467600"/>
              <a:gd name="connsiteY839" fmla="*/ 292240 h 6858000"/>
              <a:gd name="connsiteX840" fmla="*/ 5426491 w 7467600"/>
              <a:gd name="connsiteY840" fmla="*/ 281128 h 6858000"/>
              <a:gd name="connsiteX841" fmla="*/ 5731212 w 7467600"/>
              <a:gd name="connsiteY841" fmla="*/ 231951 h 6858000"/>
              <a:gd name="connsiteX842" fmla="*/ 5905192 w 7467600"/>
              <a:gd name="connsiteY842" fmla="*/ 163079 h 6858000"/>
              <a:gd name="connsiteX843" fmla="*/ 5944437 w 7467600"/>
              <a:gd name="connsiteY843" fmla="*/ 113829 h 6858000"/>
              <a:gd name="connsiteX844" fmla="*/ 5825032 w 7467600"/>
              <a:gd name="connsiteY844" fmla="*/ 146405 h 6858000"/>
              <a:gd name="connsiteX845" fmla="*/ 4955599 w 7467600"/>
              <a:gd name="connsiteY845" fmla="*/ 247008 h 6858000"/>
              <a:gd name="connsiteX846" fmla="*/ 5210104 w 7467600"/>
              <a:gd name="connsiteY846" fmla="*/ 228123 h 6858000"/>
              <a:gd name="connsiteX847" fmla="*/ 5261015 w 7467600"/>
              <a:gd name="connsiteY847" fmla="*/ 227087 h 6858000"/>
              <a:gd name="connsiteX848" fmla="*/ 5861181 w 7467600"/>
              <a:gd name="connsiteY848" fmla="*/ 143093 h 6858000"/>
              <a:gd name="connsiteX849" fmla="*/ 5961252 w 7467600"/>
              <a:gd name="connsiteY849" fmla="*/ 114820 h 6858000"/>
              <a:gd name="connsiteX850" fmla="*/ 5944437 w 7467600"/>
              <a:gd name="connsiteY850" fmla="*/ 113829 h 6858000"/>
              <a:gd name="connsiteX851" fmla="*/ 3882765 w 7467600"/>
              <a:gd name="connsiteY851" fmla="*/ 0 h 6858000"/>
              <a:gd name="connsiteX852" fmla="*/ 3995099 w 7467600"/>
              <a:gd name="connsiteY852" fmla="*/ 0 h 6858000"/>
              <a:gd name="connsiteX853" fmla="*/ 4163818 w 7467600"/>
              <a:gd name="connsiteY853" fmla="*/ 234104 h 6858000"/>
              <a:gd name="connsiteX854" fmla="*/ 4172099 w 7467600"/>
              <a:gd name="connsiteY854" fmla="*/ 234207 h 6858000"/>
              <a:gd name="connsiteX855" fmla="*/ 4784282 w 7467600"/>
              <a:gd name="connsiteY855" fmla="*/ 276561 h 6858000"/>
              <a:gd name="connsiteX856" fmla="*/ 4801687 w 7467600"/>
              <a:gd name="connsiteY856" fmla="*/ 267764 h 6858000"/>
              <a:gd name="connsiteX857" fmla="*/ 6082788 w 7467600"/>
              <a:gd name="connsiteY857" fmla="*/ 64119 h 6858000"/>
              <a:gd name="connsiteX858" fmla="*/ 6099442 w 7467600"/>
              <a:gd name="connsiteY858" fmla="*/ 82568 h 6858000"/>
              <a:gd name="connsiteX859" fmla="*/ 4804137 w 7467600"/>
              <a:gd name="connsiteY859" fmla="*/ 320931 h 6858000"/>
              <a:gd name="connsiteX860" fmla="*/ 4227047 w 7467600"/>
              <a:gd name="connsiteY860" fmla="*/ 313415 h 6858000"/>
              <a:gd name="connsiteX861" fmla="*/ 4346041 w 7467600"/>
              <a:gd name="connsiteY861" fmla="*/ 456086 h 6858000"/>
              <a:gd name="connsiteX862" fmla="*/ 4870967 w 7467600"/>
              <a:gd name="connsiteY862" fmla="*/ 963061 h 6858000"/>
              <a:gd name="connsiteX863" fmla="*/ 4889647 w 7467600"/>
              <a:gd name="connsiteY863" fmla="*/ 957147 h 6858000"/>
              <a:gd name="connsiteX864" fmla="*/ 5422504 w 7467600"/>
              <a:gd name="connsiteY864" fmla="*/ 805191 h 6858000"/>
              <a:gd name="connsiteX865" fmla="*/ 6087656 w 7467600"/>
              <a:gd name="connsiteY865" fmla="*/ 826703 h 6858000"/>
              <a:gd name="connsiteX866" fmla="*/ 6058717 w 7467600"/>
              <a:gd name="connsiteY866" fmla="*/ 865992 h 6858000"/>
              <a:gd name="connsiteX867" fmla="*/ 4974153 w 7467600"/>
              <a:gd name="connsiteY867" fmla="*/ 1045456 h 6858000"/>
              <a:gd name="connsiteX868" fmla="*/ 5627835 w 7467600"/>
              <a:gd name="connsiteY868" fmla="*/ 1472077 h 6858000"/>
              <a:gd name="connsiteX869" fmla="*/ 5629817 w 7467600"/>
              <a:gd name="connsiteY869" fmla="*/ 1471412 h 6858000"/>
              <a:gd name="connsiteX870" fmla="*/ 5634124 w 7467600"/>
              <a:gd name="connsiteY870" fmla="*/ 1470572 h 6858000"/>
              <a:gd name="connsiteX871" fmla="*/ 5755832 w 7467600"/>
              <a:gd name="connsiteY871" fmla="*/ 1383886 h 6858000"/>
              <a:gd name="connsiteX872" fmla="*/ 6014186 w 7467600"/>
              <a:gd name="connsiteY872" fmla="*/ 1279799 h 6858000"/>
              <a:gd name="connsiteX873" fmla="*/ 6901619 w 7467600"/>
              <a:gd name="connsiteY873" fmla="*/ 1047874 h 6858000"/>
              <a:gd name="connsiteX874" fmla="*/ 6931566 w 7467600"/>
              <a:gd name="connsiteY874" fmla="*/ 1062034 h 6858000"/>
              <a:gd name="connsiteX875" fmla="*/ 5790982 w 7467600"/>
              <a:gd name="connsiteY875" fmla="*/ 1561380 h 6858000"/>
              <a:gd name="connsiteX876" fmla="*/ 6188971 w 7467600"/>
              <a:gd name="connsiteY876" fmla="*/ 1755168 h 6858000"/>
              <a:gd name="connsiteX877" fmla="*/ 6202446 w 7467600"/>
              <a:gd name="connsiteY877" fmla="*/ 1752268 h 6858000"/>
              <a:gd name="connsiteX878" fmla="*/ 7179560 w 7467600"/>
              <a:gd name="connsiteY878" fmla="*/ 1467551 h 6858000"/>
              <a:gd name="connsiteX879" fmla="*/ 7158730 w 7467600"/>
              <a:gd name="connsiteY879" fmla="*/ 1507835 h 6858000"/>
              <a:gd name="connsiteX880" fmla="*/ 6326959 w 7467600"/>
              <a:gd name="connsiteY880" fmla="*/ 1817686 h 6858000"/>
              <a:gd name="connsiteX881" fmla="*/ 6537433 w 7467600"/>
              <a:gd name="connsiteY881" fmla="*/ 1907790 h 6858000"/>
              <a:gd name="connsiteX882" fmla="*/ 6550221 w 7467600"/>
              <a:gd name="connsiteY882" fmla="*/ 1910729 h 6858000"/>
              <a:gd name="connsiteX883" fmla="*/ 6964438 w 7467600"/>
              <a:gd name="connsiteY883" fmla="*/ 2209505 h 6858000"/>
              <a:gd name="connsiteX884" fmla="*/ 7367862 w 7467600"/>
              <a:gd name="connsiteY884" fmla="*/ 2806833 h 6858000"/>
              <a:gd name="connsiteX885" fmla="*/ 7364329 w 7467600"/>
              <a:gd name="connsiteY885" fmla="*/ 2826907 h 6858000"/>
              <a:gd name="connsiteX886" fmla="*/ 7290545 w 7467600"/>
              <a:gd name="connsiteY886" fmla="*/ 2850663 h 6858000"/>
              <a:gd name="connsiteX887" fmla="*/ 6472036 w 7467600"/>
              <a:gd name="connsiteY887" fmla="*/ 1959003 h 6858000"/>
              <a:gd name="connsiteX888" fmla="*/ 5792897 w 7467600"/>
              <a:gd name="connsiteY888" fmla="*/ 1647747 h 6858000"/>
              <a:gd name="connsiteX889" fmla="*/ 5842751 w 7467600"/>
              <a:gd name="connsiteY889" fmla="*/ 1816112 h 6858000"/>
              <a:gd name="connsiteX890" fmla="*/ 5847424 w 7467600"/>
              <a:gd name="connsiteY890" fmla="*/ 1815776 h 6858000"/>
              <a:gd name="connsiteX891" fmla="*/ 6399821 w 7467600"/>
              <a:gd name="connsiteY891" fmla="*/ 2344799 h 6858000"/>
              <a:gd name="connsiteX892" fmla="*/ 6323232 w 7467600"/>
              <a:gd name="connsiteY892" fmla="*/ 2389634 h 6858000"/>
              <a:gd name="connsiteX893" fmla="*/ 5942958 w 7467600"/>
              <a:gd name="connsiteY893" fmla="*/ 2077708 h 6858000"/>
              <a:gd name="connsiteX894" fmla="*/ 5921559 w 7467600"/>
              <a:gd name="connsiteY894" fmla="*/ 2378596 h 6858000"/>
              <a:gd name="connsiteX895" fmla="*/ 5817651 w 7467600"/>
              <a:gd name="connsiteY895" fmla="*/ 3023919 h 6858000"/>
              <a:gd name="connsiteX896" fmla="*/ 5729634 w 7467600"/>
              <a:gd name="connsiteY896" fmla="*/ 3051849 h 6858000"/>
              <a:gd name="connsiteX897" fmla="*/ 5611018 w 7467600"/>
              <a:gd name="connsiteY897" fmla="*/ 2316769 h 6858000"/>
              <a:gd name="connsiteX898" fmla="*/ 5687608 w 7467600"/>
              <a:gd name="connsiteY898" fmla="*/ 2039972 h 6858000"/>
              <a:gd name="connsiteX899" fmla="*/ 5657554 w 7467600"/>
              <a:gd name="connsiteY899" fmla="*/ 1576445 h 6858000"/>
              <a:gd name="connsiteX900" fmla="*/ 5150475 w 7467600"/>
              <a:gd name="connsiteY900" fmla="*/ 1274012 h 6858000"/>
              <a:gd name="connsiteX901" fmla="*/ 5349142 w 7467600"/>
              <a:gd name="connsiteY901" fmla="*/ 2204405 h 6858000"/>
              <a:gd name="connsiteX902" fmla="*/ 5262214 w 7467600"/>
              <a:gd name="connsiteY902" fmla="*/ 2233836 h 6858000"/>
              <a:gd name="connsiteX903" fmla="*/ 4981539 w 7467600"/>
              <a:gd name="connsiteY903" fmla="*/ 1542201 h 6858000"/>
              <a:gd name="connsiteX904" fmla="*/ 4958461 w 7467600"/>
              <a:gd name="connsiteY904" fmla="*/ 1136957 h 6858000"/>
              <a:gd name="connsiteX905" fmla="*/ 4655015 w 7467600"/>
              <a:gd name="connsiteY905" fmla="*/ 891426 h 6858000"/>
              <a:gd name="connsiteX906" fmla="*/ 4348002 w 7467600"/>
              <a:gd name="connsiteY906" fmla="*/ 2205895 h 6858000"/>
              <a:gd name="connsiteX907" fmla="*/ 4262250 w 7467600"/>
              <a:gd name="connsiteY907" fmla="*/ 2219972 h 6858000"/>
              <a:gd name="connsiteX908" fmla="*/ 4550611 w 7467600"/>
              <a:gd name="connsiteY908" fmla="*/ 817540 h 6858000"/>
              <a:gd name="connsiteX909" fmla="*/ 4564418 w 7467600"/>
              <a:gd name="connsiteY909" fmla="*/ 808293 h 6858000"/>
              <a:gd name="connsiteX910" fmla="*/ 4266388 w 7467600"/>
              <a:gd name="connsiteY910" fmla="*/ 500083 h 6858000"/>
              <a:gd name="connsiteX911" fmla="*/ 4032842 w 7467600"/>
              <a:gd name="connsiteY911" fmla="*/ 211809 h 6858000"/>
              <a:gd name="connsiteX912" fmla="*/ 3882765 w 7467600"/>
              <a:gd name="connsiteY912" fmla="*/ 0 h 6858000"/>
              <a:gd name="connsiteX913" fmla="*/ 3721337 w 7467600"/>
              <a:gd name="connsiteY913" fmla="*/ 0 h 6858000"/>
              <a:gd name="connsiteX914" fmla="*/ 3797544 w 7467600"/>
              <a:gd name="connsiteY914" fmla="*/ 0 h 6858000"/>
              <a:gd name="connsiteX915" fmla="*/ 3775734 w 7467600"/>
              <a:gd name="connsiteY915" fmla="*/ 95131 h 6858000"/>
              <a:gd name="connsiteX916" fmla="*/ 3724807 w 7467600"/>
              <a:gd name="connsiteY916" fmla="*/ 272257 h 6858000"/>
              <a:gd name="connsiteX917" fmla="*/ 3726844 w 7467600"/>
              <a:gd name="connsiteY917" fmla="*/ 282988 h 6858000"/>
              <a:gd name="connsiteX918" fmla="*/ 3742664 w 7467600"/>
              <a:gd name="connsiteY918" fmla="*/ 279918 h 6858000"/>
              <a:gd name="connsiteX919" fmla="*/ 4103910 w 7467600"/>
              <a:gd name="connsiteY919" fmla="*/ 1161917 h 6858000"/>
              <a:gd name="connsiteX920" fmla="*/ 4020269 w 7467600"/>
              <a:gd name="connsiteY920" fmla="*/ 1200406 h 6858000"/>
              <a:gd name="connsiteX921" fmla="*/ 3674882 w 7467600"/>
              <a:gd name="connsiteY921" fmla="*/ 488524 h 6858000"/>
              <a:gd name="connsiteX922" fmla="*/ 3132682 w 7467600"/>
              <a:gd name="connsiteY922" fmla="*/ 1072284 h 6858000"/>
              <a:gd name="connsiteX923" fmla="*/ 2716346 w 7467600"/>
              <a:gd name="connsiteY923" fmla="*/ 1276376 h 6858000"/>
              <a:gd name="connsiteX924" fmla="*/ 2716772 w 7467600"/>
              <a:gd name="connsiteY924" fmla="*/ 1255462 h 6858000"/>
              <a:gd name="connsiteX925" fmla="*/ 3471096 w 7467600"/>
              <a:gd name="connsiteY925" fmla="*/ 437072 h 6858000"/>
              <a:gd name="connsiteX926" fmla="*/ 3639057 w 7467600"/>
              <a:gd name="connsiteY926" fmla="*/ 286334 h 6858000"/>
              <a:gd name="connsiteX927" fmla="*/ 3640309 w 7467600"/>
              <a:gd name="connsiteY927" fmla="*/ 284664 h 6858000"/>
              <a:gd name="connsiteX928" fmla="*/ 3646022 w 7467600"/>
              <a:gd name="connsiteY928" fmla="*/ 276711 h 6858000"/>
              <a:gd name="connsiteX929" fmla="*/ 3707943 w 7467600"/>
              <a:gd name="connsiteY929" fmla="*/ 65958 h 6858000"/>
              <a:gd name="connsiteX930" fmla="*/ 3721337 w 7467600"/>
              <a:gd name="connsiteY930" fmla="*/ 0 h 6858000"/>
              <a:gd name="connsiteX931" fmla="*/ 2867960 w 7467600"/>
              <a:gd name="connsiteY931" fmla="*/ 0 h 6858000"/>
              <a:gd name="connsiteX932" fmla="*/ 2926351 w 7467600"/>
              <a:gd name="connsiteY932" fmla="*/ 0 h 6858000"/>
              <a:gd name="connsiteX933" fmla="*/ 2902823 w 7467600"/>
              <a:gd name="connsiteY933" fmla="*/ 262929 h 6858000"/>
              <a:gd name="connsiteX934" fmla="*/ 2940663 w 7467600"/>
              <a:gd name="connsiteY934" fmla="*/ 140884 h 6858000"/>
              <a:gd name="connsiteX935" fmla="*/ 2947039 w 7467600"/>
              <a:gd name="connsiteY935" fmla="*/ 122524 h 6858000"/>
              <a:gd name="connsiteX936" fmla="*/ 2984316 w 7467600"/>
              <a:gd name="connsiteY936" fmla="*/ 0 h 6858000"/>
              <a:gd name="connsiteX937" fmla="*/ 3016114 w 7467600"/>
              <a:gd name="connsiteY937" fmla="*/ 0 h 6858000"/>
              <a:gd name="connsiteX938" fmla="*/ 2979949 w 7467600"/>
              <a:gd name="connsiteY938" fmla="*/ 119274 h 6858000"/>
              <a:gd name="connsiteX939" fmla="*/ 3023879 w 7467600"/>
              <a:gd name="connsiteY939" fmla="*/ 0 h 6858000"/>
              <a:gd name="connsiteX940" fmla="*/ 3105400 w 7467600"/>
              <a:gd name="connsiteY940" fmla="*/ 0 h 6858000"/>
              <a:gd name="connsiteX941" fmla="*/ 3094669 w 7467600"/>
              <a:gd name="connsiteY941" fmla="*/ 30308 h 6858000"/>
              <a:gd name="connsiteX942" fmla="*/ 2901945 w 7467600"/>
              <a:gd name="connsiteY942" fmla="*/ 466538 h 6858000"/>
              <a:gd name="connsiteX943" fmla="*/ 2815209 w 7467600"/>
              <a:gd name="connsiteY943" fmla="*/ 497361 h 6858000"/>
              <a:gd name="connsiteX944" fmla="*/ 2844845 w 7467600"/>
              <a:gd name="connsiteY944" fmla="*/ 127638 h 6858000"/>
              <a:gd name="connsiteX945" fmla="*/ 2867960 w 7467600"/>
              <a:gd name="connsiteY945" fmla="*/ 0 h 6858000"/>
              <a:gd name="connsiteX946" fmla="*/ 1057230 w 7467600"/>
              <a:gd name="connsiteY946" fmla="*/ 0 h 6858000"/>
              <a:gd name="connsiteX947" fmla="*/ 1111003 w 7467600"/>
              <a:gd name="connsiteY947" fmla="*/ 0 h 6858000"/>
              <a:gd name="connsiteX948" fmla="*/ 1125553 w 7467600"/>
              <a:gd name="connsiteY948" fmla="*/ 52588 h 6858000"/>
              <a:gd name="connsiteX949" fmla="*/ 1304276 w 7467600"/>
              <a:gd name="connsiteY949" fmla="*/ 476275 h 6858000"/>
              <a:gd name="connsiteX950" fmla="*/ 1492066 w 7467600"/>
              <a:gd name="connsiteY950" fmla="*/ 886333 h 6858000"/>
              <a:gd name="connsiteX951" fmla="*/ 1423698 w 7467600"/>
              <a:gd name="connsiteY951" fmla="*/ 710817 h 6858000"/>
              <a:gd name="connsiteX952" fmla="*/ 1357609 w 7467600"/>
              <a:gd name="connsiteY952" fmla="*/ 532892 h 6858000"/>
              <a:gd name="connsiteX953" fmla="*/ 1309550 w 7467600"/>
              <a:gd name="connsiteY953" fmla="*/ 374031 h 6858000"/>
              <a:gd name="connsiteX954" fmla="*/ 1193673 w 7467600"/>
              <a:gd name="connsiteY954" fmla="*/ 49533 h 6858000"/>
              <a:gd name="connsiteX955" fmla="*/ 1164391 w 7467600"/>
              <a:gd name="connsiteY955" fmla="*/ 0 h 6858000"/>
              <a:gd name="connsiteX956" fmla="*/ 1200666 w 7467600"/>
              <a:gd name="connsiteY956" fmla="*/ 0 h 6858000"/>
              <a:gd name="connsiteX957" fmla="*/ 1223408 w 7467600"/>
              <a:gd name="connsiteY957" fmla="*/ 38996 h 6858000"/>
              <a:gd name="connsiteX958" fmla="*/ 1339635 w 7467600"/>
              <a:gd name="connsiteY958" fmla="*/ 365517 h 6858000"/>
              <a:gd name="connsiteX959" fmla="*/ 1387469 w 7467600"/>
              <a:gd name="connsiteY959" fmla="*/ 523079 h 6858000"/>
              <a:gd name="connsiteX960" fmla="*/ 1452685 w 7467600"/>
              <a:gd name="connsiteY960" fmla="*/ 699806 h 6858000"/>
              <a:gd name="connsiteX961" fmla="*/ 1492092 w 7467600"/>
              <a:gd name="connsiteY961" fmla="*/ 800424 h 6858000"/>
              <a:gd name="connsiteX962" fmla="*/ 1455302 w 7467600"/>
              <a:gd name="connsiteY962" fmla="*/ 632913 h 6858000"/>
              <a:gd name="connsiteX963" fmla="*/ 1222336 w 7467600"/>
              <a:gd name="connsiteY963" fmla="*/ 9480 h 6858000"/>
              <a:gd name="connsiteX964" fmla="*/ 1214634 w 7467600"/>
              <a:gd name="connsiteY964" fmla="*/ 0 h 6858000"/>
              <a:gd name="connsiteX965" fmla="*/ 1289827 w 7467600"/>
              <a:gd name="connsiteY965" fmla="*/ 0 h 6858000"/>
              <a:gd name="connsiteX966" fmla="*/ 1321076 w 7467600"/>
              <a:gd name="connsiteY966" fmla="*/ 59722 h 6858000"/>
              <a:gd name="connsiteX967" fmla="*/ 1512579 w 7467600"/>
              <a:gd name="connsiteY967" fmla="*/ 626441 h 6858000"/>
              <a:gd name="connsiteX968" fmla="*/ 1506076 w 7467600"/>
              <a:gd name="connsiteY968" fmla="*/ 1089289 h 6858000"/>
              <a:gd name="connsiteX969" fmla="*/ 1486346 w 7467600"/>
              <a:gd name="connsiteY969" fmla="*/ 1079919 h 6858000"/>
              <a:gd name="connsiteX970" fmla="*/ 1070511 w 7467600"/>
              <a:gd name="connsiteY970" fmla="*/ 48609 h 6858000"/>
              <a:gd name="connsiteX971" fmla="*/ 1057230 w 7467600"/>
              <a:gd name="connsiteY971" fmla="*/ 0 h 6858000"/>
              <a:gd name="connsiteX972" fmla="*/ 43151 w 7467600"/>
              <a:gd name="connsiteY972" fmla="*/ 0 h 6858000"/>
              <a:gd name="connsiteX973" fmla="*/ 95283 w 7467600"/>
              <a:gd name="connsiteY973" fmla="*/ 0 h 6858000"/>
              <a:gd name="connsiteX974" fmla="*/ 300708 w 7467600"/>
              <a:gd name="connsiteY974" fmla="*/ 154571 h 6858000"/>
              <a:gd name="connsiteX975" fmla="*/ 530414 w 7467600"/>
              <a:gd name="connsiteY975" fmla="*/ 354673 h 6858000"/>
              <a:gd name="connsiteX976" fmla="*/ 333785 w 7467600"/>
              <a:gd name="connsiteY976" fmla="*/ 161564 h 6858000"/>
              <a:gd name="connsiteX977" fmla="*/ 147005 w 7467600"/>
              <a:gd name="connsiteY977" fmla="*/ 0 h 6858000"/>
              <a:gd name="connsiteX978" fmla="*/ 272509 w 7467600"/>
              <a:gd name="connsiteY978" fmla="*/ 0 h 6858000"/>
              <a:gd name="connsiteX979" fmla="*/ 326276 w 7467600"/>
              <a:gd name="connsiteY979" fmla="*/ 45847 h 6858000"/>
              <a:gd name="connsiteX980" fmla="*/ 823759 w 7467600"/>
              <a:gd name="connsiteY980" fmla="*/ 574145 h 6858000"/>
              <a:gd name="connsiteX981" fmla="*/ 811254 w 7467600"/>
              <a:gd name="connsiteY981" fmla="*/ 665546 h 6858000"/>
              <a:gd name="connsiteX982" fmla="*/ 154042 w 7467600"/>
              <a:gd name="connsiteY982" fmla="*/ 261522 h 6858000"/>
              <a:gd name="connsiteX983" fmla="*/ 13550 w 7467600"/>
              <a:gd name="connsiteY983" fmla="*/ 158423 h 6858000"/>
              <a:gd name="connsiteX984" fmla="*/ 0 w 7467600"/>
              <a:gd name="connsiteY984" fmla="*/ 146618 h 6858000"/>
              <a:gd name="connsiteX985" fmla="*/ 0 w 7467600"/>
              <a:gd name="connsiteY985" fmla="*/ 59161 h 6858000"/>
              <a:gd name="connsiteX986" fmla="*/ 45427 w 7467600"/>
              <a:gd name="connsiteY986" fmla="*/ 101078 h 6858000"/>
              <a:gd name="connsiteX987" fmla="*/ 630103 w 7467600"/>
              <a:gd name="connsiteY987" fmla="*/ 485885 h 6858000"/>
              <a:gd name="connsiteX988" fmla="*/ 532040 w 7467600"/>
              <a:gd name="connsiteY988" fmla="*/ 399359 h 6858000"/>
              <a:gd name="connsiteX989" fmla="*/ 517618 w 7467600"/>
              <a:gd name="connsiteY989" fmla="*/ 385726 h 6858000"/>
              <a:gd name="connsiteX990" fmla="*/ 285074 w 7467600"/>
              <a:gd name="connsiteY990" fmla="*/ 182755 h 6858000"/>
              <a:gd name="connsiteX991" fmla="*/ 43151 w 7467600"/>
              <a:gd name="connsiteY99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12201 w 7467600"/>
              <a:gd name="connsiteY134" fmla="*/ 5128278 h 6858000"/>
              <a:gd name="connsiteX135" fmla="*/ 1903353 w 7467600"/>
              <a:gd name="connsiteY135" fmla="*/ 5044827 h 6858000"/>
              <a:gd name="connsiteX136" fmla="*/ 1936931 w 7467600"/>
              <a:gd name="connsiteY136" fmla="*/ 5093954 h 6858000"/>
              <a:gd name="connsiteX137" fmla="*/ 2195868 w 7467600"/>
              <a:gd name="connsiteY137" fmla="*/ 5396574 h 6858000"/>
              <a:gd name="connsiteX138" fmla="*/ 2088852 w 7467600"/>
              <a:gd name="connsiteY138" fmla="*/ 5166123 h 6858000"/>
              <a:gd name="connsiteX139" fmla="*/ 1958241 w 7467600"/>
              <a:gd name="connsiteY139" fmla="*/ 5067955 h 6858000"/>
              <a:gd name="connsiteX140" fmla="*/ 1903353 w 7467600"/>
              <a:gd name="connsiteY140" fmla="*/ 5044827 h 6858000"/>
              <a:gd name="connsiteX141" fmla="*/ 1979378 w 7467600"/>
              <a:gd name="connsiteY141" fmla="*/ 4769504 h 6858000"/>
              <a:gd name="connsiteX142" fmla="*/ 2882120 w 7467600"/>
              <a:gd name="connsiteY142" fmla="*/ 5064547 h 6858000"/>
              <a:gd name="connsiteX143" fmla="*/ 2793103 w 7467600"/>
              <a:gd name="connsiteY143" fmla="*/ 5039699 h 6858000"/>
              <a:gd name="connsiteX144" fmla="*/ 2770041 w 7467600"/>
              <a:gd name="connsiteY144" fmla="*/ 5033634 h 6858000"/>
              <a:gd name="connsiteX145" fmla="*/ 1979378 w 7467600"/>
              <a:gd name="connsiteY145" fmla="*/ 4769504 h 6858000"/>
              <a:gd name="connsiteX146" fmla="*/ 1927410 w 7467600"/>
              <a:gd name="connsiteY146" fmla="*/ 4716164 h 6858000"/>
              <a:gd name="connsiteX147" fmla="*/ 1959587 w 7467600"/>
              <a:gd name="connsiteY147" fmla="*/ 4728849 h 6858000"/>
              <a:gd name="connsiteX148" fmla="*/ 2777707 w 7467600"/>
              <a:gd name="connsiteY148" fmla="*/ 5003991 h 6858000"/>
              <a:gd name="connsiteX149" fmla="*/ 2800768 w 7467600"/>
              <a:gd name="connsiteY149" fmla="*/ 5010056 h 6858000"/>
              <a:gd name="connsiteX150" fmla="*/ 2879408 w 7467600"/>
              <a:gd name="connsiteY150" fmla="*/ 5031590 h 6858000"/>
              <a:gd name="connsiteX151" fmla="*/ 2862295 w 7467600"/>
              <a:gd name="connsiteY151" fmla="*/ 5022958 h 6858000"/>
              <a:gd name="connsiteX152" fmla="*/ 2813343 w 7467600"/>
              <a:gd name="connsiteY152" fmla="*/ 4998369 h 6858000"/>
              <a:gd name="connsiteX153" fmla="*/ 2646245 w 7467600"/>
              <a:gd name="connsiteY153" fmla="*/ 4930999 h 6858000"/>
              <a:gd name="connsiteX154" fmla="*/ 1999243 w 7467600"/>
              <a:gd name="connsiteY154" fmla="*/ 4730524 h 6858000"/>
              <a:gd name="connsiteX155" fmla="*/ 1979527 w 7467600"/>
              <a:gd name="connsiteY155" fmla="*/ 4726651 h 6858000"/>
              <a:gd name="connsiteX156" fmla="*/ 1927410 w 7467600"/>
              <a:gd name="connsiteY156" fmla="*/ 4716164 h 6858000"/>
              <a:gd name="connsiteX157" fmla="*/ 1997014 w 7467600"/>
              <a:gd name="connsiteY157" fmla="*/ 4698007 h 6858000"/>
              <a:gd name="connsiteX158" fmla="*/ 2005458 w 7467600"/>
              <a:gd name="connsiteY158" fmla="*/ 4699540 h 6858000"/>
              <a:gd name="connsiteX159" fmla="*/ 2657186 w 7467600"/>
              <a:gd name="connsiteY159" fmla="*/ 4901687 h 6858000"/>
              <a:gd name="connsiteX160" fmla="*/ 2826662 w 7467600"/>
              <a:gd name="connsiteY160" fmla="*/ 4970362 h 6858000"/>
              <a:gd name="connsiteX161" fmla="*/ 2876100 w 7467600"/>
              <a:gd name="connsiteY161" fmla="*/ 4995397 h 6858000"/>
              <a:gd name="connsiteX162" fmla="*/ 3042600 w 7467600"/>
              <a:gd name="connsiteY162" fmla="*/ 5059532 h 6858000"/>
              <a:gd name="connsiteX163" fmla="*/ 1997014 w 7467600"/>
              <a:gd name="connsiteY163" fmla="*/ 4698007 h 6858000"/>
              <a:gd name="connsiteX164" fmla="*/ 2305292 w 7467600"/>
              <a:gd name="connsiteY164" fmla="*/ 4219492 h 6858000"/>
              <a:gd name="connsiteX165" fmla="*/ 3360922 w 7467600"/>
              <a:gd name="connsiteY165" fmla="*/ 4529373 h 6858000"/>
              <a:gd name="connsiteX166" fmla="*/ 3492420 w 7467600"/>
              <a:gd name="connsiteY166" fmla="*/ 4510145 h 6858000"/>
              <a:gd name="connsiteX167" fmla="*/ 3364086 w 7467600"/>
              <a:gd name="connsiteY167" fmla="*/ 4480340 h 6858000"/>
              <a:gd name="connsiteX168" fmla="*/ 3225818 w 7467600"/>
              <a:gd name="connsiteY168" fmla="*/ 4411822 h 6858000"/>
              <a:gd name="connsiteX169" fmla="*/ 3129696 w 7467600"/>
              <a:gd name="connsiteY169" fmla="*/ 4360704 h 6858000"/>
              <a:gd name="connsiteX170" fmla="*/ 2814545 w 7467600"/>
              <a:gd name="connsiteY170" fmla="*/ 4282955 h 6858000"/>
              <a:gd name="connsiteX171" fmla="*/ 2305292 w 7467600"/>
              <a:gd name="connsiteY171" fmla="*/ 4219492 h 6858000"/>
              <a:gd name="connsiteX172" fmla="*/ 2626982 w 7467600"/>
              <a:gd name="connsiteY172" fmla="*/ 4206450 h 6858000"/>
              <a:gd name="connsiteX173" fmla="*/ 2490617 w 7467600"/>
              <a:gd name="connsiteY173" fmla="*/ 4206951 h 6858000"/>
              <a:gd name="connsiteX174" fmla="*/ 2819869 w 7467600"/>
              <a:gd name="connsiteY174" fmla="*/ 4252936 h 6858000"/>
              <a:gd name="connsiteX175" fmla="*/ 3143018 w 7467600"/>
              <a:gd name="connsiteY175" fmla="*/ 4332698 h 6858000"/>
              <a:gd name="connsiteX176" fmla="*/ 3241520 w 7467600"/>
              <a:gd name="connsiteY176" fmla="*/ 4385112 h 6858000"/>
              <a:gd name="connsiteX177" fmla="*/ 3374575 w 7467600"/>
              <a:gd name="connsiteY177" fmla="*/ 4451517 h 6858000"/>
              <a:gd name="connsiteX178" fmla="*/ 3505221 w 7467600"/>
              <a:gd name="connsiteY178" fmla="*/ 4480757 h 6858000"/>
              <a:gd name="connsiteX179" fmla="*/ 2626982 w 7467600"/>
              <a:gd name="connsiteY179" fmla="*/ 4206450 h 6858000"/>
              <a:gd name="connsiteX180" fmla="*/ 1310106 w 7467600"/>
              <a:gd name="connsiteY180" fmla="*/ 3943217 h 6858000"/>
              <a:gd name="connsiteX181" fmla="*/ 854994 w 7467600"/>
              <a:gd name="connsiteY181" fmla="*/ 4399136 h 6858000"/>
              <a:gd name="connsiteX182" fmla="*/ 742462 w 7467600"/>
              <a:gd name="connsiteY182" fmla="*/ 4594648 h 6858000"/>
              <a:gd name="connsiteX183" fmla="*/ 820602 w 7467600"/>
              <a:gd name="connsiteY183" fmla="*/ 4485915 h 6858000"/>
              <a:gd name="connsiteX184" fmla="*/ 878295 w 7467600"/>
              <a:gd name="connsiteY184" fmla="*/ 4403594 h 6858000"/>
              <a:gd name="connsiteX185" fmla="*/ 1240607 w 7467600"/>
              <a:gd name="connsiteY185" fmla="*/ 4010401 h 6858000"/>
              <a:gd name="connsiteX186" fmla="*/ 1310106 w 7467600"/>
              <a:gd name="connsiteY186" fmla="*/ 3943217 h 6858000"/>
              <a:gd name="connsiteX187" fmla="*/ 1423113 w 7467600"/>
              <a:gd name="connsiteY187" fmla="*/ 3874565 h 6858000"/>
              <a:gd name="connsiteX188" fmla="*/ 1260565 w 7467600"/>
              <a:gd name="connsiteY188" fmla="*/ 4031982 h 6858000"/>
              <a:gd name="connsiteX189" fmla="*/ 901900 w 7467600"/>
              <a:gd name="connsiteY189" fmla="*/ 4421236 h 6858000"/>
              <a:gd name="connsiteX190" fmla="*/ 845044 w 7467600"/>
              <a:gd name="connsiteY190" fmla="*/ 4502436 h 6858000"/>
              <a:gd name="connsiteX191" fmla="*/ 685926 w 7467600"/>
              <a:gd name="connsiteY191" fmla="*/ 4703069 h 6858000"/>
              <a:gd name="connsiteX192" fmla="*/ 684248 w 7467600"/>
              <a:gd name="connsiteY192" fmla="*/ 4706721 h 6858000"/>
              <a:gd name="connsiteX193" fmla="*/ 1423113 w 7467600"/>
              <a:gd name="connsiteY193" fmla="*/ 3874565 h 6858000"/>
              <a:gd name="connsiteX194" fmla="*/ 3316479 w 7467600"/>
              <a:gd name="connsiteY194" fmla="*/ 3872136 h 6858000"/>
              <a:gd name="connsiteX195" fmla="*/ 3546806 w 7467600"/>
              <a:gd name="connsiteY195" fmla="*/ 4356139 h 6858000"/>
              <a:gd name="connsiteX196" fmla="*/ 3364433 w 7467600"/>
              <a:gd name="connsiteY196" fmla="*/ 3953121 h 6858000"/>
              <a:gd name="connsiteX197" fmla="*/ 3316479 w 7467600"/>
              <a:gd name="connsiteY197" fmla="*/ 3872136 h 6858000"/>
              <a:gd name="connsiteX198" fmla="*/ 3291335 w 7467600"/>
              <a:gd name="connsiteY198" fmla="*/ 3767420 h 6858000"/>
              <a:gd name="connsiteX199" fmla="*/ 3390805 w 7467600"/>
              <a:gd name="connsiteY199" fmla="*/ 3937163 h 6858000"/>
              <a:gd name="connsiteX200" fmla="*/ 3579062 w 7467600"/>
              <a:gd name="connsiteY200" fmla="*/ 4359040 h 6858000"/>
              <a:gd name="connsiteX201" fmla="*/ 3467355 w 7467600"/>
              <a:gd name="connsiteY201" fmla="*/ 3988130 h 6858000"/>
              <a:gd name="connsiteX202" fmla="*/ 3310753 w 7467600"/>
              <a:gd name="connsiteY202" fmla="*/ 3787140 h 6858000"/>
              <a:gd name="connsiteX203" fmla="*/ 3291335 w 7467600"/>
              <a:gd name="connsiteY203" fmla="*/ 3767420 h 6858000"/>
              <a:gd name="connsiteX204" fmla="*/ 1635889 w 7467600"/>
              <a:gd name="connsiteY204" fmla="*/ 3709494 h 6858000"/>
              <a:gd name="connsiteX205" fmla="*/ 1634800 w 7467600"/>
              <a:gd name="connsiteY205" fmla="*/ 3731111 h 6858000"/>
              <a:gd name="connsiteX206" fmla="*/ 1635889 w 7467600"/>
              <a:gd name="connsiteY206" fmla="*/ 3709494 h 6858000"/>
              <a:gd name="connsiteX207" fmla="*/ 1510397 w 7467600"/>
              <a:gd name="connsiteY207" fmla="*/ 3684705 h 6858000"/>
              <a:gd name="connsiteX208" fmla="*/ 1146550 w 7467600"/>
              <a:gd name="connsiteY208" fmla="*/ 3802012 h 6858000"/>
              <a:gd name="connsiteX209" fmla="*/ 698834 w 7467600"/>
              <a:gd name="connsiteY209" fmla="*/ 3952272 h 6858000"/>
              <a:gd name="connsiteX210" fmla="*/ 34256 w 7467600"/>
              <a:gd name="connsiteY210" fmla="*/ 4347603 h 6858000"/>
              <a:gd name="connsiteX211" fmla="*/ 527241 w 7467600"/>
              <a:gd name="connsiteY211" fmla="*/ 4065078 h 6858000"/>
              <a:gd name="connsiteX212" fmla="*/ 1510397 w 7467600"/>
              <a:gd name="connsiteY212" fmla="*/ 3684705 h 6858000"/>
              <a:gd name="connsiteX213" fmla="*/ 1313114 w 7467600"/>
              <a:gd name="connsiteY213" fmla="*/ 3655216 h 6858000"/>
              <a:gd name="connsiteX214" fmla="*/ 1109304 w 7467600"/>
              <a:gd name="connsiteY214" fmla="*/ 3669030 h 6858000"/>
              <a:gd name="connsiteX215" fmla="*/ 8129 w 7467600"/>
              <a:gd name="connsiteY215" fmla="*/ 4330519 h 6858000"/>
              <a:gd name="connsiteX216" fmla="*/ 687572 w 7467600"/>
              <a:gd name="connsiteY216" fmla="*/ 3925629 h 6858000"/>
              <a:gd name="connsiteX217" fmla="*/ 1138365 w 7467600"/>
              <a:gd name="connsiteY217" fmla="*/ 3774515 h 6858000"/>
              <a:gd name="connsiteX218" fmla="*/ 1505579 w 7467600"/>
              <a:gd name="connsiteY218" fmla="*/ 3655526 h 6858000"/>
              <a:gd name="connsiteX219" fmla="*/ 1313114 w 7467600"/>
              <a:gd name="connsiteY219" fmla="*/ 3655216 h 6858000"/>
              <a:gd name="connsiteX220" fmla="*/ 3655073 w 7467600"/>
              <a:gd name="connsiteY220" fmla="*/ 3650884 h 6858000"/>
              <a:gd name="connsiteX221" fmla="*/ 3989938 w 7467600"/>
              <a:gd name="connsiteY221" fmla="*/ 3991685 h 6858000"/>
              <a:gd name="connsiteX222" fmla="*/ 4393907 w 7467600"/>
              <a:gd name="connsiteY222" fmla="*/ 4261258 h 6858000"/>
              <a:gd name="connsiteX223" fmla="*/ 4648051 w 7467600"/>
              <a:gd name="connsiteY223" fmla="*/ 4374051 h 6858000"/>
              <a:gd name="connsiteX224" fmla="*/ 4383389 w 7467600"/>
              <a:gd name="connsiteY224" fmla="*/ 4184369 h 6858000"/>
              <a:gd name="connsiteX225" fmla="*/ 4165508 w 7467600"/>
              <a:gd name="connsiteY225" fmla="*/ 4035196 h 6858000"/>
              <a:gd name="connsiteX226" fmla="*/ 4068162 w 7467600"/>
              <a:gd name="connsiteY226" fmla="*/ 3953394 h 6858000"/>
              <a:gd name="connsiteX227" fmla="*/ 3981416 w 7467600"/>
              <a:gd name="connsiteY227" fmla="*/ 3880482 h 6858000"/>
              <a:gd name="connsiteX228" fmla="*/ 3800147 w 7467600"/>
              <a:gd name="connsiteY228" fmla="*/ 3749872 h 6858000"/>
              <a:gd name="connsiteX229" fmla="*/ 3655073 w 7467600"/>
              <a:gd name="connsiteY229" fmla="*/ 3650884 h 6858000"/>
              <a:gd name="connsiteX230" fmla="*/ 3670252 w 7467600"/>
              <a:gd name="connsiteY230" fmla="*/ 3622798 h 6858000"/>
              <a:gd name="connsiteX231" fmla="*/ 3817258 w 7467600"/>
              <a:gd name="connsiteY231" fmla="*/ 3723577 h 6858000"/>
              <a:gd name="connsiteX232" fmla="*/ 4000461 w 7467600"/>
              <a:gd name="connsiteY232" fmla="*/ 3855966 h 6858000"/>
              <a:gd name="connsiteX233" fmla="*/ 4088180 w 7467600"/>
              <a:gd name="connsiteY233" fmla="*/ 3929774 h 6858000"/>
              <a:gd name="connsiteX234" fmla="*/ 4184555 w 7467600"/>
              <a:gd name="connsiteY234" fmla="*/ 4010683 h 6858000"/>
              <a:gd name="connsiteX235" fmla="*/ 4399563 w 7467600"/>
              <a:gd name="connsiteY235" fmla="*/ 4158106 h 6858000"/>
              <a:gd name="connsiteX236" fmla="*/ 4684469 w 7467600"/>
              <a:gd name="connsiteY236" fmla="*/ 4364680 h 6858000"/>
              <a:gd name="connsiteX237" fmla="*/ 4690271 w 7467600"/>
              <a:gd name="connsiteY237" fmla="*/ 4370034 h 6858000"/>
              <a:gd name="connsiteX238" fmla="*/ 4136093 w 7467600"/>
              <a:gd name="connsiteY238" fmla="*/ 3858466 h 6858000"/>
              <a:gd name="connsiteX239" fmla="*/ 3670252 w 7467600"/>
              <a:gd name="connsiteY239" fmla="*/ 3622798 h 6858000"/>
              <a:gd name="connsiteX240" fmla="*/ 4440129 w 7467600"/>
              <a:gd name="connsiteY240" fmla="*/ 3448571 h 6858000"/>
              <a:gd name="connsiteX241" fmla="*/ 4856525 w 7467600"/>
              <a:gd name="connsiteY241" fmla="*/ 3915351 h 6858000"/>
              <a:gd name="connsiteX242" fmla="*/ 5059055 w 7467600"/>
              <a:gd name="connsiteY242" fmla="*/ 4108918 h 6858000"/>
              <a:gd name="connsiteX243" fmla="*/ 5290070 w 7467600"/>
              <a:gd name="connsiteY243" fmla="*/ 4263619 h 6858000"/>
              <a:gd name="connsiteX244" fmla="*/ 4834991 w 7467600"/>
              <a:gd name="connsiteY244" fmla="*/ 3830985 h 6858000"/>
              <a:gd name="connsiteX245" fmla="*/ 4440129 w 7467600"/>
              <a:gd name="connsiteY245" fmla="*/ 3448571 h 6858000"/>
              <a:gd name="connsiteX246" fmla="*/ 4441737 w 7467600"/>
              <a:gd name="connsiteY246" fmla="*/ 3399734 h 6858000"/>
              <a:gd name="connsiteX247" fmla="*/ 4431236 w 7467600"/>
              <a:gd name="connsiteY247" fmla="*/ 3400954 h 6858000"/>
              <a:gd name="connsiteX248" fmla="*/ 4557150 w 7467600"/>
              <a:gd name="connsiteY248" fmla="*/ 3510023 h 6858000"/>
              <a:gd name="connsiteX249" fmla="*/ 4856936 w 7467600"/>
              <a:gd name="connsiteY249" fmla="*/ 3809146 h 6858000"/>
              <a:gd name="connsiteX250" fmla="*/ 5111996 w 7467600"/>
              <a:gd name="connsiteY250" fmla="*/ 4065759 h 6858000"/>
              <a:gd name="connsiteX251" fmla="*/ 5388878 w 7467600"/>
              <a:gd name="connsiteY251" fmla="*/ 4300185 h 6858000"/>
              <a:gd name="connsiteX252" fmla="*/ 5425556 w 7467600"/>
              <a:gd name="connsiteY252" fmla="*/ 4308967 h 6858000"/>
              <a:gd name="connsiteX253" fmla="*/ 4943646 w 7467600"/>
              <a:gd name="connsiteY253" fmla="*/ 3822916 h 6858000"/>
              <a:gd name="connsiteX254" fmla="*/ 4594837 w 7467600"/>
              <a:gd name="connsiteY254" fmla="*/ 3532274 h 6858000"/>
              <a:gd name="connsiteX255" fmla="*/ 4441737 w 7467600"/>
              <a:gd name="connsiteY255" fmla="*/ 3399734 h 6858000"/>
              <a:gd name="connsiteX256" fmla="*/ 5425834 w 7467600"/>
              <a:gd name="connsiteY256" fmla="*/ 3162785 h 6858000"/>
              <a:gd name="connsiteX257" fmla="*/ 5401644 w 7467600"/>
              <a:gd name="connsiteY257" fmla="*/ 3617847 h 6858000"/>
              <a:gd name="connsiteX258" fmla="*/ 5467256 w 7467600"/>
              <a:gd name="connsiteY258" fmla="*/ 4175494 h 6858000"/>
              <a:gd name="connsiteX259" fmla="*/ 5448069 w 7467600"/>
              <a:gd name="connsiteY259" fmla="*/ 3567554 h 6858000"/>
              <a:gd name="connsiteX260" fmla="*/ 5425834 w 7467600"/>
              <a:gd name="connsiteY260" fmla="*/ 3162785 h 6858000"/>
              <a:gd name="connsiteX261" fmla="*/ 1318687 w 7467600"/>
              <a:gd name="connsiteY261" fmla="*/ 3113840 h 6858000"/>
              <a:gd name="connsiteX262" fmla="*/ 1066793 w 7467600"/>
              <a:gd name="connsiteY262" fmla="*/ 3212171 h 6858000"/>
              <a:gd name="connsiteX263" fmla="*/ 993319 w 7467600"/>
              <a:gd name="connsiteY263" fmla="*/ 3247648 h 6858000"/>
              <a:gd name="connsiteX264" fmla="*/ 853081 w 7467600"/>
              <a:gd name="connsiteY264" fmla="*/ 3312410 h 6858000"/>
              <a:gd name="connsiteX265" fmla="*/ 805957 w 7467600"/>
              <a:gd name="connsiteY265" fmla="*/ 3330443 h 6858000"/>
              <a:gd name="connsiteX266" fmla="*/ 1318687 w 7467600"/>
              <a:gd name="connsiteY266" fmla="*/ 3113840 h 6858000"/>
              <a:gd name="connsiteX267" fmla="*/ 5453702 w 7467600"/>
              <a:gd name="connsiteY267" fmla="*/ 3090882 h 6858000"/>
              <a:gd name="connsiteX268" fmla="*/ 5480135 w 7467600"/>
              <a:gd name="connsiteY268" fmla="*/ 3565802 h 6858000"/>
              <a:gd name="connsiteX269" fmla="*/ 5499023 w 7467600"/>
              <a:gd name="connsiteY269" fmla="*/ 4166310 h 6858000"/>
              <a:gd name="connsiteX270" fmla="*/ 5547022 w 7467600"/>
              <a:gd name="connsiteY270" fmla="*/ 3607838 h 6858000"/>
              <a:gd name="connsiteX271" fmla="*/ 5515964 w 7467600"/>
              <a:gd name="connsiteY271" fmla="*/ 3378541 h 6858000"/>
              <a:gd name="connsiteX272" fmla="*/ 5453702 w 7467600"/>
              <a:gd name="connsiteY272" fmla="*/ 3090882 h 6858000"/>
              <a:gd name="connsiteX273" fmla="*/ 1238695 w 7467600"/>
              <a:gd name="connsiteY273" fmla="*/ 3076820 h 6858000"/>
              <a:gd name="connsiteX274" fmla="*/ 716371 w 7467600"/>
              <a:gd name="connsiteY274" fmla="*/ 3293249 h 6858000"/>
              <a:gd name="connsiteX275" fmla="*/ 579522 w 7467600"/>
              <a:gd name="connsiteY275" fmla="*/ 3371759 h 6858000"/>
              <a:gd name="connsiteX276" fmla="*/ 600288 w 7467600"/>
              <a:gd name="connsiteY276" fmla="*/ 3365555 h 6858000"/>
              <a:gd name="connsiteX277" fmla="*/ 840692 w 7467600"/>
              <a:gd name="connsiteY277" fmla="*/ 3284921 h 6858000"/>
              <a:gd name="connsiteX278" fmla="*/ 979248 w 7467600"/>
              <a:gd name="connsiteY278" fmla="*/ 3221003 h 6858000"/>
              <a:gd name="connsiteX279" fmla="*/ 1053282 w 7467600"/>
              <a:gd name="connsiteY279" fmla="*/ 3185247 h 6858000"/>
              <a:gd name="connsiteX280" fmla="*/ 1320603 w 7467600"/>
              <a:gd name="connsiteY280" fmla="*/ 3081281 h 6858000"/>
              <a:gd name="connsiteX281" fmla="*/ 1238695 w 7467600"/>
              <a:gd name="connsiteY281" fmla="*/ 3076820 h 6858000"/>
              <a:gd name="connsiteX282" fmla="*/ 5425627 w 7467600"/>
              <a:gd name="connsiteY282" fmla="*/ 2954192 h 6858000"/>
              <a:gd name="connsiteX283" fmla="*/ 5470770 w 7467600"/>
              <a:gd name="connsiteY283" fmla="*/ 3005435 h 6858000"/>
              <a:gd name="connsiteX284" fmla="*/ 5519779 w 7467600"/>
              <a:gd name="connsiteY284" fmla="*/ 4359223 h 6858000"/>
              <a:gd name="connsiteX285" fmla="*/ 5520293 w 7467600"/>
              <a:gd name="connsiteY285" fmla="*/ 4360602 h 6858000"/>
              <a:gd name="connsiteX286" fmla="*/ 5767221 w 7467600"/>
              <a:gd name="connsiteY286" fmla="*/ 4665564 h 6858000"/>
              <a:gd name="connsiteX287" fmla="*/ 6937169 w 7467600"/>
              <a:gd name="connsiteY287" fmla="*/ 4815941 h 6858000"/>
              <a:gd name="connsiteX288" fmla="*/ 6953922 w 7467600"/>
              <a:gd name="connsiteY288" fmla="*/ 4890068 h 6858000"/>
              <a:gd name="connsiteX289" fmla="*/ 6071359 w 7467600"/>
              <a:gd name="connsiteY289" fmla="*/ 4770770 h 6858000"/>
              <a:gd name="connsiteX290" fmla="*/ 6038839 w 7467600"/>
              <a:gd name="connsiteY290" fmla="*/ 4764474 h 6858000"/>
              <a:gd name="connsiteX291" fmla="*/ 6038706 w 7467600"/>
              <a:gd name="connsiteY291" fmla="*/ 4763847 h 6858000"/>
              <a:gd name="connsiteX292" fmla="*/ 6037784 w 7467600"/>
              <a:gd name="connsiteY292" fmla="*/ 4764270 h 6858000"/>
              <a:gd name="connsiteX293" fmla="*/ 6038839 w 7467600"/>
              <a:gd name="connsiteY293" fmla="*/ 4764474 h 6858000"/>
              <a:gd name="connsiteX294" fmla="*/ 6040338 w 7467600"/>
              <a:gd name="connsiteY294" fmla="*/ 4771418 h 6858000"/>
              <a:gd name="connsiteX295" fmla="*/ 6024488 w 7467600"/>
              <a:gd name="connsiteY295" fmla="*/ 4809903 h 6858000"/>
              <a:gd name="connsiteX296" fmla="*/ 5599771 w 7467600"/>
              <a:gd name="connsiteY296" fmla="*/ 5509652 h 6858000"/>
              <a:gd name="connsiteX297" fmla="*/ 5548843 w 7467600"/>
              <a:gd name="connsiteY297" fmla="*/ 5563845 h 6858000"/>
              <a:gd name="connsiteX298" fmla="*/ 5940952 w 7467600"/>
              <a:gd name="connsiteY298" fmla="*/ 6250028 h 6858000"/>
              <a:gd name="connsiteX299" fmla="*/ 6043441 w 7467600"/>
              <a:gd name="connsiteY299" fmla="*/ 6665847 h 6858000"/>
              <a:gd name="connsiteX300" fmla="*/ 6093432 w 7467600"/>
              <a:gd name="connsiteY300" fmla="*/ 6858000 h 6858000"/>
              <a:gd name="connsiteX301" fmla="*/ 6034344 w 7467600"/>
              <a:gd name="connsiteY301" fmla="*/ 6858000 h 6858000"/>
              <a:gd name="connsiteX302" fmla="*/ 6026679 w 7467600"/>
              <a:gd name="connsiteY302" fmla="*/ 6836959 h 6858000"/>
              <a:gd name="connsiteX303" fmla="*/ 5800441 w 7467600"/>
              <a:gd name="connsiteY303" fmla="*/ 6335286 h 6858000"/>
              <a:gd name="connsiteX304" fmla="*/ 5526562 w 7467600"/>
              <a:gd name="connsiteY304" fmla="*/ 5705388 h 6858000"/>
              <a:gd name="connsiteX305" fmla="*/ 5519640 w 7467600"/>
              <a:gd name="connsiteY305" fmla="*/ 5683774 h 6858000"/>
              <a:gd name="connsiteX306" fmla="*/ 5844559 w 7467600"/>
              <a:gd name="connsiteY306" fmla="*/ 6553349 h 6858000"/>
              <a:gd name="connsiteX307" fmla="*/ 5975994 w 7467600"/>
              <a:gd name="connsiteY307" fmla="*/ 6858000 h 6858000"/>
              <a:gd name="connsiteX308" fmla="*/ 5898547 w 7467600"/>
              <a:gd name="connsiteY308" fmla="*/ 6858000 h 6858000"/>
              <a:gd name="connsiteX309" fmla="*/ 5682041 w 7467600"/>
              <a:gd name="connsiteY309" fmla="*/ 6355860 h 6858000"/>
              <a:gd name="connsiteX310" fmla="*/ 5461758 w 7467600"/>
              <a:gd name="connsiteY310" fmla="*/ 5820220 h 6858000"/>
              <a:gd name="connsiteX311" fmla="*/ 5237282 w 7467600"/>
              <a:gd name="connsiteY311" fmla="*/ 6579086 h 6858000"/>
              <a:gd name="connsiteX312" fmla="*/ 5115009 w 7467600"/>
              <a:gd name="connsiteY312" fmla="*/ 6858000 h 6858000"/>
              <a:gd name="connsiteX313" fmla="*/ 5028074 w 7467600"/>
              <a:gd name="connsiteY313" fmla="*/ 6858000 h 6858000"/>
              <a:gd name="connsiteX314" fmla="*/ 5079508 w 7467600"/>
              <a:gd name="connsiteY314" fmla="*/ 6749074 h 6858000"/>
              <a:gd name="connsiteX315" fmla="*/ 5371846 w 7467600"/>
              <a:gd name="connsiteY315" fmla="*/ 5924413 h 6858000"/>
              <a:gd name="connsiteX316" fmla="*/ 5270512 w 7467600"/>
              <a:gd name="connsiteY316" fmla="*/ 6138975 h 6858000"/>
              <a:gd name="connsiteX317" fmla="*/ 5062409 w 7467600"/>
              <a:gd name="connsiteY317" fmla="*/ 6653544 h 6858000"/>
              <a:gd name="connsiteX318" fmla="*/ 5036628 w 7467600"/>
              <a:gd name="connsiteY318" fmla="*/ 6754247 h 6858000"/>
              <a:gd name="connsiteX319" fmla="*/ 5009112 w 7467600"/>
              <a:gd name="connsiteY319" fmla="*/ 6858000 h 6858000"/>
              <a:gd name="connsiteX320" fmla="*/ 4976679 w 7467600"/>
              <a:gd name="connsiteY320" fmla="*/ 6858000 h 6858000"/>
              <a:gd name="connsiteX321" fmla="*/ 5006537 w 7467600"/>
              <a:gd name="connsiteY321" fmla="*/ 6747068 h 6858000"/>
              <a:gd name="connsiteX322" fmla="*/ 5032723 w 7467600"/>
              <a:gd name="connsiteY322" fmla="*/ 6644957 h 6858000"/>
              <a:gd name="connsiteX323" fmla="*/ 5242949 w 7467600"/>
              <a:gd name="connsiteY323" fmla="*/ 6125175 h 6858000"/>
              <a:gd name="connsiteX324" fmla="*/ 5286321 w 7467600"/>
              <a:gd name="connsiteY324" fmla="*/ 6033555 h 6858000"/>
              <a:gd name="connsiteX325" fmla="*/ 5008210 w 7467600"/>
              <a:gd name="connsiteY325" fmla="*/ 6649194 h 6858000"/>
              <a:gd name="connsiteX326" fmla="*/ 4986321 w 7467600"/>
              <a:gd name="connsiteY326" fmla="*/ 6765687 h 6858000"/>
              <a:gd name="connsiteX327" fmla="*/ 4973474 w 7467600"/>
              <a:gd name="connsiteY327" fmla="*/ 6858000 h 6858000"/>
              <a:gd name="connsiteX328" fmla="*/ 4907178 w 7467600"/>
              <a:gd name="connsiteY328" fmla="*/ 6858000 h 6858000"/>
              <a:gd name="connsiteX329" fmla="*/ 4910810 w 7467600"/>
              <a:gd name="connsiteY329" fmla="*/ 6829660 h 6858000"/>
              <a:gd name="connsiteX330" fmla="*/ 4987461 w 7467600"/>
              <a:gd name="connsiteY330" fmla="*/ 6432994 h 6858000"/>
              <a:gd name="connsiteX331" fmla="*/ 5179262 w 7467600"/>
              <a:gd name="connsiteY331" fmla="*/ 6035044 h 6858000"/>
              <a:gd name="connsiteX332" fmla="*/ 4689678 w 7467600"/>
              <a:gd name="connsiteY332" fmla="*/ 6440241 h 6858000"/>
              <a:gd name="connsiteX333" fmla="*/ 4477543 w 7467600"/>
              <a:gd name="connsiteY333" fmla="*/ 6674836 h 6858000"/>
              <a:gd name="connsiteX334" fmla="*/ 4329957 w 7467600"/>
              <a:gd name="connsiteY334" fmla="*/ 6858000 h 6858000"/>
              <a:gd name="connsiteX335" fmla="*/ 4218595 w 7467600"/>
              <a:gd name="connsiteY335" fmla="*/ 6858000 h 6858000"/>
              <a:gd name="connsiteX336" fmla="*/ 4368888 w 7467600"/>
              <a:gd name="connsiteY336" fmla="*/ 6668412 h 6858000"/>
              <a:gd name="connsiteX337" fmla="*/ 4563091 w 7467600"/>
              <a:gd name="connsiteY337" fmla="*/ 6442508 h 6858000"/>
              <a:gd name="connsiteX338" fmla="*/ 5387324 w 7467600"/>
              <a:gd name="connsiteY338" fmla="*/ 5705830 h 6858000"/>
              <a:gd name="connsiteX339" fmla="*/ 5073620 w 7467600"/>
              <a:gd name="connsiteY339" fmla="*/ 5955437 h 6858000"/>
              <a:gd name="connsiteX340" fmla="*/ 4689789 w 7467600"/>
              <a:gd name="connsiteY340" fmla="*/ 6268382 h 6858000"/>
              <a:gd name="connsiteX341" fmla="*/ 4418722 w 7467600"/>
              <a:gd name="connsiteY341" fmla="*/ 6570886 h 6858000"/>
              <a:gd name="connsiteX342" fmla="*/ 4214944 w 7467600"/>
              <a:gd name="connsiteY342" fmla="*/ 6858000 h 6858000"/>
              <a:gd name="connsiteX343" fmla="*/ 4177898 w 7467600"/>
              <a:gd name="connsiteY343" fmla="*/ 6858000 h 6858000"/>
              <a:gd name="connsiteX344" fmla="*/ 4391597 w 7467600"/>
              <a:gd name="connsiteY344" fmla="*/ 6556370 h 6858000"/>
              <a:gd name="connsiteX345" fmla="*/ 4668889 w 7467600"/>
              <a:gd name="connsiteY345" fmla="*/ 6246399 h 6858000"/>
              <a:gd name="connsiteX346" fmla="*/ 5055427 w 7467600"/>
              <a:gd name="connsiteY346" fmla="*/ 5931476 h 6858000"/>
              <a:gd name="connsiteX347" fmla="*/ 5371814 w 7467600"/>
              <a:gd name="connsiteY347" fmla="*/ 5678975 h 6858000"/>
              <a:gd name="connsiteX348" fmla="*/ 4987918 w 7467600"/>
              <a:gd name="connsiteY348" fmla="*/ 5838701 h 6858000"/>
              <a:gd name="connsiteX349" fmla="*/ 4317146 w 7467600"/>
              <a:gd name="connsiteY349" fmla="*/ 6587716 h 6858000"/>
              <a:gd name="connsiteX350" fmla="*/ 4171627 w 7467600"/>
              <a:gd name="connsiteY350" fmla="*/ 6858000 h 6858000"/>
              <a:gd name="connsiteX351" fmla="*/ 4081585 w 7467600"/>
              <a:gd name="connsiteY351" fmla="*/ 6858000 h 6858000"/>
              <a:gd name="connsiteX352" fmla="*/ 4238603 w 7467600"/>
              <a:gd name="connsiteY352" fmla="*/ 6559341 h 6858000"/>
              <a:gd name="connsiteX353" fmla="*/ 4778333 w 7467600"/>
              <a:gd name="connsiteY353" fmla="*/ 5873626 h 6858000"/>
              <a:gd name="connsiteX354" fmla="*/ 5414185 w 7467600"/>
              <a:gd name="connsiteY354" fmla="*/ 5573882 h 6858000"/>
              <a:gd name="connsiteX355" fmla="*/ 5959648 w 7467600"/>
              <a:gd name="connsiteY355" fmla="*/ 4760797 h 6858000"/>
              <a:gd name="connsiteX356" fmla="*/ 5355019 w 7467600"/>
              <a:gd name="connsiteY356" fmla="*/ 4734672 h 6858000"/>
              <a:gd name="connsiteX357" fmla="*/ 5083565 w 7467600"/>
              <a:gd name="connsiteY357" fmla="*/ 5179121 h 6858000"/>
              <a:gd name="connsiteX358" fmla="*/ 4713577 w 7467600"/>
              <a:gd name="connsiteY358" fmla="*/ 5616803 h 6858000"/>
              <a:gd name="connsiteX359" fmla="*/ 3989559 w 7467600"/>
              <a:gd name="connsiteY359" fmla="*/ 6145945 h 6858000"/>
              <a:gd name="connsiteX360" fmla="*/ 3939824 w 7467600"/>
              <a:gd name="connsiteY360" fmla="*/ 6066900 h 6858000"/>
              <a:gd name="connsiteX361" fmla="*/ 4584537 w 7467600"/>
              <a:gd name="connsiteY361" fmla="*/ 5324826 h 6858000"/>
              <a:gd name="connsiteX362" fmla="*/ 5037105 w 7467600"/>
              <a:gd name="connsiteY362" fmla="*/ 5088765 h 6858000"/>
              <a:gd name="connsiteX363" fmla="*/ 5039930 w 7467600"/>
              <a:gd name="connsiteY363" fmla="*/ 5089585 h 6858000"/>
              <a:gd name="connsiteX364" fmla="*/ 5263764 w 7467600"/>
              <a:gd name="connsiteY364" fmla="*/ 4735525 h 6858000"/>
              <a:gd name="connsiteX365" fmla="*/ 4086300 w 7467600"/>
              <a:gd name="connsiteY365" fmla="*/ 4884599 h 6858000"/>
              <a:gd name="connsiteX366" fmla="*/ 4085485 w 7467600"/>
              <a:gd name="connsiteY366" fmla="*/ 4899070 h 6858000"/>
              <a:gd name="connsiteX367" fmla="*/ 3871915 w 7467600"/>
              <a:gd name="connsiteY367" fmla="*/ 5253645 h 6858000"/>
              <a:gd name="connsiteX368" fmla="*/ 3799374 w 7467600"/>
              <a:gd name="connsiteY368" fmla="*/ 5466127 h 6858000"/>
              <a:gd name="connsiteX369" fmla="*/ 3498850 w 7467600"/>
              <a:gd name="connsiteY369" fmla="*/ 6661888 h 6858000"/>
              <a:gd name="connsiteX370" fmla="*/ 3399216 w 7467600"/>
              <a:gd name="connsiteY370" fmla="*/ 6858000 h 6858000"/>
              <a:gd name="connsiteX371" fmla="*/ 3303688 w 7467600"/>
              <a:gd name="connsiteY371" fmla="*/ 6858000 h 6858000"/>
              <a:gd name="connsiteX372" fmla="*/ 3391774 w 7467600"/>
              <a:gd name="connsiteY372" fmla="*/ 6697181 h 6858000"/>
              <a:gd name="connsiteX373" fmla="*/ 3735540 w 7467600"/>
              <a:gd name="connsiteY373" fmla="*/ 5546923 h 6858000"/>
              <a:gd name="connsiteX374" fmla="*/ 3729438 w 7467600"/>
              <a:gd name="connsiteY374" fmla="*/ 5569058 h 6858000"/>
              <a:gd name="connsiteX375" fmla="*/ 3707782 w 7467600"/>
              <a:gd name="connsiteY375" fmla="*/ 5644908 h 6858000"/>
              <a:gd name="connsiteX376" fmla="*/ 3583827 w 7467600"/>
              <a:gd name="connsiteY376" fmla="*/ 6039215 h 6858000"/>
              <a:gd name="connsiteX377" fmla="*/ 3547861 w 7467600"/>
              <a:gd name="connsiteY377" fmla="*/ 6129609 h 6858000"/>
              <a:gd name="connsiteX378" fmla="*/ 3490905 w 7467600"/>
              <a:gd name="connsiteY378" fmla="*/ 6277660 h 6858000"/>
              <a:gd name="connsiteX379" fmla="*/ 3455859 w 7467600"/>
              <a:gd name="connsiteY379" fmla="*/ 6391301 h 6858000"/>
              <a:gd name="connsiteX380" fmla="*/ 3429112 w 7467600"/>
              <a:gd name="connsiteY380" fmla="*/ 6479469 h 6858000"/>
              <a:gd name="connsiteX381" fmla="*/ 3304862 w 7467600"/>
              <a:gd name="connsiteY381" fmla="*/ 6796476 h 6858000"/>
              <a:gd name="connsiteX382" fmla="*/ 3276071 w 7467600"/>
              <a:gd name="connsiteY382" fmla="*/ 6858000 h 6858000"/>
              <a:gd name="connsiteX383" fmla="*/ 3240805 w 7467600"/>
              <a:gd name="connsiteY383" fmla="*/ 6858000 h 6858000"/>
              <a:gd name="connsiteX384" fmla="*/ 3275917 w 7467600"/>
              <a:gd name="connsiteY384" fmla="*/ 6783192 h 6858000"/>
              <a:gd name="connsiteX385" fmla="*/ 3399358 w 7467600"/>
              <a:gd name="connsiteY385" fmla="*/ 6469011 h 6858000"/>
              <a:gd name="connsiteX386" fmla="*/ 3425650 w 7467600"/>
              <a:gd name="connsiteY386" fmla="*/ 6381333 h 6858000"/>
              <a:gd name="connsiteX387" fmla="*/ 3460661 w 7467600"/>
              <a:gd name="connsiteY387" fmla="*/ 6266763 h 6858000"/>
              <a:gd name="connsiteX388" fmla="*/ 3518021 w 7467600"/>
              <a:gd name="connsiteY388" fmla="*/ 6117298 h 6858000"/>
              <a:gd name="connsiteX389" fmla="*/ 3554035 w 7467600"/>
              <a:gd name="connsiteY389" fmla="*/ 6027832 h 6858000"/>
              <a:gd name="connsiteX390" fmla="*/ 3677174 w 7467600"/>
              <a:gd name="connsiteY390" fmla="*/ 5636351 h 6858000"/>
              <a:gd name="connsiteX391" fmla="*/ 3698819 w 7467600"/>
              <a:gd name="connsiteY391" fmla="*/ 5560503 h 6858000"/>
              <a:gd name="connsiteX392" fmla="*/ 3702094 w 7467600"/>
              <a:gd name="connsiteY392" fmla="*/ 5549194 h 6858000"/>
              <a:gd name="connsiteX393" fmla="*/ 3398355 w 7467600"/>
              <a:gd name="connsiteY393" fmla="*/ 6094603 h 6858000"/>
              <a:gd name="connsiteX394" fmla="*/ 3193941 w 7467600"/>
              <a:gd name="connsiteY394" fmla="*/ 6798775 h 6858000"/>
              <a:gd name="connsiteX395" fmla="*/ 3184140 w 7467600"/>
              <a:gd name="connsiteY395" fmla="*/ 6858000 h 6858000"/>
              <a:gd name="connsiteX396" fmla="*/ 3099978 w 7467600"/>
              <a:gd name="connsiteY396" fmla="*/ 6858000 h 6858000"/>
              <a:gd name="connsiteX397" fmla="*/ 3101556 w 7467600"/>
              <a:gd name="connsiteY397" fmla="*/ 6843337 h 6858000"/>
              <a:gd name="connsiteX398" fmla="*/ 3370162 w 7467600"/>
              <a:gd name="connsiteY398" fmla="*/ 5785550 h 6858000"/>
              <a:gd name="connsiteX399" fmla="*/ 3746477 w 7467600"/>
              <a:gd name="connsiteY399" fmla="*/ 5377889 h 6858000"/>
              <a:gd name="connsiteX400" fmla="*/ 3863399 w 7467600"/>
              <a:gd name="connsiteY400" fmla="*/ 5087257 h 6858000"/>
              <a:gd name="connsiteX401" fmla="*/ 3968712 w 7467600"/>
              <a:gd name="connsiteY401" fmla="*/ 4913989 h 6858000"/>
              <a:gd name="connsiteX402" fmla="*/ 2792390 w 7467600"/>
              <a:gd name="connsiteY402" fmla="*/ 5382974 h 6858000"/>
              <a:gd name="connsiteX403" fmla="*/ 2714982 w 7467600"/>
              <a:gd name="connsiteY403" fmla="*/ 5427051 h 6858000"/>
              <a:gd name="connsiteX404" fmla="*/ 2813361 w 7467600"/>
              <a:gd name="connsiteY404" fmla="*/ 6023912 h 6858000"/>
              <a:gd name="connsiteX405" fmla="*/ 2688430 w 7467600"/>
              <a:gd name="connsiteY405" fmla="*/ 6801564 h 6858000"/>
              <a:gd name="connsiteX406" fmla="*/ 2629626 w 7467600"/>
              <a:gd name="connsiteY406" fmla="*/ 6763394 h 6858000"/>
              <a:gd name="connsiteX407" fmla="*/ 2565328 w 7467600"/>
              <a:gd name="connsiteY407" fmla="*/ 5516399 h 6858000"/>
              <a:gd name="connsiteX408" fmla="*/ 1922999 w 7467600"/>
              <a:gd name="connsiteY408" fmla="*/ 5980343 h 6858000"/>
              <a:gd name="connsiteX409" fmla="*/ 1950261 w 7467600"/>
              <a:gd name="connsiteY409" fmla="*/ 6405858 h 6858000"/>
              <a:gd name="connsiteX410" fmla="*/ 2365554 w 7467600"/>
              <a:gd name="connsiteY410" fmla="*/ 6759107 h 6858000"/>
              <a:gd name="connsiteX411" fmla="*/ 2424142 w 7467600"/>
              <a:gd name="connsiteY411" fmla="*/ 6858000 h 6858000"/>
              <a:gd name="connsiteX412" fmla="*/ 2395994 w 7467600"/>
              <a:gd name="connsiteY412" fmla="*/ 6858000 h 6858000"/>
              <a:gd name="connsiteX413" fmla="*/ 2392863 w 7467600"/>
              <a:gd name="connsiteY413" fmla="*/ 6852964 h 6858000"/>
              <a:gd name="connsiteX414" fmla="*/ 2017589 w 7467600"/>
              <a:gd name="connsiteY414" fmla="*/ 6493982 h 6858000"/>
              <a:gd name="connsiteX415" fmla="*/ 2147336 w 7467600"/>
              <a:gd name="connsiteY415" fmla="*/ 6594052 h 6858000"/>
              <a:gd name="connsiteX416" fmla="*/ 2207047 w 7467600"/>
              <a:gd name="connsiteY416" fmla="*/ 6654540 h 6858000"/>
              <a:gd name="connsiteX417" fmla="*/ 2299106 w 7467600"/>
              <a:gd name="connsiteY417" fmla="*/ 6778931 h 6858000"/>
              <a:gd name="connsiteX418" fmla="*/ 2314430 w 7467600"/>
              <a:gd name="connsiteY418" fmla="*/ 6801144 h 6858000"/>
              <a:gd name="connsiteX419" fmla="*/ 2352406 w 7467600"/>
              <a:gd name="connsiteY419" fmla="*/ 6858000 h 6858000"/>
              <a:gd name="connsiteX420" fmla="*/ 2314492 w 7467600"/>
              <a:gd name="connsiteY420" fmla="*/ 6858000 h 6858000"/>
              <a:gd name="connsiteX421" fmla="*/ 2288095 w 7467600"/>
              <a:gd name="connsiteY421" fmla="*/ 6818030 h 6858000"/>
              <a:gd name="connsiteX422" fmla="*/ 2272768 w 7467600"/>
              <a:gd name="connsiteY422" fmla="*/ 6795822 h 6858000"/>
              <a:gd name="connsiteX423" fmla="*/ 2182715 w 7467600"/>
              <a:gd name="connsiteY423" fmla="*/ 6675071 h 6858000"/>
              <a:gd name="connsiteX424" fmla="*/ 2032061 w 7467600"/>
              <a:gd name="connsiteY424" fmla="*/ 6541380 h 6858000"/>
              <a:gd name="connsiteX425" fmla="*/ 2257220 w 7467600"/>
              <a:gd name="connsiteY425" fmla="*/ 6826257 h 6858000"/>
              <a:gd name="connsiteX426" fmla="*/ 2281324 w 7467600"/>
              <a:gd name="connsiteY426" fmla="*/ 6858000 h 6858000"/>
              <a:gd name="connsiteX427" fmla="*/ 2242860 w 7467600"/>
              <a:gd name="connsiteY427" fmla="*/ 6858000 h 6858000"/>
              <a:gd name="connsiteX428" fmla="*/ 2232818 w 7467600"/>
              <a:gd name="connsiteY428" fmla="*/ 6844926 h 6858000"/>
              <a:gd name="connsiteX429" fmla="*/ 1990172 w 7467600"/>
              <a:gd name="connsiteY429" fmla="*/ 6542121 h 6858000"/>
              <a:gd name="connsiteX430" fmla="*/ 2124090 w 7467600"/>
              <a:gd name="connsiteY430" fmla="*/ 6761017 h 6858000"/>
              <a:gd name="connsiteX431" fmla="*/ 2200380 w 7467600"/>
              <a:gd name="connsiteY431" fmla="*/ 6858000 h 6858000"/>
              <a:gd name="connsiteX432" fmla="*/ 2147507 w 7467600"/>
              <a:gd name="connsiteY432" fmla="*/ 6858000 h 6858000"/>
              <a:gd name="connsiteX433" fmla="*/ 2070668 w 7467600"/>
              <a:gd name="connsiteY433" fmla="*/ 6761520 h 6858000"/>
              <a:gd name="connsiteX434" fmla="*/ 1975142 w 7467600"/>
              <a:gd name="connsiteY434" fmla="*/ 6585570 h 6858000"/>
              <a:gd name="connsiteX435" fmla="*/ 2050035 w 7467600"/>
              <a:gd name="connsiteY435" fmla="*/ 6813345 h 6858000"/>
              <a:gd name="connsiteX436" fmla="*/ 2063025 w 7467600"/>
              <a:gd name="connsiteY436" fmla="*/ 6858000 h 6858000"/>
              <a:gd name="connsiteX437" fmla="*/ 2021675 w 7467600"/>
              <a:gd name="connsiteY437" fmla="*/ 6858000 h 6858000"/>
              <a:gd name="connsiteX438" fmla="*/ 2019308 w 7467600"/>
              <a:gd name="connsiteY438" fmla="*/ 6847118 h 6858000"/>
              <a:gd name="connsiteX439" fmla="*/ 1938835 w 7467600"/>
              <a:gd name="connsiteY439" fmla="*/ 6551160 h 6858000"/>
              <a:gd name="connsiteX440" fmla="*/ 1953230 w 7467600"/>
              <a:gd name="connsiteY440" fmla="*/ 6759699 h 6858000"/>
              <a:gd name="connsiteX441" fmla="*/ 1956763 w 7467600"/>
              <a:gd name="connsiteY441" fmla="*/ 6778191 h 6858000"/>
              <a:gd name="connsiteX442" fmla="*/ 1967925 w 7467600"/>
              <a:gd name="connsiteY442" fmla="*/ 6858000 h 6858000"/>
              <a:gd name="connsiteX443" fmla="*/ 1936622 w 7467600"/>
              <a:gd name="connsiteY443" fmla="*/ 6858000 h 6858000"/>
              <a:gd name="connsiteX444" fmla="*/ 1926261 w 7467600"/>
              <a:gd name="connsiteY444" fmla="*/ 6784064 h 6858000"/>
              <a:gd name="connsiteX445" fmla="*/ 1922724 w 7467600"/>
              <a:gd name="connsiteY445" fmla="*/ 6765577 h 6858000"/>
              <a:gd name="connsiteX446" fmla="*/ 1904650 w 7467600"/>
              <a:gd name="connsiteY446" fmla="*/ 6639616 h 6858000"/>
              <a:gd name="connsiteX447" fmla="*/ 1885273 w 7467600"/>
              <a:gd name="connsiteY447" fmla="*/ 6858000 h 6858000"/>
              <a:gd name="connsiteX448" fmla="*/ 1854363 w 7467600"/>
              <a:gd name="connsiteY448" fmla="*/ 6858000 h 6858000"/>
              <a:gd name="connsiteX449" fmla="*/ 1880391 w 7467600"/>
              <a:gd name="connsiteY449" fmla="*/ 6603796 h 6858000"/>
              <a:gd name="connsiteX450" fmla="*/ 1818273 w 7467600"/>
              <a:gd name="connsiteY450" fmla="*/ 6715729 h 6858000"/>
              <a:gd name="connsiteX451" fmla="*/ 1794691 w 7467600"/>
              <a:gd name="connsiteY451" fmla="*/ 6843239 h 6858000"/>
              <a:gd name="connsiteX452" fmla="*/ 1794914 w 7467600"/>
              <a:gd name="connsiteY452" fmla="*/ 6858000 h 6858000"/>
              <a:gd name="connsiteX453" fmla="*/ 1746128 w 7467600"/>
              <a:gd name="connsiteY453" fmla="*/ 6858000 h 6858000"/>
              <a:gd name="connsiteX454" fmla="*/ 1753934 w 7467600"/>
              <a:gd name="connsiteY454" fmla="*/ 6724796 h 6858000"/>
              <a:gd name="connsiteX455" fmla="*/ 1792053 w 7467600"/>
              <a:gd name="connsiteY455" fmla="*/ 6572396 h 6858000"/>
              <a:gd name="connsiteX456" fmla="*/ 1862248 w 7467600"/>
              <a:gd name="connsiteY456" fmla="*/ 6266397 h 6858000"/>
              <a:gd name="connsiteX457" fmla="*/ 1862250 w 7467600"/>
              <a:gd name="connsiteY457" fmla="*/ 6033531 h 6858000"/>
              <a:gd name="connsiteX458" fmla="*/ 1211999 w 7467600"/>
              <a:gd name="connsiteY458" fmla="*/ 6683610 h 6858000"/>
              <a:gd name="connsiteX459" fmla="*/ 1213266 w 7467600"/>
              <a:gd name="connsiteY459" fmla="*/ 6691947 h 6858000"/>
              <a:gd name="connsiteX460" fmla="*/ 1203370 w 7467600"/>
              <a:gd name="connsiteY460" fmla="*/ 6850676 h 6858000"/>
              <a:gd name="connsiteX461" fmla="*/ 1203671 w 7467600"/>
              <a:gd name="connsiteY461" fmla="*/ 6858000 h 6858000"/>
              <a:gd name="connsiteX462" fmla="*/ 1143180 w 7467600"/>
              <a:gd name="connsiteY462" fmla="*/ 6858000 h 6858000"/>
              <a:gd name="connsiteX463" fmla="*/ 1142176 w 7467600"/>
              <a:gd name="connsiteY463" fmla="*/ 6766045 h 6858000"/>
              <a:gd name="connsiteX464" fmla="*/ 1067484 w 7467600"/>
              <a:gd name="connsiteY464" fmla="*/ 6858000 h 6858000"/>
              <a:gd name="connsiteX465" fmla="*/ 953928 w 7467600"/>
              <a:gd name="connsiteY465" fmla="*/ 6858000 h 6858000"/>
              <a:gd name="connsiteX466" fmla="*/ 959715 w 7467600"/>
              <a:gd name="connsiteY466" fmla="*/ 6850185 h 6858000"/>
              <a:gd name="connsiteX467" fmla="*/ 1483788 w 7467600"/>
              <a:gd name="connsiteY467" fmla="*/ 6259174 h 6858000"/>
              <a:gd name="connsiteX468" fmla="*/ 1100671 w 7467600"/>
              <a:gd name="connsiteY468" fmla="*/ 6252137 h 6858000"/>
              <a:gd name="connsiteX469" fmla="*/ 1090144 w 7467600"/>
              <a:gd name="connsiteY469" fmla="*/ 6256748 h 6858000"/>
              <a:gd name="connsiteX470" fmla="*/ 1095872 w 7467600"/>
              <a:gd name="connsiteY470" fmla="*/ 6271892 h 6858000"/>
              <a:gd name="connsiteX471" fmla="*/ 262785 w 7467600"/>
              <a:gd name="connsiteY471" fmla="*/ 6845450 h 6858000"/>
              <a:gd name="connsiteX472" fmla="*/ 209968 w 7467600"/>
              <a:gd name="connsiteY472" fmla="*/ 6770713 h 6858000"/>
              <a:gd name="connsiteX473" fmla="*/ 873460 w 7467600"/>
              <a:gd name="connsiteY473" fmla="*/ 6253768 h 6858000"/>
              <a:gd name="connsiteX474" fmla="*/ 192686 w 7467600"/>
              <a:gd name="connsiteY474" fmla="*/ 5849257 h 6858000"/>
              <a:gd name="connsiteX475" fmla="*/ 4696 w 7467600"/>
              <a:gd name="connsiteY475" fmla="*/ 5697668 h 6858000"/>
              <a:gd name="connsiteX476" fmla="*/ 0 w 7467600"/>
              <a:gd name="connsiteY476" fmla="*/ 5689984 h 6858000"/>
              <a:gd name="connsiteX477" fmla="*/ 0 w 7467600"/>
              <a:gd name="connsiteY477" fmla="*/ 5513472 h 6858000"/>
              <a:gd name="connsiteX478" fmla="*/ 174101 w 7467600"/>
              <a:gd name="connsiteY478" fmla="*/ 5620277 h 6858000"/>
              <a:gd name="connsiteX479" fmla="*/ 891800 w 7467600"/>
              <a:gd name="connsiteY479" fmla="*/ 6036935 h 6858000"/>
              <a:gd name="connsiteX480" fmla="*/ 1072219 w 7467600"/>
              <a:gd name="connsiteY480" fmla="*/ 6169443 h 6858000"/>
              <a:gd name="connsiteX481" fmla="*/ 1074117 w 7467600"/>
              <a:gd name="connsiteY481" fmla="*/ 6170301 h 6858000"/>
              <a:gd name="connsiteX482" fmla="*/ 1083114 w 7467600"/>
              <a:gd name="connsiteY482" fmla="*/ 6174131 h 6858000"/>
              <a:gd name="connsiteX483" fmla="*/ 1543010 w 7467600"/>
              <a:gd name="connsiteY483" fmla="*/ 6191140 h 6858000"/>
              <a:gd name="connsiteX484" fmla="*/ 1551080 w 7467600"/>
              <a:gd name="connsiteY484" fmla="*/ 6195006 h 6858000"/>
              <a:gd name="connsiteX485" fmla="*/ 2345443 w 7467600"/>
              <a:gd name="connsiteY485" fmla="*/ 5549882 h 6858000"/>
              <a:gd name="connsiteX486" fmla="*/ 1721499 w 7467600"/>
              <a:gd name="connsiteY486" fmla="*/ 5599969 h 6858000"/>
              <a:gd name="connsiteX487" fmla="*/ 767716 w 7467600"/>
              <a:gd name="connsiteY487" fmla="*/ 5472768 h 6858000"/>
              <a:gd name="connsiteX488" fmla="*/ 722147 w 7467600"/>
              <a:gd name="connsiteY488" fmla="*/ 5393091 h 6858000"/>
              <a:gd name="connsiteX489" fmla="*/ 1485552 w 7467600"/>
              <a:gd name="connsiteY489" fmla="*/ 5313202 h 6858000"/>
              <a:gd name="connsiteX490" fmla="*/ 2143004 w 7467600"/>
              <a:gd name="connsiteY490" fmla="*/ 5402420 h 6858000"/>
              <a:gd name="connsiteX491" fmla="*/ 1933391 w 7467600"/>
              <a:gd name="connsiteY491" fmla="*/ 5156971 h 6858000"/>
              <a:gd name="connsiteX492" fmla="*/ 1827118 w 7467600"/>
              <a:gd name="connsiteY492" fmla="*/ 4968410 h 6858000"/>
              <a:gd name="connsiteX493" fmla="*/ 1837349 w 7467600"/>
              <a:gd name="connsiteY493" fmla="*/ 4956357 h 6858000"/>
              <a:gd name="connsiteX494" fmla="*/ 2162835 w 7467600"/>
              <a:gd name="connsiteY494" fmla="*/ 5187853 h 6858000"/>
              <a:gd name="connsiteX495" fmla="*/ 2257167 w 7467600"/>
              <a:gd name="connsiteY495" fmla="*/ 5462123 h 6858000"/>
              <a:gd name="connsiteX496" fmla="*/ 2261598 w 7467600"/>
              <a:gd name="connsiteY496" fmla="*/ 5467998 h 6858000"/>
              <a:gd name="connsiteX497" fmla="*/ 2437177 w 7467600"/>
              <a:gd name="connsiteY497" fmla="*/ 5479608 h 6858000"/>
              <a:gd name="connsiteX498" fmla="*/ 2445247 w 7467600"/>
              <a:gd name="connsiteY498" fmla="*/ 5483476 h 6858000"/>
              <a:gd name="connsiteX499" fmla="*/ 2743626 w 7467600"/>
              <a:gd name="connsiteY499" fmla="*/ 5304819 h 6858000"/>
              <a:gd name="connsiteX500" fmla="*/ 3048102 w 7467600"/>
              <a:gd name="connsiteY500" fmla="*/ 5150595 h 6858000"/>
              <a:gd name="connsiteX501" fmla="*/ 1799414 w 7467600"/>
              <a:gd name="connsiteY501" fmla="*/ 4694732 h 6858000"/>
              <a:gd name="connsiteX502" fmla="*/ 1771735 w 7467600"/>
              <a:gd name="connsiteY502" fmla="*/ 4619929 h 6858000"/>
              <a:gd name="connsiteX503" fmla="*/ 3104273 w 7467600"/>
              <a:gd name="connsiteY503" fmla="*/ 5076159 h 6858000"/>
              <a:gd name="connsiteX504" fmla="*/ 3113245 w 7467600"/>
              <a:gd name="connsiteY504" fmla="*/ 5090705 h 6858000"/>
              <a:gd name="connsiteX505" fmla="*/ 3126294 w 7467600"/>
              <a:gd name="connsiteY505" fmla="*/ 5114400 h 6858000"/>
              <a:gd name="connsiteX506" fmla="*/ 3937433 w 7467600"/>
              <a:gd name="connsiteY506" fmla="*/ 4830473 h 6858000"/>
              <a:gd name="connsiteX507" fmla="*/ 3590475 w 7467600"/>
              <a:gd name="connsiteY507" fmla="*/ 4597974 h 6858000"/>
              <a:gd name="connsiteX508" fmla="*/ 3100264 w 7467600"/>
              <a:gd name="connsiteY508" fmla="*/ 4579845 h 6858000"/>
              <a:gd name="connsiteX509" fmla="*/ 2183576 w 7467600"/>
              <a:gd name="connsiteY509" fmla="*/ 4227150 h 6858000"/>
              <a:gd name="connsiteX510" fmla="*/ 2151029 w 7467600"/>
              <a:gd name="connsiteY510" fmla="*/ 4146947 h 6858000"/>
              <a:gd name="connsiteX511" fmla="*/ 3563434 w 7467600"/>
              <a:gd name="connsiteY511" fmla="*/ 4469115 h 6858000"/>
              <a:gd name="connsiteX512" fmla="*/ 3177952 w 7467600"/>
              <a:gd name="connsiteY512" fmla="*/ 3657386 h 6858000"/>
              <a:gd name="connsiteX513" fmla="*/ 3189263 w 7467600"/>
              <a:gd name="connsiteY513" fmla="*/ 3625726 h 6858000"/>
              <a:gd name="connsiteX514" fmla="*/ 3560912 w 7467600"/>
              <a:gd name="connsiteY514" fmla="*/ 4079863 h 6858000"/>
              <a:gd name="connsiteX515" fmla="*/ 3626636 w 7467600"/>
              <a:gd name="connsiteY515" fmla="*/ 4512230 h 6858000"/>
              <a:gd name="connsiteX516" fmla="*/ 3653088 w 7467600"/>
              <a:gd name="connsiteY516" fmla="*/ 4521417 h 6858000"/>
              <a:gd name="connsiteX517" fmla="*/ 3988128 w 7467600"/>
              <a:gd name="connsiteY517" fmla="*/ 4817267 h 6858000"/>
              <a:gd name="connsiteX518" fmla="*/ 4830582 w 7467600"/>
              <a:gd name="connsiteY518" fmla="*/ 4676000 h 6858000"/>
              <a:gd name="connsiteX519" fmla="*/ 4830100 w 7467600"/>
              <a:gd name="connsiteY519" fmla="*/ 4675554 h 6858000"/>
              <a:gd name="connsiteX520" fmla="*/ 4036318 w 7467600"/>
              <a:gd name="connsiteY520" fmla="*/ 4147013 h 6858000"/>
              <a:gd name="connsiteX521" fmla="*/ 3432098 w 7467600"/>
              <a:gd name="connsiteY521" fmla="*/ 3537312 h 6858000"/>
              <a:gd name="connsiteX522" fmla="*/ 3446761 w 7467600"/>
              <a:gd name="connsiteY522" fmla="*/ 3461278 h 6858000"/>
              <a:gd name="connsiteX523" fmla="*/ 4419733 w 7467600"/>
              <a:gd name="connsiteY523" fmla="*/ 3963555 h 6858000"/>
              <a:gd name="connsiteX524" fmla="*/ 4781371 w 7467600"/>
              <a:gd name="connsiteY524" fmla="*/ 4458604 h 6858000"/>
              <a:gd name="connsiteX525" fmla="*/ 4780440 w 7467600"/>
              <a:gd name="connsiteY525" fmla="*/ 4470290 h 6858000"/>
              <a:gd name="connsiteX526" fmla="*/ 4898954 w 7467600"/>
              <a:gd name="connsiteY526" fmla="*/ 4662092 h 6858000"/>
              <a:gd name="connsiteX527" fmla="*/ 4900699 w 7467600"/>
              <a:gd name="connsiteY527" fmla="*/ 4670867 h 6858000"/>
              <a:gd name="connsiteX528" fmla="*/ 5714511 w 7467600"/>
              <a:gd name="connsiteY528" fmla="*/ 4663483 h 6858000"/>
              <a:gd name="connsiteX529" fmla="*/ 5464793 w 7467600"/>
              <a:gd name="connsiteY529" fmla="*/ 4393556 h 6858000"/>
              <a:gd name="connsiteX530" fmla="*/ 5461897 w 7467600"/>
              <a:gd name="connsiteY530" fmla="*/ 4390879 h 6858000"/>
              <a:gd name="connsiteX531" fmla="*/ 4294126 w 7467600"/>
              <a:gd name="connsiteY531" fmla="*/ 3303048 h 6858000"/>
              <a:gd name="connsiteX532" fmla="*/ 4305321 w 7467600"/>
              <a:gd name="connsiteY532" fmla="*/ 3256953 h 6858000"/>
              <a:gd name="connsiteX533" fmla="*/ 4949299 w 7467600"/>
              <a:gd name="connsiteY533" fmla="*/ 3766336 h 6858000"/>
              <a:gd name="connsiteX534" fmla="*/ 5291452 w 7467600"/>
              <a:gd name="connsiteY534" fmla="*/ 4076801 h 6858000"/>
              <a:gd name="connsiteX535" fmla="*/ 5434998 w 7467600"/>
              <a:gd name="connsiteY535" fmla="*/ 4254100 h 6858000"/>
              <a:gd name="connsiteX536" fmla="*/ 5351015 w 7467600"/>
              <a:gd name="connsiteY536" fmla="*/ 3760989 h 6858000"/>
              <a:gd name="connsiteX537" fmla="*/ 5413780 w 7467600"/>
              <a:gd name="connsiteY537" fmla="*/ 2966265 h 6858000"/>
              <a:gd name="connsiteX538" fmla="*/ 5425627 w 7467600"/>
              <a:gd name="connsiteY538" fmla="*/ 2954192 h 6858000"/>
              <a:gd name="connsiteX539" fmla="*/ 6604735 w 7467600"/>
              <a:gd name="connsiteY539" fmla="*/ 2041381 h 6858000"/>
              <a:gd name="connsiteX540" fmla="*/ 7204487 w 7467600"/>
              <a:gd name="connsiteY540" fmla="*/ 2742112 h 6858000"/>
              <a:gd name="connsiteX541" fmla="*/ 7131592 w 7467600"/>
              <a:gd name="connsiteY541" fmla="*/ 2672096 h 6858000"/>
              <a:gd name="connsiteX542" fmla="*/ 6996344 w 7467600"/>
              <a:gd name="connsiteY542" fmla="*/ 2518310 h 6858000"/>
              <a:gd name="connsiteX543" fmla="*/ 6735495 w 7467600"/>
              <a:gd name="connsiteY543" fmla="*/ 2196890 h 6858000"/>
              <a:gd name="connsiteX544" fmla="*/ 6721901 w 7467600"/>
              <a:gd name="connsiteY544" fmla="*/ 2179274 h 6858000"/>
              <a:gd name="connsiteX545" fmla="*/ 6604735 w 7467600"/>
              <a:gd name="connsiteY545" fmla="*/ 2041381 h 6858000"/>
              <a:gd name="connsiteX546" fmla="*/ 6591670 w 7467600"/>
              <a:gd name="connsiteY546" fmla="*/ 1988277 h 6858000"/>
              <a:gd name="connsiteX547" fmla="*/ 6747349 w 7467600"/>
              <a:gd name="connsiteY547" fmla="*/ 2160069 h 6858000"/>
              <a:gd name="connsiteX548" fmla="*/ 6760943 w 7467600"/>
              <a:gd name="connsiteY548" fmla="*/ 2177686 h 6858000"/>
              <a:gd name="connsiteX549" fmla="*/ 7021065 w 7467600"/>
              <a:gd name="connsiteY549" fmla="*/ 2498102 h 6858000"/>
              <a:gd name="connsiteX550" fmla="*/ 7155223 w 7467600"/>
              <a:gd name="connsiteY550" fmla="*/ 2650386 h 6858000"/>
              <a:gd name="connsiteX551" fmla="*/ 7203167 w 7467600"/>
              <a:gd name="connsiteY551" fmla="*/ 2697288 h 6858000"/>
              <a:gd name="connsiteX552" fmla="*/ 6937703 w 7467600"/>
              <a:gd name="connsiteY552" fmla="*/ 2321981 h 6858000"/>
              <a:gd name="connsiteX553" fmla="*/ 6591670 w 7467600"/>
              <a:gd name="connsiteY553" fmla="*/ 1988277 h 6858000"/>
              <a:gd name="connsiteX554" fmla="*/ 5798671 w 7467600"/>
              <a:gd name="connsiteY554" fmla="*/ 1981601 h 6858000"/>
              <a:gd name="connsiteX555" fmla="*/ 5754709 w 7467600"/>
              <a:gd name="connsiteY555" fmla="*/ 2071454 h 6858000"/>
              <a:gd name="connsiteX556" fmla="*/ 5763044 w 7467600"/>
              <a:gd name="connsiteY556" fmla="*/ 2842206 h 6858000"/>
              <a:gd name="connsiteX557" fmla="*/ 5764974 w 7467600"/>
              <a:gd name="connsiteY557" fmla="*/ 2799609 h 6858000"/>
              <a:gd name="connsiteX558" fmla="*/ 5767665 w 7467600"/>
              <a:gd name="connsiteY558" fmla="*/ 2666409 h 6858000"/>
              <a:gd name="connsiteX559" fmla="*/ 5763055 w 7467600"/>
              <a:gd name="connsiteY559" fmla="*/ 2579705 h 6858000"/>
              <a:gd name="connsiteX560" fmla="*/ 5758079 w 7467600"/>
              <a:gd name="connsiteY560" fmla="*/ 2492508 h 6858000"/>
              <a:gd name="connsiteX561" fmla="*/ 5779325 w 7467600"/>
              <a:gd name="connsiteY561" fmla="*/ 2197069 h 6858000"/>
              <a:gd name="connsiteX562" fmla="*/ 5798671 w 7467600"/>
              <a:gd name="connsiteY562" fmla="*/ 1981601 h 6858000"/>
              <a:gd name="connsiteX563" fmla="*/ 5829202 w 7467600"/>
              <a:gd name="connsiteY563" fmla="*/ 1971679 h 6858000"/>
              <a:gd name="connsiteX564" fmla="*/ 5809558 w 7467600"/>
              <a:gd name="connsiteY564" fmla="*/ 2198043 h 6858000"/>
              <a:gd name="connsiteX565" fmla="*/ 5788653 w 7467600"/>
              <a:gd name="connsiteY565" fmla="*/ 2489430 h 6858000"/>
              <a:gd name="connsiteX566" fmla="*/ 5793439 w 7467600"/>
              <a:gd name="connsiteY566" fmla="*/ 2575235 h 6858000"/>
              <a:gd name="connsiteX567" fmla="*/ 5796837 w 7467600"/>
              <a:gd name="connsiteY567" fmla="*/ 2637633 h 6858000"/>
              <a:gd name="connsiteX568" fmla="*/ 5818614 w 7467600"/>
              <a:gd name="connsiteY568" fmla="*/ 2473055 h 6858000"/>
              <a:gd name="connsiteX569" fmla="*/ 5829202 w 7467600"/>
              <a:gd name="connsiteY569" fmla="*/ 1971679 h 6858000"/>
              <a:gd name="connsiteX570" fmla="*/ 5911389 w 7467600"/>
              <a:gd name="connsiteY570" fmla="*/ 1898371 h 6858000"/>
              <a:gd name="connsiteX571" fmla="*/ 6237627 w 7467600"/>
              <a:gd name="connsiteY571" fmla="*/ 2231921 h 6858000"/>
              <a:gd name="connsiteX572" fmla="*/ 5911389 w 7467600"/>
              <a:gd name="connsiteY572" fmla="*/ 1898371 h 6858000"/>
              <a:gd name="connsiteX573" fmla="*/ 6944437 w 7467600"/>
              <a:gd name="connsiteY573" fmla="*/ 1575402 h 6858000"/>
              <a:gd name="connsiteX574" fmla="*/ 6304730 w 7467600"/>
              <a:gd name="connsiteY574" fmla="*/ 1766654 h 6858000"/>
              <a:gd name="connsiteX575" fmla="*/ 6944437 w 7467600"/>
              <a:gd name="connsiteY575" fmla="*/ 1575402 h 6858000"/>
              <a:gd name="connsiteX576" fmla="*/ 7019523 w 7467600"/>
              <a:gd name="connsiteY576" fmla="*/ 1519450 h 6858000"/>
              <a:gd name="connsiteX577" fmla="*/ 6298091 w 7467600"/>
              <a:gd name="connsiteY577" fmla="*/ 1737122 h 6858000"/>
              <a:gd name="connsiteX578" fmla="*/ 7019523 w 7467600"/>
              <a:gd name="connsiteY578" fmla="*/ 1519450 h 6858000"/>
              <a:gd name="connsiteX579" fmla="*/ 2399523 w 7467600"/>
              <a:gd name="connsiteY579" fmla="*/ 1428234 h 6858000"/>
              <a:gd name="connsiteX580" fmla="*/ 2224982 w 7467600"/>
              <a:gd name="connsiteY580" fmla="*/ 1826201 h 6858000"/>
              <a:gd name="connsiteX581" fmla="*/ 2096099 w 7467600"/>
              <a:gd name="connsiteY581" fmla="*/ 2345900 h 6858000"/>
              <a:gd name="connsiteX582" fmla="*/ 2283317 w 7467600"/>
              <a:gd name="connsiteY582" fmla="*/ 1796925 h 6858000"/>
              <a:gd name="connsiteX583" fmla="*/ 2399523 w 7467600"/>
              <a:gd name="connsiteY583" fmla="*/ 1428234 h 6858000"/>
              <a:gd name="connsiteX584" fmla="*/ 2448558 w 7467600"/>
              <a:gd name="connsiteY584" fmla="*/ 1373435 h 6858000"/>
              <a:gd name="connsiteX585" fmla="*/ 2312521 w 7467600"/>
              <a:gd name="connsiteY585" fmla="*/ 1806140 h 6858000"/>
              <a:gd name="connsiteX586" fmla="*/ 2127533 w 7467600"/>
              <a:gd name="connsiteY586" fmla="*/ 2348380 h 6858000"/>
              <a:gd name="connsiteX587" fmla="*/ 2358080 w 7467600"/>
              <a:gd name="connsiteY587" fmla="*/ 1866134 h 6858000"/>
              <a:gd name="connsiteX588" fmla="*/ 2407436 w 7467600"/>
              <a:gd name="connsiteY588" fmla="*/ 1651070 h 6858000"/>
              <a:gd name="connsiteX589" fmla="*/ 2448558 w 7467600"/>
              <a:gd name="connsiteY589" fmla="*/ 1373435 h 6858000"/>
              <a:gd name="connsiteX590" fmla="*/ 278707 w 7467600"/>
              <a:gd name="connsiteY590" fmla="*/ 1352270 h 6858000"/>
              <a:gd name="connsiteX591" fmla="*/ 321570 w 7467600"/>
              <a:gd name="connsiteY591" fmla="*/ 1861610 h 6858000"/>
              <a:gd name="connsiteX592" fmla="*/ 294281 w 7467600"/>
              <a:gd name="connsiteY592" fmla="*/ 1440658 h 6858000"/>
              <a:gd name="connsiteX593" fmla="*/ 278707 w 7467600"/>
              <a:gd name="connsiteY593" fmla="*/ 1352270 h 6858000"/>
              <a:gd name="connsiteX594" fmla="*/ 1423821 w 7467600"/>
              <a:gd name="connsiteY594" fmla="*/ 1351958 h 6858000"/>
              <a:gd name="connsiteX595" fmla="*/ 1638521 w 7467600"/>
              <a:gd name="connsiteY595" fmla="*/ 1908470 h 6858000"/>
              <a:gd name="connsiteX596" fmla="*/ 1754199 w 7467600"/>
              <a:gd name="connsiteY596" fmla="*/ 2149284 h 6858000"/>
              <a:gd name="connsiteX597" fmla="*/ 1908359 w 7467600"/>
              <a:gd name="connsiteY597" fmla="*/ 2364988 h 6858000"/>
              <a:gd name="connsiteX598" fmla="*/ 1647661 w 7467600"/>
              <a:gd name="connsiteY598" fmla="*/ 1825945 h 6858000"/>
              <a:gd name="connsiteX599" fmla="*/ 1423821 w 7467600"/>
              <a:gd name="connsiteY599" fmla="*/ 1351958 h 6858000"/>
              <a:gd name="connsiteX600" fmla="*/ 1431890 w 7467600"/>
              <a:gd name="connsiteY600" fmla="*/ 1306475 h 6858000"/>
              <a:gd name="connsiteX601" fmla="*/ 1507597 w 7467600"/>
              <a:gd name="connsiteY601" fmla="*/ 1446132 h 6858000"/>
              <a:gd name="connsiteX602" fmla="*/ 1674586 w 7467600"/>
              <a:gd name="connsiteY602" fmla="*/ 1813832 h 6858000"/>
              <a:gd name="connsiteX603" fmla="*/ 1815950 w 7467600"/>
              <a:gd name="connsiteY603" fmla="*/ 2128564 h 6858000"/>
              <a:gd name="connsiteX604" fmla="*/ 1984242 w 7467600"/>
              <a:gd name="connsiteY604" fmla="*/ 2430829 h 6858000"/>
              <a:gd name="connsiteX605" fmla="*/ 2014023 w 7467600"/>
              <a:gd name="connsiteY605" fmla="*/ 2450995 h 6858000"/>
              <a:gd name="connsiteX606" fmla="*/ 1747337 w 7467600"/>
              <a:gd name="connsiteY606" fmla="*/ 1855264 h 6858000"/>
              <a:gd name="connsiteX607" fmla="*/ 1533749 w 7467600"/>
              <a:gd name="connsiteY607" fmla="*/ 1478656 h 6858000"/>
              <a:gd name="connsiteX608" fmla="*/ 1431890 w 7467600"/>
              <a:gd name="connsiteY608" fmla="*/ 1306475 h 6858000"/>
              <a:gd name="connsiteX609" fmla="*/ 5052692 w 7467600"/>
              <a:gd name="connsiteY609" fmla="*/ 1292994 h 6858000"/>
              <a:gd name="connsiteX610" fmla="*/ 5200661 w 7467600"/>
              <a:gd name="connsiteY610" fmla="*/ 1635186 h 6858000"/>
              <a:gd name="connsiteX611" fmla="*/ 5297138 w 7467600"/>
              <a:gd name="connsiteY611" fmla="*/ 1906351 h 6858000"/>
              <a:gd name="connsiteX612" fmla="*/ 5052692 w 7467600"/>
              <a:gd name="connsiteY612" fmla="*/ 1292994 h 6858000"/>
              <a:gd name="connsiteX613" fmla="*/ 5009948 w 7467600"/>
              <a:gd name="connsiteY613" fmla="*/ 1273619 h 6858000"/>
              <a:gd name="connsiteX614" fmla="*/ 5121777 w 7467600"/>
              <a:gd name="connsiteY614" fmla="*/ 1654213 h 6858000"/>
              <a:gd name="connsiteX615" fmla="*/ 5293545 w 7467600"/>
              <a:gd name="connsiteY615" fmla="*/ 2072247 h 6858000"/>
              <a:gd name="connsiteX616" fmla="*/ 5294042 w 7467600"/>
              <a:gd name="connsiteY616" fmla="*/ 2065019 h 6858000"/>
              <a:gd name="connsiteX617" fmla="*/ 5171936 w 7467600"/>
              <a:gd name="connsiteY617" fmla="*/ 1647613 h 6858000"/>
              <a:gd name="connsiteX618" fmla="*/ 5009948 w 7467600"/>
              <a:gd name="connsiteY618" fmla="*/ 1273619 h 6858000"/>
              <a:gd name="connsiteX619" fmla="*/ 655236 w 7467600"/>
              <a:gd name="connsiteY619" fmla="*/ 1268632 h 6858000"/>
              <a:gd name="connsiteX620" fmla="*/ 839521 w 7467600"/>
              <a:gd name="connsiteY620" fmla="*/ 1685315 h 6858000"/>
              <a:gd name="connsiteX621" fmla="*/ 1109416 w 7467600"/>
              <a:gd name="connsiteY621" fmla="*/ 2061663 h 6858000"/>
              <a:gd name="connsiteX622" fmla="*/ 1298300 w 7467600"/>
              <a:gd name="connsiteY622" fmla="*/ 2247742 h 6858000"/>
              <a:gd name="connsiteX623" fmla="*/ 1125871 w 7467600"/>
              <a:gd name="connsiteY623" fmla="*/ 1989513 h 6858000"/>
              <a:gd name="connsiteX624" fmla="*/ 981574 w 7467600"/>
              <a:gd name="connsiteY624" fmla="*/ 1783157 h 6858000"/>
              <a:gd name="connsiteX625" fmla="*/ 922198 w 7467600"/>
              <a:gd name="connsiteY625" fmla="*/ 1677437 h 6858000"/>
              <a:gd name="connsiteX626" fmla="*/ 869293 w 7467600"/>
              <a:gd name="connsiteY626" fmla="*/ 1583214 h 6858000"/>
              <a:gd name="connsiteX627" fmla="*/ 751431 w 7467600"/>
              <a:gd name="connsiteY627" fmla="*/ 1405731 h 6858000"/>
              <a:gd name="connsiteX628" fmla="*/ 655236 w 7467600"/>
              <a:gd name="connsiteY628" fmla="*/ 1268632 h 6858000"/>
              <a:gd name="connsiteX629" fmla="*/ 6516292 w 7467600"/>
              <a:gd name="connsiteY629" fmla="*/ 1263064 h 6858000"/>
              <a:gd name="connsiteX630" fmla="*/ 5736320 w 7467600"/>
              <a:gd name="connsiteY630" fmla="*/ 1501803 h 6858000"/>
              <a:gd name="connsiteX631" fmla="*/ 6516292 w 7467600"/>
              <a:gd name="connsiteY631" fmla="*/ 1263064 h 6858000"/>
              <a:gd name="connsiteX632" fmla="*/ 291466 w 7467600"/>
              <a:gd name="connsiteY632" fmla="*/ 1250369 h 6858000"/>
              <a:gd name="connsiteX633" fmla="*/ 323180 w 7467600"/>
              <a:gd name="connsiteY633" fmla="*/ 1435283 h 6858000"/>
              <a:gd name="connsiteX634" fmla="*/ 349381 w 7467600"/>
              <a:gd name="connsiteY634" fmla="*/ 1875041 h 6858000"/>
              <a:gd name="connsiteX635" fmla="*/ 374363 w 7467600"/>
              <a:gd name="connsiteY635" fmla="*/ 1506494 h 6858000"/>
              <a:gd name="connsiteX636" fmla="*/ 302168 w 7467600"/>
              <a:gd name="connsiteY636" fmla="*/ 1274495 h 6858000"/>
              <a:gd name="connsiteX637" fmla="*/ 291466 w 7467600"/>
              <a:gd name="connsiteY637" fmla="*/ 1250369 h 6858000"/>
              <a:gd name="connsiteX638" fmla="*/ 678222 w 7467600"/>
              <a:gd name="connsiteY638" fmla="*/ 1248670 h 6858000"/>
              <a:gd name="connsiteX639" fmla="*/ 775536 w 7467600"/>
              <a:gd name="connsiteY639" fmla="*/ 1388015 h 6858000"/>
              <a:gd name="connsiteX640" fmla="*/ 894529 w 7467600"/>
              <a:gd name="connsiteY640" fmla="*/ 1567739 h 6858000"/>
              <a:gd name="connsiteX641" fmla="*/ 948000 w 7467600"/>
              <a:gd name="connsiteY641" fmla="*/ 1663088 h 6858000"/>
              <a:gd name="connsiteX642" fmla="*/ 1006812 w 7467600"/>
              <a:gd name="connsiteY642" fmla="*/ 1767683 h 6858000"/>
              <a:gd name="connsiteX643" fmla="*/ 1149133 w 7467600"/>
              <a:gd name="connsiteY643" fmla="*/ 1971513 h 6858000"/>
              <a:gd name="connsiteX644" fmla="*/ 1333952 w 7467600"/>
              <a:gd name="connsiteY644" fmla="*/ 2251620 h 6858000"/>
              <a:gd name="connsiteX645" fmla="*/ 1337329 w 7467600"/>
              <a:gd name="connsiteY645" fmla="*/ 2258350 h 6858000"/>
              <a:gd name="connsiteX646" fmla="*/ 1014726 w 7467600"/>
              <a:gd name="connsiteY646" fmla="*/ 1615556 h 6858000"/>
              <a:gd name="connsiteX647" fmla="*/ 678222 w 7467600"/>
              <a:gd name="connsiteY647" fmla="*/ 1248670 h 6858000"/>
              <a:gd name="connsiteX648" fmla="*/ 6691602 w 7467600"/>
              <a:gd name="connsiteY648" fmla="*/ 1140573 h 6858000"/>
              <a:gd name="connsiteX649" fmla="*/ 6571100 w 7467600"/>
              <a:gd name="connsiteY649" fmla="*/ 1183662 h 6858000"/>
              <a:gd name="connsiteX650" fmla="*/ 6241687 w 7467600"/>
              <a:gd name="connsiteY650" fmla="*/ 1257600 h 6858000"/>
              <a:gd name="connsiteX651" fmla="*/ 5693009 w 7467600"/>
              <a:gd name="connsiteY651" fmla="*/ 1478256 h 6858000"/>
              <a:gd name="connsiteX652" fmla="*/ 6548420 w 7467600"/>
              <a:gd name="connsiteY652" fmla="*/ 1214599 h 6858000"/>
              <a:gd name="connsiteX653" fmla="*/ 6605473 w 7467600"/>
              <a:gd name="connsiteY653" fmla="*/ 1184686 h 6858000"/>
              <a:gd name="connsiteX654" fmla="*/ 6691602 w 7467600"/>
              <a:gd name="connsiteY654" fmla="*/ 1140573 h 6858000"/>
              <a:gd name="connsiteX655" fmla="*/ 4002475 w 7467600"/>
              <a:gd name="connsiteY655" fmla="*/ 1037802 h 6858000"/>
              <a:gd name="connsiteX656" fmla="*/ 4000324 w 7467600"/>
              <a:gd name="connsiteY656" fmla="*/ 1039362 h 6858000"/>
              <a:gd name="connsiteX657" fmla="*/ 4002862 w 7467600"/>
              <a:gd name="connsiteY657" fmla="*/ 1042866 h 6858000"/>
              <a:gd name="connsiteX658" fmla="*/ 4002475 w 7467600"/>
              <a:gd name="connsiteY658" fmla="*/ 1037802 h 6858000"/>
              <a:gd name="connsiteX659" fmla="*/ 506322 w 7467600"/>
              <a:gd name="connsiteY659" fmla="*/ 1020997 h 6858000"/>
              <a:gd name="connsiteX660" fmla="*/ 533068 w 7467600"/>
              <a:gd name="connsiteY660" fmla="*/ 1029409 h 6858000"/>
              <a:gd name="connsiteX661" fmla="*/ 1232525 w 7467600"/>
              <a:gd name="connsiteY661" fmla="*/ 1804675 h 6858000"/>
              <a:gd name="connsiteX662" fmla="*/ 1388858 w 7467600"/>
              <a:gd name="connsiteY662" fmla="*/ 2368011 h 6858000"/>
              <a:gd name="connsiteX663" fmla="*/ 1384098 w 7467600"/>
              <a:gd name="connsiteY663" fmla="*/ 2378125 h 6858000"/>
              <a:gd name="connsiteX664" fmla="*/ 1425393 w 7467600"/>
              <a:gd name="connsiteY664" fmla="*/ 2589124 h 6858000"/>
              <a:gd name="connsiteX665" fmla="*/ 1424001 w 7467600"/>
              <a:gd name="connsiteY665" fmla="*/ 2597541 h 6858000"/>
              <a:gd name="connsiteX666" fmla="*/ 2152729 w 7467600"/>
              <a:gd name="connsiteY666" fmla="*/ 2864487 h 6858000"/>
              <a:gd name="connsiteX667" fmla="*/ 2020609 w 7467600"/>
              <a:gd name="connsiteY667" fmla="*/ 2539671 h 6858000"/>
              <a:gd name="connsiteX668" fmla="*/ 2018920 w 7467600"/>
              <a:gd name="connsiteY668" fmla="*/ 2536309 h 6858000"/>
              <a:gd name="connsiteX669" fmla="*/ 1342441 w 7467600"/>
              <a:gd name="connsiteY669" fmla="*/ 1173017 h 6858000"/>
              <a:gd name="connsiteX670" fmla="*/ 1367925 w 7467600"/>
              <a:gd name="connsiteY670" fmla="*/ 1135648 h 6858000"/>
              <a:gd name="connsiteX671" fmla="*/ 1771401 w 7467600"/>
              <a:gd name="connsiteY671" fmla="*/ 1806673 h 6858000"/>
              <a:gd name="connsiteX672" fmla="*/ 1972385 w 7467600"/>
              <a:gd name="connsiteY672" fmla="*/ 2198735 h 6858000"/>
              <a:gd name="connsiteX673" fmla="*/ 2040892 w 7467600"/>
              <a:gd name="connsiteY673" fmla="*/ 2405205 h 6858000"/>
              <a:gd name="connsiteX674" fmla="*/ 2131689 w 7467600"/>
              <a:gd name="connsiteY674" fmla="*/ 1936926 h 6858000"/>
              <a:gd name="connsiteX675" fmla="*/ 2454820 w 7467600"/>
              <a:gd name="connsiteY675" fmla="*/ 1248808 h 6858000"/>
              <a:gd name="connsiteX676" fmla="*/ 2492512 w 7467600"/>
              <a:gd name="connsiteY676" fmla="*/ 1302920 h 6858000"/>
              <a:gd name="connsiteX677" fmla="*/ 2081216 w 7467600"/>
              <a:gd name="connsiteY677" fmla="*/ 2527513 h 6858000"/>
              <a:gd name="connsiteX678" fmla="*/ 2081211 w 7467600"/>
              <a:gd name="connsiteY678" fmla="*/ 2528916 h 6858000"/>
              <a:gd name="connsiteX679" fmla="*/ 2199067 w 7467600"/>
              <a:gd name="connsiteY679" fmla="*/ 2884061 h 6858000"/>
              <a:gd name="connsiteX680" fmla="*/ 3192586 w 7467600"/>
              <a:gd name="connsiteY680" fmla="*/ 3411496 h 6858000"/>
              <a:gd name="connsiteX681" fmla="*/ 3182620 w 7467600"/>
              <a:gd name="connsiteY681" fmla="*/ 3483279 h 6858000"/>
              <a:gd name="connsiteX682" fmla="*/ 2435119 w 7467600"/>
              <a:gd name="connsiteY682" fmla="*/ 3080173 h 6858000"/>
              <a:gd name="connsiteX683" fmla="*/ 2410152 w 7467600"/>
              <a:gd name="connsiteY683" fmla="*/ 3063751 h 6858000"/>
              <a:gd name="connsiteX684" fmla="*/ 2408099 w 7467600"/>
              <a:gd name="connsiteY684" fmla="*/ 3064403 h 6858000"/>
              <a:gd name="connsiteX685" fmla="*/ 2407218 w 7467600"/>
              <a:gd name="connsiteY685" fmla="*/ 3070324 h 6858000"/>
              <a:gd name="connsiteX686" fmla="*/ 2380138 w 7467600"/>
              <a:gd name="connsiteY686" fmla="*/ 3099341 h 6858000"/>
              <a:gd name="connsiteX687" fmla="*/ 1765923 w 7467600"/>
              <a:gd name="connsiteY687" fmla="*/ 3581043 h 6858000"/>
              <a:gd name="connsiteX688" fmla="*/ 1702258 w 7467600"/>
              <a:gd name="connsiteY688" fmla="*/ 3612286 h 6858000"/>
              <a:gd name="connsiteX689" fmla="*/ 1538370 w 7467600"/>
              <a:gd name="connsiteY689" fmla="*/ 3811804 h 6858000"/>
              <a:gd name="connsiteX690" fmla="*/ 542867 w 7467600"/>
              <a:gd name="connsiteY690" fmla="*/ 4944092 h 6858000"/>
              <a:gd name="connsiteX691" fmla="*/ 515800 w 7467600"/>
              <a:gd name="connsiteY691" fmla="*/ 4862180 h 6858000"/>
              <a:gd name="connsiteX692" fmla="*/ 909145 w 7467600"/>
              <a:gd name="connsiteY692" fmla="*/ 4199225 h 6858000"/>
              <a:gd name="connsiteX693" fmla="*/ 1214067 w 7467600"/>
              <a:gd name="connsiteY693" fmla="*/ 3908561 h 6858000"/>
              <a:gd name="connsiteX694" fmla="*/ 640967 w 7467600"/>
              <a:gd name="connsiteY694" fmla="*/ 4105601 h 6858000"/>
              <a:gd name="connsiteX695" fmla="*/ 112563 w 7467600"/>
              <a:gd name="connsiteY695" fmla="*/ 4396952 h 6858000"/>
              <a:gd name="connsiteX696" fmla="*/ 0 w 7467600"/>
              <a:gd name="connsiteY696" fmla="*/ 4466006 h 6858000"/>
              <a:gd name="connsiteX697" fmla="*/ 0 w 7467600"/>
              <a:gd name="connsiteY697" fmla="*/ 4233763 h 6858000"/>
              <a:gd name="connsiteX698" fmla="*/ 36881 w 7467600"/>
              <a:gd name="connsiteY698" fmla="*/ 4200118 h 6858000"/>
              <a:gd name="connsiteX699" fmla="*/ 910534 w 7467600"/>
              <a:gd name="connsiteY699" fmla="*/ 3629753 h 6858000"/>
              <a:gd name="connsiteX700" fmla="*/ 1578717 w 7467600"/>
              <a:gd name="connsiteY700" fmla="*/ 3575982 h 6858000"/>
              <a:gd name="connsiteX701" fmla="*/ 2338780 w 7467600"/>
              <a:gd name="connsiteY701" fmla="*/ 3033725 h 6858000"/>
              <a:gd name="connsiteX702" fmla="*/ 1807991 w 7467600"/>
              <a:gd name="connsiteY702" fmla="*/ 2807184 h 6858000"/>
              <a:gd name="connsiteX703" fmla="*/ 1416358 w 7467600"/>
              <a:gd name="connsiteY703" fmla="*/ 3112571 h 6858000"/>
              <a:gd name="connsiteX704" fmla="*/ 939066 w 7467600"/>
              <a:gd name="connsiteY704" fmla="*/ 3378798 h 6858000"/>
              <a:gd name="connsiteX705" fmla="*/ 115099 w 7467600"/>
              <a:gd name="connsiteY705" fmla="*/ 3607650 h 6858000"/>
              <a:gd name="connsiteX706" fmla="*/ 97284 w 7467600"/>
              <a:gd name="connsiteY706" fmla="*/ 3520393 h 6858000"/>
              <a:gd name="connsiteX707" fmla="*/ 922050 w 7467600"/>
              <a:gd name="connsiteY707" fmla="*/ 3074867 h 6858000"/>
              <a:gd name="connsiteX708" fmla="*/ 1405265 w 7467600"/>
              <a:gd name="connsiteY708" fmla="*/ 3016319 h 6858000"/>
              <a:gd name="connsiteX709" fmla="*/ 1407512 w 7467600"/>
              <a:gd name="connsiteY709" fmla="*/ 3018001 h 6858000"/>
              <a:gd name="connsiteX710" fmla="*/ 1726266 w 7467600"/>
              <a:gd name="connsiteY710" fmla="*/ 2777274 h 6858000"/>
              <a:gd name="connsiteX711" fmla="*/ 625390 w 7467600"/>
              <a:gd name="connsiteY711" fmla="*/ 2514541 h 6858000"/>
              <a:gd name="connsiteX712" fmla="*/ 619799 w 7467600"/>
              <a:gd name="connsiteY712" fmla="*/ 2527180 h 6858000"/>
              <a:gd name="connsiteX713" fmla="*/ 310030 w 7467600"/>
              <a:gd name="connsiteY713" fmla="*/ 2771818 h 6858000"/>
              <a:gd name="connsiteX714" fmla="*/ 173877 w 7467600"/>
              <a:gd name="connsiteY714" fmla="*/ 2937056 h 6858000"/>
              <a:gd name="connsiteX715" fmla="*/ 77889 w 7467600"/>
              <a:gd name="connsiteY715" fmla="*/ 3138440 h 6858000"/>
              <a:gd name="connsiteX716" fmla="*/ 0 w 7467600"/>
              <a:gd name="connsiteY716" fmla="*/ 3271395 h 6858000"/>
              <a:gd name="connsiteX717" fmla="*/ 0 w 7467600"/>
              <a:gd name="connsiteY717" fmla="*/ 3153002 h 6858000"/>
              <a:gd name="connsiteX718" fmla="*/ 2386 w 7467600"/>
              <a:gd name="connsiteY718" fmla="*/ 3149203 h 6858000"/>
              <a:gd name="connsiteX719" fmla="*/ 89753 w 7467600"/>
              <a:gd name="connsiteY719" fmla="*/ 2987702 h 6858000"/>
              <a:gd name="connsiteX720" fmla="*/ 76869 w 7467600"/>
              <a:gd name="connsiteY720" fmla="*/ 3005404 h 6858000"/>
              <a:gd name="connsiteX721" fmla="*/ 32049 w 7467600"/>
              <a:gd name="connsiteY721" fmla="*/ 3065814 h 6858000"/>
              <a:gd name="connsiteX722" fmla="*/ 0 w 7467600"/>
              <a:gd name="connsiteY722" fmla="*/ 3108744 h 6858000"/>
              <a:gd name="connsiteX723" fmla="*/ 0 w 7467600"/>
              <a:gd name="connsiteY723" fmla="*/ 3058059 h 6858000"/>
              <a:gd name="connsiteX724" fmla="*/ 7610 w 7467600"/>
              <a:gd name="connsiteY724" fmla="*/ 3047889 h 6858000"/>
              <a:gd name="connsiteX725" fmla="*/ 52419 w 7467600"/>
              <a:gd name="connsiteY725" fmla="*/ 2987479 h 6858000"/>
              <a:gd name="connsiteX726" fmla="*/ 59142 w 7467600"/>
              <a:gd name="connsiteY726" fmla="*/ 2978488 h 6858000"/>
              <a:gd name="connsiteX727" fmla="*/ 0 w 7467600"/>
              <a:gd name="connsiteY727" fmla="*/ 3015334 h 6858000"/>
              <a:gd name="connsiteX728" fmla="*/ 0 w 7467600"/>
              <a:gd name="connsiteY728" fmla="*/ 2914286 h 6858000"/>
              <a:gd name="connsiteX729" fmla="*/ 36383 w 7467600"/>
              <a:gd name="connsiteY729" fmla="*/ 2901128 h 6858000"/>
              <a:gd name="connsiteX730" fmla="*/ 156329 w 7467600"/>
              <a:gd name="connsiteY730" fmla="*/ 2840533 h 6858000"/>
              <a:gd name="connsiteX731" fmla="*/ 358355 w 7467600"/>
              <a:gd name="connsiteY731" fmla="*/ 2620471 h 6858000"/>
              <a:gd name="connsiteX732" fmla="*/ 510577 w 7467600"/>
              <a:gd name="connsiteY732" fmla="*/ 2501244 h 6858000"/>
              <a:gd name="connsiteX733" fmla="*/ 211967 w 7467600"/>
              <a:gd name="connsiteY733" fmla="*/ 2479171 h 6858000"/>
              <a:gd name="connsiteX734" fmla="*/ 0 w 7467600"/>
              <a:gd name="connsiteY734" fmla="*/ 2476398 h 6858000"/>
              <a:gd name="connsiteX735" fmla="*/ 0 w 7467600"/>
              <a:gd name="connsiteY735" fmla="*/ 2389189 h 6858000"/>
              <a:gd name="connsiteX736" fmla="*/ 103062 w 7467600"/>
              <a:gd name="connsiteY736" fmla="*/ 2389518 h 6858000"/>
              <a:gd name="connsiteX737" fmla="*/ 510734 w 7467600"/>
              <a:gd name="connsiteY737" fmla="*/ 2416201 h 6858000"/>
              <a:gd name="connsiteX738" fmla="*/ 279257 w 7467600"/>
              <a:gd name="connsiteY738" fmla="*/ 2092102 h 6858000"/>
              <a:gd name="connsiteX739" fmla="*/ 65265 w 7467600"/>
              <a:gd name="connsiteY739" fmla="*/ 2006049 h 6858000"/>
              <a:gd name="connsiteX740" fmla="*/ 0 w 7467600"/>
              <a:gd name="connsiteY740" fmla="*/ 1982532 h 6858000"/>
              <a:gd name="connsiteX741" fmla="*/ 0 w 7467600"/>
              <a:gd name="connsiteY741" fmla="*/ 1912789 h 6858000"/>
              <a:gd name="connsiteX742" fmla="*/ 97460 w 7467600"/>
              <a:gd name="connsiteY742" fmla="*/ 1953725 h 6858000"/>
              <a:gd name="connsiteX743" fmla="*/ 221272 w 7467600"/>
              <a:gd name="connsiteY743" fmla="*/ 1980766 h 6858000"/>
              <a:gd name="connsiteX744" fmla="*/ 116765 w 7467600"/>
              <a:gd name="connsiteY744" fmla="*/ 1911033 h 6858000"/>
              <a:gd name="connsiteX745" fmla="*/ 16405 w 7467600"/>
              <a:gd name="connsiteY745" fmla="*/ 1803412 h 6858000"/>
              <a:gd name="connsiteX746" fmla="*/ 0 w 7467600"/>
              <a:gd name="connsiteY746" fmla="*/ 1784777 h 6858000"/>
              <a:gd name="connsiteX747" fmla="*/ 0 w 7467600"/>
              <a:gd name="connsiteY747" fmla="*/ 1740082 h 6858000"/>
              <a:gd name="connsiteX748" fmla="*/ 39394 w 7467600"/>
              <a:gd name="connsiteY748" fmla="*/ 1784856 h 6858000"/>
              <a:gd name="connsiteX749" fmla="*/ 135813 w 7467600"/>
              <a:gd name="connsiteY749" fmla="*/ 1888838 h 6858000"/>
              <a:gd name="connsiteX750" fmla="*/ 242575 w 7467600"/>
              <a:gd name="connsiteY750" fmla="*/ 1958841 h 6858000"/>
              <a:gd name="connsiteX751" fmla="*/ 82197 w 7467600"/>
              <a:gd name="connsiteY751" fmla="*/ 1754826 h 6858000"/>
              <a:gd name="connsiteX752" fmla="*/ 0 w 7467600"/>
              <a:gd name="connsiteY752" fmla="*/ 1679650 h 6858000"/>
              <a:gd name="connsiteX753" fmla="*/ 0 w 7467600"/>
              <a:gd name="connsiteY753" fmla="*/ 1602463 h 6858000"/>
              <a:gd name="connsiteX754" fmla="*/ 84689 w 7467600"/>
              <a:gd name="connsiteY754" fmla="*/ 1677442 h 6858000"/>
              <a:gd name="connsiteX755" fmla="*/ 298437 w 7467600"/>
              <a:gd name="connsiteY755" fmla="*/ 1968019 h 6858000"/>
              <a:gd name="connsiteX756" fmla="*/ 227269 w 7467600"/>
              <a:gd name="connsiteY756" fmla="*/ 1114064 h 6858000"/>
              <a:gd name="connsiteX757" fmla="*/ 248003 w 7467600"/>
              <a:gd name="connsiteY757" fmla="*/ 1089613 h 6858000"/>
              <a:gd name="connsiteX758" fmla="*/ 427020 w 7467600"/>
              <a:gd name="connsiteY758" fmla="*/ 1619803 h 6858000"/>
              <a:gd name="connsiteX759" fmla="*/ 340345 w 7467600"/>
              <a:gd name="connsiteY759" fmla="*/ 2027739 h 6858000"/>
              <a:gd name="connsiteX760" fmla="*/ 360865 w 7467600"/>
              <a:gd name="connsiteY760" fmla="*/ 2044827 h 6858000"/>
              <a:gd name="connsiteX761" fmla="*/ 560414 w 7467600"/>
              <a:gd name="connsiteY761" fmla="*/ 2421457 h 6858000"/>
              <a:gd name="connsiteX762" fmla="*/ 1359703 w 7467600"/>
              <a:gd name="connsiteY762" fmla="*/ 2578554 h 6858000"/>
              <a:gd name="connsiteX763" fmla="*/ 1359422 w 7467600"/>
              <a:gd name="connsiteY763" fmla="*/ 2577994 h 6858000"/>
              <a:gd name="connsiteX764" fmla="*/ 828701 w 7467600"/>
              <a:gd name="connsiteY764" fmla="*/ 1839520 h 6858000"/>
              <a:gd name="connsiteX765" fmla="*/ 494427 w 7467600"/>
              <a:gd name="connsiteY765" fmla="*/ 1092333 h 6858000"/>
              <a:gd name="connsiteX766" fmla="*/ 506322 w 7467600"/>
              <a:gd name="connsiteY766" fmla="*/ 1020997 h 6858000"/>
              <a:gd name="connsiteX767" fmla="*/ 4570198 w 7467600"/>
              <a:gd name="connsiteY767" fmla="*/ 978081 h 6858000"/>
              <a:gd name="connsiteX768" fmla="*/ 4523691 w 7467600"/>
              <a:gd name="connsiteY768" fmla="*/ 1127776 h 6858000"/>
              <a:gd name="connsiteX769" fmla="*/ 4509875 w 7467600"/>
              <a:gd name="connsiteY769" fmla="*/ 1167552 h 6858000"/>
              <a:gd name="connsiteX770" fmla="*/ 4478168 w 7467600"/>
              <a:gd name="connsiteY770" fmla="*/ 1260735 h 6858000"/>
              <a:gd name="connsiteX771" fmla="*/ 4409309 w 7467600"/>
              <a:gd name="connsiteY771" fmla="*/ 1666996 h 6858000"/>
              <a:gd name="connsiteX772" fmla="*/ 4370031 w 7467600"/>
              <a:gd name="connsiteY772" fmla="*/ 1955666 h 6858000"/>
              <a:gd name="connsiteX773" fmla="*/ 4570198 w 7467600"/>
              <a:gd name="connsiteY773" fmla="*/ 978081 h 6858000"/>
              <a:gd name="connsiteX774" fmla="*/ 4557898 w 7467600"/>
              <a:gd name="connsiteY774" fmla="*/ 900011 h 6858000"/>
              <a:gd name="connsiteX775" fmla="*/ 4344840 w 7467600"/>
              <a:gd name="connsiteY775" fmla="*/ 1922038 h 6858000"/>
              <a:gd name="connsiteX776" fmla="*/ 4378710 w 7467600"/>
              <a:gd name="connsiteY776" fmla="*/ 1665516 h 6858000"/>
              <a:gd name="connsiteX777" fmla="*/ 4448798 w 7467600"/>
              <a:gd name="connsiteY777" fmla="*/ 1253024 h 6858000"/>
              <a:gd name="connsiteX778" fmla="*/ 4480315 w 7467600"/>
              <a:gd name="connsiteY778" fmla="*/ 1158454 h 6858000"/>
              <a:gd name="connsiteX779" fmla="*/ 4494133 w 7467600"/>
              <a:gd name="connsiteY779" fmla="*/ 1118676 h 6858000"/>
              <a:gd name="connsiteX780" fmla="*/ 4557898 w 7467600"/>
              <a:gd name="connsiteY780" fmla="*/ 900011 h 6858000"/>
              <a:gd name="connsiteX781" fmla="*/ 5870151 w 7467600"/>
              <a:gd name="connsiteY781" fmla="*/ 898890 h 6858000"/>
              <a:gd name="connsiteX782" fmla="*/ 5861335 w 7467600"/>
              <a:gd name="connsiteY782" fmla="*/ 899177 h 6858000"/>
              <a:gd name="connsiteX783" fmla="*/ 5843702 w 7467600"/>
              <a:gd name="connsiteY783" fmla="*/ 899748 h 6858000"/>
              <a:gd name="connsiteX784" fmla="*/ 5651107 w 7467600"/>
              <a:gd name="connsiteY784" fmla="*/ 920306 h 6858000"/>
              <a:gd name="connsiteX785" fmla="*/ 5459407 w 7467600"/>
              <a:gd name="connsiteY785" fmla="*/ 940975 h 6858000"/>
              <a:gd name="connsiteX786" fmla="*/ 5374846 w 7467600"/>
              <a:gd name="connsiteY786" fmla="*/ 941988 h 6858000"/>
              <a:gd name="connsiteX787" fmla="*/ 5256105 w 7467600"/>
              <a:gd name="connsiteY787" fmla="*/ 945632 h 6858000"/>
              <a:gd name="connsiteX788" fmla="*/ 5107071 w 7467600"/>
              <a:gd name="connsiteY788" fmla="*/ 969720 h 6858000"/>
              <a:gd name="connsiteX789" fmla="*/ 4998681 w 7467600"/>
              <a:gd name="connsiteY789" fmla="*/ 988771 h 6858000"/>
              <a:gd name="connsiteX790" fmla="*/ 5870151 w 7467600"/>
              <a:gd name="connsiteY790" fmla="*/ 898890 h 6858000"/>
              <a:gd name="connsiteX791" fmla="*/ 5504425 w 7467600"/>
              <a:gd name="connsiteY791" fmla="*/ 848067 h 6858000"/>
              <a:gd name="connsiteX792" fmla="*/ 4968849 w 7467600"/>
              <a:gd name="connsiteY792" fmla="*/ 962318 h 6858000"/>
              <a:gd name="connsiteX793" fmla="*/ 5104039 w 7467600"/>
              <a:gd name="connsiteY793" fmla="*/ 940634 h 6858000"/>
              <a:gd name="connsiteX794" fmla="*/ 5256311 w 7467600"/>
              <a:gd name="connsiteY794" fmla="*/ 916490 h 6858000"/>
              <a:gd name="connsiteX795" fmla="*/ 5377381 w 7467600"/>
              <a:gd name="connsiteY795" fmla="*/ 912671 h 6858000"/>
              <a:gd name="connsiteX796" fmla="*/ 5460148 w 7467600"/>
              <a:gd name="connsiteY796" fmla="*/ 911442 h 6858000"/>
              <a:gd name="connsiteX797" fmla="*/ 5648971 w 7467600"/>
              <a:gd name="connsiteY797" fmla="*/ 891331 h 6858000"/>
              <a:gd name="connsiteX798" fmla="*/ 5844807 w 7467600"/>
              <a:gd name="connsiteY798" fmla="*/ 870718 h 6858000"/>
              <a:gd name="connsiteX799" fmla="*/ 5862975 w 7467600"/>
              <a:gd name="connsiteY799" fmla="*/ 869756 h 6858000"/>
              <a:gd name="connsiteX800" fmla="*/ 5920887 w 7467600"/>
              <a:gd name="connsiteY800" fmla="*/ 865929 h 6858000"/>
              <a:gd name="connsiteX801" fmla="*/ 5504425 w 7467600"/>
              <a:gd name="connsiteY801" fmla="*/ 848067 h 6858000"/>
              <a:gd name="connsiteX802" fmla="*/ 3607114 w 7467600"/>
              <a:gd name="connsiteY802" fmla="*/ 467441 h 6858000"/>
              <a:gd name="connsiteX803" fmla="*/ 3296242 w 7467600"/>
              <a:gd name="connsiteY803" fmla="*/ 807991 h 6858000"/>
              <a:gd name="connsiteX804" fmla="*/ 3174674 w 7467600"/>
              <a:gd name="connsiteY804" fmla="*/ 919759 h 6858000"/>
              <a:gd name="connsiteX805" fmla="*/ 3042978 w 7467600"/>
              <a:gd name="connsiteY805" fmla="*/ 1054894 h 6858000"/>
              <a:gd name="connsiteX806" fmla="*/ 2968914 w 7467600"/>
              <a:gd name="connsiteY806" fmla="*/ 1133756 h 6858000"/>
              <a:gd name="connsiteX807" fmla="*/ 3103823 w 7467600"/>
              <a:gd name="connsiteY807" fmla="*/ 1026814 h 6858000"/>
              <a:gd name="connsiteX808" fmla="*/ 3607114 w 7467600"/>
              <a:gd name="connsiteY808" fmla="*/ 467441 h 6858000"/>
              <a:gd name="connsiteX809" fmla="*/ 3744487 w 7467600"/>
              <a:gd name="connsiteY809" fmla="*/ 383136 h 6858000"/>
              <a:gd name="connsiteX810" fmla="*/ 3970213 w 7467600"/>
              <a:gd name="connsiteY810" fmla="*/ 995559 h 6858000"/>
              <a:gd name="connsiteX811" fmla="*/ 3744487 w 7467600"/>
              <a:gd name="connsiteY811" fmla="*/ 383136 h 6858000"/>
              <a:gd name="connsiteX812" fmla="*/ 3624562 w 7467600"/>
              <a:gd name="connsiteY812" fmla="*/ 367041 h 6858000"/>
              <a:gd name="connsiteX813" fmla="*/ 3489712 w 7467600"/>
              <a:gd name="connsiteY813" fmla="*/ 485386 h 6858000"/>
              <a:gd name="connsiteX814" fmla="*/ 3182994 w 7467600"/>
              <a:gd name="connsiteY814" fmla="*/ 828265 h 6858000"/>
              <a:gd name="connsiteX815" fmla="*/ 2892114 w 7467600"/>
              <a:gd name="connsiteY815" fmla="*/ 1172635 h 6858000"/>
              <a:gd name="connsiteX816" fmla="*/ 3021459 w 7467600"/>
              <a:gd name="connsiteY816" fmla="*/ 1035385 h 6858000"/>
              <a:gd name="connsiteX817" fmla="*/ 3153873 w 7467600"/>
              <a:gd name="connsiteY817" fmla="*/ 898971 h 6858000"/>
              <a:gd name="connsiteX818" fmla="*/ 3276511 w 7467600"/>
              <a:gd name="connsiteY818" fmla="*/ 786423 h 6858000"/>
              <a:gd name="connsiteX819" fmla="*/ 3584154 w 7467600"/>
              <a:gd name="connsiteY819" fmla="*/ 448218 h 6858000"/>
              <a:gd name="connsiteX820" fmla="*/ 3624562 w 7467600"/>
              <a:gd name="connsiteY820" fmla="*/ 367041 h 6858000"/>
              <a:gd name="connsiteX821" fmla="*/ 3766672 w 7467600"/>
              <a:gd name="connsiteY821" fmla="*/ 359429 h 6858000"/>
              <a:gd name="connsiteX822" fmla="*/ 3996338 w 7467600"/>
              <a:gd name="connsiteY822" fmla="*/ 968237 h 6858000"/>
              <a:gd name="connsiteX823" fmla="*/ 3766672 w 7467600"/>
              <a:gd name="connsiteY823" fmla="*/ 359429 h 6858000"/>
              <a:gd name="connsiteX824" fmla="*/ 5805386 w 7467600"/>
              <a:gd name="connsiteY824" fmla="*/ 239240 h 6858000"/>
              <a:gd name="connsiteX825" fmla="*/ 5736947 w 7467600"/>
              <a:gd name="connsiteY825" fmla="*/ 261367 h 6858000"/>
              <a:gd name="connsiteX826" fmla="*/ 5427012 w 7467600"/>
              <a:gd name="connsiteY826" fmla="*/ 311272 h 6858000"/>
              <a:gd name="connsiteX827" fmla="*/ 5147818 w 7467600"/>
              <a:gd name="connsiteY827" fmla="*/ 322112 h 6858000"/>
              <a:gd name="connsiteX828" fmla="*/ 5060854 w 7467600"/>
              <a:gd name="connsiteY828" fmla="*/ 311882 h 6858000"/>
              <a:gd name="connsiteX829" fmla="*/ 4945989 w 7467600"/>
              <a:gd name="connsiteY829" fmla="*/ 300516 h 6858000"/>
              <a:gd name="connsiteX830" fmla="*/ 5410479 w 7467600"/>
              <a:gd name="connsiteY830" fmla="*/ 348434 h 6858000"/>
              <a:gd name="connsiteX831" fmla="*/ 5805386 w 7467600"/>
              <a:gd name="connsiteY831" fmla="*/ 239240 h 6858000"/>
              <a:gd name="connsiteX832" fmla="*/ 5905192 w 7467600"/>
              <a:gd name="connsiteY832" fmla="*/ 163079 h 6858000"/>
              <a:gd name="connsiteX833" fmla="*/ 5865655 w 7467600"/>
              <a:gd name="connsiteY833" fmla="*/ 171901 h 6858000"/>
              <a:gd name="connsiteX834" fmla="*/ 5259740 w 7467600"/>
              <a:gd name="connsiteY834" fmla="*/ 257013 h 6858000"/>
              <a:gd name="connsiteX835" fmla="*/ 5208466 w 7467600"/>
              <a:gd name="connsiteY835" fmla="*/ 257550 h 6858000"/>
              <a:gd name="connsiteX836" fmla="*/ 4980204 w 7467600"/>
              <a:gd name="connsiteY836" fmla="*/ 271903 h 6858000"/>
              <a:gd name="connsiteX837" fmla="*/ 5068068 w 7467600"/>
              <a:gd name="connsiteY837" fmla="*/ 282244 h 6858000"/>
              <a:gd name="connsiteX838" fmla="*/ 5153231 w 7467600"/>
              <a:gd name="connsiteY838" fmla="*/ 292240 h 6858000"/>
              <a:gd name="connsiteX839" fmla="*/ 5426491 w 7467600"/>
              <a:gd name="connsiteY839" fmla="*/ 281128 h 6858000"/>
              <a:gd name="connsiteX840" fmla="*/ 5731212 w 7467600"/>
              <a:gd name="connsiteY840" fmla="*/ 231951 h 6858000"/>
              <a:gd name="connsiteX841" fmla="*/ 5905192 w 7467600"/>
              <a:gd name="connsiteY841" fmla="*/ 163079 h 6858000"/>
              <a:gd name="connsiteX842" fmla="*/ 5944437 w 7467600"/>
              <a:gd name="connsiteY842" fmla="*/ 113829 h 6858000"/>
              <a:gd name="connsiteX843" fmla="*/ 5825032 w 7467600"/>
              <a:gd name="connsiteY843" fmla="*/ 146405 h 6858000"/>
              <a:gd name="connsiteX844" fmla="*/ 4955599 w 7467600"/>
              <a:gd name="connsiteY844" fmla="*/ 247008 h 6858000"/>
              <a:gd name="connsiteX845" fmla="*/ 5210104 w 7467600"/>
              <a:gd name="connsiteY845" fmla="*/ 228123 h 6858000"/>
              <a:gd name="connsiteX846" fmla="*/ 5261015 w 7467600"/>
              <a:gd name="connsiteY846" fmla="*/ 227087 h 6858000"/>
              <a:gd name="connsiteX847" fmla="*/ 5861181 w 7467600"/>
              <a:gd name="connsiteY847" fmla="*/ 143093 h 6858000"/>
              <a:gd name="connsiteX848" fmla="*/ 5961252 w 7467600"/>
              <a:gd name="connsiteY848" fmla="*/ 114820 h 6858000"/>
              <a:gd name="connsiteX849" fmla="*/ 5944437 w 7467600"/>
              <a:gd name="connsiteY849" fmla="*/ 113829 h 6858000"/>
              <a:gd name="connsiteX850" fmla="*/ 3882765 w 7467600"/>
              <a:gd name="connsiteY850" fmla="*/ 0 h 6858000"/>
              <a:gd name="connsiteX851" fmla="*/ 3995099 w 7467600"/>
              <a:gd name="connsiteY851" fmla="*/ 0 h 6858000"/>
              <a:gd name="connsiteX852" fmla="*/ 4163818 w 7467600"/>
              <a:gd name="connsiteY852" fmla="*/ 234104 h 6858000"/>
              <a:gd name="connsiteX853" fmla="*/ 4172099 w 7467600"/>
              <a:gd name="connsiteY853" fmla="*/ 234207 h 6858000"/>
              <a:gd name="connsiteX854" fmla="*/ 4784282 w 7467600"/>
              <a:gd name="connsiteY854" fmla="*/ 276561 h 6858000"/>
              <a:gd name="connsiteX855" fmla="*/ 4801687 w 7467600"/>
              <a:gd name="connsiteY855" fmla="*/ 267764 h 6858000"/>
              <a:gd name="connsiteX856" fmla="*/ 6082788 w 7467600"/>
              <a:gd name="connsiteY856" fmla="*/ 64119 h 6858000"/>
              <a:gd name="connsiteX857" fmla="*/ 6099442 w 7467600"/>
              <a:gd name="connsiteY857" fmla="*/ 82568 h 6858000"/>
              <a:gd name="connsiteX858" fmla="*/ 4804137 w 7467600"/>
              <a:gd name="connsiteY858" fmla="*/ 320931 h 6858000"/>
              <a:gd name="connsiteX859" fmla="*/ 4227047 w 7467600"/>
              <a:gd name="connsiteY859" fmla="*/ 313415 h 6858000"/>
              <a:gd name="connsiteX860" fmla="*/ 4346041 w 7467600"/>
              <a:gd name="connsiteY860" fmla="*/ 456086 h 6858000"/>
              <a:gd name="connsiteX861" fmla="*/ 4870967 w 7467600"/>
              <a:gd name="connsiteY861" fmla="*/ 963061 h 6858000"/>
              <a:gd name="connsiteX862" fmla="*/ 4889647 w 7467600"/>
              <a:gd name="connsiteY862" fmla="*/ 957147 h 6858000"/>
              <a:gd name="connsiteX863" fmla="*/ 5422504 w 7467600"/>
              <a:gd name="connsiteY863" fmla="*/ 805191 h 6858000"/>
              <a:gd name="connsiteX864" fmla="*/ 6087656 w 7467600"/>
              <a:gd name="connsiteY864" fmla="*/ 826703 h 6858000"/>
              <a:gd name="connsiteX865" fmla="*/ 6058717 w 7467600"/>
              <a:gd name="connsiteY865" fmla="*/ 865992 h 6858000"/>
              <a:gd name="connsiteX866" fmla="*/ 4974153 w 7467600"/>
              <a:gd name="connsiteY866" fmla="*/ 1045456 h 6858000"/>
              <a:gd name="connsiteX867" fmla="*/ 5627835 w 7467600"/>
              <a:gd name="connsiteY867" fmla="*/ 1472077 h 6858000"/>
              <a:gd name="connsiteX868" fmla="*/ 5629817 w 7467600"/>
              <a:gd name="connsiteY868" fmla="*/ 1471412 h 6858000"/>
              <a:gd name="connsiteX869" fmla="*/ 5634124 w 7467600"/>
              <a:gd name="connsiteY869" fmla="*/ 1470572 h 6858000"/>
              <a:gd name="connsiteX870" fmla="*/ 5755832 w 7467600"/>
              <a:gd name="connsiteY870" fmla="*/ 1383886 h 6858000"/>
              <a:gd name="connsiteX871" fmla="*/ 6014186 w 7467600"/>
              <a:gd name="connsiteY871" fmla="*/ 1279799 h 6858000"/>
              <a:gd name="connsiteX872" fmla="*/ 6901619 w 7467600"/>
              <a:gd name="connsiteY872" fmla="*/ 1047874 h 6858000"/>
              <a:gd name="connsiteX873" fmla="*/ 6931566 w 7467600"/>
              <a:gd name="connsiteY873" fmla="*/ 1062034 h 6858000"/>
              <a:gd name="connsiteX874" fmla="*/ 5790982 w 7467600"/>
              <a:gd name="connsiteY874" fmla="*/ 1561380 h 6858000"/>
              <a:gd name="connsiteX875" fmla="*/ 6188971 w 7467600"/>
              <a:gd name="connsiteY875" fmla="*/ 1755168 h 6858000"/>
              <a:gd name="connsiteX876" fmla="*/ 6202446 w 7467600"/>
              <a:gd name="connsiteY876" fmla="*/ 1752268 h 6858000"/>
              <a:gd name="connsiteX877" fmla="*/ 7179560 w 7467600"/>
              <a:gd name="connsiteY877" fmla="*/ 1467551 h 6858000"/>
              <a:gd name="connsiteX878" fmla="*/ 7158730 w 7467600"/>
              <a:gd name="connsiteY878" fmla="*/ 1507835 h 6858000"/>
              <a:gd name="connsiteX879" fmla="*/ 6326959 w 7467600"/>
              <a:gd name="connsiteY879" fmla="*/ 1817686 h 6858000"/>
              <a:gd name="connsiteX880" fmla="*/ 6537433 w 7467600"/>
              <a:gd name="connsiteY880" fmla="*/ 1907790 h 6858000"/>
              <a:gd name="connsiteX881" fmla="*/ 6550221 w 7467600"/>
              <a:gd name="connsiteY881" fmla="*/ 1910729 h 6858000"/>
              <a:gd name="connsiteX882" fmla="*/ 6964438 w 7467600"/>
              <a:gd name="connsiteY882" fmla="*/ 2209505 h 6858000"/>
              <a:gd name="connsiteX883" fmla="*/ 7367862 w 7467600"/>
              <a:gd name="connsiteY883" fmla="*/ 2806833 h 6858000"/>
              <a:gd name="connsiteX884" fmla="*/ 7364329 w 7467600"/>
              <a:gd name="connsiteY884" fmla="*/ 2826907 h 6858000"/>
              <a:gd name="connsiteX885" fmla="*/ 7290545 w 7467600"/>
              <a:gd name="connsiteY885" fmla="*/ 2850663 h 6858000"/>
              <a:gd name="connsiteX886" fmla="*/ 6472036 w 7467600"/>
              <a:gd name="connsiteY886" fmla="*/ 1959003 h 6858000"/>
              <a:gd name="connsiteX887" fmla="*/ 5792897 w 7467600"/>
              <a:gd name="connsiteY887" fmla="*/ 1647747 h 6858000"/>
              <a:gd name="connsiteX888" fmla="*/ 5842751 w 7467600"/>
              <a:gd name="connsiteY888" fmla="*/ 1816112 h 6858000"/>
              <a:gd name="connsiteX889" fmla="*/ 5847424 w 7467600"/>
              <a:gd name="connsiteY889" fmla="*/ 1815776 h 6858000"/>
              <a:gd name="connsiteX890" fmla="*/ 6399821 w 7467600"/>
              <a:gd name="connsiteY890" fmla="*/ 2344799 h 6858000"/>
              <a:gd name="connsiteX891" fmla="*/ 6323232 w 7467600"/>
              <a:gd name="connsiteY891" fmla="*/ 2389634 h 6858000"/>
              <a:gd name="connsiteX892" fmla="*/ 5942958 w 7467600"/>
              <a:gd name="connsiteY892" fmla="*/ 2077708 h 6858000"/>
              <a:gd name="connsiteX893" fmla="*/ 5921559 w 7467600"/>
              <a:gd name="connsiteY893" fmla="*/ 2378596 h 6858000"/>
              <a:gd name="connsiteX894" fmla="*/ 5817651 w 7467600"/>
              <a:gd name="connsiteY894" fmla="*/ 3023919 h 6858000"/>
              <a:gd name="connsiteX895" fmla="*/ 5729634 w 7467600"/>
              <a:gd name="connsiteY895" fmla="*/ 3051849 h 6858000"/>
              <a:gd name="connsiteX896" fmla="*/ 5611018 w 7467600"/>
              <a:gd name="connsiteY896" fmla="*/ 2316769 h 6858000"/>
              <a:gd name="connsiteX897" fmla="*/ 5687608 w 7467600"/>
              <a:gd name="connsiteY897" fmla="*/ 2039972 h 6858000"/>
              <a:gd name="connsiteX898" fmla="*/ 5657554 w 7467600"/>
              <a:gd name="connsiteY898" fmla="*/ 1576445 h 6858000"/>
              <a:gd name="connsiteX899" fmla="*/ 5150475 w 7467600"/>
              <a:gd name="connsiteY899" fmla="*/ 1274012 h 6858000"/>
              <a:gd name="connsiteX900" fmla="*/ 5349142 w 7467600"/>
              <a:gd name="connsiteY900" fmla="*/ 2204405 h 6858000"/>
              <a:gd name="connsiteX901" fmla="*/ 5262214 w 7467600"/>
              <a:gd name="connsiteY901" fmla="*/ 2233836 h 6858000"/>
              <a:gd name="connsiteX902" fmla="*/ 4981539 w 7467600"/>
              <a:gd name="connsiteY902" fmla="*/ 1542201 h 6858000"/>
              <a:gd name="connsiteX903" fmla="*/ 4958461 w 7467600"/>
              <a:gd name="connsiteY903" fmla="*/ 1136957 h 6858000"/>
              <a:gd name="connsiteX904" fmla="*/ 4655015 w 7467600"/>
              <a:gd name="connsiteY904" fmla="*/ 891426 h 6858000"/>
              <a:gd name="connsiteX905" fmla="*/ 4348002 w 7467600"/>
              <a:gd name="connsiteY905" fmla="*/ 2205895 h 6858000"/>
              <a:gd name="connsiteX906" fmla="*/ 4262250 w 7467600"/>
              <a:gd name="connsiteY906" fmla="*/ 2219972 h 6858000"/>
              <a:gd name="connsiteX907" fmla="*/ 4550611 w 7467600"/>
              <a:gd name="connsiteY907" fmla="*/ 817540 h 6858000"/>
              <a:gd name="connsiteX908" fmla="*/ 4564418 w 7467600"/>
              <a:gd name="connsiteY908" fmla="*/ 808293 h 6858000"/>
              <a:gd name="connsiteX909" fmla="*/ 4266388 w 7467600"/>
              <a:gd name="connsiteY909" fmla="*/ 500083 h 6858000"/>
              <a:gd name="connsiteX910" fmla="*/ 4032842 w 7467600"/>
              <a:gd name="connsiteY910" fmla="*/ 211809 h 6858000"/>
              <a:gd name="connsiteX911" fmla="*/ 3882765 w 7467600"/>
              <a:gd name="connsiteY911" fmla="*/ 0 h 6858000"/>
              <a:gd name="connsiteX912" fmla="*/ 3721337 w 7467600"/>
              <a:gd name="connsiteY912" fmla="*/ 0 h 6858000"/>
              <a:gd name="connsiteX913" fmla="*/ 3797544 w 7467600"/>
              <a:gd name="connsiteY913" fmla="*/ 0 h 6858000"/>
              <a:gd name="connsiteX914" fmla="*/ 3775734 w 7467600"/>
              <a:gd name="connsiteY914" fmla="*/ 95131 h 6858000"/>
              <a:gd name="connsiteX915" fmla="*/ 3724807 w 7467600"/>
              <a:gd name="connsiteY915" fmla="*/ 272257 h 6858000"/>
              <a:gd name="connsiteX916" fmla="*/ 3726844 w 7467600"/>
              <a:gd name="connsiteY916" fmla="*/ 282988 h 6858000"/>
              <a:gd name="connsiteX917" fmla="*/ 3742664 w 7467600"/>
              <a:gd name="connsiteY917" fmla="*/ 279918 h 6858000"/>
              <a:gd name="connsiteX918" fmla="*/ 4103910 w 7467600"/>
              <a:gd name="connsiteY918" fmla="*/ 1161917 h 6858000"/>
              <a:gd name="connsiteX919" fmla="*/ 4020269 w 7467600"/>
              <a:gd name="connsiteY919" fmla="*/ 1200406 h 6858000"/>
              <a:gd name="connsiteX920" fmla="*/ 3674882 w 7467600"/>
              <a:gd name="connsiteY920" fmla="*/ 488524 h 6858000"/>
              <a:gd name="connsiteX921" fmla="*/ 3132682 w 7467600"/>
              <a:gd name="connsiteY921" fmla="*/ 1072284 h 6858000"/>
              <a:gd name="connsiteX922" fmla="*/ 2716346 w 7467600"/>
              <a:gd name="connsiteY922" fmla="*/ 1276376 h 6858000"/>
              <a:gd name="connsiteX923" fmla="*/ 2716772 w 7467600"/>
              <a:gd name="connsiteY923" fmla="*/ 1255462 h 6858000"/>
              <a:gd name="connsiteX924" fmla="*/ 3471096 w 7467600"/>
              <a:gd name="connsiteY924" fmla="*/ 437072 h 6858000"/>
              <a:gd name="connsiteX925" fmla="*/ 3639057 w 7467600"/>
              <a:gd name="connsiteY925" fmla="*/ 286334 h 6858000"/>
              <a:gd name="connsiteX926" fmla="*/ 3640309 w 7467600"/>
              <a:gd name="connsiteY926" fmla="*/ 284664 h 6858000"/>
              <a:gd name="connsiteX927" fmla="*/ 3646022 w 7467600"/>
              <a:gd name="connsiteY927" fmla="*/ 276711 h 6858000"/>
              <a:gd name="connsiteX928" fmla="*/ 3707943 w 7467600"/>
              <a:gd name="connsiteY928" fmla="*/ 65958 h 6858000"/>
              <a:gd name="connsiteX929" fmla="*/ 3721337 w 7467600"/>
              <a:gd name="connsiteY929" fmla="*/ 0 h 6858000"/>
              <a:gd name="connsiteX930" fmla="*/ 2867960 w 7467600"/>
              <a:gd name="connsiteY930" fmla="*/ 0 h 6858000"/>
              <a:gd name="connsiteX931" fmla="*/ 2926351 w 7467600"/>
              <a:gd name="connsiteY931" fmla="*/ 0 h 6858000"/>
              <a:gd name="connsiteX932" fmla="*/ 2902823 w 7467600"/>
              <a:gd name="connsiteY932" fmla="*/ 262929 h 6858000"/>
              <a:gd name="connsiteX933" fmla="*/ 2940663 w 7467600"/>
              <a:gd name="connsiteY933" fmla="*/ 140884 h 6858000"/>
              <a:gd name="connsiteX934" fmla="*/ 2947039 w 7467600"/>
              <a:gd name="connsiteY934" fmla="*/ 122524 h 6858000"/>
              <a:gd name="connsiteX935" fmla="*/ 2984316 w 7467600"/>
              <a:gd name="connsiteY935" fmla="*/ 0 h 6858000"/>
              <a:gd name="connsiteX936" fmla="*/ 3016114 w 7467600"/>
              <a:gd name="connsiteY936" fmla="*/ 0 h 6858000"/>
              <a:gd name="connsiteX937" fmla="*/ 2979949 w 7467600"/>
              <a:gd name="connsiteY937" fmla="*/ 119274 h 6858000"/>
              <a:gd name="connsiteX938" fmla="*/ 3023879 w 7467600"/>
              <a:gd name="connsiteY938" fmla="*/ 0 h 6858000"/>
              <a:gd name="connsiteX939" fmla="*/ 3105400 w 7467600"/>
              <a:gd name="connsiteY939" fmla="*/ 0 h 6858000"/>
              <a:gd name="connsiteX940" fmla="*/ 3094669 w 7467600"/>
              <a:gd name="connsiteY940" fmla="*/ 30308 h 6858000"/>
              <a:gd name="connsiteX941" fmla="*/ 2901945 w 7467600"/>
              <a:gd name="connsiteY941" fmla="*/ 466538 h 6858000"/>
              <a:gd name="connsiteX942" fmla="*/ 2815209 w 7467600"/>
              <a:gd name="connsiteY942" fmla="*/ 497361 h 6858000"/>
              <a:gd name="connsiteX943" fmla="*/ 2844845 w 7467600"/>
              <a:gd name="connsiteY943" fmla="*/ 127638 h 6858000"/>
              <a:gd name="connsiteX944" fmla="*/ 2867960 w 7467600"/>
              <a:gd name="connsiteY944" fmla="*/ 0 h 6858000"/>
              <a:gd name="connsiteX945" fmla="*/ 1057230 w 7467600"/>
              <a:gd name="connsiteY945" fmla="*/ 0 h 6858000"/>
              <a:gd name="connsiteX946" fmla="*/ 1111003 w 7467600"/>
              <a:gd name="connsiteY946" fmla="*/ 0 h 6858000"/>
              <a:gd name="connsiteX947" fmla="*/ 1125553 w 7467600"/>
              <a:gd name="connsiteY947" fmla="*/ 52588 h 6858000"/>
              <a:gd name="connsiteX948" fmla="*/ 1304276 w 7467600"/>
              <a:gd name="connsiteY948" fmla="*/ 476275 h 6858000"/>
              <a:gd name="connsiteX949" fmla="*/ 1492066 w 7467600"/>
              <a:gd name="connsiteY949" fmla="*/ 886333 h 6858000"/>
              <a:gd name="connsiteX950" fmla="*/ 1423698 w 7467600"/>
              <a:gd name="connsiteY950" fmla="*/ 710817 h 6858000"/>
              <a:gd name="connsiteX951" fmla="*/ 1357609 w 7467600"/>
              <a:gd name="connsiteY951" fmla="*/ 532892 h 6858000"/>
              <a:gd name="connsiteX952" fmla="*/ 1309550 w 7467600"/>
              <a:gd name="connsiteY952" fmla="*/ 374031 h 6858000"/>
              <a:gd name="connsiteX953" fmla="*/ 1193673 w 7467600"/>
              <a:gd name="connsiteY953" fmla="*/ 49533 h 6858000"/>
              <a:gd name="connsiteX954" fmla="*/ 1164391 w 7467600"/>
              <a:gd name="connsiteY954" fmla="*/ 0 h 6858000"/>
              <a:gd name="connsiteX955" fmla="*/ 1200666 w 7467600"/>
              <a:gd name="connsiteY955" fmla="*/ 0 h 6858000"/>
              <a:gd name="connsiteX956" fmla="*/ 1223408 w 7467600"/>
              <a:gd name="connsiteY956" fmla="*/ 38996 h 6858000"/>
              <a:gd name="connsiteX957" fmla="*/ 1339635 w 7467600"/>
              <a:gd name="connsiteY957" fmla="*/ 365517 h 6858000"/>
              <a:gd name="connsiteX958" fmla="*/ 1387469 w 7467600"/>
              <a:gd name="connsiteY958" fmla="*/ 523079 h 6858000"/>
              <a:gd name="connsiteX959" fmla="*/ 1452685 w 7467600"/>
              <a:gd name="connsiteY959" fmla="*/ 699806 h 6858000"/>
              <a:gd name="connsiteX960" fmla="*/ 1492092 w 7467600"/>
              <a:gd name="connsiteY960" fmla="*/ 800424 h 6858000"/>
              <a:gd name="connsiteX961" fmla="*/ 1455302 w 7467600"/>
              <a:gd name="connsiteY961" fmla="*/ 632913 h 6858000"/>
              <a:gd name="connsiteX962" fmla="*/ 1222336 w 7467600"/>
              <a:gd name="connsiteY962" fmla="*/ 9480 h 6858000"/>
              <a:gd name="connsiteX963" fmla="*/ 1214634 w 7467600"/>
              <a:gd name="connsiteY963" fmla="*/ 0 h 6858000"/>
              <a:gd name="connsiteX964" fmla="*/ 1289827 w 7467600"/>
              <a:gd name="connsiteY964" fmla="*/ 0 h 6858000"/>
              <a:gd name="connsiteX965" fmla="*/ 1321076 w 7467600"/>
              <a:gd name="connsiteY965" fmla="*/ 59722 h 6858000"/>
              <a:gd name="connsiteX966" fmla="*/ 1512579 w 7467600"/>
              <a:gd name="connsiteY966" fmla="*/ 626441 h 6858000"/>
              <a:gd name="connsiteX967" fmla="*/ 1506076 w 7467600"/>
              <a:gd name="connsiteY967" fmla="*/ 1089289 h 6858000"/>
              <a:gd name="connsiteX968" fmla="*/ 1486346 w 7467600"/>
              <a:gd name="connsiteY968" fmla="*/ 1079919 h 6858000"/>
              <a:gd name="connsiteX969" fmla="*/ 1070511 w 7467600"/>
              <a:gd name="connsiteY969" fmla="*/ 48609 h 6858000"/>
              <a:gd name="connsiteX970" fmla="*/ 1057230 w 7467600"/>
              <a:gd name="connsiteY970" fmla="*/ 0 h 6858000"/>
              <a:gd name="connsiteX971" fmla="*/ 43151 w 7467600"/>
              <a:gd name="connsiteY971" fmla="*/ 0 h 6858000"/>
              <a:gd name="connsiteX972" fmla="*/ 95283 w 7467600"/>
              <a:gd name="connsiteY972" fmla="*/ 0 h 6858000"/>
              <a:gd name="connsiteX973" fmla="*/ 300708 w 7467600"/>
              <a:gd name="connsiteY973" fmla="*/ 154571 h 6858000"/>
              <a:gd name="connsiteX974" fmla="*/ 530414 w 7467600"/>
              <a:gd name="connsiteY974" fmla="*/ 354673 h 6858000"/>
              <a:gd name="connsiteX975" fmla="*/ 333785 w 7467600"/>
              <a:gd name="connsiteY975" fmla="*/ 161564 h 6858000"/>
              <a:gd name="connsiteX976" fmla="*/ 147005 w 7467600"/>
              <a:gd name="connsiteY976" fmla="*/ 0 h 6858000"/>
              <a:gd name="connsiteX977" fmla="*/ 272509 w 7467600"/>
              <a:gd name="connsiteY977" fmla="*/ 0 h 6858000"/>
              <a:gd name="connsiteX978" fmla="*/ 326276 w 7467600"/>
              <a:gd name="connsiteY978" fmla="*/ 45847 h 6858000"/>
              <a:gd name="connsiteX979" fmla="*/ 823759 w 7467600"/>
              <a:gd name="connsiteY979" fmla="*/ 574145 h 6858000"/>
              <a:gd name="connsiteX980" fmla="*/ 811254 w 7467600"/>
              <a:gd name="connsiteY980" fmla="*/ 665546 h 6858000"/>
              <a:gd name="connsiteX981" fmla="*/ 154042 w 7467600"/>
              <a:gd name="connsiteY981" fmla="*/ 261522 h 6858000"/>
              <a:gd name="connsiteX982" fmla="*/ 13550 w 7467600"/>
              <a:gd name="connsiteY982" fmla="*/ 158423 h 6858000"/>
              <a:gd name="connsiteX983" fmla="*/ 0 w 7467600"/>
              <a:gd name="connsiteY983" fmla="*/ 146618 h 6858000"/>
              <a:gd name="connsiteX984" fmla="*/ 0 w 7467600"/>
              <a:gd name="connsiteY984" fmla="*/ 59161 h 6858000"/>
              <a:gd name="connsiteX985" fmla="*/ 45427 w 7467600"/>
              <a:gd name="connsiteY985" fmla="*/ 101078 h 6858000"/>
              <a:gd name="connsiteX986" fmla="*/ 630103 w 7467600"/>
              <a:gd name="connsiteY986" fmla="*/ 485885 h 6858000"/>
              <a:gd name="connsiteX987" fmla="*/ 532040 w 7467600"/>
              <a:gd name="connsiteY987" fmla="*/ 399359 h 6858000"/>
              <a:gd name="connsiteX988" fmla="*/ 517618 w 7467600"/>
              <a:gd name="connsiteY988" fmla="*/ 385726 h 6858000"/>
              <a:gd name="connsiteX989" fmla="*/ 285074 w 7467600"/>
              <a:gd name="connsiteY989" fmla="*/ 182755 h 6858000"/>
              <a:gd name="connsiteX990" fmla="*/ 43151 w 7467600"/>
              <a:gd name="connsiteY99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312201 w 7467600"/>
              <a:gd name="connsiteY133" fmla="*/ 5128278 h 6858000"/>
              <a:gd name="connsiteX134" fmla="*/ 1903353 w 7467600"/>
              <a:gd name="connsiteY134" fmla="*/ 5044827 h 6858000"/>
              <a:gd name="connsiteX135" fmla="*/ 1936931 w 7467600"/>
              <a:gd name="connsiteY135" fmla="*/ 5093954 h 6858000"/>
              <a:gd name="connsiteX136" fmla="*/ 2195868 w 7467600"/>
              <a:gd name="connsiteY136" fmla="*/ 5396574 h 6858000"/>
              <a:gd name="connsiteX137" fmla="*/ 2088852 w 7467600"/>
              <a:gd name="connsiteY137" fmla="*/ 5166123 h 6858000"/>
              <a:gd name="connsiteX138" fmla="*/ 1958241 w 7467600"/>
              <a:gd name="connsiteY138" fmla="*/ 5067955 h 6858000"/>
              <a:gd name="connsiteX139" fmla="*/ 1903353 w 7467600"/>
              <a:gd name="connsiteY139" fmla="*/ 5044827 h 6858000"/>
              <a:gd name="connsiteX140" fmla="*/ 1979378 w 7467600"/>
              <a:gd name="connsiteY140" fmla="*/ 4769504 h 6858000"/>
              <a:gd name="connsiteX141" fmla="*/ 2882120 w 7467600"/>
              <a:gd name="connsiteY141" fmla="*/ 5064547 h 6858000"/>
              <a:gd name="connsiteX142" fmla="*/ 2793103 w 7467600"/>
              <a:gd name="connsiteY142" fmla="*/ 5039699 h 6858000"/>
              <a:gd name="connsiteX143" fmla="*/ 2770041 w 7467600"/>
              <a:gd name="connsiteY143" fmla="*/ 5033634 h 6858000"/>
              <a:gd name="connsiteX144" fmla="*/ 1979378 w 7467600"/>
              <a:gd name="connsiteY144" fmla="*/ 4769504 h 6858000"/>
              <a:gd name="connsiteX145" fmla="*/ 1927410 w 7467600"/>
              <a:gd name="connsiteY145" fmla="*/ 4716164 h 6858000"/>
              <a:gd name="connsiteX146" fmla="*/ 1959587 w 7467600"/>
              <a:gd name="connsiteY146" fmla="*/ 4728849 h 6858000"/>
              <a:gd name="connsiteX147" fmla="*/ 2777707 w 7467600"/>
              <a:gd name="connsiteY147" fmla="*/ 5003991 h 6858000"/>
              <a:gd name="connsiteX148" fmla="*/ 2800768 w 7467600"/>
              <a:gd name="connsiteY148" fmla="*/ 5010056 h 6858000"/>
              <a:gd name="connsiteX149" fmla="*/ 2879408 w 7467600"/>
              <a:gd name="connsiteY149" fmla="*/ 5031590 h 6858000"/>
              <a:gd name="connsiteX150" fmla="*/ 2862295 w 7467600"/>
              <a:gd name="connsiteY150" fmla="*/ 5022958 h 6858000"/>
              <a:gd name="connsiteX151" fmla="*/ 2813343 w 7467600"/>
              <a:gd name="connsiteY151" fmla="*/ 4998369 h 6858000"/>
              <a:gd name="connsiteX152" fmla="*/ 2646245 w 7467600"/>
              <a:gd name="connsiteY152" fmla="*/ 4930999 h 6858000"/>
              <a:gd name="connsiteX153" fmla="*/ 1999243 w 7467600"/>
              <a:gd name="connsiteY153" fmla="*/ 4730524 h 6858000"/>
              <a:gd name="connsiteX154" fmla="*/ 1979527 w 7467600"/>
              <a:gd name="connsiteY154" fmla="*/ 4726651 h 6858000"/>
              <a:gd name="connsiteX155" fmla="*/ 1927410 w 7467600"/>
              <a:gd name="connsiteY155" fmla="*/ 4716164 h 6858000"/>
              <a:gd name="connsiteX156" fmla="*/ 1997014 w 7467600"/>
              <a:gd name="connsiteY156" fmla="*/ 4698007 h 6858000"/>
              <a:gd name="connsiteX157" fmla="*/ 2005458 w 7467600"/>
              <a:gd name="connsiteY157" fmla="*/ 4699540 h 6858000"/>
              <a:gd name="connsiteX158" fmla="*/ 2657186 w 7467600"/>
              <a:gd name="connsiteY158" fmla="*/ 4901687 h 6858000"/>
              <a:gd name="connsiteX159" fmla="*/ 2826662 w 7467600"/>
              <a:gd name="connsiteY159" fmla="*/ 4970362 h 6858000"/>
              <a:gd name="connsiteX160" fmla="*/ 2876100 w 7467600"/>
              <a:gd name="connsiteY160" fmla="*/ 4995397 h 6858000"/>
              <a:gd name="connsiteX161" fmla="*/ 3042600 w 7467600"/>
              <a:gd name="connsiteY161" fmla="*/ 5059532 h 6858000"/>
              <a:gd name="connsiteX162" fmla="*/ 1997014 w 7467600"/>
              <a:gd name="connsiteY162" fmla="*/ 4698007 h 6858000"/>
              <a:gd name="connsiteX163" fmla="*/ 2305292 w 7467600"/>
              <a:gd name="connsiteY163" fmla="*/ 4219492 h 6858000"/>
              <a:gd name="connsiteX164" fmla="*/ 3360922 w 7467600"/>
              <a:gd name="connsiteY164" fmla="*/ 4529373 h 6858000"/>
              <a:gd name="connsiteX165" fmla="*/ 3492420 w 7467600"/>
              <a:gd name="connsiteY165" fmla="*/ 4510145 h 6858000"/>
              <a:gd name="connsiteX166" fmla="*/ 3364086 w 7467600"/>
              <a:gd name="connsiteY166" fmla="*/ 4480340 h 6858000"/>
              <a:gd name="connsiteX167" fmla="*/ 3225818 w 7467600"/>
              <a:gd name="connsiteY167" fmla="*/ 4411822 h 6858000"/>
              <a:gd name="connsiteX168" fmla="*/ 3129696 w 7467600"/>
              <a:gd name="connsiteY168" fmla="*/ 4360704 h 6858000"/>
              <a:gd name="connsiteX169" fmla="*/ 2814545 w 7467600"/>
              <a:gd name="connsiteY169" fmla="*/ 4282955 h 6858000"/>
              <a:gd name="connsiteX170" fmla="*/ 2305292 w 7467600"/>
              <a:gd name="connsiteY170" fmla="*/ 4219492 h 6858000"/>
              <a:gd name="connsiteX171" fmla="*/ 2626982 w 7467600"/>
              <a:gd name="connsiteY171" fmla="*/ 4206450 h 6858000"/>
              <a:gd name="connsiteX172" fmla="*/ 2490617 w 7467600"/>
              <a:gd name="connsiteY172" fmla="*/ 4206951 h 6858000"/>
              <a:gd name="connsiteX173" fmla="*/ 2819869 w 7467600"/>
              <a:gd name="connsiteY173" fmla="*/ 4252936 h 6858000"/>
              <a:gd name="connsiteX174" fmla="*/ 3143018 w 7467600"/>
              <a:gd name="connsiteY174" fmla="*/ 4332698 h 6858000"/>
              <a:gd name="connsiteX175" fmla="*/ 3241520 w 7467600"/>
              <a:gd name="connsiteY175" fmla="*/ 4385112 h 6858000"/>
              <a:gd name="connsiteX176" fmla="*/ 3374575 w 7467600"/>
              <a:gd name="connsiteY176" fmla="*/ 4451517 h 6858000"/>
              <a:gd name="connsiteX177" fmla="*/ 3505221 w 7467600"/>
              <a:gd name="connsiteY177" fmla="*/ 4480757 h 6858000"/>
              <a:gd name="connsiteX178" fmla="*/ 2626982 w 7467600"/>
              <a:gd name="connsiteY178" fmla="*/ 4206450 h 6858000"/>
              <a:gd name="connsiteX179" fmla="*/ 1310106 w 7467600"/>
              <a:gd name="connsiteY179" fmla="*/ 3943217 h 6858000"/>
              <a:gd name="connsiteX180" fmla="*/ 854994 w 7467600"/>
              <a:gd name="connsiteY180" fmla="*/ 4399136 h 6858000"/>
              <a:gd name="connsiteX181" fmla="*/ 742462 w 7467600"/>
              <a:gd name="connsiteY181" fmla="*/ 4594648 h 6858000"/>
              <a:gd name="connsiteX182" fmla="*/ 820602 w 7467600"/>
              <a:gd name="connsiteY182" fmla="*/ 4485915 h 6858000"/>
              <a:gd name="connsiteX183" fmla="*/ 878295 w 7467600"/>
              <a:gd name="connsiteY183" fmla="*/ 4403594 h 6858000"/>
              <a:gd name="connsiteX184" fmla="*/ 1240607 w 7467600"/>
              <a:gd name="connsiteY184" fmla="*/ 4010401 h 6858000"/>
              <a:gd name="connsiteX185" fmla="*/ 1310106 w 7467600"/>
              <a:gd name="connsiteY185" fmla="*/ 3943217 h 6858000"/>
              <a:gd name="connsiteX186" fmla="*/ 1423113 w 7467600"/>
              <a:gd name="connsiteY186" fmla="*/ 3874565 h 6858000"/>
              <a:gd name="connsiteX187" fmla="*/ 1260565 w 7467600"/>
              <a:gd name="connsiteY187" fmla="*/ 4031982 h 6858000"/>
              <a:gd name="connsiteX188" fmla="*/ 901900 w 7467600"/>
              <a:gd name="connsiteY188" fmla="*/ 4421236 h 6858000"/>
              <a:gd name="connsiteX189" fmla="*/ 845044 w 7467600"/>
              <a:gd name="connsiteY189" fmla="*/ 4502436 h 6858000"/>
              <a:gd name="connsiteX190" fmla="*/ 685926 w 7467600"/>
              <a:gd name="connsiteY190" fmla="*/ 4703069 h 6858000"/>
              <a:gd name="connsiteX191" fmla="*/ 684248 w 7467600"/>
              <a:gd name="connsiteY191" fmla="*/ 4706721 h 6858000"/>
              <a:gd name="connsiteX192" fmla="*/ 1423113 w 7467600"/>
              <a:gd name="connsiteY192" fmla="*/ 3874565 h 6858000"/>
              <a:gd name="connsiteX193" fmla="*/ 3316479 w 7467600"/>
              <a:gd name="connsiteY193" fmla="*/ 3872136 h 6858000"/>
              <a:gd name="connsiteX194" fmla="*/ 3546806 w 7467600"/>
              <a:gd name="connsiteY194" fmla="*/ 4356139 h 6858000"/>
              <a:gd name="connsiteX195" fmla="*/ 3364433 w 7467600"/>
              <a:gd name="connsiteY195" fmla="*/ 3953121 h 6858000"/>
              <a:gd name="connsiteX196" fmla="*/ 3316479 w 7467600"/>
              <a:gd name="connsiteY196" fmla="*/ 3872136 h 6858000"/>
              <a:gd name="connsiteX197" fmla="*/ 3291335 w 7467600"/>
              <a:gd name="connsiteY197" fmla="*/ 3767420 h 6858000"/>
              <a:gd name="connsiteX198" fmla="*/ 3390805 w 7467600"/>
              <a:gd name="connsiteY198" fmla="*/ 3937163 h 6858000"/>
              <a:gd name="connsiteX199" fmla="*/ 3579062 w 7467600"/>
              <a:gd name="connsiteY199" fmla="*/ 4359040 h 6858000"/>
              <a:gd name="connsiteX200" fmla="*/ 3467355 w 7467600"/>
              <a:gd name="connsiteY200" fmla="*/ 3988130 h 6858000"/>
              <a:gd name="connsiteX201" fmla="*/ 3310753 w 7467600"/>
              <a:gd name="connsiteY201" fmla="*/ 3787140 h 6858000"/>
              <a:gd name="connsiteX202" fmla="*/ 3291335 w 7467600"/>
              <a:gd name="connsiteY202" fmla="*/ 3767420 h 6858000"/>
              <a:gd name="connsiteX203" fmla="*/ 1635889 w 7467600"/>
              <a:gd name="connsiteY203" fmla="*/ 3709494 h 6858000"/>
              <a:gd name="connsiteX204" fmla="*/ 1634800 w 7467600"/>
              <a:gd name="connsiteY204" fmla="*/ 3731111 h 6858000"/>
              <a:gd name="connsiteX205" fmla="*/ 1635889 w 7467600"/>
              <a:gd name="connsiteY205" fmla="*/ 3709494 h 6858000"/>
              <a:gd name="connsiteX206" fmla="*/ 1510397 w 7467600"/>
              <a:gd name="connsiteY206" fmla="*/ 3684705 h 6858000"/>
              <a:gd name="connsiteX207" fmla="*/ 1146550 w 7467600"/>
              <a:gd name="connsiteY207" fmla="*/ 3802012 h 6858000"/>
              <a:gd name="connsiteX208" fmla="*/ 698834 w 7467600"/>
              <a:gd name="connsiteY208" fmla="*/ 3952272 h 6858000"/>
              <a:gd name="connsiteX209" fmla="*/ 34256 w 7467600"/>
              <a:gd name="connsiteY209" fmla="*/ 4347603 h 6858000"/>
              <a:gd name="connsiteX210" fmla="*/ 527241 w 7467600"/>
              <a:gd name="connsiteY210" fmla="*/ 4065078 h 6858000"/>
              <a:gd name="connsiteX211" fmla="*/ 1510397 w 7467600"/>
              <a:gd name="connsiteY211" fmla="*/ 3684705 h 6858000"/>
              <a:gd name="connsiteX212" fmla="*/ 1313114 w 7467600"/>
              <a:gd name="connsiteY212" fmla="*/ 3655216 h 6858000"/>
              <a:gd name="connsiteX213" fmla="*/ 1109304 w 7467600"/>
              <a:gd name="connsiteY213" fmla="*/ 3669030 h 6858000"/>
              <a:gd name="connsiteX214" fmla="*/ 8129 w 7467600"/>
              <a:gd name="connsiteY214" fmla="*/ 4330519 h 6858000"/>
              <a:gd name="connsiteX215" fmla="*/ 687572 w 7467600"/>
              <a:gd name="connsiteY215" fmla="*/ 3925629 h 6858000"/>
              <a:gd name="connsiteX216" fmla="*/ 1138365 w 7467600"/>
              <a:gd name="connsiteY216" fmla="*/ 3774515 h 6858000"/>
              <a:gd name="connsiteX217" fmla="*/ 1505579 w 7467600"/>
              <a:gd name="connsiteY217" fmla="*/ 3655526 h 6858000"/>
              <a:gd name="connsiteX218" fmla="*/ 1313114 w 7467600"/>
              <a:gd name="connsiteY218" fmla="*/ 3655216 h 6858000"/>
              <a:gd name="connsiteX219" fmla="*/ 3655073 w 7467600"/>
              <a:gd name="connsiteY219" fmla="*/ 3650884 h 6858000"/>
              <a:gd name="connsiteX220" fmla="*/ 3989938 w 7467600"/>
              <a:gd name="connsiteY220" fmla="*/ 3991685 h 6858000"/>
              <a:gd name="connsiteX221" fmla="*/ 4393907 w 7467600"/>
              <a:gd name="connsiteY221" fmla="*/ 4261258 h 6858000"/>
              <a:gd name="connsiteX222" fmla="*/ 4648051 w 7467600"/>
              <a:gd name="connsiteY222" fmla="*/ 4374051 h 6858000"/>
              <a:gd name="connsiteX223" fmla="*/ 4383389 w 7467600"/>
              <a:gd name="connsiteY223" fmla="*/ 4184369 h 6858000"/>
              <a:gd name="connsiteX224" fmla="*/ 4165508 w 7467600"/>
              <a:gd name="connsiteY224" fmla="*/ 4035196 h 6858000"/>
              <a:gd name="connsiteX225" fmla="*/ 4068162 w 7467600"/>
              <a:gd name="connsiteY225" fmla="*/ 3953394 h 6858000"/>
              <a:gd name="connsiteX226" fmla="*/ 3981416 w 7467600"/>
              <a:gd name="connsiteY226" fmla="*/ 3880482 h 6858000"/>
              <a:gd name="connsiteX227" fmla="*/ 3800147 w 7467600"/>
              <a:gd name="connsiteY227" fmla="*/ 3749872 h 6858000"/>
              <a:gd name="connsiteX228" fmla="*/ 3655073 w 7467600"/>
              <a:gd name="connsiteY228" fmla="*/ 3650884 h 6858000"/>
              <a:gd name="connsiteX229" fmla="*/ 3670252 w 7467600"/>
              <a:gd name="connsiteY229" fmla="*/ 3622798 h 6858000"/>
              <a:gd name="connsiteX230" fmla="*/ 3817258 w 7467600"/>
              <a:gd name="connsiteY230" fmla="*/ 3723577 h 6858000"/>
              <a:gd name="connsiteX231" fmla="*/ 4000461 w 7467600"/>
              <a:gd name="connsiteY231" fmla="*/ 3855966 h 6858000"/>
              <a:gd name="connsiteX232" fmla="*/ 4088180 w 7467600"/>
              <a:gd name="connsiteY232" fmla="*/ 3929774 h 6858000"/>
              <a:gd name="connsiteX233" fmla="*/ 4184555 w 7467600"/>
              <a:gd name="connsiteY233" fmla="*/ 4010683 h 6858000"/>
              <a:gd name="connsiteX234" fmla="*/ 4399563 w 7467600"/>
              <a:gd name="connsiteY234" fmla="*/ 4158106 h 6858000"/>
              <a:gd name="connsiteX235" fmla="*/ 4684469 w 7467600"/>
              <a:gd name="connsiteY235" fmla="*/ 4364680 h 6858000"/>
              <a:gd name="connsiteX236" fmla="*/ 4690271 w 7467600"/>
              <a:gd name="connsiteY236" fmla="*/ 4370034 h 6858000"/>
              <a:gd name="connsiteX237" fmla="*/ 4136093 w 7467600"/>
              <a:gd name="connsiteY237" fmla="*/ 3858466 h 6858000"/>
              <a:gd name="connsiteX238" fmla="*/ 3670252 w 7467600"/>
              <a:gd name="connsiteY238" fmla="*/ 3622798 h 6858000"/>
              <a:gd name="connsiteX239" fmla="*/ 4440129 w 7467600"/>
              <a:gd name="connsiteY239" fmla="*/ 3448571 h 6858000"/>
              <a:gd name="connsiteX240" fmla="*/ 4856525 w 7467600"/>
              <a:gd name="connsiteY240" fmla="*/ 3915351 h 6858000"/>
              <a:gd name="connsiteX241" fmla="*/ 5059055 w 7467600"/>
              <a:gd name="connsiteY241" fmla="*/ 4108918 h 6858000"/>
              <a:gd name="connsiteX242" fmla="*/ 5290070 w 7467600"/>
              <a:gd name="connsiteY242" fmla="*/ 4263619 h 6858000"/>
              <a:gd name="connsiteX243" fmla="*/ 4834991 w 7467600"/>
              <a:gd name="connsiteY243" fmla="*/ 3830985 h 6858000"/>
              <a:gd name="connsiteX244" fmla="*/ 4440129 w 7467600"/>
              <a:gd name="connsiteY244" fmla="*/ 3448571 h 6858000"/>
              <a:gd name="connsiteX245" fmla="*/ 4441737 w 7467600"/>
              <a:gd name="connsiteY245" fmla="*/ 3399734 h 6858000"/>
              <a:gd name="connsiteX246" fmla="*/ 4431236 w 7467600"/>
              <a:gd name="connsiteY246" fmla="*/ 3400954 h 6858000"/>
              <a:gd name="connsiteX247" fmla="*/ 4557150 w 7467600"/>
              <a:gd name="connsiteY247" fmla="*/ 3510023 h 6858000"/>
              <a:gd name="connsiteX248" fmla="*/ 4856936 w 7467600"/>
              <a:gd name="connsiteY248" fmla="*/ 3809146 h 6858000"/>
              <a:gd name="connsiteX249" fmla="*/ 5111996 w 7467600"/>
              <a:gd name="connsiteY249" fmla="*/ 4065759 h 6858000"/>
              <a:gd name="connsiteX250" fmla="*/ 5388878 w 7467600"/>
              <a:gd name="connsiteY250" fmla="*/ 4300185 h 6858000"/>
              <a:gd name="connsiteX251" fmla="*/ 5425556 w 7467600"/>
              <a:gd name="connsiteY251" fmla="*/ 4308967 h 6858000"/>
              <a:gd name="connsiteX252" fmla="*/ 4943646 w 7467600"/>
              <a:gd name="connsiteY252" fmla="*/ 3822916 h 6858000"/>
              <a:gd name="connsiteX253" fmla="*/ 4594837 w 7467600"/>
              <a:gd name="connsiteY253" fmla="*/ 3532274 h 6858000"/>
              <a:gd name="connsiteX254" fmla="*/ 4441737 w 7467600"/>
              <a:gd name="connsiteY254" fmla="*/ 3399734 h 6858000"/>
              <a:gd name="connsiteX255" fmla="*/ 5425834 w 7467600"/>
              <a:gd name="connsiteY255" fmla="*/ 3162785 h 6858000"/>
              <a:gd name="connsiteX256" fmla="*/ 5401644 w 7467600"/>
              <a:gd name="connsiteY256" fmla="*/ 3617847 h 6858000"/>
              <a:gd name="connsiteX257" fmla="*/ 5467256 w 7467600"/>
              <a:gd name="connsiteY257" fmla="*/ 4175494 h 6858000"/>
              <a:gd name="connsiteX258" fmla="*/ 5448069 w 7467600"/>
              <a:gd name="connsiteY258" fmla="*/ 3567554 h 6858000"/>
              <a:gd name="connsiteX259" fmla="*/ 5425834 w 7467600"/>
              <a:gd name="connsiteY259" fmla="*/ 3162785 h 6858000"/>
              <a:gd name="connsiteX260" fmla="*/ 1318687 w 7467600"/>
              <a:gd name="connsiteY260" fmla="*/ 3113840 h 6858000"/>
              <a:gd name="connsiteX261" fmla="*/ 1066793 w 7467600"/>
              <a:gd name="connsiteY261" fmla="*/ 3212171 h 6858000"/>
              <a:gd name="connsiteX262" fmla="*/ 993319 w 7467600"/>
              <a:gd name="connsiteY262" fmla="*/ 3247648 h 6858000"/>
              <a:gd name="connsiteX263" fmla="*/ 853081 w 7467600"/>
              <a:gd name="connsiteY263" fmla="*/ 3312410 h 6858000"/>
              <a:gd name="connsiteX264" fmla="*/ 805957 w 7467600"/>
              <a:gd name="connsiteY264" fmla="*/ 3330443 h 6858000"/>
              <a:gd name="connsiteX265" fmla="*/ 1318687 w 7467600"/>
              <a:gd name="connsiteY265" fmla="*/ 3113840 h 6858000"/>
              <a:gd name="connsiteX266" fmla="*/ 5453702 w 7467600"/>
              <a:gd name="connsiteY266" fmla="*/ 3090882 h 6858000"/>
              <a:gd name="connsiteX267" fmla="*/ 5480135 w 7467600"/>
              <a:gd name="connsiteY267" fmla="*/ 3565802 h 6858000"/>
              <a:gd name="connsiteX268" fmla="*/ 5499023 w 7467600"/>
              <a:gd name="connsiteY268" fmla="*/ 4166310 h 6858000"/>
              <a:gd name="connsiteX269" fmla="*/ 5547022 w 7467600"/>
              <a:gd name="connsiteY269" fmla="*/ 3607838 h 6858000"/>
              <a:gd name="connsiteX270" fmla="*/ 5515964 w 7467600"/>
              <a:gd name="connsiteY270" fmla="*/ 3378541 h 6858000"/>
              <a:gd name="connsiteX271" fmla="*/ 5453702 w 7467600"/>
              <a:gd name="connsiteY271" fmla="*/ 3090882 h 6858000"/>
              <a:gd name="connsiteX272" fmla="*/ 1238695 w 7467600"/>
              <a:gd name="connsiteY272" fmla="*/ 3076820 h 6858000"/>
              <a:gd name="connsiteX273" fmla="*/ 716371 w 7467600"/>
              <a:gd name="connsiteY273" fmla="*/ 3293249 h 6858000"/>
              <a:gd name="connsiteX274" fmla="*/ 579522 w 7467600"/>
              <a:gd name="connsiteY274" fmla="*/ 3371759 h 6858000"/>
              <a:gd name="connsiteX275" fmla="*/ 600288 w 7467600"/>
              <a:gd name="connsiteY275" fmla="*/ 3365555 h 6858000"/>
              <a:gd name="connsiteX276" fmla="*/ 840692 w 7467600"/>
              <a:gd name="connsiteY276" fmla="*/ 3284921 h 6858000"/>
              <a:gd name="connsiteX277" fmla="*/ 979248 w 7467600"/>
              <a:gd name="connsiteY277" fmla="*/ 3221003 h 6858000"/>
              <a:gd name="connsiteX278" fmla="*/ 1053282 w 7467600"/>
              <a:gd name="connsiteY278" fmla="*/ 3185247 h 6858000"/>
              <a:gd name="connsiteX279" fmla="*/ 1320603 w 7467600"/>
              <a:gd name="connsiteY279" fmla="*/ 3081281 h 6858000"/>
              <a:gd name="connsiteX280" fmla="*/ 1238695 w 7467600"/>
              <a:gd name="connsiteY280" fmla="*/ 3076820 h 6858000"/>
              <a:gd name="connsiteX281" fmla="*/ 5425627 w 7467600"/>
              <a:gd name="connsiteY281" fmla="*/ 2954192 h 6858000"/>
              <a:gd name="connsiteX282" fmla="*/ 5470770 w 7467600"/>
              <a:gd name="connsiteY282" fmla="*/ 3005435 h 6858000"/>
              <a:gd name="connsiteX283" fmla="*/ 5519779 w 7467600"/>
              <a:gd name="connsiteY283" fmla="*/ 4359223 h 6858000"/>
              <a:gd name="connsiteX284" fmla="*/ 5520293 w 7467600"/>
              <a:gd name="connsiteY284" fmla="*/ 4360602 h 6858000"/>
              <a:gd name="connsiteX285" fmla="*/ 5767221 w 7467600"/>
              <a:gd name="connsiteY285" fmla="*/ 4665564 h 6858000"/>
              <a:gd name="connsiteX286" fmla="*/ 6937169 w 7467600"/>
              <a:gd name="connsiteY286" fmla="*/ 4815941 h 6858000"/>
              <a:gd name="connsiteX287" fmla="*/ 6953922 w 7467600"/>
              <a:gd name="connsiteY287" fmla="*/ 4890068 h 6858000"/>
              <a:gd name="connsiteX288" fmla="*/ 6071359 w 7467600"/>
              <a:gd name="connsiteY288" fmla="*/ 4770770 h 6858000"/>
              <a:gd name="connsiteX289" fmla="*/ 6038839 w 7467600"/>
              <a:gd name="connsiteY289" fmla="*/ 4764474 h 6858000"/>
              <a:gd name="connsiteX290" fmla="*/ 6038706 w 7467600"/>
              <a:gd name="connsiteY290" fmla="*/ 4763847 h 6858000"/>
              <a:gd name="connsiteX291" fmla="*/ 6037784 w 7467600"/>
              <a:gd name="connsiteY291" fmla="*/ 4764270 h 6858000"/>
              <a:gd name="connsiteX292" fmla="*/ 6038839 w 7467600"/>
              <a:gd name="connsiteY292" fmla="*/ 4764474 h 6858000"/>
              <a:gd name="connsiteX293" fmla="*/ 6040338 w 7467600"/>
              <a:gd name="connsiteY293" fmla="*/ 4771418 h 6858000"/>
              <a:gd name="connsiteX294" fmla="*/ 6024488 w 7467600"/>
              <a:gd name="connsiteY294" fmla="*/ 4809903 h 6858000"/>
              <a:gd name="connsiteX295" fmla="*/ 5599771 w 7467600"/>
              <a:gd name="connsiteY295" fmla="*/ 5509652 h 6858000"/>
              <a:gd name="connsiteX296" fmla="*/ 5548843 w 7467600"/>
              <a:gd name="connsiteY296" fmla="*/ 5563845 h 6858000"/>
              <a:gd name="connsiteX297" fmla="*/ 5940952 w 7467600"/>
              <a:gd name="connsiteY297" fmla="*/ 6250028 h 6858000"/>
              <a:gd name="connsiteX298" fmla="*/ 6043441 w 7467600"/>
              <a:gd name="connsiteY298" fmla="*/ 6665847 h 6858000"/>
              <a:gd name="connsiteX299" fmla="*/ 6093432 w 7467600"/>
              <a:gd name="connsiteY299" fmla="*/ 6858000 h 6858000"/>
              <a:gd name="connsiteX300" fmla="*/ 6034344 w 7467600"/>
              <a:gd name="connsiteY300" fmla="*/ 6858000 h 6858000"/>
              <a:gd name="connsiteX301" fmla="*/ 6026679 w 7467600"/>
              <a:gd name="connsiteY301" fmla="*/ 6836959 h 6858000"/>
              <a:gd name="connsiteX302" fmla="*/ 5800441 w 7467600"/>
              <a:gd name="connsiteY302" fmla="*/ 6335286 h 6858000"/>
              <a:gd name="connsiteX303" fmla="*/ 5526562 w 7467600"/>
              <a:gd name="connsiteY303" fmla="*/ 5705388 h 6858000"/>
              <a:gd name="connsiteX304" fmla="*/ 5519640 w 7467600"/>
              <a:gd name="connsiteY304" fmla="*/ 5683774 h 6858000"/>
              <a:gd name="connsiteX305" fmla="*/ 5844559 w 7467600"/>
              <a:gd name="connsiteY305" fmla="*/ 6553349 h 6858000"/>
              <a:gd name="connsiteX306" fmla="*/ 5975994 w 7467600"/>
              <a:gd name="connsiteY306" fmla="*/ 6858000 h 6858000"/>
              <a:gd name="connsiteX307" fmla="*/ 5898547 w 7467600"/>
              <a:gd name="connsiteY307" fmla="*/ 6858000 h 6858000"/>
              <a:gd name="connsiteX308" fmla="*/ 5682041 w 7467600"/>
              <a:gd name="connsiteY308" fmla="*/ 6355860 h 6858000"/>
              <a:gd name="connsiteX309" fmla="*/ 5461758 w 7467600"/>
              <a:gd name="connsiteY309" fmla="*/ 5820220 h 6858000"/>
              <a:gd name="connsiteX310" fmla="*/ 5237282 w 7467600"/>
              <a:gd name="connsiteY310" fmla="*/ 6579086 h 6858000"/>
              <a:gd name="connsiteX311" fmla="*/ 5115009 w 7467600"/>
              <a:gd name="connsiteY311" fmla="*/ 6858000 h 6858000"/>
              <a:gd name="connsiteX312" fmla="*/ 5028074 w 7467600"/>
              <a:gd name="connsiteY312" fmla="*/ 6858000 h 6858000"/>
              <a:gd name="connsiteX313" fmla="*/ 5079508 w 7467600"/>
              <a:gd name="connsiteY313" fmla="*/ 6749074 h 6858000"/>
              <a:gd name="connsiteX314" fmla="*/ 5371846 w 7467600"/>
              <a:gd name="connsiteY314" fmla="*/ 5924413 h 6858000"/>
              <a:gd name="connsiteX315" fmla="*/ 5270512 w 7467600"/>
              <a:gd name="connsiteY315" fmla="*/ 6138975 h 6858000"/>
              <a:gd name="connsiteX316" fmla="*/ 5062409 w 7467600"/>
              <a:gd name="connsiteY316" fmla="*/ 6653544 h 6858000"/>
              <a:gd name="connsiteX317" fmla="*/ 5036628 w 7467600"/>
              <a:gd name="connsiteY317" fmla="*/ 6754247 h 6858000"/>
              <a:gd name="connsiteX318" fmla="*/ 5009112 w 7467600"/>
              <a:gd name="connsiteY318" fmla="*/ 6858000 h 6858000"/>
              <a:gd name="connsiteX319" fmla="*/ 4976679 w 7467600"/>
              <a:gd name="connsiteY319" fmla="*/ 6858000 h 6858000"/>
              <a:gd name="connsiteX320" fmla="*/ 5006537 w 7467600"/>
              <a:gd name="connsiteY320" fmla="*/ 6747068 h 6858000"/>
              <a:gd name="connsiteX321" fmla="*/ 5032723 w 7467600"/>
              <a:gd name="connsiteY321" fmla="*/ 6644957 h 6858000"/>
              <a:gd name="connsiteX322" fmla="*/ 5242949 w 7467600"/>
              <a:gd name="connsiteY322" fmla="*/ 6125175 h 6858000"/>
              <a:gd name="connsiteX323" fmla="*/ 5286321 w 7467600"/>
              <a:gd name="connsiteY323" fmla="*/ 6033555 h 6858000"/>
              <a:gd name="connsiteX324" fmla="*/ 5008210 w 7467600"/>
              <a:gd name="connsiteY324" fmla="*/ 6649194 h 6858000"/>
              <a:gd name="connsiteX325" fmla="*/ 4986321 w 7467600"/>
              <a:gd name="connsiteY325" fmla="*/ 6765687 h 6858000"/>
              <a:gd name="connsiteX326" fmla="*/ 4973474 w 7467600"/>
              <a:gd name="connsiteY326" fmla="*/ 6858000 h 6858000"/>
              <a:gd name="connsiteX327" fmla="*/ 4907178 w 7467600"/>
              <a:gd name="connsiteY327" fmla="*/ 6858000 h 6858000"/>
              <a:gd name="connsiteX328" fmla="*/ 4910810 w 7467600"/>
              <a:gd name="connsiteY328" fmla="*/ 6829660 h 6858000"/>
              <a:gd name="connsiteX329" fmla="*/ 4987461 w 7467600"/>
              <a:gd name="connsiteY329" fmla="*/ 6432994 h 6858000"/>
              <a:gd name="connsiteX330" fmla="*/ 5179262 w 7467600"/>
              <a:gd name="connsiteY330" fmla="*/ 6035044 h 6858000"/>
              <a:gd name="connsiteX331" fmla="*/ 4689678 w 7467600"/>
              <a:gd name="connsiteY331" fmla="*/ 6440241 h 6858000"/>
              <a:gd name="connsiteX332" fmla="*/ 4477543 w 7467600"/>
              <a:gd name="connsiteY332" fmla="*/ 6674836 h 6858000"/>
              <a:gd name="connsiteX333" fmla="*/ 4329957 w 7467600"/>
              <a:gd name="connsiteY333" fmla="*/ 6858000 h 6858000"/>
              <a:gd name="connsiteX334" fmla="*/ 4218595 w 7467600"/>
              <a:gd name="connsiteY334" fmla="*/ 6858000 h 6858000"/>
              <a:gd name="connsiteX335" fmla="*/ 4368888 w 7467600"/>
              <a:gd name="connsiteY335" fmla="*/ 6668412 h 6858000"/>
              <a:gd name="connsiteX336" fmla="*/ 4563091 w 7467600"/>
              <a:gd name="connsiteY336" fmla="*/ 6442508 h 6858000"/>
              <a:gd name="connsiteX337" fmla="*/ 5387324 w 7467600"/>
              <a:gd name="connsiteY337" fmla="*/ 5705830 h 6858000"/>
              <a:gd name="connsiteX338" fmla="*/ 5073620 w 7467600"/>
              <a:gd name="connsiteY338" fmla="*/ 5955437 h 6858000"/>
              <a:gd name="connsiteX339" fmla="*/ 4689789 w 7467600"/>
              <a:gd name="connsiteY339" fmla="*/ 6268382 h 6858000"/>
              <a:gd name="connsiteX340" fmla="*/ 4418722 w 7467600"/>
              <a:gd name="connsiteY340" fmla="*/ 6570886 h 6858000"/>
              <a:gd name="connsiteX341" fmla="*/ 4214944 w 7467600"/>
              <a:gd name="connsiteY341" fmla="*/ 6858000 h 6858000"/>
              <a:gd name="connsiteX342" fmla="*/ 4177898 w 7467600"/>
              <a:gd name="connsiteY342" fmla="*/ 6858000 h 6858000"/>
              <a:gd name="connsiteX343" fmla="*/ 4391597 w 7467600"/>
              <a:gd name="connsiteY343" fmla="*/ 6556370 h 6858000"/>
              <a:gd name="connsiteX344" fmla="*/ 4668889 w 7467600"/>
              <a:gd name="connsiteY344" fmla="*/ 6246399 h 6858000"/>
              <a:gd name="connsiteX345" fmla="*/ 5055427 w 7467600"/>
              <a:gd name="connsiteY345" fmla="*/ 5931476 h 6858000"/>
              <a:gd name="connsiteX346" fmla="*/ 5371814 w 7467600"/>
              <a:gd name="connsiteY346" fmla="*/ 5678975 h 6858000"/>
              <a:gd name="connsiteX347" fmla="*/ 4987918 w 7467600"/>
              <a:gd name="connsiteY347" fmla="*/ 5838701 h 6858000"/>
              <a:gd name="connsiteX348" fmla="*/ 4317146 w 7467600"/>
              <a:gd name="connsiteY348" fmla="*/ 6587716 h 6858000"/>
              <a:gd name="connsiteX349" fmla="*/ 4171627 w 7467600"/>
              <a:gd name="connsiteY349" fmla="*/ 6858000 h 6858000"/>
              <a:gd name="connsiteX350" fmla="*/ 4081585 w 7467600"/>
              <a:gd name="connsiteY350" fmla="*/ 6858000 h 6858000"/>
              <a:gd name="connsiteX351" fmla="*/ 4238603 w 7467600"/>
              <a:gd name="connsiteY351" fmla="*/ 6559341 h 6858000"/>
              <a:gd name="connsiteX352" fmla="*/ 4778333 w 7467600"/>
              <a:gd name="connsiteY352" fmla="*/ 5873626 h 6858000"/>
              <a:gd name="connsiteX353" fmla="*/ 5414185 w 7467600"/>
              <a:gd name="connsiteY353" fmla="*/ 5573882 h 6858000"/>
              <a:gd name="connsiteX354" fmla="*/ 5959648 w 7467600"/>
              <a:gd name="connsiteY354" fmla="*/ 4760797 h 6858000"/>
              <a:gd name="connsiteX355" fmla="*/ 5355019 w 7467600"/>
              <a:gd name="connsiteY355" fmla="*/ 4734672 h 6858000"/>
              <a:gd name="connsiteX356" fmla="*/ 5083565 w 7467600"/>
              <a:gd name="connsiteY356" fmla="*/ 5179121 h 6858000"/>
              <a:gd name="connsiteX357" fmla="*/ 4713577 w 7467600"/>
              <a:gd name="connsiteY357" fmla="*/ 5616803 h 6858000"/>
              <a:gd name="connsiteX358" fmla="*/ 3989559 w 7467600"/>
              <a:gd name="connsiteY358" fmla="*/ 6145945 h 6858000"/>
              <a:gd name="connsiteX359" fmla="*/ 3939824 w 7467600"/>
              <a:gd name="connsiteY359" fmla="*/ 6066900 h 6858000"/>
              <a:gd name="connsiteX360" fmla="*/ 4584537 w 7467600"/>
              <a:gd name="connsiteY360" fmla="*/ 5324826 h 6858000"/>
              <a:gd name="connsiteX361" fmla="*/ 5037105 w 7467600"/>
              <a:gd name="connsiteY361" fmla="*/ 5088765 h 6858000"/>
              <a:gd name="connsiteX362" fmla="*/ 5039930 w 7467600"/>
              <a:gd name="connsiteY362" fmla="*/ 5089585 h 6858000"/>
              <a:gd name="connsiteX363" fmla="*/ 5263764 w 7467600"/>
              <a:gd name="connsiteY363" fmla="*/ 4735525 h 6858000"/>
              <a:gd name="connsiteX364" fmla="*/ 4086300 w 7467600"/>
              <a:gd name="connsiteY364" fmla="*/ 4884599 h 6858000"/>
              <a:gd name="connsiteX365" fmla="*/ 4085485 w 7467600"/>
              <a:gd name="connsiteY365" fmla="*/ 4899070 h 6858000"/>
              <a:gd name="connsiteX366" fmla="*/ 3871915 w 7467600"/>
              <a:gd name="connsiteY366" fmla="*/ 5253645 h 6858000"/>
              <a:gd name="connsiteX367" fmla="*/ 3799374 w 7467600"/>
              <a:gd name="connsiteY367" fmla="*/ 5466127 h 6858000"/>
              <a:gd name="connsiteX368" fmla="*/ 3498850 w 7467600"/>
              <a:gd name="connsiteY368" fmla="*/ 6661888 h 6858000"/>
              <a:gd name="connsiteX369" fmla="*/ 3399216 w 7467600"/>
              <a:gd name="connsiteY369" fmla="*/ 6858000 h 6858000"/>
              <a:gd name="connsiteX370" fmla="*/ 3303688 w 7467600"/>
              <a:gd name="connsiteY370" fmla="*/ 6858000 h 6858000"/>
              <a:gd name="connsiteX371" fmla="*/ 3391774 w 7467600"/>
              <a:gd name="connsiteY371" fmla="*/ 6697181 h 6858000"/>
              <a:gd name="connsiteX372" fmla="*/ 3735540 w 7467600"/>
              <a:gd name="connsiteY372" fmla="*/ 5546923 h 6858000"/>
              <a:gd name="connsiteX373" fmla="*/ 3729438 w 7467600"/>
              <a:gd name="connsiteY373" fmla="*/ 5569058 h 6858000"/>
              <a:gd name="connsiteX374" fmla="*/ 3707782 w 7467600"/>
              <a:gd name="connsiteY374" fmla="*/ 5644908 h 6858000"/>
              <a:gd name="connsiteX375" fmla="*/ 3583827 w 7467600"/>
              <a:gd name="connsiteY375" fmla="*/ 6039215 h 6858000"/>
              <a:gd name="connsiteX376" fmla="*/ 3547861 w 7467600"/>
              <a:gd name="connsiteY376" fmla="*/ 6129609 h 6858000"/>
              <a:gd name="connsiteX377" fmla="*/ 3490905 w 7467600"/>
              <a:gd name="connsiteY377" fmla="*/ 6277660 h 6858000"/>
              <a:gd name="connsiteX378" fmla="*/ 3455859 w 7467600"/>
              <a:gd name="connsiteY378" fmla="*/ 6391301 h 6858000"/>
              <a:gd name="connsiteX379" fmla="*/ 3429112 w 7467600"/>
              <a:gd name="connsiteY379" fmla="*/ 6479469 h 6858000"/>
              <a:gd name="connsiteX380" fmla="*/ 3304862 w 7467600"/>
              <a:gd name="connsiteY380" fmla="*/ 6796476 h 6858000"/>
              <a:gd name="connsiteX381" fmla="*/ 3276071 w 7467600"/>
              <a:gd name="connsiteY381" fmla="*/ 6858000 h 6858000"/>
              <a:gd name="connsiteX382" fmla="*/ 3240805 w 7467600"/>
              <a:gd name="connsiteY382" fmla="*/ 6858000 h 6858000"/>
              <a:gd name="connsiteX383" fmla="*/ 3275917 w 7467600"/>
              <a:gd name="connsiteY383" fmla="*/ 6783192 h 6858000"/>
              <a:gd name="connsiteX384" fmla="*/ 3399358 w 7467600"/>
              <a:gd name="connsiteY384" fmla="*/ 6469011 h 6858000"/>
              <a:gd name="connsiteX385" fmla="*/ 3425650 w 7467600"/>
              <a:gd name="connsiteY385" fmla="*/ 6381333 h 6858000"/>
              <a:gd name="connsiteX386" fmla="*/ 3460661 w 7467600"/>
              <a:gd name="connsiteY386" fmla="*/ 6266763 h 6858000"/>
              <a:gd name="connsiteX387" fmla="*/ 3518021 w 7467600"/>
              <a:gd name="connsiteY387" fmla="*/ 6117298 h 6858000"/>
              <a:gd name="connsiteX388" fmla="*/ 3554035 w 7467600"/>
              <a:gd name="connsiteY388" fmla="*/ 6027832 h 6858000"/>
              <a:gd name="connsiteX389" fmla="*/ 3677174 w 7467600"/>
              <a:gd name="connsiteY389" fmla="*/ 5636351 h 6858000"/>
              <a:gd name="connsiteX390" fmla="*/ 3698819 w 7467600"/>
              <a:gd name="connsiteY390" fmla="*/ 5560503 h 6858000"/>
              <a:gd name="connsiteX391" fmla="*/ 3702094 w 7467600"/>
              <a:gd name="connsiteY391" fmla="*/ 5549194 h 6858000"/>
              <a:gd name="connsiteX392" fmla="*/ 3398355 w 7467600"/>
              <a:gd name="connsiteY392" fmla="*/ 6094603 h 6858000"/>
              <a:gd name="connsiteX393" fmla="*/ 3193941 w 7467600"/>
              <a:gd name="connsiteY393" fmla="*/ 6798775 h 6858000"/>
              <a:gd name="connsiteX394" fmla="*/ 3184140 w 7467600"/>
              <a:gd name="connsiteY394" fmla="*/ 6858000 h 6858000"/>
              <a:gd name="connsiteX395" fmla="*/ 3099978 w 7467600"/>
              <a:gd name="connsiteY395" fmla="*/ 6858000 h 6858000"/>
              <a:gd name="connsiteX396" fmla="*/ 3101556 w 7467600"/>
              <a:gd name="connsiteY396" fmla="*/ 6843337 h 6858000"/>
              <a:gd name="connsiteX397" fmla="*/ 3370162 w 7467600"/>
              <a:gd name="connsiteY397" fmla="*/ 5785550 h 6858000"/>
              <a:gd name="connsiteX398" fmla="*/ 3746477 w 7467600"/>
              <a:gd name="connsiteY398" fmla="*/ 5377889 h 6858000"/>
              <a:gd name="connsiteX399" fmla="*/ 3863399 w 7467600"/>
              <a:gd name="connsiteY399" fmla="*/ 5087257 h 6858000"/>
              <a:gd name="connsiteX400" fmla="*/ 3968712 w 7467600"/>
              <a:gd name="connsiteY400" fmla="*/ 4913989 h 6858000"/>
              <a:gd name="connsiteX401" fmla="*/ 2792390 w 7467600"/>
              <a:gd name="connsiteY401" fmla="*/ 5382974 h 6858000"/>
              <a:gd name="connsiteX402" fmla="*/ 2714982 w 7467600"/>
              <a:gd name="connsiteY402" fmla="*/ 5427051 h 6858000"/>
              <a:gd name="connsiteX403" fmla="*/ 2813361 w 7467600"/>
              <a:gd name="connsiteY403" fmla="*/ 6023912 h 6858000"/>
              <a:gd name="connsiteX404" fmla="*/ 2688430 w 7467600"/>
              <a:gd name="connsiteY404" fmla="*/ 6801564 h 6858000"/>
              <a:gd name="connsiteX405" fmla="*/ 2629626 w 7467600"/>
              <a:gd name="connsiteY405" fmla="*/ 6763394 h 6858000"/>
              <a:gd name="connsiteX406" fmla="*/ 2565328 w 7467600"/>
              <a:gd name="connsiteY406" fmla="*/ 5516399 h 6858000"/>
              <a:gd name="connsiteX407" fmla="*/ 1922999 w 7467600"/>
              <a:gd name="connsiteY407" fmla="*/ 5980343 h 6858000"/>
              <a:gd name="connsiteX408" fmla="*/ 1950261 w 7467600"/>
              <a:gd name="connsiteY408" fmla="*/ 6405858 h 6858000"/>
              <a:gd name="connsiteX409" fmla="*/ 2365554 w 7467600"/>
              <a:gd name="connsiteY409" fmla="*/ 6759107 h 6858000"/>
              <a:gd name="connsiteX410" fmla="*/ 2424142 w 7467600"/>
              <a:gd name="connsiteY410" fmla="*/ 6858000 h 6858000"/>
              <a:gd name="connsiteX411" fmla="*/ 2395994 w 7467600"/>
              <a:gd name="connsiteY411" fmla="*/ 6858000 h 6858000"/>
              <a:gd name="connsiteX412" fmla="*/ 2392863 w 7467600"/>
              <a:gd name="connsiteY412" fmla="*/ 6852964 h 6858000"/>
              <a:gd name="connsiteX413" fmla="*/ 2017589 w 7467600"/>
              <a:gd name="connsiteY413" fmla="*/ 6493982 h 6858000"/>
              <a:gd name="connsiteX414" fmla="*/ 2147336 w 7467600"/>
              <a:gd name="connsiteY414" fmla="*/ 6594052 h 6858000"/>
              <a:gd name="connsiteX415" fmla="*/ 2207047 w 7467600"/>
              <a:gd name="connsiteY415" fmla="*/ 6654540 h 6858000"/>
              <a:gd name="connsiteX416" fmla="*/ 2299106 w 7467600"/>
              <a:gd name="connsiteY416" fmla="*/ 6778931 h 6858000"/>
              <a:gd name="connsiteX417" fmla="*/ 2314430 w 7467600"/>
              <a:gd name="connsiteY417" fmla="*/ 6801144 h 6858000"/>
              <a:gd name="connsiteX418" fmla="*/ 2352406 w 7467600"/>
              <a:gd name="connsiteY418" fmla="*/ 6858000 h 6858000"/>
              <a:gd name="connsiteX419" fmla="*/ 2314492 w 7467600"/>
              <a:gd name="connsiteY419" fmla="*/ 6858000 h 6858000"/>
              <a:gd name="connsiteX420" fmla="*/ 2288095 w 7467600"/>
              <a:gd name="connsiteY420" fmla="*/ 6818030 h 6858000"/>
              <a:gd name="connsiteX421" fmla="*/ 2272768 w 7467600"/>
              <a:gd name="connsiteY421" fmla="*/ 6795822 h 6858000"/>
              <a:gd name="connsiteX422" fmla="*/ 2182715 w 7467600"/>
              <a:gd name="connsiteY422" fmla="*/ 6675071 h 6858000"/>
              <a:gd name="connsiteX423" fmla="*/ 2032061 w 7467600"/>
              <a:gd name="connsiteY423" fmla="*/ 6541380 h 6858000"/>
              <a:gd name="connsiteX424" fmla="*/ 2257220 w 7467600"/>
              <a:gd name="connsiteY424" fmla="*/ 6826257 h 6858000"/>
              <a:gd name="connsiteX425" fmla="*/ 2281324 w 7467600"/>
              <a:gd name="connsiteY425" fmla="*/ 6858000 h 6858000"/>
              <a:gd name="connsiteX426" fmla="*/ 2242860 w 7467600"/>
              <a:gd name="connsiteY426" fmla="*/ 6858000 h 6858000"/>
              <a:gd name="connsiteX427" fmla="*/ 2232818 w 7467600"/>
              <a:gd name="connsiteY427" fmla="*/ 6844926 h 6858000"/>
              <a:gd name="connsiteX428" fmla="*/ 1990172 w 7467600"/>
              <a:gd name="connsiteY428" fmla="*/ 6542121 h 6858000"/>
              <a:gd name="connsiteX429" fmla="*/ 2124090 w 7467600"/>
              <a:gd name="connsiteY429" fmla="*/ 6761017 h 6858000"/>
              <a:gd name="connsiteX430" fmla="*/ 2200380 w 7467600"/>
              <a:gd name="connsiteY430" fmla="*/ 6858000 h 6858000"/>
              <a:gd name="connsiteX431" fmla="*/ 2147507 w 7467600"/>
              <a:gd name="connsiteY431" fmla="*/ 6858000 h 6858000"/>
              <a:gd name="connsiteX432" fmla="*/ 2070668 w 7467600"/>
              <a:gd name="connsiteY432" fmla="*/ 6761520 h 6858000"/>
              <a:gd name="connsiteX433" fmla="*/ 1975142 w 7467600"/>
              <a:gd name="connsiteY433" fmla="*/ 6585570 h 6858000"/>
              <a:gd name="connsiteX434" fmla="*/ 2050035 w 7467600"/>
              <a:gd name="connsiteY434" fmla="*/ 6813345 h 6858000"/>
              <a:gd name="connsiteX435" fmla="*/ 2063025 w 7467600"/>
              <a:gd name="connsiteY435" fmla="*/ 6858000 h 6858000"/>
              <a:gd name="connsiteX436" fmla="*/ 2021675 w 7467600"/>
              <a:gd name="connsiteY436" fmla="*/ 6858000 h 6858000"/>
              <a:gd name="connsiteX437" fmla="*/ 2019308 w 7467600"/>
              <a:gd name="connsiteY437" fmla="*/ 6847118 h 6858000"/>
              <a:gd name="connsiteX438" fmla="*/ 1938835 w 7467600"/>
              <a:gd name="connsiteY438" fmla="*/ 6551160 h 6858000"/>
              <a:gd name="connsiteX439" fmla="*/ 1953230 w 7467600"/>
              <a:gd name="connsiteY439" fmla="*/ 6759699 h 6858000"/>
              <a:gd name="connsiteX440" fmla="*/ 1956763 w 7467600"/>
              <a:gd name="connsiteY440" fmla="*/ 6778191 h 6858000"/>
              <a:gd name="connsiteX441" fmla="*/ 1967925 w 7467600"/>
              <a:gd name="connsiteY441" fmla="*/ 6858000 h 6858000"/>
              <a:gd name="connsiteX442" fmla="*/ 1936622 w 7467600"/>
              <a:gd name="connsiteY442" fmla="*/ 6858000 h 6858000"/>
              <a:gd name="connsiteX443" fmla="*/ 1926261 w 7467600"/>
              <a:gd name="connsiteY443" fmla="*/ 6784064 h 6858000"/>
              <a:gd name="connsiteX444" fmla="*/ 1922724 w 7467600"/>
              <a:gd name="connsiteY444" fmla="*/ 6765577 h 6858000"/>
              <a:gd name="connsiteX445" fmla="*/ 1904650 w 7467600"/>
              <a:gd name="connsiteY445" fmla="*/ 6639616 h 6858000"/>
              <a:gd name="connsiteX446" fmla="*/ 1885273 w 7467600"/>
              <a:gd name="connsiteY446" fmla="*/ 6858000 h 6858000"/>
              <a:gd name="connsiteX447" fmla="*/ 1854363 w 7467600"/>
              <a:gd name="connsiteY447" fmla="*/ 6858000 h 6858000"/>
              <a:gd name="connsiteX448" fmla="*/ 1880391 w 7467600"/>
              <a:gd name="connsiteY448" fmla="*/ 6603796 h 6858000"/>
              <a:gd name="connsiteX449" fmla="*/ 1818273 w 7467600"/>
              <a:gd name="connsiteY449" fmla="*/ 6715729 h 6858000"/>
              <a:gd name="connsiteX450" fmla="*/ 1794691 w 7467600"/>
              <a:gd name="connsiteY450" fmla="*/ 6843239 h 6858000"/>
              <a:gd name="connsiteX451" fmla="*/ 1794914 w 7467600"/>
              <a:gd name="connsiteY451" fmla="*/ 6858000 h 6858000"/>
              <a:gd name="connsiteX452" fmla="*/ 1746128 w 7467600"/>
              <a:gd name="connsiteY452" fmla="*/ 6858000 h 6858000"/>
              <a:gd name="connsiteX453" fmla="*/ 1753934 w 7467600"/>
              <a:gd name="connsiteY453" fmla="*/ 6724796 h 6858000"/>
              <a:gd name="connsiteX454" fmla="*/ 1792053 w 7467600"/>
              <a:gd name="connsiteY454" fmla="*/ 6572396 h 6858000"/>
              <a:gd name="connsiteX455" fmla="*/ 1862248 w 7467600"/>
              <a:gd name="connsiteY455" fmla="*/ 6266397 h 6858000"/>
              <a:gd name="connsiteX456" fmla="*/ 1862250 w 7467600"/>
              <a:gd name="connsiteY456" fmla="*/ 6033531 h 6858000"/>
              <a:gd name="connsiteX457" fmla="*/ 1211999 w 7467600"/>
              <a:gd name="connsiteY457" fmla="*/ 6683610 h 6858000"/>
              <a:gd name="connsiteX458" fmla="*/ 1213266 w 7467600"/>
              <a:gd name="connsiteY458" fmla="*/ 6691947 h 6858000"/>
              <a:gd name="connsiteX459" fmla="*/ 1203370 w 7467600"/>
              <a:gd name="connsiteY459" fmla="*/ 6850676 h 6858000"/>
              <a:gd name="connsiteX460" fmla="*/ 1203671 w 7467600"/>
              <a:gd name="connsiteY460" fmla="*/ 6858000 h 6858000"/>
              <a:gd name="connsiteX461" fmla="*/ 1143180 w 7467600"/>
              <a:gd name="connsiteY461" fmla="*/ 6858000 h 6858000"/>
              <a:gd name="connsiteX462" fmla="*/ 1142176 w 7467600"/>
              <a:gd name="connsiteY462" fmla="*/ 6766045 h 6858000"/>
              <a:gd name="connsiteX463" fmla="*/ 1067484 w 7467600"/>
              <a:gd name="connsiteY463" fmla="*/ 6858000 h 6858000"/>
              <a:gd name="connsiteX464" fmla="*/ 953928 w 7467600"/>
              <a:gd name="connsiteY464" fmla="*/ 6858000 h 6858000"/>
              <a:gd name="connsiteX465" fmla="*/ 959715 w 7467600"/>
              <a:gd name="connsiteY465" fmla="*/ 6850185 h 6858000"/>
              <a:gd name="connsiteX466" fmla="*/ 1483788 w 7467600"/>
              <a:gd name="connsiteY466" fmla="*/ 6259174 h 6858000"/>
              <a:gd name="connsiteX467" fmla="*/ 1100671 w 7467600"/>
              <a:gd name="connsiteY467" fmla="*/ 6252137 h 6858000"/>
              <a:gd name="connsiteX468" fmla="*/ 1090144 w 7467600"/>
              <a:gd name="connsiteY468" fmla="*/ 6256748 h 6858000"/>
              <a:gd name="connsiteX469" fmla="*/ 1095872 w 7467600"/>
              <a:gd name="connsiteY469" fmla="*/ 6271892 h 6858000"/>
              <a:gd name="connsiteX470" fmla="*/ 262785 w 7467600"/>
              <a:gd name="connsiteY470" fmla="*/ 6845450 h 6858000"/>
              <a:gd name="connsiteX471" fmla="*/ 209968 w 7467600"/>
              <a:gd name="connsiteY471" fmla="*/ 6770713 h 6858000"/>
              <a:gd name="connsiteX472" fmla="*/ 873460 w 7467600"/>
              <a:gd name="connsiteY472" fmla="*/ 6253768 h 6858000"/>
              <a:gd name="connsiteX473" fmla="*/ 192686 w 7467600"/>
              <a:gd name="connsiteY473" fmla="*/ 5849257 h 6858000"/>
              <a:gd name="connsiteX474" fmla="*/ 4696 w 7467600"/>
              <a:gd name="connsiteY474" fmla="*/ 5697668 h 6858000"/>
              <a:gd name="connsiteX475" fmla="*/ 0 w 7467600"/>
              <a:gd name="connsiteY475" fmla="*/ 5689984 h 6858000"/>
              <a:gd name="connsiteX476" fmla="*/ 0 w 7467600"/>
              <a:gd name="connsiteY476" fmla="*/ 5513472 h 6858000"/>
              <a:gd name="connsiteX477" fmla="*/ 174101 w 7467600"/>
              <a:gd name="connsiteY477" fmla="*/ 5620277 h 6858000"/>
              <a:gd name="connsiteX478" fmla="*/ 891800 w 7467600"/>
              <a:gd name="connsiteY478" fmla="*/ 6036935 h 6858000"/>
              <a:gd name="connsiteX479" fmla="*/ 1072219 w 7467600"/>
              <a:gd name="connsiteY479" fmla="*/ 6169443 h 6858000"/>
              <a:gd name="connsiteX480" fmla="*/ 1074117 w 7467600"/>
              <a:gd name="connsiteY480" fmla="*/ 6170301 h 6858000"/>
              <a:gd name="connsiteX481" fmla="*/ 1083114 w 7467600"/>
              <a:gd name="connsiteY481" fmla="*/ 6174131 h 6858000"/>
              <a:gd name="connsiteX482" fmla="*/ 1543010 w 7467600"/>
              <a:gd name="connsiteY482" fmla="*/ 6191140 h 6858000"/>
              <a:gd name="connsiteX483" fmla="*/ 1551080 w 7467600"/>
              <a:gd name="connsiteY483" fmla="*/ 6195006 h 6858000"/>
              <a:gd name="connsiteX484" fmla="*/ 2345443 w 7467600"/>
              <a:gd name="connsiteY484" fmla="*/ 5549882 h 6858000"/>
              <a:gd name="connsiteX485" fmla="*/ 1721499 w 7467600"/>
              <a:gd name="connsiteY485" fmla="*/ 5599969 h 6858000"/>
              <a:gd name="connsiteX486" fmla="*/ 767716 w 7467600"/>
              <a:gd name="connsiteY486" fmla="*/ 5472768 h 6858000"/>
              <a:gd name="connsiteX487" fmla="*/ 722147 w 7467600"/>
              <a:gd name="connsiteY487" fmla="*/ 5393091 h 6858000"/>
              <a:gd name="connsiteX488" fmla="*/ 1485552 w 7467600"/>
              <a:gd name="connsiteY488" fmla="*/ 5313202 h 6858000"/>
              <a:gd name="connsiteX489" fmla="*/ 2143004 w 7467600"/>
              <a:gd name="connsiteY489" fmla="*/ 5402420 h 6858000"/>
              <a:gd name="connsiteX490" fmla="*/ 1933391 w 7467600"/>
              <a:gd name="connsiteY490" fmla="*/ 5156971 h 6858000"/>
              <a:gd name="connsiteX491" fmla="*/ 1827118 w 7467600"/>
              <a:gd name="connsiteY491" fmla="*/ 4968410 h 6858000"/>
              <a:gd name="connsiteX492" fmla="*/ 1837349 w 7467600"/>
              <a:gd name="connsiteY492" fmla="*/ 4956357 h 6858000"/>
              <a:gd name="connsiteX493" fmla="*/ 2162835 w 7467600"/>
              <a:gd name="connsiteY493" fmla="*/ 5187853 h 6858000"/>
              <a:gd name="connsiteX494" fmla="*/ 2257167 w 7467600"/>
              <a:gd name="connsiteY494" fmla="*/ 5462123 h 6858000"/>
              <a:gd name="connsiteX495" fmla="*/ 2261598 w 7467600"/>
              <a:gd name="connsiteY495" fmla="*/ 5467998 h 6858000"/>
              <a:gd name="connsiteX496" fmla="*/ 2437177 w 7467600"/>
              <a:gd name="connsiteY496" fmla="*/ 5479608 h 6858000"/>
              <a:gd name="connsiteX497" fmla="*/ 2445247 w 7467600"/>
              <a:gd name="connsiteY497" fmla="*/ 5483476 h 6858000"/>
              <a:gd name="connsiteX498" fmla="*/ 2743626 w 7467600"/>
              <a:gd name="connsiteY498" fmla="*/ 5304819 h 6858000"/>
              <a:gd name="connsiteX499" fmla="*/ 3048102 w 7467600"/>
              <a:gd name="connsiteY499" fmla="*/ 5150595 h 6858000"/>
              <a:gd name="connsiteX500" fmla="*/ 1799414 w 7467600"/>
              <a:gd name="connsiteY500" fmla="*/ 4694732 h 6858000"/>
              <a:gd name="connsiteX501" fmla="*/ 1771735 w 7467600"/>
              <a:gd name="connsiteY501" fmla="*/ 4619929 h 6858000"/>
              <a:gd name="connsiteX502" fmla="*/ 3104273 w 7467600"/>
              <a:gd name="connsiteY502" fmla="*/ 5076159 h 6858000"/>
              <a:gd name="connsiteX503" fmla="*/ 3113245 w 7467600"/>
              <a:gd name="connsiteY503" fmla="*/ 5090705 h 6858000"/>
              <a:gd name="connsiteX504" fmla="*/ 3126294 w 7467600"/>
              <a:gd name="connsiteY504" fmla="*/ 5114400 h 6858000"/>
              <a:gd name="connsiteX505" fmla="*/ 3937433 w 7467600"/>
              <a:gd name="connsiteY505" fmla="*/ 4830473 h 6858000"/>
              <a:gd name="connsiteX506" fmla="*/ 3590475 w 7467600"/>
              <a:gd name="connsiteY506" fmla="*/ 4597974 h 6858000"/>
              <a:gd name="connsiteX507" fmla="*/ 3100264 w 7467600"/>
              <a:gd name="connsiteY507" fmla="*/ 4579845 h 6858000"/>
              <a:gd name="connsiteX508" fmla="*/ 2183576 w 7467600"/>
              <a:gd name="connsiteY508" fmla="*/ 4227150 h 6858000"/>
              <a:gd name="connsiteX509" fmla="*/ 2151029 w 7467600"/>
              <a:gd name="connsiteY509" fmla="*/ 4146947 h 6858000"/>
              <a:gd name="connsiteX510" fmla="*/ 3563434 w 7467600"/>
              <a:gd name="connsiteY510" fmla="*/ 4469115 h 6858000"/>
              <a:gd name="connsiteX511" fmla="*/ 3177952 w 7467600"/>
              <a:gd name="connsiteY511" fmla="*/ 3657386 h 6858000"/>
              <a:gd name="connsiteX512" fmla="*/ 3189263 w 7467600"/>
              <a:gd name="connsiteY512" fmla="*/ 3625726 h 6858000"/>
              <a:gd name="connsiteX513" fmla="*/ 3560912 w 7467600"/>
              <a:gd name="connsiteY513" fmla="*/ 4079863 h 6858000"/>
              <a:gd name="connsiteX514" fmla="*/ 3626636 w 7467600"/>
              <a:gd name="connsiteY514" fmla="*/ 4512230 h 6858000"/>
              <a:gd name="connsiteX515" fmla="*/ 3653088 w 7467600"/>
              <a:gd name="connsiteY515" fmla="*/ 4521417 h 6858000"/>
              <a:gd name="connsiteX516" fmla="*/ 3988128 w 7467600"/>
              <a:gd name="connsiteY516" fmla="*/ 4817267 h 6858000"/>
              <a:gd name="connsiteX517" fmla="*/ 4830582 w 7467600"/>
              <a:gd name="connsiteY517" fmla="*/ 4676000 h 6858000"/>
              <a:gd name="connsiteX518" fmla="*/ 4830100 w 7467600"/>
              <a:gd name="connsiteY518" fmla="*/ 4675554 h 6858000"/>
              <a:gd name="connsiteX519" fmla="*/ 4036318 w 7467600"/>
              <a:gd name="connsiteY519" fmla="*/ 4147013 h 6858000"/>
              <a:gd name="connsiteX520" fmla="*/ 3432098 w 7467600"/>
              <a:gd name="connsiteY520" fmla="*/ 3537312 h 6858000"/>
              <a:gd name="connsiteX521" fmla="*/ 3446761 w 7467600"/>
              <a:gd name="connsiteY521" fmla="*/ 3461278 h 6858000"/>
              <a:gd name="connsiteX522" fmla="*/ 4419733 w 7467600"/>
              <a:gd name="connsiteY522" fmla="*/ 3963555 h 6858000"/>
              <a:gd name="connsiteX523" fmla="*/ 4781371 w 7467600"/>
              <a:gd name="connsiteY523" fmla="*/ 4458604 h 6858000"/>
              <a:gd name="connsiteX524" fmla="*/ 4780440 w 7467600"/>
              <a:gd name="connsiteY524" fmla="*/ 4470290 h 6858000"/>
              <a:gd name="connsiteX525" fmla="*/ 4898954 w 7467600"/>
              <a:gd name="connsiteY525" fmla="*/ 4662092 h 6858000"/>
              <a:gd name="connsiteX526" fmla="*/ 4900699 w 7467600"/>
              <a:gd name="connsiteY526" fmla="*/ 4670867 h 6858000"/>
              <a:gd name="connsiteX527" fmla="*/ 5714511 w 7467600"/>
              <a:gd name="connsiteY527" fmla="*/ 4663483 h 6858000"/>
              <a:gd name="connsiteX528" fmla="*/ 5464793 w 7467600"/>
              <a:gd name="connsiteY528" fmla="*/ 4393556 h 6858000"/>
              <a:gd name="connsiteX529" fmla="*/ 5461897 w 7467600"/>
              <a:gd name="connsiteY529" fmla="*/ 4390879 h 6858000"/>
              <a:gd name="connsiteX530" fmla="*/ 4294126 w 7467600"/>
              <a:gd name="connsiteY530" fmla="*/ 3303048 h 6858000"/>
              <a:gd name="connsiteX531" fmla="*/ 4305321 w 7467600"/>
              <a:gd name="connsiteY531" fmla="*/ 3256953 h 6858000"/>
              <a:gd name="connsiteX532" fmla="*/ 4949299 w 7467600"/>
              <a:gd name="connsiteY532" fmla="*/ 3766336 h 6858000"/>
              <a:gd name="connsiteX533" fmla="*/ 5291452 w 7467600"/>
              <a:gd name="connsiteY533" fmla="*/ 4076801 h 6858000"/>
              <a:gd name="connsiteX534" fmla="*/ 5434998 w 7467600"/>
              <a:gd name="connsiteY534" fmla="*/ 4254100 h 6858000"/>
              <a:gd name="connsiteX535" fmla="*/ 5351015 w 7467600"/>
              <a:gd name="connsiteY535" fmla="*/ 3760989 h 6858000"/>
              <a:gd name="connsiteX536" fmla="*/ 5413780 w 7467600"/>
              <a:gd name="connsiteY536" fmla="*/ 2966265 h 6858000"/>
              <a:gd name="connsiteX537" fmla="*/ 5425627 w 7467600"/>
              <a:gd name="connsiteY537" fmla="*/ 2954192 h 6858000"/>
              <a:gd name="connsiteX538" fmla="*/ 6604735 w 7467600"/>
              <a:gd name="connsiteY538" fmla="*/ 2041381 h 6858000"/>
              <a:gd name="connsiteX539" fmla="*/ 7204487 w 7467600"/>
              <a:gd name="connsiteY539" fmla="*/ 2742112 h 6858000"/>
              <a:gd name="connsiteX540" fmla="*/ 7131592 w 7467600"/>
              <a:gd name="connsiteY540" fmla="*/ 2672096 h 6858000"/>
              <a:gd name="connsiteX541" fmla="*/ 6996344 w 7467600"/>
              <a:gd name="connsiteY541" fmla="*/ 2518310 h 6858000"/>
              <a:gd name="connsiteX542" fmla="*/ 6735495 w 7467600"/>
              <a:gd name="connsiteY542" fmla="*/ 2196890 h 6858000"/>
              <a:gd name="connsiteX543" fmla="*/ 6721901 w 7467600"/>
              <a:gd name="connsiteY543" fmla="*/ 2179274 h 6858000"/>
              <a:gd name="connsiteX544" fmla="*/ 6604735 w 7467600"/>
              <a:gd name="connsiteY544" fmla="*/ 2041381 h 6858000"/>
              <a:gd name="connsiteX545" fmla="*/ 6591670 w 7467600"/>
              <a:gd name="connsiteY545" fmla="*/ 1988277 h 6858000"/>
              <a:gd name="connsiteX546" fmla="*/ 6747349 w 7467600"/>
              <a:gd name="connsiteY546" fmla="*/ 2160069 h 6858000"/>
              <a:gd name="connsiteX547" fmla="*/ 6760943 w 7467600"/>
              <a:gd name="connsiteY547" fmla="*/ 2177686 h 6858000"/>
              <a:gd name="connsiteX548" fmla="*/ 7021065 w 7467600"/>
              <a:gd name="connsiteY548" fmla="*/ 2498102 h 6858000"/>
              <a:gd name="connsiteX549" fmla="*/ 7155223 w 7467600"/>
              <a:gd name="connsiteY549" fmla="*/ 2650386 h 6858000"/>
              <a:gd name="connsiteX550" fmla="*/ 7203167 w 7467600"/>
              <a:gd name="connsiteY550" fmla="*/ 2697288 h 6858000"/>
              <a:gd name="connsiteX551" fmla="*/ 6937703 w 7467600"/>
              <a:gd name="connsiteY551" fmla="*/ 2321981 h 6858000"/>
              <a:gd name="connsiteX552" fmla="*/ 6591670 w 7467600"/>
              <a:gd name="connsiteY552" fmla="*/ 1988277 h 6858000"/>
              <a:gd name="connsiteX553" fmla="*/ 5798671 w 7467600"/>
              <a:gd name="connsiteY553" fmla="*/ 1981601 h 6858000"/>
              <a:gd name="connsiteX554" fmla="*/ 5754709 w 7467600"/>
              <a:gd name="connsiteY554" fmla="*/ 2071454 h 6858000"/>
              <a:gd name="connsiteX555" fmla="*/ 5763044 w 7467600"/>
              <a:gd name="connsiteY555" fmla="*/ 2842206 h 6858000"/>
              <a:gd name="connsiteX556" fmla="*/ 5764974 w 7467600"/>
              <a:gd name="connsiteY556" fmla="*/ 2799609 h 6858000"/>
              <a:gd name="connsiteX557" fmla="*/ 5767665 w 7467600"/>
              <a:gd name="connsiteY557" fmla="*/ 2666409 h 6858000"/>
              <a:gd name="connsiteX558" fmla="*/ 5763055 w 7467600"/>
              <a:gd name="connsiteY558" fmla="*/ 2579705 h 6858000"/>
              <a:gd name="connsiteX559" fmla="*/ 5758079 w 7467600"/>
              <a:gd name="connsiteY559" fmla="*/ 2492508 h 6858000"/>
              <a:gd name="connsiteX560" fmla="*/ 5779325 w 7467600"/>
              <a:gd name="connsiteY560" fmla="*/ 2197069 h 6858000"/>
              <a:gd name="connsiteX561" fmla="*/ 5798671 w 7467600"/>
              <a:gd name="connsiteY561" fmla="*/ 1981601 h 6858000"/>
              <a:gd name="connsiteX562" fmla="*/ 5829202 w 7467600"/>
              <a:gd name="connsiteY562" fmla="*/ 1971679 h 6858000"/>
              <a:gd name="connsiteX563" fmla="*/ 5809558 w 7467600"/>
              <a:gd name="connsiteY563" fmla="*/ 2198043 h 6858000"/>
              <a:gd name="connsiteX564" fmla="*/ 5788653 w 7467600"/>
              <a:gd name="connsiteY564" fmla="*/ 2489430 h 6858000"/>
              <a:gd name="connsiteX565" fmla="*/ 5793439 w 7467600"/>
              <a:gd name="connsiteY565" fmla="*/ 2575235 h 6858000"/>
              <a:gd name="connsiteX566" fmla="*/ 5796837 w 7467600"/>
              <a:gd name="connsiteY566" fmla="*/ 2637633 h 6858000"/>
              <a:gd name="connsiteX567" fmla="*/ 5818614 w 7467600"/>
              <a:gd name="connsiteY567" fmla="*/ 2473055 h 6858000"/>
              <a:gd name="connsiteX568" fmla="*/ 5829202 w 7467600"/>
              <a:gd name="connsiteY568" fmla="*/ 1971679 h 6858000"/>
              <a:gd name="connsiteX569" fmla="*/ 5911389 w 7467600"/>
              <a:gd name="connsiteY569" fmla="*/ 1898371 h 6858000"/>
              <a:gd name="connsiteX570" fmla="*/ 6237627 w 7467600"/>
              <a:gd name="connsiteY570" fmla="*/ 2231921 h 6858000"/>
              <a:gd name="connsiteX571" fmla="*/ 5911389 w 7467600"/>
              <a:gd name="connsiteY571" fmla="*/ 1898371 h 6858000"/>
              <a:gd name="connsiteX572" fmla="*/ 6944437 w 7467600"/>
              <a:gd name="connsiteY572" fmla="*/ 1575402 h 6858000"/>
              <a:gd name="connsiteX573" fmla="*/ 6304730 w 7467600"/>
              <a:gd name="connsiteY573" fmla="*/ 1766654 h 6858000"/>
              <a:gd name="connsiteX574" fmla="*/ 6944437 w 7467600"/>
              <a:gd name="connsiteY574" fmla="*/ 1575402 h 6858000"/>
              <a:gd name="connsiteX575" fmla="*/ 7019523 w 7467600"/>
              <a:gd name="connsiteY575" fmla="*/ 1519450 h 6858000"/>
              <a:gd name="connsiteX576" fmla="*/ 6298091 w 7467600"/>
              <a:gd name="connsiteY576" fmla="*/ 1737122 h 6858000"/>
              <a:gd name="connsiteX577" fmla="*/ 7019523 w 7467600"/>
              <a:gd name="connsiteY577" fmla="*/ 1519450 h 6858000"/>
              <a:gd name="connsiteX578" fmla="*/ 2399523 w 7467600"/>
              <a:gd name="connsiteY578" fmla="*/ 1428234 h 6858000"/>
              <a:gd name="connsiteX579" fmla="*/ 2224982 w 7467600"/>
              <a:gd name="connsiteY579" fmla="*/ 1826201 h 6858000"/>
              <a:gd name="connsiteX580" fmla="*/ 2096099 w 7467600"/>
              <a:gd name="connsiteY580" fmla="*/ 2345900 h 6858000"/>
              <a:gd name="connsiteX581" fmla="*/ 2283317 w 7467600"/>
              <a:gd name="connsiteY581" fmla="*/ 1796925 h 6858000"/>
              <a:gd name="connsiteX582" fmla="*/ 2399523 w 7467600"/>
              <a:gd name="connsiteY582" fmla="*/ 1428234 h 6858000"/>
              <a:gd name="connsiteX583" fmla="*/ 2448558 w 7467600"/>
              <a:gd name="connsiteY583" fmla="*/ 1373435 h 6858000"/>
              <a:gd name="connsiteX584" fmla="*/ 2312521 w 7467600"/>
              <a:gd name="connsiteY584" fmla="*/ 1806140 h 6858000"/>
              <a:gd name="connsiteX585" fmla="*/ 2127533 w 7467600"/>
              <a:gd name="connsiteY585" fmla="*/ 2348380 h 6858000"/>
              <a:gd name="connsiteX586" fmla="*/ 2358080 w 7467600"/>
              <a:gd name="connsiteY586" fmla="*/ 1866134 h 6858000"/>
              <a:gd name="connsiteX587" fmla="*/ 2407436 w 7467600"/>
              <a:gd name="connsiteY587" fmla="*/ 1651070 h 6858000"/>
              <a:gd name="connsiteX588" fmla="*/ 2448558 w 7467600"/>
              <a:gd name="connsiteY588" fmla="*/ 1373435 h 6858000"/>
              <a:gd name="connsiteX589" fmla="*/ 278707 w 7467600"/>
              <a:gd name="connsiteY589" fmla="*/ 1352270 h 6858000"/>
              <a:gd name="connsiteX590" fmla="*/ 321570 w 7467600"/>
              <a:gd name="connsiteY590" fmla="*/ 1861610 h 6858000"/>
              <a:gd name="connsiteX591" fmla="*/ 294281 w 7467600"/>
              <a:gd name="connsiteY591" fmla="*/ 1440658 h 6858000"/>
              <a:gd name="connsiteX592" fmla="*/ 278707 w 7467600"/>
              <a:gd name="connsiteY592" fmla="*/ 1352270 h 6858000"/>
              <a:gd name="connsiteX593" fmla="*/ 1423821 w 7467600"/>
              <a:gd name="connsiteY593" fmla="*/ 1351958 h 6858000"/>
              <a:gd name="connsiteX594" fmla="*/ 1638521 w 7467600"/>
              <a:gd name="connsiteY594" fmla="*/ 1908470 h 6858000"/>
              <a:gd name="connsiteX595" fmla="*/ 1754199 w 7467600"/>
              <a:gd name="connsiteY595" fmla="*/ 2149284 h 6858000"/>
              <a:gd name="connsiteX596" fmla="*/ 1908359 w 7467600"/>
              <a:gd name="connsiteY596" fmla="*/ 2364988 h 6858000"/>
              <a:gd name="connsiteX597" fmla="*/ 1647661 w 7467600"/>
              <a:gd name="connsiteY597" fmla="*/ 1825945 h 6858000"/>
              <a:gd name="connsiteX598" fmla="*/ 1423821 w 7467600"/>
              <a:gd name="connsiteY598" fmla="*/ 1351958 h 6858000"/>
              <a:gd name="connsiteX599" fmla="*/ 1431890 w 7467600"/>
              <a:gd name="connsiteY599" fmla="*/ 1306475 h 6858000"/>
              <a:gd name="connsiteX600" fmla="*/ 1507597 w 7467600"/>
              <a:gd name="connsiteY600" fmla="*/ 1446132 h 6858000"/>
              <a:gd name="connsiteX601" fmla="*/ 1674586 w 7467600"/>
              <a:gd name="connsiteY601" fmla="*/ 1813832 h 6858000"/>
              <a:gd name="connsiteX602" fmla="*/ 1815950 w 7467600"/>
              <a:gd name="connsiteY602" fmla="*/ 2128564 h 6858000"/>
              <a:gd name="connsiteX603" fmla="*/ 1984242 w 7467600"/>
              <a:gd name="connsiteY603" fmla="*/ 2430829 h 6858000"/>
              <a:gd name="connsiteX604" fmla="*/ 2014023 w 7467600"/>
              <a:gd name="connsiteY604" fmla="*/ 2450995 h 6858000"/>
              <a:gd name="connsiteX605" fmla="*/ 1747337 w 7467600"/>
              <a:gd name="connsiteY605" fmla="*/ 1855264 h 6858000"/>
              <a:gd name="connsiteX606" fmla="*/ 1533749 w 7467600"/>
              <a:gd name="connsiteY606" fmla="*/ 1478656 h 6858000"/>
              <a:gd name="connsiteX607" fmla="*/ 1431890 w 7467600"/>
              <a:gd name="connsiteY607" fmla="*/ 1306475 h 6858000"/>
              <a:gd name="connsiteX608" fmla="*/ 5052692 w 7467600"/>
              <a:gd name="connsiteY608" fmla="*/ 1292994 h 6858000"/>
              <a:gd name="connsiteX609" fmla="*/ 5200661 w 7467600"/>
              <a:gd name="connsiteY609" fmla="*/ 1635186 h 6858000"/>
              <a:gd name="connsiteX610" fmla="*/ 5297138 w 7467600"/>
              <a:gd name="connsiteY610" fmla="*/ 1906351 h 6858000"/>
              <a:gd name="connsiteX611" fmla="*/ 5052692 w 7467600"/>
              <a:gd name="connsiteY611" fmla="*/ 1292994 h 6858000"/>
              <a:gd name="connsiteX612" fmla="*/ 5009948 w 7467600"/>
              <a:gd name="connsiteY612" fmla="*/ 1273619 h 6858000"/>
              <a:gd name="connsiteX613" fmla="*/ 5121777 w 7467600"/>
              <a:gd name="connsiteY613" fmla="*/ 1654213 h 6858000"/>
              <a:gd name="connsiteX614" fmla="*/ 5293545 w 7467600"/>
              <a:gd name="connsiteY614" fmla="*/ 2072247 h 6858000"/>
              <a:gd name="connsiteX615" fmla="*/ 5294042 w 7467600"/>
              <a:gd name="connsiteY615" fmla="*/ 2065019 h 6858000"/>
              <a:gd name="connsiteX616" fmla="*/ 5171936 w 7467600"/>
              <a:gd name="connsiteY616" fmla="*/ 1647613 h 6858000"/>
              <a:gd name="connsiteX617" fmla="*/ 5009948 w 7467600"/>
              <a:gd name="connsiteY617" fmla="*/ 1273619 h 6858000"/>
              <a:gd name="connsiteX618" fmla="*/ 655236 w 7467600"/>
              <a:gd name="connsiteY618" fmla="*/ 1268632 h 6858000"/>
              <a:gd name="connsiteX619" fmla="*/ 839521 w 7467600"/>
              <a:gd name="connsiteY619" fmla="*/ 1685315 h 6858000"/>
              <a:gd name="connsiteX620" fmla="*/ 1109416 w 7467600"/>
              <a:gd name="connsiteY620" fmla="*/ 2061663 h 6858000"/>
              <a:gd name="connsiteX621" fmla="*/ 1298300 w 7467600"/>
              <a:gd name="connsiteY621" fmla="*/ 2247742 h 6858000"/>
              <a:gd name="connsiteX622" fmla="*/ 1125871 w 7467600"/>
              <a:gd name="connsiteY622" fmla="*/ 1989513 h 6858000"/>
              <a:gd name="connsiteX623" fmla="*/ 981574 w 7467600"/>
              <a:gd name="connsiteY623" fmla="*/ 1783157 h 6858000"/>
              <a:gd name="connsiteX624" fmla="*/ 922198 w 7467600"/>
              <a:gd name="connsiteY624" fmla="*/ 1677437 h 6858000"/>
              <a:gd name="connsiteX625" fmla="*/ 869293 w 7467600"/>
              <a:gd name="connsiteY625" fmla="*/ 1583214 h 6858000"/>
              <a:gd name="connsiteX626" fmla="*/ 751431 w 7467600"/>
              <a:gd name="connsiteY626" fmla="*/ 1405731 h 6858000"/>
              <a:gd name="connsiteX627" fmla="*/ 655236 w 7467600"/>
              <a:gd name="connsiteY627" fmla="*/ 1268632 h 6858000"/>
              <a:gd name="connsiteX628" fmla="*/ 6516292 w 7467600"/>
              <a:gd name="connsiteY628" fmla="*/ 1263064 h 6858000"/>
              <a:gd name="connsiteX629" fmla="*/ 5736320 w 7467600"/>
              <a:gd name="connsiteY629" fmla="*/ 1501803 h 6858000"/>
              <a:gd name="connsiteX630" fmla="*/ 6516292 w 7467600"/>
              <a:gd name="connsiteY630" fmla="*/ 1263064 h 6858000"/>
              <a:gd name="connsiteX631" fmla="*/ 291466 w 7467600"/>
              <a:gd name="connsiteY631" fmla="*/ 1250369 h 6858000"/>
              <a:gd name="connsiteX632" fmla="*/ 323180 w 7467600"/>
              <a:gd name="connsiteY632" fmla="*/ 1435283 h 6858000"/>
              <a:gd name="connsiteX633" fmla="*/ 349381 w 7467600"/>
              <a:gd name="connsiteY633" fmla="*/ 1875041 h 6858000"/>
              <a:gd name="connsiteX634" fmla="*/ 374363 w 7467600"/>
              <a:gd name="connsiteY634" fmla="*/ 1506494 h 6858000"/>
              <a:gd name="connsiteX635" fmla="*/ 302168 w 7467600"/>
              <a:gd name="connsiteY635" fmla="*/ 1274495 h 6858000"/>
              <a:gd name="connsiteX636" fmla="*/ 291466 w 7467600"/>
              <a:gd name="connsiteY636" fmla="*/ 1250369 h 6858000"/>
              <a:gd name="connsiteX637" fmla="*/ 678222 w 7467600"/>
              <a:gd name="connsiteY637" fmla="*/ 1248670 h 6858000"/>
              <a:gd name="connsiteX638" fmla="*/ 775536 w 7467600"/>
              <a:gd name="connsiteY638" fmla="*/ 1388015 h 6858000"/>
              <a:gd name="connsiteX639" fmla="*/ 894529 w 7467600"/>
              <a:gd name="connsiteY639" fmla="*/ 1567739 h 6858000"/>
              <a:gd name="connsiteX640" fmla="*/ 948000 w 7467600"/>
              <a:gd name="connsiteY640" fmla="*/ 1663088 h 6858000"/>
              <a:gd name="connsiteX641" fmla="*/ 1006812 w 7467600"/>
              <a:gd name="connsiteY641" fmla="*/ 1767683 h 6858000"/>
              <a:gd name="connsiteX642" fmla="*/ 1149133 w 7467600"/>
              <a:gd name="connsiteY642" fmla="*/ 1971513 h 6858000"/>
              <a:gd name="connsiteX643" fmla="*/ 1333952 w 7467600"/>
              <a:gd name="connsiteY643" fmla="*/ 2251620 h 6858000"/>
              <a:gd name="connsiteX644" fmla="*/ 1337329 w 7467600"/>
              <a:gd name="connsiteY644" fmla="*/ 2258350 h 6858000"/>
              <a:gd name="connsiteX645" fmla="*/ 1014726 w 7467600"/>
              <a:gd name="connsiteY645" fmla="*/ 1615556 h 6858000"/>
              <a:gd name="connsiteX646" fmla="*/ 678222 w 7467600"/>
              <a:gd name="connsiteY646" fmla="*/ 1248670 h 6858000"/>
              <a:gd name="connsiteX647" fmla="*/ 6691602 w 7467600"/>
              <a:gd name="connsiteY647" fmla="*/ 1140573 h 6858000"/>
              <a:gd name="connsiteX648" fmla="*/ 6571100 w 7467600"/>
              <a:gd name="connsiteY648" fmla="*/ 1183662 h 6858000"/>
              <a:gd name="connsiteX649" fmla="*/ 6241687 w 7467600"/>
              <a:gd name="connsiteY649" fmla="*/ 1257600 h 6858000"/>
              <a:gd name="connsiteX650" fmla="*/ 5693009 w 7467600"/>
              <a:gd name="connsiteY650" fmla="*/ 1478256 h 6858000"/>
              <a:gd name="connsiteX651" fmla="*/ 6548420 w 7467600"/>
              <a:gd name="connsiteY651" fmla="*/ 1214599 h 6858000"/>
              <a:gd name="connsiteX652" fmla="*/ 6605473 w 7467600"/>
              <a:gd name="connsiteY652" fmla="*/ 1184686 h 6858000"/>
              <a:gd name="connsiteX653" fmla="*/ 6691602 w 7467600"/>
              <a:gd name="connsiteY653" fmla="*/ 1140573 h 6858000"/>
              <a:gd name="connsiteX654" fmla="*/ 4002475 w 7467600"/>
              <a:gd name="connsiteY654" fmla="*/ 1037802 h 6858000"/>
              <a:gd name="connsiteX655" fmla="*/ 4000324 w 7467600"/>
              <a:gd name="connsiteY655" fmla="*/ 1039362 h 6858000"/>
              <a:gd name="connsiteX656" fmla="*/ 4002862 w 7467600"/>
              <a:gd name="connsiteY656" fmla="*/ 1042866 h 6858000"/>
              <a:gd name="connsiteX657" fmla="*/ 4002475 w 7467600"/>
              <a:gd name="connsiteY657" fmla="*/ 1037802 h 6858000"/>
              <a:gd name="connsiteX658" fmla="*/ 506322 w 7467600"/>
              <a:gd name="connsiteY658" fmla="*/ 1020997 h 6858000"/>
              <a:gd name="connsiteX659" fmla="*/ 533068 w 7467600"/>
              <a:gd name="connsiteY659" fmla="*/ 1029409 h 6858000"/>
              <a:gd name="connsiteX660" fmla="*/ 1232525 w 7467600"/>
              <a:gd name="connsiteY660" fmla="*/ 1804675 h 6858000"/>
              <a:gd name="connsiteX661" fmla="*/ 1388858 w 7467600"/>
              <a:gd name="connsiteY661" fmla="*/ 2368011 h 6858000"/>
              <a:gd name="connsiteX662" fmla="*/ 1384098 w 7467600"/>
              <a:gd name="connsiteY662" fmla="*/ 2378125 h 6858000"/>
              <a:gd name="connsiteX663" fmla="*/ 1425393 w 7467600"/>
              <a:gd name="connsiteY663" fmla="*/ 2589124 h 6858000"/>
              <a:gd name="connsiteX664" fmla="*/ 1424001 w 7467600"/>
              <a:gd name="connsiteY664" fmla="*/ 2597541 h 6858000"/>
              <a:gd name="connsiteX665" fmla="*/ 2152729 w 7467600"/>
              <a:gd name="connsiteY665" fmla="*/ 2864487 h 6858000"/>
              <a:gd name="connsiteX666" fmla="*/ 2020609 w 7467600"/>
              <a:gd name="connsiteY666" fmla="*/ 2539671 h 6858000"/>
              <a:gd name="connsiteX667" fmla="*/ 2018920 w 7467600"/>
              <a:gd name="connsiteY667" fmla="*/ 2536309 h 6858000"/>
              <a:gd name="connsiteX668" fmla="*/ 1342441 w 7467600"/>
              <a:gd name="connsiteY668" fmla="*/ 1173017 h 6858000"/>
              <a:gd name="connsiteX669" fmla="*/ 1367925 w 7467600"/>
              <a:gd name="connsiteY669" fmla="*/ 1135648 h 6858000"/>
              <a:gd name="connsiteX670" fmla="*/ 1771401 w 7467600"/>
              <a:gd name="connsiteY670" fmla="*/ 1806673 h 6858000"/>
              <a:gd name="connsiteX671" fmla="*/ 1972385 w 7467600"/>
              <a:gd name="connsiteY671" fmla="*/ 2198735 h 6858000"/>
              <a:gd name="connsiteX672" fmla="*/ 2040892 w 7467600"/>
              <a:gd name="connsiteY672" fmla="*/ 2405205 h 6858000"/>
              <a:gd name="connsiteX673" fmla="*/ 2131689 w 7467600"/>
              <a:gd name="connsiteY673" fmla="*/ 1936926 h 6858000"/>
              <a:gd name="connsiteX674" fmla="*/ 2454820 w 7467600"/>
              <a:gd name="connsiteY674" fmla="*/ 1248808 h 6858000"/>
              <a:gd name="connsiteX675" fmla="*/ 2492512 w 7467600"/>
              <a:gd name="connsiteY675" fmla="*/ 1302920 h 6858000"/>
              <a:gd name="connsiteX676" fmla="*/ 2081216 w 7467600"/>
              <a:gd name="connsiteY676" fmla="*/ 2527513 h 6858000"/>
              <a:gd name="connsiteX677" fmla="*/ 2081211 w 7467600"/>
              <a:gd name="connsiteY677" fmla="*/ 2528916 h 6858000"/>
              <a:gd name="connsiteX678" fmla="*/ 2199067 w 7467600"/>
              <a:gd name="connsiteY678" fmla="*/ 2884061 h 6858000"/>
              <a:gd name="connsiteX679" fmla="*/ 3192586 w 7467600"/>
              <a:gd name="connsiteY679" fmla="*/ 3411496 h 6858000"/>
              <a:gd name="connsiteX680" fmla="*/ 3182620 w 7467600"/>
              <a:gd name="connsiteY680" fmla="*/ 3483279 h 6858000"/>
              <a:gd name="connsiteX681" fmla="*/ 2435119 w 7467600"/>
              <a:gd name="connsiteY681" fmla="*/ 3080173 h 6858000"/>
              <a:gd name="connsiteX682" fmla="*/ 2410152 w 7467600"/>
              <a:gd name="connsiteY682" fmla="*/ 3063751 h 6858000"/>
              <a:gd name="connsiteX683" fmla="*/ 2408099 w 7467600"/>
              <a:gd name="connsiteY683" fmla="*/ 3064403 h 6858000"/>
              <a:gd name="connsiteX684" fmla="*/ 2407218 w 7467600"/>
              <a:gd name="connsiteY684" fmla="*/ 3070324 h 6858000"/>
              <a:gd name="connsiteX685" fmla="*/ 2380138 w 7467600"/>
              <a:gd name="connsiteY685" fmla="*/ 3099341 h 6858000"/>
              <a:gd name="connsiteX686" fmla="*/ 1765923 w 7467600"/>
              <a:gd name="connsiteY686" fmla="*/ 3581043 h 6858000"/>
              <a:gd name="connsiteX687" fmla="*/ 1702258 w 7467600"/>
              <a:gd name="connsiteY687" fmla="*/ 3612286 h 6858000"/>
              <a:gd name="connsiteX688" fmla="*/ 1538370 w 7467600"/>
              <a:gd name="connsiteY688" fmla="*/ 3811804 h 6858000"/>
              <a:gd name="connsiteX689" fmla="*/ 542867 w 7467600"/>
              <a:gd name="connsiteY689" fmla="*/ 4944092 h 6858000"/>
              <a:gd name="connsiteX690" fmla="*/ 515800 w 7467600"/>
              <a:gd name="connsiteY690" fmla="*/ 4862180 h 6858000"/>
              <a:gd name="connsiteX691" fmla="*/ 909145 w 7467600"/>
              <a:gd name="connsiteY691" fmla="*/ 4199225 h 6858000"/>
              <a:gd name="connsiteX692" fmla="*/ 1214067 w 7467600"/>
              <a:gd name="connsiteY692" fmla="*/ 3908561 h 6858000"/>
              <a:gd name="connsiteX693" fmla="*/ 640967 w 7467600"/>
              <a:gd name="connsiteY693" fmla="*/ 4105601 h 6858000"/>
              <a:gd name="connsiteX694" fmla="*/ 112563 w 7467600"/>
              <a:gd name="connsiteY694" fmla="*/ 4396952 h 6858000"/>
              <a:gd name="connsiteX695" fmla="*/ 0 w 7467600"/>
              <a:gd name="connsiteY695" fmla="*/ 4466006 h 6858000"/>
              <a:gd name="connsiteX696" fmla="*/ 0 w 7467600"/>
              <a:gd name="connsiteY696" fmla="*/ 4233763 h 6858000"/>
              <a:gd name="connsiteX697" fmla="*/ 36881 w 7467600"/>
              <a:gd name="connsiteY697" fmla="*/ 4200118 h 6858000"/>
              <a:gd name="connsiteX698" fmla="*/ 910534 w 7467600"/>
              <a:gd name="connsiteY698" fmla="*/ 3629753 h 6858000"/>
              <a:gd name="connsiteX699" fmla="*/ 1578717 w 7467600"/>
              <a:gd name="connsiteY699" fmla="*/ 3575982 h 6858000"/>
              <a:gd name="connsiteX700" fmla="*/ 2338780 w 7467600"/>
              <a:gd name="connsiteY700" fmla="*/ 3033725 h 6858000"/>
              <a:gd name="connsiteX701" fmla="*/ 1807991 w 7467600"/>
              <a:gd name="connsiteY701" fmla="*/ 2807184 h 6858000"/>
              <a:gd name="connsiteX702" fmla="*/ 1416358 w 7467600"/>
              <a:gd name="connsiteY702" fmla="*/ 3112571 h 6858000"/>
              <a:gd name="connsiteX703" fmla="*/ 939066 w 7467600"/>
              <a:gd name="connsiteY703" fmla="*/ 3378798 h 6858000"/>
              <a:gd name="connsiteX704" fmla="*/ 115099 w 7467600"/>
              <a:gd name="connsiteY704" fmla="*/ 3607650 h 6858000"/>
              <a:gd name="connsiteX705" fmla="*/ 97284 w 7467600"/>
              <a:gd name="connsiteY705" fmla="*/ 3520393 h 6858000"/>
              <a:gd name="connsiteX706" fmla="*/ 922050 w 7467600"/>
              <a:gd name="connsiteY706" fmla="*/ 3074867 h 6858000"/>
              <a:gd name="connsiteX707" fmla="*/ 1405265 w 7467600"/>
              <a:gd name="connsiteY707" fmla="*/ 3016319 h 6858000"/>
              <a:gd name="connsiteX708" fmla="*/ 1407512 w 7467600"/>
              <a:gd name="connsiteY708" fmla="*/ 3018001 h 6858000"/>
              <a:gd name="connsiteX709" fmla="*/ 1726266 w 7467600"/>
              <a:gd name="connsiteY709" fmla="*/ 2777274 h 6858000"/>
              <a:gd name="connsiteX710" fmla="*/ 625390 w 7467600"/>
              <a:gd name="connsiteY710" fmla="*/ 2514541 h 6858000"/>
              <a:gd name="connsiteX711" fmla="*/ 619799 w 7467600"/>
              <a:gd name="connsiteY711" fmla="*/ 2527180 h 6858000"/>
              <a:gd name="connsiteX712" fmla="*/ 310030 w 7467600"/>
              <a:gd name="connsiteY712" fmla="*/ 2771818 h 6858000"/>
              <a:gd name="connsiteX713" fmla="*/ 173877 w 7467600"/>
              <a:gd name="connsiteY713" fmla="*/ 2937056 h 6858000"/>
              <a:gd name="connsiteX714" fmla="*/ 77889 w 7467600"/>
              <a:gd name="connsiteY714" fmla="*/ 3138440 h 6858000"/>
              <a:gd name="connsiteX715" fmla="*/ 0 w 7467600"/>
              <a:gd name="connsiteY715" fmla="*/ 3271395 h 6858000"/>
              <a:gd name="connsiteX716" fmla="*/ 0 w 7467600"/>
              <a:gd name="connsiteY716" fmla="*/ 3153002 h 6858000"/>
              <a:gd name="connsiteX717" fmla="*/ 2386 w 7467600"/>
              <a:gd name="connsiteY717" fmla="*/ 3149203 h 6858000"/>
              <a:gd name="connsiteX718" fmla="*/ 89753 w 7467600"/>
              <a:gd name="connsiteY718" fmla="*/ 2987702 h 6858000"/>
              <a:gd name="connsiteX719" fmla="*/ 76869 w 7467600"/>
              <a:gd name="connsiteY719" fmla="*/ 3005404 h 6858000"/>
              <a:gd name="connsiteX720" fmla="*/ 32049 w 7467600"/>
              <a:gd name="connsiteY720" fmla="*/ 3065814 h 6858000"/>
              <a:gd name="connsiteX721" fmla="*/ 0 w 7467600"/>
              <a:gd name="connsiteY721" fmla="*/ 3108744 h 6858000"/>
              <a:gd name="connsiteX722" fmla="*/ 0 w 7467600"/>
              <a:gd name="connsiteY722" fmla="*/ 3058059 h 6858000"/>
              <a:gd name="connsiteX723" fmla="*/ 7610 w 7467600"/>
              <a:gd name="connsiteY723" fmla="*/ 3047889 h 6858000"/>
              <a:gd name="connsiteX724" fmla="*/ 52419 w 7467600"/>
              <a:gd name="connsiteY724" fmla="*/ 2987479 h 6858000"/>
              <a:gd name="connsiteX725" fmla="*/ 59142 w 7467600"/>
              <a:gd name="connsiteY725" fmla="*/ 2978488 h 6858000"/>
              <a:gd name="connsiteX726" fmla="*/ 0 w 7467600"/>
              <a:gd name="connsiteY726" fmla="*/ 3015334 h 6858000"/>
              <a:gd name="connsiteX727" fmla="*/ 0 w 7467600"/>
              <a:gd name="connsiteY727" fmla="*/ 2914286 h 6858000"/>
              <a:gd name="connsiteX728" fmla="*/ 36383 w 7467600"/>
              <a:gd name="connsiteY728" fmla="*/ 2901128 h 6858000"/>
              <a:gd name="connsiteX729" fmla="*/ 156329 w 7467600"/>
              <a:gd name="connsiteY729" fmla="*/ 2840533 h 6858000"/>
              <a:gd name="connsiteX730" fmla="*/ 358355 w 7467600"/>
              <a:gd name="connsiteY730" fmla="*/ 2620471 h 6858000"/>
              <a:gd name="connsiteX731" fmla="*/ 510577 w 7467600"/>
              <a:gd name="connsiteY731" fmla="*/ 2501244 h 6858000"/>
              <a:gd name="connsiteX732" fmla="*/ 211967 w 7467600"/>
              <a:gd name="connsiteY732" fmla="*/ 2479171 h 6858000"/>
              <a:gd name="connsiteX733" fmla="*/ 0 w 7467600"/>
              <a:gd name="connsiteY733" fmla="*/ 2476398 h 6858000"/>
              <a:gd name="connsiteX734" fmla="*/ 0 w 7467600"/>
              <a:gd name="connsiteY734" fmla="*/ 2389189 h 6858000"/>
              <a:gd name="connsiteX735" fmla="*/ 103062 w 7467600"/>
              <a:gd name="connsiteY735" fmla="*/ 2389518 h 6858000"/>
              <a:gd name="connsiteX736" fmla="*/ 510734 w 7467600"/>
              <a:gd name="connsiteY736" fmla="*/ 2416201 h 6858000"/>
              <a:gd name="connsiteX737" fmla="*/ 279257 w 7467600"/>
              <a:gd name="connsiteY737" fmla="*/ 2092102 h 6858000"/>
              <a:gd name="connsiteX738" fmla="*/ 65265 w 7467600"/>
              <a:gd name="connsiteY738" fmla="*/ 2006049 h 6858000"/>
              <a:gd name="connsiteX739" fmla="*/ 0 w 7467600"/>
              <a:gd name="connsiteY739" fmla="*/ 1982532 h 6858000"/>
              <a:gd name="connsiteX740" fmla="*/ 0 w 7467600"/>
              <a:gd name="connsiteY740" fmla="*/ 1912789 h 6858000"/>
              <a:gd name="connsiteX741" fmla="*/ 97460 w 7467600"/>
              <a:gd name="connsiteY741" fmla="*/ 1953725 h 6858000"/>
              <a:gd name="connsiteX742" fmla="*/ 221272 w 7467600"/>
              <a:gd name="connsiteY742" fmla="*/ 1980766 h 6858000"/>
              <a:gd name="connsiteX743" fmla="*/ 116765 w 7467600"/>
              <a:gd name="connsiteY743" fmla="*/ 1911033 h 6858000"/>
              <a:gd name="connsiteX744" fmla="*/ 16405 w 7467600"/>
              <a:gd name="connsiteY744" fmla="*/ 1803412 h 6858000"/>
              <a:gd name="connsiteX745" fmla="*/ 0 w 7467600"/>
              <a:gd name="connsiteY745" fmla="*/ 1784777 h 6858000"/>
              <a:gd name="connsiteX746" fmla="*/ 0 w 7467600"/>
              <a:gd name="connsiteY746" fmla="*/ 1740082 h 6858000"/>
              <a:gd name="connsiteX747" fmla="*/ 39394 w 7467600"/>
              <a:gd name="connsiteY747" fmla="*/ 1784856 h 6858000"/>
              <a:gd name="connsiteX748" fmla="*/ 135813 w 7467600"/>
              <a:gd name="connsiteY748" fmla="*/ 1888838 h 6858000"/>
              <a:gd name="connsiteX749" fmla="*/ 242575 w 7467600"/>
              <a:gd name="connsiteY749" fmla="*/ 1958841 h 6858000"/>
              <a:gd name="connsiteX750" fmla="*/ 82197 w 7467600"/>
              <a:gd name="connsiteY750" fmla="*/ 1754826 h 6858000"/>
              <a:gd name="connsiteX751" fmla="*/ 0 w 7467600"/>
              <a:gd name="connsiteY751" fmla="*/ 1679650 h 6858000"/>
              <a:gd name="connsiteX752" fmla="*/ 0 w 7467600"/>
              <a:gd name="connsiteY752" fmla="*/ 1602463 h 6858000"/>
              <a:gd name="connsiteX753" fmla="*/ 84689 w 7467600"/>
              <a:gd name="connsiteY753" fmla="*/ 1677442 h 6858000"/>
              <a:gd name="connsiteX754" fmla="*/ 298437 w 7467600"/>
              <a:gd name="connsiteY754" fmla="*/ 1968019 h 6858000"/>
              <a:gd name="connsiteX755" fmla="*/ 227269 w 7467600"/>
              <a:gd name="connsiteY755" fmla="*/ 1114064 h 6858000"/>
              <a:gd name="connsiteX756" fmla="*/ 248003 w 7467600"/>
              <a:gd name="connsiteY756" fmla="*/ 1089613 h 6858000"/>
              <a:gd name="connsiteX757" fmla="*/ 427020 w 7467600"/>
              <a:gd name="connsiteY757" fmla="*/ 1619803 h 6858000"/>
              <a:gd name="connsiteX758" fmla="*/ 340345 w 7467600"/>
              <a:gd name="connsiteY758" fmla="*/ 2027739 h 6858000"/>
              <a:gd name="connsiteX759" fmla="*/ 360865 w 7467600"/>
              <a:gd name="connsiteY759" fmla="*/ 2044827 h 6858000"/>
              <a:gd name="connsiteX760" fmla="*/ 560414 w 7467600"/>
              <a:gd name="connsiteY760" fmla="*/ 2421457 h 6858000"/>
              <a:gd name="connsiteX761" fmla="*/ 1359703 w 7467600"/>
              <a:gd name="connsiteY761" fmla="*/ 2578554 h 6858000"/>
              <a:gd name="connsiteX762" fmla="*/ 1359422 w 7467600"/>
              <a:gd name="connsiteY762" fmla="*/ 2577994 h 6858000"/>
              <a:gd name="connsiteX763" fmla="*/ 828701 w 7467600"/>
              <a:gd name="connsiteY763" fmla="*/ 1839520 h 6858000"/>
              <a:gd name="connsiteX764" fmla="*/ 494427 w 7467600"/>
              <a:gd name="connsiteY764" fmla="*/ 1092333 h 6858000"/>
              <a:gd name="connsiteX765" fmla="*/ 506322 w 7467600"/>
              <a:gd name="connsiteY765" fmla="*/ 1020997 h 6858000"/>
              <a:gd name="connsiteX766" fmla="*/ 4570198 w 7467600"/>
              <a:gd name="connsiteY766" fmla="*/ 978081 h 6858000"/>
              <a:gd name="connsiteX767" fmla="*/ 4523691 w 7467600"/>
              <a:gd name="connsiteY767" fmla="*/ 1127776 h 6858000"/>
              <a:gd name="connsiteX768" fmla="*/ 4509875 w 7467600"/>
              <a:gd name="connsiteY768" fmla="*/ 1167552 h 6858000"/>
              <a:gd name="connsiteX769" fmla="*/ 4478168 w 7467600"/>
              <a:gd name="connsiteY769" fmla="*/ 1260735 h 6858000"/>
              <a:gd name="connsiteX770" fmla="*/ 4409309 w 7467600"/>
              <a:gd name="connsiteY770" fmla="*/ 1666996 h 6858000"/>
              <a:gd name="connsiteX771" fmla="*/ 4370031 w 7467600"/>
              <a:gd name="connsiteY771" fmla="*/ 1955666 h 6858000"/>
              <a:gd name="connsiteX772" fmla="*/ 4570198 w 7467600"/>
              <a:gd name="connsiteY772" fmla="*/ 978081 h 6858000"/>
              <a:gd name="connsiteX773" fmla="*/ 4557898 w 7467600"/>
              <a:gd name="connsiteY773" fmla="*/ 900011 h 6858000"/>
              <a:gd name="connsiteX774" fmla="*/ 4344840 w 7467600"/>
              <a:gd name="connsiteY774" fmla="*/ 1922038 h 6858000"/>
              <a:gd name="connsiteX775" fmla="*/ 4378710 w 7467600"/>
              <a:gd name="connsiteY775" fmla="*/ 1665516 h 6858000"/>
              <a:gd name="connsiteX776" fmla="*/ 4448798 w 7467600"/>
              <a:gd name="connsiteY776" fmla="*/ 1253024 h 6858000"/>
              <a:gd name="connsiteX777" fmla="*/ 4480315 w 7467600"/>
              <a:gd name="connsiteY777" fmla="*/ 1158454 h 6858000"/>
              <a:gd name="connsiteX778" fmla="*/ 4494133 w 7467600"/>
              <a:gd name="connsiteY778" fmla="*/ 1118676 h 6858000"/>
              <a:gd name="connsiteX779" fmla="*/ 4557898 w 7467600"/>
              <a:gd name="connsiteY779" fmla="*/ 900011 h 6858000"/>
              <a:gd name="connsiteX780" fmla="*/ 5870151 w 7467600"/>
              <a:gd name="connsiteY780" fmla="*/ 898890 h 6858000"/>
              <a:gd name="connsiteX781" fmla="*/ 5861335 w 7467600"/>
              <a:gd name="connsiteY781" fmla="*/ 899177 h 6858000"/>
              <a:gd name="connsiteX782" fmla="*/ 5843702 w 7467600"/>
              <a:gd name="connsiteY782" fmla="*/ 899748 h 6858000"/>
              <a:gd name="connsiteX783" fmla="*/ 5651107 w 7467600"/>
              <a:gd name="connsiteY783" fmla="*/ 920306 h 6858000"/>
              <a:gd name="connsiteX784" fmla="*/ 5459407 w 7467600"/>
              <a:gd name="connsiteY784" fmla="*/ 940975 h 6858000"/>
              <a:gd name="connsiteX785" fmla="*/ 5374846 w 7467600"/>
              <a:gd name="connsiteY785" fmla="*/ 941988 h 6858000"/>
              <a:gd name="connsiteX786" fmla="*/ 5256105 w 7467600"/>
              <a:gd name="connsiteY786" fmla="*/ 945632 h 6858000"/>
              <a:gd name="connsiteX787" fmla="*/ 5107071 w 7467600"/>
              <a:gd name="connsiteY787" fmla="*/ 969720 h 6858000"/>
              <a:gd name="connsiteX788" fmla="*/ 4998681 w 7467600"/>
              <a:gd name="connsiteY788" fmla="*/ 988771 h 6858000"/>
              <a:gd name="connsiteX789" fmla="*/ 5870151 w 7467600"/>
              <a:gd name="connsiteY789" fmla="*/ 898890 h 6858000"/>
              <a:gd name="connsiteX790" fmla="*/ 5504425 w 7467600"/>
              <a:gd name="connsiteY790" fmla="*/ 848067 h 6858000"/>
              <a:gd name="connsiteX791" fmla="*/ 4968849 w 7467600"/>
              <a:gd name="connsiteY791" fmla="*/ 962318 h 6858000"/>
              <a:gd name="connsiteX792" fmla="*/ 5104039 w 7467600"/>
              <a:gd name="connsiteY792" fmla="*/ 940634 h 6858000"/>
              <a:gd name="connsiteX793" fmla="*/ 5256311 w 7467600"/>
              <a:gd name="connsiteY793" fmla="*/ 916490 h 6858000"/>
              <a:gd name="connsiteX794" fmla="*/ 5377381 w 7467600"/>
              <a:gd name="connsiteY794" fmla="*/ 912671 h 6858000"/>
              <a:gd name="connsiteX795" fmla="*/ 5460148 w 7467600"/>
              <a:gd name="connsiteY795" fmla="*/ 911442 h 6858000"/>
              <a:gd name="connsiteX796" fmla="*/ 5648971 w 7467600"/>
              <a:gd name="connsiteY796" fmla="*/ 891331 h 6858000"/>
              <a:gd name="connsiteX797" fmla="*/ 5844807 w 7467600"/>
              <a:gd name="connsiteY797" fmla="*/ 870718 h 6858000"/>
              <a:gd name="connsiteX798" fmla="*/ 5862975 w 7467600"/>
              <a:gd name="connsiteY798" fmla="*/ 869756 h 6858000"/>
              <a:gd name="connsiteX799" fmla="*/ 5920887 w 7467600"/>
              <a:gd name="connsiteY799" fmla="*/ 865929 h 6858000"/>
              <a:gd name="connsiteX800" fmla="*/ 5504425 w 7467600"/>
              <a:gd name="connsiteY800" fmla="*/ 848067 h 6858000"/>
              <a:gd name="connsiteX801" fmla="*/ 3607114 w 7467600"/>
              <a:gd name="connsiteY801" fmla="*/ 467441 h 6858000"/>
              <a:gd name="connsiteX802" fmla="*/ 3296242 w 7467600"/>
              <a:gd name="connsiteY802" fmla="*/ 807991 h 6858000"/>
              <a:gd name="connsiteX803" fmla="*/ 3174674 w 7467600"/>
              <a:gd name="connsiteY803" fmla="*/ 919759 h 6858000"/>
              <a:gd name="connsiteX804" fmla="*/ 3042978 w 7467600"/>
              <a:gd name="connsiteY804" fmla="*/ 1054894 h 6858000"/>
              <a:gd name="connsiteX805" fmla="*/ 2968914 w 7467600"/>
              <a:gd name="connsiteY805" fmla="*/ 1133756 h 6858000"/>
              <a:gd name="connsiteX806" fmla="*/ 3103823 w 7467600"/>
              <a:gd name="connsiteY806" fmla="*/ 1026814 h 6858000"/>
              <a:gd name="connsiteX807" fmla="*/ 3607114 w 7467600"/>
              <a:gd name="connsiteY807" fmla="*/ 467441 h 6858000"/>
              <a:gd name="connsiteX808" fmla="*/ 3744487 w 7467600"/>
              <a:gd name="connsiteY808" fmla="*/ 383136 h 6858000"/>
              <a:gd name="connsiteX809" fmla="*/ 3970213 w 7467600"/>
              <a:gd name="connsiteY809" fmla="*/ 995559 h 6858000"/>
              <a:gd name="connsiteX810" fmla="*/ 3744487 w 7467600"/>
              <a:gd name="connsiteY810" fmla="*/ 383136 h 6858000"/>
              <a:gd name="connsiteX811" fmla="*/ 3624562 w 7467600"/>
              <a:gd name="connsiteY811" fmla="*/ 367041 h 6858000"/>
              <a:gd name="connsiteX812" fmla="*/ 3489712 w 7467600"/>
              <a:gd name="connsiteY812" fmla="*/ 485386 h 6858000"/>
              <a:gd name="connsiteX813" fmla="*/ 3182994 w 7467600"/>
              <a:gd name="connsiteY813" fmla="*/ 828265 h 6858000"/>
              <a:gd name="connsiteX814" fmla="*/ 2892114 w 7467600"/>
              <a:gd name="connsiteY814" fmla="*/ 1172635 h 6858000"/>
              <a:gd name="connsiteX815" fmla="*/ 3021459 w 7467600"/>
              <a:gd name="connsiteY815" fmla="*/ 1035385 h 6858000"/>
              <a:gd name="connsiteX816" fmla="*/ 3153873 w 7467600"/>
              <a:gd name="connsiteY816" fmla="*/ 898971 h 6858000"/>
              <a:gd name="connsiteX817" fmla="*/ 3276511 w 7467600"/>
              <a:gd name="connsiteY817" fmla="*/ 786423 h 6858000"/>
              <a:gd name="connsiteX818" fmla="*/ 3584154 w 7467600"/>
              <a:gd name="connsiteY818" fmla="*/ 448218 h 6858000"/>
              <a:gd name="connsiteX819" fmla="*/ 3624562 w 7467600"/>
              <a:gd name="connsiteY819" fmla="*/ 367041 h 6858000"/>
              <a:gd name="connsiteX820" fmla="*/ 3766672 w 7467600"/>
              <a:gd name="connsiteY820" fmla="*/ 359429 h 6858000"/>
              <a:gd name="connsiteX821" fmla="*/ 3996338 w 7467600"/>
              <a:gd name="connsiteY821" fmla="*/ 968237 h 6858000"/>
              <a:gd name="connsiteX822" fmla="*/ 3766672 w 7467600"/>
              <a:gd name="connsiteY822" fmla="*/ 359429 h 6858000"/>
              <a:gd name="connsiteX823" fmla="*/ 5805386 w 7467600"/>
              <a:gd name="connsiteY823" fmla="*/ 239240 h 6858000"/>
              <a:gd name="connsiteX824" fmla="*/ 5736947 w 7467600"/>
              <a:gd name="connsiteY824" fmla="*/ 261367 h 6858000"/>
              <a:gd name="connsiteX825" fmla="*/ 5427012 w 7467600"/>
              <a:gd name="connsiteY825" fmla="*/ 311272 h 6858000"/>
              <a:gd name="connsiteX826" fmla="*/ 5147818 w 7467600"/>
              <a:gd name="connsiteY826" fmla="*/ 322112 h 6858000"/>
              <a:gd name="connsiteX827" fmla="*/ 5060854 w 7467600"/>
              <a:gd name="connsiteY827" fmla="*/ 311882 h 6858000"/>
              <a:gd name="connsiteX828" fmla="*/ 4945989 w 7467600"/>
              <a:gd name="connsiteY828" fmla="*/ 300516 h 6858000"/>
              <a:gd name="connsiteX829" fmla="*/ 5410479 w 7467600"/>
              <a:gd name="connsiteY829" fmla="*/ 348434 h 6858000"/>
              <a:gd name="connsiteX830" fmla="*/ 5805386 w 7467600"/>
              <a:gd name="connsiteY830" fmla="*/ 239240 h 6858000"/>
              <a:gd name="connsiteX831" fmla="*/ 5905192 w 7467600"/>
              <a:gd name="connsiteY831" fmla="*/ 163079 h 6858000"/>
              <a:gd name="connsiteX832" fmla="*/ 5865655 w 7467600"/>
              <a:gd name="connsiteY832" fmla="*/ 171901 h 6858000"/>
              <a:gd name="connsiteX833" fmla="*/ 5259740 w 7467600"/>
              <a:gd name="connsiteY833" fmla="*/ 257013 h 6858000"/>
              <a:gd name="connsiteX834" fmla="*/ 5208466 w 7467600"/>
              <a:gd name="connsiteY834" fmla="*/ 257550 h 6858000"/>
              <a:gd name="connsiteX835" fmla="*/ 4980204 w 7467600"/>
              <a:gd name="connsiteY835" fmla="*/ 271903 h 6858000"/>
              <a:gd name="connsiteX836" fmla="*/ 5068068 w 7467600"/>
              <a:gd name="connsiteY836" fmla="*/ 282244 h 6858000"/>
              <a:gd name="connsiteX837" fmla="*/ 5153231 w 7467600"/>
              <a:gd name="connsiteY837" fmla="*/ 292240 h 6858000"/>
              <a:gd name="connsiteX838" fmla="*/ 5426491 w 7467600"/>
              <a:gd name="connsiteY838" fmla="*/ 281128 h 6858000"/>
              <a:gd name="connsiteX839" fmla="*/ 5731212 w 7467600"/>
              <a:gd name="connsiteY839" fmla="*/ 231951 h 6858000"/>
              <a:gd name="connsiteX840" fmla="*/ 5905192 w 7467600"/>
              <a:gd name="connsiteY840" fmla="*/ 163079 h 6858000"/>
              <a:gd name="connsiteX841" fmla="*/ 5944437 w 7467600"/>
              <a:gd name="connsiteY841" fmla="*/ 113829 h 6858000"/>
              <a:gd name="connsiteX842" fmla="*/ 5825032 w 7467600"/>
              <a:gd name="connsiteY842" fmla="*/ 146405 h 6858000"/>
              <a:gd name="connsiteX843" fmla="*/ 4955599 w 7467600"/>
              <a:gd name="connsiteY843" fmla="*/ 247008 h 6858000"/>
              <a:gd name="connsiteX844" fmla="*/ 5210104 w 7467600"/>
              <a:gd name="connsiteY844" fmla="*/ 228123 h 6858000"/>
              <a:gd name="connsiteX845" fmla="*/ 5261015 w 7467600"/>
              <a:gd name="connsiteY845" fmla="*/ 227087 h 6858000"/>
              <a:gd name="connsiteX846" fmla="*/ 5861181 w 7467600"/>
              <a:gd name="connsiteY846" fmla="*/ 143093 h 6858000"/>
              <a:gd name="connsiteX847" fmla="*/ 5961252 w 7467600"/>
              <a:gd name="connsiteY847" fmla="*/ 114820 h 6858000"/>
              <a:gd name="connsiteX848" fmla="*/ 5944437 w 7467600"/>
              <a:gd name="connsiteY848" fmla="*/ 113829 h 6858000"/>
              <a:gd name="connsiteX849" fmla="*/ 3882765 w 7467600"/>
              <a:gd name="connsiteY849" fmla="*/ 0 h 6858000"/>
              <a:gd name="connsiteX850" fmla="*/ 3995099 w 7467600"/>
              <a:gd name="connsiteY850" fmla="*/ 0 h 6858000"/>
              <a:gd name="connsiteX851" fmla="*/ 4163818 w 7467600"/>
              <a:gd name="connsiteY851" fmla="*/ 234104 h 6858000"/>
              <a:gd name="connsiteX852" fmla="*/ 4172099 w 7467600"/>
              <a:gd name="connsiteY852" fmla="*/ 234207 h 6858000"/>
              <a:gd name="connsiteX853" fmla="*/ 4784282 w 7467600"/>
              <a:gd name="connsiteY853" fmla="*/ 276561 h 6858000"/>
              <a:gd name="connsiteX854" fmla="*/ 4801687 w 7467600"/>
              <a:gd name="connsiteY854" fmla="*/ 267764 h 6858000"/>
              <a:gd name="connsiteX855" fmla="*/ 6082788 w 7467600"/>
              <a:gd name="connsiteY855" fmla="*/ 64119 h 6858000"/>
              <a:gd name="connsiteX856" fmla="*/ 6099442 w 7467600"/>
              <a:gd name="connsiteY856" fmla="*/ 82568 h 6858000"/>
              <a:gd name="connsiteX857" fmla="*/ 4804137 w 7467600"/>
              <a:gd name="connsiteY857" fmla="*/ 320931 h 6858000"/>
              <a:gd name="connsiteX858" fmla="*/ 4227047 w 7467600"/>
              <a:gd name="connsiteY858" fmla="*/ 313415 h 6858000"/>
              <a:gd name="connsiteX859" fmla="*/ 4346041 w 7467600"/>
              <a:gd name="connsiteY859" fmla="*/ 456086 h 6858000"/>
              <a:gd name="connsiteX860" fmla="*/ 4870967 w 7467600"/>
              <a:gd name="connsiteY860" fmla="*/ 963061 h 6858000"/>
              <a:gd name="connsiteX861" fmla="*/ 4889647 w 7467600"/>
              <a:gd name="connsiteY861" fmla="*/ 957147 h 6858000"/>
              <a:gd name="connsiteX862" fmla="*/ 5422504 w 7467600"/>
              <a:gd name="connsiteY862" fmla="*/ 805191 h 6858000"/>
              <a:gd name="connsiteX863" fmla="*/ 6087656 w 7467600"/>
              <a:gd name="connsiteY863" fmla="*/ 826703 h 6858000"/>
              <a:gd name="connsiteX864" fmla="*/ 6058717 w 7467600"/>
              <a:gd name="connsiteY864" fmla="*/ 865992 h 6858000"/>
              <a:gd name="connsiteX865" fmla="*/ 4974153 w 7467600"/>
              <a:gd name="connsiteY865" fmla="*/ 1045456 h 6858000"/>
              <a:gd name="connsiteX866" fmla="*/ 5627835 w 7467600"/>
              <a:gd name="connsiteY866" fmla="*/ 1472077 h 6858000"/>
              <a:gd name="connsiteX867" fmla="*/ 5629817 w 7467600"/>
              <a:gd name="connsiteY867" fmla="*/ 1471412 h 6858000"/>
              <a:gd name="connsiteX868" fmla="*/ 5634124 w 7467600"/>
              <a:gd name="connsiteY868" fmla="*/ 1470572 h 6858000"/>
              <a:gd name="connsiteX869" fmla="*/ 5755832 w 7467600"/>
              <a:gd name="connsiteY869" fmla="*/ 1383886 h 6858000"/>
              <a:gd name="connsiteX870" fmla="*/ 6014186 w 7467600"/>
              <a:gd name="connsiteY870" fmla="*/ 1279799 h 6858000"/>
              <a:gd name="connsiteX871" fmla="*/ 6901619 w 7467600"/>
              <a:gd name="connsiteY871" fmla="*/ 1047874 h 6858000"/>
              <a:gd name="connsiteX872" fmla="*/ 6931566 w 7467600"/>
              <a:gd name="connsiteY872" fmla="*/ 1062034 h 6858000"/>
              <a:gd name="connsiteX873" fmla="*/ 5790982 w 7467600"/>
              <a:gd name="connsiteY873" fmla="*/ 1561380 h 6858000"/>
              <a:gd name="connsiteX874" fmla="*/ 6188971 w 7467600"/>
              <a:gd name="connsiteY874" fmla="*/ 1755168 h 6858000"/>
              <a:gd name="connsiteX875" fmla="*/ 6202446 w 7467600"/>
              <a:gd name="connsiteY875" fmla="*/ 1752268 h 6858000"/>
              <a:gd name="connsiteX876" fmla="*/ 7179560 w 7467600"/>
              <a:gd name="connsiteY876" fmla="*/ 1467551 h 6858000"/>
              <a:gd name="connsiteX877" fmla="*/ 7158730 w 7467600"/>
              <a:gd name="connsiteY877" fmla="*/ 1507835 h 6858000"/>
              <a:gd name="connsiteX878" fmla="*/ 6326959 w 7467600"/>
              <a:gd name="connsiteY878" fmla="*/ 1817686 h 6858000"/>
              <a:gd name="connsiteX879" fmla="*/ 6537433 w 7467600"/>
              <a:gd name="connsiteY879" fmla="*/ 1907790 h 6858000"/>
              <a:gd name="connsiteX880" fmla="*/ 6550221 w 7467600"/>
              <a:gd name="connsiteY880" fmla="*/ 1910729 h 6858000"/>
              <a:gd name="connsiteX881" fmla="*/ 6964438 w 7467600"/>
              <a:gd name="connsiteY881" fmla="*/ 2209505 h 6858000"/>
              <a:gd name="connsiteX882" fmla="*/ 7367862 w 7467600"/>
              <a:gd name="connsiteY882" fmla="*/ 2806833 h 6858000"/>
              <a:gd name="connsiteX883" fmla="*/ 7364329 w 7467600"/>
              <a:gd name="connsiteY883" fmla="*/ 2826907 h 6858000"/>
              <a:gd name="connsiteX884" fmla="*/ 7290545 w 7467600"/>
              <a:gd name="connsiteY884" fmla="*/ 2850663 h 6858000"/>
              <a:gd name="connsiteX885" fmla="*/ 6472036 w 7467600"/>
              <a:gd name="connsiteY885" fmla="*/ 1959003 h 6858000"/>
              <a:gd name="connsiteX886" fmla="*/ 5792897 w 7467600"/>
              <a:gd name="connsiteY886" fmla="*/ 1647747 h 6858000"/>
              <a:gd name="connsiteX887" fmla="*/ 5842751 w 7467600"/>
              <a:gd name="connsiteY887" fmla="*/ 1816112 h 6858000"/>
              <a:gd name="connsiteX888" fmla="*/ 5847424 w 7467600"/>
              <a:gd name="connsiteY888" fmla="*/ 1815776 h 6858000"/>
              <a:gd name="connsiteX889" fmla="*/ 6399821 w 7467600"/>
              <a:gd name="connsiteY889" fmla="*/ 2344799 h 6858000"/>
              <a:gd name="connsiteX890" fmla="*/ 6323232 w 7467600"/>
              <a:gd name="connsiteY890" fmla="*/ 2389634 h 6858000"/>
              <a:gd name="connsiteX891" fmla="*/ 5942958 w 7467600"/>
              <a:gd name="connsiteY891" fmla="*/ 2077708 h 6858000"/>
              <a:gd name="connsiteX892" fmla="*/ 5921559 w 7467600"/>
              <a:gd name="connsiteY892" fmla="*/ 2378596 h 6858000"/>
              <a:gd name="connsiteX893" fmla="*/ 5817651 w 7467600"/>
              <a:gd name="connsiteY893" fmla="*/ 3023919 h 6858000"/>
              <a:gd name="connsiteX894" fmla="*/ 5729634 w 7467600"/>
              <a:gd name="connsiteY894" fmla="*/ 3051849 h 6858000"/>
              <a:gd name="connsiteX895" fmla="*/ 5611018 w 7467600"/>
              <a:gd name="connsiteY895" fmla="*/ 2316769 h 6858000"/>
              <a:gd name="connsiteX896" fmla="*/ 5687608 w 7467600"/>
              <a:gd name="connsiteY896" fmla="*/ 2039972 h 6858000"/>
              <a:gd name="connsiteX897" fmla="*/ 5657554 w 7467600"/>
              <a:gd name="connsiteY897" fmla="*/ 1576445 h 6858000"/>
              <a:gd name="connsiteX898" fmla="*/ 5150475 w 7467600"/>
              <a:gd name="connsiteY898" fmla="*/ 1274012 h 6858000"/>
              <a:gd name="connsiteX899" fmla="*/ 5349142 w 7467600"/>
              <a:gd name="connsiteY899" fmla="*/ 2204405 h 6858000"/>
              <a:gd name="connsiteX900" fmla="*/ 5262214 w 7467600"/>
              <a:gd name="connsiteY900" fmla="*/ 2233836 h 6858000"/>
              <a:gd name="connsiteX901" fmla="*/ 4981539 w 7467600"/>
              <a:gd name="connsiteY901" fmla="*/ 1542201 h 6858000"/>
              <a:gd name="connsiteX902" fmla="*/ 4958461 w 7467600"/>
              <a:gd name="connsiteY902" fmla="*/ 1136957 h 6858000"/>
              <a:gd name="connsiteX903" fmla="*/ 4655015 w 7467600"/>
              <a:gd name="connsiteY903" fmla="*/ 891426 h 6858000"/>
              <a:gd name="connsiteX904" fmla="*/ 4348002 w 7467600"/>
              <a:gd name="connsiteY904" fmla="*/ 2205895 h 6858000"/>
              <a:gd name="connsiteX905" fmla="*/ 4262250 w 7467600"/>
              <a:gd name="connsiteY905" fmla="*/ 2219972 h 6858000"/>
              <a:gd name="connsiteX906" fmla="*/ 4550611 w 7467600"/>
              <a:gd name="connsiteY906" fmla="*/ 817540 h 6858000"/>
              <a:gd name="connsiteX907" fmla="*/ 4564418 w 7467600"/>
              <a:gd name="connsiteY907" fmla="*/ 808293 h 6858000"/>
              <a:gd name="connsiteX908" fmla="*/ 4266388 w 7467600"/>
              <a:gd name="connsiteY908" fmla="*/ 500083 h 6858000"/>
              <a:gd name="connsiteX909" fmla="*/ 4032842 w 7467600"/>
              <a:gd name="connsiteY909" fmla="*/ 211809 h 6858000"/>
              <a:gd name="connsiteX910" fmla="*/ 3882765 w 7467600"/>
              <a:gd name="connsiteY910" fmla="*/ 0 h 6858000"/>
              <a:gd name="connsiteX911" fmla="*/ 3721337 w 7467600"/>
              <a:gd name="connsiteY911" fmla="*/ 0 h 6858000"/>
              <a:gd name="connsiteX912" fmla="*/ 3797544 w 7467600"/>
              <a:gd name="connsiteY912" fmla="*/ 0 h 6858000"/>
              <a:gd name="connsiteX913" fmla="*/ 3775734 w 7467600"/>
              <a:gd name="connsiteY913" fmla="*/ 95131 h 6858000"/>
              <a:gd name="connsiteX914" fmla="*/ 3724807 w 7467600"/>
              <a:gd name="connsiteY914" fmla="*/ 272257 h 6858000"/>
              <a:gd name="connsiteX915" fmla="*/ 3726844 w 7467600"/>
              <a:gd name="connsiteY915" fmla="*/ 282988 h 6858000"/>
              <a:gd name="connsiteX916" fmla="*/ 3742664 w 7467600"/>
              <a:gd name="connsiteY916" fmla="*/ 279918 h 6858000"/>
              <a:gd name="connsiteX917" fmla="*/ 4103910 w 7467600"/>
              <a:gd name="connsiteY917" fmla="*/ 1161917 h 6858000"/>
              <a:gd name="connsiteX918" fmla="*/ 4020269 w 7467600"/>
              <a:gd name="connsiteY918" fmla="*/ 1200406 h 6858000"/>
              <a:gd name="connsiteX919" fmla="*/ 3674882 w 7467600"/>
              <a:gd name="connsiteY919" fmla="*/ 488524 h 6858000"/>
              <a:gd name="connsiteX920" fmla="*/ 3132682 w 7467600"/>
              <a:gd name="connsiteY920" fmla="*/ 1072284 h 6858000"/>
              <a:gd name="connsiteX921" fmla="*/ 2716346 w 7467600"/>
              <a:gd name="connsiteY921" fmla="*/ 1276376 h 6858000"/>
              <a:gd name="connsiteX922" fmla="*/ 2716772 w 7467600"/>
              <a:gd name="connsiteY922" fmla="*/ 1255462 h 6858000"/>
              <a:gd name="connsiteX923" fmla="*/ 3471096 w 7467600"/>
              <a:gd name="connsiteY923" fmla="*/ 437072 h 6858000"/>
              <a:gd name="connsiteX924" fmla="*/ 3639057 w 7467600"/>
              <a:gd name="connsiteY924" fmla="*/ 286334 h 6858000"/>
              <a:gd name="connsiteX925" fmla="*/ 3640309 w 7467600"/>
              <a:gd name="connsiteY925" fmla="*/ 284664 h 6858000"/>
              <a:gd name="connsiteX926" fmla="*/ 3646022 w 7467600"/>
              <a:gd name="connsiteY926" fmla="*/ 276711 h 6858000"/>
              <a:gd name="connsiteX927" fmla="*/ 3707943 w 7467600"/>
              <a:gd name="connsiteY927" fmla="*/ 65958 h 6858000"/>
              <a:gd name="connsiteX928" fmla="*/ 3721337 w 7467600"/>
              <a:gd name="connsiteY928" fmla="*/ 0 h 6858000"/>
              <a:gd name="connsiteX929" fmla="*/ 2867960 w 7467600"/>
              <a:gd name="connsiteY929" fmla="*/ 0 h 6858000"/>
              <a:gd name="connsiteX930" fmla="*/ 2926351 w 7467600"/>
              <a:gd name="connsiteY930" fmla="*/ 0 h 6858000"/>
              <a:gd name="connsiteX931" fmla="*/ 2902823 w 7467600"/>
              <a:gd name="connsiteY931" fmla="*/ 262929 h 6858000"/>
              <a:gd name="connsiteX932" fmla="*/ 2940663 w 7467600"/>
              <a:gd name="connsiteY932" fmla="*/ 140884 h 6858000"/>
              <a:gd name="connsiteX933" fmla="*/ 2947039 w 7467600"/>
              <a:gd name="connsiteY933" fmla="*/ 122524 h 6858000"/>
              <a:gd name="connsiteX934" fmla="*/ 2984316 w 7467600"/>
              <a:gd name="connsiteY934" fmla="*/ 0 h 6858000"/>
              <a:gd name="connsiteX935" fmla="*/ 3016114 w 7467600"/>
              <a:gd name="connsiteY935" fmla="*/ 0 h 6858000"/>
              <a:gd name="connsiteX936" fmla="*/ 2979949 w 7467600"/>
              <a:gd name="connsiteY936" fmla="*/ 119274 h 6858000"/>
              <a:gd name="connsiteX937" fmla="*/ 3023879 w 7467600"/>
              <a:gd name="connsiteY937" fmla="*/ 0 h 6858000"/>
              <a:gd name="connsiteX938" fmla="*/ 3105400 w 7467600"/>
              <a:gd name="connsiteY938" fmla="*/ 0 h 6858000"/>
              <a:gd name="connsiteX939" fmla="*/ 3094669 w 7467600"/>
              <a:gd name="connsiteY939" fmla="*/ 30308 h 6858000"/>
              <a:gd name="connsiteX940" fmla="*/ 2901945 w 7467600"/>
              <a:gd name="connsiteY940" fmla="*/ 466538 h 6858000"/>
              <a:gd name="connsiteX941" fmla="*/ 2815209 w 7467600"/>
              <a:gd name="connsiteY941" fmla="*/ 497361 h 6858000"/>
              <a:gd name="connsiteX942" fmla="*/ 2844845 w 7467600"/>
              <a:gd name="connsiteY942" fmla="*/ 127638 h 6858000"/>
              <a:gd name="connsiteX943" fmla="*/ 2867960 w 7467600"/>
              <a:gd name="connsiteY943" fmla="*/ 0 h 6858000"/>
              <a:gd name="connsiteX944" fmla="*/ 1057230 w 7467600"/>
              <a:gd name="connsiteY944" fmla="*/ 0 h 6858000"/>
              <a:gd name="connsiteX945" fmla="*/ 1111003 w 7467600"/>
              <a:gd name="connsiteY945" fmla="*/ 0 h 6858000"/>
              <a:gd name="connsiteX946" fmla="*/ 1125553 w 7467600"/>
              <a:gd name="connsiteY946" fmla="*/ 52588 h 6858000"/>
              <a:gd name="connsiteX947" fmla="*/ 1304276 w 7467600"/>
              <a:gd name="connsiteY947" fmla="*/ 476275 h 6858000"/>
              <a:gd name="connsiteX948" fmla="*/ 1492066 w 7467600"/>
              <a:gd name="connsiteY948" fmla="*/ 886333 h 6858000"/>
              <a:gd name="connsiteX949" fmla="*/ 1423698 w 7467600"/>
              <a:gd name="connsiteY949" fmla="*/ 710817 h 6858000"/>
              <a:gd name="connsiteX950" fmla="*/ 1357609 w 7467600"/>
              <a:gd name="connsiteY950" fmla="*/ 532892 h 6858000"/>
              <a:gd name="connsiteX951" fmla="*/ 1309550 w 7467600"/>
              <a:gd name="connsiteY951" fmla="*/ 374031 h 6858000"/>
              <a:gd name="connsiteX952" fmla="*/ 1193673 w 7467600"/>
              <a:gd name="connsiteY952" fmla="*/ 49533 h 6858000"/>
              <a:gd name="connsiteX953" fmla="*/ 1164391 w 7467600"/>
              <a:gd name="connsiteY953" fmla="*/ 0 h 6858000"/>
              <a:gd name="connsiteX954" fmla="*/ 1200666 w 7467600"/>
              <a:gd name="connsiteY954" fmla="*/ 0 h 6858000"/>
              <a:gd name="connsiteX955" fmla="*/ 1223408 w 7467600"/>
              <a:gd name="connsiteY955" fmla="*/ 38996 h 6858000"/>
              <a:gd name="connsiteX956" fmla="*/ 1339635 w 7467600"/>
              <a:gd name="connsiteY956" fmla="*/ 365517 h 6858000"/>
              <a:gd name="connsiteX957" fmla="*/ 1387469 w 7467600"/>
              <a:gd name="connsiteY957" fmla="*/ 523079 h 6858000"/>
              <a:gd name="connsiteX958" fmla="*/ 1452685 w 7467600"/>
              <a:gd name="connsiteY958" fmla="*/ 699806 h 6858000"/>
              <a:gd name="connsiteX959" fmla="*/ 1492092 w 7467600"/>
              <a:gd name="connsiteY959" fmla="*/ 800424 h 6858000"/>
              <a:gd name="connsiteX960" fmla="*/ 1455302 w 7467600"/>
              <a:gd name="connsiteY960" fmla="*/ 632913 h 6858000"/>
              <a:gd name="connsiteX961" fmla="*/ 1222336 w 7467600"/>
              <a:gd name="connsiteY961" fmla="*/ 9480 h 6858000"/>
              <a:gd name="connsiteX962" fmla="*/ 1214634 w 7467600"/>
              <a:gd name="connsiteY962" fmla="*/ 0 h 6858000"/>
              <a:gd name="connsiteX963" fmla="*/ 1289827 w 7467600"/>
              <a:gd name="connsiteY963" fmla="*/ 0 h 6858000"/>
              <a:gd name="connsiteX964" fmla="*/ 1321076 w 7467600"/>
              <a:gd name="connsiteY964" fmla="*/ 59722 h 6858000"/>
              <a:gd name="connsiteX965" fmla="*/ 1512579 w 7467600"/>
              <a:gd name="connsiteY965" fmla="*/ 626441 h 6858000"/>
              <a:gd name="connsiteX966" fmla="*/ 1506076 w 7467600"/>
              <a:gd name="connsiteY966" fmla="*/ 1089289 h 6858000"/>
              <a:gd name="connsiteX967" fmla="*/ 1486346 w 7467600"/>
              <a:gd name="connsiteY967" fmla="*/ 1079919 h 6858000"/>
              <a:gd name="connsiteX968" fmla="*/ 1070511 w 7467600"/>
              <a:gd name="connsiteY968" fmla="*/ 48609 h 6858000"/>
              <a:gd name="connsiteX969" fmla="*/ 1057230 w 7467600"/>
              <a:gd name="connsiteY969" fmla="*/ 0 h 6858000"/>
              <a:gd name="connsiteX970" fmla="*/ 43151 w 7467600"/>
              <a:gd name="connsiteY970" fmla="*/ 0 h 6858000"/>
              <a:gd name="connsiteX971" fmla="*/ 95283 w 7467600"/>
              <a:gd name="connsiteY971" fmla="*/ 0 h 6858000"/>
              <a:gd name="connsiteX972" fmla="*/ 300708 w 7467600"/>
              <a:gd name="connsiteY972" fmla="*/ 154571 h 6858000"/>
              <a:gd name="connsiteX973" fmla="*/ 530414 w 7467600"/>
              <a:gd name="connsiteY973" fmla="*/ 354673 h 6858000"/>
              <a:gd name="connsiteX974" fmla="*/ 333785 w 7467600"/>
              <a:gd name="connsiteY974" fmla="*/ 161564 h 6858000"/>
              <a:gd name="connsiteX975" fmla="*/ 147005 w 7467600"/>
              <a:gd name="connsiteY975" fmla="*/ 0 h 6858000"/>
              <a:gd name="connsiteX976" fmla="*/ 272509 w 7467600"/>
              <a:gd name="connsiteY976" fmla="*/ 0 h 6858000"/>
              <a:gd name="connsiteX977" fmla="*/ 326276 w 7467600"/>
              <a:gd name="connsiteY977" fmla="*/ 45847 h 6858000"/>
              <a:gd name="connsiteX978" fmla="*/ 823759 w 7467600"/>
              <a:gd name="connsiteY978" fmla="*/ 574145 h 6858000"/>
              <a:gd name="connsiteX979" fmla="*/ 811254 w 7467600"/>
              <a:gd name="connsiteY979" fmla="*/ 665546 h 6858000"/>
              <a:gd name="connsiteX980" fmla="*/ 154042 w 7467600"/>
              <a:gd name="connsiteY980" fmla="*/ 261522 h 6858000"/>
              <a:gd name="connsiteX981" fmla="*/ 13550 w 7467600"/>
              <a:gd name="connsiteY981" fmla="*/ 158423 h 6858000"/>
              <a:gd name="connsiteX982" fmla="*/ 0 w 7467600"/>
              <a:gd name="connsiteY982" fmla="*/ 146618 h 6858000"/>
              <a:gd name="connsiteX983" fmla="*/ 0 w 7467600"/>
              <a:gd name="connsiteY983" fmla="*/ 59161 h 6858000"/>
              <a:gd name="connsiteX984" fmla="*/ 45427 w 7467600"/>
              <a:gd name="connsiteY984" fmla="*/ 101078 h 6858000"/>
              <a:gd name="connsiteX985" fmla="*/ 630103 w 7467600"/>
              <a:gd name="connsiteY985" fmla="*/ 485885 h 6858000"/>
              <a:gd name="connsiteX986" fmla="*/ 532040 w 7467600"/>
              <a:gd name="connsiteY986" fmla="*/ 399359 h 6858000"/>
              <a:gd name="connsiteX987" fmla="*/ 517618 w 7467600"/>
              <a:gd name="connsiteY987" fmla="*/ 385726 h 6858000"/>
              <a:gd name="connsiteX988" fmla="*/ 285074 w 7467600"/>
              <a:gd name="connsiteY988" fmla="*/ 182755 h 6858000"/>
              <a:gd name="connsiteX989" fmla="*/ 43151 w 7467600"/>
              <a:gd name="connsiteY98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312201 w 7467600"/>
              <a:gd name="connsiteY132" fmla="*/ 5128278 h 6858000"/>
              <a:gd name="connsiteX133" fmla="*/ 1903353 w 7467600"/>
              <a:gd name="connsiteY133" fmla="*/ 5044827 h 6858000"/>
              <a:gd name="connsiteX134" fmla="*/ 1936931 w 7467600"/>
              <a:gd name="connsiteY134" fmla="*/ 5093954 h 6858000"/>
              <a:gd name="connsiteX135" fmla="*/ 2195868 w 7467600"/>
              <a:gd name="connsiteY135" fmla="*/ 5396574 h 6858000"/>
              <a:gd name="connsiteX136" fmla="*/ 2088852 w 7467600"/>
              <a:gd name="connsiteY136" fmla="*/ 5166123 h 6858000"/>
              <a:gd name="connsiteX137" fmla="*/ 1958241 w 7467600"/>
              <a:gd name="connsiteY137" fmla="*/ 5067955 h 6858000"/>
              <a:gd name="connsiteX138" fmla="*/ 1903353 w 7467600"/>
              <a:gd name="connsiteY138" fmla="*/ 5044827 h 6858000"/>
              <a:gd name="connsiteX139" fmla="*/ 1979378 w 7467600"/>
              <a:gd name="connsiteY139" fmla="*/ 4769504 h 6858000"/>
              <a:gd name="connsiteX140" fmla="*/ 2882120 w 7467600"/>
              <a:gd name="connsiteY140" fmla="*/ 5064547 h 6858000"/>
              <a:gd name="connsiteX141" fmla="*/ 2793103 w 7467600"/>
              <a:gd name="connsiteY141" fmla="*/ 5039699 h 6858000"/>
              <a:gd name="connsiteX142" fmla="*/ 2770041 w 7467600"/>
              <a:gd name="connsiteY142" fmla="*/ 5033634 h 6858000"/>
              <a:gd name="connsiteX143" fmla="*/ 1979378 w 7467600"/>
              <a:gd name="connsiteY143" fmla="*/ 4769504 h 6858000"/>
              <a:gd name="connsiteX144" fmla="*/ 1927410 w 7467600"/>
              <a:gd name="connsiteY144" fmla="*/ 4716164 h 6858000"/>
              <a:gd name="connsiteX145" fmla="*/ 1959587 w 7467600"/>
              <a:gd name="connsiteY145" fmla="*/ 4728849 h 6858000"/>
              <a:gd name="connsiteX146" fmla="*/ 2777707 w 7467600"/>
              <a:gd name="connsiteY146" fmla="*/ 5003991 h 6858000"/>
              <a:gd name="connsiteX147" fmla="*/ 2800768 w 7467600"/>
              <a:gd name="connsiteY147" fmla="*/ 5010056 h 6858000"/>
              <a:gd name="connsiteX148" fmla="*/ 2879408 w 7467600"/>
              <a:gd name="connsiteY148" fmla="*/ 5031590 h 6858000"/>
              <a:gd name="connsiteX149" fmla="*/ 2862295 w 7467600"/>
              <a:gd name="connsiteY149" fmla="*/ 5022958 h 6858000"/>
              <a:gd name="connsiteX150" fmla="*/ 2813343 w 7467600"/>
              <a:gd name="connsiteY150" fmla="*/ 4998369 h 6858000"/>
              <a:gd name="connsiteX151" fmla="*/ 2646245 w 7467600"/>
              <a:gd name="connsiteY151" fmla="*/ 4930999 h 6858000"/>
              <a:gd name="connsiteX152" fmla="*/ 1999243 w 7467600"/>
              <a:gd name="connsiteY152" fmla="*/ 4730524 h 6858000"/>
              <a:gd name="connsiteX153" fmla="*/ 1979527 w 7467600"/>
              <a:gd name="connsiteY153" fmla="*/ 4726651 h 6858000"/>
              <a:gd name="connsiteX154" fmla="*/ 1927410 w 7467600"/>
              <a:gd name="connsiteY154" fmla="*/ 4716164 h 6858000"/>
              <a:gd name="connsiteX155" fmla="*/ 1997014 w 7467600"/>
              <a:gd name="connsiteY155" fmla="*/ 4698007 h 6858000"/>
              <a:gd name="connsiteX156" fmla="*/ 2005458 w 7467600"/>
              <a:gd name="connsiteY156" fmla="*/ 4699540 h 6858000"/>
              <a:gd name="connsiteX157" fmla="*/ 2657186 w 7467600"/>
              <a:gd name="connsiteY157" fmla="*/ 4901687 h 6858000"/>
              <a:gd name="connsiteX158" fmla="*/ 2826662 w 7467600"/>
              <a:gd name="connsiteY158" fmla="*/ 4970362 h 6858000"/>
              <a:gd name="connsiteX159" fmla="*/ 2876100 w 7467600"/>
              <a:gd name="connsiteY159" fmla="*/ 4995397 h 6858000"/>
              <a:gd name="connsiteX160" fmla="*/ 3042600 w 7467600"/>
              <a:gd name="connsiteY160" fmla="*/ 5059532 h 6858000"/>
              <a:gd name="connsiteX161" fmla="*/ 1997014 w 7467600"/>
              <a:gd name="connsiteY161" fmla="*/ 4698007 h 6858000"/>
              <a:gd name="connsiteX162" fmla="*/ 2305292 w 7467600"/>
              <a:gd name="connsiteY162" fmla="*/ 4219492 h 6858000"/>
              <a:gd name="connsiteX163" fmla="*/ 3360922 w 7467600"/>
              <a:gd name="connsiteY163" fmla="*/ 4529373 h 6858000"/>
              <a:gd name="connsiteX164" fmla="*/ 3492420 w 7467600"/>
              <a:gd name="connsiteY164" fmla="*/ 4510145 h 6858000"/>
              <a:gd name="connsiteX165" fmla="*/ 3364086 w 7467600"/>
              <a:gd name="connsiteY165" fmla="*/ 4480340 h 6858000"/>
              <a:gd name="connsiteX166" fmla="*/ 3225818 w 7467600"/>
              <a:gd name="connsiteY166" fmla="*/ 4411822 h 6858000"/>
              <a:gd name="connsiteX167" fmla="*/ 3129696 w 7467600"/>
              <a:gd name="connsiteY167" fmla="*/ 4360704 h 6858000"/>
              <a:gd name="connsiteX168" fmla="*/ 2814545 w 7467600"/>
              <a:gd name="connsiteY168" fmla="*/ 4282955 h 6858000"/>
              <a:gd name="connsiteX169" fmla="*/ 2305292 w 7467600"/>
              <a:gd name="connsiteY169" fmla="*/ 4219492 h 6858000"/>
              <a:gd name="connsiteX170" fmla="*/ 2626982 w 7467600"/>
              <a:gd name="connsiteY170" fmla="*/ 4206450 h 6858000"/>
              <a:gd name="connsiteX171" fmla="*/ 2490617 w 7467600"/>
              <a:gd name="connsiteY171" fmla="*/ 4206951 h 6858000"/>
              <a:gd name="connsiteX172" fmla="*/ 2819869 w 7467600"/>
              <a:gd name="connsiteY172" fmla="*/ 4252936 h 6858000"/>
              <a:gd name="connsiteX173" fmla="*/ 3143018 w 7467600"/>
              <a:gd name="connsiteY173" fmla="*/ 4332698 h 6858000"/>
              <a:gd name="connsiteX174" fmla="*/ 3241520 w 7467600"/>
              <a:gd name="connsiteY174" fmla="*/ 4385112 h 6858000"/>
              <a:gd name="connsiteX175" fmla="*/ 3374575 w 7467600"/>
              <a:gd name="connsiteY175" fmla="*/ 4451517 h 6858000"/>
              <a:gd name="connsiteX176" fmla="*/ 3505221 w 7467600"/>
              <a:gd name="connsiteY176" fmla="*/ 4480757 h 6858000"/>
              <a:gd name="connsiteX177" fmla="*/ 2626982 w 7467600"/>
              <a:gd name="connsiteY177" fmla="*/ 4206450 h 6858000"/>
              <a:gd name="connsiteX178" fmla="*/ 1310106 w 7467600"/>
              <a:gd name="connsiteY178" fmla="*/ 3943217 h 6858000"/>
              <a:gd name="connsiteX179" fmla="*/ 854994 w 7467600"/>
              <a:gd name="connsiteY179" fmla="*/ 4399136 h 6858000"/>
              <a:gd name="connsiteX180" fmla="*/ 742462 w 7467600"/>
              <a:gd name="connsiteY180" fmla="*/ 4594648 h 6858000"/>
              <a:gd name="connsiteX181" fmla="*/ 820602 w 7467600"/>
              <a:gd name="connsiteY181" fmla="*/ 4485915 h 6858000"/>
              <a:gd name="connsiteX182" fmla="*/ 878295 w 7467600"/>
              <a:gd name="connsiteY182" fmla="*/ 4403594 h 6858000"/>
              <a:gd name="connsiteX183" fmla="*/ 1240607 w 7467600"/>
              <a:gd name="connsiteY183" fmla="*/ 4010401 h 6858000"/>
              <a:gd name="connsiteX184" fmla="*/ 1310106 w 7467600"/>
              <a:gd name="connsiteY184" fmla="*/ 3943217 h 6858000"/>
              <a:gd name="connsiteX185" fmla="*/ 1423113 w 7467600"/>
              <a:gd name="connsiteY185" fmla="*/ 3874565 h 6858000"/>
              <a:gd name="connsiteX186" fmla="*/ 1260565 w 7467600"/>
              <a:gd name="connsiteY186" fmla="*/ 4031982 h 6858000"/>
              <a:gd name="connsiteX187" fmla="*/ 901900 w 7467600"/>
              <a:gd name="connsiteY187" fmla="*/ 4421236 h 6858000"/>
              <a:gd name="connsiteX188" fmla="*/ 845044 w 7467600"/>
              <a:gd name="connsiteY188" fmla="*/ 4502436 h 6858000"/>
              <a:gd name="connsiteX189" fmla="*/ 685926 w 7467600"/>
              <a:gd name="connsiteY189" fmla="*/ 4703069 h 6858000"/>
              <a:gd name="connsiteX190" fmla="*/ 684248 w 7467600"/>
              <a:gd name="connsiteY190" fmla="*/ 4706721 h 6858000"/>
              <a:gd name="connsiteX191" fmla="*/ 1423113 w 7467600"/>
              <a:gd name="connsiteY191" fmla="*/ 3874565 h 6858000"/>
              <a:gd name="connsiteX192" fmla="*/ 3316479 w 7467600"/>
              <a:gd name="connsiteY192" fmla="*/ 3872136 h 6858000"/>
              <a:gd name="connsiteX193" fmla="*/ 3546806 w 7467600"/>
              <a:gd name="connsiteY193" fmla="*/ 4356139 h 6858000"/>
              <a:gd name="connsiteX194" fmla="*/ 3364433 w 7467600"/>
              <a:gd name="connsiteY194" fmla="*/ 3953121 h 6858000"/>
              <a:gd name="connsiteX195" fmla="*/ 3316479 w 7467600"/>
              <a:gd name="connsiteY195" fmla="*/ 3872136 h 6858000"/>
              <a:gd name="connsiteX196" fmla="*/ 3291335 w 7467600"/>
              <a:gd name="connsiteY196" fmla="*/ 3767420 h 6858000"/>
              <a:gd name="connsiteX197" fmla="*/ 3390805 w 7467600"/>
              <a:gd name="connsiteY197" fmla="*/ 3937163 h 6858000"/>
              <a:gd name="connsiteX198" fmla="*/ 3579062 w 7467600"/>
              <a:gd name="connsiteY198" fmla="*/ 4359040 h 6858000"/>
              <a:gd name="connsiteX199" fmla="*/ 3467355 w 7467600"/>
              <a:gd name="connsiteY199" fmla="*/ 3988130 h 6858000"/>
              <a:gd name="connsiteX200" fmla="*/ 3310753 w 7467600"/>
              <a:gd name="connsiteY200" fmla="*/ 3787140 h 6858000"/>
              <a:gd name="connsiteX201" fmla="*/ 3291335 w 7467600"/>
              <a:gd name="connsiteY201" fmla="*/ 3767420 h 6858000"/>
              <a:gd name="connsiteX202" fmla="*/ 1635889 w 7467600"/>
              <a:gd name="connsiteY202" fmla="*/ 3709494 h 6858000"/>
              <a:gd name="connsiteX203" fmla="*/ 1634800 w 7467600"/>
              <a:gd name="connsiteY203" fmla="*/ 3731111 h 6858000"/>
              <a:gd name="connsiteX204" fmla="*/ 1635889 w 7467600"/>
              <a:gd name="connsiteY204" fmla="*/ 3709494 h 6858000"/>
              <a:gd name="connsiteX205" fmla="*/ 1510397 w 7467600"/>
              <a:gd name="connsiteY205" fmla="*/ 3684705 h 6858000"/>
              <a:gd name="connsiteX206" fmla="*/ 1146550 w 7467600"/>
              <a:gd name="connsiteY206" fmla="*/ 3802012 h 6858000"/>
              <a:gd name="connsiteX207" fmla="*/ 698834 w 7467600"/>
              <a:gd name="connsiteY207" fmla="*/ 3952272 h 6858000"/>
              <a:gd name="connsiteX208" fmla="*/ 34256 w 7467600"/>
              <a:gd name="connsiteY208" fmla="*/ 4347603 h 6858000"/>
              <a:gd name="connsiteX209" fmla="*/ 527241 w 7467600"/>
              <a:gd name="connsiteY209" fmla="*/ 4065078 h 6858000"/>
              <a:gd name="connsiteX210" fmla="*/ 1510397 w 7467600"/>
              <a:gd name="connsiteY210" fmla="*/ 3684705 h 6858000"/>
              <a:gd name="connsiteX211" fmla="*/ 1313114 w 7467600"/>
              <a:gd name="connsiteY211" fmla="*/ 3655216 h 6858000"/>
              <a:gd name="connsiteX212" fmla="*/ 1109304 w 7467600"/>
              <a:gd name="connsiteY212" fmla="*/ 3669030 h 6858000"/>
              <a:gd name="connsiteX213" fmla="*/ 8129 w 7467600"/>
              <a:gd name="connsiteY213" fmla="*/ 4330519 h 6858000"/>
              <a:gd name="connsiteX214" fmla="*/ 687572 w 7467600"/>
              <a:gd name="connsiteY214" fmla="*/ 3925629 h 6858000"/>
              <a:gd name="connsiteX215" fmla="*/ 1138365 w 7467600"/>
              <a:gd name="connsiteY215" fmla="*/ 3774515 h 6858000"/>
              <a:gd name="connsiteX216" fmla="*/ 1505579 w 7467600"/>
              <a:gd name="connsiteY216" fmla="*/ 3655526 h 6858000"/>
              <a:gd name="connsiteX217" fmla="*/ 1313114 w 7467600"/>
              <a:gd name="connsiteY217" fmla="*/ 3655216 h 6858000"/>
              <a:gd name="connsiteX218" fmla="*/ 3655073 w 7467600"/>
              <a:gd name="connsiteY218" fmla="*/ 3650884 h 6858000"/>
              <a:gd name="connsiteX219" fmla="*/ 3989938 w 7467600"/>
              <a:gd name="connsiteY219" fmla="*/ 3991685 h 6858000"/>
              <a:gd name="connsiteX220" fmla="*/ 4393907 w 7467600"/>
              <a:gd name="connsiteY220" fmla="*/ 4261258 h 6858000"/>
              <a:gd name="connsiteX221" fmla="*/ 4648051 w 7467600"/>
              <a:gd name="connsiteY221" fmla="*/ 4374051 h 6858000"/>
              <a:gd name="connsiteX222" fmla="*/ 4383389 w 7467600"/>
              <a:gd name="connsiteY222" fmla="*/ 4184369 h 6858000"/>
              <a:gd name="connsiteX223" fmla="*/ 4165508 w 7467600"/>
              <a:gd name="connsiteY223" fmla="*/ 4035196 h 6858000"/>
              <a:gd name="connsiteX224" fmla="*/ 4068162 w 7467600"/>
              <a:gd name="connsiteY224" fmla="*/ 3953394 h 6858000"/>
              <a:gd name="connsiteX225" fmla="*/ 3981416 w 7467600"/>
              <a:gd name="connsiteY225" fmla="*/ 3880482 h 6858000"/>
              <a:gd name="connsiteX226" fmla="*/ 3800147 w 7467600"/>
              <a:gd name="connsiteY226" fmla="*/ 3749872 h 6858000"/>
              <a:gd name="connsiteX227" fmla="*/ 3655073 w 7467600"/>
              <a:gd name="connsiteY227" fmla="*/ 3650884 h 6858000"/>
              <a:gd name="connsiteX228" fmla="*/ 3670252 w 7467600"/>
              <a:gd name="connsiteY228" fmla="*/ 3622798 h 6858000"/>
              <a:gd name="connsiteX229" fmla="*/ 3817258 w 7467600"/>
              <a:gd name="connsiteY229" fmla="*/ 3723577 h 6858000"/>
              <a:gd name="connsiteX230" fmla="*/ 4000461 w 7467600"/>
              <a:gd name="connsiteY230" fmla="*/ 3855966 h 6858000"/>
              <a:gd name="connsiteX231" fmla="*/ 4088180 w 7467600"/>
              <a:gd name="connsiteY231" fmla="*/ 3929774 h 6858000"/>
              <a:gd name="connsiteX232" fmla="*/ 4184555 w 7467600"/>
              <a:gd name="connsiteY232" fmla="*/ 4010683 h 6858000"/>
              <a:gd name="connsiteX233" fmla="*/ 4399563 w 7467600"/>
              <a:gd name="connsiteY233" fmla="*/ 4158106 h 6858000"/>
              <a:gd name="connsiteX234" fmla="*/ 4684469 w 7467600"/>
              <a:gd name="connsiteY234" fmla="*/ 4364680 h 6858000"/>
              <a:gd name="connsiteX235" fmla="*/ 4690271 w 7467600"/>
              <a:gd name="connsiteY235" fmla="*/ 4370034 h 6858000"/>
              <a:gd name="connsiteX236" fmla="*/ 4136093 w 7467600"/>
              <a:gd name="connsiteY236" fmla="*/ 3858466 h 6858000"/>
              <a:gd name="connsiteX237" fmla="*/ 3670252 w 7467600"/>
              <a:gd name="connsiteY237" fmla="*/ 3622798 h 6858000"/>
              <a:gd name="connsiteX238" fmla="*/ 4440129 w 7467600"/>
              <a:gd name="connsiteY238" fmla="*/ 3448571 h 6858000"/>
              <a:gd name="connsiteX239" fmla="*/ 4856525 w 7467600"/>
              <a:gd name="connsiteY239" fmla="*/ 3915351 h 6858000"/>
              <a:gd name="connsiteX240" fmla="*/ 5059055 w 7467600"/>
              <a:gd name="connsiteY240" fmla="*/ 4108918 h 6858000"/>
              <a:gd name="connsiteX241" fmla="*/ 5290070 w 7467600"/>
              <a:gd name="connsiteY241" fmla="*/ 4263619 h 6858000"/>
              <a:gd name="connsiteX242" fmla="*/ 4834991 w 7467600"/>
              <a:gd name="connsiteY242" fmla="*/ 3830985 h 6858000"/>
              <a:gd name="connsiteX243" fmla="*/ 4440129 w 7467600"/>
              <a:gd name="connsiteY243" fmla="*/ 3448571 h 6858000"/>
              <a:gd name="connsiteX244" fmla="*/ 4441737 w 7467600"/>
              <a:gd name="connsiteY244" fmla="*/ 3399734 h 6858000"/>
              <a:gd name="connsiteX245" fmla="*/ 4431236 w 7467600"/>
              <a:gd name="connsiteY245" fmla="*/ 3400954 h 6858000"/>
              <a:gd name="connsiteX246" fmla="*/ 4557150 w 7467600"/>
              <a:gd name="connsiteY246" fmla="*/ 3510023 h 6858000"/>
              <a:gd name="connsiteX247" fmla="*/ 4856936 w 7467600"/>
              <a:gd name="connsiteY247" fmla="*/ 3809146 h 6858000"/>
              <a:gd name="connsiteX248" fmla="*/ 5111996 w 7467600"/>
              <a:gd name="connsiteY248" fmla="*/ 4065759 h 6858000"/>
              <a:gd name="connsiteX249" fmla="*/ 5388878 w 7467600"/>
              <a:gd name="connsiteY249" fmla="*/ 4300185 h 6858000"/>
              <a:gd name="connsiteX250" fmla="*/ 5425556 w 7467600"/>
              <a:gd name="connsiteY250" fmla="*/ 4308967 h 6858000"/>
              <a:gd name="connsiteX251" fmla="*/ 4943646 w 7467600"/>
              <a:gd name="connsiteY251" fmla="*/ 3822916 h 6858000"/>
              <a:gd name="connsiteX252" fmla="*/ 4594837 w 7467600"/>
              <a:gd name="connsiteY252" fmla="*/ 3532274 h 6858000"/>
              <a:gd name="connsiteX253" fmla="*/ 4441737 w 7467600"/>
              <a:gd name="connsiteY253" fmla="*/ 3399734 h 6858000"/>
              <a:gd name="connsiteX254" fmla="*/ 5425834 w 7467600"/>
              <a:gd name="connsiteY254" fmla="*/ 3162785 h 6858000"/>
              <a:gd name="connsiteX255" fmla="*/ 5401644 w 7467600"/>
              <a:gd name="connsiteY255" fmla="*/ 3617847 h 6858000"/>
              <a:gd name="connsiteX256" fmla="*/ 5467256 w 7467600"/>
              <a:gd name="connsiteY256" fmla="*/ 4175494 h 6858000"/>
              <a:gd name="connsiteX257" fmla="*/ 5448069 w 7467600"/>
              <a:gd name="connsiteY257" fmla="*/ 3567554 h 6858000"/>
              <a:gd name="connsiteX258" fmla="*/ 5425834 w 7467600"/>
              <a:gd name="connsiteY258" fmla="*/ 3162785 h 6858000"/>
              <a:gd name="connsiteX259" fmla="*/ 1318687 w 7467600"/>
              <a:gd name="connsiteY259" fmla="*/ 3113840 h 6858000"/>
              <a:gd name="connsiteX260" fmla="*/ 1066793 w 7467600"/>
              <a:gd name="connsiteY260" fmla="*/ 3212171 h 6858000"/>
              <a:gd name="connsiteX261" fmla="*/ 993319 w 7467600"/>
              <a:gd name="connsiteY261" fmla="*/ 3247648 h 6858000"/>
              <a:gd name="connsiteX262" fmla="*/ 853081 w 7467600"/>
              <a:gd name="connsiteY262" fmla="*/ 3312410 h 6858000"/>
              <a:gd name="connsiteX263" fmla="*/ 805957 w 7467600"/>
              <a:gd name="connsiteY263" fmla="*/ 3330443 h 6858000"/>
              <a:gd name="connsiteX264" fmla="*/ 1318687 w 7467600"/>
              <a:gd name="connsiteY264" fmla="*/ 3113840 h 6858000"/>
              <a:gd name="connsiteX265" fmla="*/ 5453702 w 7467600"/>
              <a:gd name="connsiteY265" fmla="*/ 3090882 h 6858000"/>
              <a:gd name="connsiteX266" fmla="*/ 5480135 w 7467600"/>
              <a:gd name="connsiteY266" fmla="*/ 3565802 h 6858000"/>
              <a:gd name="connsiteX267" fmla="*/ 5499023 w 7467600"/>
              <a:gd name="connsiteY267" fmla="*/ 4166310 h 6858000"/>
              <a:gd name="connsiteX268" fmla="*/ 5547022 w 7467600"/>
              <a:gd name="connsiteY268" fmla="*/ 3607838 h 6858000"/>
              <a:gd name="connsiteX269" fmla="*/ 5515964 w 7467600"/>
              <a:gd name="connsiteY269" fmla="*/ 3378541 h 6858000"/>
              <a:gd name="connsiteX270" fmla="*/ 5453702 w 7467600"/>
              <a:gd name="connsiteY270" fmla="*/ 3090882 h 6858000"/>
              <a:gd name="connsiteX271" fmla="*/ 1238695 w 7467600"/>
              <a:gd name="connsiteY271" fmla="*/ 3076820 h 6858000"/>
              <a:gd name="connsiteX272" fmla="*/ 716371 w 7467600"/>
              <a:gd name="connsiteY272" fmla="*/ 3293249 h 6858000"/>
              <a:gd name="connsiteX273" fmla="*/ 579522 w 7467600"/>
              <a:gd name="connsiteY273" fmla="*/ 3371759 h 6858000"/>
              <a:gd name="connsiteX274" fmla="*/ 600288 w 7467600"/>
              <a:gd name="connsiteY274" fmla="*/ 3365555 h 6858000"/>
              <a:gd name="connsiteX275" fmla="*/ 840692 w 7467600"/>
              <a:gd name="connsiteY275" fmla="*/ 3284921 h 6858000"/>
              <a:gd name="connsiteX276" fmla="*/ 979248 w 7467600"/>
              <a:gd name="connsiteY276" fmla="*/ 3221003 h 6858000"/>
              <a:gd name="connsiteX277" fmla="*/ 1053282 w 7467600"/>
              <a:gd name="connsiteY277" fmla="*/ 3185247 h 6858000"/>
              <a:gd name="connsiteX278" fmla="*/ 1320603 w 7467600"/>
              <a:gd name="connsiteY278" fmla="*/ 3081281 h 6858000"/>
              <a:gd name="connsiteX279" fmla="*/ 1238695 w 7467600"/>
              <a:gd name="connsiteY279" fmla="*/ 3076820 h 6858000"/>
              <a:gd name="connsiteX280" fmla="*/ 5425627 w 7467600"/>
              <a:gd name="connsiteY280" fmla="*/ 2954192 h 6858000"/>
              <a:gd name="connsiteX281" fmla="*/ 5470770 w 7467600"/>
              <a:gd name="connsiteY281" fmla="*/ 3005435 h 6858000"/>
              <a:gd name="connsiteX282" fmla="*/ 5519779 w 7467600"/>
              <a:gd name="connsiteY282" fmla="*/ 4359223 h 6858000"/>
              <a:gd name="connsiteX283" fmla="*/ 5520293 w 7467600"/>
              <a:gd name="connsiteY283" fmla="*/ 4360602 h 6858000"/>
              <a:gd name="connsiteX284" fmla="*/ 5767221 w 7467600"/>
              <a:gd name="connsiteY284" fmla="*/ 4665564 h 6858000"/>
              <a:gd name="connsiteX285" fmla="*/ 6937169 w 7467600"/>
              <a:gd name="connsiteY285" fmla="*/ 4815941 h 6858000"/>
              <a:gd name="connsiteX286" fmla="*/ 6953922 w 7467600"/>
              <a:gd name="connsiteY286" fmla="*/ 4890068 h 6858000"/>
              <a:gd name="connsiteX287" fmla="*/ 6071359 w 7467600"/>
              <a:gd name="connsiteY287" fmla="*/ 4770770 h 6858000"/>
              <a:gd name="connsiteX288" fmla="*/ 6038839 w 7467600"/>
              <a:gd name="connsiteY288" fmla="*/ 4764474 h 6858000"/>
              <a:gd name="connsiteX289" fmla="*/ 6038706 w 7467600"/>
              <a:gd name="connsiteY289" fmla="*/ 4763847 h 6858000"/>
              <a:gd name="connsiteX290" fmla="*/ 6037784 w 7467600"/>
              <a:gd name="connsiteY290" fmla="*/ 4764270 h 6858000"/>
              <a:gd name="connsiteX291" fmla="*/ 6038839 w 7467600"/>
              <a:gd name="connsiteY291" fmla="*/ 4764474 h 6858000"/>
              <a:gd name="connsiteX292" fmla="*/ 6040338 w 7467600"/>
              <a:gd name="connsiteY292" fmla="*/ 4771418 h 6858000"/>
              <a:gd name="connsiteX293" fmla="*/ 6024488 w 7467600"/>
              <a:gd name="connsiteY293" fmla="*/ 4809903 h 6858000"/>
              <a:gd name="connsiteX294" fmla="*/ 5599771 w 7467600"/>
              <a:gd name="connsiteY294" fmla="*/ 5509652 h 6858000"/>
              <a:gd name="connsiteX295" fmla="*/ 5548843 w 7467600"/>
              <a:gd name="connsiteY295" fmla="*/ 5563845 h 6858000"/>
              <a:gd name="connsiteX296" fmla="*/ 5940952 w 7467600"/>
              <a:gd name="connsiteY296" fmla="*/ 6250028 h 6858000"/>
              <a:gd name="connsiteX297" fmla="*/ 6043441 w 7467600"/>
              <a:gd name="connsiteY297" fmla="*/ 6665847 h 6858000"/>
              <a:gd name="connsiteX298" fmla="*/ 6093432 w 7467600"/>
              <a:gd name="connsiteY298" fmla="*/ 6858000 h 6858000"/>
              <a:gd name="connsiteX299" fmla="*/ 6034344 w 7467600"/>
              <a:gd name="connsiteY299" fmla="*/ 6858000 h 6858000"/>
              <a:gd name="connsiteX300" fmla="*/ 6026679 w 7467600"/>
              <a:gd name="connsiteY300" fmla="*/ 6836959 h 6858000"/>
              <a:gd name="connsiteX301" fmla="*/ 5800441 w 7467600"/>
              <a:gd name="connsiteY301" fmla="*/ 6335286 h 6858000"/>
              <a:gd name="connsiteX302" fmla="*/ 5526562 w 7467600"/>
              <a:gd name="connsiteY302" fmla="*/ 5705388 h 6858000"/>
              <a:gd name="connsiteX303" fmla="*/ 5519640 w 7467600"/>
              <a:gd name="connsiteY303" fmla="*/ 5683774 h 6858000"/>
              <a:gd name="connsiteX304" fmla="*/ 5844559 w 7467600"/>
              <a:gd name="connsiteY304" fmla="*/ 6553349 h 6858000"/>
              <a:gd name="connsiteX305" fmla="*/ 5975994 w 7467600"/>
              <a:gd name="connsiteY305" fmla="*/ 6858000 h 6858000"/>
              <a:gd name="connsiteX306" fmla="*/ 5898547 w 7467600"/>
              <a:gd name="connsiteY306" fmla="*/ 6858000 h 6858000"/>
              <a:gd name="connsiteX307" fmla="*/ 5682041 w 7467600"/>
              <a:gd name="connsiteY307" fmla="*/ 6355860 h 6858000"/>
              <a:gd name="connsiteX308" fmla="*/ 5461758 w 7467600"/>
              <a:gd name="connsiteY308" fmla="*/ 5820220 h 6858000"/>
              <a:gd name="connsiteX309" fmla="*/ 5237282 w 7467600"/>
              <a:gd name="connsiteY309" fmla="*/ 6579086 h 6858000"/>
              <a:gd name="connsiteX310" fmla="*/ 5115009 w 7467600"/>
              <a:gd name="connsiteY310" fmla="*/ 6858000 h 6858000"/>
              <a:gd name="connsiteX311" fmla="*/ 5028074 w 7467600"/>
              <a:gd name="connsiteY311" fmla="*/ 6858000 h 6858000"/>
              <a:gd name="connsiteX312" fmla="*/ 5079508 w 7467600"/>
              <a:gd name="connsiteY312" fmla="*/ 6749074 h 6858000"/>
              <a:gd name="connsiteX313" fmla="*/ 5371846 w 7467600"/>
              <a:gd name="connsiteY313" fmla="*/ 5924413 h 6858000"/>
              <a:gd name="connsiteX314" fmla="*/ 5270512 w 7467600"/>
              <a:gd name="connsiteY314" fmla="*/ 6138975 h 6858000"/>
              <a:gd name="connsiteX315" fmla="*/ 5062409 w 7467600"/>
              <a:gd name="connsiteY315" fmla="*/ 6653544 h 6858000"/>
              <a:gd name="connsiteX316" fmla="*/ 5036628 w 7467600"/>
              <a:gd name="connsiteY316" fmla="*/ 6754247 h 6858000"/>
              <a:gd name="connsiteX317" fmla="*/ 5009112 w 7467600"/>
              <a:gd name="connsiteY317" fmla="*/ 6858000 h 6858000"/>
              <a:gd name="connsiteX318" fmla="*/ 4976679 w 7467600"/>
              <a:gd name="connsiteY318" fmla="*/ 6858000 h 6858000"/>
              <a:gd name="connsiteX319" fmla="*/ 5006537 w 7467600"/>
              <a:gd name="connsiteY319" fmla="*/ 6747068 h 6858000"/>
              <a:gd name="connsiteX320" fmla="*/ 5032723 w 7467600"/>
              <a:gd name="connsiteY320" fmla="*/ 6644957 h 6858000"/>
              <a:gd name="connsiteX321" fmla="*/ 5242949 w 7467600"/>
              <a:gd name="connsiteY321" fmla="*/ 6125175 h 6858000"/>
              <a:gd name="connsiteX322" fmla="*/ 5286321 w 7467600"/>
              <a:gd name="connsiteY322" fmla="*/ 6033555 h 6858000"/>
              <a:gd name="connsiteX323" fmla="*/ 5008210 w 7467600"/>
              <a:gd name="connsiteY323" fmla="*/ 6649194 h 6858000"/>
              <a:gd name="connsiteX324" fmla="*/ 4986321 w 7467600"/>
              <a:gd name="connsiteY324" fmla="*/ 6765687 h 6858000"/>
              <a:gd name="connsiteX325" fmla="*/ 4973474 w 7467600"/>
              <a:gd name="connsiteY325" fmla="*/ 6858000 h 6858000"/>
              <a:gd name="connsiteX326" fmla="*/ 4907178 w 7467600"/>
              <a:gd name="connsiteY326" fmla="*/ 6858000 h 6858000"/>
              <a:gd name="connsiteX327" fmla="*/ 4910810 w 7467600"/>
              <a:gd name="connsiteY327" fmla="*/ 6829660 h 6858000"/>
              <a:gd name="connsiteX328" fmla="*/ 4987461 w 7467600"/>
              <a:gd name="connsiteY328" fmla="*/ 6432994 h 6858000"/>
              <a:gd name="connsiteX329" fmla="*/ 5179262 w 7467600"/>
              <a:gd name="connsiteY329" fmla="*/ 6035044 h 6858000"/>
              <a:gd name="connsiteX330" fmla="*/ 4689678 w 7467600"/>
              <a:gd name="connsiteY330" fmla="*/ 6440241 h 6858000"/>
              <a:gd name="connsiteX331" fmla="*/ 4477543 w 7467600"/>
              <a:gd name="connsiteY331" fmla="*/ 6674836 h 6858000"/>
              <a:gd name="connsiteX332" fmla="*/ 4329957 w 7467600"/>
              <a:gd name="connsiteY332" fmla="*/ 6858000 h 6858000"/>
              <a:gd name="connsiteX333" fmla="*/ 4218595 w 7467600"/>
              <a:gd name="connsiteY333" fmla="*/ 6858000 h 6858000"/>
              <a:gd name="connsiteX334" fmla="*/ 4368888 w 7467600"/>
              <a:gd name="connsiteY334" fmla="*/ 6668412 h 6858000"/>
              <a:gd name="connsiteX335" fmla="*/ 4563091 w 7467600"/>
              <a:gd name="connsiteY335" fmla="*/ 6442508 h 6858000"/>
              <a:gd name="connsiteX336" fmla="*/ 5387324 w 7467600"/>
              <a:gd name="connsiteY336" fmla="*/ 5705830 h 6858000"/>
              <a:gd name="connsiteX337" fmla="*/ 5073620 w 7467600"/>
              <a:gd name="connsiteY337" fmla="*/ 5955437 h 6858000"/>
              <a:gd name="connsiteX338" fmla="*/ 4689789 w 7467600"/>
              <a:gd name="connsiteY338" fmla="*/ 6268382 h 6858000"/>
              <a:gd name="connsiteX339" fmla="*/ 4418722 w 7467600"/>
              <a:gd name="connsiteY339" fmla="*/ 6570886 h 6858000"/>
              <a:gd name="connsiteX340" fmla="*/ 4214944 w 7467600"/>
              <a:gd name="connsiteY340" fmla="*/ 6858000 h 6858000"/>
              <a:gd name="connsiteX341" fmla="*/ 4177898 w 7467600"/>
              <a:gd name="connsiteY341" fmla="*/ 6858000 h 6858000"/>
              <a:gd name="connsiteX342" fmla="*/ 4391597 w 7467600"/>
              <a:gd name="connsiteY342" fmla="*/ 6556370 h 6858000"/>
              <a:gd name="connsiteX343" fmla="*/ 4668889 w 7467600"/>
              <a:gd name="connsiteY343" fmla="*/ 6246399 h 6858000"/>
              <a:gd name="connsiteX344" fmla="*/ 5055427 w 7467600"/>
              <a:gd name="connsiteY344" fmla="*/ 5931476 h 6858000"/>
              <a:gd name="connsiteX345" fmla="*/ 5371814 w 7467600"/>
              <a:gd name="connsiteY345" fmla="*/ 5678975 h 6858000"/>
              <a:gd name="connsiteX346" fmla="*/ 4987918 w 7467600"/>
              <a:gd name="connsiteY346" fmla="*/ 5838701 h 6858000"/>
              <a:gd name="connsiteX347" fmla="*/ 4317146 w 7467600"/>
              <a:gd name="connsiteY347" fmla="*/ 6587716 h 6858000"/>
              <a:gd name="connsiteX348" fmla="*/ 4171627 w 7467600"/>
              <a:gd name="connsiteY348" fmla="*/ 6858000 h 6858000"/>
              <a:gd name="connsiteX349" fmla="*/ 4081585 w 7467600"/>
              <a:gd name="connsiteY349" fmla="*/ 6858000 h 6858000"/>
              <a:gd name="connsiteX350" fmla="*/ 4238603 w 7467600"/>
              <a:gd name="connsiteY350" fmla="*/ 6559341 h 6858000"/>
              <a:gd name="connsiteX351" fmla="*/ 4778333 w 7467600"/>
              <a:gd name="connsiteY351" fmla="*/ 5873626 h 6858000"/>
              <a:gd name="connsiteX352" fmla="*/ 5414185 w 7467600"/>
              <a:gd name="connsiteY352" fmla="*/ 5573882 h 6858000"/>
              <a:gd name="connsiteX353" fmla="*/ 5959648 w 7467600"/>
              <a:gd name="connsiteY353" fmla="*/ 4760797 h 6858000"/>
              <a:gd name="connsiteX354" fmla="*/ 5355019 w 7467600"/>
              <a:gd name="connsiteY354" fmla="*/ 4734672 h 6858000"/>
              <a:gd name="connsiteX355" fmla="*/ 5083565 w 7467600"/>
              <a:gd name="connsiteY355" fmla="*/ 5179121 h 6858000"/>
              <a:gd name="connsiteX356" fmla="*/ 4713577 w 7467600"/>
              <a:gd name="connsiteY356" fmla="*/ 5616803 h 6858000"/>
              <a:gd name="connsiteX357" fmla="*/ 3989559 w 7467600"/>
              <a:gd name="connsiteY357" fmla="*/ 6145945 h 6858000"/>
              <a:gd name="connsiteX358" fmla="*/ 3939824 w 7467600"/>
              <a:gd name="connsiteY358" fmla="*/ 6066900 h 6858000"/>
              <a:gd name="connsiteX359" fmla="*/ 4584537 w 7467600"/>
              <a:gd name="connsiteY359" fmla="*/ 5324826 h 6858000"/>
              <a:gd name="connsiteX360" fmla="*/ 5037105 w 7467600"/>
              <a:gd name="connsiteY360" fmla="*/ 5088765 h 6858000"/>
              <a:gd name="connsiteX361" fmla="*/ 5039930 w 7467600"/>
              <a:gd name="connsiteY361" fmla="*/ 5089585 h 6858000"/>
              <a:gd name="connsiteX362" fmla="*/ 5263764 w 7467600"/>
              <a:gd name="connsiteY362" fmla="*/ 4735525 h 6858000"/>
              <a:gd name="connsiteX363" fmla="*/ 4086300 w 7467600"/>
              <a:gd name="connsiteY363" fmla="*/ 4884599 h 6858000"/>
              <a:gd name="connsiteX364" fmla="*/ 4085485 w 7467600"/>
              <a:gd name="connsiteY364" fmla="*/ 4899070 h 6858000"/>
              <a:gd name="connsiteX365" fmla="*/ 3871915 w 7467600"/>
              <a:gd name="connsiteY365" fmla="*/ 5253645 h 6858000"/>
              <a:gd name="connsiteX366" fmla="*/ 3799374 w 7467600"/>
              <a:gd name="connsiteY366" fmla="*/ 5466127 h 6858000"/>
              <a:gd name="connsiteX367" fmla="*/ 3498850 w 7467600"/>
              <a:gd name="connsiteY367" fmla="*/ 6661888 h 6858000"/>
              <a:gd name="connsiteX368" fmla="*/ 3399216 w 7467600"/>
              <a:gd name="connsiteY368" fmla="*/ 6858000 h 6858000"/>
              <a:gd name="connsiteX369" fmla="*/ 3303688 w 7467600"/>
              <a:gd name="connsiteY369" fmla="*/ 6858000 h 6858000"/>
              <a:gd name="connsiteX370" fmla="*/ 3391774 w 7467600"/>
              <a:gd name="connsiteY370" fmla="*/ 6697181 h 6858000"/>
              <a:gd name="connsiteX371" fmla="*/ 3735540 w 7467600"/>
              <a:gd name="connsiteY371" fmla="*/ 5546923 h 6858000"/>
              <a:gd name="connsiteX372" fmla="*/ 3729438 w 7467600"/>
              <a:gd name="connsiteY372" fmla="*/ 5569058 h 6858000"/>
              <a:gd name="connsiteX373" fmla="*/ 3707782 w 7467600"/>
              <a:gd name="connsiteY373" fmla="*/ 5644908 h 6858000"/>
              <a:gd name="connsiteX374" fmla="*/ 3583827 w 7467600"/>
              <a:gd name="connsiteY374" fmla="*/ 6039215 h 6858000"/>
              <a:gd name="connsiteX375" fmla="*/ 3547861 w 7467600"/>
              <a:gd name="connsiteY375" fmla="*/ 6129609 h 6858000"/>
              <a:gd name="connsiteX376" fmla="*/ 3490905 w 7467600"/>
              <a:gd name="connsiteY376" fmla="*/ 6277660 h 6858000"/>
              <a:gd name="connsiteX377" fmla="*/ 3455859 w 7467600"/>
              <a:gd name="connsiteY377" fmla="*/ 6391301 h 6858000"/>
              <a:gd name="connsiteX378" fmla="*/ 3429112 w 7467600"/>
              <a:gd name="connsiteY378" fmla="*/ 6479469 h 6858000"/>
              <a:gd name="connsiteX379" fmla="*/ 3304862 w 7467600"/>
              <a:gd name="connsiteY379" fmla="*/ 6796476 h 6858000"/>
              <a:gd name="connsiteX380" fmla="*/ 3276071 w 7467600"/>
              <a:gd name="connsiteY380" fmla="*/ 6858000 h 6858000"/>
              <a:gd name="connsiteX381" fmla="*/ 3240805 w 7467600"/>
              <a:gd name="connsiteY381" fmla="*/ 6858000 h 6858000"/>
              <a:gd name="connsiteX382" fmla="*/ 3275917 w 7467600"/>
              <a:gd name="connsiteY382" fmla="*/ 6783192 h 6858000"/>
              <a:gd name="connsiteX383" fmla="*/ 3399358 w 7467600"/>
              <a:gd name="connsiteY383" fmla="*/ 6469011 h 6858000"/>
              <a:gd name="connsiteX384" fmla="*/ 3425650 w 7467600"/>
              <a:gd name="connsiteY384" fmla="*/ 6381333 h 6858000"/>
              <a:gd name="connsiteX385" fmla="*/ 3460661 w 7467600"/>
              <a:gd name="connsiteY385" fmla="*/ 6266763 h 6858000"/>
              <a:gd name="connsiteX386" fmla="*/ 3518021 w 7467600"/>
              <a:gd name="connsiteY386" fmla="*/ 6117298 h 6858000"/>
              <a:gd name="connsiteX387" fmla="*/ 3554035 w 7467600"/>
              <a:gd name="connsiteY387" fmla="*/ 6027832 h 6858000"/>
              <a:gd name="connsiteX388" fmla="*/ 3677174 w 7467600"/>
              <a:gd name="connsiteY388" fmla="*/ 5636351 h 6858000"/>
              <a:gd name="connsiteX389" fmla="*/ 3698819 w 7467600"/>
              <a:gd name="connsiteY389" fmla="*/ 5560503 h 6858000"/>
              <a:gd name="connsiteX390" fmla="*/ 3702094 w 7467600"/>
              <a:gd name="connsiteY390" fmla="*/ 5549194 h 6858000"/>
              <a:gd name="connsiteX391" fmla="*/ 3398355 w 7467600"/>
              <a:gd name="connsiteY391" fmla="*/ 6094603 h 6858000"/>
              <a:gd name="connsiteX392" fmla="*/ 3193941 w 7467600"/>
              <a:gd name="connsiteY392" fmla="*/ 6798775 h 6858000"/>
              <a:gd name="connsiteX393" fmla="*/ 3184140 w 7467600"/>
              <a:gd name="connsiteY393" fmla="*/ 6858000 h 6858000"/>
              <a:gd name="connsiteX394" fmla="*/ 3099978 w 7467600"/>
              <a:gd name="connsiteY394" fmla="*/ 6858000 h 6858000"/>
              <a:gd name="connsiteX395" fmla="*/ 3101556 w 7467600"/>
              <a:gd name="connsiteY395" fmla="*/ 6843337 h 6858000"/>
              <a:gd name="connsiteX396" fmla="*/ 3370162 w 7467600"/>
              <a:gd name="connsiteY396" fmla="*/ 5785550 h 6858000"/>
              <a:gd name="connsiteX397" fmla="*/ 3746477 w 7467600"/>
              <a:gd name="connsiteY397" fmla="*/ 5377889 h 6858000"/>
              <a:gd name="connsiteX398" fmla="*/ 3863399 w 7467600"/>
              <a:gd name="connsiteY398" fmla="*/ 5087257 h 6858000"/>
              <a:gd name="connsiteX399" fmla="*/ 3968712 w 7467600"/>
              <a:gd name="connsiteY399" fmla="*/ 4913989 h 6858000"/>
              <a:gd name="connsiteX400" fmla="*/ 2792390 w 7467600"/>
              <a:gd name="connsiteY400" fmla="*/ 5382974 h 6858000"/>
              <a:gd name="connsiteX401" fmla="*/ 2714982 w 7467600"/>
              <a:gd name="connsiteY401" fmla="*/ 5427051 h 6858000"/>
              <a:gd name="connsiteX402" fmla="*/ 2813361 w 7467600"/>
              <a:gd name="connsiteY402" fmla="*/ 6023912 h 6858000"/>
              <a:gd name="connsiteX403" fmla="*/ 2688430 w 7467600"/>
              <a:gd name="connsiteY403" fmla="*/ 6801564 h 6858000"/>
              <a:gd name="connsiteX404" fmla="*/ 2629626 w 7467600"/>
              <a:gd name="connsiteY404" fmla="*/ 6763394 h 6858000"/>
              <a:gd name="connsiteX405" fmla="*/ 2565328 w 7467600"/>
              <a:gd name="connsiteY405" fmla="*/ 5516399 h 6858000"/>
              <a:gd name="connsiteX406" fmla="*/ 1922999 w 7467600"/>
              <a:gd name="connsiteY406" fmla="*/ 5980343 h 6858000"/>
              <a:gd name="connsiteX407" fmla="*/ 1950261 w 7467600"/>
              <a:gd name="connsiteY407" fmla="*/ 6405858 h 6858000"/>
              <a:gd name="connsiteX408" fmla="*/ 2365554 w 7467600"/>
              <a:gd name="connsiteY408" fmla="*/ 6759107 h 6858000"/>
              <a:gd name="connsiteX409" fmla="*/ 2424142 w 7467600"/>
              <a:gd name="connsiteY409" fmla="*/ 6858000 h 6858000"/>
              <a:gd name="connsiteX410" fmla="*/ 2395994 w 7467600"/>
              <a:gd name="connsiteY410" fmla="*/ 6858000 h 6858000"/>
              <a:gd name="connsiteX411" fmla="*/ 2392863 w 7467600"/>
              <a:gd name="connsiteY411" fmla="*/ 6852964 h 6858000"/>
              <a:gd name="connsiteX412" fmla="*/ 2017589 w 7467600"/>
              <a:gd name="connsiteY412" fmla="*/ 6493982 h 6858000"/>
              <a:gd name="connsiteX413" fmla="*/ 2147336 w 7467600"/>
              <a:gd name="connsiteY413" fmla="*/ 6594052 h 6858000"/>
              <a:gd name="connsiteX414" fmla="*/ 2207047 w 7467600"/>
              <a:gd name="connsiteY414" fmla="*/ 6654540 h 6858000"/>
              <a:gd name="connsiteX415" fmla="*/ 2299106 w 7467600"/>
              <a:gd name="connsiteY415" fmla="*/ 6778931 h 6858000"/>
              <a:gd name="connsiteX416" fmla="*/ 2314430 w 7467600"/>
              <a:gd name="connsiteY416" fmla="*/ 6801144 h 6858000"/>
              <a:gd name="connsiteX417" fmla="*/ 2352406 w 7467600"/>
              <a:gd name="connsiteY417" fmla="*/ 6858000 h 6858000"/>
              <a:gd name="connsiteX418" fmla="*/ 2314492 w 7467600"/>
              <a:gd name="connsiteY418" fmla="*/ 6858000 h 6858000"/>
              <a:gd name="connsiteX419" fmla="*/ 2288095 w 7467600"/>
              <a:gd name="connsiteY419" fmla="*/ 6818030 h 6858000"/>
              <a:gd name="connsiteX420" fmla="*/ 2272768 w 7467600"/>
              <a:gd name="connsiteY420" fmla="*/ 6795822 h 6858000"/>
              <a:gd name="connsiteX421" fmla="*/ 2182715 w 7467600"/>
              <a:gd name="connsiteY421" fmla="*/ 6675071 h 6858000"/>
              <a:gd name="connsiteX422" fmla="*/ 2032061 w 7467600"/>
              <a:gd name="connsiteY422" fmla="*/ 6541380 h 6858000"/>
              <a:gd name="connsiteX423" fmla="*/ 2257220 w 7467600"/>
              <a:gd name="connsiteY423" fmla="*/ 6826257 h 6858000"/>
              <a:gd name="connsiteX424" fmla="*/ 2281324 w 7467600"/>
              <a:gd name="connsiteY424" fmla="*/ 6858000 h 6858000"/>
              <a:gd name="connsiteX425" fmla="*/ 2242860 w 7467600"/>
              <a:gd name="connsiteY425" fmla="*/ 6858000 h 6858000"/>
              <a:gd name="connsiteX426" fmla="*/ 2232818 w 7467600"/>
              <a:gd name="connsiteY426" fmla="*/ 6844926 h 6858000"/>
              <a:gd name="connsiteX427" fmla="*/ 1990172 w 7467600"/>
              <a:gd name="connsiteY427" fmla="*/ 6542121 h 6858000"/>
              <a:gd name="connsiteX428" fmla="*/ 2124090 w 7467600"/>
              <a:gd name="connsiteY428" fmla="*/ 6761017 h 6858000"/>
              <a:gd name="connsiteX429" fmla="*/ 2200380 w 7467600"/>
              <a:gd name="connsiteY429" fmla="*/ 6858000 h 6858000"/>
              <a:gd name="connsiteX430" fmla="*/ 2147507 w 7467600"/>
              <a:gd name="connsiteY430" fmla="*/ 6858000 h 6858000"/>
              <a:gd name="connsiteX431" fmla="*/ 2070668 w 7467600"/>
              <a:gd name="connsiteY431" fmla="*/ 6761520 h 6858000"/>
              <a:gd name="connsiteX432" fmla="*/ 1975142 w 7467600"/>
              <a:gd name="connsiteY432" fmla="*/ 6585570 h 6858000"/>
              <a:gd name="connsiteX433" fmla="*/ 2050035 w 7467600"/>
              <a:gd name="connsiteY433" fmla="*/ 6813345 h 6858000"/>
              <a:gd name="connsiteX434" fmla="*/ 2063025 w 7467600"/>
              <a:gd name="connsiteY434" fmla="*/ 6858000 h 6858000"/>
              <a:gd name="connsiteX435" fmla="*/ 2021675 w 7467600"/>
              <a:gd name="connsiteY435" fmla="*/ 6858000 h 6858000"/>
              <a:gd name="connsiteX436" fmla="*/ 2019308 w 7467600"/>
              <a:gd name="connsiteY436" fmla="*/ 6847118 h 6858000"/>
              <a:gd name="connsiteX437" fmla="*/ 1938835 w 7467600"/>
              <a:gd name="connsiteY437" fmla="*/ 6551160 h 6858000"/>
              <a:gd name="connsiteX438" fmla="*/ 1953230 w 7467600"/>
              <a:gd name="connsiteY438" fmla="*/ 6759699 h 6858000"/>
              <a:gd name="connsiteX439" fmla="*/ 1956763 w 7467600"/>
              <a:gd name="connsiteY439" fmla="*/ 6778191 h 6858000"/>
              <a:gd name="connsiteX440" fmla="*/ 1967925 w 7467600"/>
              <a:gd name="connsiteY440" fmla="*/ 6858000 h 6858000"/>
              <a:gd name="connsiteX441" fmla="*/ 1936622 w 7467600"/>
              <a:gd name="connsiteY441" fmla="*/ 6858000 h 6858000"/>
              <a:gd name="connsiteX442" fmla="*/ 1926261 w 7467600"/>
              <a:gd name="connsiteY442" fmla="*/ 6784064 h 6858000"/>
              <a:gd name="connsiteX443" fmla="*/ 1922724 w 7467600"/>
              <a:gd name="connsiteY443" fmla="*/ 6765577 h 6858000"/>
              <a:gd name="connsiteX444" fmla="*/ 1904650 w 7467600"/>
              <a:gd name="connsiteY444" fmla="*/ 6639616 h 6858000"/>
              <a:gd name="connsiteX445" fmla="*/ 1885273 w 7467600"/>
              <a:gd name="connsiteY445" fmla="*/ 6858000 h 6858000"/>
              <a:gd name="connsiteX446" fmla="*/ 1854363 w 7467600"/>
              <a:gd name="connsiteY446" fmla="*/ 6858000 h 6858000"/>
              <a:gd name="connsiteX447" fmla="*/ 1880391 w 7467600"/>
              <a:gd name="connsiteY447" fmla="*/ 6603796 h 6858000"/>
              <a:gd name="connsiteX448" fmla="*/ 1818273 w 7467600"/>
              <a:gd name="connsiteY448" fmla="*/ 6715729 h 6858000"/>
              <a:gd name="connsiteX449" fmla="*/ 1794691 w 7467600"/>
              <a:gd name="connsiteY449" fmla="*/ 6843239 h 6858000"/>
              <a:gd name="connsiteX450" fmla="*/ 1794914 w 7467600"/>
              <a:gd name="connsiteY450" fmla="*/ 6858000 h 6858000"/>
              <a:gd name="connsiteX451" fmla="*/ 1746128 w 7467600"/>
              <a:gd name="connsiteY451" fmla="*/ 6858000 h 6858000"/>
              <a:gd name="connsiteX452" fmla="*/ 1753934 w 7467600"/>
              <a:gd name="connsiteY452" fmla="*/ 6724796 h 6858000"/>
              <a:gd name="connsiteX453" fmla="*/ 1792053 w 7467600"/>
              <a:gd name="connsiteY453" fmla="*/ 6572396 h 6858000"/>
              <a:gd name="connsiteX454" fmla="*/ 1862248 w 7467600"/>
              <a:gd name="connsiteY454" fmla="*/ 6266397 h 6858000"/>
              <a:gd name="connsiteX455" fmla="*/ 1862250 w 7467600"/>
              <a:gd name="connsiteY455" fmla="*/ 6033531 h 6858000"/>
              <a:gd name="connsiteX456" fmla="*/ 1211999 w 7467600"/>
              <a:gd name="connsiteY456" fmla="*/ 6683610 h 6858000"/>
              <a:gd name="connsiteX457" fmla="*/ 1213266 w 7467600"/>
              <a:gd name="connsiteY457" fmla="*/ 6691947 h 6858000"/>
              <a:gd name="connsiteX458" fmla="*/ 1203370 w 7467600"/>
              <a:gd name="connsiteY458" fmla="*/ 6850676 h 6858000"/>
              <a:gd name="connsiteX459" fmla="*/ 1203671 w 7467600"/>
              <a:gd name="connsiteY459" fmla="*/ 6858000 h 6858000"/>
              <a:gd name="connsiteX460" fmla="*/ 1143180 w 7467600"/>
              <a:gd name="connsiteY460" fmla="*/ 6858000 h 6858000"/>
              <a:gd name="connsiteX461" fmla="*/ 1142176 w 7467600"/>
              <a:gd name="connsiteY461" fmla="*/ 6766045 h 6858000"/>
              <a:gd name="connsiteX462" fmla="*/ 1067484 w 7467600"/>
              <a:gd name="connsiteY462" fmla="*/ 6858000 h 6858000"/>
              <a:gd name="connsiteX463" fmla="*/ 953928 w 7467600"/>
              <a:gd name="connsiteY463" fmla="*/ 6858000 h 6858000"/>
              <a:gd name="connsiteX464" fmla="*/ 959715 w 7467600"/>
              <a:gd name="connsiteY464" fmla="*/ 6850185 h 6858000"/>
              <a:gd name="connsiteX465" fmla="*/ 1483788 w 7467600"/>
              <a:gd name="connsiteY465" fmla="*/ 6259174 h 6858000"/>
              <a:gd name="connsiteX466" fmla="*/ 1100671 w 7467600"/>
              <a:gd name="connsiteY466" fmla="*/ 6252137 h 6858000"/>
              <a:gd name="connsiteX467" fmla="*/ 1090144 w 7467600"/>
              <a:gd name="connsiteY467" fmla="*/ 6256748 h 6858000"/>
              <a:gd name="connsiteX468" fmla="*/ 1095872 w 7467600"/>
              <a:gd name="connsiteY468" fmla="*/ 6271892 h 6858000"/>
              <a:gd name="connsiteX469" fmla="*/ 262785 w 7467600"/>
              <a:gd name="connsiteY469" fmla="*/ 6845450 h 6858000"/>
              <a:gd name="connsiteX470" fmla="*/ 209968 w 7467600"/>
              <a:gd name="connsiteY470" fmla="*/ 6770713 h 6858000"/>
              <a:gd name="connsiteX471" fmla="*/ 873460 w 7467600"/>
              <a:gd name="connsiteY471" fmla="*/ 6253768 h 6858000"/>
              <a:gd name="connsiteX472" fmla="*/ 192686 w 7467600"/>
              <a:gd name="connsiteY472" fmla="*/ 5849257 h 6858000"/>
              <a:gd name="connsiteX473" fmla="*/ 4696 w 7467600"/>
              <a:gd name="connsiteY473" fmla="*/ 5697668 h 6858000"/>
              <a:gd name="connsiteX474" fmla="*/ 0 w 7467600"/>
              <a:gd name="connsiteY474" fmla="*/ 5689984 h 6858000"/>
              <a:gd name="connsiteX475" fmla="*/ 0 w 7467600"/>
              <a:gd name="connsiteY475" fmla="*/ 5513472 h 6858000"/>
              <a:gd name="connsiteX476" fmla="*/ 174101 w 7467600"/>
              <a:gd name="connsiteY476" fmla="*/ 5620277 h 6858000"/>
              <a:gd name="connsiteX477" fmla="*/ 891800 w 7467600"/>
              <a:gd name="connsiteY477" fmla="*/ 6036935 h 6858000"/>
              <a:gd name="connsiteX478" fmla="*/ 1072219 w 7467600"/>
              <a:gd name="connsiteY478" fmla="*/ 6169443 h 6858000"/>
              <a:gd name="connsiteX479" fmla="*/ 1074117 w 7467600"/>
              <a:gd name="connsiteY479" fmla="*/ 6170301 h 6858000"/>
              <a:gd name="connsiteX480" fmla="*/ 1083114 w 7467600"/>
              <a:gd name="connsiteY480" fmla="*/ 6174131 h 6858000"/>
              <a:gd name="connsiteX481" fmla="*/ 1543010 w 7467600"/>
              <a:gd name="connsiteY481" fmla="*/ 6191140 h 6858000"/>
              <a:gd name="connsiteX482" fmla="*/ 1551080 w 7467600"/>
              <a:gd name="connsiteY482" fmla="*/ 6195006 h 6858000"/>
              <a:gd name="connsiteX483" fmla="*/ 2345443 w 7467600"/>
              <a:gd name="connsiteY483" fmla="*/ 5549882 h 6858000"/>
              <a:gd name="connsiteX484" fmla="*/ 1721499 w 7467600"/>
              <a:gd name="connsiteY484" fmla="*/ 5599969 h 6858000"/>
              <a:gd name="connsiteX485" fmla="*/ 767716 w 7467600"/>
              <a:gd name="connsiteY485" fmla="*/ 5472768 h 6858000"/>
              <a:gd name="connsiteX486" fmla="*/ 722147 w 7467600"/>
              <a:gd name="connsiteY486" fmla="*/ 5393091 h 6858000"/>
              <a:gd name="connsiteX487" fmla="*/ 1485552 w 7467600"/>
              <a:gd name="connsiteY487" fmla="*/ 5313202 h 6858000"/>
              <a:gd name="connsiteX488" fmla="*/ 2143004 w 7467600"/>
              <a:gd name="connsiteY488" fmla="*/ 5402420 h 6858000"/>
              <a:gd name="connsiteX489" fmla="*/ 1933391 w 7467600"/>
              <a:gd name="connsiteY489" fmla="*/ 5156971 h 6858000"/>
              <a:gd name="connsiteX490" fmla="*/ 1827118 w 7467600"/>
              <a:gd name="connsiteY490" fmla="*/ 4968410 h 6858000"/>
              <a:gd name="connsiteX491" fmla="*/ 1837349 w 7467600"/>
              <a:gd name="connsiteY491" fmla="*/ 4956357 h 6858000"/>
              <a:gd name="connsiteX492" fmla="*/ 2162835 w 7467600"/>
              <a:gd name="connsiteY492" fmla="*/ 5187853 h 6858000"/>
              <a:gd name="connsiteX493" fmla="*/ 2257167 w 7467600"/>
              <a:gd name="connsiteY493" fmla="*/ 5462123 h 6858000"/>
              <a:gd name="connsiteX494" fmla="*/ 2261598 w 7467600"/>
              <a:gd name="connsiteY494" fmla="*/ 5467998 h 6858000"/>
              <a:gd name="connsiteX495" fmla="*/ 2437177 w 7467600"/>
              <a:gd name="connsiteY495" fmla="*/ 5479608 h 6858000"/>
              <a:gd name="connsiteX496" fmla="*/ 2445247 w 7467600"/>
              <a:gd name="connsiteY496" fmla="*/ 5483476 h 6858000"/>
              <a:gd name="connsiteX497" fmla="*/ 2743626 w 7467600"/>
              <a:gd name="connsiteY497" fmla="*/ 5304819 h 6858000"/>
              <a:gd name="connsiteX498" fmla="*/ 3048102 w 7467600"/>
              <a:gd name="connsiteY498" fmla="*/ 5150595 h 6858000"/>
              <a:gd name="connsiteX499" fmla="*/ 1799414 w 7467600"/>
              <a:gd name="connsiteY499" fmla="*/ 4694732 h 6858000"/>
              <a:gd name="connsiteX500" fmla="*/ 1771735 w 7467600"/>
              <a:gd name="connsiteY500" fmla="*/ 4619929 h 6858000"/>
              <a:gd name="connsiteX501" fmla="*/ 3104273 w 7467600"/>
              <a:gd name="connsiteY501" fmla="*/ 5076159 h 6858000"/>
              <a:gd name="connsiteX502" fmla="*/ 3113245 w 7467600"/>
              <a:gd name="connsiteY502" fmla="*/ 5090705 h 6858000"/>
              <a:gd name="connsiteX503" fmla="*/ 3126294 w 7467600"/>
              <a:gd name="connsiteY503" fmla="*/ 5114400 h 6858000"/>
              <a:gd name="connsiteX504" fmla="*/ 3937433 w 7467600"/>
              <a:gd name="connsiteY504" fmla="*/ 4830473 h 6858000"/>
              <a:gd name="connsiteX505" fmla="*/ 3590475 w 7467600"/>
              <a:gd name="connsiteY505" fmla="*/ 4597974 h 6858000"/>
              <a:gd name="connsiteX506" fmla="*/ 3100264 w 7467600"/>
              <a:gd name="connsiteY506" fmla="*/ 4579845 h 6858000"/>
              <a:gd name="connsiteX507" fmla="*/ 2183576 w 7467600"/>
              <a:gd name="connsiteY507" fmla="*/ 4227150 h 6858000"/>
              <a:gd name="connsiteX508" fmla="*/ 2151029 w 7467600"/>
              <a:gd name="connsiteY508" fmla="*/ 4146947 h 6858000"/>
              <a:gd name="connsiteX509" fmla="*/ 3563434 w 7467600"/>
              <a:gd name="connsiteY509" fmla="*/ 4469115 h 6858000"/>
              <a:gd name="connsiteX510" fmla="*/ 3177952 w 7467600"/>
              <a:gd name="connsiteY510" fmla="*/ 3657386 h 6858000"/>
              <a:gd name="connsiteX511" fmla="*/ 3189263 w 7467600"/>
              <a:gd name="connsiteY511" fmla="*/ 3625726 h 6858000"/>
              <a:gd name="connsiteX512" fmla="*/ 3560912 w 7467600"/>
              <a:gd name="connsiteY512" fmla="*/ 4079863 h 6858000"/>
              <a:gd name="connsiteX513" fmla="*/ 3626636 w 7467600"/>
              <a:gd name="connsiteY513" fmla="*/ 4512230 h 6858000"/>
              <a:gd name="connsiteX514" fmla="*/ 3653088 w 7467600"/>
              <a:gd name="connsiteY514" fmla="*/ 4521417 h 6858000"/>
              <a:gd name="connsiteX515" fmla="*/ 3988128 w 7467600"/>
              <a:gd name="connsiteY515" fmla="*/ 4817267 h 6858000"/>
              <a:gd name="connsiteX516" fmla="*/ 4830582 w 7467600"/>
              <a:gd name="connsiteY516" fmla="*/ 4676000 h 6858000"/>
              <a:gd name="connsiteX517" fmla="*/ 4830100 w 7467600"/>
              <a:gd name="connsiteY517" fmla="*/ 4675554 h 6858000"/>
              <a:gd name="connsiteX518" fmla="*/ 4036318 w 7467600"/>
              <a:gd name="connsiteY518" fmla="*/ 4147013 h 6858000"/>
              <a:gd name="connsiteX519" fmla="*/ 3432098 w 7467600"/>
              <a:gd name="connsiteY519" fmla="*/ 3537312 h 6858000"/>
              <a:gd name="connsiteX520" fmla="*/ 3446761 w 7467600"/>
              <a:gd name="connsiteY520" fmla="*/ 3461278 h 6858000"/>
              <a:gd name="connsiteX521" fmla="*/ 4419733 w 7467600"/>
              <a:gd name="connsiteY521" fmla="*/ 3963555 h 6858000"/>
              <a:gd name="connsiteX522" fmla="*/ 4781371 w 7467600"/>
              <a:gd name="connsiteY522" fmla="*/ 4458604 h 6858000"/>
              <a:gd name="connsiteX523" fmla="*/ 4780440 w 7467600"/>
              <a:gd name="connsiteY523" fmla="*/ 4470290 h 6858000"/>
              <a:gd name="connsiteX524" fmla="*/ 4898954 w 7467600"/>
              <a:gd name="connsiteY524" fmla="*/ 4662092 h 6858000"/>
              <a:gd name="connsiteX525" fmla="*/ 4900699 w 7467600"/>
              <a:gd name="connsiteY525" fmla="*/ 4670867 h 6858000"/>
              <a:gd name="connsiteX526" fmla="*/ 5714511 w 7467600"/>
              <a:gd name="connsiteY526" fmla="*/ 4663483 h 6858000"/>
              <a:gd name="connsiteX527" fmla="*/ 5464793 w 7467600"/>
              <a:gd name="connsiteY527" fmla="*/ 4393556 h 6858000"/>
              <a:gd name="connsiteX528" fmla="*/ 5461897 w 7467600"/>
              <a:gd name="connsiteY528" fmla="*/ 4390879 h 6858000"/>
              <a:gd name="connsiteX529" fmla="*/ 4294126 w 7467600"/>
              <a:gd name="connsiteY529" fmla="*/ 3303048 h 6858000"/>
              <a:gd name="connsiteX530" fmla="*/ 4305321 w 7467600"/>
              <a:gd name="connsiteY530" fmla="*/ 3256953 h 6858000"/>
              <a:gd name="connsiteX531" fmla="*/ 4949299 w 7467600"/>
              <a:gd name="connsiteY531" fmla="*/ 3766336 h 6858000"/>
              <a:gd name="connsiteX532" fmla="*/ 5291452 w 7467600"/>
              <a:gd name="connsiteY532" fmla="*/ 4076801 h 6858000"/>
              <a:gd name="connsiteX533" fmla="*/ 5434998 w 7467600"/>
              <a:gd name="connsiteY533" fmla="*/ 4254100 h 6858000"/>
              <a:gd name="connsiteX534" fmla="*/ 5351015 w 7467600"/>
              <a:gd name="connsiteY534" fmla="*/ 3760989 h 6858000"/>
              <a:gd name="connsiteX535" fmla="*/ 5413780 w 7467600"/>
              <a:gd name="connsiteY535" fmla="*/ 2966265 h 6858000"/>
              <a:gd name="connsiteX536" fmla="*/ 5425627 w 7467600"/>
              <a:gd name="connsiteY536" fmla="*/ 2954192 h 6858000"/>
              <a:gd name="connsiteX537" fmla="*/ 6604735 w 7467600"/>
              <a:gd name="connsiteY537" fmla="*/ 2041381 h 6858000"/>
              <a:gd name="connsiteX538" fmla="*/ 7204487 w 7467600"/>
              <a:gd name="connsiteY538" fmla="*/ 2742112 h 6858000"/>
              <a:gd name="connsiteX539" fmla="*/ 7131592 w 7467600"/>
              <a:gd name="connsiteY539" fmla="*/ 2672096 h 6858000"/>
              <a:gd name="connsiteX540" fmla="*/ 6996344 w 7467600"/>
              <a:gd name="connsiteY540" fmla="*/ 2518310 h 6858000"/>
              <a:gd name="connsiteX541" fmla="*/ 6735495 w 7467600"/>
              <a:gd name="connsiteY541" fmla="*/ 2196890 h 6858000"/>
              <a:gd name="connsiteX542" fmla="*/ 6721901 w 7467600"/>
              <a:gd name="connsiteY542" fmla="*/ 2179274 h 6858000"/>
              <a:gd name="connsiteX543" fmla="*/ 6604735 w 7467600"/>
              <a:gd name="connsiteY543" fmla="*/ 2041381 h 6858000"/>
              <a:gd name="connsiteX544" fmla="*/ 6591670 w 7467600"/>
              <a:gd name="connsiteY544" fmla="*/ 1988277 h 6858000"/>
              <a:gd name="connsiteX545" fmla="*/ 6747349 w 7467600"/>
              <a:gd name="connsiteY545" fmla="*/ 2160069 h 6858000"/>
              <a:gd name="connsiteX546" fmla="*/ 6760943 w 7467600"/>
              <a:gd name="connsiteY546" fmla="*/ 2177686 h 6858000"/>
              <a:gd name="connsiteX547" fmla="*/ 7021065 w 7467600"/>
              <a:gd name="connsiteY547" fmla="*/ 2498102 h 6858000"/>
              <a:gd name="connsiteX548" fmla="*/ 7155223 w 7467600"/>
              <a:gd name="connsiteY548" fmla="*/ 2650386 h 6858000"/>
              <a:gd name="connsiteX549" fmla="*/ 7203167 w 7467600"/>
              <a:gd name="connsiteY549" fmla="*/ 2697288 h 6858000"/>
              <a:gd name="connsiteX550" fmla="*/ 6937703 w 7467600"/>
              <a:gd name="connsiteY550" fmla="*/ 2321981 h 6858000"/>
              <a:gd name="connsiteX551" fmla="*/ 6591670 w 7467600"/>
              <a:gd name="connsiteY551" fmla="*/ 1988277 h 6858000"/>
              <a:gd name="connsiteX552" fmla="*/ 5798671 w 7467600"/>
              <a:gd name="connsiteY552" fmla="*/ 1981601 h 6858000"/>
              <a:gd name="connsiteX553" fmla="*/ 5754709 w 7467600"/>
              <a:gd name="connsiteY553" fmla="*/ 2071454 h 6858000"/>
              <a:gd name="connsiteX554" fmla="*/ 5763044 w 7467600"/>
              <a:gd name="connsiteY554" fmla="*/ 2842206 h 6858000"/>
              <a:gd name="connsiteX555" fmla="*/ 5764974 w 7467600"/>
              <a:gd name="connsiteY555" fmla="*/ 2799609 h 6858000"/>
              <a:gd name="connsiteX556" fmla="*/ 5767665 w 7467600"/>
              <a:gd name="connsiteY556" fmla="*/ 2666409 h 6858000"/>
              <a:gd name="connsiteX557" fmla="*/ 5763055 w 7467600"/>
              <a:gd name="connsiteY557" fmla="*/ 2579705 h 6858000"/>
              <a:gd name="connsiteX558" fmla="*/ 5758079 w 7467600"/>
              <a:gd name="connsiteY558" fmla="*/ 2492508 h 6858000"/>
              <a:gd name="connsiteX559" fmla="*/ 5779325 w 7467600"/>
              <a:gd name="connsiteY559" fmla="*/ 2197069 h 6858000"/>
              <a:gd name="connsiteX560" fmla="*/ 5798671 w 7467600"/>
              <a:gd name="connsiteY560" fmla="*/ 1981601 h 6858000"/>
              <a:gd name="connsiteX561" fmla="*/ 5829202 w 7467600"/>
              <a:gd name="connsiteY561" fmla="*/ 1971679 h 6858000"/>
              <a:gd name="connsiteX562" fmla="*/ 5809558 w 7467600"/>
              <a:gd name="connsiteY562" fmla="*/ 2198043 h 6858000"/>
              <a:gd name="connsiteX563" fmla="*/ 5788653 w 7467600"/>
              <a:gd name="connsiteY563" fmla="*/ 2489430 h 6858000"/>
              <a:gd name="connsiteX564" fmla="*/ 5793439 w 7467600"/>
              <a:gd name="connsiteY564" fmla="*/ 2575235 h 6858000"/>
              <a:gd name="connsiteX565" fmla="*/ 5796837 w 7467600"/>
              <a:gd name="connsiteY565" fmla="*/ 2637633 h 6858000"/>
              <a:gd name="connsiteX566" fmla="*/ 5818614 w 7467600"/>
              <a:gd name="connsiteY566" fmla="*/ 2473055 h 6858000"/>
              <a:gd name="connsiteX567" fmla="*/ 5829202 w 7467600"/>
              <a:gd name="connsiteY567" fmla="*/ 1971679 h 6858000"/>
              <a:gd name="connsiteX568" fmla="*/ 5911389 w 7467600"/>
              <a:gd name="connsiteY568" fmla="*/ 1898371 h 6858000"/>
              <a:gd name="connsiteX569" fmla="*/ 6237627 w 7467600"/>
              <a:gd name="connsiteY569" fmla="*/ 2231921 h 6858000"/>
              <a:gd name="connsiteX570" fmla="*/ 5911389 w 7467600"/>
              <a:gd name="connsiteY570" fmla="*/ 1898371 h 6858000"/>
              <a:gd name="connsiteX571" fmla="*/ 6944437 w 7467600"/>
              <a:gd name="connsiteY571" fmla="*/ 1575402 h 6858000"/>
              <a:gd name="connsiteX572" fmla="*/ 6304730 w 7467600"/>
              <a:gd name="connsiteY572" fmla="*/ 1766654 h 6858000"/>
              <a:gd name="connsiteX573" fmla="*/ 6944437 w 7467600"/>
              <a:gd name="connsiteY573" fmla="*/ 1575402 h 6858000"/>
              <a:gd name="connsiteX574" fmla="*/ 7019523 w 7467600"/>
              <a:gd name="connsiteY574" fmla="*/ 1519450 h 6858000"/>
              <a:gd name="connsiteX575" fmla="*/ 6298091 w 7467600"/>
              <a:gd name="connsiteY575" fmla="*/ 1737122 h 6858000"/>
              <a:gd name="connsiteX576" fmla="*/ 7019523 w 7467600"/>
              <a:gd name="connsiteY576" fmla="*/ 1519450 h 6858000"/>
              <a:gd name="connsiteX577" fmla="*/ 2399523 w 7467600"/>
              <a:gd name="connsiteY577" fmla="*/ 1428234 h 6858000"/>
              <a:gd name="connsiteX578" fmla="*/ 2224982 w 7467600"/>
              <a:gd name="connsiteY578" fmla="*/ 1826201 h 6858000"/>
              <a:gd name="connsiteX579" fmla="*/ 2096099 w 7467600"/>
              <a:gd name="connsiteY579" fmla="*/ 2345900 h 6858000"/>
              <a:gd name="connsiteX580" fmla="*/ 2283317 w 7467600"/>
              <a:gd name="connsiteY580" fmla="*/ 1796925 h 6858000"/>
              <a:gd name="connsiteX581" fmla="*/ 2399523 w 7467600"/>
              <a:gd name="connsiteY581" fmla="*/ 1428234 h 6858000"/>
              <a:gd name="connsiteX582" fmla="*/ 2448558 w 7467600"/>
              <a:gd name="connsiteY582" fmla="*/ 1373435 h 6858000"/>
              <a:gd name="connsiteX583" fmla="*/ 2312521 w 7467600"/>
              <a:gd name="connsiteY583" fmla="*/ 1806140 h 6858000"/>
              <a:gd name="connsiteX584" fmla="*/ 2127533 w 7467600"/>
              <a:gd name="connsiteY584" fmla="*/ 2348380 h 6858000"/>
              <a:gd name="connsiteX585" fmla="*/ 2358080 w 7467600"/>
              <a:gd name="connsiteY585" fmla="*/ 1866134 h 6858000"/>
              <a:gd name="connsiteX586" fmla="*/ 2407436 w 7467600"/>
              <a:gd name="connsiteY586" fmla="*/ 1651070 h 6858000"/>
              <a:gd name="connsiteX587" fmla="*/ 2448558 w 7467600"/>
              <a:gd name="connsiteY587" fmla="*/ 1373435 h 6858000"/>
              <a:gd name="connsiteX588" fmla="*/ 278707 w 7467600"/>
              <a:gd name="connsiteY588" fmla="*/ 1352270 h 6858000"/>
              <a:gd name="connsiteX589" fmla="*/ 321570 w 7467600"/>
              <a:gd name="connsiteY589" fmla="*/ 1861610 h 6858000"/>
              <a:gd name="connsiteX590" fmla="*/ 294281 w 7467600"/>
              <a:gd name="connsiteY590" fmla="*/ 1440658 h 6858000"/>
              <a:gd name="connsiteX591" fmla="*/ 278707 w 7467600"/>
              <a:gd name="connsiteY591" fmla="*/ 1352270 h 6858000"/>
              <a:gd name="connsiteX592" fmla="*/ 1423821 w 7467600"/>
              <a:gd name="connsiteY592" fmla="*/ 1351958 h 6858000"/>
              <a:gd name="connsiteX593" fmla="*/ 1638521 w 7467600"/>
              <a:gd name="connsiteY593" fmla="*/ 1908470 h 6858000"/>
              <a:gd name="connsiteX594" fmla="*/ 1754199 w 7467600"/>
              <a:gd name="connsiteY594" fmla="*/ 2149284 h 6858000"/>
              <a:gd name="connsiteX595" fmla="*/ 1908359 w 7467600"/>
              <a:gd name="connsiteY595" fmla="*/ 2364988 h 6858000"/>
              <a:gd name="connsiteX596" fmla="*/ 1647661 w 7467600"/>
              <a:gd name="connsiteY596" fmla="*/ 1825945 h 6858000"/>
              <a:gd name="connsiteX597" fmla="*/ 1423821 w 7467600"/>
              <a:gd name="connsiteY597" fmla="*/ 1351958 h 6858000"/>
              <a:gd name="connsiteX598" fmla="*/ 1431890 w 7467600"/>
              <a:gd name="connsiteY598" fmla="*/ 1306475 h 6858000"/>
              <a:gd name="connsiteX599" fmla="*/ 1507597 w 7467600"/>
              <a:gd name="connsiteY599" fmla="*/ 1446132 h 6858000"/>
              <a:gd name="connsiteX600" fmla="*/ 1674586 w 7467600"/>
              <a:gd name="connsiteY600" fmla="*/ 1813832 h 6858000"/>
              <a:gd name="connsiteX601" fmla="*/ 1815950 w 7467600"/>
              <a:gd name="connsiteY601" fmla="*/ 2128564 h 6858000"/>
              <a:gd name="connsiteX602" fmla="*/ 1984242 w 7467600"/>
              <a:gd name="connsiteY602" fmla="*/ 2430829 h 6858000"/>
              <a:gd name="connsiteX603" fmla="*/ 2014023 w 7467600"/>
              <a:gd name="connsiteY603" fmla="*/ 2450995 h 6858000"/>
              <a:gd name="connsiteX604" fmla="*/ 1747337 w 7467600"/>
              <a:gd name="connsiteY604" fmla="*/ 1855264 h 6858000"/>
              <a:gd name="connsiteX605" fmla="*/ 1533749 w 7467600"/>
              <a:gd name="connsiteY605" fmla="*/ 1478656 h 6858000"/>
              <a:gd name="connsiteX606" fmla="*/ 1431890 w 7467600"/>
              <a:gd name="connsiteY606" fmla="*/ 1306475 h 6858000"/>
              <a:gd name="connsiteX607" fmla="*/ 5052692 w 7467600"/>
              <a:gd name="connsiteY607" fmla="*/ 1292994 h 6858000"/>
              <a:gd name="connsiteX608" fmla="*/ 5200661 w 7467600"/>
              <a:gd name="connsiteY608" fmla="*/ 1635186 h 6858000"/>
              <a:gd name="connsiteX609" fmla="*/ 5297138 w 7467600"/>
              <a:gd name="connsiteY609" fmla="*/ 1906351 h 6858000"/>
              <a:gd name="connsiteX610" fmla="*/ 5052692 w 7467600"/>
              <a:gd name="connsiteY610" fmla="*/ 1292994 h 6858000"/>
              <a:gd name="connsiteX611" fmla="*/ 5009948 w 7467600"/>
              <a:gd name="connsiteY611" fmla="*/ 1273619 h 6858000"/>
              <a:gd name="connsiteX612" fmla="*/ 5121777 w 7467600"/>
              <a:gd name="connsiteY612" fmla="*/ 1654213 h 6858000"/>
              <a:gd name="connsiteX613" fmla="*/ 5293545 w 7467600"/>
              <a:gd name="connsiteY613" fmla="*/ 2072247 h 6858000"/>
              <a:gd name="connsiteX614" fmla="*/ 5294042 w 7467600"/>
              <a:gd name="connsiteY614" fmla="*/ 2065019 h 6858000"/>
              <a:gd name="connsiteX615" fmla="*/ 5171936 w 7467600"/>
              <a:gd name="connsiteY615" fmla="*/ 1647613 h 6858000"/>
              <a:gd name="connsiteX616" fmla="*/ 5009948 w 7467600"/>
              <a:gd name="connsiteY616" fmla="*/ 1273619 h 6858000"/>
              <a:gd name="connsiteX617" fmla="*/ 655236 w 7467600"/>
              <a:gd name="connsiteY617" fmla="*/ 1268632 h 6858000"/>
              <a:gd name="connsiteX618" fmla="*/ 839521 w 7467600"/>
              <a:gd name="connsiteY618" fmla="*/ 1685315 h 6858000"/>
              <a:gd name="connsiteX619" fmla="*/ 1109416 w 7467600"/>
              <a:gd name="connsiteY619" fmla="*/ 2061663 h 6858000"/>
              <a:gd name="connsiteX620" fmla="*/ 1298300 w 7467600"/>
              <a:gd name="connsiteY620" fmla="*/ 2247742 h 6858000"/>
              <a:gd name="connsiteX621" fmla="*/ 1125871 w 7467600"/>
              <a:gd name="connsiteY621" fmla="*/ 1989513 h 6858000"/>
              <a:gd name="connsiteX622" fmla="*/ 981574 w 7467600"/>
              <a:gd name="connsiteY622" fmla="*/ 1783157 h 6858000"/>
              <a:gd name="connsiteX623" fmla="*/ 922198 w 7467600"/>
              <a:gd name="connsiteY623" fmla="*/ 1677437 h 6858000"/>
              <a:gd name="connsiteX624" fmla="*/ 869293 w 7467600"/>
              <a:gd name="connsiteY624" fmla="*/ 1583214 h 6858000"/>
              <a:gd name="connsiteX625" fmla="*/ 751431 w 7467600"/>
              <a:gd name="connsiteY625" fmla="*/ 1405731 h 6858000"/>
              <a:gd name="connsiteX626" fmla="*/ 655236 w 7467600"/>
              <a:gd name="connsiteY626" fmla="*/ 1268632 h 6858000"/>
              <a:gd name="connsiteX627" fmla="*/ 6516292 w 7467600"/>
              <a:gd name="connsiteY627" fmla="*/ 1263064 h 6858000"/>
              <a:gd name="connsiteX628" fmla="*/ 5736320 w 7467600"/>
              <a:gd name="connsiteY628" fmla="*/ 1501803 h 6858000"/>
              <a:gd name="connsiteX629" fmla="*/ 6516292 w 7467600"/>
              <a:gd name="connsiteY629" fmla="*/ 1263064 h 6858000"/>
              <a:gd name="connsiteX630" fmla="*/ 291466 w 7467600"/>
              <a:gd name="connsiteY630" fmla="*/ 1250369 h 6858000"/>
              <a:gd name="connsiteX631" fmla="*/ 323180 w 7467600"/>
              <a:gd name="connsiteY631" fmla="*/ 1435283 h 6858000"/>
              <a:gd name="connsiteX632" fmla="*/ 349381 w 7467600"/>
              <a:gd name="connsiteY632" fmla="*/ 1875041 h 6858000"/>
              <a:gd name="connsiteX633" fmla="*/ 374363 w 7467600"/>
              <a:gd name="connsiteY633" fmla="*/ 1506494 h 6858000"/>
              <a:gd name="connsiteX634" fmla="*/ 302168 w 7467600"/>
              <a:gd name="connsiteY634" fmla="*/ 1274495 h 6858000"/>
              <a:gd name="connsiteX635" fmla="*/ 291466 w 7467600"/>
              <a:gd name="connsiteY635" fmla="*/ 1250369 h 6858000"/>
              <a:gd name="connsiteX636" fmla="*/ 678222 w 7467600"/>
              <a:gd name="connsiteY636" fmla="*/ 1248670 h 6858000"/>
              <a:gd name="connsiteX637" fmla="*/ 775536 w 7467600"/>
              <a:gd name="connsiteY637" fmla="*/ 1388015 h 6858000"/>
              <a:gd name="connsiteX638" fmla="*/ 894529 w 7467600"/>
              <a:gd name="connsiteY638" fmla="*/ 1567739 h 6858000"/>
              <a:gd name="connsiteX639" fmla="*/ 948000 w 7467600"/>
              <a:gd name="connsiteY639" fmla="*/ 1663088 h 6858000"/>
              <a:gd name="connsiteX640" fmla="*/ 1006812 w 7467600"/>
              <a:gd name="connsiteY640" fmla="*/ 1767683 h 6858000"/>
              <a:gd name="connsiteX641" fmla="*/ 1149133 w 7467600"/>
              <a:gd name="connsiteY641" fmla="*/ 1971513 h 6858000"/>
              <a:gd name="connsiteX642" fmla="*/ 1333952 w 7467600"/>
              <a:gd name="connsiteY642" fmla="*/ 2251620 h 6858000"/>
              <a:gd name="connsiteX643" fmla="*/ 1337329 w 7467600"/>
              <a:gd name="connsiteY643" fmla="*/ 2258350 h 6858000"/>
              <a:gd name="connsiteX644" fmla="*/ 1014726 w 7467600"/>
              <a:gd name="connsiteY644" fmla="*/ 1615556 h 6858000"/>
              <a:gd name="connsiteX645" fmla="*/ 678222 w 7467600"/>
              <a:gd name="connsiteY645" fmla="*/ 1248670 h 6858000"/>
              <a:gd name="connsiteX646" fmla="*/ 6691602 w 7467600"/>
              <a:gd name="connsiteY646" fmla="*/ 1140573 h 6858000"/>
              <a:gd name="connsiteX647" fmla="*/ 6571100 w 7467600"/>
              <a:gd name="connsiteY647" fmla="*/ 1183662 h 6858000"/>
              <a:gd name="connsiteX648" fmla="*/ 6241687 w 7467600"/>
              <a:gd name="connsiteY648" fmla="*/ 1257600 h 6858000"/>
              <a:gd name="connsiteX649" fmla="*/ 5693009 w 7467600"/>
              <a:gd name="connsiteY649" fmla="*/ 1478256 h 6858000"/>
              <a:gd name="connsiteX650" fmla="*/ 6548420 w 7467600"/>
              <a:gd name="connsiteY650" fmla="*/ 1214599 h 6858000"/>
              <a:gd name="connsiteX651" fmla="*/ 6605473 w 7467600"/>
              <a:gd name="connsiteY651" fmla="*/ 1184686 h 6858000"/>
              <a:gd name="connsiteX652" fmla="*/ 6691602 w 7467600"/>
              <a:gd name="connsiteY652" fmla="*/ 1140573 h 6858000"/>
              <a:gd name="connsiteX653" fmla="*/ 4002475 w 7467600"/>
              <a:gd name="connsiteY653" fmla="*/ 1037802 h 6858000"/>
              <a:gd name="connsiteX654" fmla="*/ 4000324 w 7467600"/>
              <a:gd name="connsiteY654" fmla="*/ 1039362 h 6858000"/>
              <a:gd name="connsiteX655" fmla="*/ 4002862 w 7467600"/>
              <a:gd name="connsiteY655" fmla="*/ 1042866 h 6858000"/>
              <a:gd name="connsiteX656" fmla="*/ 4002475 w 7467600"/>
              <a:gd name="connsiteY656" fmla="*/ 1037802 h 6858000"/>
              <a:gd name="connsiteX657" fmla="*/ 506322 w 7467600"/>
              <a:gd name="connsiteY657" fmla="*/ 1020997 h 6858000"/>
              <a:gd name="connsiteX658" fmla="*/ 533068 w 7467600"/>
              <a:gd name="connsiteY658" fmla="*/ 1029409 h 6858000"/>
              <a:gd name="connsiteX659" fmla="*/ 1232525 w 7467600"/>
              <a:gd name="connsiteY659" fmla="*/ 1804675 h 6858000"/>
              <a:gd name="connsiteX660" fmla="*/ 1388858 w 7467600"/>
              <a:gd name="connsiteY660" fmla="*/ 2368011 h 6858000"/>
              <a:gd name="connsiteX661" fmla="*/ 1384098 w 7467600"/>
              <a:gd name="connsiteY661" fmla="*/ 2378125 h 6858000"/>
              <a:gd name="connsiteX662" fmla="*/ 1425393 w 7467600"/>
              <a:gd name="connsiteY662" fmla="*/ 2589124 h 6858000"/>
              <a:gd name="connsiteX663" fmla="*/ 1424001 w 7467600"/>
              <a:gd name="connsiteY663" fmla="*/ 2597541 h 6858000"/>
              <a:gd name="connsiteX664" fmla="*/ 2152729 w 7467600"/>
              <a:gd name="connsiteY664" fmla="*/ 2864487 h 6858000"/>
              <a:gd name="connsiteX665" fmla="*/ 2020609 w 7467600"/>
              <a:gd name="connsiteY665" fmla="*/ 2539671 h 6858000"/>
              <a:gd name="connsiteX666" fmla="*/ 2018920 w 7467600"/>
              <a:gd name="connsiteY666" fmla="*/ 2536309 h 6858000"/>
              <a:gd name="connsiteX667" fmla="*/ 1342441 w 7467600"/>
              <a:gd name="connsiteY667" fmla="*/ 1173017 h 6858000"/>
              <a:gd name="connsiteX668" fmla="*/ 1367925 w 7467600"/>
              <a:gd name="connsiteY668" fmla="*/ 1135648 h 6858000"/>
              <a:gd name="connsiteX669" fmla="*/ 1771401 w 7467600"/>
              <a:gd name="connsiteY669" fmla="*/ 1806673 h 6858000"/>
              <a:gd name="connsiteX670" fmla="*/ 1972385 w 7467600"/>
              <a:gd name="connsiteY670" fmla="*/ 2198735 h 6858000"/>
              <a:gd name="connsiteX671" fmla="*/ 2040892 w 7467600"/>
              <a:gd name="connsiteY671" fmla="*/ 2405205 h 6858000"/>
              <a:gd name="connsiteX672" fmla="*/ 2131689 w 7467600"/>
              <a:gd name="connsiteY672" fmla="*/ 1936926 h 6858000"/>
              <a:gd name="connsiteX673" fmla="*/ 2454820 w 7467600"/>
              <a:gd name="connsiteY673" fmla="*/ 1248808 h 6858000"/>
              <a:gd name="connsiteX674" fmla="*/ 2492512 w 7467600"/>
              <a:gd name="connsiteY674" fmla="*/ 1302920 h 6858000"/>
              <a:gd name="connsiteX675" fmla="*/ 2081216 w 7467600"/>
              <a:gd name="connsiteY675" fmla="*/ 2527513 h 6858000"/>
              <a:gd name="connsiteX676" fmla="*/ 2081211 w 7467600"/>
              <a:gd name="connsiteY676" fmla="*/ 2528916 h 6858000"/>
              <a:gd name="connsiteX677" fmla="*/ 2199067 w 7467600"/>
              <a:gd name="connsiteY677" fmla="*/ 2884061 h 6858000"/>
              <a:gd name="connsiteX678" fmla="*/ 3192586 w 7467600"/>
              <a:gd name="connsiteY678" fmla="*/ 3411496 h 6858000"/>
              <a:gd name="connsiteX679" fmla="*/ 3182620 w 7467600"/>
              <a:gd name="connsiteY679" fmla="*/ 3483279 h 6858000"/>
              <a:gd name="connsiteX680" fmla="*/ 2435119 w 7467600"/>
              <a:gd name="connsiteY680" fmla="*/ 3080173 h 6858000"/>
              <a:gd name="connsiteX681" fmla="*/ 2410152 w 7467600"/>
              <a:gd name="connsiteY681" fmla="*/ 3063751 h 6858000"/>
              <a:gd name="connsiteX682" fmla="*/ 2408099 w 7467600"/>
              <a:gd name="connsiteY682" fmla="*/ 3064403 h 6858000"/>
              <a:gd name="connsiteX683" fmla="*/ 2407218 w 7467600"/>
              <a:gd name="connsiteY683" fmla="*/ 3070324 h 6858000"/>
              <a:gd name="connsiteX684" fmla="*/ 2380138 w 7467600"/>
              <a:gd name="connsiteY684" fmla="*/ 3099341 h 6858000"/>
              <a:gd name="connsiteX685" fmla="*/ 1765923 w 7467600"/>
              <a:gd name="connsiteY685" fmla="*/ 3581043 h 6858000"/>
              <a:gd name="connsiteX686" fmla="*/ 1702258 w 7467600"/>
              <a:gd name="connsiteY686" fmla="*/ 3612286 h 6858000"/>
              <a:gd name="connsiteX687" fmla="*/ 1538370 w 7467600"/>
              <a:gd name="connsiteY687" fmla="*/ 3811804 h 6858000"/>
              <a:gd name="connsiteX688" fmla="*/ 542867 w 7467600"/>
              <a:gd name="connsiteY688" fmla="*/ 4944092 h 6858000"/>
              <a:gd name="connsiteX689" fmla="*/ 515800 w 7467600"/>
              <a:gd name="connsiteY689" fmla="*/ 4862180 h 6858000"/>
              <a:gd name="connsiteX690" fmla="*/ 909145 w 7467600"/>
              <a:gd name="connsiteY690" fmla="*/ 4199225 h 6858000"/>
              <a:gd name="connsiteX691" fmla="*/ 1214067 w 7467600"/>
              <a:gd name="connsiteY691" fmla="*/ 3908561 h 6858000"/>
              <a:gd name="connsiteX692" fmla="*/ 640967 w 7467600"/>
              <a:gd name="connsiteY692" fmla="*/ 4105601 h 6858000"/>
              <a:gd name="connsiteX693" fmla="*/ 112563 w 7467600"/>
              <a:gd name="connsiteY693" fmla="*/ 4396952 h 6858000"/>
              <a:gd name="connsiteX694" fmla="*/ 0 w 7467600"/>
              <a:gd name="connsiteY694" fmla="*/ 4466006 h 6858000"/>
              <a:gd name="connsiteX695" fmla="*/ 0 w 7467600"/>
              <a:gd name="connsiteY695" fmla="*/ 4233763 h 6858000"/>
              <a:gd name="connsiteX696" fmla="*/ 36881 w 7467600"/>
              <a:gd name="connsiteY696" fmla="*/ 4200118 h 6858000"/>
              <a:gd name="connsiteX697" fmla="*/ 910534 w 7467600"/>
              <a:gd name="connsiteY697" fmla="*/ 3629753 h 6858000"/>
              <a:gd name="connsiteX698" fmla="*/ 1578717 w 7467600"/>
              <a:gd name="connsiteY698" fmla="*/ 3575982 h 6858000"/>
              <a:gd name="connsiteX699" fmla="*/ 2338780 w 7467600"/>
              <a:gd name="connsiteY699" fmla="*/ 3033725 h 6858000"/>
              <a:gd name="connsiteX700" fmla="*/ 1807991 w 7467600"/>
              <a:gd name="connsiteY700" fmla="*/ 2807184 h 6858000"/>
              <a:gd name="connsiteX701" fmla="*/ 1416358 w 7467600"/>
              <a:gd name="connsiteY701" fmla="*/ 3112571 h 6858000"/>
              <a:gd name="connsiteX702" fmla="*/ 939066 w 7467600"/>
              <a:gd name="connsiteY702" fmla="*/ 3378798 h 6858000"/>
              <a:gd name="connsiteX703" fmla="*/ 115099 w 7467600"/>
              <a:gd name="connsiteY703" fmla="*/ 3607650 h 6858000"/>
              <a:gd name="connsiteX704" fmla="*/ 97284 w 7467600"/>
              <a:gd name="connsiteY704" fmla="*/ 3520393 h 6858000"/>
              <a:gd name="connsiteX705" fmla="*/ 922050 w 7467600"/>
              <a:gd name="connsiteY705" fmla="*/ 3074867 h 6858000"/>
              <a:gd name="connsiteX706" fmla="*/ 1405265 w 7467600"/>
              <a:gd name="connsiteY706" fmla="*/ 3016319 h 6858000"/>
              <a:gd name="connsiteX707" fmla="*/ 1407512 w 7467600"/>
              <a:gd name="connsiteY707" fmla="*/ 3018001 h 6858000"/>
              <a:gd name="connsiteX708" fmla="*/ 1726266 w 7467600"/>
              <a:gd name="connsiteY708" fmla="*/ 2777274 h 6858000"/>
              <a:gd name="connsiteX709" fmla="*/ 625390 w 7467600"/>
              <a:gd name="connsiteY709" fmla="*/ 2514541 h 6858000"/>
              <a:gd name="connsiteX710" fmla="*/ 619799 w 7467600"/>
              <a:gd name="connsiteY710" fmla="*/ 2527180 h 6858000"/>
              <a:gd name="connsiteX711" fmla="*/ 310030 w 7467600"/>
              <a:gd name="connsiteY711" fmla="*/ 2771818 h 6858000"/>
              <a:gd name="connsiteX712" fmla="*/ 173877 w 7467600"/>
              <a:gd name="connsiteY712" fmla="*/ 2937056 h 6858000"/>
              <a:gd name="connsiteX713" fmla="*/ 77889 w 7467600"/>
              <a:gd name="connsiteY713" fmla="*/ 3138440 h 6858000"/>
              <a:gd name="connsiteX714" fmla="*/ 0 w 7467600"/>
              <a:gd name="connsiteY714" fmla="*/ 3271395 h 6858000"/>
              <a:gd name="connsiteX715" fmla="*/ 0 w 7467600"/>
              <a:gd name="connsiteY715" fmla="*/ 3153002 h 6858000"/>
              <a:gd name="connsiteX716" fmla="*/ 2386 w 7467600"/>
              <a:gd name="connsiteY716" fmla="*/ 3149203 h 6858000"/>
              <a:gd name="connsiteX717" fmla="*/ 89753 w 7467600"/>
              <a:gd name="connsiteY717" fmla="*/ 2987702 h 6858000"/>
              <a:gd name="connsiteX718" fmla="*/ 76869 w 7467600"/>
              <a:gd name="connsiteY718" fmla="*/ 3005404 h 6858000"/>
              <a:gd name="connsiteX719" fmla="*/ 32049 w 7467600"/>
              <a:gd name="connsiteY719" fmla="*/ 3065814 h 6858000"/>
              <a:gd name="connsiteX720" fmla="*/ 0 w 7467600"/>
              <a:gd name="connsiteY720" fmla="*/ 3108744 h 6858000"/>
              <a:gd name="connsiteX721" fmla="*/ 0 w 7467600"/>
              <a:gd name="connsiteY721" fmla="*/ 3058059 h 6858000"/>
              <a:gd name="connsiteX722" fmla="*/ 7610 w 7467600"/>
              <a:gd name="connsiteY722" fmla="*/ 3047889 h 6858000"/>
              <a:gd name="connsiteX723" fmla="*/ 52419 w 7467600"/>
              <a:gd name="connsiteY723" fmla="*/ 2987479 h 6858000"/>
              <a:gd name="connsiteX724" fmla="*/ 59142 w 7467600"/>
              <a:gd name="connsiteY724" fmla="*/ 2978488 h 6858000"/>
              <a:gd name="connsiteX725" fmla="*/ 0 w 7467600"/>
              <a:gd name="connsiteY725" fmla="*/ 3015334 h 6858000"/>
              <a:gd name="connsiteX726" fmla="*/ 0 w 7467600"/>
              <a:gd name="connsiteY726" fmla="*/ 2914286 h 6858000"/>
              <a:gd name="connsiteX727" fmla="*/ 36383 w 7467600"/>
              <a:gd name="connsiteY727" fmla="*/ 2901128 h 6858000"/>
              <a:gd name="connsiteX728" fmla="*/ 156329 w 7467600"/>
              <a:gd name="connsiteY728" fmla="*/ 2840533 h 6858000"/>
              <a:gd name="connsiteX729" fmla="*/ 358355 w 7467600"/>
              <a:gd name="connsiteY729" fmla="*/ 2620471 h 6858000"/>
              <a:gd name="connsiteX730" fmla="*/ 510577 w 7467600"/>
              <a:gd name="connsiteY730" fmla="*/ 2501244 h 6858000"/>
              <a:gd name="connsiteX731" fmla="*/ 211967 w 7467600"/>
              <a:gd name="connsiteY731" fmla="*/ 2479171 h 6858000"/>
              <a:gd name="connsiteX732" fmla="*/ 0 w 7467600"/>
              <a:gd name="connsiteY732" fmla="*/ 2476398 h 6858000"/>
              <a:gd name="connsiteX733" fmla="*/ 0 w 7467600"/>
              <a:gd name="connsiteY733" fmla="*/ 2389189 h 6858000"/>
              <a:gd name="connsiteX734" fmla="*/ 103062 w 7467600"/>
              <a:gd name="connsiteY734" fmla="*/ 2389518 h 6858000"/>
              <a:gd name="connsiteX735" fmla="*/ 510734 w 7467600"/>
              <a:gd name="connsiteY735" fmla="*/ 2416201 h 6858000"/>
              <a:gd name="connsiteX736" fmla="*/ 279257 w 7467600"/>
              <a:gd name="connsiteY736" fmla="*/ 2092102 h 6858000"/>
              <a:gd name="connsiteX737" fmla="*/ 65265 w 7467600"/>
              <a:gd name="connsiteY737" fmla="*/ 2006049 h 6858000"/>
              <a:gd name="connsiteX738" fmla="*/ 0 w 7467600"/>
              <a:gd name="connsiteY738" fmla="*/ 1982532 h 6858000"/>
              <a:gd name="connsiteX739" fmla="*/ 0 w 7467600"/>
              <a:gd name="connsiteY739" fmla="*/ 1912789 h 6858000"/>
              <a:gd name="connsiteX740" fmla="*/ 97460 w 7467600"/>
              <a:gd name="connsiteY740" fmla="*/ 1953725 h 6858000"/>
              <a:gd name="connsiteX741" fmla="*/ 221272 w 7467600"/>
              <a:gd name="connsiteY741" fmla="*/ 1980766 h 6858000"/>
              <a:gd name="connsiteX742" fmla="*/ 116765 w 7467600"/>
              <a:gd name="connsiteY742" fmla="*/ 1911033 h 6858000"/>
              <a:gd name="connsiteX743" fmla="*/ 16405 w 7467600"/>
              <a:gd name="connsiteY743" fmla="*/ 1803412 h 6858000"/>
              <a:gd name="connsiteX744" fmla="*/ 0 w 7467600"/>
              <a:gd name="connsiteY744" fmla="*/ 1784777 h 6858000"/>
              <a:gd name="connsiteX745" fmla="*/ 0 w 7467600"/>
              <a:gd name="connsiteY745" fmla="*/ 1740082 h 6858000"/>
              <a:gd name="connsiteX746" fmla="*/ 39394 w 7467600"/>
              <a:gd name="connsiteY746" fmla="*/ 1784856 h 6858000"/>
              <a:gd name="connsiteX747" fmla="*/ 135813 w 7467600"/>
              <a:gd name="connsiteY747" fmla="*/ 1888838 h 6858000"/>
              <a:gd name="connsiteX748" fmla="*/ 242575 w 7467600"/>
              <a:gd name="connsiteY748" fmla="*/ 1958841 h 6858000"/>
              <a:gd name="connsiteX749" fmla="*/ 82197 w 7467600"/>
              <a:gd name="connsiteY749" fmla="*/ 1754826 h 6858000"/>
              <a:gd name="connsiteX750" fmla="*/ 0 w 7467600"/>
              <a:gd name="connsiteY750" fmla="*/ 1679650 h 6858000"/>
              <a:gd name="connsiteX751" fmla="*/ 0 w 7467600"/>
              <a:gd name="connsiteY751" fmla="*/ 1602463 h 6858000"/>
              <a:gd name="connsiteX752" fmla="*/ 84689 w 7467600"/>
              <a:gd name="connsiteY752" fmla="*/ 1677442 h 6858000"/>
              <a:gd name="connsiteX753" fmla="*/ 298437 w 7467600"/>
              <a:gd name="connsiteY753" fmla="*/ 1968019 h 6858000"/>
              <a:gd name="connsiteX754" fmla="*/ 227269 w 7467600"/>
              <a:gd name="connsiteY754" fmla="*/ 1114064 h 6858000"/>
              <a:gd name="connsiteX755" fmla="*/ 248003 w 7467600"/>
              <a:gd name="connsiteY755" fmla="*/ 1089613 h 6858000"/>
              <a:gd name="connsiteX756" fmla="*/ 427020 w 7467600"/>
              <a:gd name="connsiteY756" fmla="*/ 1619803 h 6858000"/>
              <a:gd name="connsiteX757" fmla="*/ 340345 w 7467600"/>
              <a:gd name="connsiteY757" fmla="*/ 2027739 h 6858000"/>
              <a:gd name="connsiteX758" fmla="*/ 360865 w 7467600"/>
              <a:gd name="connsiteY758" fmla="*/ 2044827 h 6858000"/>
              <a:gd name="connsiteX759" fmla="*/ 560414 w 7467600"/>
              <a:gd name="connsiteY759" fmla="*/ 2421457 h 6858000"/>
              <a:gd name="connsiteX760" fmla="*/ 1359703 w 7467600"/>
              <a:gd name="connsiteY760" fmla="*/ 2578554 h 6858000"/>
              <a:gd name="connsiteX761" fmla="*/ 1359422 w 7467600"/>
              <a:gd name="connsiteY761" fmla="*/ 2577994 h 6858000"/>
              <a:gd name="connsiteX762" fmla="*/ 828701 w 7467600"/>
              <a:gd name="connsiteY762" fmla="*/ 1839520 h 6858000"/>
              <a:gd name="connsiteX763" fmla="*/ 494427 w 7467600"/>
              <a:gd name="connsiteY763" fmla="*/ 1092333 h 6858000"/>
              <a:gd name="connsiteX764" fmla="*/ 506322 w 7467600"/>
              <a:gd name="connsiteY764" fmla="*/ 1020997 h 6858000"/>
              <a:gd name="connsiteX765" fmla="*/ 4570198 w 7467600"/>
              <a:gd name="connsiteY765" fmla="*/ 978081 h 6858000"/>
              <a:gd name="connsiteX766" fmla="*/ 4523691 w 7467600"/>
              <a:gd name="connsiteY766" fmla="*/ 1127776 h 6858000"/>
              <a:gd name="connsiteX767" fmla="*/ 4509875 w 7467600"/>
              <a:gd name="connsiteY767" fmla="*/ 1167552 h 6858000"/>
              <a:gd name="connsiteX768" fmla="*/ 4478168 w 7467600"/>
              <a:gd name="connsiteY768" fmla="*/ 1260735 h 6858000"/>
              <a:gd name="connsiteX769" fmla="*/ 4409309 w 7467600"/>
              <a:gd name="connsiteY769" fmla="*/ 1666996 h 6858000"/>
              <a:gd name="connsiteX770" fmla="*/ 4370031 w 7467600"/>
              <a:gd name="connsiteY770" fmla="*/ 1955666 h 6858000"/>
              <a:gd name="connsiteX771" fmla="*/ 4570198 w 7467600"/>
              <a:gd name="connsiteY771" fmla="*/ 978081 h 6858000"/>
              <a:gd name="connsiteX772" fmla="*/ 4557898 w 7467600"/>
              <a:gd name="connsiteY772" fmla="*/ 900011 h 6858000"/>
              <a:gd name="connsiteX773" fmla="*/ 4344840 w 7467600"/>
              <a:gd name="connsiteY773" fmla="*/ 1922038 h 6858000"/>
              <a:gd name="connsiteX774" fmla="*/ 4378710 w 7467600"/>
              <a:gd name="connsiteY774" fmla="*/ 1665516 h 6858000"/>
              <a:gd name="connsiteX775" fmla="*/ 4448798 w 7467600"/>
              <a:gd name="connsiteY775" fmla="*/ 1253024 h 6858000"/>
              <a:gd name="connsiteX776" fmla="*/ 4480315 w 7467600"/>
              <a:gd name="connsiteY776" fmla="*/ 1158454 h 6858000"/>
              <a:gd name="connsiteX777" fmla="*/ 4494133 w 7467600"/>
              <a:gd name="connsiteY777" fmla="*/ 1118676 h 6858000"/>
              <a:gd name="connsiteX778" fmla="*/ 4557898 w 7467600"/>
              <a:gd name="connsiteY778" fmla="*/ 900011 h 6858000"/>
              <a:gd name="connsiteX779" fmla="*/ 5870151 w 7467600"/>
              <a:gd name="connsiteY779" fmla="*/ 898890 h 6858000"/>
              <a:gd name="connsiteX780" fmla="*/ 5861335 w 7467600"/>
              <a:gd name="connsiteY780" fmla="*/ 899177 h 6858000"/>
              <a:gd name="connsiteX781" fmla="*/ 5843702 w 7467600"/>
              <a:gd name="connsiteY781" fmla="*/ 899748 h 6858000"/>
              <a:gd name="connsiteX782" fmla="*/ 5651107 w 7467600"/>
              <a:gd name="connsiteY782" fmla="*/ 920306 h 6858000"/>
              <a:gd name="connsiteX783" fmla="*/ 5459407 w 7467600"/>
              <a:gd name="connsiteY783" fmla="*/ 940975 h 6858000"/>
              <a:gd name="connsiteX784" fmla="*/ 5374846 w 7467600"/>
              <a:gd name="connsiteY784" fmla="*/ 941988 h 6858000"/>
              <a:gd name="connsiteX785" fmla="*/ 5256105 w 7467600"/>
              <a:gd name="connsiteY785" fmla="*/ 945632 h 6858000"/>
              <a:gd name="connsiteX786" fmla="*/ 5107071 w 7467600"/>
              <a:gd name="connsiteY786" fmla="*/ 969720 h 6858000"/>
              <a:gd name="connsiteX787" fmla="*/ 4998681 w 7467600"/>
              <a:gd name="connsiteY787" fmla="*/ 988771 h 6858000"/>
              <a:gd name="connsiteX788" fmla="*/ 5870151 w 7467600"/>
              <a:gd name="connsiteY788" fmla="*/ 898890 h 6858000"/>
              <a:gd name="connsiteX789" fmla="*/ 5504425 w 7467600"/>
              <a:gd name="connsiteY789" fmla="*/ 848067 h 6858000"/>
              <a:gd name="connsiteX790" fmla="*/ 4968849 w 7467600"/>
              <a:gd name="connsiteY790" fmla="*/ 962318 h 6858000"/>
              <a:gd name="connsiteX791" fmla="*/ 5104039 w 7467600"/>
              <a:gd name="connsiteY791" fmla="*/ 940634 h 6858000"/>
              <a:gd name="connsiteX792" fmla="*/ 5256311 w 7467600"/>
              <a:gd name="connsiteY792" fmla="*/ 916490 h 6858000"/>
              <a:gd name="connsiteX793" fmla="*/ 5377381 w 7467600"/>
              <a:gd name="connsiteY793" fmla="*/ 912671 h 6858000"/>
              <a:gd name="connsiteX794" fmla="*/ 5460148 w 7467600"/>
              <a:gd name="connsiteY794" fmla="*/ 911442 h 6858000"/>
              <a:gd name="connsiteX795" fmla="*/ 5648971 w 7467600"/>
              <a:gd name="connsiteY795" fmla="*/ 891331 h 6858000"/>
              <a:gd name="connsiteX796" fmla="*/ 5844807 w 7467600"/>
              <a:gd name="connsiteY796" fmla="*/ 870718 h 6858000"/>
              <a:gd name="connsiteX797" fmla="*/ 5862975 w 7467600"/>
              <a:gd name="connsiteY797" fmla="*/ 869756 h 6858000"/>
              <a:gd name="connsiteX798" fmla="*/ 5920887 w 7467600"/>
              <a:gd name="connsiteY798" fmla="*/ 865929 h 6858000"/>
              <a:gd name="connsiteX799" fmla="*/ 5504425 w 7467600"/>
              <a:gd name="connsiteY799" fmla="*/ 848067 h 6858000"/>
              <a:gd name="connsiteX800" fmla="*/ 3607114 w 7467600"/>
              <a:gd name="connsiteY800" fmla="*/ 467441 h 6858000"/>
              <a:gd name="connsiteX801" fmla="*/ 3296242 w 7467600"/>
              <a:gd name="connsiteY801" fmla="*/ 807991 h 6858000"/>
              <a:gd name="connsiteX802" fmla="*/ 3174674 w 7467600"/>
              <a:gd name="connsiteY802" fmla="*/ 919759 h 6858000"/>
              <a:gd name="connsiteX803" fmla="*/ 3042978 w 7467600"/>
              <a:gd name="connsiteY803" fmla="*/ 1054894 h 6858000"/>
              <a:gd name="connsiteX804" fmla="*/ 2968914 w 7467600"/>
              <a:gd name="connsiteY804" fmla="*/ 1133756 h 6858000"/>
              <a:gd name="connsiteX805" fmla="*/ 3103823 w 7467600"/>
              <a:gd name="connsiteY805" fmla="*/ 1026814 h 6858000"/>
              <a:gd name="connsiteX806" fmla="*/ 3607114 w 7467600"/>
              <a:gd name="connsiteY806" fmla="*/ 467441 h 6858000"/>
              <a:gd name="connsiteX807" fmla="*/ 3744487 w 7467600"/>
              <a:gd name="connsiteY807" fmla="*/ 383136 h 6858000"/>
              <a:gd name="connsiteX808" fmla="*/ 3970213 w 7467600"/>
              <a:gd name="connsiteY808" fmla="*/ 995559 h 6858000"/>
              <a:gd name="connsiteX809" fmla="*/ 3744487 w 7467600"/>
              <a:gd name="connsiteY809" fmla="*/ 383136 h 6858000"/>
              <a:gd name="connsiteX810" fmla="*/ 3624562 w 7467600"/>
              <a:gd name="connsiteY810" fmla="*/ 367041 h 6858000"/>
              <a:gd name="connsiteX811" fmla="*/ 3489712 w 7467600"/>
              <a:gd name="connsiteY811" fmla="*/ 485386 h 6858000"/>
              <a:gd name="connsiteX812" fmla="*/ 3182994 w 7467600"/>
              <a:gd name="connsiteY812" fmla="*/ 828265 h 6858000"/>
              <a:gd name="connsiteX813" fmla="*/ 2892114 w 7467600"/>
              <a:gd name="connsiteY813" fmla="*/ 1172635 h 6858000"/>
              <a:gd name="connsiteX814" fmla="*/ 3021459 w 7467600"/>
              <a:gd name="connsiteY814" fmla="*/ 1035385 h 6858000"/>
              <a:gd name="connsiteX815" fmla="*/ 3153873 w 7467600"/>
              <a:gd name="connsiteY815" fmla="*/ 898971 h 6858000"/>
              <a:gd name="connsiteX816" fmla="*/ 3276511 w 7467600"/>
              <a:gd name="connsiteY816" fmla="*/ 786423 h 6858000"/>
              <a:gd name="connsiteX817" fmla="*/ 3584154 w 7467600"/>
              <a:gd name="connsiteY817" fmla="*/ 448218 h 6858000"/>
              <a:gd name="connsiteX818" fmla="*/ 3624562 w 7467600"/>
              <a:gd name="connsiteY818" fmla="*/ 367041 h 6858000"/>
              <a:gd name="connsiteX819" fmla="*/ 3766672 w 7467600"/>
              <a:gd name="connsiteY819" fmla="*/ 359429 h 6858000"/>
              <a:gd name="connsiteX820" fmla="*/ 3996338 w 7467600"/>
              <a:gd name="connsiteY820" fmla="*/ 968237 h 6858000"/>
              <a:gd name="connsiteX821" fmla="*/ 3766672 w 7467600"/>
              <a:gd name="connsiteY821" fmla="*/ 359429 h 6858000"/>
              <a:gd name="connsiteX822" fmla="*/ 5805386 w 7467600"/>
              <a:gd name="connsiteY822" fmla="*/ 239240 h 6858000"/>
              <a:gd name="connsiteX823" fmla="*/ 5736947 w 7467600"/>
              <a:gd name="connsiteY823" fmla="*/ 261367 h 6858000"/>
              <a:gd name="connsiteX824" fmla="*/ 5427012 w 7467600"/>
              <a:gd name="connsiteY824" fmla="*/ 311272 h 6858000"/>
              <a:gd name="connsiteX825" fmla="*/ 5147818 w 7467600"/>
              <a:gd name="connsiteY825" fmla="*/ 322112 h 6858000"/>
              <a:gd name="connsiteX826" fmla="*/ 5060854 w 7467600"/>
              <a:gd name="connsiteY826" fmla="*/ 311882 h 6858000"/>
              <a:gd name="connsiteX827" fmla="*/ 4945989 w 7467600"/>
              <a:gd name="connsiteY827" fmla="*/ 300516 h 6858000"/>
              <a:gd name="connsiteX828" fmla="*/ 5410479 w 7467600"/>
              <a:gd name="connsiteY828" fmla="*/ 348434 h 6858000"/>
              <a:gd name="connsiteX829" fmla="*/ 5805386 w 7467600"/>
              <a:gd name="connsiteY829" fmla="*/ 239240 h 6858000"/>
              <a:gd name="connsiteX830" fmla="*/ 5905192 w 7467600"/>
              <a:gd name="connsiteY830" fmla="*/ 163079 h 6858000"/>
              <a:gd name="connsiteX831" fmla="*/ 5865655 w 7467600"/>
              <a:gd name="connsiteY831" fmla="*/ 171901 h 6858000"/>
              <a:gd name="connsiteX832" fmla="*/ 5259740 w 7467600"/>
              <a:gd name="connsiteY832" fmla="*/ 257013 h 6858000"/>
              <a:gd name="connsiteX833" fmla="*/ 5208466 w 7467600"/>
              <a:gd name="connsiteY833" fmla="*/ 257550 h 6858000"/>
              <a:gd name="connsiteX834" fmla="*/ 4980204 w 7467600"/>
              <a:gd name="connsiteY834" fmla="*/ 271903 h 6858000"/>
              <a:gd name="connsiteX835" fmla="*/ 5068068 w 7467600"/>
              <a:gd name="connsiteY835" fmla="*/ 282244 h 6858000"/>
              <a:gd name="connsiteX836" fmla="*/ 5153231 w 7467600"/>
              <a:gd name="connsiteY836" fmla="*/ 292240 h 6858000"/>
              <a:gd name="connsiteX837" fmla="*/ 5426491 w 7467600"/>
              <a:gd name="connsiteY837" fmla="*/ 281128 h 6858000"/>
              <a:gd name="connsiteX838" fmla="*/ 5731212 w 7467600"/>
              <a:gd name="connsiteY838" fmla="*/ 231951 h 6858000"/>
              <a:gd name="connsiteX839" fmla="*/ 5905192 w 7467600"/>
              <a:gd name="connsiteY839" fmla="*/ 163079 h 6858000"/>
              <a:gd name="connsiteX840" fmla="*/ 5944437 w 7467600"/>
              <a:gd name="connsiteY840" fmla="*/ 113829 h 6858000"/>
              <a:gd name="connsiteX841" fmla="*/ 5825032 w 7467600"/>
              <a:gd name="connsiteY841" fmla="*/ 146405 h 6858000"/>
              <a:gd name="connsiteX842" fmla="*/ 4955599 w 7467600"/>
              <a:gd name="connsiteY842" fmla="*/ 247008 h 6858000"/>
              <a:gd name="connsiteX843" fmla="*/ 5210104 w 7467600"/>
              <a:gd name="connsiteY843" fmla="*/ 228123 h 6858000"/>
              <a:gd name="connsiteX844" fmla="*/ 5261015 w 7467600"/>
              <a:gd name="connsiteY844" fmla="*/ 227087 h 6858000"/>
              <a:gd name="connsiteX845" fmla="*/ 5861181 w 7467600"/>
              <a:gd name="connsiteY845" fmla="*/ 143093 h 6858000"/>
              <a:gd name="connsiteX846" fmla="*/ 5961252 w 7467600"/>
              <a:gd name="connsiteY846" fmla="*/ 114820 h 6858000"/>
              <a:gd name="connsiteX847" fmla="*/ 5944437 w 7467600"/>
              <a:gd name="connsiteY847" fmla="*/ 113829 h 6858000"/>
              <a:gd name="connsiteX848" fmla="*/ 3882765 w 7467600"/>
              <a:gd name="connsiteY848" fmla="*/ 0 h 6858000"/>
              <a:gd name="connsiteX849" fmla="*/ 3995099 w 7467600"/>
              <a:gd name="connsiteY849" fmla="*/ 0 h 6858000"/>
              <a:gd name="connsiteX850" fmla="*/ 4163818 w 7467600"/>
              <a:gd name="connsiteY850" fmla="*/ 234104 h 6858000"/>
              <a:gd name="connsiteX851" fmla="*/ 4172099 w 7467600"/>
              <a:gd name="connsiteY851" fmla="*/ 234207 h 6858000"/>
              <a:gd name="connsiteX852" fmla="*/ 4784282 w 7467600"/>
              <a:gd name="connsiteY852" fmla="*/ 276561 h 6858000"/>
              <a:gd name="connsiteX853" fmla="*/ 4801687 w 7467600"/>
              <a:gd name="connsiteY853" fmla="*/ 267764 h 6858000"/>
              <a:gd name="connsiteX854" fmla="*/ 6082788 w 7467600"/>
              <a:gd name="connsiteY854" fmla="*/ 64119 h 6858000"/>
              <a:gd name="connsiteX855" fmla="*/ 6099442 w 7467600"/>
              <a:gd name="connsiteY855" fmla="*/ 82568 h 6858000"/>
              <a:gd name="connsiteX856" fmla="*/ 4804137 w 7467600"/>
              <a:gd name="connsiteY856" fmla="*/ 320931 h 6858000"/>
              <a:gd name="connsiteX857" fmla="*/ 4227047 w 7467600"/>
              <a:gd name="connsiteY857" fmla="*/ 313415 h 6858000"/>
              <a:gd name="connsiteX858" fmla="*/ 4346041 w 7467600"/>
              <a:gd name="connsiteY858" fmla="*/ 456086 h 6858000"/>
              <a:gd name="connsiteX859" fmla="*/ 4870967 w 7467600"/>
              <a:gd name="connsiteY859" fmla="*/ 963061 h 6858000"/>
              <a:gd name="connsiteX860" fmla="*/ 4889647 w 7467600"/>
              <a:gd name="connsiteY860" fmla="*/ 957147 h 6858000"/>
              <a:gd name="connsiteX861" fmla="*/ 5422504 w 7467600"/>
              <a:gd name="connsiteY861" fmla="*/ 805191 h 6858000"/>
              <a:gd name="connsiteX862" fmla="*/ 6087656 w 7467600"/>
              <a:gd name="connsiteY862" fmla="*/ 826703 h 6858000"/>
              <a:gd name="connsiteX863" fmla="*/ 6058717 w 7467600"/>
              <a:gd name="connsiteY863" fmla="*/ 865992 h 6858000"/>
              <a:gd name="connsiteX864" fmla="*/ 4974153 w 7467600"/>
              <a:gd name="connsiteY864" fmla="*/ 1045456 h 6858000"/>
              <a:gd name="connsiteX865" fmla="*/ 5627835 w 7467600"/>
              <a:gd name="connsiteY865" fmla="*/ 1472077 h 6858000"/>
              <a:gd name="connsiteX866" fmla="*/ 5629817 w 7467600"/>
              <a:gd name="connsiteY866" fmla="*/ 1471412 h 6858000"/>
              <a:gd name="connsiteX867" fmla="*/ 5634124 w 7467600"/>
              <a:gd name="connsiteY867" fmla="*/ 1470572 h 6858000"/>
              <a:gd name="connsiteX868" fmla="*/ 5755832 w 7467600"/>
              <a:gd name="connsiteY868" fmla="*/ 1383886 h 6858000"/>
              <a:gd name="connsiteX869" fmla="*/ 6014186 w 7467600"/>
              <a:gd name="connsiteY869" fmla="*/ 1279799 h 6858000"/>
              <a:gd name="connsiteX870" fmla="*/ 6901619 w 7467600"/>
              <a:gd name="connsiteY870" fmla="*/ 1047874 h 6858000"/>
              <a:gd name="connsiteX871" fmla="*/ 6931566 w 7467600"/>
              <a:gd name="connsiteY871" fmla="*/ 1062034 h 6858000"/>
              <a:gd name="connsiteX872" fmla="*/ 5790982 w 7467600"/>
              <a:gd name="connsiteY872" fmla="*/ 1561380 h 6858000"/>
              <a:gd name="connsiteX873" fmla="*/ 6188971 w 7467600"/>
              <a:gd name="connsiteY873" fmla="*/ 1755168 h 6858000"/>
              <a:gd name="connsiteX874" fmla="*/ 6202446 w 7467600"/>
              <a:gd name="connsiteY874" fmla="*/ 1752268 h 6858000"/>
              <a:gd name="connsiteX875" fmla="*/ 7179560 w 7467600"/>
              <a:gd name="connsiteY875" fmla="*/ 1467551 h 6858000"/>
              <a:gd name="connsiteX876" fmla="*/ 7158730 w 7467600"/>
              <a:gd name="connsiteY876" fmla="*/ 1507835 h 6858000"/>
              <a:gd name="connsiteX877" fmla="*/ 6326959 w 7467600"/>
              <a:gd name="connsiteY877" fmla="*/ 1817686 h 6858000"/>
              <a:gd name="connsiteX878" fmla="*/ 6537433 w 7467600"/>
              <a:gd name="connsiteY878" fmla="*/ 1907790 h 6858000"/>
              <a:gd name="connsiteX879" fmla="*/ 6550221 w 7467600"/>
              <a:gd name="connsiteY879" fmla="*/ 1910729 h 6858000"/>
              <a:gd name="connsiteX880" fmla="*/ 6964438 w 7467600"/>
              <a:gd name="connsiteY880" fmla="*/ 2209505 h 6858000"/>
              <a:gd name="connsiteX881" fmla="*/ 7367862 w 7467600"/>
              <a:gd name="connsiteY881" fmla="*/ 2806833 h 6858000"/>
              <a:gd name="connsiteX882" fmla="*/ 7364329 w 7467600"/>
              <a:gd name="connsiteY882" fmla="*/ 2826907 h 6858000"/>
              <a:gd name="connsiteX883" fmla="*/ 7290545 w 7467600"/>
              <a:gd name="connsiteY883" fmla="*/ 2850663 h 6858000"/>
              <a:gd name="connsiteX884" fmla="*/ 6472036 w 7467600"/>
              <a:gd name="connsiteY884" fmla="*/ 1959003 h 6858000"/>
              <a:gd name="connsiteX885" fmla="*/ 5792897 w 7467600"/>
              <a:gd name="connsiteY885" fmla="*/ 1647747 h 6858000"/>
              <a:gd name="connsiteX886" fmla="*/ 5842751 w 7467600"/>
              <a:gd name="connsiteY886" fmla="*/ 1816112 h 6858000"/>
              <a:gd name="connsiteX887" fmla="*/ 5847424 w 7467600"/>
              <a:gd name="connsiteY887" fmla="*/ 1815776 h 6858000"/>
              <a:gd name="connsiteX888" fmla="*/ 6399821 w 7467600"/>
              <a:gd name="connsiteY888" fmla="*/ 2344799 h 6858000"/>
              <a:gd name="connsiteX889" fmla="*/ 6323232 w 7467600"/>
              <a:gd name="connsiteY889" fmla="*/ 2389634 h 6858000"/>
              <a:gd name="connsiteX890" fmla="*/ 5942958 w 7467600"/>
              <a:gd name="connsiteY890" fmla="*/ 2077708 h 6858000"/>
              <a:gd name="connsiteX891" fmla="*/ 5921559 w 7467600"/>
              <a:gd name="connsiteY891" fmla="*/ 2378596 h 6858000"/>
              <a:gd name="connsiteX892" fmla="*/ 5817651 w 7467600"/>
              <a:gd name="connsiteY892" fmla="*/ 3023919 h 6858000"/>
              <a:gd name="connsiteX893" fmla="*/ 5729634 w 7467600"/>
              <a:gd name="connsiteY893" fmla="*/ 3051849 h 6858000"/>
              <a:gd name="connsiteX894" fmla="*/ 5611018 w 7467600"/>
              <a:gd name="connsiteY894" fmla="*/ 2316769 h 6858000"/>
              <a:gd name="connsiteX895" fmla="*/ 5687608 w 7467600"/>
              <a:gd name="connsiteY895" fmla="*/ 2039972 h 6858000"/>
              <a:gd name="connsiteX896" fmla="*/ 5657554 w 7467600"/>
              <a:gd name="connsiteY896" fmla="*/ 1576445 h 6858000"/>
              <a:gd name="connsiteX897" fmla="*/ 5150475 w 7467600"/>
              <a:gd name="connsiteY897" fmla="*/ 1274012 h 6858000"/>
              <a:gd name="connsiteX898" fmla="*/ 5349142 w 7467600"/>
              <a:gd name="connsiteY898" fmla="*/ 2204405 h 6858000"/>
              <a:gd name="connsiteX899" fmla="*/ 5262214 w 7467600"/>
              <a:gd name="connsiteY899" fmla="*/ 2233836 h 6858000"/>
              <a:gd name="connsiteX900" fmla="*/ 4981539 w 7467600"/>
              <a:gd name="connsiteY900" fmla="*/ 1542201 h 6858000"/>
              <a:gd name="connsiteX901" fmla="*/ 4958461 w 7467600"/>
              <a:gd name="connsiteY901" fmla="*/ 1136957 h 6858000"/>
              <a:gd name="connsiteX902" fmla="*/ 4655015 w 7467600"/>
              <a:gd name="connsiteY902" fmla="*/ 891426 h 6858000"/>
              <a:gd name="connsiteX903" fmla="*/ 4348002 w 7467600"/>
              <a:gd name="connsiteY903" fmla="*/ 2205895 h 6858000"/>
              <a:gd name="connsiteX904" fmla="*/ 4262250 w 7467600"/>
              <a:gd name="connsiteY904" fmla="*/ 2219972 h 6858000"/>
              <a:gd name="connsiteX905" fmla="*/ 4550611 w 7467600"/>
              <a:gd name="connsiteY905" fmla="*/ 817540 h 6858000"/>
              <a:gd name="connsiteX906" fmla="*/ 4564418 w 7467600"/>
              <a:gd name="connsiteY906" fmla="*/ 808293 h 6858000"/>
              <a:gd name="connsiteX907" fmla="*/ 4266388 w 7467600"/>
              <a:gd name="connsiteY907" fmla="*/ 500083 h 6858000"/>
              <a:gd name="connsiteX908" fmla="*/ 4032842 w 7467600"/>
              <a:gd name="connsiteY908" fmla="*/ 211809 h 6858000"/>
              <a:gd name="connsiteX909" fmla="*/ 3882765 w 7467600"/>
              <a:gd name="connsiteY909" fmla="*/ 0 h 6858000"/>
              <a:gd name="connsiteX910" fmla="*/ 3721337 w 7467600"/>
              <a:gd name="connsiteY910" fmla="*/ 0 h 6858000"/>
              <a:gd name="connsiteX911" fmla="*/ 3797544 w 7467600"/>
              <a:gd name="connsiteY911" fmla="*/ 0 h 6858000"/>
              <a:gd name="connsiteX912" fmla="*/ 3775734 w 7467600"/>
              <a:gd name="connsiteY912" fmla="*/ 95131 h 6858000"/>
              <a:gd name="connsiteX913" fmla="*/ 3724807 w 7467600"/>
              <a:gd name="connsiteY913" fmla="*/ 272257 h 6858000"/>
              <a:gd name="connsiteX914" fmla="*/ 3726844 w 7467600"/>
              <a:gd name="connsiteY914" fmla="*/ 282988 h 6858000"/>
              <a:gd name="connsiteX915" fmla="*/ 3742664 w 7467600"/>
              <a:gd name="connsiteY915" fmla="*/ 279918 h 6858000"/>
              <a:gd name="connsiteX916" fmla="*/ 4103910 w 7467600"/>
              <a:gd name="connsiteY916" fmla="*/ 1161917 h 6858000"/>
              <a:gd name="connsiteX917" fmla="*/ 4020269 w 7467600"/>
              <a:gd name="connsiteY917" fmla="*/ 1200406 h 6858000"/>
              <a:gd name="connsiteX918" fmla="*/ 3674882 w 7467600"/>
              <a:gd name="connsiteY918" fmla="*/ 488524 h 6858000"/>
              <a:gd name="connsiteX919" fmla="*/ 3132682 w 7467600"/>
              <a:gd name="connsiteY919" fmla="*/ 1072284 h 6858000"/>
              <a:gd name="connsiteX920" fmla="*/ 2716346 w 7467600"/>
              <a:gd name="connsiteY920" fmla="*/ 1276376 h 6858000"/>
              <a:gd name="connsiteX921" fmla="*/ 2716772 w 7467600"/>
              <a:gd name="connsiteY921" fmla="*/ 1255462 h 6858000"/>
              <a:gd name="connsiteX922" fmla="*/ 3471096 w 7467600"/>
              <a:gd name="connsiteY922" fmla="*/ 437072 h 6858000"/>
              <a:gd name="connsiteX923" fmla="*/ 3639057 w 7467600"/>
              <a:gd name="connsiteY923" fmla="*/ 286334 h 6858000"/>
              <a:gd name="connsiteX924" fmla="*/ 3640309 w 7467600"/>
              <a:gd name="connsiteY924" fmla="*/ 284664 h 6858000"/>
              <a:gd name="connsiteX925" fmla="*/ 3646022 w 7467600"/>
              <a:gd name="connsiteY925" fmla="*/ 276711 h 6858000"/>
              <a:gd name="connsiteX926" fmla="*/ 3707943 w 7467600"/>
              <a:gd name="connsiteY926" fmla="*/ 65958 h 6858000"/>
              <a:gd name="connsiteX927" fmla="*/ 3721337 w 7467600"/>
              <a:gd name="connsiteY927" fmla="*/ 0 h 6858000"/>
              <a:gd name="connsiteX928" fmla="*/ 2867960 w 7467600"/>
              <a:gd name="connsiteY928" fmla="*/ 0 h 6858000"/>
              <a:gd name="connsiteX929" fmla="*/ 2926351 w 7467600"/>
              <a:gd name="connsiteY929" fmla="*/ 0 h 6858000"/>
              <a:gd name="connsiteX930" fmla="*/ 2902823 w 7467600"/>
              <a:gd name="connsiteY930" fmla="*/ 262929 h 6858000"/>
              <a:gd name="connsiteX931" fmla="*/ 2940663 w 7467600"/>
              <a:gd name="connsiteY931" fmla="*/ 140884 h 6858000"/>
              <a:gd name="connsiteX932" fmla="*/ 2947039 w 7467600"/>
              <a:gd name="connsiteY932" fmla="*/ 122524 h 6858000"/>
              <a:gd name="connsiteX933" fmla="*/ 2984316 w 7467600"/>
              <a:gd name="connsiteY933" fmla="*/ 0 h 6858000"/>
              <a:gd name="connsiteX934" fmla="*/ 3016114 w 7467600"/>
              <a:gd name="connsiteY934" fmla="*/ 0 h 6858000"/>
              <a:gd name="connsiteX935" fmla="*/ 2979949 w 7467600"/>
              <a:gd name="connsiteY935" fmla="*/ 119274 h 6858000"/>
              <a:gd name="connsiteX936" fmla="*/ 3023879 w 7467600"/>
              <a:gd name="connsiteY936" fmla="*/ 0 h 6858000"/>
              <a:gd name="connsiteX937" fmla="*/ 3105400 w 7467600"/>
              <a:gd name="connsiteY937" fmla="*/ 0 h 6858000"/>
              <a:gd name="connsiteX938" fmla="*/ 3094669 w 7467600"/>
              <a:gd name="connsiteY938" fmla="*/ 30308 h 6858000"/>
              <a:gd name="connsiteX939" fmla="*/ 2901945 w 7467600"/>
              <a:gd name="connsiteY939" fmla="*/ 466538 h 6858000"/>
              <a:gd name="connsiteX940" fmla="*/ 2815209 w 7467600"/>
              <a:gd name="connsiteY940" fmla="*/ 497361 h 6858000"/>
              <a:gd name="connsiteX941" fmla="*/ 2844845 w 7467600"/>
              <a:gd name="connsiteY941" fmla="*/ 127638 h 6858000"/>
              <a:gd name="connsiteX942" fmla="*/ 2867960 w 7467600"/>
              <a:gd name="connsiteY942" fmla="*/ 0 h 6858000"/>
              <a:gd name="connsiteX943" fmla="*/ 1057230 w 7467600"/>
              <a:gd name="connsiteY943" fmla="*/ 0 h 6858000"/>
              <a:gd name="connsiteX944" fmla="*/ 1111003 w 7467600"/>
              <a:gd name="connsiteY944" fmla="*/ 0 h 6858000"/>
              <a:gd name="connsiteX945" fmla="*/ 1125553 w 7467600"/>
              <a:gd name="connsiteY945" fmla="*/ 52588 h 6858000"/>
              <a:gd name="connsiteX946" fmla="*/ 1304276 w 7467600"/>
              <a:gd name="connsiteY946" fmla="*/ 476275 h 6858000"/>
              <a:gd name="connsiteX947" fmla="*/ 1492066 w 7467600"/>
              <a:gd name="connsiteY947" fmla="*/ 886333 h 6858000"/>
              <a:gd name="connsiteX948" fmla="*/ 1423698 w 7467600"/>
              <a:gd name="connsiteY948" fmla="*/ 710817 h 6858000"/>
              <a:gd name="connsiteX949" fmla="*/ 1357609 w 7467600"/>
              <a:gd name="connsiteY949" fmla="*/ 532892 h 6858000"/>
              <a:gd name="connsiteX950" fmla="*/ 1309550 w 7467600"/>
              <a:gd name="connsiteY950" fmla="*/ 374031 h 6858000"/>
              <a:gd name="connsiteX951" fmla="*/ 1193673 w 7467600"/>
              <a:gd name="connsiteY951" fmla="*/ 49533 h 6858000"/>
              <a:gd name="connsiteX952" fmla="*/ 1164391 w 7467600"/>
              <a:gd name="connsiteY952" fmla="*/ 0 h 6858000"/>
              <a:gd name="connsiteX953" fmla="*/ 1200666 w 7467600"/>
              <a:gd name="connsiteY953" fmla="*/ 0 h 6858000"/>
              <a:gd name="connsiteX954" fmla="*/ 1223408 w 7467600"/>
              <a:gd name="connsiteY954" fmla="*/ 38996 h 6858000"/>
              <a:gd name="connsiteX955" fmla="*/ 1339635 w 7467600"/>
              <a:gd name="connsiteY955" fmla="*/ 365517 h 6858000"/>
              <a:gd name="connsiteX956" fmla="*/ 1387469 w 7467600"/>
              <a:gd name="connsiteY956" fmla="*/ 523079 h 6858000"/>
              <a:gd name="connsiteX957" fmla="*/ 1452685 w 7467600"/>
              <a:gd name="connsiteY957" fmla="*/ 699806 h 6858000"/>
              <a:gd name="connsiteX958" fmla="*/ 1492092 w 7467600"/>
              <a:gd name="connsiteY958" fmla="*/ 800424 h 6858000"/>
              <a:gd name="connsiteX959" fmla="*/ 1455302 w 7467600"/>
              <a:gd name="connsiteY959" fmla="*/ 632913 h 6858000"/>
              <a:gd name="connsiteX960" fmla="*/ 1222336 w 7467600"/>
              <a:gd name="connsiteY960" fmla="*/ 9480 h 6858000"/>
              <a:gd name="connsiteX961" fmla="*/ 1214634 w 7467600"/>
              <a:gd name="connsiteY961" fmla="*/ 0 h 6858000"/>
              <a:gd name="connsiteX962" fmla="*/ 1289827 w 7467600"/>
              <a:gd name="connsiteY962" fmla="*/ 0 h 6858000"/>
              <a:gd name="connsiteX963" fmla="*/ 1321076 w 7467600"/>
              <a:gd name="connsiteY963" fmla="*/ 59722 h 6858000"/>
              <a:gd name="connsiteX964" fmla="*/ 1512579 w 7467600"/>
              <a:gd name="connsiteY964" fmla="*/ 626441 h 6858000"/>
              <a:gd name="connsiteX965" fmla="*/ 1506076 w 7467600"/>
              <a:gd name="connsiteY965" fmla="*/ 1089289 h 6858000"/>
              <a:gd name="connsiteX966" fmla="*/ 1486346 w 7467600"/>
              <a:gd name="connsiteY966" fmla="*/ 1079919 h 6858000"/>
              <a:gd name="connsiteX967" fmla="*/ 1070511 w 7467600"/>
              <a:gd name="connsiteY967" fmla="*/ 48609 h 6858000"/>
              <a:gd name="connsiteX968" fmla="*/ 1057230 w 7467600"/>
              <a:gd name="connsiteY968" fmla="*/ 0 h 6858000"/>
              <a:gd name="connsiteX969" fmla="*/ 43151 w 7467600"/>
              <a:gd name="connsiteY969" fmla="*/ 0 h 6858000"/>
              <a:gd name="connsiteX970" fmla="*/ 95283 w 7467600"/>
              <a:gd name="connsiteY970" fmla="*/ 0 h 6858000"/>
              <a:gd name="connsiteX971" fmla="*/ 300708 w 7467600"/>
              <a:gd name="connsiteY971" fmla="*/ 154571 h 6858000"/>
              <a:gd name="connsiteX972" fmla="*/ 530414 w 7467600"/>
              <a:gd name="connsiteY972" fmla="*/ 354673 h 6858000"/>
              <a:gd name="connsiteX973" fmla="*/ 333785 w 7467600"/>
              <a:gd name="connsiteY973" fmla="*/ 161564 h 6858000"/>
              <a:gd name="connsiteX974" fmla="*/ 147005 w 7467600"/>
              <a:gd name="connsiteY974" fmla="*/ 0 h 6858000"/>
              <a:gd name="connsiteX975" fmla="*/ 272509 w 7467600"/>
              <a:gd name="connsiteY975" fmla="*/ 0 h 6858000"/>
              <a:gd name="connsiteX976" fmla="*/ 326276 w 7467600"/>
              <a:gd name="connsiteY976" fmla="*/ 45847 h 6858000"/>
              <a:gd name="connsiteX977" fmla="*/ 823759 w 7467600"/>
              <a:gd name="connsiteY977" fmla="*/ 574145 h 6858000"/>
              <a:gd name="connsiteX978" fmla="*/ 811254 w 7467600"/>
              <a:gd name="connsiteY978" fmla="*/ 665546 h 6858000"/>
              <a:gd name="connsiteX979" fmla="*/ 154042 w 7467600"/>
              <a:gd name="connsiteY979" fmla="*/ 261522 h 6858000"/>
              <a:gd name="connsiteX980" fmla="*/ 13550 w 7467600"/>
              <a:gd name="connsiteY980" fmla="*/ 158423 h 6858000"/>
              <a:gd name="connsiteX981" fmla="*/ 0 w 7467600"/>
              <a:gd name="connsiteY981" fmla="*/ 146618 h 6858000"/>
              <a:gd name="connsiteX982" fmla="*/ 0 w 7467600"/>
              <a:gd name="connsiteY982" fmla="*/ 59161 h 6858000"/>
              <a:gd name="connsiteX983" fmla="*/ 45427 w 7467600"/>
              <a:gd name="connsiteY983" fmla="*/ 101078 h 6858000"/>
              <a:gd name="connsiteX984" fmla="*/ 630103 w 7467600"/>
              <a:gd name="connsiteY984" fmla="*/ 485885 h 6858000"/>
              <a:gd name="connsiteX985" fmla="*/ 532040 w 7467600"/>
              <a:gd name="connsiteY985" fmla="*/ 399359 h 6858000"/>
              <a:gd name="connsiteX986" fmla="*/ 517618 w 7467600"/>
              <a:gd name="connsiteY986" fmla="*/ 385726 h 6858000"/>
              <a:gd name="connsiteX987" fmla="*/ 285074 w 7467600"/>
              <a:gd name="connsiteY987" fmla="*/ 182755 h 6858000"/>
              <a:gd name="connsiteX988" fmla="*/ 43151 w 7467600"/>
              <a:gd name="connsiteY98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312201 w 7467600"/>
              <a:gd name="connsiteY131" fmla="*/ 5128278 h 6858000"/>
              <a:gd name="connsiteX132" fmla="*/ 1903353 w 7467600"/>
              <a:gd name="connsiteY132" fmla="*/ 5044827 h 6858000"/>
              <a:gd name="connsiteX133" fmla="*/ 1936931 w 7467600"/>
              <a:gd name="connsiteY133" fmla="*/ 5093954 h 6858000"/>
              <a:gd name="connsiteX134" fmla="*/ 2195868 w 7467600"/>
              <a:gd name="connsiteY134" fmla="*/ 5396574 h 6858000"/>
              <a:gd name="connsiteX135" fmla="*/ 2088852 w 7467600"/>
              <a:gd name="connsiteY135" fmla="*/ 5166123 h 6858000"/>
              <a:gd name="connsiteX136" fmla="*/ 1958241 w 7467600"/>
              <a:gd name="connsiteY136" fmla="*/ 5067955 h 6858000"/>
              <a:gd name="connsiteX137" fmla="*/ 1903353 w 7467600"/>
              <a:gd name="connsiteY137" fmla="*/ 5044827 h 6858000"/>
              <a:gd name="connsiteX138" fmla="*/ 1979378 w 7467600"/>
              <a:gd name="connsiteY138" fmla="*/ 4769504 h 6858000"/>
              <a:gd name="connsiteX139" fmla="*/ 2882120 w 7467600"/>
              <a:gd name="connsiteY139" fmla="*/ 5064547 h 6858000"/>
              <a:gd name="connsiteX140" fmla="*/ 2793103 w 7467600"/>
              <a:gd name="connsiteY140" fmla="*/ 5039699 h 6858000"/>
              <a:gd name="connsiteX141" fmla="*/ 2770041 w 7467600"/>
              <a:gd name="connsiteY141" fmla="*/ 5033634 h 6858000"/>
              <a:gd name="connsiteX142" fmla="*/ 1979378 w 7467600"/>
              <a:gd name="connsiteY142" fmla="*/ 4769504 h 6858000"/>
              <a:gd name="connsiteX143" fmla="*/ 1927410 w 7467600"/>
              <a:gd name="connsiteY143" fmla="*/ 4716164 h 6858000"/>
              <a:gd name="connsiteX144" fmla="*/ 1959587 w 7467600"/>
              <a:gd name="connsiteY144" fmla="*/ 4728849 h 6858000"/>
              <a:gd name="connsiteX145" fmla="*/ 2777707 w 7467600"/>
              <a:gd name="connsiteY145" fmla="*/ 5003991 h 6858000"/>
              <a:gd name="connsiteX146" fmla="*/ 2800768 w 7467600"/>
              <a:gd name="connsiteY146" fmla="*/ 5010056 h 6858000"/>
              <a:gd name="connsiteX147" fmla="*/ 2879408 w 7467600"/>
              <a:gd name="connsiteY147" fmla="*/ 5031590 h 6858000"/>
              <a:gd name="connsiteX148" fmla="*/ 2862295 w 7467600"/>
              <a:gd name="connsiteY148" fmla="*/ 5022958 h 6858000"/>
              <a:gd name="connsiteX149" fmla="*/ 2813343 w 7467600"/>
              <a:gd name="connsiteY149" fmla="*/ 4998369 h 6858000"/>
              <a:gd name="connsiteX150" fmla="*/ 2646245 w 7467600"/>
              <a:gd name="connsiteY150" fmla="*/ 4930999 h 6858000"/>
              <a:gd name="connsiteX151" fmla="*/ 1999243 w 7467600"/>
              <a:gd name="connsiteY151" fmla="*/ 4730524 h 6858000"/>
              <a:gd name="connsiteX152" fmla="*/ 1979527 w 7467600"/>
              <a:gd name="connsiteY152" fmla="*/ 4726651 h 6858000"/>
              <a:gd name="connsiteX153" fmla="*/ 1927410 w 7467600"/>
              <a:gd name="connsiteY153" fmla="*/ 4716164 h 6858000"/>
              <a:gd name="connsiteX154" fmla="*/ 1997014 w 7467600"/>
              <a:gd name="connsiteY154" fmla="*/ 4698007 h 6858000"/>
              <a:gd name="connsiteX155" fmla="*/ 2005458 w 7467600"/>
              <a:gd name="connsiteY155" fmla="*/ 4699540 h 6858000"/>
              <a:gd name="connsiteX156" fmla="*/ 2657186 w 7467600"/>
              <a:gd name="connsiteY156" fmla="*/ 4901687 h 6858000"/>
              <a:gd name="connsiteX157" fmla="*/ 2826662 w 7467600"/>
              <a:gd name="connsiteY157" fmla="*/ 4970362 h 6858000"/>
              <a:gd name="connsiteX158" fmla="*/ 2876100 w 7467600"/>
              <a:gd name="connsiteY158" fmla="*/ 4995397 h 6858000"/>
              <a:gd name="connsiteX159" fmla="*/ 3042600 w 7467600"/>
              <a:gd name="connsiteY159" fmla="*/ 5059532 h 6858000"/>
              <a:gd name="connsiteX160" fmla="*/ 1997014 w 7467600"/>
              <a:gd name="connsiteY160" fmla="*/ 4698007 h 6858000"/>
              <a:gd name="connsiteX161" fmla="*/ 2305292 w 7467600"/>
              <a:gd name="connsiteY161" fmla="*/ 4219492 h 6858000"/>
              <a:gd name="connsiteX162" fmla="*/ 3360922 w 7467600"/>
              <a:gd name="connsiteY162" fmla="*/ 4529373 h 6858000"/>
              <a:gd name="connsiteX163" fmla="*/ 3492420 w 7467600"/>
              <a:gd name="connsiteY163" fmla="*/ 4510145 h 6858000"/>
              <a:gd name="connsiteX164" fmla="*/ 3364086 w 7467600"/>
              <a:gd name="connsiteY164" fmla="*/ 4480340 h 6858000"/>
              <a:gd name="connsiteX165" fmla="*/ 3225818 w 7467600"/>
              <a:gd name="connsiteY165" fmla="*/ 4411822 h 6858000"/>
              <a:gd name="connsiteX166" fmla="*/ 3129696 w 7467600"/>
              <a:gd name="connsiteY166" fmla="*/ 4360704 h 6858000"/>
              <a:gd name="connsiteX167" fmla="*/ 2814545 w 7467600"/>
              <a:gd name="connsiteY167" fmla="*/ 4282955 h 6858000"/>
              <a:gd name="connsiteX168" fmla="*/ 2305292 w 7467600"/>
              <a:gd name="connsiteY168" fmla="*/ 4219492 h 6858000"/>
              <a:gd name="connsiteX169" fmla="*/ 2626982 w 7467600"/>
              <a:gd name="connsiteY169" fmla="*/ 4206450 h 6858000"/>
              <a:gd name="connsiteX170" fmla="*/ 2490617 w 7467600"/>
              <a:gd name="connsiteY170" fmla="*/ 4206951 h 6858000"/>
              <a:gd name="connsiteX171" fmla="*/ 2819869 w 7467600"/>
              <a:gd name="connsiteY171" fmla="*/ 4252936 h 6858000"/>
              <a:gd name="connsiteX172" fmla="*/ 3143018 w 7467600"/>
              <a:gd name="connsiteY172" fmla="*/ 4332698 h 6858000"/>
              <a:gd name="connsiteX173" fmla="*/ 3241520 w 7467600"/>
              <a:gd name="connsiteY173" fmla="*/ 4385112 h 6858000"/>
              <a:gd name="connsiteX174" fmla="*/ 3374575 w 7467600"/>
              <a:gd name="connsiteY174" fmla="*/ 4451517 h 6858000"/>
              <a:gd name="connsiteX175" fmla="*/ 3505221 w 7467600"/>
              <a:gd name="connsiteY175" fmla="*/ 4480757 h 6858000"/>
              <a:gd name="connsiteX176" fmla="*/ 2626982 w 7467600"/>
              <a:gd name="connsiteY176" fmla="*/ 4206450 h 6858000"/>
              <a:gd name="connsiteX177" fmla="*/ 1310106 w 7467600"/>
              <a:gd name="connsiteY177" fmla="*/ 3943217 h 6858000"/>
              <a:gd name="connsiteX178" fmla="*/ 854994 w 7467600"/>
              <a:gd name="connsiteY178" fmla="*/ 4399136 h 6858000"/>
              <a:gd name="connsiteX179" fmla="*/ 742462 w 7467600"/>
              <a:gd name="connsiteY179" fmla="*/ 4594648 h 6858000"/>
              <a:gd name="connsiteX180" fmla="*/ 820602 w 7467600"/>
              <a:gd name="connsiteY180" fmla="*/ 4485915 h 6858000"/>
              <a:gd name="connsiteX181" fmla="*/ 878295 w 7467600"/>
              <a:gd name="connsiteY181" fmla="*/ 4403594 h 6858000"/>
              <a:gd name="connsiteX182" fmla="*/ 1240607 w 7467600"/>
              <a:gd name="connsiteY182" fmla="*/ 4010401 h 6858000"/>
              <a:gd name="connsiteX183" fmla="*/ 1310106 w 7467600"/>
              <a:gd name="connsiteY183" fmla="*/ 3943217 h 6858000"/>
              <a:gd name="connsiteX184" fmla="*/ 1423113 w 7467600"/>
              <a:gd name="connsiteY184" fmla="*/ 3874565 h 6858000"/>
              <a:gd name="connsiteX185" fmla="*/ 1260565 w 7467600"/>
              <a:gd name="connsiteY185" fmla="*/ 4031982 h 6858000"/>
              <a:gd name="connsiteX186" fmla="*/ 901900 w 7467600"/>
              <a:gd name="connsiteY186" fmla="*/ 4421236 h 6858000"/>
              <a:gd name="connsiteX187" fmla="*/ 845044 w 7467600"/>
              <a:gd name="connsiteY187" fmla="*/ 4502436 h 6858000"/>
              <a:gd name="connsiteX188" fmla="*/ 685926 w 7467600"/>
              <a:gd name="connsiteY188" fmla="*/ 4703069 h 6858000"/>
              <a:gd name="connsiteX189" fmla="*/ 684248 w 7467600"/>
              <a:gd name="connsiteY189" fmla="*/ 4706721 h 6858000"/>
              <a:gd name="connsiteX190" fmla="*/ 1423113 w 7467600"/>
              <a:gd name="connsiteY190" fmla="*/ 3874565 h 6858000"/>
              <a:gd name="connsiteX191" fmla="*/ 3316479 w 7467600"/>
              <a:gd name="connsiteY191" fmla="*/ 3872136 h 6858000"/>
              <a:gd name="connsiteX192" fmla="*/ 3546806 w 7467600"/>
              <a:gd name="connsiteY192" fmla="*/ 4356139 h 6858000"/>
              <a:gd name="connsiteX193" fmla="*/ 3364433 w 7467600"/>
              <a:gd name="connsiteY193" fmla="*/ 3953121 h 6858000"/>
              <a:gd name="connsiteX194" fmla="*/ 3316479 w 7467600"/>
              <a:gd name="connsiteY194" fmla="*/ 3872136 h 6858000"/>
              <a:gd name="connsiteX195" fmla="*/ 3291335 w 7467600"/>
              <a:gd name="connsiteY195" fmla="*/ 3767420 h 6858000"/>
              <a:gd name="connsiteX196" fmla="*/ 3390805 w 7467600"/>
              <a:gd name="connsiteY196" fmla="*/ 3937163 h 6858000"/>
              <a:gd name="connsiteX197" fmla="*/ 3579062 w 7467600"/>
              <a:gd name="connsiteY197" fmla="*/ 4359040 h 6858000"/>
              <a:gd name="connsiteX198" fmla="*/ 3467355 w 7467600"/>
              <a:gd name="connsiteY198" fmla="*/ 3988130 h 6858000"/>
              <a:gd name="connsiteX199" fmla="*/ 3310753 w 7467600"/>
              <a:gd name="connsiteY199" fmla="*/ 3787140 h 6858000"/>
              <a:gd name="connsiteX200" fmla="*/ 3291335 w 7467600"/>
              <a:gd name="connsiteY200" fmla="*/ 3767420 h 6858000"/>
              <a:gd name="connsiteX201" fmla="*/ 1635889 w 7467600"/>
              <a:gd name="connsiteY201" fmla="*/ 3709494 h 6858000"/>
              <a:gd name="connsiteX202" fmla="*/ 1634800 w 7467600"/>
              <a:gd name="connsiteY202" fmla="*/ 3731111 h 6858000"/>
              <a:gd name="connsiteX203" fmla="*/ 1635889 w 7467600"/>
              <a:gd name="connsiteY203" fmla="*/ 3709494 h 6858000"/>
              <a:gd name="connsiteX204" fmla="*/ 1510397 w 7467600"/>
              <a:gd name="connsiteY204" fmla="*/ 3684705 h 6858000"/>
              <a:gd name="connsiteX205" fmla="*/ 1146550 w 7467600"/>
              <a:gd name="connsiteY205" fmla="*/ 3802012 h 6858000"/>
              <a:gd name="connsiteX206" fmla="*/ 698834 w 7467600"/>
              <a:gd name="connsiteY206" fmla="*/ 3952272 h 6858000"/>
              <a:gd name="connsiteX207" fmla="*/ 34256 w 7467600"/>
              <a:gd name="connsiteY207" fmla="*/ 4347603 h 6858000"/>
              <a:gd name="connsiteX208" fmla="*/ 527241 w 7467600"/>
              <a:gd name="connsiteY208" fmla="*/ 4065078 h 6858000"/>
              <a:gd name="connsiteX209" fmla="*/ 1510397 w 7467600"/>
              <a:gd name="connsiteY209" fmla="*/ 3684705 h 6858000"/>
              <a:gd name="connsiteX210" fmla="*/ 1313114 w 7467600"/>
              <a:gd name="connsiteY210" fmla="*/ 3655216 h 6858000"/>
              <a:gd name="connsiteX211" fmla="*/ 1109304 w 7467600"/>
              <a:gd name="connsiteY211" fmla="*/ 3669030 h 6858000"/>
              <a:gd name="connsiteX212" fmla="*/ 8129 w 7467600"/>
              <a:gd name="connsiteY212" fmla="*/ 4330519 h 6858000"/>
              <a:gd name="connsiteX213" fmla="*/ 687572 w 7467600"/>
              <a:gd name="connsiteY213" fmla="*/ 3925629 h 6858000"/>
              <a:gd name="connsiteX214" fmla="*/ 1138365 w 7467600"/>
              <a:gd name="connsiteY214" fmla="*/ 3774515 h 6858000"/>
              <a:gd name="connsiteX215" fmla="*/ 1505579 w 7467600"/>
              <a:gd name="connsiteY215" fmla="*/ 3655526 h 6858000"/>
              <a:gd name="connsiteX216" fmla="*/ 1313114 w 7467600"/>
              <a:gd name="connsiteY216" fmla="*/ 3655216 h 6858000"/>
              <a:gd name="connsiteX217" fmla="*/ 3655073 w 7467600"/>
              <a:gd name="connsiteY217" fmla="*/ 3650884 h 6858000"/>
              <a:gd name="connsiteX218" fmla="*/ 3989938 w 7467600"/>
              <a:gd name="connsiteY218" fmla="*/ 3991685 h 6858000"/>
              <a:gd name="connsiteX219" fmla="*/ 4393907 w 7467600"/>
              <a:gd name="connsiteY219" fmla="*/ 4261258 h 6858000"/>
              <a:gd name="connsiteX220" fmla="*/ 4648051 w 7467600"/>
              <a:gd name="connsiteY220" fmla="*/ 4374051 h 6858000"/>
              <a:gd name="connsiteX221" fmla="*/ 4383389 w 7467600"/>
              <a:gd name="connsiteY221" fmla="*/ 4184369 h 6858000"/>
              <a:gd name="connsiteX222" fmla="*/ 4165508 w 7467600"/>
              <a:gd name="connsiteY222" fmla="*/ 4035196 h 6858000"/>
              <a:gd name="connsiteX223" fmla="*/ 4068162 w 7467600"/>
              <a:gd name="connsiteY223" fmla="*/ 3953394 h 6858000"/>
              <a:gd name="connsiteX224" fmla="*/ 3981416 w 7467600"/>
              <a:gd name="connsiteY224" fmla="*/ 3880482 h 6858000"/>
              <a:gd name="connsiteX225" fmla="*/ 3800147 w 7467600"/>
              <a:gd name="connsiteY225" fmla="*/ 3749872 h 6858000"/>
              <a:gd name="connsiteX226" fmla="*/ 3655073 w 7467600"/>
              <a:gd name="connsiteY226" fmla="*/ 3650884 h 6858000"/>
              <a:gd name="connsiteX227" fmla="*/ 3670252 w 7467600"/>
              <a:gd name="connsiteY227" fmla="*/ 3622798 h 6858000"/>
              <a:gd name="connsiteX228" fmla="*/ 3817258 w 7467600"/>
              <a:gd name="connsiteY228" fmla="*/ 3723577 h 6858000"/>
              <a:gd name="connsiteX229" fmla="*/ 4000461 w 7467600"/>
              <a:gd name="connsiteY229" fmla="*/ 3855966 h 6858000"/>
              <a:gd name="connsiteX230" fmla="*/ 4088180 w 7467600"/>
              <a:gd name="connsiteY230" fmla="*/ 3929774 h 6858000"/>
              <a:gd name="connsiteX231" fmla="*/ 4184555 w 7467600"/>
              <a:gd name="connsiteY231" fmla="*/ 4010683 h 6858000"/>
              <a:gd name="connsiteX232" fmla="*/ 4399563 w 7467600"/>
              <a:gd name="connsiteY232" fmla="*/ 4158106 h 6858000"/>
              <a:gd name="connsiteX233" fmla="*/ 4684469 w 7467600"/>
              <a:gd name="connsiteY233" fmla="*/ 4364680 h 6858000"/>
              <a:gd name="connsiteX234" fmla="*/ 4690271 w 7467600"/>
              <a:gd name="connsiteY234" fmla="*/ 4370034 h 6858000"/>
              <a:gd name="connsiteX235" fmla="*/ 4136093 w 7467600"/>
              <a:gd name="connsiteY235" fmla="*/ 3858466 h 6858000"/>
              <a:gd name="connsiteX236" fmla="*/ 3670252 w 7467600"/>
              <a:gd name="connsiteY236" fmla="*/ 3622798 h 6858000"/>
              <a:gd name="connsiteX237" fmla="*/ 4440129 w 7467600"/>
              <a:gd name="connsiteY237" fmla="*/ 3448571 h 6858000"/>
              <a:gd name="connsiteX238" fmla="*/ 4856525 w 7467600"/>
              <a:gd name="connsiteY238" fmla="*/ 3915351 h 6858000"/>
              <a:gd name="connsiteX239" fmla="*/ 5059055 w 7467600"/>
              <a:gd name="connsiteY239" fmla="*/ 4108918 h 6858000"/>
              <a:gd name="connsiteX240" fmla="*/ 5290070 w 7467600"/>
              <a:gd name="connsiteY240" fmla="*/ 4263619 h 6858000"/>
              <a:gd name="connsiteX241" fmla="*/ 4834991 w 7467600"/>
              <a:gd name="connsiteY241" fmla="*/ 3830985 h 6858000"/>
              <a:gd name="connsiteX242" fmla="*/ 4440129 w 7467600"/>
              <a:gd name="connsiteY242" fmla="*/ 3448571 h 6858000"/>
              <a:gd name="connsiteX243" fmla="*/ 4441737 w 7467600"/>
              <a:gd name="connsiteY243" fmla="*/ 3399734 h 6858000"/>
              <a:gd name="connsiteX244" fmla="*/ 4431236 w 7467600"/>
              <a:gd name="connsiteY244" fmla="*/ 3400954 h 6858000"/>
              <a:gd name="connsiteX245" fmla="*/ 4557150 w 7467600"/>
              <a:gd name="connsiteY245" fmla="*/ 3510023 h 6858000"/>
              <a:gd name="connsiteX246" fmla="*/ 4856936 w 7467600"/>
              <a:gd name="connsiteY246" fmla="*/ 3809146 h 6858000"/>
              <a:gd name="connsiteX247" fmla="*/ 5111996 w 7467600"/>
              <a:gd name="connsiteY247" fmla="*/ 4065759 h 6858000"/>
              <a:gd name="connsiteX248" fmla="*/ 5388878 w 7467600"/>
              <a:gd name="connsiteY248" fmla="*/ 4300185 h 6858000"/>
              <a:gd name="connsiteX249" fmla="*/ 5425556 w 7467600"/>
              <a:gd name="connsiteY249" fmla="*/ 4308967 h 6858000"/>
              <a:gd name="connsiteX250" fmla="*/ 4943646 w 7467600"/>
              <a:gd name="connsiteY250" fmla="*/ 3822916 h 6858000"/>
              <a:gd name="connsiteX251" fmla="*/ 4594837 w 7467600"/>
              <a:gd name="connsiteY251" fmla="*/ 3532274 h 6858000"/>
              <a:gd name="connsiteX252" fmla="*/ 4441737 w 7467600"/>
              <a:gd name="connsiteY252" fmla="*/ 3399734 h 6858000"/>
              <a:gd name="connsiteX253" fmla="*/ 5425834 w 7467600"/>
              <a:gd name="connsiteY253" fmla="*/ 3162785 h 6858000"/>
              <a:gd name="connsiteX254" fmla="*/ 5401644 w 7467600"/>
              <a:gd name="connsiteY254" fmla="*/ 3617847 h 6858000"/>
              <a:gd name="connsiteX255" fmla="*/ 5467256 w 7467600"/>
              <a:gd name="connsiteY255" fmla="*/ 4175494 h 6858000"/>
              <a:gd name="connsiteX256" fmla="*/ 5448069 w 7467600"/>
              <a:gd name="connsiteY256" fmla="*/ 3567554 h 6858000"/>
              <a:gd name="connsiteX257" fmla="*/ 5425834 w 7467600"/>
              <a:gd name="connsiteY257" fmla="*/ 3162785 h 6858000"/>
              <a:gd name="connsiteX258" fmla="*/ 1318687 w 7467600"/>
              <a:gd name="connsiteY258" fmla="*/ 3113840 h 6858000"/>
              <a:gd name="connsiteX259" fmla="*/ 1066793 w 7467600"/>
              <a:gd name="connsiteY259" fmla="*/ 3212171 h 6858000"/>
              <a:gd name="connsiteX260" fmla="*/ 993319 w 7467600"/>
              <a:gd name="connsiteY260" fmla="*/ 3247648 h 6858000"/>
              <a:gd name="connsiteX261" fmla="*/ 853081 w 7467600"/>
              <a:gd name="connsiteY261" fmla="*/ 3312410 h 6858000"/>
              <a:gd name="connsiteX262" fmla="*/ 805957 w 7467600"/>
              <a:gd name="connsiteY262" fmla="*/ 3330443 h 6858000"/>
              <a:gd name="connsiteX263" fmla="*/ 1318687 w 7467600"/>
              <a:gd name="connsiteY263" fmla="*/ 3113840 h 6858000"/>
              <a:gd name="connsiteX264" fmla="*/ 5453702 w 7467600"/>
              <a:gd name="connsiteY264" fmla="*/ 3090882 h 6858000"/>
              <a:gd name="connsiteX265" fmla="*/ 5480135 w 7467600"/>
              <a:gd name="connsiteY265" fmla="*/ 3565802 h 6858000"/>
              <a:gd name="connsiteX266" fmla="*/ 5499023 w 7467600"/>
              <a:gd name="connsiteY266" fmla="*/ 4166310 h 6858000"/>
              <a:gd name="connsiteX267" fmla="*/ 5547022 w 7467600"/>
              <a:gd name="connsiteY267" fmla="*/ 3607838 h 6858000"/>
              <a:gd name="connsiteX268" fmla="*/ 5515964 w 7467600"/>
              <a:gd name="connsiteY268" fmla="*/ 3378541 h 6858000"/>
              <a:gd name="connsiteX269" fmla="*/ 5453702 w 7467600"/>
              <a:gd name="connsiteY269" fmla="*/ 3090882 h 6858000"/>
              <a:gd name="connsiteX270" fmla="*/ 1238695 w 7467600"/>
              <a:gd name="connsiteY270" fmla="*/ 3076820 h 6858000"/>
              <a:gd name="connsiteX271" fmla="*/ 716371 w 7467600"/>
              <a:gd name="connsiteY271" fmla="*/ 3293249 h 6858000"/>
              <a:gd name="connsiteX272" fmla="*/ 579522 w 7467600"/>
              <a:gd name="connsiteY272" fmla="*/ 3371759 h 6858000"/>
              <a:gd name="connsiteX273" fmla="*/ 600288 w 7467600"/>
              <a:gd name="connsiteY273" fmla="*/ 3365555 h 6858000"/>
              <a:gd name="connsiteX274" fmla="*/ 840692 w 7467600"/>
              <a:gd name="connsiteY274" fmla="*/ 3284921 h 6858000"/>
              <a:gd name="connsiteX275" fmla="*/ 979248 w 7467600"/>
              <a:gd name="connsiteY275" fmla="*/ 3221003 h 6858000"/>
              <a:gd name="connsiteX276" fmla="*/ 1053282 w 7467600"/>
              <a:gd name="connsiteY276" fmla="*/ 3185247 h 6858000"/>
              <a:gd name="connsiteX277" fmla="*/ 1320603 w 7467600"/>
              <a:gd name="connsiteY277" fmla="*/ 3081281 h 6858000"/>
              <a:gd name="connsiteX278" fmla="*/ 1238695 w 7467600"/>
              <a:gd name="connsiteY278" fmla="*/ 3076820 h 6858000"/>
              <a:gd name="connsiteX279" fmla="*/ 5425627 w 7467600"/>
              <a:gd name="connsiteY279" fmla="*/ 2954192 h 6858000"/>
              <a:gd name="connsiteX280" fmla="*/ 5470770 w 7467600"/>
              <a:gd name="connsiteY280" fmla="*/ 3005435 h 6858000"/>
              <a:gd name="connsiteX281" fmla="*/ 5519779 w 7467600"/>
              <a:gd name="connsiteY281" fmla="*/ 4359223 h 6858000"/>
              <a:gd name="connsiteX282" fmla="*/ 5520293 w 7467600"/>
              <a:gd name="connsiteY282" fmla="*/ 4360602 h 6858000"/>
              <a:gd name="connsiteX283" fmla="*/ 5767221 w 7467600"/>
              <a:gd name="connsiteY283" fmla="*/ 4665564 h 6858000"/>
              <a:gd name="connsiteX284" fmla="*/ 6937169 w 7467600"/>
              <a:gd name="connsiteY284" fmla="*/ 4815941 h 6858000"/>
              <a:gd name="connsiteX285" fmla="*/ 6953922 w 7467600"/>
              <a:gd name="connsiteY285" fmla="*/ 4890068 h 6858000"/>
              <a:gd name="connsiteX286" fmla="*/ 6071359 w 7467600"/>
              <a:gd name="connsiteY286" fmla="*/ 4770770 h 6858000"/>
              <a:gd name="connsiteX287" fmla="*/ 6038839 w 7467600"/>
              <a:gd name="connsiteY287" fmla="*/ 4764474 h 6858000"/>
              <a:gd name="connsiteX288" fmla="*/ 6038706 w 7467600"/>
              <a:gd name="connsiteY288" fmla="*/ 4763847 h 6858000"/>
              <a:gd name="connsiteX289" fmla="*/ 6037784 w 7467600"/>
              <a:gd name="connsiteY289" fmla="*/ 4764270 h 6858000"/>
              <a:gd name="connsiteX290" fmla="*/ 6038839 w 7467600"/>
              <a:gd name="connsiteY290" fmla="*/ 4764474 h 6858000"/>
              <a:gd name="connsiteX291" fmla="*/ 6040338 w 7467600"/>
              <a:gd name="connsiteY291" fmla="*/ 4771418 h 6858000"/>
              <a:gd name="connsiteX292" fmla="*/ 6024488 w 7467600"/>
              <a:gd name="connsiteY292" fmla="*/ 4809903 h 6858000"/>
              <a:gd name="connsiteX293" fmla="*/ 5599771 w 7467600"/>
              <a:gd name="connsiteY293" fmla="*/ 5509652 h 6858000"/>
              <a:gd name="connsiteX294" fmla="*/ 5548843 w 7467600"/>
              <a:gd name="connsiteY294" fmla="*/ 5563845 h 6858000"/>
              <a:gd name="connsiteX295" fmla="*/ 5940952 w 7467600"/>
              <a:gd name="connsiteY295" fmla="*/ 6250028 h 6858000"/>
              <a:gd name="connsiteX296" fmla="*/ 6043441 w 7467600"/>
              <a:gd name="connsiteY296" fmla="*/ 6665847 h 6858000"/>
              <a:gd name="connsiteX297" fmla="*/ 6093432 w 7467600"/>
              <a:gd name="connsiteY297" fmla="*/ 6858000 h 6858000"/>
              <a:gd name="connsiteX298" fmla="*/ 6034344 w 7467600"/>
              <a:gd name="connsiteY298" fmla="*/ 6858000 h 6858000"/>
              <a:gd name="connsiteX299" fmla="*/ 6026679 w 7467600"/>
              <a:gd name="connsiteY299" fmla="*/ 6836959 h 6858000"/>
              <a:gd name="connsiteX300" fmla="*/ 5800441 w 7467600"/>
              <a:gd name="connsiteY300" fmla="*/ 6335286 h 6858000"/>
              <a:gd name="connsiteX301" fmla="*/ 5526562 w 7467600"/>
              <a:gd name="connsiteY301" fmla="*/ 5705388 h 6858000"/>
              <a:gd name="connsiteX302" fmla="*/ 5519640 w 7467600"/>
              <a:gd name="connsiteY302" fmla="*/ 5683774 h 6858000"/>
              <a:gd name="connsiteX303" fmla="*/ 5844559 w 7467600"/>
              <a:gd name="connsiteY303" fmla="*/ 6553349 h 6858000"/>
              <a:gd name="connsiteX304" fmla="*/ 5975994 w 7467600"/>
              <a:gd name="connsiteY304" fmla="*/ 6858000 h 6858000"/>
              <a:gd name="connsiteX305" fmla="*/ 5898547 w 7467600"/>
              <a:gd name="connsiteY305" fmla="*/ 6858000 h 6858000"/>
              <a:gd name="connsiteX306" fmla="*/ 5682041 w 7467600"/>
              <a:gd name="connsiteY306" fmla="*/ 6355860 h 6858000"/>
              <a:gd name="connsiteX307" fmla="*/ 5461758 w 7467600"/>
              <a:gd name="connsiteY307" fmla="*/ 5820220 h 6858000"/>
              <a:gd name="connsiteX308" fmla="*/ 5237282 w 7467600"/>
              <a:gd name="connsiteY308" fmla="*/ 6579086 h 6858000"/>
              <a:gd name="connsiteX309" fmla="*/ 5115009 w 7467600"/>
              <a:gd name="connsiteY309" fmla="*/ 6858000 h 6858000"/>
              <a:gd name="connsiteX310" fmla="*/ 5028074 w 7467600"/>
              <a:gd name="connsiteY310" fmla="*/ 6858000 h 6858000"/>
              <a:gd name="connsiteX311" fmla="*/ 5079508 w 7467600"/>
              <a:gd name="connsiteY311" fmla="*/ 6749074 h 6858000"/>
              <a:gd name="connsiteX312" fmla="*/ 5371846 w 7467600"/>
              <a:gd name="connsiteY312" fmla="*/ 5924413 h 6858000"/>
              <a:gd name="connsiteX313" fmla="*/ 5270512 w 7467600"/>
              <a:gd name="connsiteY313" fmla="*/ 6138975 h 6858000"/>
              <a:gd name="connsiteX314" fmla="*/ 5062409 w 7467600"/>
              <a:gd name="connsiteY314" fmla="*/ 6653544 h 6858000"/>
              <a:gd name="connsiteX315" fmla="*/ 5036628 w 7467600"/>
              <a:gd name="connsiteY315" fmla="*/ 6754247 h 6858000"/>
              <a:gd name="connsiteX316" fmla="*/ 5009112 w 7467600"/>
              <a:gd name="connsiteY316" fmla="*/ 6858000 h 6858000"/>
              <a:gd name="connsiteX317" fmla="*/ 4976679 w 7467600"/>
              <a:gd name="connsiteY317" fmla="*/ 6858000 h 6858000"/>
              <a:gd name="connsiteX318" fmla="*/ 5006537 w 7467600"/>
              <a:gd name="connsiteY318" fmla="*/ 6747068 h 6858000"/>
              <a:gd name="connsiteX319" fmla="*/ 5032723 w 7467600"/>
              <a:gd name="connsiteY319" fmla="*/ 6644957 h 6858000"/>
              <a:gd name="connsiteX320" fmla="*/ 5242949 w 7467600"/>
              <a:gd name="connsiteY320" fmla="*/ 6125175 h 6858000"/>
              <a:gd name="connsiteX321" fmla="*/ 5286321 w 7467600"/>
              <a:gd name="connsiteY321" fmla="*/ 6033555 h 6858000"/>
              <a:gd name="connsiteX322" fmla="*/ 5008210 w 7467600"/>
              <a:gd name="connsiteY322" fmla="*/ 6649194 h 6858000"/>
              <a:gd name="connsiteX323" fmla="*/ 4986321 w 7467600"/>
              <a:gd name="connsiteY323" fmla="*/ 6765687 h 6858000"/>
              <a:gd name="connsiteX324" fmla="*/ 4973474 w 7467600"/>
              <a:gd name="connsiteY324" fmla="*/ 6858000 h 6858000"/>
              <a:gd name="connsiteX325" fmla="*/ 4907178 w 7467600"/>
              <a:gd name="connsiteY325" fmla="*/ 6858000 h 6858000"/>
              <a:gd name="connsiteX326" fmla="*/ 4910810 w 7467600"/>
              <a:gd name="connsiteY326" fmla="*/ 6829660 h 6858000"/>
              <a:gd name="connsiteX327" fmla="*/ 4987461 w 7467600"/>
              <a:gd name="connsiteY327" fmla="*/ 6432994 h 6858000"/>
              <a:gd name="connsiteX328" fmla="*/ 5179262 w 7467600"/>
              <a:gd name="connsiteY328" fmla="*/ 6035044 h 6858000"/>
              <a:gd name="connsiteX329" fmla="*/ 4689678 w 7467600"/>
              <a:gd name="connsiteY329" fmla="*/ 6440241 h 6858000"/>
              <a:gd name="connsiteX330" fmla="*/ 4477543 w 7467600"/>
              <a:gd name="connsiteY330" fmla="*/ 6674836 h 6858000"/>
              <a:gd name="connsiteX331" fmla="*/ 4329957 w 7467600"/>
              <a:gd name="connsiteY331" fmla="*/ 6858000 h 6858000"/>
              <a:gd name="connsiteX332" fmla="*/ 4218595 w 7467600"/>
              <a:gd name="connsiteY332" fmla="*/ 6858000 h 6858000"/>
              <a:gd name="connsiteX333" fmla="*/ 4368888 w 7467600"/>
              <a:gd name="connsiteY333" fmla="*/ 6668412 h 6858000"/>
              <a:gd name="connsiteX334" fmla="*/ 4563091 w 7467600"/>
              <a:gd name="connsiteY334" fmla="*/ 6442508 h 6858000"/>
              <a:gd name="connsiteX335" fmla="*/ 5387324 w 7467600"/>
              <a:gd name="connsiteY335" fmla="*/ 5705830 h 6858000"/>
              <a:gd name="connsiteX336" fmla="*/ 5073620 w 7467600"/>
              <a:gd name="connsiteY336" fmla="*/ 5955437 h 6858000"/>
              <a:gd name="connsiteX337" fmla="*/ 4689789 w 7467600"/>
              <a:gd name="connsiteY337" fmla="*/ 6268382 h 6858000"/>
              <a:gd name="connsiteX338" fmla="*/ 4418722 w 7467600"/>
              <a:gd name="connsiteY338" fmla="*/ 6570886 h 6858000"/>
              <a:gd name="connsiteX339" fmla="*/ 4214944 w 7467600"/>
              <a:gd name="connsiteY339" fmla="*/ 6858000 h 6858000"/>
              <a:gd name="connsiteX340" fmla="*/ 4177898 w 7467600"/>
              <a:gd name="connsiteY340" fmla="*/ 6858000 h 6858000"/>
              <a:gd name="connsiteX341" fmla="*/ 4391597 w 7467600"/>
              <a:gd name="connsiteY341" fmla="*/ 6556370 h 6858000"/>
              <a:gd name="connsiteX342" fmla="*/ 4668889 w 7467600"/>
              <a:gd name="connsiteY342" fmla="*/ 6246399 h 6858000"/>
              <a:gd name="connsiteX343" fmla="*/ 5055427 w 7467600"/>
              <a:gd name="connsiteY343" fmla="*/ 5931476 h 6858000"/>
              <a:gd name="connsiteX344" fmla="*/ 5371814 w 7467600"/>
              <a:gd name="connsiteY344" fmla="*/ 5678975 h 6858000"/>
              <a:gd name="connsiteX345" fmla="*/ 4987918 w 7467600"/>
              <a:gd name="connsiteY345" fmla="*/ 5838701 h 6858000"/>
              <a:gd name="connsiteX346" fmla="*/ 4317146 w 7467600"/>
              <a:gd name="connsiteY346" fmla="*/ 6587716 h 6858000"/>
              <a:gd name="connsiteX347" fmla="*/ 4171627 w 7467600"/>
              <a:gd name="connsiteY347" fmla="*/ 6858000 h 6858000"/>
              <a:gd name="connsiteX348" fmla="*/ 4081585 w 7467600"/>
              <a:gd name="connsiteY348" fmla="*/ 6858000 h 6858000"/>
              <a:gd name="connsiteX349" fmla="*/ 4238603 w 7467600"/>
              <a:gd name="connsiteY349" fmla="*/ 6559341 h 6858000"/>
              <a:gd name="connsiteX350" fmla="*/ 4778333 w 7467600"/>
              <a:gd name="connsiteY350" fmla="*/ 5873626 h 6858000"/>
              <a:gd name="connsiteX351" fmla="*/ 5414185 w 7467600"/>
              <a:gd name="connsiteY351" fmla="*/ 5573882 h 6858000"/>
              <a:gd name="connsiteX352" fmla="*/ 5959648 w 7467600"/>
              <a:gd name="connsiteY352" fmla="*/ 4760797 h 6858000"/>
              <a:gd name="connsiteX353" fmla="*/ 5355019 w 7467600"/>
              <a:gd name="connsiteY353" fmla="*/ 4734672 h 6858000"/>
              <a:gd name="connsiteX354" fmla="*/ 5083565 w 7467600"/>
              <a:gd name="connsiteY354" fmla="*/ 5179121 h 6858000"/>
              <a:gd name="connsiteX355" fmla="*/ 4713577 w 7467600"/>
              <a:gd name="connsiteY355" fmla="*/ 5616803 h 6858000"/>
              <a:gd name="connsiteX356" fmla="*/ 3989559 w 7467600"/>
              <a:gd name="connsiteY356" fmla="*/ 6145945 h 6858000"/>
              <a:gd name="connsiteX357" fmla="*/ 3939824 w 7467600"/>
              <a:gd name="connsiteY357" fmla="*/ 6066900 h 6858000"/>
              <a:gd name="connsiteX358" fmla="*/ 4584537 w 7467600"/>
              <a:gd name="connsiteY358" fmla="*/ 5324826 h 6858000"/>
              <a:gd name="connsiteX359" fmla="*/ 5037105 w 7467600"/>
              <a:gd name="connsiteY359" fmla="*/ 5088765 h 6858000"/>
              <a:gd name="connsiteX360" fmla="*/ 5039930 w 7467600"/>
              <a:gd name="connsiteY360" fmla="*/ 5089585 h 6858000"/>
              <a:gd name="connsiteX361" fmla="*/ 5263764 w 7467600"/>
              <a:gd name="connsiteY361" fmla="*/ 4735525 h 6858000"/>
              <a:gd name="connsiteX362" fmla="*/ 4086300 w 7467600"/>
              <a:gd name="connsiteY362" fmla="*/ 4884599 h 6858000"/>
              <a:gd name="connsiteX363" fmla="*/ 4085485 w 7467600"/>
              <a:gd name="connsiteY363" fmla="*/ 4899070 h 6858000"/>
              <a:gd name="connsiteX364" fmla="*/ 3871915 w 7467600"/>
              <a:gd name="connsiteY364" fmla="*/ 5253645 h 6858000"/>
              <a:gd name="connsiteX365" fmla="*/ 3799374 w 7467600"/>
              <a:gd name="connsiteY365" fmla="*/ 5466127 h 6858000"/>
              <a:gd name="connsiteX366" fmla="*/ 3498850 w 7467600"/>
              <a:gd name="connsiteY366" fmla="*/ 6661888 h 6858000"/>
              <a:gd name="connsiteX367" fmla="*/ 3399216 w 7467600"/>
              <a:gd name="connsiteY367" fmla="*/ 6858000 h 6858000"/>
              <a:gd name="connsiteX368" fmla="*/ 3303688 w 7467600"/>
              <a:gd name="connsiteY368" fmla="*/ 6858000 h 6858000"/>
              <a:gd name="connsiteX369" fmla="*/ 3391774 w 7467600"/>
              <a:gd name="connsiteY369" fmla="*/ 6697181 h 6858000"/>
              <a:gd name="connsiteX370" fmla="*/ 3735540 w 7467600"/>
              <a:gd name="connsiteY370" fmla="*/ 5546923 h 6858000"/>
              <a:gd name="connsiteX371" fmla="*/ 3729438 w 7467600"/>
              <a:gd name="connsiteY371" fmla="*/ 5569058 h 6858000"/>
              <a:gd name="connsiteX372" fmla="*/ 3707782 w 7467600"/>
              <a:gd name="connsiteY372" fmla="*/ 5644908 h 6858000"/>
              <a:gd name="connsiteX373" fmla="*/ 3583827 w 7467600"/>
              <a:gd name="connsiteY373" fmla="*/ 6039215 h 6858000"/>
              <a:gd name="connsiteX374" fmla="*/ 3547861 w 7467600"/>
              <a:gd name="connsiteY374" fmla="*/ 6129609 h 6858000"/>
              <a:gd name="connsiteX375" fmla="*/ 3490905 w 7467600"/>
              <a:gd name="connsiteY375" fmla="*/ 6277660 h 6858000"/>
              <a:gd name="connsiteX376" fmla="*/ 3455859 w 7467600"/>
              <a:gd name="connsiteY376" fmla="*/ 6391301 h 6858000"/>
              <a:gd name="connsiteX377" fmla="*/ 3429112 w 7467600"/>
              <a:gd name="connsiteY377" fmla="*/ 6479469 h 6858000"/>
              <a:gd name="connsiteX378" fmla="*/ 3304862 w 7467600"/>
              <a:gd name="connsiteY378" fmla="*/ 6796476 h 6858000"/>
              <a:gd name="connsiteX379" fmla="*/ 3276071 w 7467600"/>
              <a:gd name="connsiteY379" fmla="*/ 6858000 h 6858000"/>
              <a:gd name="connsiteX380" fmla="*/ 3240805 w 7467600"/>
              <a:gd name="connsiteY380" fmla="*/ 6858000 h 6858000"/>
              <a:gd name="connsiteX381" fmla="*/ 3275917 w 7467600"/>
              <a:gd name="connsiteY381" fmla="*/ 6783192 h 6858000"/>
              <a:gd name="connsiteX382" fmla="*/ 3399358 w 7467600"/>
              <a:gd name="connsiteY382" fmla="*/ 6469011 h 6858000"/>
              <a:gd name="connsiteX383" fmla="*/ 3425650 w 7467600"/>
              <a:gd name="connsiteY383" fmla="*/ 6381333 h 6858000"/>
              <a:gd name="connsiteX384" fmla="*/ 3460661 w 7467600"/>
              <a:gd name="connsiteY384" fmla="*/ 6266763 h 6858000"/>
              <a:gd name="connsiteX385" fmla="*/ 3518021 w 7467600"/>
              <a:gd name="connsiteY385" fmla="*/ 6117298 h 6858000"/>
              <a:gd name="connsiteX386" fmla="*/ 3554035 w 7467600"/>
              <a:gd name="connsiteY386" fmla="*/ 6027832 h 6858000"/>
              <a:gd name="connsiteX387" fmla="*/ 3677174 w 7467600"/>
              <a:gd name="connsiteY387" fmla="*/ 5636351 h 6858000"/>
              <a:gd name="connsiteX388" fmla="*/ 3698819 w 7467600"/>
              <a:gd name="connsiteY388" fmla="*/ 5560503 h 6858000"/>
              <a:gd name="connsiteX389" fmla="*/ 3702094 w 7467600"/>
              <a:gd name="connsiteY389" fmla="*/ 5549194 h 6858000"/>
              <a:gd name="connsiteX390" fmla="*/ 3398355 w 7467600"/>
              <a:gd name="connsiteY390" fmla="*/ 6094603 h 6858000"/>
              <a:gd name="connsiteX391" fmla="*/ 3193941 w 7467600"/>
              <a:gd name="connsiteY391" fmla="*/ 6798775 h 6858000"/>
              <a:gd name="connsiteX392" fmla="*/ 3184140 w 7467600"/>
              <a:gd name="connsiteY392" fmla="*/ 6858000 h 6858000"/>
              <a:gd name="connsiteX393" fmla="*/ 3099978 w 7467600"/>
              <a:gd name="connsiteY393" fmla="*/ 6858000 h 6858000"/>
              <a:gd name="connsiteX394" fmla="*/ 3101556 w 7467600"/>
              <a:gd name="connsiteY394" fmla="*/ 6843337 h 6858000"/>
              <a:gd name="connsiteX395" fmla="*/ 3370162 w 7467600"/>
              <a:gd name="connsiteY395" fmla="*/ 5785550 h 6858000"/>
              <a:gd name="connsiteX396" fmla="*/ 3746477 w 7467600"/>
              <a:gd name="connsiteY396" fmla="*/ 5377889 h 6858000"/>
              <a:gd name="connsiteX397" fmla="*/ 3863399 w 7467600"/>
              <a:gd name="connsiteY397" fmla="*/ 5087257 h 6858000"/>
              <a:gd name="connsiteX398" fmla="*/ 3968712 w 7467600"/>
              <a:gd name="connsiteY398" fmla="*/ 4913989 h 6858000"/>
              <a:gd name="connsiteX399" fmla="*/ 2792390 w 7467600"/>
              <a:gd name="connsiteY399" fmla="*/ 5382974 h 6858000"/>
              <a:gd name="connsiteX400" fmla="*/ 2714982 w 7467600"/>
              <a:gd name="connsiteY400" fmla="*/ 5427051 h 6858000"/>
              <a:gd name="connsiteX401" fmla="*/ 2813361 w 7467600"/>
              <a:gd name="connsiteY401" fmla="*/ 6023912 h 6858000"/>
              <a:gd name="connsiteX402" fmla="*/ 2688430 w 7467600"/>
              <a:gd name="connsiteY402" fmla="*/ 6801564 h 6858000"/>
              <a:gd name="connsiteX403" fmla="*/ 2629626 w 7467600"/>
              <a:gd name="connsiteY403" fmla="*/ 6763394 h 6858000"/>
              <a:gd name="connsiteX404" fmla="*/ 2565328 w 7467600"/>
              <a:gd name="connsiteY404" fmla="*/ 5516399 h 6858000"/>
              <a:gd name="connsiteX405" fmla="*/ 1922999 w 7467600"/>
              <a:gd name="connsiteY405" fmla="*/ 5980343 h 6858000"/>
              <a:gd name="connsiteX406" fmla="*/ 1950261 w 7467600"/>
              <a:gd name="connsiteY406" fmla="*/ 6405858 h 6858000"/>
              <a:gd name="connsiteX407" fmla="*/ 2365554 w 7467600"/>
              <a:gd name="connsiteY407" fmla="*/ 6759107 h 6858000"/>
              <a:gd name="connsiteX408" fmla="*/ 2424142 w 7467600"/>
              <a:gd name="connsiteY408" fmla="*/ 6858000 h 6858000"/>
              <a:gd name="connsiteX409" fmla="*/ 2395994 w 7467600"/>
              <a:gd name="connsiteY409" fmla="*/ 6858000 h 6858000"/>
              <a:gd name="connsiteX410" fmla="*/ 2392863 w 7467600"/>
              <a:gd name="connsiteY410" fmla="*/ 6852964 h 6858000"/>
              <a:gd name="connsiteX411" fmla="*/ 2017589 w 7467600"/>
              <a:gd name="connsiteY411" fmla="*/ 6493982 h 6858000"/>
              <a:gd name="connsiteX412" fmla="*/ 2147336 w 7467600"/>
              <a:gd name="connsiteY412" fmla="*/ 6594052 h 6858000"/>
              <a:gd name="connsiteX413" fmla="*/ 2207047 w 7467600"/>
              <a:gd name="connsiteY413" fmla="*/ 6654540 h 6858000"/>
              <a:gd name="connsiteX414" fmla="*/ 2299106 w 7467600"/>
              <a:gd name="connsiteY414" fmla="*/ 6778931 h 6858000"/>
              <a:gd name="connsiteX415" fmla="*/ 2314430 w 7467600"/>
              <a:gd name="connsiteY415" fmla="*/ 6801144 h 6858000"/>
              <a:gd name="connsiteX416" fmla="*/ 2352406 w 7467600"/>
              <a:gd name="connsiteY416" fmla="*/ 6858000 h 6858000"/>
              <a:gd name="connsiteX417" fmla="*/ 2314492 w 7467600"/>
              <a:gd name="connsiteY417" fmla="*/ 6858000 h 6858000"/>
              <a:gd name="connsiteX418" fmla="*/ 2288095 w 7467600"/>
              <a:gd name="connsiteY418" fmla="*/ 6818030 h 6858000"/>
              <a:gd name="connsiteX419" fmla="*/ 2272768 w 7467600"/>
              <a:gd name="connsiteY419" fmla="*/ 6795822 h 6858000"/>
              <a:gd name="connsiteX420" fmla="*/ 2182715 w 7467600"/>
              <a:gd name="connsiteY420" fmla="*/ 6675071 h 6858000"/>
              <a:gd name="connsiteX421" fmla="*/ 2032061 w 7467600"/>
              <a:gd name="connsiteY421" fmla="*/ 6541380 h 6858000"/>
              <a:gd name="connsiteX422" fmla="*/ 2257220 w 7467600"/>
              <a:gd name="connsiteY422" fmla="*/ 6826257 h 6858000"/>
              <a:gd name="connsiteX423" fmla="*/ 2281324 w 7467600"/>
              <a:gd name="connsiteY423" fmla="*/ 6858000 h 6858000"/>
              <a:gd name="connsiteX424" fmla="*/ 2242860 w 7467600"/>
              <a:gd name="connsiteY424" fmla="*/ 6858000 h 6858000"/>
              <a:gd name="connsiteX425" fmla="*/ 2232818 w 7467600"/>
              <a:gd name="connsiteY425" fmla="*/ 6844926 h 6858000"/>
              <a:gd name="connsiteX426" fmla="*/ 1990172 w 7467600"/>
              <a:gd name="connsiteY426" fmla="*/ 6542121 h 6858000"/>
              <a:gd name="connsiteX427" fmla="*/ 2124090 w 7467600"/>
              <a:gd name="connsiteY427" fmla="*/ 6761017 h 6858000"/>
              <a:gd name="connsiteX428" fmla="*/ 2200380 w 7467600"/>
              <a:gd name="connsiteY428" fmla="*/ 6858000 h 6858000"/>
              <a:gd name="connsiteX429" fmla="*/ 2147507 w 7467600"/>
              <a:gd name="connsiteY429" fmla="*/ 6858000 h 6858000"/>
              <a:gd name="connsiteX430" fmla="*/ 2070668 w 7467600"/>
              <a:gd name="connsiteY430" fmla="*/ 6761520 h 6858000"/>
              <a:gd name="connsiteX431" fmla="*/ 1975142 w 7467600"/>
              <a:gd name="connsiteY431" fmla="*/ 6585570 h 6858000"/>
              <a:gd name="connsiteX432" fmla="*/ 2050035 w 7467600"/>
              <a:gd name="connsiteY432" fmla="*/ 6813345 h 6858000"/>
              <a:gd name="connsiteX433" fmla="*/ 2063025 w 7467600"/>
              <a:gd name="connsiteY433" fmla="*/ 6858000 h 6858000"/>
              <a:gd name="connsiteX434" fmla="*/ 2021675 w 7467600"/>
              <a:gd name="connsiteY434" fmla="*/ 6858000 h 6858000"/>
              <a:gd name="connsiteX435" fmla="*/ 2019308 w 7467600"/>
              <a:gd name="connsiteY435" fmla="*/ 6847118 h 6858000"/>
              <a:gd name="connsiteX436" fmla="*/ 1938835 w 7467600"/>
              <a:gd name="connsiteY436" fmla="*/ 6551160 h 6858000"/>
              <a:gd name="connsiteX437" fmla="*/ 1953230 w 7467600"/>
              <a:gd name="connsiteY437" fmla="*/ 6759699 h 6858000"/>
              <a:gd name="connsiteX438" fmla="*/ 1956763 w 7467600"/>
              <a:gd name="connsiteY438" fmla="*/ 6778191 h 6858000"/>
              <a:gd name="connsiteX439" fmla="*/ 1967925 w 7467600"/>
              <a:gd name="connsiteY439" fmla="*/ 6858000 h 6858000"/>
              <a:gd name="connsiteX440" fmla="*/ 1936622 w 7467600"/>
              <a:gd name="connsiteY440" fmla="*/ 6858000 h 6858000"/>
              <a:gd name="connsiteX441" fmla="*/ 1926261 w 7467600"/>
              <a:gd name="connsiteY441" fmla="*/ 6784064 h 6858000"/>
              <a:gd name="connsiteX442" fmla="*/ 1922724 w 7467600"/>
              <a:gd name="connsiteY442" fmla="*/ 6765577 h 6858000"/>
              <a:gd name="connsiteX443" fmla="*/ 1904650 w 7467600"/>
              <a:gd name="connsiteY443" fmla="*/ 6639616 h 6858000"/>
              <a:gd name="connsiteX444" fmla="*/ 1885273 w 7467600"/>
              <a:gd name="connsiteY444" fmla="*/ 6858000 h 6858000"/>
              <a:gd name="connsiteX445" fmla="*/ 1854363 w 7467600"/>
              <a:gd name="connsiteY445" fmla="*/ 6858000 h 6858000"/>
              <a:gd name="connsiteX446" fmla="*/ 1880391 w 7467600"/>
              <a:gd name="connsiteY446" fmla="*/ 6603796 h 6858000"/>
              <a:gd name="connsiteX447" fmla="*/ 1818273 w 7467600"/>
              <a:gd name="connsiteY447" fmla="*/ 6715729 h 6858000"/>
              <a:gd name="connsiteX448" fmla="*/ 1794691 w 7467600"/>
              <a:gd name="connsiteY448" fmla="*/ 6843239 h 6858000"/>
              <a:gd name="connsiteX449" fmla="*/ 1794914 w 7467600"/>
              <a:gd name="connsiteY449" fmla="*/ 6858000 h 6858000"/>
              <a:gd name="connsiteX450" fmla="*/ 1746128 w 7467600"/>
              <a:gd name="connsiteY450" fmla="*/ 6858000 h 6858000"/>
              <a:gd name="connsiteX451" fmla="*/ 1753934 w 7467600"/>
              <a:gd name="connsiteY451" fmla="*/ 6724796 h 6858000"/>
              <a:gd name="connsiteX452" fmla="*/ 1792053 w 7467600"/>
              <a:gd name="connsiteY452" fmla="*/ 6572396 h 6858000"/>
              <a:gd name="connsiteX453" fmla="*/ 1862248 w 7467600"/>
              <a:gd name="connsiteY453" fmla="*/ 6266397 h 6858000"/>
              <a:gd name="connsiteX454" fmla="*/ 1862250 w 7467600"/>
              <a:gd name="connsiteY454" fmla="*/ 6033531 h 6858000"/>
              <a:gd name="connsiteX455" fmla="*/ 1211999 w 7467600"/>
              <a:gd name="connsiteY455" fmla="*/ 6683610 h 6858000"/>
              <a:gd name="connsiteX456" fmla="*/ 1213266 w 7467600"/>
              <a:gd name="connsiteY456" fmla="*/ 6691947 h 6858000"/>
              <a:gd name="connsiteX457" fmla="*/ 1203370 w 7467600"/>
              <a:gd name="connsiteY457" fmla="*/ 6850676 h 6858000"/>
              <a:gd name="connsiteX458" fmla="*/ 1203671 w 7467600"/>
              <a:gd name="connsiteY458" fmla="*/ 6858000 h 6858000"/>
              <a:gd name="connsiteX459" fmla="*/ 1143180 w 7467600"/>
              <a:gd name="connsiteY459" fmla="*/ 6858000 h 6858000"/>
              <a:gd name="connsiteX460" fmla="*/ 1142176 w 7467600"/>
              <a:gd name="connsiteY460" fmla="*/ 6766045 h 6858000"/>
              <a:gd name="connsiteX461" fmla="*/ 1067484 w 7467600"/>
              <a:gd name="connsiteY461" fmla="*/ 6858000 h 6858000"/>
              <a:gd name="connsiteX462" fmla="*/ 953928 w 7467600"/>
              <a:gd name="connsiteY462" fmla="*/ 6858000 h 6858000"/>
              <a:gd name="connsiteX463" fmla="*/ 959715 w 7467600"/>
              <a:gd name="connsiteY463" fmla="*/ 6850185 h 6858000"/>
              <a:gd name="connsiteX464" fmla="*/ 1483788 w 7467600"/>
              <a:gd name="connsiteY464" fmla="*/ 6259174 h 6858000"/>
              <a:gd name="connsiteX465" fmla="*/ 1100671 w 7467600"/>
              <a:gd name="connsiteY465" fmla="*/ 6252137 h 6858000"/>
              <a:gd name="connsiteX466" fmla="*/ 1090144 w 7467600"/>
              <a:gd name="connsiteY466" fmla="*/ 6256748 h 6858000"/>
              <a:gd name="connsiteX467" fmla="*/ 1095872 w 7467600"/>
              <a:gd name="connsiteY467" fmla="*/ 6271892 h 6858000"/>
              <a:gd name="connsiteX468" fmla="*/ 262785 w 7467600"/>
              <a:gd name="connsiteY468" fmla="*/ 6845450 h 6858000"/>
              <a:gd name="connsiteX469" fmla="*/ 209968 w 7467600"/>
              <a:gd name="connsiteY469" fmla="*/ 6770713 h 6858000"/>
              <a:gd name="connsiteX470" fmla="*/ 873460 w 7467600"/>
              <a:gd name="connsiteY470" fmla="*/ 6253768 h 6858000"/>
              <a:gd name="connsiteX471" fmla="*/ 192686 w 7467600"/>
              <a:gd name="connsiteY471" fmla="*/ 5849257 h 6858000"/>
              <a:gd name="connsiteX472" fmla="*/ 4696 w 7467600"/>
              <a:gd name="connsiteY472" fmla="*/ 5697668 h 6858000"/>
              <a:gd name="connsiteX473" fmla="*/ 0 w 7467600"/>
              <a:gd name="connsiteY473" fmla="*/ 5689984 h 6858000"/>
              <a:gd name="connsiteX474" fmla="*/ 0 w 7467600"/>
              <a:gd name="connsiteY474" fmla="*/ 5513472 h 6858000"/>
              <a:gd name="connsiteX475" fmla="*/ 174101 w 7467600"/>
              <a:gd name="connsiteY475" fmla="*/ 5620277 h 6858000"/>
              <a:gd name="connsiteX476" fmla="*/ 891800 w 7467600"/>
              <a:gd name="connsiteY476" fmla="*/ 6036935 h 6858000"/>
              <a:gd name="connsiteX477" fmla="*/ 1072219 w 7467600"/>
              <a:gd name="connsiteY477" fmla="*/ 6169443 h 6858000"/>
              <a:gd name="connsiteX478" fmla="*/ 1074117 w 7467600"/>
              <a:gd name="connsiteY478" fmla="*/ 6170301 h 6858000"/>
              <a:gd name="connsiteX479" fmla="*/ 1083114 w 7467600"/>
              <a:gd name="connsiteY479" fmla="*/ 6174131 h 6858000"/>
              <a:gd name="connsiteX480" fmla="*/ 1543010 w 7467600"/>
              <a:gd name="connsiteY480" fmla="*/ 6191140 h 6858000"/>
              <a:gd name="connsiteX481" fmla="*/ 1551080 w 7467600"/>
              <a:gd name="connsiteY481" fmla="*/ 6195006 h 6858000"/>
              <a:gd name="connsiteX482" fmla="*/ 2345443 w 7467600"/>
              <a:gd name="connsiteY482" fmla="*/ 5549882 h 6858000"/>
              <a:gd name="connsiteX483" fmla="*/ 1721499 w 7467600"/>
              <a:gd name="connsiteY483" fmla="*/ 5599969 h 6858000"/>
              <a:gd name="connsiteX484" fmla="*/ 767716 w 7467600"/>
              <a:gd name="connsiteY484" fmla="*/ 5472768 h 6858000"/>
              <a:gd name="connsiteX485" fmla="*/ 722147 w 7467600"/>
              <a:gd name="connsiteY485" fmla="*/ 5393091 h 6858000"/>
              <a:gd name="connsiteX486" fmla="*/ 1485552 w 7467600"/>
              <a:gd name="connsiteY486" fmla="*/ 5313202 h 6858000"/>
              <a:gd name="connsiteX487" fmla="*/ 2143004 w 7467600"/>
              <a:gd name="connsiteY487" fmla="*/ 5402420 h 6858000"/>
              <a:gd name="connsiteX488" fmla="*/ 1933391 w 7467600"/>
              <a:gd name="connsiteY488" fmla="*/ 5156971 h 6858000"/>
              <a:gd name="connsiteX489" fmla="*/ 1827118 w 7467600"/>
              <a:gd name="connsiteY489" fmla="*/ 4968410 h 6858000"/>
              <a:gd name="connsiteX490" fmla="*/ 1837349 w 7467600"/>
              <a:gd name="connsiteY490" fmla="*/ 4956357 h 6858000"/>
              <a:gd name="connsiteX491" fmla="*/ 2162835 w 7467600"/>
              <a:gd name="connsiteY491" fmla="*/ 5187853 h 6858000"/>
              <a:gd name="connsiteX492" fmla="*/ 2257167 w 7467600"/>
              <a:gd name="connsiteY492" fmla="*/ 5462123 h 6858000"/>
              <a:gd name="connsiteX493" fmla="*/ 2261598 w 7467600"/>
              <a:gd name="connsiteY493" fmla="*/ 5467998 h 6858000"/>
              <a:gd name="connsiteX494" fmla="*/ 2437177 w 7467600"/>
              <a:gd name="connsiteY494" fmla="*/ 5479608 h 6858000"/>
              <a:gd name="connsiteX495" fmla="*/ 2445247 w 7467600"/>
              <a:gd name="connsiteY495" fmla="*/ 5483476 h 6858000"/>
              <a:gd name="connsiteX496" fmla="*/ 2743626 w 7467600"/>
              <a:gd name="connsiteY496" fmla="*/ 5304819 h 6858000"/>
              <a:gd name="connsiteX497" fmla="*/ 3048102 w 7467600"/>
              <a:gd name="connsiteY497" fmla="*/ 5150595 h 6858000"/>
              <a:gd name="connsiteX498" fmla="*/ 1799414 w 7467600"/>
              <a:gd name="connsiteY498" fmla="*/ 4694732 h 6858000"/>
              <a:gd name="connsiteX499" fmla="*/ 1771735 w 7467600"/>
              <a:gd name="connsiteY499" fmla="*/ 4619929 h 6858000"/>
              <a:gd name="connsiteX500" fmla="*/ 3104273 w 7467600"/>
              <a:gd name="connsiteY500" fmla="*/ 5076159 h 6858000"/>
              <a:gd name="connsiteX501" fmla="*/ 3113245 w 7467600"/>
              <a:gd name="connsiteY501" fmla="*/ 5090705 h 6858000"/>
              <a:gd name="connsiteX502" fmla="*/ 3126294 w 7467600"/>
              <a:gd name="connsiteY502" fmla="*/ 5114400 h 6858000"/>
              <a:gd name="connsiteX503" fmla="*/ 3937433 w 7467600"/>
              <a:gd name="connsiteY503" fmla="*/ 4830473 h 6858000"/>
              <a:gd name="connsiteX504" fmla="*/ 3590475 w 7467600"/>
              <a:gd name="connsiteY504" fmla="*/ 4597974 h 6858000"/>
              <a:gd name="connsiteX505" fmla="*/ 3100264 w 7467600"/>
              <a:gd name="connsiteY505" fmla="*/ 4579845 h 6858000"/>
              <a:gd name="connsiteX506" fmla="*/ 2183576 w 7467600"/>
              <a:gd name="connsiteY506" fmla="*/ 4227150 h 6858000"/>
              <a:gd name="connsiteX507" fmla="*/ 2151029 w 7467600"/>
              <a:gd name="connsiteY507" fmla="*/ 4146947 h 6858000"/>
              <a:gd name="connsiteX508" fmla="*/ 3563434 w 7467600"/>
              <a:gd name="connsiteY508" fmla="*/ 4469115 h 6858000"/>
              <a:gd name="connsiteX509" fmla="*/ 3177952 w 7467600"/>
              <a:gd name="connsiteY509" fmla="*/ 3657386 h 6858000"/>
              <a:gd name="connsiteX510" fmla="*/ 3189263 w 7467600"/>
              <a:gd name="connsiteY510" fmla="*/ 3625726 h 6858000"/>
              <a:gd name="connsiteX511" fmla="*/ 3560912 w 7467600"/>
              <a:gd name="connsiteY511" fmla="*/ 4079863 h 6858000"/>
              <a:gd name="connsiteX512" fmla="*/ 3626636 w 7467600"/>
              <a:gd name="connsiteY512" fmla="*/ 4512230 h 6858000"/>
              <a:gd name="connsiteX513" fmla="*/ 3653088 w 7467600"/>
              <a:gd name="connsiteY513" fmla="*/ 4521417 h 6858000"/>
              <a:gd name="connsiteX514" fmla="*/ 3988128 w 7467600"/>
              <a:gd name="connsiteY514" fmla="*/ 4817267 h 6858000"/>
              <a:gd name="connsiteX515" fmla="*/ 4830582 w 7467600"/>
              <a:gd name="connsiteY515" fmla="*/ 4676000 h 6858000"/>
              <a:gd name="connsiteX516" fmla="*/ 4830100 w 7467600"/>
              <a:gd name="connsiteY516" fmla="*/ 4675554 h 6858000"/>
              <a:gd name="connsiteX517" fmla="*/ 4036318 w 7467600"/>
              <a:gd name="connsiteY517" fmla="*/ 4147013 h 6858000"/>
              <a:gd name="connsiteX518" fmla="*/ 3432098 w 7467600"/>
              <a:gd name="connsiteY518" fmla="*/ 3537312 h 6858000"/>
              <a:gd name="connsiteX519" fmla="*/ 3446761 w 7467600"/>
              <a:gd name="connsiteY519" fmla="*/ 3461278 h 6858000"/>
              <a:gd name="connsiteX520" fmla="*/ 4419733 w 7467600"/>
              <a:gd name="connsiteY520" fmla="*/ 3963555 h 6858000"/>
              <a:gd name="connsiteX521" fmla="*/ 4781371 w 7467600"/>
              <a:gd name="connsiteY521" fmla="*/ 4458604 h 6858000"/>
              <a:gd name="connsiteX522" fmla="*/ 4780440 w 7467600"/>
              <a:gd name="connsiteY522" fmla="*/ 4470290 h 6858000"/>
              <a:gd name="connsiteX523" fmla="*/ 4898954 w 7467600"/>
              <a:gd name="connsiteY523" fmla="*/ 4662092 h 6858000"/>
              <a:gd name="connsiteX524" fmla="*/ 4900699 w 7467600"/>
              <a:gd name="connsiteY524" fmla="*/ 4670867 h 6858000"/>
              <a:gd name="connsiteX525" fmla="*/ 5714511 w 7467600"/>
              <a:gd name="connsiteY525" fmla="*/ 4663483 h 6858000"/>
              <a:gd name="connsiteX526" fmla="*/ 5464793 w 7467600"/>
              <a:gd name="connsiteY526" fmla="*/ 4393556 h 6858000"/>
              <a:gd name="connsiteX527" fmla="*/ 5461897 w 7467600"/>
              <a:gd name="connsiteY527" fmla="*/ 4390879 h 6858000"/>
              <a:gd name="connsiteX528" fmla="*/ 4294126 w 7467600"/>
              <a:gd name="connsiteY528" fmla="*/ 3303048 h 6858000"/>
              <a:gd name="connsiteX529" fmla="*/ 4305321 w 7467600"/>
              <a:gd name="connsiteY529" fmla="*/ 3256953 h 6858000"/>
              <a:gd name="connsiteX530" fmla="*/ 4949299 w 7467600"/>
              <a:gd name="connsiteY530" fmla="*/ 3766336 h 6858000"/>
              <a:gd name="connsiteX531" fmla="*/ 5291452 w 7467600"/>
              <a:gd name="connsiteY531" fmla="*/ 4076801 h 6858000"/>
              <a:gd name="connsiteX532" fmla="*/ 5434998 w 7467600"/>
              <a:gd name="connsiteY532" fmla="*/ 4254100 h 6858000"/>
              <a:gd name="connsiteX533" fmla="*/ 5351015 w 7467600"/>
              <a:gd name="connsiteY533" fmla="*/ 3760989 h 6858000"/>
              <a:gd name="connsiteX534" fmla="*/ 5413780 w 7467600"/>
              <a:gd name="connsiteY534" fmla="*/ 2966265 h 6858000"/>
              <a:gd name="connsiteX535" fmla="*/ 5425627 w 7467600"/>
              <a:gd name="connsiteY535" fmla="*/ 2954192 h 6858000"/>
              <a:gd name="connsiteX536" fmla="*/ 6604735 w 7467600"/>
              <a:gd name="connsiteY536" fmla="*/ 2041381 h 6858000"/>
              <a:gd name="connsiteX537" fmla="*/ 7204487 w 7467600"/>
              <a:gd name="connsiteY537" fmla="*/ 2742112 h 6858000"/>
              <a:gd name="connsiteX538" fmla="*/ 7131592 w 7467600"/>
              <a:gd name="connsiteY538" fmla="*/ 2672096 h 6858000"/>
              <a:gd name="connsiteX539" fmla="*/ 6996344 w 7467600"/>
              <a:gd name="connsiteY539" fmla="*/ 2518310 h 6858000"/>
              <a:gd name="connsiteX540" fmla="*/ 6735495 w 7467600"/>
              <a:gd name="connsiteY540" fmla="*/ 2196890 h 6858000"/>
              <a:gd name="connsiteX541" fmla="*/ 6721901 w 7467600"/>
              <a:gd name="connsiteY541" fmla="*/ 2179274 h 6858000"/>
              <a:gd name="connsiteX542" fmla="*/ 6604735 w 7467600"/>
              <a:gd name="connsiteY542" fmla="*/ 2041381 h 6858000"/>
              <a:gd name="connsiteX543" fmla="*/ 6591670 w 7467600"/>
              <a:gd name="connsiteY543" fmla="*/ 1988277 h 6858000"/>
              <a:gd name="connsiteX544" fmla="*/ 6747349 w 7467600"/>
              <a:gd name="connsiteY544" fmla="*/ 2160069 h 6858000"/>
              <a:gd name="connsiteX545" fmla="*/ 6760943 w 7467600"/>
              <a:gd name="connsiteY545" fmla="*/ 2177686 h 6858000"/>
              <a:gd name="connsiteX546" fmla="*/ 7021065 w 7467600"/>
              <a:gd name="connsiteY546" fmla="*/ 2498102 h 6858000"/>
              <a:gd name="connsiteX547" fmla="*/ 7155223 w 7467600"/>
              <a:gd name="connsiteY547" fmla="*/ 2650386 h 6858000"/>
              <a:gd name="connsiteX548" fmla="*/ 7203167 w 7467600"/>
              <a:gd name="connsiteY548" fmla="*/ 2697288 h 6858000"/>
              <a:gd name="connsiteX549" fmla="*/ 6937703 w 7467600"/>
              <a:gd name="connsiteY549" fmla="*/ 2321981 h 6858000"/>
              <a:gd name="connsiteX550" fmla="*/ 6591670 w 7467600"/>
              <a:gd name="connsiteY550" fmla="*/ 1988277 h 6858000"/>
              <a:gd name="connsiteX551" fmla="*/ 5798671 w 7467600"/>
              <a:gd name="connsiteY551" fmla="*/ 1981601 h 6858000"/>
              <a:gd name="connsiteX552" fmla="*/ 5754709 w 7467600"/>
              <a:gd name="connsiteY552" fmla="*/ 2071454 h 6858000"/>
              <a:gd name="connsiteX553" fmla="*/ 5763044 w 7467600"/>
              <a:gd name="connsiteY553" fmla="*/ 2842206 h 6858000"/>
              <a:gd name="connsiteX554" fmla="*/ 5764974 w 7467600"/>
              <a:gd name="connsiteY554" fmla="*/ 2799609 h 6858000"/>
              <a:gd name="connsiteX555" fmla="*/ 5767665 w 7467600"/>
              <a:gd name="connsiteY555" fmla="*/ 2666409 h 6858000"/>
              <a:gd name="connsiteX556" fmla="*/ 5763055 w 7467600"/>
              <a:gd name="connsiteY556" fmla="*/ 2579705 h 6858000"/>
              <a:gd name="connsiteX557" fmla="*/ 5758079 w 7467600"/>
              <a:gd name="connsiteY557" fmla="*/ 2492508 h 6858000"/>
              <a:gd name="connsiteX558" fmla="*/ 5779325 w 7467600"/>
              <a:gd name="connsiteY558" fmla="*/ 2197069 h 6858000"/>
              <a:gd name="connsiteX559" fmla="*/ 5798671 w 7467600"/>
              <a:gd name="connsiteY559" fmla="*/ 1981601 h 6858000"/>
              <a:gd name="connsiteX560" fmla="*/ 5829202 w 7467600"/>
              <a:gd name="connsiteY560" fmla="*/ 1971679 h 6858000"/>
              <a:gd name="connsiteX561" fmla="*/ 5809558 w 7467600"/>
              <a:gd name="connsiteY561" fmla="*/ 2198043 h 6858000"/>
              <a:gd name="connsiteX562" fmla="*/ 5788653 w 7467600"/>
              <a:gd name="connsiteY562" fmla="*/ 2489430 h 6858000"/>
              <a:gd name="connsiteX563" fmla="*/ 5793439 w 7467600"/>
              <a:gd name="connsiteY563" fmla="*/ 2575235 h 6858000"/>
              <a:gd name="connsiteX564" fmla="*/ 5796837 w 7467600"/>
              <a:gd name="connsiteY564" fmla="*/ 2637633 h 6858000"/>
              <a:gd name="connsiteX565" fmla="*/ 5818614 w 7467600"/>
              <a:gd name="connsiteY565" fmla="*/ 2473055 h 6858000"/>
              <a:gd name="connsiteX566" fmla="*/ 5829202 w 7467600"/>
              <a:gd name="connsiteY566" fmla="*/ 1971679 h 6858000"/>
              <a:gd name="connsiteX567" fmla="*/ 5911389 w 7467600"/>
              <a:gd name="connsiteY567" fmla="*/ 1898371 h 6858000"/>
              <a:gd name="connsiteX568" fmla="*/ 6237627 w 7467600"/>
              <a:gd name="connsiteY568" fmla="*/ 2231921 h 6858000"/>
              <a:gd name="connsiteX569" fmla="*/ 5911389 w 7467600"/>
              <a:gd name="connsiteY569" fmla="*/ 1898371 h 6858000"/>
              <a:gd name="connsiteX570" fmla="*/ 6944437 w 7467600"/>
              <a:gd name="connsiteY570" fmla="*/ 1575402 h 6858000"/>
              <a:gd name="connsiteX571" fmla="*/ 6304730 w 7467600"/>
              <a:gd name="connsiteY571" fmla="*/ 1766654 h 6858000"/>
              <a:gd name="connsiteX572" fmla="*/ 6944437 w 7467600"/>
              <a:gd name="connsiteY572" fmla="*/ 1575402 h 6858000"/>
              <a:gd name="connsiteX573" fmla="*/ 7019523 w 7467600"/>
              <a:gd name="connsiteY573" fmla="*/ 1519450 h 6858000"/>
              <a:gd name="connsiteX574" fmla="*/ 6298091 w 7467600"/>
              <a:gd name="connsiteY574" fmla="*/ 1737122 h 6858000"/>
              <a:gd name="connsiteX575" fmla="*/ 7019523 w 7467600"/>
              <a:gd name="connsiteY575" fmla="*/ 1519450 h 6858000"/>
              <a:gd name="connsiteX576" fmla="*/ 2399523 w 7467600"/>
              <a:gd name="connsiteY576" fmla="*/ 1428234 h 6858000"/>
              <a:gd name="connsiteX577" fmla="*/ 2224982 w 7467600"/>
              <a:gd name="connsiteY577" fmla="*/ 1826201 h 6858000"/>
              <a:gd name="connsiteX578" fmla="*/ 2096099 w 7467600"/>
              <a:gd name="connsiteY578" fmla="*/ 2345900 h 6858000"/>
              <a:gd name="connsiteX579" fmla="*/ 2283317 w 7467600"/>
              <a:gd name="connsiteY579" fmla="*/ 1796925 h 6858000"/>
              <a:gd name="connsiteX580" fmla="*/ 2399523 w 7467600"/>
              <a:gd name="connsiteY580" fmla="*/ 1428234 h 6858000"/>
              <a:gd name="connsiteX581" fmla="*/ 2448558 w 7467600"/>
              <a:gd name="connsiteY581" fmla="*/ 1373435 h 6858000"/>
              <a:gd name="connsiteX582" fmla="*/ 2312521 w 7467600"/>
              <a:gd name="connsiteY582" fmla="*/ 1806140 h 6858000"/>
              <a:gd name="connsiteX583" fmla="*/ 2127533 w 7467600"/>
              <a:gd name="connsiteY583" fmla="*/ 2348380 h 6858000"/>
              <a:gd name="connsiteX584" fmla="*/ 2358080 w 7467600"/>
              <a:gd name="connsiteY584" fmla="*/ 1866134 h 6858000"/>
              <a:gd name="connsiteX585" fmla="*/ 2407436 w 7467600"/>
              <a:gd name="connsiteY585" fmla="*/ 1651070 h 6858000"/>
              <a:gd name="connsiteX586" fmla="*/ 2448558 w 7467600"/>
              <a:gd name="connsiteY586" fmla="*/ 1373435 h 6858000"/>
              <a:gd name="connsiteX587" fmla="*/ 278707 w 7467600"/>
              <a:gd name="connsiteY587" fmla="*/ 1352270 h 6858000"/>
              <a:gd name="connsiteX588" fmla="*/ 321570 w 7467600"/>
              <a:gd name="connsiteY588" fmla="*/ 1861610 h 6858000"/>
              <a:gd name="connsiteX589" fmla="*/ 294281 w 7467600"/>
              <a:gd name="connsiteY589" fmla="*/ 1440658 h 6858000"/>
              <a:gd name="connsiteX590" fmla="*/ 278707 w 7467600"/>
              <a:gd name="connsiteY590" fmla="*/ 1352270 h 6858000"/>
              <a:gd name="connsiteX591" fmla="*/ 1423821 w 7467600"/>
              <a:gd name="connsiteY591" fmla="*/ 1351958 h 6858000"/>
              <a:gd name="connsiteX592" fmla="*/ 1638521 w 7467600"/>
              <a:gd name="connsiteY592" fmla="*/ 1908470 h 6858000"/>
              <a:gd name="connsiteX593" fmla="*/ 1754199 w 7467600"/>
              <a:gd name="connsiteY593" fmla="*/ 2149284 h 6858000"/>
              <a:gd name="connsiteX594" fmla="*/ 1908359 w 7467600"/>
              <a:gd name="connsiteY594" fmla="*/ 2364988 h 6858000"/>
              <a:gd name="connsiteX595" fmla="*/ 1647661 w 7467600"/>
              <a:gd name="connsiteY595" fmla="*/ 1825945 h 6858000"/>
              <a:gd name="connsiteX596" fmla="*/ 1423821 w 7467600"/>
              <a:gd name="connsiteY596" fmla="*/ 1351958 h 6858000"/>
              <a:gd name="connsiteX597" fmla="*/ 1431890 w 7467600"/>
              <a:gd name="connsiteY597" fmla="*/ 1306475 h 6858000"/>
              <a:gd name="connsiteX598" fmla="*/ 1507597 w 7467600"/>
              <a:gd name="connsiteY598" fmla="*/ 1446132 h 6858000"/>
              <a:gd name="connsiteX599" fmla="*/ 1674586 w 7467600"/>
              <a:gd name="connsiteY599" fmla="*/ 1813832 h 6858000"/>
              <a:gd name="connsiteX600" fmla="*/ 1815950 w 7467600"/>
              <a:gd name="connsiteY600" fmla="*/ 2128564 h 6858000"/>
              <a:gd name="connsiteX601" fmla="*/ 1984242 w 7467600"/>
              <a:gd name="connsiteY601" fmla="*/ 2430829 h 6858000"/>
              <a:gd name="connsiteX602" fmla="*/ 2014023 w 7467600"/>
              <a:gd name="connsiteY602" fmla="*/ 2450995 h 6858000"/>
              <a:gd name="connsiteX603" fmla="*/ 1747337 w 7467600"/>
              <a:gd name="connsiteY603" fmla="*/ 1855264 h 6858000"/>
              <a:gd name="connsiteX604" fmla="*/ 1533749 w 7467600"/>
              <a:gd name="connsiteY604" fmla="*/ 1478656 h 6858000"/>
              <a:gd name="connsiteX605" fmla="*/ 1431890 w 7467600"/>
              <a:gd name="connsiteY605" fmla="*/ 1306475 h 6858000"/>
              <a:gd name="connsiteX606" fmla="*/ 5052692 w 7467600"/>
              <a:gd name="connsiteY606" fmla="*/ 1292994 h 6858000"/>
              <a:gd name="connsiteX607" fmla="*/ 5200661 w 7467600"/>
              <a:gd name="connsiteY607" fmla="*/ 1635186 h 6858000"/>
              <a:gd name="connsiteX608" fmla="*/ 5297138 w 7467600"/>
              <a:gd name="connsiteY608" fmla="*/ 1906351 h 6858000"/>
              <a:gd name="connsiteX609" fmla="*/ 5052692 w 7467600"/>
              <a:gd name="connsiteY609" fmla="*/ 1292994 h 6858000"/>
              <a:gd name="connsiteX610" fmla="*/ 5009948 w 7467600"/>
              <a:gd name="connsiteY610" fmla="*/ 1273619 h 6858000"/>
              <a:gd name="connsiteX611" fmla="*/ 5121777 w 7467600"/>
              <a:gd name="connsiteY611" fmla="*/ 1654213 h 6858000"/>
              <a:gd name="connsiteX612" fmla="*/ 5293545 w 7467600"/>
              <a:gd name="connsiteY612" fmla="*/ 2072247 h 6858000"/>
              <a:gd name="connsiteX613" fmla="*/ 5294042 w 7467600"/>
              <a:gd name="connsiteY613" fmla="*/ 2065019 h 6858000"/>
              <a:gd name="connsiteX614" fmla="*/ 5171936 w 7467600"/>
              <a:gd name="connsiteY614" fmla="*/ 1647613 h 6858000"/>
              <a:gd name="connsiteX615" fmla="*/ 5009948 w 7467600"/>
              <a:gd name="connsiteY615" fmla="*/ 1273619 h 6858000"/>
              <a:gd name="connsiteX616" fmla="*/ 655236 w 7467600"/>
              <a:gd name="connsiteY616" fmla="*/ 1268632 h 6858000"/>
              <a:gd name="connsiteX617" fmla="*/ 839521 w 7467600"/>
              <a:gd name="connsiteY617" fmla="*/ 1685315 h 6858000"/>
              <a:gd name="connsiteX618" fmla="*/ 1109416 w 7467600"/>
              <a:gd name="connsiteY618" fmla="*/ 2061663 h 6858000"/>
              <a:gd name="connsiteX619" fmla="*/ 1298300 w 7467600"/>
              <a:gd name="connsiteY619" fmla="*/ 2247742 h 6858000"/>
              <a:gd name="connsiteX620" fmla="*/ 1125871 w 7467600"/>
              <a:gd name="connsiteY620" fmla="*/ 1989513 h 6858000"/>
              <a:gd name="connsiteX621" fmla="*/ 981574 w 7467600"/>
              <a:gd name="connsiteY621" fmla="*/ 1783157 h 6858000"/>
              <a:gd name="connsiteX622" fmla="*/ 922198 w 7467600"/>
              <a:gd name="connsiteY622" fmla="*/ 1677437 h 6858000"/>
              <a:gd name="connsiteX623" fmla="*/ 869293 w 7467600"/>
              <a:gd name="connsiteY623" fmla="*/ 1583214 h 6858000"/>
              <a:gd name="connsiteX624" fmla="*/ 751431 w 7467600"/>
              <a:gd name="connsiteY624" fmla="*/ 1405731 h 6858000"/>
              <a:gd name="connsiteX625" fmla="*/ 655236 w 7467600"/>
              <a:gd name="connsiteY625" fmla="*/ 1268632 h 6858000"/>
              <a:gd name="connsiteX626" fmla="*/ 6516292 w 7467600"/>
              <a:gd name="connsiteY626" fmla="*/ 1263064 h 6858000"/>
              <a:gd name="connsiteX627" fmla="*/ 5736320 w 7467600"/>
              <a:gd name="connsiteY627" fmla="*/ 1501803 h 6858000"/>
              <a:gd name="connsiteX628" fmla="*/ 6516292 w 7467600"/>
              <a:gd name="connsiteY628" fmla="*/ 1263064 h 6858000"/>
              <a:gd name="connsiteX629" fmla="*/ 291466 w 7467600"/>
              <a:gd name="connsiteY629" fmla="*/ 1250369 h 6858000"/>
              <a:gd name="connsiteX630" fmla="*/ 323180 w 7467600"/>
              <a:gd name="connsiteY630" fmla="*/ 1435283 h 6858000"/>
              <a:gd name="connsiteX631" fmla="*/ 349381 w 7467600"/>
              <a:gd name="connsiteY631" fmla="*/ 1875041 h 6858000"/>
              <a:gd name="connsiteX632" fmla="*/ 374363 w 7467600"/>
              <a:gd name="connsiteY632" fmla="*/ 1506494 h 6858000"/>
              <a:gd name="connsiteX633" fmla="*/ 302168 w 7467600"/>
              <a:gd name="connsiteY633" fmla="*/ 1274495 h 6858000"/>
              <a:gd name="connsiteX634" fmla="*/ 291466 w 7467600"/>
              <a:gd name="connsiteY634" fmla="*/ 1250369 h 6858000"/>
              <a:gd name="connsiteX635" fmla="*/ 678222 w 7467600"/>
              <a:gd name="connsiteY635" fmla="*/ 1248670 h 6858000"/>
              <a:gd name="connsiteX636" fmla="*/ 775536 w 7467600"/>
              <a:gd name="connsiteY636" fmla="*/ 1388015 h 6858000"/>
              <a:gd name="connsiteX637" fmla="*/ 894529 w 7467600"/>
              <a:gd name="connsiteY637" fmla="*/ 1567739 h 6858000"/>
              <a:gd name="connsiteX638" fmla="*/ 948000 w 7467600"/>
              <a:gd name="connsiteY638" fmla="*/ 1663088 h 6858000"/>
              <a:gd name="connsiteX639" fmla="*/ 1006812 w 7467600"/>
              <a:gd name="connsiteY639" fmla="*/ 1767683 h 6858000"/>
              <a:gd name="connsiteX640" fmla="*/ 1149133 w 7467600"/>
              <a:gd name="connsiteY640" fmla="*/ 1971513 h 6858000"/>
              <a:gd name="connsiteX641" fmla="*/ 1333952 w 7467600"/>
              <a:gd name="connsiteY641" fmla="*/ 2251620 h 6858000"/>
              <a:gd name="connsiteX642" fmla="*/ 1337329 w 7467600"/>
              <a:gd name="connsiteY642" fmla="*/ 2258350 h 6858000"/>
              <a:gd name="connsiteX643" fmla="*/ 1014726 w 7467600"/>
              <a:gd name="connsiteY643" fmla="*/ 1615556 h 6858000"/>
              <a:gd name="connsiteX644" fmla="*/ 678222 w 7467600"/>
              <a:gd name="connsiteY644" fmla="*/ 1248670 h 6858000"/>
              <a:gd name="connsiteX645" fmla="*/ 6691602 w 7467600"/>
              <a:gd name="connsiteY645" fmla="*/ 1140573 h 6858000"/>
              <a:gd name="connsiteX646" fmla="*/ 6571100 w 7467600"/>
              <a:gd name="connsiteY646" fmla="*/ 1183662 h 6858000"/>
              <a:gd name="connsiteX647" fmla="*/ 6241687 w 7467600"/>
              <a:gd name="connsiteY647" fmla="*/ 1257600 h 6858000"/>
              <a:gd name="connsiteX648" fmla="*/ 5693009 w 7467600"/>
              <a:gd name="connsiteY648" fmla="*/ 1478256 h 6858000"/>
              <a:gd name="connsiteX649" fmla="*/ 6548420 w 7467600"/>
              <a:gd name="connsiteY649" fmla="*/ 1214599 h 6858000"/>
              <a:gd name="connsiteX650" fmla="*/ 6605473 w 7467600"/>
              <a:gd name="connsiteY650" fmla="*/ 1184686 h 6858000"/>
              <a:gd name="connsiteX651" fmla="*/ 6691602 w 7467600"/>
              <a:gd name="connsiteY651" fmla="*/ 1140573 h 6858000"/>
              <a:gd name="connsiteX652" fmla="*/ 4002475 w 7467600"/>
              <a:gd name="connsiteY652" fmla="*/ 1037802 h 6858000"/>
              <a:gd name="connsiteX653" fmla="*/ 4000324 w 7467600"/>
              <a:gd name="connsiteY653" fmla="*/ 1039362 h 6858000"/>
              <a:gd name="connsiteX654" fmla="*/ 4002862 w 7467600"/>
              <a:gd name="connsiteY654" fmla="*/ 1042866 h 6858000"/>
              <a:gd name="connsiteX655" fmla="*/ 4002475 w 7467600"/>
              <a:gd name="connsiteY655" fmla="*/ 1037802 h 6858000"/>
              <a:gd name="connsiteX656" fmla="*/ 506322 w 7467600"/>
              <a:gd name="connsiteY656" fmla="*/ 1020997 h 6858000"/>
              <a:gd name="connsiteX657" fmla="*/ 533068 w 7467600"/>
              <a:gd name="connsiteY657" fmla="*/ 1029409 h 6858000"/>
              <a:gd name="connsiteX658" fmla="*/ 1232525 w 7467600"/>
              <a:gd name="connsiteY658" fmla="*/ 1804675 h 6858000"/>
              <a:gd name="connsiteX659" fmla="*/ 1388858 w 7467600"/>
              <a:gd name="connsiteY659" fmla="*/ 2368011 h 6858000"/>
              <a:gd name="connsiteX660" fmla="*/ 1384098 w 7467600"/>
              <a:gd name="connsiteY660" fmla="*/ 2378125 h 6858000"/>
              <a:gd name="connsiteX661" fmla="*/ 1425393 w 7467600"/>
              <a:gd name="connsiteY661" fmla="*/ 2589124 h 6858000"/>
              <a:gd name="connsiteX662" fmla="*/ 1424001 w 7467600"/>
              <a:gd name="connsiteY662" fmla="*/ 2597541 h 6858000"/>
              <a:gd name="connsiteX663" fmla="*/ 2152729 w 7467600"/>
              <a:gd name="connsiteY663" fmla="*/ 2864487 h 6858000"/>
              <a:gd name="connsiteX664" fmla="*/ 2020609 w 7467600"/>
              <a:gd name="connsiteY664" fmla="*/ 2539671 h 6858000"/>
              <a:gd name="connsiteX665" fmla="*/ 2018920 w 7467600"/>
              <a:gd name="connsiteY665" fmla="*/ 2536309 h 6858000"/>
              <a:gd name="connsiteX666" fmla="*/ 1342441 w 7467600"/>
              <a:gd name="connsiteY666" fmla="*/ 1173017 h 6858000"/>
              <a:gd name="connsiteX667" fmla="*/ 1367925 w 7467600"/>
              <a:gd name="connsiteY667" fmla="*/ 1135648 h 6858000"/>
              <a:gd name="connsiteX668" fmla="*/ 1771401 w 7467600"/>
              <a:gd name="connsiteY668" fmla="*/ 1806673 h 6858000"/>
              <a:gd name="connsiteX669" fmla="*/ 1972385 w 7467600"/>
              <a:gd name="connsiteY669" fmla="*/ 2198735 h 6858000"/>
              <a:gd name="connsiteX670" fmla="*/ 2040892 w 7467600"/>
              <a:gd name="connsiteY670" fmla="*/ 2405205 h 6858000"/>
              <a:gd name="connsiteX671" fmla="*/ 2131689 w 7467600"/>
              <a:gd name="connsiteY671" fmla="*/ 1936926 h 6858000"/>
              <a:gd name="connsiteX672" fmla="*/ 2454820 w 7467600"/>
              <a:gd name="connsiteY672" fmla="*/ 1248808 h 6858000"/>
              <a:gd name="connsiteX673" fmla="*/ 2492512 w 7467600"/>
              <a:gd name="connsiteY673" fmla="*/ 1302920 h 6858000"/>
              <a:gd name="connsiteX674" fmla="*/ 2081216 w 7467600"/>
              <a:gd name="connsiteY674" fmla="*/ 2527513 h 6858000"/>
              <a:gd name="connsiteX675" fmla="*/ 2081211 w 7467600"/>
              <a:gd name="connsiteY675" fmla="*/ 2528916 h 6858000"/>
              <a:gd name="connsiteX676" fmla="*/ 2199067 w 7467600"/>
              <a:gd name="connsiteY676" fmla="*/ 2884061 h 6858000"/>
              <a:gd name="connsiteX677" fmla="*/ 3192586 w 7467600"/>
              <a:gd name="connsiteY677" fmla="*/ 3411496 h 6858000"/>
              <a:gd name="connsiteX678" fmla="*/ 3182620 w 7467600"/>
              <a:gd name="connsiteY678" fmla="*/ 3483279 h 6858000"/>
              <a:gd name="connsiteX679" fmla="*/ 2435119 w 7467600"/>
              <a:gd name="connsiteY679" fmla="*/ 3080173 h 6858000"/>
              <a:gd name="connsiteX680" fmla="*/ 2410152 w 7467600"/>
              <a:gd name="connsiteY680" fmla="*/ 3063751 h 6858000"/>
              <a:gd name="connsiteX681" fmla="*/ 2408099 w 7467600"/>
              <a:gd name="connsiteY681" fmla="*/ 3064403 h 6858000"/>
              <a:gd name="connsiteX682" fmla="*/ 2407218 w 7467600"/>
              <a:gd name="connsiteY682" fmla="*/ 3070324 h 6858000"/>
              <a:gd name="connsiteX683" fmla="*/ 2380138 w 7467600"/>
              <a:gd name="connsiteY683" fmla="*/ 3099341 h 6858000"/>
              <a:gd name="connsiteX684" fmla="*/ 1765923 w 7467600"/>
              <a:gd name="connsiteY684" fmla="*/ 3581043 h 6858000"/>
              <a:gd name="connsiteX685" fmla="*/ 1702258 w 7467600"/>
              <a:gd name="connsiteY685" fmla="*/ 3612286 h 6858000"/>
              <a:gd name="connsiteX686" fmla="*/ 1538370 w 7467600"/>
              <a:gd name="connsiteY686" fmla="*/ 3811804 h 6858000"/>
              <a:gd name="connsiteX687" fmla="*/ 542867 w 7467600"/>
              <a:gd name="connsiteY687" fmla="*/ 4944092 h 6858000"/>
              <a:gd name="connsiteX688" fmla="*/ 515800 w 7467600"/>
              <a:gd name="connsiteY688" fmla="*/ 4862180 h 6858000"/>
              <a:gd name="connsiteX689" fmla="*/ 909145 w 7467600"/>
              <a:gd name="connsiteY689" fmla="*/ 4199225 h 6858000"/>
              <a:gd name="connsiteX690" fmla="*/ 1214067 w 7467600"/>
              <a:gd name="connsiteY690" fmla="*/ 3908561 h 6858000"/>
              <a:gd name="connsiteX691" fmla="*/ 640967 w 7467600"/>
              <a:gd name="connsiteY691" fmla="*/ 4105601 h 6858000"/>
              <a:gd name="connsiteX692" fmla="*/ 112563 w 7467600"/>
              <a:gd name="connsiteY692" fmla="*/ 4396952 h 6858000"/>
              <a:gd name="connsiteX693" fmla="*/ 0 w 7467600"/>
              <a:gd name="connsiteY693" fmla="*/ 4466006 h 6858000"/>
              <a:gd name="connsiteX694" fmla="*/ 0 w 7467600"/>
              <a:gd name="connsiteY694" fmla="*/ 4233763 h 6858000"/>
              <a:gd name="connsiteX695" fmla="*/ 36881 w 7467600"/>
              <a:gd name="connsiteY695" fmla="*/ 4200118 h 6858000"/>
              <a:gd name="connsiteX696" fmla="*/ 910534 w 7467600"/>
              <a:gd name="connsiteY696" fmla="*/ 3629753 h 6858000"/>
              <a:gd name="connsiteX697" fmla="*/ 1578717 w 7467600"/>
              <a:gd name="connsiteY697" fmla="*/ 3575982 h 6858000"/>
              <a:gd name="connsiteX698" fmla="*/ 2338780 w 7467600"/>
              <a:gd name="connsiteY698" fmla="*/ 3033725 h 6858000"/>
              <a:gd name="connsiteX699" fmla="*/ 1807991 w 7467600"/>
              <a:gd name="connsiteY699" fmla="*/ 2807184 h 6858000"/>
              <a:gd name="connsiteX700" fmla="*/ 1416358 w 7467600"/>
              <a:gd name="connsiteY700" fmla="*/ 3112571 h 6858000"/>
              <a:gd name="connsiteX701" fmla="*/ 939066 w 7467600"/>
              <a:gd name="connsiteY701" fmla="*/ 3378798 h 6858000"/>
              <a:gd name="connsiteX702" fmla="*/ 115099 w 7467600"/>
              <a:gd name="connsiteY702" fmla="*/ 3607650 h 6858000"/>
              <a:gd name="connsiteX703" fmla="*/ 97284 w 7467600"/>
              <a:gd name="connsiteY703" fmla="*/ 3520393 h 6858000"/>
              <a:gd name="connsiteX704" fmla="*/ 922050 w 7467600"/>
              <a:gd name="connsiteY704" fmla="*/ 3074867 h 6858000"/>
              <a:gd name="connsiteX705" fmla="*/ 1405265 w 7467600"/>
              <a:gd name="connsiteY705" fmla="*/ 3016319 h 6858000"/>
              <a:gd name="connsiteX706" fmla="*/ 1407512 w 7467600"/>
              <a:gd name="connsiteY706" fmla="*/ 3018001 h 6858000"/>
              <a:gd name="connsiteX707" fmla="*/ 1726266 w 7467600"/>
              <a:gd name="connsiteY707" fmla="*/ 2777274 h 6858000"/>
              <a:gd name="connsiteX708" fmla="*/ 625390 w 7467600"/>
              <a:gd name="connsiteY708" fmla="*/ 2514541 h 6858000"/>
              <a:gd name="connsiteX709" fmla="*/ 619799 w 7467600"/>
              <a:gd name="connsiteY709" fmla="*/ 2527180 h 6858000"/>
              <a:gd name="connsiteX710" fmla="*/ 310030 w 7467600"/>
              <a:gd name="connsiteY710" fmla="*/ 2771818 h 6858000"/>
              <a:gd name="connsiteX711" fmla="*/ 173877 w 7467600"/>
              <a:gd name="connsiteY711" fmla="*/ 2937056 h 6858000"/>
              <a:gd name="connsiteX712" fmla="*/ 77889 w 7467600"/>
              <a:gd name="connsiteY712" fmla="*/ 3138440 h 6858000"/>
              <a:gd name="connsiteX713" fmla="*/ 0 w 7467600"/>
              <a:gd name="connsiteY713" fmla="*/ 3271395 h 6858000"/>
              <a:gd name="connsiteX714" fmla="*/ 0 w 7467600"/>
              <a:gd name="connsiteY714" fmla="*/ 3153002 h 6858000"/>
              <a:gd name="connsiteX715" fmla="*/ 2386 w 7467600"/>
              <a:gd name="connsiteY715" fmla="*/ 3149203 h 6858000"/>
              <a:gd name="connsiteX716" fmla="*/ 89753 w 7467600"/>
              <a:gd name="connsiteY716" fmla="*/ 2987702 h 6858000"/>
              <a:gd name="connsiteX717" fmla="*/ 76869 w 7467600"/>
              <a:gd name="connsiteY717" fmla="*/ 3005404 h 6858000"/>
              <a:gd name="connsiteX718" fmla="*/ 32049 w 7467600"/>
              <a:gd name="connsiteY718" fmla="*/ 3065814 h 6858000"/>
              <a:gd name="connsiteX719" fmla="*/ 0 w 7467600"/>
              <a:gd name="connsiteY719" fmla="*/ 3108744 h 6858000"/>
              <a:gd name="connsiteX720" fmla="*/ 0 w 7467600"/>
              <a:gd name="connsiteY720" fmla="*/ 3058059 h 6858000"/>
              <a:gd name="connsiteX721" fmla="*/ 7610 w 7467600"/>
              <a:gd name="connsiteY721" fmla="*/ 3047889 h 6858000"/>
              <a:gd name="connsiteX722" fmla="*/ 52419 w 7467600"/>
              <a:gd name="connsiteY722" fmla="*/ 2987479 h 6858000"/>
              <a:gd name="connsiteX723" fmla="*/ 59142 w 7467600"/>
              <a:gd name="connsiteY723" fmla="*/ 2978488 h 6858000"/>
              <a:gd name="connsiteX724" fmla="*/ 0 w 7467600"/>
              <a:gd name="connsiteY724" fmla="*/ 3015334 h 6858000"/>
              <a:gd name="connsiteX725" fmla="*/ 0 w 7467600"/>
              <a:gd name="connsiteY725" fmla="*/ 2914286 h 6858000"/>
              <a:gd name="connsiteX726" fmla="*/ 36383 w 7467600"/>
              <a:gd name="connsiteY726" fmla="*/ 2901128 h 6858000"/>
              <a:gd name="connsiteX727" fmla="*/ 156329 w 7467600"/>
              <a:gd name="connsiteY727" fmla="*/ 2840533 h 6858000"/>
              <a:gd name="connsiteX728" fmla="*/ 358355 w 7467600"/>
              <a:gd name="connsiteY728" fmla="*/ 2620471 h 6858000"/>
              <a:gd name="connsiteX729" fmla="*/ 510577 w 7467600"/>
              <a:gd name="connsiteY729" fmla="*/ 2501244 h 6858000"/>
              <a:gd name="connsiteX730" fmla="*/ 211967 w 7467600"/>
              <a:gd name="connsiteY730" fmla="*/ 2479171 h 6858000"/>
              <a:gd name="connsiteX731" fmla="*/ 0 w 7467600"/>
              <a:gd name="connsiteY731" fmla="*/ 2476398 h 6858000"/>
              <a:gd name="connsiteX732" fmla="*/ 0 w 7467600"/>
              <a:gd name="connsiteY732" fmla="*/ 2389189 h 6858000"/>
              <a:gd name="connsiteX733" fmla="*/ 103062 w 7467600"/>
              <a:gd name="connsiteY733" fmla="*/ 2389518 h 6858000"/>
              <a:gd name="connsiteX734" fmla="*/ 510734 w 7467600"/>
              <a:gd name="connsiteY734" fmla="*/ 2416201 h 6858000"/>
              <a:gd name="connsiteX735" fmla="*/ 279257 w 7467600"/>
              <a:gd name="connsiteY735" fmla="*/ 2092102 h 6858000"/>
              <a:gd name="connsiteX736" fmla="*/ 65265 w 7467600"/>
              <a:gd name="connsiteY736" fmla="*/ 2006049 h 6858000"/>
              <a:gd name="connsiteX737" fmla="*/ 0 w 7467600"/>
              <a:gd name="connsiteY737" fmla="*/ 1982532 h 6858000"/>
              <a:gd name="connsiteX738" fmla="*/ 0 w 7467600"/>
              <a:gd name="connsiteY738" fmla="*/ 1912789 h 6858000"/>
              <a:gd name="connsiteX739" fmla="*/ 97460 w 7467600"/>
              <a:gd name="connsiteY739" fmla="*/ 1953725 h 6858000"/>
              <a:gd name="connsiteX740" fmla="*/ 221272 w 7467600"/>
              <a:gd name="connsiteY740" fmla="*/ 1980766 h 6858000"/>
              <a:gd name="connsiteX741" fmla="*/ 116765 w 7467600"/>
              <a:gd name="connsiteY741" fmla="*/ 1911033 h 6858000"/>
              <a:gd name="connsiteX742" fmla="*/ 16405 w 7467600"/>
              <a:gd name="connsiteY742" fmla="*/ 1803412 h 6858000"/>
              <a:gd name="connsiteX743" fmla="*/ 0 w 7467600"/>
              <a:gd name="connsiteY743" fmla="*/ 1784777 h 6858000"/>
              <a:gd name="connsiteX744" fmla="*/ 0 w 7467600"/>
              <a:gd name="connsiteY744" fmla="*/ 1740082 h 6858000"/>
              <a:gd name="connsiteX745" fmla="*/ 39394 w 7467600"/>
              <a:gd name="connsiteY745" fmla="*/ 1784856 h 6858000"/>
              <a:gd name="connsiteX746" fmla="*/ 135813 w 7467600"/>
              <a:gd name="connsiteY746" fmla="*/ 1888838 h 6858000"/>
              <a:gd name="connsiteX747" fmla="*/ 242575 w 7467600"/>
              <a:gd name="connsiteY747" fmla="*/ 1958841 h 6858000"/>
              <a:gd name="connsiteX748" fmla="*/ 82197 w 7467600"/>
              <a:gd name="connsiteY748" fmla="*/ 1754826 h 6858000"/>
              <a:gd name="connsiteX749" fmla="*/ 0 w 7467600"/>
              <a:gd name="connsiteY749" fmla="*/ 1679650 h 6858000"/>
              <a:gd name="connsiteX750" fmla="*/ 0 w 7467600"/>
              <a:gd name="connsiteY750" fmla="*/ 1602463 h 6858000"/>
              <a:gd name="connsiteX751" fmla="*/ 84689 w 7467600"/>
              <a:gd name="connsiteY751" fmla="*/ 1677442 h 6858000"/>
              <a:gd name="connsiteX752" fmla="*/ 298437 w 7467600"/>
              <a:gd name="connsiteY752" fmla="*/ 1968019 h 6858000"/>
              <a:gd name="connsiteX753" fmla="*/ 227269 w 7467600"/>
              <a:gd name="connsiteY753" fmla="*/ 1114064 h 6858000"/>
              <a:gd name="connsiteX754" fmla="*/ 248003 w 7467600"/>
              <a:gd name="connsiteY754" fmla="*/ 1089613 h 6858000"/>
              <a:gd name="connsiteX755" fmla="*/ 427020 w 7467600"/>
              <a:gd name="connsiteY755" fmla="*/ 1619803 h 6858000"/>
              <a:gd name="connsiteX756" fmla="*/ 340345 w 7467600"/>
              <a:gd name="connsiteY756" fmla="*/ 2027739 h 6858000"/>
              <a:gd name="connsiteX757" fmla="*/ 360865 w 7467600"/>
              <a:gd name="connsiteY757" fmla="*/ 2044827 h 6858000"/>
              <a:gd name="connsiteX758" fmla="*/ 560414 w 7467600"/>
              <a:gd name="connsiteY758" fmla="*/ 2421457 h 6858000"/>
              <a:gd name="connsiteX759" fmla="*/ 1359703 w 7467600"/>
              <a:gd name="connsiteY759" fmla="*/ 2578554 h 6858000"/>
              <a:gd name="connsiteX760" fmla="*/ 1359422 w 7467600"/>
              <a:gd name="connsiteY760" fmla="*/ 2577994 h 6858000"/>
              <a:gd name="connsiteX761" fmla="*/ 828701 w 7467600"/>
              <a:gd name="connsiteY761" fmla="*/ 1839520 h 6858000"/>
              <a:gd name="connsiteX762" fmla="*/ 494427 w 7467600"/>
              <a:gd name="connsiteY762" fmla="*/ 1092333 h 6858000"/>
              <a:gd name="connsiteX763" fmla="*/ 506322 w 7467600"/>
              <a:gd name="connsiteY763" fmla="*/ 1020997 h 6858000"/>
              <a:gd name="connsiteX764" fmla="*/ 4570198 w 7467600"/>
              <a:gd name="connsiteY764" fmla="*/ 978081 h 6858000"/>
              <a:gd name="connsiteX765" fmla="*/ 4523691 w 7467600"/>
              <a:gd name="connsiteY765" fmla="*/ 1127776 h 6858000"/>
              <a:gd name="connsiteX766" fmla="*/ 4509875 w 7467600"/>
              <a:gd name="connsiteY766" fmla="*/ 1167552 h 6858000"/>
              <a:gd name="connsiteX767" fmla="*/ 4478168 w 7467600"/>
              <a:gd name="connsiteY767" fmla="*/ 1260735 h 6858000"/>
              <a:gd name="connsiteX768" fmla="*/ 4409309 w 7467600"/>
              <a:gd name="connsiteY768" fmla="*/ 1666996 h 6858000"/>
              <a:gd name="connsiteX769" fmla="*/ 4370031 w 7467600"/>
              <a:gd name="connsiteY769" fmla="*/ 1955666 h 6858000"/>
              <a:gd name="connsiteX770" fmla="*/ 4570198 w 7467600"/>
              <a:gd name="connsiteY770" fmla="*/ 978081 h 6858000"/>
              <a:gd name="connsiteX771" fmla="*/ 4557898 w 7467600"/>
              <a:gd name="connsiteY771" fmla="*/ 900011 h 6858000"/>
              <a:gd name="connsiteX772" fmla="*/ 4344840 w 7467600"/>
              <a:gd name="connsiteY772" fmla="*/ 1922038 h 6858000"/>
              <a:gd name="connsiteX773" fmla="*/ 4378710 w 7467600"/>
              <a:gd name="connsiteY773" fmla="*/ 1665516 h 6858000"/>
              <a:gd name="connsiteX774" fmla="*/ 4448798 w 7467600"/>
              <a:gd name="connsiteY774" fmla="*/ 1253024 h 6858000"/>
              <a:gd name="connsiteX775" fmla="*/ 4480315 w 7467600"/>
              <a:gd name="connsiteY775" fmla="*/ 1158454 h 6858000"/>
              <a:gd name="connsiteX776" fmla="*/ 4494133 w 7467600"/>
              <a:gd name="connsiteY776" fmla="*/ 1118676 h 6858000"/>
              <a:gd name="connsiteX777" fmla="*/ 4557898 w 7467600"/>
              <a:gd name="connsiteY777" fmla="*/ 900011 h 6858000"/>
              <a:gd name="connsiteX778" fmla="*/ 5870151 w 7467600"/>
              <a:gd name="connsiteY778" fmla="*/ 898890 h 6858000"/>
              <a:gd name="connsiteX779" fmla="*/ 5861335 w 7467600"/>
              <a:gd name="connsiteY779" fmla="*/ 899177 h 6858000"/>
              <a:gd name="connsiteX780" fmla="*/ 5843702 w 7467600"/>
              <a:gd name="connsiteY780" fmla="*/ 899748 h 6858000"/>
              <a:gd name="connsiteX781" fmla="*/ 5651107 w 7467600"/>
              <a:gd name="connsiteY781" fmla="*/ 920306 h 6858000"/>
              <a:gd name="connsiteX782" fmla="*/ 5459407 w 7467600"/>
              <a:gd name="connsiteY782" fmla="*/ 940975 h 6858000"/>
              <a:gd name="connsiteX783" fmla="*/ 5374846 w 7467600"/>
              <a:gd name="connsiteY783" fmla="*/ 941988 h 6858000"/>
              <a:gd name="connsiteX784" fmla="*/ 5256105 w 7467600"/>
              <a:gd name="connsiteY784" fmla="*/ 945632 h 6858000"/>
              <a:gd name="connsiteX785" fmla="*/ 5107071 w 7467600"/>
              <a:gd name="connsiteY785" fmla="*/ 969720 h 6858000"/>
              <a:gd name="connsiteX786" fmla="*/ 4998681 w 7467600"/>
              <a:gd name="connsiteY786" fmla="*/ 988771 h 6858000"/>
              <a:gd name="connsiteX787" fmla="*/ 5870151 w 7467600"/>
              <a:gd name="connsiteY787" fmla="*/ 898890 h 6858000"/>
              <a:gd name="connsiteX788" fmla="*/ 5504425 w 7467600"/>
              <a:gd name="connsiteY788" fmla="*/ 848067 h 6858000"/>
              <a:gd name="connsiteX789" fmla="*/ 4968849 w 7467600"/>
              <a:gd name="connsiteY789" fmla="*/ 962318 h 6858000"/>
              <a:gd name="connsiteX790" fmla="*/ 5104039 w 7467600"/>
              <a:gd name="connsiteY790" fmla="*/ 940634 h 6858000"/>
              <a:gd name="connsiteX791" fmla="*/ 5256311 w 7467600"/>
              <a:gd name="connsiteY791" fmla="*/ 916490 h 6858000"/>
              <a:gd name="connsiteX792" fmla="*/ 5377381 w 7467600"/>
              <a:gd name="connsiteY792" fmla="*/ 912671 h 6858000"/>
              <a:gd name="connsiteX793" fmla="*/ 5460148 w 7467600"/>
              <a:gd name="connsiteY793" fmla="*/ 911442 h 6858000"/>
              <a:gd name="connsiteX794" fmla="*/ 5648971 w 7467600"/>
              <a:gd name="connsiteY794" fmla="*/ 891331 h 6858000"/>
              <a:gd name="connsiteX795" fmla="*/ 5844807 w 7467600"/>
              <a:gd name="connsiteY795" fmla="*/ 870718 h 6858000"/>
              <a:gd name="connsiteX796" fmla="*/ 5862975 w 7467600"/>
              <a:gd name="connsiteY796" fmla="*/ 869756 h 6858000"/>
              <a:gd name="connsiteX797" fmla="*/ 5920887 w 7467600"/>
              <a:gd name="connsiteY797" fmla="*/ 865929 h 6858000"/>
              <a:gd name="connsiteX798" fmla="*/ 5504425 w 7467600"/>
              <a:gd name="connsiteY798" fmla="*/ 848067 h 6858000"/>
              <a:gd name="connsiteX799" fmla="*/ 3607114 w 7467600"/>
              <a:gd name="connsiteY799" fmla="*/ 467441 h 6858000"/>
              <a:gd name="connsiteX800" fmla="*/ 3296242 w 7467600"/>
              <a:gd name="connsiteY800" fmla="*/ 807991 h 6858000"/>
              <a:gd name="connsiteX801" fmla="*/ 3174674 w 7467600"/>
              <a:gd name="connsiteY801" fmla="*/ 919759 h 6858000"/>
              <a:gd name="connsiteX802" fmla="*/ 3042978 w 7467600"/>
              <a:gd name="connsiteY802" fmla="*/ 1054894 h 6858000"/>
              <a:gd name="connsiteX803" fmla="*/ 2968914 w 7467600"/>
              <a:gd name="connsiteY803" fmla="*/ 1133756 h 6858000"/>
              <a:gd name="connsiteX804" fmla="*/ 3103823 w 7467600"/>
              <a:gd name="connsiteY804" fmla="*/ 1026814 h 6858000"/>
              <a:gd name="connsiteX805" fmla="*/ 3607114 w 7467600"/>
              <a:gd name="connsiteY805" fmla="*/ 467441 h 6858000"/>
              <a:gd name="connsiteX806" fmla="*/ 3744487 w 7467600"/>
              <a:gd name="connsiteY806" fmla="*/ 383136 h 6858000"/>
              <a:gd name="connsiteX807" fmla="*/ 3970213 w 7467600"/>
              <a:gd name="connsiteY807" fmla="*/ 995559 h 6858000"/>
              <a:gd name="connsiteX808" fmla="*/ 3744487 w 7467600"/>
              <a:gd name="connsiteY808" fmla="*/ 383136 h 6858000"/>
              <a:gd name="connsiteX809" fmla="*/ 3624562 w 7467600"/>
              <a:gd name="connsiteY809" fmla="*/ 367041 h 6858000"/>
              <a:gd name="connsiteX810" fmla="*/ 3489712 w 7467600"/>
              <a:gd name="connsiteY810" fmla="*/ 485386 h 6858000"/>
              <a:gd name="connsiteX811" fmla="*/ 3182994 w 7467600"/>
              <a:gd name="connsiteY811" fmla="*/ 828265 h 6858000"/>
              <a:gd name="connsiteX812" fmla="*/ 2892114 w 7467600"/>
              <a:gd name="connsiteY812" fmla="*/ 1172635 h 6858000"/>
              <a:gd name="connsiteX813" fmla="*/ 3021459 w 7467600"/>
              <a:gd name="connsiteY813" fmla="*/ 1035385 h 6858000"/>
              <a:gd name="connsiteX814" fmla="*/ 3153873 w 7467600"/>
              <a:gd name="connsiteY814" fmla="*/ 898971 h 6858000"/>
              <a:gd name="connsiteX815" fmla="*/ 3276511 w 7467600"/>
              <a:gd name="connsiteY815" fmla="*/ 786423 h 6858000"/>
              <a:gd name="connsiteX816" fmla="*/ 3584154 w 7467600"/>
              <a:gd name="connsiteY816" fmla="*/ 448218 h 6858000"/>
              <a:gd name="connsiteX817" fmla="*/ 3624562 w 7467600"/>
              <a:gd name="connsiteY817" fmla="*/ 367041 h 6858000"/>
              <a:gd name="connsiteX818" fmla="*/ 3766672 w 7467600"/>
              <a:gd name="connsiteY818" fmla="*/ 359429 h 6858000"/>
              <a:gd name="connsiteX819" fmla="*/ 3996338 w 7467600"/>
              <a:gd name="connsiteY819" fmla="*/ 968237 h 6858000"/>
              <a:gd name="connsiteX820" fmla="*/ 3766672 w 7467600"/>
              <a:gd name="connsiteY820" fmla="*/ 359429 h 6858000"/>
              <a:gd name="connsiteX821" fmla="*/ 5805386 w 7467600"/>
              <a:gd name="connsiteY821" fmla="*/ 239240 h 6858000"/>
              <a:gd name="connsiteX822" fmla="*/ 5736947 w 7467600"/>
              <a:gd name="connsiteY822" fmla="*/ 261367 h 6858000"/>
              <a:gd name="connsiteX823" fmla="*/ 5427012 w 7467600"/>
              <a:gd name="connsiteY823" fmla="*/ 311272 h 6858000"/>
              <a:gd name="connsiteX824" fmla="*/ 5147818 w 7467600"/>
              <a:gd name="connsiteY824" fmla="*/ 322112 h 6858000"/>
              <a:gd name="connsiteX825" fmla="*/ 5060854 w 7467600"/>
              <a:gd name="connsiteY825" fmla="*/ 311882 h 6858000"/>
              <a:gd name="connsiteX826" fmla="*/ 4945989 w 7467600"/>
              <a:gd name="connsiteY826" fmla="*/ 300516 h 6858000"/>
              <a:gd name="connsiteX827" fmla="*/ 5410479 w 7467600"/>
              <a:gd name="connsiteY827" fmla="*/ 348434 h 6858000"/>
              <a:gd name="connsiteX828" fmla="*/ 5805386 w 7467600"/>
              <a:gd name="connsiteY828" fmla="*/ 239240 h 6858000"/>
              <a:gd name="connsiteX829" fmla="*/ 5905192 w 7467600"/>
              <a:gd name="connsiteY829" fmla="*/ 163079 h 6858000"/>
              <a:gd name="connsiteX830" fmla="*/ 5865655 w 7467600"/>
              <a:gd name="connsiteY830" fmla="*/ 171901 h 6858000"/>
              <a:gd name="connsiteX831" fmla="*/ 5259740 w 7467600"/>
              <a:gd name="connsiteY831" fmla="*/ 257013 h 6858000"/>
              <a:gd name="connsiteX832" fmla="*/ 5208466 w 7467600"/>
              <a:gd name="connsiteY832" fmla="*/ 257550 h 6858000"/>
              <a:gd name="connsiteX833" fmla="*/ 4980204 w 7467600"/>
              <a:gd name="connsiteY833" fmla="*/ 271903 h 6858000"/>
              <a:gd name="connsiteX834" fmla="*/ 5068068 w 7467600"/>
              <a:gd name="connsiteY834" fmla="*/ 282244 h 6858000"/>
              <a:gd name="connsiteX835" fmla="*/ 5153231 w 7467600"/>
              <a:gd name="connsiteY835" fmla="*/ 292240 h 6858000"/>
              <a:gd name="connsiteX836" fmla="*/ 5426491 w 7467600"/>
              <a:gd name="connsiteY836" fmla="*/ 281128 h 6858000"/>
              <a:gd name="connsiteX837" fmla="*/ 5731212 w 7467600"/>
              <a:gd name="connsiteY837" fmla="*/ 231951 h 6858000"/>
              <a:gd name="connsiteX838" fmla="*/ 5905192 w 7467600"/>
              <a:gd name="connsiteY838" fmla="*/ 163079 h 6858000"/>
              <a:gd name="connsiteX839" fmla="*/ 5944437 w 7467600"/>
              <a:gd name="connsiteY839" fmla="*/ 113829 h 6858000"/>
              <a:gd name="connsiteX840" fmla="*/ 5825032 w 7467600"/>
              <a:gd name="connsiteY840" fmla="*/ 146405 h 6858000"/>
              <a:gd name="connsiteX841" fmla="*/ 4955599 w 7467600"/>
              <a:gd name="connsiteY841" fmla="*/ 247008 h 6858000"/>
              <a:gd name="connsiteX842" fmla="*/ 5210104 w 7467600"/>
              <a:gd name="connsiteY842" fmla="*/ 228123 h 6858000"/>
              <a:gd name="connsiteX843" fmla="*/ 5261015 w 7467600"/>
              <a:gd name="connsiteY843" fmla="*/ 227087 h 6858000"/>
              <a:gd name="connsiteX844" fmla="*/ 5861181 w 7467600"/>
              <a:gd name="connsiteY844" fmla="*/ 143093 h 6858000"/>
              <a:gd name="connsiteX845" fmla="*/ 5961252 w 7467600"/>
              <a:gd name="connsiteY845" fmla="*/ 114820 h 6858000"/>
              <a:gd name="connsiteX846" fmla="*/ 5944437 w 7467600"/>
              <a:gd name="connsiteY846" fmla="*/ 113829 h 6858000"/>
              <a:gd name="connsiteX847" fmla="*/ 3882765 w 7467600"/>
              <a:gd name="connsiteY847" fmla="*/ 0 h 6858000"/>
              <a:gd name="connsiteX848" fmla="*/ 3995099 w 7467600"/>
              <a:gd name="connsiteY848" fmla="*/ 0 h 6858000"/>
              <a:gd name="connsiteX849" fmla="*/ 4163818 w 7467600"/>
              <a:gd name="connsiteY849" fmla="*/ 234104 h 6858000"/>
              <a:gd name="connsiteX850" fmla="*/ 4172099 w 7467600"/>
              <a:gd name="connsiteY850" fmla="*/ 234207 h 6858000"/>
              <a:gd name="connsiteX851" fmla="*/ 4784282 w 7467600"/>
              <a:gd name="connsiteY851" fmla="*/ 276561 h 6858000"/>
              <a:gd name="connsiteX852" fmla="*/ 4801687 w 7467600"/>
              <a:gd name="connsiteY852" fmla="*/ 267764 h 6858000"/>
              <a:gd name="connsiteX853" fmla="*/ 6082788 w 7467600"/>
              <a:gd name="connsiteY853" fmla="*/ 64119 h 6858000"/>
              <a:gd name="connsiteX854" fmla="*/ 6099442 w 7467600"/>
              <a:gd name="connsiteY854" fmla="*/ 82568 h 6858000"/>
              <a:gd name="connsiteX855" fmla="*/ 4804137 w 7467600"/>
              <a:gd name="connsiteY855" fmla="*/ 320931 h 6858000"/>
              <a:gd name="connsiteX856" fmla="*/ 4227047 w 7467600"/>
              <a:gd name="connsiteY856" fmla="*/ 313415 h 6858000"/>
              <a:gd name="connsiteX857" fmla="*/ 4346041 w 7467600"/>
              <a:gd name="connsiteY857" fmla="*/ 456086 h 6858000"/>
              <a:gd name="connsiteX858" fmla="*/ 4870967 w 7467600"/>
              <a:gd name="connsiteY858" fmla="*/ 963061 h 6858000"/>
              <a:gd name="connsiteX859" fmla="*/ 4889647 w 7467600"/>
              <a:gd name="connsiteY859" fmla="*/ 957147 h 6858000"/>
              <a:gd name="connsiteX860" fmla="*/ 5422504 w 7467600"/>
              <a:gd name="connsiteY860" fmla="*/ 805191 h 6858000"/>
              <a:gd name="connsiteX861" fmla="*/ 6087656 w 7467600"/>
              <a:gd name="connsiteY861" fmla="*/ 826703 h 6858000"/>
              <a:gd name="connsiteX862" fmla="*/ 6058717 w 7467600"/>
              <a:gd name="connsiteY862" fmla="*/ 865992 h 6858000"/>
              <a:gd name="connsiteX863" fmla="*/ 4974153 w 7467600"/>
              <a:gd name="connsiteY863" fmla="*/ 1045456 h 6858000"/>
              <a:gd name="connsiteX864" fmla="*/ 5627835 w 7467600"/>
              <a:gd name="connsiteY864" fmla="*/ 1472077 h 6858000"/>
              <a:gd name="connsiteX865" fmla="*/ 5629817 w 7467600"/>
              <a:gd name="connsiteY865" fmla="*/ 1471412 h 6858000"/>
              <a:gd name="connsiteX866" fmla="*/ 5634124 w 7467600"/>
              <a:gd name="connsiteY866" fmla="*/ 1470572 h 6858000"/>
              <a:gd name="connsiteX867" fmla="*/ 5755832 w 7467600"/>
              <a:gd name="connsiteY867" fmla="*/ 1383886 h 6858000"/>
              <a:gd name="connsiteX868" fmla="*/ 6014186 w 7467600"/>
              <a:gd name="connsiteY868" fmla="*/ 1279799 h 6858000"/>
              <a:gd name="connsiteX869" fmla="*/ 6901619 w 7467600"/>
              <a:gd name="connsiteY869" fmla="*/ 1047874 h 6858000"/>
              <a:gd name="connsiteX870" fmla="*/ 6931566 w 7467600"/>
              <a:gd name="connsiteY870" fmla="*/ 1062034 h 6858000"/>
              <a:gd name="connsiteX871" fmla="*/ 5790982 w 7467600"/>
              <a:gd name="connsiteY871" fmla="*/ 1561380 h 6858000"/>
              <a:gd name="connsiteX872" fmla="*/ 6188971 w 7467600"/>
              <a:gd name="connsiteY872" fmla="*/ 1755168 h 6858000"/>
              <a:gd name="connsiteX873" fmla="*/ 6202446 w 7467600"/>
              <a:gd name="connsiteY873" fmla="*/ 1752268 h 6858000"/>
              <a:gd name="connsiteX874" fmla="*/ 7179560 w 7467600"/>
              <a:gd name="connsiteY874" fmla="*/ 1467551 h 6858000"/>
              <a:gd name="connsiteX875" fmla="*/ 7158730 w 7467600"/>
              <a:gd name="connsiteY875" fmla="*/ 1507835 h 6858000"/>
              <a:gd name="connsiteX876" fmla="*/ 6326959 w 7467600"/>
              <a:gd name="connsiteY876" fmla="*/ 1817686 h 6858000"/>
              <a:gd name="connsiteX877" fmla="*/ 6537433 w 7467600"/>
              <a:gd name="connsiteY877" fmla="*/ 1907790 h 6858000"/>
              <a:gd name="connsiteX878" fmla="*/ 6550221 w 7467600"/>
              <a:gd name="connsiteY878" fmla="*/ 1910729 h 6858000"/>
              <a:gd name="connsiteX879" fmla="*/ 6964438 w 7467600"/>
              <a:gd name="connsiteY879" fmla="*/ 2209505 h 6858000"/>
              <a:gd name="connsiteX880" fmla="*/ 7367862 w 7467600"/>
              <a:gd name="connsiteY880" fmla="*/ 2806833 h 6858000"/>
              <a:gd name="connsiteX881" fmla="*/ 7364329 w 7467600"/>
              <a:gd name="connsiteY881" fmla="*/ 2826907 h 6858000"/>
              <a:gd name="connsiteX882" fmla="*/ 7290545 w 7467600"/>
              <a:gd name="connsiteY882" fmla="*/ 2850663 h 6858000"/>
              <a:gd name="connsiteX883" fmla="*/ 6472036 w 7467600"/>
              <a:gd name="connsiteY883" fmla="*/ 1959003 h 6858000"/>
              <a:gd name="connsiteX884" fmla="*/ 5792897 w 7467600"/>
              <a:gd name="connsiteY884" fmla="*/ 1647747 h 6858000"/>
              <a:gd name="connsiteX885" fmla="*/ 5842751 w 7467600"/>
              <a:gd name="connsiteY885" fmla="*/ 1816112 h 6858000"/>
              <a:gd name="connsiteX886" fmla="*/ 5847424 w 7467600"/>
              <a:gd name="connsiteY886" fmla="*/ 1815776 h 6858000"/>
              <a:gd name="connsiteX887" fmla="*/ 6399821 w 7467600"/>
              <a:gd name="connsiteY887" fmla="*/ 2344799 h 6858000"/>
              <a:gd name="connsiteX888" fmla="*/ 6323232 w 7467600"/>
              <a:gd name="connsiteY888" fmla="*/ 2389634 h 6858000"/>
              <a:gd name="connsiteX889" fmla="*/ 5942958 w 7467600"/>
              <a:gd name="connsiteY889" fmla="*/ 2077708 h 6858000"/>
              <a:gd name="connsiteX890" fmla="*/ 5921559 w 7467600"/>
              <a:gd name="connsiteY890" fmla="*/ 2378596 h 6858000"/>
              <a:gd name="connsiteX891" fmla="*/ 5817651 w 7467600"/>
              <a:gd name="connsiteY891" fmla="*/ 3023919 h 6858000"/>
              <a:gd name="connsiteX892" fmla="*/ 5729634 w 7467600"/>
              <a:gd name="connsiteY892" fmla="*/ 3051849 h 6858000"/>
              <a:gd name="connsiteX893" fmla="*/ 5611018 w 7467600"/>
              <a:gd name="connsiteY893" fmla="*/ 2316769 h 6858000"/>
              <a:gd name="connsiteX894" fmla="*/ 5687608 w 7467600"/>
              <a:gd name="connsiteY894" fmla="*/ 2039972 h 6858000"/>
              <a:gd name="connsiteX895" fmla="*/ 5657554 w 7467600"/>
              <a:gd name="connsiteY895" fmla="*/ 1576445 h 6858000"/>
              <a:gd name="connsiteX896" fmla="*/ 5150475 w 7467600"/>
              <a:gd name="connsiteY896" fmla="*/ 1274012 h 6858000"/>
              <a:gd name="connsiteX897" fmla="*/ 5349142 w 7467600"/>
              <a:gd name="connsiteY897" fmla="*/ 2204405 h 6858000"/>
              <a:gd name="connsiteX898" fmla="*/ 5262214 w 7467600"/>
              <a:gd name="connsiteY898" fmla="*/ 2233836 h 6858000"/>
              <a:gd name="connsiteX899" fmla="*/ 4981539 w 7467600"/>
              <a:gd name="connsiteY899" fmla="*/ 1542201 h 6858000"/>
              <a:gd name="connsiteX900" fmla="*/ 4958461 w 7467600"/>
              <a:gd name="connsiteY900" fmla="*/ 1136957 h 6858000"/>
              <a:gd name="connsiteX901" fmla="*/ 4655015 w 7467600"/>
              <a:gd name="connsiteY901" fmla="*/ 891426 h 6858000"/>
              <a:gd name="connsiteX902" fmla="*/ 4348002 w 7467600"/>
              <a:gd name="connsiteY902" fmla="*/ 2205895 h 6858000"/>
              <a:gd name="connsiteX903" fmla="*/ 4262250 w 7467600"/>
              <a:gd name="connsiteY903" fmla="*/ 2219972 h 6858000"/>
              <a:gd name="connsiteX904" fmla="*/ 4550611 w 7467600"/>
              <a:gd name="connsiteY904" fmla="*/ 817540 h 6858000"/>
              <a:gd name="connsiteX905" fmla="*/ 4564418 w 7467600"/>
              <a:gd name="connsiteY905" fmla="*/ 808293 h 6858000"/>
              <a:gd name="connsiteX906" fmla="*/ 4266388 w 7467600"/>
              <a:gd name="connsiteY906" fmla="*/ 500083 h 6858000"/>
              <a:gd name="connsiteX907" fmla="*/ 4032842 w 7467600"/>
              <a:gd name="connsiteY907" fmla="*/ 211809 h 6858000"/>
              <a:gd name="connsiteX908" fmla="*/ 3882765 w 7467600"/>
              <a:gd name="connsiteY908" fmla="*/ 0 h 6858000"/>
              <a:gd name="connsiteX909" fmla="*/ 3721337 w 7467600"/>
              <a:gd name="connsiteY909" fmla="*/ 0 h 6858000"/>
              <a:gd name="connsiteX910" fmla="*/ 3797544 w 7467600"/>
              <a:gd name="connsiteY910" fmla="*/ 0 h 6858000"/>
              <a:gd name="connsiteX911" fmla="*/ 3775734 w 7467600"/>
              <a:gd name="connsiteY911" fmla="*/ 95131 h 6858000"/>
              <a:gd name="connsiteX912" fmla="*/ 3724807 w 7467600"/>
              <a:gd name="connsiteY912" fmla="*/ 272257 h 6858000"/>
              <a:gd name="connsiteX913" fmla="*/ 3726844 w 7467600"/>
              <a:gd name="connsiteY913" fmla="*/ 282988 h 6858000"/>
              <a:gd name="connsiteX914" fmla="*/ 3742664 w 7467600"/>
              <a:gd name="connsiteY914" fmla="*/ 279918 h 6858000"/>
              <a:gd name="connsiteX915" fmla="*/ 4103910 w 7467600"/>
              <a:gd name="connsiteY915" fmla="*/ 1161917 h 6858000"/>
              <a:gd name="connsiteX916" fmla="*/ 4020269 w 7467600"/>
              <a:gd name="connsiteY916" fmla="*/ 1200406 h 6858000"/>
              <a:gd name="connsiteX917" fmla="*/ 3674882 w 7467600"/>
              <a:gd name="connsiteY917" fmla="*/ 488524 h 6858000"/>
              <a:gd name="connsiteX918" fmla="*/ 3132682 w 7467600"/>
              <a:gd name="connsiteY918" fmla="*/ 1072284 h 6858000"/>
              <a:gd name="connsiteX919" fmla="*/ 2716346 w 7467600"/>
              <a:gd name="connsiteY919" fmla="*/ 1276376 h 6858000"/>
              <a:gd name="connsiteX920" fmla="*/ 2716772 w 7467600"/>
              <a:gd name="connsiteY920" fmla="*/ 1255462 h 6858000"/>
              <a:gd name="connsiteX921" fmla="*/ 3471096 w 7467600"/>
              <a:gd name="connsiteY921" fmla="*/ 437072 h 6858000"/>
              <a:gd name="connsiteX922" fmla="*/ 3639057 w 7467600"/>
              <a:gd name="connsiteY922" fmla="*/ 286334 h 6858000"/>
              <a:gd name="connsiteX923" fmla="*/ 3640309 w 7467600"/>
              <a:gd name="connsiteY923" fmla="*/ 284664 h 6858000"/>
              <a:gd name="connsiteX924" fmla="*/ 3646022 w 7467600"/>
              <a:gd name="connsiteY924" fmla="*/ 276711 h 6858000"/>
              <a:gd name="connsiteX925" fmla="*/ 3707943 w 7467600"/>
              <a:gd name="connsiteY925" fmla="*/ 65958 h 6858000"/>
              <a:gd name="connsiteX926" fmla="*/ 3721337 w 7467600"/>
              <a:gd name="connsiteY926" fmla="*/ 0 h 6858000"/>
              <a:gd name="connsiteX927" fmla="*/ 2867960 w 7467600"/>
              <a:gd name="connsiteY927" fmla="*/ 0 h 6858000"/>
              <a:gd name="connsiteX928" fmla="*/ 2926351 w 7467600"/>
              <a:gd name="connsiteY928" fmla="*/ 0 h 6858000"/>
              <a:gd name="connsiteX929" fmla="*/ 2902823 w 7467600"/>
              <a:gd name="connsiteY929" fmla="*/ 262929 h 6858000"/>
              <a:gd name="connsiteX930" fmla="*/ 2940663 w 7467600"/>
              <a:gd name="connsiteY930" fmla="*/ 140884 h 6858000"/>
              <a:gd name="connsiteX931" fmla="*/ 2947039 w 7467600"/>
              <a:gd name="connsiteY931" fmla="*/ 122524 h 6858000"/>
              <a:gd name="connsiteX932" fmla="*/ 2984316 w 7467600"/>
              <a:gd name="connsiteY932" fmla="*/ 0 h 6858000"/>
              <a:gd name="connsiteX933" fmla="*/ 3016114 w 7467600"/>
              <a:gd name="connsiteY933" fmla="*/ 0 h 6858000"/>
              <a:gd name="connsiteX934" fmla="*/ 2979949 w 7467600"/>
              <a:gd name="connsiteY934" fmla="*/ 119274 h 6858000"/>
              <a:gd name="connsiteX935" fmla="*/ 3023879 w 7467600"/>
              <a:gd name="connsiteY935" fmla="*/ 0 h 6858000"/>
              <a:gd name="connsiteX936" fmla="*/ 3105400 w 7467600"/>
              <a:gd name="connsiteY936" fmla="*/ 0 h 6858000"/>
              <a:gd name="connsiteX937" fmla="*/ 3094669 w 7467600"/>
              <a:gd name="connsiteY937" fmla="*/ 30308 h 6858000"/>
              <a:gd name="connsiteX938" fmla="*/ 2901945 w 7467600"/>
              <a:gd name="connsiteY938" fmla="*/ 466538 h 6858000"/>
              <a:gd name="connsiteX939" fmla="*/ 2815209 w 7467600"/>
              <a:gd name="connsiteY939" fmla="*/ 497361 h 6858000"/>
              <a:gd name="connsiteX940" fmla="*/ 2844845 w 7467600"/>
              <a:gd name="connsiteY940" fmla="*/ 127638 h 6858000"/>
              <a:gd name="connsiteX941" fmla="*/ 2867960 w 7467600"/>
              <a:gd name="connsiteY941" fmla="*/ 0 h 6858000"/>
              <a:gd name="connsiteX942" fmla="*/ 1057230 w 7467600"/>
              <a:gd name="connsiteY942" fmla="*/ 0 h 6858000"/>
              <a:gd name="connsiteX943" fmla="*/ 1111003 w 7467600"/>
              <a:gd name="connsiteY943" fmla="*/ 0 h 6858000"/>
              <a:gd name="connsiteX944" fmla="*/ 1125553 w 7467600"/>
              <a:gd name="connsiteY944" fmla="*/ 52588 h 6858000"/>
              <a:gd name="connsiteX945" fmla="*/ 1304276 w 7467600"/>
              <a:gd name="connsiteY945" fmla="*/ 476275 h 6858000"/>
              <a:gd name="connsiteX946" fmla="*/ 1492066 w 7467600"/>
              <a:gd name="connsiteY946" fmla="*/ 886333 h 6858000"/>
              <a:gd name="connsiteX947" fmla="*/ 1423698 w 7467600"/>
              <a:gd name="connsiteY947" fmla="*/ 710817 h 6858000"/>
              <a:gd name="connsiteX948" fmla="*/ 1357609 w 7467600"/>
              <a:gd name="connsiteY948" fmla="*/ 532892 h 6858000"/>
              <a:gd name="connsiteX949" fmla="*/ 1309550 w 7467600"/>
              <a:gd name="connsiteY949" fmla="*/ 374031 h 6858000"/>
              <a:gd name="connsiteX950" fmla="*/ 1193673 w 7467600"/>
              <a:gd name="connsiteY950" fmla="*/ 49533 h 6858000"/>
              <a:gd name="connsiteX951" fmla="*/ 1164391 w 7467600"/>
              <a:gd name="connsiteY951" fmla="*/ 0 h 6858000"/>
              <a:gd name="connsiteX952" fmla="*/ 1200666 w 7467600"/>
              <a:gd name="connsiteY952" fmla="*/ 0 h 6858000"/>
              <a:gd name="connsiteX953" fmla="*/ 1223408 w 7467600"/>
              <a:gd name="connsiteY953" fmla="*/ 38996 h 6858000"/>
              <a:gd name="connsiteX954" fmla="*/ 1339635 w 7467600"/>
              <a:gd name="connsiteY954" fmla="*/ 365517 h 6858000"/>
              <a:gd name="connsiteX955" fmla="*/ 1387469 w 7467600"/>
              <a:gd name="connsiteY955" fmla="*/ 523079 h 6858000"/>
              <a:gd name="connsiteX956" fmla="*/ 1452685 w 7467600"/>
              <a:gd name="connsiteY956" fmla="*/ 699806 h 6858000"/>
              <a:gd name="connsiteX957" fmla="*/ 1492092 w 7467600"/>
              <a:gd name="connsiteY957" fmla="*/ 800424 h 6858000"/>
              <a:gd name="connsiteX958" fmla="*/ 1455302 w 7467600"/>
              <a:gd name="connsiteY958" fmla="*/ 632913 h 6858000"/>
              <a:gd name="connsiteX959" fmla="*/ 1222336 w 7467600"/>
              <a:gd name="connsiteY959" fmla="*/ 9480 h 6858000"/>
              <a:gd name="connsiteX960" fmla="*/ 1214634 w 7467600"/>
              <a:gd name="connsiteY960" fmla="*/ 0 h 6858000"/>
              <a:gd name="connsiteX961" fmla="*/ 1289827 w 7467600"/>
              <a:gd name="connsiteY961" fmla="*/ 0 h 6858000"/>
              <a:gd name="connsiteX962" fmla="*/ 1321076 w 7467600"/>
              <a:gd name="connsiteY962" fmla="*/ 59722 h 6858000"/>
              <a:gd name="connsiteX963" fmla="*/ 1512579 w 7467600"/>
              <a:gd name="connsiteY963" fmla="*/ 626441 h 6858000"/>
              <a:gd name="connsiteX964" fmla="*/ 1506076 w 7467600"/>
              <a:gd name="connsiteY964" fmla="*/ 1089289 h 6858000"/>
              <a:gd name="connsiteX965" fmla="*/ 1486346 w 7467600"/>
              <a:gd name="connsiteY965" fmla="*/ 1079919 h 6858000"/>
              <a:gd name="connsiteX966" fmla="*/ 1070511 w 7467600"/>
              <a:gd name="connsiteY966" fmla="*/ 48609 h 6858000"/>
              <a:gd name="connsiteX967" fmla="*/ 1057230 w 7467600"/>
              <a:gd name="connsiteY967" fmla="*/ 0 h 6858000"/>
              <a:gd name="connsiteX968" fmla="*/ 43151 w 7467600"/>
              <a:gd name="connsiteY968" fmla="*/ 0 h 6858000"/>
              <a:gd name="connsiteX969" fmla="*/ 95283 w 7467600"/>
              <a:gd name="connsiteY969" fmla="*/ 0 h 6858000"/>
              <a:gd name="connsiteX970" fmla="*/ 300708 w 7467600"/>
              <a:gd name="connsiteY970" fmla="*/ 154571 h 6858000"/>
              <a:gd name="connsiteX971" fmla="*/ 530414 w 7467600"/>
              <a:gd name="connsiteY971" fmla="*/ 354673 h 6858000"/>
              <a:gd name="connsiteX972" fmla="*/ 333785 w 7467600"/>
              <a:gd name="connsiteY972" fmla="*/ 161564 h 6858000"/>
              <a:gd name="connsiteX973" fmla="*/ 147005 w 7467600"/>
              <a:gd name="connsiteY973" fmla="*/ 0 h 6858000"/>
              <a:gd name="connsiteX974" fmla="*/ 272509 w 7467600"/>
              <a:gd name="connsiteY974" fmla="*/ 0 h 6858000"/>
              <a:gd name="connsiteX975" fmla="*/ 326276 w 7467600"/>
              <a:gd name="connsiteY975" fmla="*/ 45847 h 6858000"/>
              <a:gd name="connsiteX976" fmla="*/ 823759 w 7467600"/>
              <a:gd name="connsiteY976" fmla="*/ 574145 h 6858000"/>
              <a:gd name="connsiteX977" fmla="*/ 811254 w 7467600"/>
              <a:gd name="connsiteY977" fmla="*/ 665546 h 6858000"/>
              <a:gd name="connsiteX978" fmla="*/ 154042 w 7467600"/>
              <a:gd name="connsiteY978" fmla="*/ 261522 h 6858000"/>
              <a:gd name="connsiteX979" fmla="*/ 13550 w 7467600"/>
              <a:gd name="connsiteY979" fmla="*/ 158423 h 6858000"/>
              <a:gd name="connsiteX980" fmla="*/ 0 w 7467600"/>
              <a:gd name="connsiteY980" fmla="*/ 146618 h 6858000"/>
              <a:gd name="connsiteX981" fmla="*/ 0 w 7467600"/>
              <a:gd name="connsiteY981" fmla="*/ 59161 h 6858000"/>
              <a:gd name="connsiteX982" fmla="*/ 45427 w 7467600"/>
              <a:gd name="connsiteY982" fmla="*/ 101078 h 6858000"/>
              <a:gd name="connsiteX983" fmla="*/ 630103 w 7467600"/>
              <a:gd name="connsiteY983" fmla="*/ 485885 h 6858000"/>
              <a:gd name="connsiteX984" fmla="*/ 532040 w 7467600"/>
              <a:gd name="connsiteY984" fmla="*/ 399359 h 6858000"/>
              <a:gd name="connsiteX985" fmla="*/ 517618 w 7467600"/>
              <a:gd name="connsiteY985" fmla="*/ 385726 h 6858000"/>
              <a:gd name="connsiteX986" fmla="*/ 285074 w 7467600"/>
              <a:gd name="connsiteY986" fmla="*/ 182755 h 6858000"/>
              <a:gd name="connsiteX987" fmla="*/ 43151 w 7467600"/>
              <a:gd name="connsiteY98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312201 w 7467600"/>
              <a:gd name="connsiteY130" fmla="*/ 5128278 h 6858000"/>
              <a:gd name="connsiteX131" fmla="*/ 1903353 w 7467600"/>
              <a:gd name="connsiteY131" fmla="*/ 5044827 h 6858000"/>
              <a:gd name="connsiteX132" fmla="*/ 1936931 w 7467600"/>
              <a:gd name="connsiteY132" fmla="*/ 5093954 h 6858000"/>
              <a:gd name="connsiteX133" fmla="*/ 2195868 w 7467600"/>
              <a:gd name="connsiteY133" fmla="*/ 5396574 h 6858000"/>
              <a:gd name="connsiteX134" fmla="*/ 2088852 w 7467600"/>
              <a:gd name="connsiteY134" fmla="*/ 5166123 h 6858000"/>
              <a:gd name="connsiteX135" fmla="*/ 1958241 w 7467600"/>
              <a:gd name="connsiteY135" fmla="*/ 5067955 h 6858000"/>
              <a:gd name="connsiteX136" fmla="*/ 1903353 w 7467600"/>
              <a:gd name="connsiteY136" fmla="*/ 5044827 h 6858000"/>
              <a:gd name="connsiteX137" fmla="*/ 1979378 w 7467600"/>
              <a:gd name="connsiteY137" fmla="*/ 4769504 h 6858000"/>
              <a:gd name="connsiteX138" fmla="*/ 2882120 w 7467600"/>
              <a:gd name="connsiteY138" fmla="*/ 5064547 h 6858000"/>
              <a:gd name="connsiteX139" fmla="*/ 2793103 w 7467600"/>
              <a:gd name="connsiteY139" fmla="*/ 5039699 h 6858000"/>
              <a:gd name="connsiteX140" fmla="*/ 2770041 w 7467600"/>
              <a:gd name="connsiteY140" fmla="*/ 5033634 h 6858000"/>
              <a:gd name="connsiteX141" fmla="*/ 1979378 w 7467600"/>
              <a:gd name="connsiteY141" fmla="*/ 4769504 h 6858000"/>
              <a:gd name="connsiteX142" fmla="*/ 1927410 w 7467600"/>
              <a:gd name="connsiteY142" fmla="*/ 4716164 h 6858000"/>
              <a:gd name="connsiteX143" fmla="*/ 1959587 w 7467600"/>
              <a:gd name="connsiteY143" fmla="*/ 4728849 h 6858000"/>
              <a:gd name="connsiteX144" fmla="*/ 2777707 w 7467600"/>
              <a:gd name="connsiteY144" fmla="*/ 5003991 h 6858000"/>
              <a:gd name="connsiteX145" fmla="*/ 2800768 w 7467600"/>
              <a:gd name="connsiteY145" fmla="*/ 5010056 h 6858000"/>
              <a:gd name="connsiteX146" fmla="*/ 2879408 w 7467600"/>
              <a:gd name="connsiteY146" fmla="*/ 5031590 h 6858000"/>
              <a:gd name="connsiteX147" fmla="*/ 2862295 w 7467600"/>
              <a:gd name="connsiteY147" fmla="*/ 5022958 h 6858000"/>
              <a:gd name="connsiteX148" fmla="*/ 2813343 w 7467600"/>
              <a:gd name="connsiteY148" fmla="*/ 4998369 h 6858000"/>
              <a:gd name="connsiteX149" fmla="*/ 2646245 w 7467600"/>
              <a:gd name="connsiteY149" fmla="*/ 4930999 h 6858000"/>
              <a:gd name="connsiteX150" fmla="*/ 1999243 w 7467600"/>
              <a:gd name="connsiteY150" fmla="*/ 4730524 h 6858000"/>
              <a:gd name="connsiteX151" fmla="*/ 1979527 w 7467600"/>
              <a:gd name="connsiteY151" fmla="*/ 4726651 h 6858000"/>
              <a:gd name="connsiteX152" fmla="*/ 1927410 w 7467600"/>
              <a:gd name="connsiteY152" fmla="*/ 4716164 h 6858000"/>
              <a:gd name="connsiteX153" fmla="*/ 1997014 w 7467600"/>
              <a:gd name="connsiteY153" fmla="*/ 4698007 h 6858000"/>
              <a:gd name="connsiteX154" fmla="*/ 2005458 w 7467600"/>
              <a:gd name="connsiteY154" fmla="*/ 4699540 h 6858000"/>
              <a:gd name="connsiteX155" fmla="*/ 2657186 w 7467600"/>
              <a:gd name="connsiteY155" fmla="*/ 4901687 h 6858000"/>
              <a:gd name="connsiteX156" fmla="*/ 2826662 w 7467600"/>
              <a:gd name="connsiteY156" fmla="*/ 4970362 h 6858000"/>
              <a:gd name="connsiteX157" fmla="*/ 2876100 w 7467600"/>
              <a:gd name="connsiteY157" fmla="*/ 4995397 h 6858000"/>
              <a:gd name="connsiteX158" fmla="*/ 3042600 w 7467600"/>
              <a:gd name="connsiteY158" fmla="*/ 5059532 h 6858000"/>
              <a:gd name="connsiteX159" fmla="*/ 1997014 w 7467600"/>
              <a:gd name="connsiteY159" fmla="*/ 4698007 h 6858000"/>
              <a:gd name="connsiteX160" fmla="*/ 2305292 w 7467600"/>
              <a:gd name="connsiteY160" fmla="*/ 4219492 h 6858000"/>
              <a:gd name="connsiteX161" fmla="*/ 3360922 w 7467600"/>
              <a:gd name="connsiteY161" fmla="*/ 4529373 h 6858000"/>
              <a:gd name="connsiteX162" fmla="*/ 3492420 w 7467600"/>
              <a:gd name="connsiteY162" fmla="*/ 4510145 h 6858000"/>
              <a:gd name="connsiteX163" fmla="*/ 3364086 w 7467600"/>
              <a:gd name="connsiteY163" fmla="*/ 4480340 h 6858000"/>
              <a:gd name="connsiteX164" fmla="*/ 3225818 w 7467600"/>
              <a:gd name="connsiteY164" fmla="*/ 4411822 h 6858000"/>
              <a:gd name="connsiteX165" fmla="*/ 3129696 w 7467600"/>
              <a:gd name="connsiteY165" fmla="*/ 4360704 h 6858000"/>
              <a:gd name="connsiteX166" fmla="*/ 2814545 w 7467600"/>
              <a:gd name="connsiteY166" fmla="*/ 4282955 h 6858000"/>
              <a:gd name="connsiteX167" fmla="*/ 2305292 w 7467600"/>
              <a:gd name="connsiteY167" fmla="*/ 4219492 h 6858000"/>
              <a:gd name="connsiteX168" fmla="*/ 2626982 w 7467600"/>
              <a:gd name="connsiteY168" fmla="*/ 4206450 h 6858000"/>
              <a:gd name="connsiteX169" fmla="*/ 2490617 w 7467600"/>
              <a:gd name="connsiteY169" fmla="*/ 4206951 h 6858000"/>
              <a:gd name="connsiteX170" fmla="*/ 2819869 w 7467600"/>
              <a:gd name="connsiteY170" fmla="*/ 4252936 h 6858000"/>
              <a:gd name="connsiteX171" fmla="*/ 3143018 w 7467600"/>
              <a:gd name="connsiteY171" fmla="*/ 4332698 h 6858000"/>
              <a:gd name="connsiteX172" fmla="*/ 3241520 w 7467600"/>
              <a:gd name="connsiteY172" fmla="*/ 4385112 h 6858000"/>
              <a:gd name="connsiteX173" fmla="*/ 3374575 w 7467600"/>
              <a:gd name="connsiteY173" fmla="*/ 4451517 h 6858000"/>
              <a:gd name="connsiteX174" fmla="*/ 3505221 w 7467600"/>
              <a:gd name="connsiteY174" fmla="*/ 4480757 h 6858000"/>
              <a:gd name="connsiteX175" fmla="*/ 2626982 w 7467600"/>
              <a:gd name="connsiteY175" fmla="*/ 4206450 h 6858000"/>
              <a:gd name="connsiteX176" fmla="*/ 1310106 w 7467600"/>
              <a:gd name="connsiteY176" fmla="*/ 3943217 h 6858000"/>
              <a:gd name="connsiteX177" fmla="*/ 854994 w 7467600"/>
              <a:gd name="connsiteY177" fmla="*/ 4399136 h 6858000"/>
              <a:gd name="connsiteX178" fmla="*/ 742462 w 7467600"/>
              <a:gd name="connsiteY178" fmla="*/ 4594648 h 6858000"/>
              <a:gd name="connsiteX179" fmla="*/ 820602 w 7467600"/>
              <a:gd name="connsiteY179" fmla="*/ 4485915 h 6858000"/>
              <a:gd name="connsiteX180" fmla="*/ 878295 w 7467600"/>
              <a:gd name="connsiteY180" fmla="*/ 4403594 h 6858000"/>
              <a:gd name="connsiteX181" fmla="*/ 1240607 w 7467600"/>
              <a:gd name="connsiteY181" fmla="*/ 4010401 h 6858000"/>
              <a:gd name="connsiteX182" fmla="*/ 1310106 w 7467600"/>
              <a:gd name="connsiteY182" fmla="*/ 3943217 h 6858000"/>
              <a:gd name="connsiteX183" fmla="*/ 1423113 w 7467600"/>
              <a:gd name="connsiteY183" fmla="*/ 3874565 h 6858000"/>
              <a:gd name="connsiteX184" fmla="*/ 1260565 w 7467600"/>
              <a:gd name="connsiteY184" fmla="*/ 4031982 h 6858000"/>
              <a:gd name="connsiteX185" fmla="*/ 901900 w 7467600"/>
              <a:gd name="connsiteY185" fmla="*/ 4421236 h 6858000"/>
              <a:gd name="connsiteX186" fmla="*/ 845044 w 7467600"/>
              <a:gd name="connsiteY186" fmla="*/ 4502436 h 6858000"/>
              <a:gd name="connsiteX187" fmla="*/ 685926 w 7467600"/>
              <a:gd name="connsiteY187" fmla="*/ 4703069 h 6858000"/>
              <a:gd name="connsiteX188" fmla="*/ 684248 w 7467600"/>
              <a:gd name="connsiteY188" fmla="*/ 4706721 h 6858000"/>
              <a:gd name="connsiteX189" fmla="*/ 1423113 w 7467600"/>
              <a:gd name="connsiteY189" fmla="*/ 3874565 h 6858000"/>
              <a:gd name="connsiteX190" fmla="*/ 3316479 w 7467600"/>
              <a:gd name="connsiteY190" fmla="*/ 3872136 h 6858000"/>
              <a:gd name="connsiteX191" fmla="*/ 3546806 w 7467600"/>
              <a:gd name="connsiteY191" fmla="*/ 4356139 h 6858000"/>
              <a:gd name="connsiteX192" fmla="*/ 3364433 w 7467600"/>
              <a:gd name="connsiteY192" fmla="*/ 3953121 h 6858000"/>
              <a:gd name="connsiteX193" fmla="*/ 3316479 w 7467600"/>
              <a:gd name="connsiteY193" fmla="*/ 3872136 h 6858000"/>
              <a:gd name="connsiteX194" fmla="*/ 3291335 w 7467600"/>
              <a:gd name="connsiteY194" fmla="*/ 3767420 h 6858000"/>
              <a:gd name="connsiteX195" fmla="*/ 3390805 w 7467600"/>
              <a:gd name="connsiteY195" fmla="*/ 3937163 h 6858000"/>
              <a:gd name="connsiteX196" fmla="*/ 3579062 w 7467600"/>
              <a:gd name="connsiteY196" fmla="*/ 4359040 h 6858000"/>
              <a:gd name="connsiteX197" fmla="*/ 3467355 w 7467600"/>
              <a:gd name="connsiteY197" fmla="*/ 3988130 h 6858000"/>
              <a:gd name="connsiteX198" fmla="*/ 3310753 w 7467600"/>
              <a:gd name="connsiteY198" fmla="*/ 3787140 h 6858000"/>
              <a:gd name="connsiteX199" fmla="*/ 3291335 w 7467600"/>
              <a:gd name="connsiteY199" fmla="*/ 3767420 h 6858000"/>
              <a:gd name="connsiteX200" fmla="*/ 1635889 w 7467600"/>
              <a:gd name="connsiteY200" fmla="*/ 3709494 h 6858000"/>
              <a:gd name="connsiteX201" fmla="*/ 1634800 w 7467600"/>
              <a:gd name="connsiteY201" fmla="*/ 3731111 h 6858000"/>
              <a:gd name="connsiteX202" fmla="*/ 1635889 w 7467600"/>
              <a:gd name="connsiteY202" fmla="*/ 3709494 h 6858000"/>
              <a:gd name="connsiteX203" fmla="*/ 1510397 w 7467600"/>
              <a:gd name="connsiteY203" fmla="*/ 3684705 h 6858000"/>
              <a:gd name="connsiteX204" fmla="*/ 1146550 w 7467600"/>
              <a:gd name="connsiteY204" fmla="*/ 3802012 h 6858000"/>
              <a:gd name="connsiteX205" fmla="*/ 698834 w 7467600"/>
              <a:gd name="connsiteY205" fmla="*/ 3952272 h 6858000"/>
              <a:gd name="connsiteX206" fmla="*/ 34256 w 7467600"/>
              <a:gd name="connsiteY206" fmla="*/ 4347603 h 6858000"/>
              <a:gd name="connsiteX207" fmla="*/ 527241 w 7467600"/>
              <a:gd name="connsiteY207" fmla="*/ 4065078 h 6858000"/>
              <a:gd name="connsiteX208" fmla="*/ 1510397 w 7467600"/>
              <a:gd name="connsiteY208" fmla="*/ 3684705 h 6858000"/>
              <a:gd name="connsiteX209" fmla="*/ 1313114 w 7467600"/>
              <a:gd name="connsiteY209" fmla="*/ 3655216 h 6858000"/>
              <a:gd name="connsiteX210" fmla="*/ 1109304 w 7467600"/>
              <a:gd name="connsiteY210" fmla="*/ 3669030 h 6858000"/>
              <a:gd name="connsiteX211" fmla="*/ 8129 w 7467600"/>
              <a:gd name="connsiteY211" fmla="*/ 4330519 h 6858000"/>
              <a:gd name="connsiteX212" fmla="*/ 687572 w 7467600"/>
              <a:gd name="connsiteY212" fmla="*/ 3925629 h 6858000"/>
              <a:gd name="connsiteX213" fmla="*/ 1138365 w 7467600"/>
              <a:gd name="connsiteY213" fmla="*/ 3774515 h 6858000"/>
              <a:gd name="connsiteX214" fmla="*/ 1505579 w 7467600"/>
              <a:gd name="connsiteY214" fmla="*/ 3655526 h 6858000"/>
              <a:gd name="connsiteX215" fmla="*/ 1313114 w 7467600"/>
              <a:gd name="connsiteY215" fmla="*/ 3655216 h 6858000"/>
              <a:gd name="connsiteX216" fmla="*/ 3655073 w 7467600"/>
              <a:gd name="connsiteY216" fmla="*/ 3650884 h 6858000"/>
              <a:gd name="connsiteX217" fmla="*/ 3989938 w 7467600"/>
              <a:gd name="connsiteY217" fmla="*/ 3991685 h 6858000"/>
              <a:gd name="connsiteX218" fmla="*/ 4393907 w 7467600"/>
              <a:gd name="connsiteY218" fmla="*/ 4261258 h 6858000"/>
              <a:gd name="connsiteX219" fmla="*/ 4648051 w 7467600"/>
              <a:gd name="connsiteY219" fmla="*/ 4374051 h 6858000"/>
              <a:gd name="connsiteX220" fmla="*/ 4383389 w 7467600"/>
              <a:gd name="connsiteY220" fmla="*/ 4184369 h 6858000"/>
              <a:gd name="connsiteX221" fmla="*/ 4165508 w 7467600"/>
              <a:gd name="connsiteY221" fmla="*/ 4035196 h 6858000"/>
              <a:gd name="connsiteX222" fmla="*/ 4068162 w 7467600"/>
              <a:gd name="connsiteY222" fmla="*/ 3953394 h 6858000"/>
              <a:gd name="connsiteX223" fmla="*/ 3981416 w 7467600"/>
              <a:gd name="connsiteY223" fmla="*/ 3880482 h 6858000"/>
              <a:gd name="connsiteX224" fmla="*/ 3800147 w 7467600"/>
              <a:gd name="connsiteY224" fmla="*/ 3749872 h 6858000"/>
              <a:gd name="connsiteX225" fmla="*/ 3655073 w 7467600"/>
              <a:gd name="connsiteY225" fmla="*/ 3650884 h 6858000"/>
              <a:gd name="connsiteX226" fmla="*/ 3670252 w 7467600"/>
              <a:gd name="connsiteY226" fmla="*/ 3622798 h 6858000"/>
              <a:gd name="connsiteX227" fmla="*/ 3817258 w 7467600"/>
              <a:gd name="connsiteY227" fmla="*/ 3723577 h 6858000"/>
              <a:gd name="connsiteX228" fmla="*/ 4000461 w 7467600"/>
              <a:gd name="connsiteY228" fmla="*/ 3855966 h 6858000"/>
              <a:gd name="connsiteX229" fmla="*/ 4088180 w 7467600"/>
              <a:gd name="connsiteY229" fmla="*/ 3929774 h 6858000"/>
              <a:gd name="connsiteX230" fmla="*/ 4184555 w 7467600"/>
              <a:gd name="connsiteY230" fmla="*/ 4010683 h 6858000"/>
              <a:gd name="connsiteX231" fmla="*/ 4399563 w 7467600"/>
              <a:gd name="connsiteY231" fmla="*/ 4158106 h 6858000"/>
              <a:gd name="connsiteX232" fmla="*/ 4684469 w 7467600"/>
              <a:gd name="connsiteY232" fmla="*/ 4364680 h 6858000"/>
              <a:gd name="connsiteX233" fmla="*/ 4690271 w 7467600"/>
              <a:gd name="connsiteY233" fmla="*/ 4370034 h 6858000"/>
              <a:gd name="connsiteX234" fmla="*/ 4136093 w 7467600"/>
              <a:gd name="connsiteY234" fmla="*/ 3858466 h 6858000"/>
              <a:gd name="connsiteX235" fmla="*/ 3670252 w 7467600"/>
              <a:gd name="connsiteY235" fmla="*/ 3622798 h 6858000"/>
              <a:gd name="connsiteX236" fmla="*/ 4440129 w 7467600"/>
              <a:gd name="connsiteY236" fmla="*/ 3448571 h 6858000"/>
              <a:gd name="connsiteX237" fmla="*/ 4856525 w 7467600"/>
              <a:gd name="connsiteY237" fmla="*/ 3915351 h 6858000"/>
              <a:gd name="connsiteX238" fmla="*/ 5059055 w 7467600"/>
              <a:gd name="connsiteY238" fmla="*/ 4108918 h 6858000"/>
              <a:gd name="connsiteX239" fmla="*/ 5290070 w 7467600"/>
              <a:gd name="connsiteY239" fmla="*/ 4263619 h 6858000"/>
              <a:gd name="connsiteX240" fmla="*/ 4834991 w 7467600"/>
              <a:gd name="connsiteY240" fmla="*/ 3830985 h 6858000"/>
              <a:gd name="connsiteX241" fmla="*/ 4440129 w 7467600"/>
              <a:gd name="connsiteY241" fmla="*/ 3448571 h 6858000"/>
              <a:gd name="connsiteX242" fmla="*/ 4441737 w 7467600"/>
              <a:gd name="connsiteY242" fmla="*/ 3399734 h 6858000"/>
              <a:gd name="connsiteX243" fmla="*/ 4431236 w 7467600"/>
              <a:gd name="connsiteY243" fmla="*/ 3400954 h 6858000"/>
              <a:gd name="connsiteX244" fmla="*/ 4557150 w 7467600"/>
              <a:gd name="connsiteY244" fmla="*/ 3510023 h 6858000"/>
              <a:gd name="connsiteX245" fmla="*/ 4856936 w 7467600"/>
              <a:gd name="connsiteY245" fmla="*/ 3809146 h 6858000"/>
              <a:gd name="connsiteX246" fmla="*/ 5111996 w 7467600"/>
              <a:gd name="connsiteY246" fmla="*/ 4065759 h 6858000"/>
              <a:gd name="connsiteX247" fmla="*/ 5388878 w 7467600"/>
              <a:gd name="connsiteY247" fmla="*/ 4300185 h 6858000"/>
              <a:gd name="connsiteX248" fmla="*/ 5425556 w 7467600"/>
              <a:gd name="connsiteY248" fmla="*/ 4308967 h 6858000"/>
              <a:gd name="connsiteX249" fmla="*/ 4943646 w 7467600"/>
              <a:gd name="connsiteY249" fmla="*/ 3822916 h 6858000"/>
              <a:gd name="connsiteX250" fmla="*/ 4594837 w 7467600"/>
              <a:gd name="connsiteY250" fmla="*/ 3532274 h 6858000"/>
              <a:gd name="connsiteX251" fmla="*/ 4441737 w 7467600"/>
              <a:gd name="connsiteY251" fmla="*/ 3399734 h 6858000"/>
              <a:gd name="connsiteX252" fmla="*/ 5425834 w 7467600"/>
              <a:gd name="connsiteY252" fmla="*/ 3162785 h 6858000"/>
              <a:gd name="connsiteX253" fmla="*/ 5401644 w 7467600"/>
              <a:gd name="connsiteY253" fmla="*/ 3617847 h 6858000"/>
              <a:gd name="connsiteX254" fmla="*/ 5467256 w 7467600"/>
              <a:gd name="connsiteY254" fmla="*/ 4175494 h 6858000"/>
              <a:gd name="connsiteX255" fmla="*/ 5448069 w 7467600"/>
              <a:gd name="connsiteY255" fmla="*/ 3567554 h 6858000"/>
              <a:gd name="connsiteX256" fmla="*/ 5425834 w 7467600"/>
              <a:gd name="connsiteY256" fmla="*/ 3162785 h 6858000"/>
              <a:gd name="connsiteX257" fmla="*/ 1318687 w 7467600"/>
              <a:gd name="connsiteY257" fmla="*/ 3113840 h 6858000"/>
              <a:gd name="connsiteX258" fmla="*/ 1066793 w 7467600"/>
              <a:gd name="connsiteY258" fmla="*/ 3212171 h 6858000"/>
              <a:gd name="connsiteX259" fmla="*/ 993319 w 7467600"/>
              <a:gd name="connsiteY259" fmla="*/ 3247648 h 6858000"/>
              <a:gd name="connsiteX260" fmla="*/ 853081 w 7467600"/>
              <a:gd name="connsiteY260" fmla="*/ 3312410 h 6858000"/>
              <a:gd name="connsiteX261" fmla="*/ 805957 w 7467600"/>
              <a:gd name="connsiteY261" fmla="*/ 3330443 h 6858000"/>
              <a:gd name="connsiteX262" fmla="*/ 1318687 w 7467600"/>
              <a:gd name="connsiteY262" fmla="*/ 3113840 h 6858000"/>
              <a:gd name="connsiteX263" fmla="*/ 5453702 w 7467600"/>
              <a:gd name="connsiteY263" fmla="*/ 3090882 h 6858000"/>
              <a:gd name="connsiteX264" fmla="*/ 5480135 w 7467600"/>
              <a:gd name="connsiteY264" fmla="*/ 3565802 h 6858000"/>
              <a:gd name="connsiteX265" fmla="*/ 5499023 w 7467600"/>
              <a:gd name="connsiteY265" fmla="*/ 4166310 h 6858000"/>
              <a:gd name="connsiteX266" fmla="*/ 5547022 w 7467600"/>
              <a:gd name="connsiteY266" fmla="*/ 3607838 h 6858000"/>
              <a:gd name="connsiteX267" fmla="*/ 5515964 w 7467600"/>
              <a:gd name="connsiteY267" fmla="*/ 3378541 h 6858000"/>
              <a:gd name="connsiteX268" fmla="*/ 5453702 w 7467600"/>
              <a:gd name="connsiteY268" fmla="*/ 3090882 h 6858000"/>
              <a:gd name="connsiteX269" fmla="*/ 1238695 w 7467600"/>
              <a:gd name="connsiteY269" fmla="*/ 3076820 h 6858000"/>
              <a:gd name="connsiteX270" fmla="*/ 716371 w 7467600"/>
              <a:gd name="connsiteY270" fmla="*/ 3293249 h 6858000"/>
              <a:gd name="connsiteX271" fmla="*/ 579522 w 7467600"/>
              <a:gd name="connsiteY271" fmla="*/ 3371759 h 6858000"/>
              <a:gd name="connsiteX272" fmla="*/ 600288 w 7467600"/>
              <a:gd name="connsiteY272" fmla="*/ 3365555 h 6858000"/>
              <a:gd name="connsiteX273" fmla="*/ 840692 w 7467600"/>
              <a:gd name="connsiteY273" fmla="*/ 3284921 h 6858000"/>
              <a:gd name="connsiteX274" fmla="*/ 979248 w 7467600"/>
              <a:gd name="connsiteY274" fmla="*/ 3221003 h 6858000"/>
              <a:gd name="connsiteX275" fmla="*/ 1053282 w 7467600"/>
              <a:gd name="connsiteY275" fmla="*/ 3185247 h 6858000"/>
              <a:gd name="connsiteX276" fmla="*/ 1320603 w 7467600"/>
              <a:gd name="connsiteY276" fmla="*/ 3081281 h 6858000"/>
              <a:gd name="connsiteX277" fmla="*/ 1238695 w 7467600"/>
              <a:gd name="connsiteY277" fmla="*/ 3076820 h 6858000"/>
              <a:gd name="connsiteX278" fmla="*/ 5425627 w 7467600"/>
              <a:gd name="connsiteY278" fmla="*/ 2954192 h 6858000"/>
              <a:gd name="connsiteX279" fmla="*/ 5470770 w 7467600"/>
              <a:gd name="connsiteY279" fmla="*/ 3005435 h 6858000"/>
              <a:gd name="connsiteX280" fmla="*/ 5519779 w 7467600"/>
              <a:gd name="connsiteY280" fmla="*/ 4359223 h 6858000"/>
              <a:gd name="connsiteX281" fmla="*/ 5520293 w 7467600"/>
              <a:gd name="connsiteY281" fmla="*/ 4360602 h 6858000"/>
              <a:gd name="connsiteX282" fmla="*/ 5767221 w 7467600"/>
              <a:gd name="connsiteY282" fmla="*/ 4665564 h 6858000"/>
              <a:gd name="connsiteX283" fmla="*/ 6937169 w 7467600"/>
              <a:gd name="connsiteY283" fmla="*/ 4815941 h 6858000"/>
              <a:gd name="connsiteX284" fmla="*/ 6953922 w 7467600"/>
              <a:gd name="connsiteY284" fmla="*/ 4890068 h 6858000"/>
              <a:gd name="connsiteX285" fmla="*/ 6071359 w 7467600"/>
              <a:gd name="connsiteY285" fmla="*/ 4770770 h 6858000"/>
              <a:gd name="connsiteX286" fmla="*/ 6038839 w 7467600"/>
              <a:gd name="connsiteY286" fmla="*/ 4764474 h 6858000"/>
              <a:gd name="connsiteX287" fmla="*/ 6038706 w 7467600"/>
              <a:gd name="connsiteY287" fmla="*/ 4763847 h 6858000"/>
              <a:gd name="connsiteX288" fmla="*/ 6037784 w 7467600"/>
              <a:gd name="connsiteY288" fmla="*/ 4764270 h 6858000"/>
              <a:gd name="connsiteX289" fmla="*/ 6038839 w 7467600"/>
              <a:gd name="connsiteY289" fmla="*/ 4764474 h 6858000"/>
              <a:gd name="connsiteX290" fmla="*/ 6040338 w 7467600"/>
              <a:gd name="connsiteY290" fmla="*/ 4771418 h 6858000"/>
              <a:gd name="connsiteX291" fmla="*/ 6024488 w 7467600"/>
              <a:gd name="connsiteY291" fmla="*/ 4809903 h 6858000"/>
              <a:gd name="connsiteX292" fmla="*/ 5599771 w 7467600"/>
              <a:gd name="connsiteY292" fmla="*/ 5509652 h 6858000"/>
              <a:gd name="connsiteX293" fmla="*/ 5548843 w 7467600"/>
              <a:gd name="connsiteY293" fmla="*/ 5563845 h 6858000"/>
              <a:gd name="connsiteX294" fmla="*/ 5940952 w 7467600"/>
              <a:gd name="connsiteY294" fmla="*/ 6250028 h 6858000"/>
              <a:gd name="connsiteX295" fmla="*/ 6043441 w 7467600"/>
              <a:gd name="connsiteY295" fmla="*/ 6665847 h 6858000"/>
              <a:gd name="connsiteX296" fmla="*/ 6093432 w 7467600"/>
              <a:gd name="connsiteY296" fmla="*/ 6858000 h 6858000"/>
              <a:gd name="connsiteX297" fmla="*/ 6034344 w 7467600"/>
              <a:gd name="connsiteY297" fmla="*/ 6858000 h 6858000"/>
              <a:gd name="connsiteX298" fmla="*/ 6026679 w 7467600"/>
              <a:gd name="connsiteY298" fmla="*/ 6836959 h 6858000"/>
              <a:gd name="connsiteX299" fmla="*/ 5800441 w 7467600"/>
              <a:gd name="connsiteY299" fmla="*/ 6335286 h 6858000"/>
              <a:gd name="connsiteX300" fmla="*/ 5526562 w 7467600"/>
              <a:gd name="connsiteY300" fmla="*/ 5705388 h 6858000"/>
              <a:gd name="connsiteX301" fmla="*/ 5519640 w 7467600"/>
              <a:gd name="connsiteY301" fmla="*/ 5683774 h 6858000"/>
              <a:gd name="connsiteX302" fmla="*/ 5844559 w 7467600"/>
              <a:gd name="connsiteY302" fmla="*/ 6553349 h 6858000"/>
              <a:gd name="connsiteX303" fmla="*/ 5975994 w 7467600"/>
              <a:gd name="connsiteY303" fmla="*/ 6858000 h 6858000"/>
              <a:gd name="connsiteX304" fmla="*/ 5898547 w 7467600"/>
              <a:gd name="connsiteY304" fmla="*/ 6858000 h 6858000"/>
              <a:gd name="connsiteX305" fmla="*/ 5682041 w 7467600"/>
              <a:gd name="connsiteY305" fmla="*/ 6355860 h 6858000"/>
              <a:gd name="connsiteX306" fmla="*/ 5461758 w 7467600"/>
              <a:gd name="connsiteY306" fmla="*/ 5820220 h 6858000"/>
              <a:gd name="connsiteX307" fmla="*/ 5237282 w 7467600"/>
              <a:gd name="connsiteY307" fmla="*/ 6579086 h 6858000"/>
              <a:gd name="connsiteX308" fmla="*/ 5115009 w 7467600"/>
              <a:gd name="connsiteY308" fmla="*/ 6858000 h 6858000"/>
              <a:gd name="connsiteX309" fmla="*/ 5028074 w 7467600"/>
              <a:gd name="connsiteY309" fmla="*/ 6858000 h 6858000"/>
              <a:gd name="connsiteX310" fmla="*/ 5079508 w 7467600"/>
              <a:gd name="connsiteY310" fmla="*/ 6749074 h 6858000"/>
              <a:gd name="connsiteX311" fmla="*/ 5371846 w 7467600"/>
              <a:gd name="connsiteY311" fmla="*/ 5924413 h 6858000"/>
              <a:gd name="connsiteX312" fmla="*/ 5270512 w 7467600"/>
              <a:gd name="connsiteY312" fmla="*/ 6138975 h 6858000"/>
              <a:gd name="connsiteX313" fmla="*/ 5062409 w 7467600"/>
              <a:gd name="connsiteY313" fmla="*/ 6653544 h 6858000"/>
              <a:gd name="connsiteX314" fmla="*/ 5036628 w 7467600"/>
              <a:gd name="connsiteY314" fmla="*/ 6754247 h 6858000"/>
              <a:gd name="connsiteX315" fmla="*/ 5009112 w 7467600"/>
              <a:gd name="connsiteY315" fmla="*/ 6858000 h 6858000"/>
              <a:gd name="connsiteX316" fmla="*/ 4976679 w 7467600"/>
              <a:gd name="connsiteY316" fmla="*/ 6858000 h 6858000"/>
              <a:gd name="connsiteX317" fmla="*/ 5006537 w 7467600"/>
              <a:gd name="connsiteY317" fmla="*/ 6747068 h 6858000"/>
              <a:gd name="connsiteX318" fmla="*/ 5032723 w 7467600"/>
              <a:gd name="connsiteY318" fmla="*/ 6644957 h 6858000"/>
              <a:gd name="connsiteX319" fmla="*/ 5242949 w 7467600"/>
              <a:gd name="connsiteY319" fmla="*/ 6125175 h 6858000"/>
              <a:gd name="connsiteX320" fmla="*/ 5286321 w 7467600"/>
              <a:gd name="connsiteY320" fmla="*/ 6033555 h 6858000"/>
              <a:gd name="connsiteX321" fmla="*/ 5008210 w 7467600"/>
              <a:gd name="connsiteY321" fmla="*/ 6649194 h 6858000"/>
              <a:gd name="connsiteX322" fmla="*/ 4986321 w 7467600"/>
              <a:gd name="connsiteY322" fmla="*/ 6765687 h 6858000"/>
              <a:gd name="connsiteX323" fmla="*/ 4973474 w 7467600"/>
              <a:gd name="connsiteY323" fmla="*/ 6858000 h 6858000"/>
              <a:gd name="connsiteX324" fmla="*/ 4907178 w 7467600"/>
              <a:gd name="connsiteY324" fmla="*/ 6858000 h 6858000"/>
              <a:gd name="connsiteX325" fmla="*/ 4910810 w 7467600"/>
              <a:gd name="connsiteY325" fmla="*/ 6829660 h 6858000"/>
              <a:gd name="connsiteX326" fmla="*/ 4987461 w 7467600"/>
              <a:gd name="connsiteY326" fmla="*/ 6432994 h 6858000"/>
              <a:gd name="connsiteX327" fmla="*/ 5179262 w 7467600"/>
              <a:gd name="connsiteY327" fmla="*/ 6035044 h 6858000"/>
              <a:gd name="connsiteX328" fmla="*/ 4689678 w 7467600"/>
              <a:gd name="connsiteY328" fmla="*/ 6440241 h 6858000"/>
              <a:gd name="connsiteX329" fmla="*/ 4477543 w 7467600"/>
              <a:gd name="connsiteY329" fmla="*/ 6674836 h 6858000"/>
              <a:gd name="connsiteX330" fmla="*/ 4329957 w 7467600"/>
              <a:gd name="connsiteY330" fmla="*/ 6858000 h 6858000"/>
              <a:gd name="connsiteX331" fmla="*/ 4218595 w 7467600"/>
              <a:gd name="connsiteY331" fmla="*/ 6858000 h 6858000"/>
              <a:gd name="connsiteX332" fmla="*/ 4368888 w 7467600"/>
              <a:gd name="connsiteY332" fmla="*/ 6668412 h 6858000"/>
              <a:gd name="connsiteX333" fmla="*/ 4563091 w 7467600"/>
              <a:gd name="connsiteY333" fmla="*/ 6442508 h 6858000"/>
              <a:gd name="connsiteX334" fmla="*/ 5387324 w 7467600"/>
              <a:gd name="connsiteY334" fmla="*/ 5705830 h 6858000"/>
              <a:gd name="connsiteX335" fmla="*/ 5073620 w 7467600"/>
              <a:gd name="connsiteY335" fmla="*/ 5955437 h 6858000"/>
              <a:gd name="connsiteX336" fmla="*/ 4689789 w 7467600"/>
              <a:gd name="connsiteY336" fmla="*/ 6268382 h 6858000"/>
              <a:gd name="connsiteX337" fmla="*/ 4418722 w 7467600"/>
              <a:gd name="connsiteY337" fmla="*/ 6570886 h 6858000"/>
              <a:gd name="connsiteX338" fmla="*/ 4214944 w 7467600"/>
              <a:gd name="connsiteY338" fmla="*/ 6858000 h 6858000"/>
              <a:gd name="connsiteX339" fmla="*/ 4177898 w 7467600"/>
              <a:gd name="connsiteY339" fmla="*/ 6858000 h 6858000"/>
              <a:gd name="connsiteX340" fmla="*/ 4391597 w 7467600"/>
              <a:gd name="connsiteY340" fmla="*/ 6556370 h 6858000"/>
              <a:gd name="connsiteX341" fmla="*/ 4668889 w 7467600"/>
              <a:gd name="connsiteY341" fmla="*/ 6246399 h 6858000"/>
              <a:gd name="connsiteX342" fmla="*/ 5055427 w 7467600"/>
              <a:gd name="connsiteY342" fmla="*/ 5931476 h 6858000"/>
              <a:gd name="connsiteX343" fmla="*/ 5371814 w 7467600"/>
              <a:gd name="connsiteY343" fmla="*/ 5678975 h 6858000"/>
              <a:gd name="connsiteX344" fmla="*/ 4987918 w 7467600"/>
              <a:gd name="connsiteY344" fmla="*/ 5838701 h 6858000"/>
              <a:gd name="connsiteX345" fmla="*/ 4317146 w 7467600"/>
              <a:gd name="connsiteY345" fmla="*/ 6587716 h 6858000"/>
              <a:gd name="connsiteX346" fmla="*/ 4171627 w 7467600"/>
              <a:gd name="connsiteY346" fmla="*/ 6858000 h 6858000"/>
              <a:gd name="connsiteX347" fmla="*/ 4081585 w 7467600"/>
              <a:gd name="connsiteY347" fmla="*/ 6858000 h 6858000"/>
              <a:gd name="connsiteX348" fmla="*/ 4238603 w 7467600"/>
              <a:gd name="connsiteY348" fmla="*/ 6559341 h 6858000"/>
              <a:gd name="connsiteX349" fmla="*/ 4778333 w 7467600"/>
              <a:gd name="connsiteY349" fmla="*/ 5873626 h 6858000"/>
              <a:gd name="connsiteX350" fmla="*/ 5414185 w 7467600"/>
              <a:gd name="connsiteY350" fmla="*/ 5573882 h 6858000"/>
              <a:gd name="connsiteX351" fmla="*/ 5959648 w 7467600"/>
              <a:gd name="connsiteY351" fmla="*/ 4760797 h 6858000"/>
              <a:gd name="connsiteX352" fmla="*/ 5355019 w 7467600"/>
              <a:gd name="connsiteY352" fmla="*/ 4734672 h 6858000"/>
              <a:gd name="connsiteX353" fmla="*/ 5083565 w 7467600"/>
              <a:gd name="connsiteY353" fmla="*/ 5179121 h 6858000"/>
              <a:gd name="connsiteX354" fmla="*/ 4713577 w 7467600"/>
              <a:gd name="connsiteY354" fmla="*/ 5616803 h 6858000"/>
              <a:gd name="connsiteX355" fmla="*/ 3989559 w 7467600"/>
              <a:gd name="connsiteY355" fmla="*/ 6145945 h 6858000"/>
              <a:gd name="connsiteX356" fmla="*/ 3939824 w 7467600"/>
              <a:gd name="connsiteY356" fmla="*/ 6066900 h 6858000"/>
              <a:gd name="connsiteX357" fmla="*/ 4584537 w 7467600"/>
              <a:gd name="connsiteY357" fmla="*/ 5324826 h 6858000"/>
              <a:gd name="connsiteX358" fmla="*/ 5037105 w 7467600"/>
              <a:gd name="connsiteY358" fmla="*/ 5088765 h 6858000"/>
              <a:gd name="connsiteX359" fmla="*/ 5039930 w 7467600"/>
              <a:gd name="connsiteY359" fmla="*/ 5089585 h 6858000"/>
              <a:gd name="connsiteX360" fmla="*/ 5263764 w 7467600"/>
              <a:gd name="connsiteY360" fmla="*/ 4735525 h 6858000"/>
              <a:gd name="connsiteX361" fmla="*/ 4086300 w 7467600"/>
              <a:gd name="connsiteY361" fmla="*/ 4884599 h 6858000"/>
              <a:gd name="connsiteX362" fmla="*/ 4085485 w 7467600"/>
              <a:gd name="connsiteY362" fmla="*/ 4899070 h 6858000"/>
              <a:gd name="connsiteX363" fmla="*/ 3871915 w 7467600"/>
              <a:gd name="connsiteY363" fmla="*/ 5253645 h 6858000"/>
              <a:gd name="connsiteX364" fmla="*/ 3799374 w 7467600"/>
              <a:gd name="connsiteY364" fmla="*/ 5466127 h 6858000"/>
              <a:gd name="connsiteX365" fmla="*/ 3498850 w 7467600"/>
              <a:gd name="connsiteY365" fmla="*/ 6661888 h 6858000"/>
              <a:gd name="connsiteX366" fmla="*/ 3399216 w 7467600"/>
              <a:gd name="connsiteY366" fmla="*/ 6858000 h 6858000"/>
              <a:gd name="connsiteX367" fmla="*/ 3303688 w 7467600"/>
              <a:gd name="connsiteY367" fmla="*/ 6858000 h 6858000"/>
              <a:gd name="connsiteX368" fmla="*/ 3391774 w 7467600"/>
              <a:gd name="connsiteY368" fmla="*/ 6697181 h 6858000"/>
              <a:gd name="connsiteX369" fmla="*/ 3735540 w 7467600"/>
              <a:gd name="connsiteY369" fmla="*/ 5546923 h 6858000"/>
              <a:gd name="connsiteX370" fmla="*/ 3729438 w 7467600"/>
              <a:gd name="connsiteY370" fmla="*/ 5569058 h 6858000"/>
              <a:gd name="connsiteX371" fmla="*/ 3707782 w 7467600"/>
              <a:gd name="connsiteY371" fmla="*/ 5644908 h 6858000"/>
              <a:gd name="connsiteX372" fmla="*/ 3583827 w 7467600"/>
              <a:gd name="connsiteY372" fmla="*/ 6039215 h 6858000"/>
              <a:gd name="connsiteX373" fmla="*/ 3547861 w 7467600"/>
              <a:gd name="connsiteY373" fmla="*/ 6129609 h 6858000"/>
              <a:gd name="connsiteX374" fmla="*/ 3490905 w 7467600"/>
              <a:gd name="connsiteY374" fmla="*/ 6277660 h 6858000"/>
              <a:gd name="connsiteX375" fmla="*/ 3455859 w 7467600"/>
              <a:gd name="connsiteY375" fmla="*/ 6391301 h 6858000"/>
              <a:gd name="connsiteX376" fmla="*/ 3429112 w 7467600"/>
              <a:gd name="connsiteY376" fmla="*/ 6479469 h 6858000"/>
              <a:gd name="connsiteX377" fmla="*/ 3304862 w 7467600"/>
              <a:gd name="connsiteY377" fmla="*/ 6796476 h 6858000"/>
              <a:gd name="connsiteX378" fmla="*/ 3276071 w 7467600"/>
              <a:gd name="connsiteY378" fmla="*/ 6858000 h 6858000"/>
              <a:gd name="connsiteX379" fmla="*/ 3240805 w 7467600"/>
              <a:gd name="connsiteY379" fmla="*/ 6858000 h 6858000"/>
              <a:gd name="connsiteX380" fmla="*/ 3275917 w 7467600"/>
              <a:gd name="connsiteY380" fmla="*/ 6783192 h 6858000"/>
              <a:gd name="connsiteX381" fmla="*/ 3399358 w 7467600"/>
              <a:gd name="connsiteY381" fmla="*/ 6469011 h 6858000"/>
              <a:gd name="connsiteX382" fmla="*/ 3425650 w 7467600"/>
              <a:gd name="connsiteY382" fmla="*/ 6381333 h 6858000"/>
              <a:gd name="connsiteX383" fmla="*/ 3460661 w 7467600"/>
              <a:gd name="connsiteY383" fmla="*/ 6266763 h 6858000"/>
              <a:gd name="connsiteX384" fmla="*/ 3518021 w 7467600"/>
              <a:gd name="connsiteY384" fmla="*/ 6117298 h 6858000"/>
              <a:gd name="connsiteX385" fmla="*/ 3554035 w 7467600"/>
              <a:gd name="connsiteY385" fmla="*/ 6027832 h 6858000"/>
              <a:gd name="connsiteX386" fmla="*/ 3677174 w 7467600"/>
              <a:gd name="connsiteY386" fmla="*/ 5636351 h 6858000"/>
              <a:gd name="connsiteX387" fmla="*/ 3698819 w 7467600"/>
              <a:gd name="connsiteY387" fmla="*/ 5560503 h 6858000"/>
              <a:gd name="connsiteX388" fmla="*/ 3702094 w 7467600"/>
              <a:gd name="connsiteY388" fmla="*/ 5549194 h 6858000"/>
              <a:gd name="connsiteX389" fmla="*/ 3398355 w 7467600"/>
              <a:gd name="connsiteY389" fmla="*/ 6094603 h 6858000"/>
              <a:gd name="connsiteX390" fmla="*/ 3193941 w 7467600"/>
              <a:gd name="connsiteY390" fmla="*/ 6798775 h 6858000"/>
              <a:gd name="connsiteX391" fmla="*/ 3184140 w 7467600"/>
              <a:gd name="connsiteY391" fmla="*/ 6858000 h 6858000"/>
              <a:gd name="connsiteX392" fmla="*/ 3099978 w 7467600"/>
              <a:gd name="connsiteY392" fmla="*/ 6858000 h 6858000"/>
              <a:gd name="connsiteX393" fmla="*/ 3101556 w 7467600"/>
              <a:gd name="connsiteY393" fmla="*/ 6843337 h 6858000"/>
              <a:gd name="connsiteX394" fmla="*/ 3370162 w 7467600"/>
              <a:gd name="connsiteY394" fmla="*/ 5785550 h 6858000"/>
              <a:gd name="connsiteX395" fmla="*/ 3746477 w 7467600"/>
              <a:gd name="connsiteY395" fmla="*/ 5377889 h 6858000"/>
              <a:gd name="connsiteX396" fmla="*/ 3863399 w 7467600"/>
              <a:gd name="connsiteY396" fmla="*/ 5087257 h 6858000"/>
              <a:gd name="connsiteX397" fmla="*/ 3968712 w 7467600"/>
              <a:gd name="connsiteY397" fmla="*/ 4913989 h 6858000"/>
              <a:gd name="connsiteX398" fmla="*/ 2792390 w 7467600"/>
              <a:gd name="connsiteY398" fmla="*/ 5382974 h 6858000"/>
              <a:gd name="connsiteX399" fmla="*/ 2714982 w 7467600"/>
              <a:gd name="connsiteY399" fmla="*/ 5427051 h 6858000"/>
              <a:gd name="connsiteX400" fmla="*/ 2813361 w 7467600"/>
              <a:gd name="connsiteY400" fmla="*/ 6023912 h 6858000"/>
              <a:gd name="connsiteX401" fmla="*/ 2688430 w 7467600"/>
              <a:gd name="connsiteY401" fmla="*/ 6801564 h 6858000"/>
              <a:gd name="connsiteX402" fmla="*/ 2629626 w 7467600"/>
              <a:gd name="connsiteY402" fmla="*/ 6763394 h 6858000"/>
              <a:gd name="connsiteX403" fmla="*/ 2565328 w 7467600"/>
              <a:gd name="connsiteY403" fmla="*/ 5516399 h 6858000"/>
              <a:gd name="connsiteX404" fmla="*/ 1922999 w 7467600"/>
              <a:gd name="connsiteY404" fmla="*/ 5980343 h 6858000"/>
              <a:gd name="connsiteX405" fmla="*/ 1950261 w 7467600"/>
              <a:gd name="connsiteY405" fmla="*/ 6405858 h 6858000"/>
              <a:gd name="connsiteX406" fmla="*/ 2365554 w 7467600"/>
              <a:gd name="connsiteY406" fmla="*/ 6759107 h 6858000"/>
              <a:gd name="connsiteX407" fmla="*/ 2424142 w 7467600"/>
              <a:gd name="connsiteY407" fmla="*/ 6858000 h 6858000"/>
              <a:gd name="connsiteX408" fmla="*/ 2395994 w 7467600"/>
              <a:gd name="connsiteY408" fmla="*/ 6858000 h 6858000"/>
              <a:gd name="connsiteX409" fmla="*/ 2392863 w 7467600"/>
              <a:gd name="connsiteY409" fmla="*/ 6852964 h 6858000"/>
              <a:gd name="connsiteX410" fmla="*/ 2017589 w 7467600"/>
              <a:gd name="connsiteY410" fmla="*/ 6493982 h 6858000"/>
              <a:gd name="connsiteX411" fmla="*/ 2147336 w 7467600"/>
              <a:gd name="connsiteY411" fmla="*/ 6594052 h 6858000"/>
              <a:gd name="connsiteX412" fmla="*/ 2207047 w 7467600"/>
              <a:gd name="connsiteY412" fmla="*/ 6654540 h 6858000"/>
              <a:gd name="connsiteX413" fmla="*/ 2299106 w 7467600"/>
              <a:gd name="connsiteY413" fmla="*/ 6778931 h 6858000"/>
              <a:gd name="connsiteX414" fmla="*/ 2314430 w 7467600"/>
              <a:gd name="connsiteY414" fmla="*/ 6801144 h 6858000"/>
              <a:gd name="connsiteX415" fmla="*/ 2352406 w 7467600"/>
              <a:gd name="connsiteY415" fmla="*/ 6858000 h 6858000"/>
              <a:gd name="connsiteX416" fmla="*/ 2314492 w 7467600"/>
              <a:gd name="connsiteY416" fmla="*/ 6858000 h 6858000"/>
              <a:gd name="connsiteX417" fmla="*/ 2288095 w 7467600"/>
              <a:gd name="connsiteY417" fmla="*/ 6818030 h 6858000"/>
              <a:gd name="connsiteX418" fmla="*/ 2272768 w 7467600"/>
              <a:gd name="connsiteY418" fmla="*/ 6795822 h 6858000"/>
              <a:gd name="connsiteX419" fmla="*/ 2182715 w 7467600"/>
              <a:gd name="connsiteY419" fmla="*/ 6675071 h 6858000"/>
              <a:gd name="connsiteX420" fmla="*/ 2032061 w 7467600"/>
              <a:gd name="connsiteY420" fmla="*/ 6541380 h 6858000"/>
              <a:gd name="connsiteX421" fmla="*/ 2257220 w 7467600"/>
              <a:gd name="connsiteY421" fmla="*/ 6826257 h 6858000"/>
              <a:gd name="connsiteX422" fmla="*/ 2281324 w 7467600"/>
              <a:gd name="connsiteY422" fmla="*/ 6858000 h 6858000"/>
              <a:gd name="connsiteX423" fmla="*/ 2242860 w 7467600"/>
              <a:gd name="connsiteY423" fmla="*/ 6858000 h 6858000"/>
              <a:gd name="connsiteX424" fmla="*/ 2232818 w 7467600"/>
              <a:gd name="connsiteY424" fmla="*/ 6844926 h 6858000"/>
              <a:gd name="connsiteX425" fmla="*/ 1990172 w 7467600"/>
              <a:gd name="connsiteY425" fmla="*/ 6542121 h 6858000"/>
              <a:gd name="connsiteX426" fmla="*/ 2124090 w 7467600"/>
              <a:gd name="connsiteY426" fmla="*/ 6761017 h 6858000"/>
              <a:gd name="connsiteX427" fmla="*/ 2200380 w 7467600"/>
              <a:gd name="connsiteY427" fmla="*/ 6858000 h 6858000"/>
              <a:gd name="connsiteX428" fmla="*/ 2147507 w 7467600"/>
              <a:gd name="connsiteY428" fmla="*/ 6858000 h 6858000"/>
              <a:gd name="connsiteX429" fmla="*/ 2070668 w 7467600"/>
              <a:gd name="connsiteY429" fmla="*/ 6761520 h 6858000"/>
              <a:gd name="connsiteX430" fmla="*/ 1975142 w 7467600"/>
              <a:gd name="connsiteY430" fmla="*/ 6585570 h 6858000"/>
              <a:gd name="connsiteX431" fmla="*/ 2050035 w 7467600"/>
              <a:gd name="connsiteY431" fmla="*/ 6813345 h 6858000"/>
              <a:gd name="connsiteX432" fmla="*/ 2063025 w 7467600"/>
              <a:gd name="connsiteY432" fmla="*/ 6858000 h 6858000"/>
              <a:gd name="connsiteX433" fmla="*/ 2021675 w 7467600"/>
              <a:gd name="connsiteY433" fmla="*/ 6858000 h 6858000"/>
              <a:gd name="connsiteX434" fmla="*/ 2019308 w 7467600"/>
              <a:gd name="connsiteY434" fmla="*/ 6847118 h 6858000"/>
              <a:gd name="connsiteX435" fmla="*/ 1938835 w 7467600"/>
              <a:gd name="connsiteY435" fmla="*/ 6551160 h 6858000"/>
              <a:gd name="connsiteX436" fmla="*/ 1953230 w 7467600"/>
              <a:gd name="connsiteY436" fmla="*/ 6759699 h 6858000"/>
              <a:gd name="connsiteX437" fmla="*/ 1956763 w 7467600"/>
              <a:gd name="connsiteY437" fmla="*/ 6778191 h 6858000"/>
              <a:gd name="connsiteX438" fmla="*/ 1967925 w 7467600"/>
              <a:gd name="connsiteY438" fmla="*/ 6858000 h 6858000"/>
              <a:gd name="connsiteX439" fmla="*/ 1936622 w 7467600"/>
              <a:gd name="connsiteY439" fmla="*/ 6858000 h 6858000"/>
              <a:gd name="connsiteX440" fmla="*/ 1926261 w 7467600"/>
              <a:gd name="connsiteY440" fmla="*/ 6784064 h 6858000"/>
              <a:gd name="connsiteX441" fmla="*/ 1922724 w 7467600"/>
              <a:gd name="connsiteY441" fmla="*/ 6765577 h 6858000"/>
              <a:gd name="connsiteX442" fmla="*/ 1904650 w 7467600"/>
              <a:gd name="connsiteY442" fmla="*/ 6639616 h 6858000"/>
              <a:gd name="connsiteX443" fmla="*/ 1885273 w 7467600"/>
              <a:gd name="connsiteY443" fmla="*/ 6858000 h 6858000"/>
              <a:gd name="connsiteX444" fmla="*/ 1854363 w 7467600"/>
              <a:gd name="connsiteY444" fmla="*/ 6858000 h 6858000"/>
              <a:gd name="connsiteX445" fmla="*/ 1880391 w 7467600"/>
              <a:gd name="connsiteY445" fmla="*/ 6603796 h 6858000"/>
              <a:gd name="connsiteX446" fmla="*/ 1818273 w 7467600"/>
              <a:gd name="connsiteY446" fmla="*/ 6715729 h 6858000"/>
              <a:gd name="connsiteX447" fmla="*/ 1794691 w 7467600"/>
              <a:gd name="connsiteY447" fmla="*/ 6843239 h 6858000"/>
              <a:gd name="connsiteX448" fmla="*/ 1794914 w 7467600"/>
              <a:gd name="connsiteY448" fmla="*/ 6858000 h 6858000"/>
              <a:gd name="connsiteX449" fmla="*/ 1746128 w 7467600"/>
              <a:gd name="connsiteY449" fmla="*/ 6858000 h 6858000"/>
              <a:gd name="connsiteX450" fmla="*/ 1753934 w 7467600"/>
              <a:gd name="connsiteY450" fmla="*/ 6724796 h 6858000"/>
              <a:gd name="connsiteX451" fmla="*/ 1792053 w 7467600"/>
              <a:gd name="connsiteY451" fmla="*/ 6572396 h 6858000"/>
              <a:gd name="connsiteX452" fmla="*/ 1862248 w 7467600"/>
              <a:gd name="connsiteY452" fmla="*/ 6266397 h 6858000"/>
              <a:gd name="connsiteX453" fmla="*/ 1862250 w 7467600"/>
              <a:gd name="connsiteY453" fmla="*/ 6033531 h 6858000"/>
              <a:gd name="connsiteX454" fmla="*/ 1211999 w 7467600"/>
              <a:gd name="connsiteY454" fmla="*/ 6683610 h 6858000"/>
              <a:gd name="connsiteX455" fmla="*/ 1213266 w 7467600"/>
              <a:gd name="connsiteY455" fmla="*/ 6691947 h 6858000"/>
              <a:gd name="connsiteX456" fmla="*/ 1203370 w 7467600"/>
              <a:gd name="connsiteY456" fmla="*/ 6850676 h 6858000"/>
              <a:gd name="connsiteX457" fmla="*/ 1203671 w 7467600"/>
              <a:gd name="connsiteY457" fmla="*/ 6858000 h 6858000"/>
              <a:gd name="connsiteX458" fmla="*/ 1143180 w 7467600"/>
              <a:gd name="connsiteY458" fmla="*/ 6858000 h 6858000"/>
              <a:gd name="connsiteX459" fmla="*/ 1142176 w 7467600"/>
              <a:gd name="connsiteY459" fmla="*/ 6766045 h 6858000"/>
              <a:gd name="connsiteX460" fmla="*/ 1067484 w 7467600"/>
              <a:gd name="connsiteY460" fmla="*/ 6858000 h 6858000"/>
              <a:gd name="connsiteX461" fmla="*/ 953928 w 7467600"/>
              <a:gd name="connsiteY461" fmla="*/ 6858000 h 6858000"/>
              <a:gd name="connsiteX462" fmla="*/ 959715 w 7467600"/>
              <a:gd name="connsiteY462" fmla="*/ 6850185 h 6858000"/>
              <a:gd name="connsiteX463" fmla="*/ 1483788 w 7467600"/>
              <a:gd name="connsiteY463" fmla="*/ 6259174 h 6858000"/>
              <a:gd name="connsiteX464" fmla="*/ 1100671 w 7467600"/>
              <a:gd name="connsiteY464" fmla="*/ 6252137 h 6858000"/>
              <a:gd name="connsiteX465" fmla="*/ 1090144 w 7467600"/>
              <a:gd name="connsiteY465" fmla="*/ 6256748 h 6858000"/>
              <a:gd name="connsiteX466" fmla="*/ 1095872 w 7467600"/>
              <a:gd name="connsiteY466" fmla="*/ 6271892 h 6858000"/>
              <a:gd name="connsiteX467" fmla="*/ 262785 w 7467600"/>
              <a:gd name="connsiteY467" fmla="*/ 6845450 h 6858000"/>
              <a:gd name="connsiteX468" fmla="*/ 209968 w 7467600"/>
              <a:gd name="connsiteY468" fmla="*/ 6770713 h 6858000"/>
              <a:gd name="connsiteX469" fmla="*/ 873460 w 7467600"/>
              <a:gd name="connsiteY469" fmla="*/ 6253768 h 6858000"/>
              <a:gd name="connsiteX470" fmla="*/ 192686 w 7467600"/>
              <a:gd name="connsiteY470" fmla="*/ 5849257 h 6858000"/>
              <a:gd name="connsiteX471" fmla="*/ 4696 w 7467600"/>
              <a:gd name="connsiteY471" fmla="*/ 5697668 h 6858000"/>
              <a:gd name="connsiteX472" fmla="*/ 0 w 7467600"/>
              <a:gd name="connsiteY472" fmla="*/ 5689984 h 6858000"/>
              <a:gd name="connsiteX473" fmla="*/ 0 w 7467600"/>
              <a:gd name="connsiteY473" fmla="*/ 5513472 h 6858000"/>
              <a:gd name="connsiteX474" fmla="*/ 174101 w 7467600"/>
              <a:gd name="connsiteY474" fmla="*/ 5620277 h 6858000"/>
              <a:gd name="connsiteX475" fmla="*/ 891800 w 7467600"/>
              <a:gd name="connsiteY475" fmla="*/ 6036935 h 6858000"/>
              <a:gd name="connsiteX476" fmla="*/ 1072219 w 7467600"/>
              <a:gd name="connsiteY476" fmla="*/ 6169443 h 6858000"/>
              <a:gd name="connsiteX477" fmla="*/ 1074117 w 7467600"/>
              <a:gd name="connsiteY477" fmla="*/ 6170301 h 6858000"/>
              <a:gd name="connsiteX478" fmla="*/ 1083114 w 7467600"/>
              <a:gd name="connsiteY478" fmla="*/ 6174131 h 6858000"/>
              <a:gd name="connsiteX479" fmla="*/ 1543010 w 7467600"/>
              <a:gd name="connsiteY479" fmla="*/ 6191140 h 6858000"/>
              <a:gd name="connsiteX480" fmla="*/ 1551080 w 7467600"/>
              <a:gd name="connsiteY480" fmla="*/ 6195006 h 6858000"/>
              <a:gd name="connsiteX481" fmla="*/ 2345443 w 7467600"/>
              <a:gd name="connsiteY481" fmla="*/ 5549882 h 6858000"/>
              <a:gd name="connsiteX482" fmla="*/ 1721499 w 7467600"/>
              <a:gd name="connsiteY482" fmla="*/ 5599969 h 6858000"/>
              <a:gd name="connsiteX483" fmla="*/ 767716 w 7467600"/>
              <a:gd name="connsiteY483" fmla="*/ 5472768 h 6858000"/>
              <a:gd name="connsiteX484" fmla="*/ 722147 w 7467600"/>
              <a:gd name="connsiteY484" fmla="*/ 5393091 h 6858000"/>
              <a:gd name="connsiteX485" fmla="*/ 1485552 w 7467600"/>
              <a:gd name="connsiteY485" fmla="*/ 5313202 h 6858000"/>
              <a:gd name="connsiteX486" fmla="*/ 2143004 w 7467600"/>
              <a:gd name="connsiteY486" fmla="*/ 5402420 h 6858000"/>
              <a:gd name="connsiteX487" fmla="*/ 1933391 w 7467600"/>
              <a:gd name="connsiteY487" fmla="*/ 5156971 h 6858000"/>
              <a:gd name="connsiteX488" fmla="*/ 1827118 w 7467600"/>
              <a:gd name="connsiteY488" fmla="*/ 4968410 h 6858000"/>
              <a:gd name="connsiteX489" fmla="*/ 1837349 w 7467600"/>
              <a:gd name="connsiteY489" fmla="*/ 4956357 h 6858000"/>
              <a:gd name="connsiteX490" fmla="*/ 2162835 w 7467600"/>
              <a:gd name="connsiteY490" fmla="*/ 5187853 h 6858000"/>
              <a:gd name="connsiteX491" fmla="*/ 2257167 w 7467600"/>
              <a:gd name="connsiteY491" fmla="*/ 5462123 h 6858000"/>
              <a:gd name="connsiteX492" fmla="*/ 2261598 w 7467600"/>
              <a:gd name="connsiteY492" fmla="*/ 5467998 h 6858000"/>
              <a:gd name="connsiteX493" fmla="*/ 2437177 w 7467600"/>
              <a:gd name="connsiteY493" fmla="*/ 5479608 h 6858000"/>
              <a:gd name="connsiteX494" fmla="*/ 2445247 w 7467600"/>
              <a:gd name="connsiteY494" fmla="*/ 5483476 h 6858000"/>
              <a:gd name="connsiteX495" fmla="*/ 2743626 w 7467600"/>
              <a:gd name="connsiteY495" fmla="*/ 5304819 h 6858000"/>
              <a:gd name="connsiteX496" fmla="*/ 3048102 w 7467600"/>
              <a:gd name="connsiteY496" fmla="*/ 5150595 h 6858000"/>
              <a:gd name="connsiteX497" fmla="*/ 1799414 w 7467600"/>
              <a:gd name="connsiteY497" fmla="*/ 4694732 h 6858000"/>
              <a:gd name="connsiteX498" fmla="*/ 1771735 w 7467600"/>
              <a:gd name="connsiteY498" fmla="*/ 4619929 h 6858000"/>
              <a:gd name="connsiteX499" fmla="*/ 3104273 w 7467600"/>
              <a:gd name="connsiteY499" fmla="*/ 5076159 h 6858000"/>
              <a:gd name="connsiteX500" fmla="*/ 3113245 w 7467600"/>
              <a:gd name="connsiteY500" fmla="*/ 5090705 h 6858000"/>
              <a:gd name="connsiteX501" fmla="*/ 3126294 w 7467600"/>
              <a:gd name="connsiteY501" fmla="*/ 5114400 h 6858000"/>
              <a:gd name="connsiteX502" fmla="*/ 3937433 w 7467600"/>
              <a:gd name="connsiteY502" fmla="*/ 4830473 h 6858000"/>
              <a:gd name="connsiteX503" fmla="*/ 3590475 w 7467600"/>
              <a:gd name="connsiteY503" fmla="*/ 4597974 h 6858000"/>
              <a:gd name="connsiteX504" fmla="*/ 3100264 w 7467600"/>
              <a:gd name="connsiteY504" fmla="*/ 4579845 h 6858000"/>
              <a:gd name="connsiteX505" fmla="*/ 2183576 w 7467600"/>
              <a:gd name="connsiteY505" fmla="*/ 4227150 h 6858000"/>
              <a:gd name="connsiteX506" fmla="*/ 2151029 w 7467600"/>
              <a:gd name="connsiteY506" fmla="*/ 4146947 h 6858000"/>
              <a:gd name="connsiteX507" fmla="*/ 3563434 w 7467600"/>
              <a:gd name="connsiteY507" fmla="*/ 4469115 h 6858000"/>
              <a:gd name="connsiteX508" fmla="*/ 3177952 w 7467600"/>
              <a:gd name="connsiteY508" fmla="*/ 3657386 h 6858000"/>
              <a:gd name="connsiteX509" fmla="*/ 3189263 w 7467600"/>
              <a:gd name="connsiteY509" fmla="*/ 3625726 h 6858000"/>
              <a:gd name="connsiteX510" fmla="*/ 3560912 w 7467600"/>
              <a:gd name="connsiteY510" fmla="*/ 4079863 h 6858000"/>
              <a:gd name="connsiteX511" fmla="*/ 3626636 w 7467600"/>
              <a:gd name="connsiteY511" fmla="*/ 4512230 h 6858000"/>
              <a:gd name="connsiteX512" fmla="*/ 3653088 w 7467600"/>
              <a:gd name="connsiteY512" fmla="*/ 4521417 h 6858000"/>
              <a:gd name="connsiteX513" fmla="*/ 3988128 w 7467600"/>
              <a:gd name="connsiteY513" fmla="*/ 4817267 h 6858000"/>
              <a:gd name="connsiteX514" fmla="*/ 4830582 w 7467600"/>
              <a:gd name="connsiteY514" fmla="*/ 4676000 h 6858000"/>
              <a:gd name="connsiteX515" fmla="*/ 4830100 w 7467600"/>
              <a:gd name="connsiteY515" fmla="*/ 4675554 h 6858000"/>
              <a:gd name="connsiteX516" fmla="*/ 4036318 w 7467600"/>
              <a:gd name="connsiteY516" fmla="*/ 4147013 h 6858000"/>
              <a:gd name="connsiteX517" fmla="*/ 3432098 w 7467600"/>
              <a:gd name="connsiteY517" fmla="*/ 3537312 h 6858000"/>
              <a:gd name="connsiteX518" fmla="*/ 3446761 w 7467600"/>
              <a:gd name="connsiteY518" fmla="*/ 3461278 h 6858000"/>
              <a:gd name="connsiteX519" fmla="*/ 4419733 w 7467600"/>
              <a:gd name="connsiteY519" fmla="*/ 3963555 h 6858000"/>
              <a:gd name="connsiteX520" fmla="*/ 4781371 w 7467600"/>
              <a:gd name="connsiteY520" fmla="*/ 4458604 h 6858000"/>
              <a:gd name="connsiteX521" fmla="*/ 4780440 w 7467600"/>
              <a:gd name="connsiteY521" fmla="*/ 4470290 h 6858000"/>
              <a:gd name="connsiteX522" fmla="*/ 4898954 w 7467600"/>
              <a:gd name="connsiteY522" fmla="*/ 4662092 h 6858000"/>
              <a:gd name="connsiteX523" fmla="*/ 4900699 w 7467600"/>
              <a:gd name="connsiteY523" fmla="*/ 4670867 h 6858000"/>
              <a:gd name="connsiteX524" fmla="*/ 5714511 w 7467600"/>
              <a:gd name="connsiteY524" fmla="*/ 4663483 h 6858000"/>
              <a:gd name="connsiteX525" fmla="*/ 5464793 w 7467600"/>
              <a:gd name="connsiteY525" fmla="*/ 4393556 h 6858000"/>
              <a:gd name="connsiteX526" fmla="*/ 5461897 w 7467600"/>
              <a:gd name="connsiteY526" fmla="*/ 4390879 h 6858000"/>
              <a:gd name="connsiteX527" fmla="*/ 4294126 w 7467600"/>
              <a:gd name="connsiteY527" fmla="*/ 3303048 h 6858000"/>
              <a:gd name="connsiteX528" fmla="*/ 4305321 w 7467600"/>
              <a:gd name="connsiteY528" fmla="*/ 3256953 h 6858000"/>
              <a:gd name="connsiteX529" fmla="*/ 4949299 w 7467600"/>
              <a:gd name="connsiteY529" fmla="*/ 3766336 h 6858000"/>
              <a:gd name="connsiteX530" fmla="*/ 5291452 w 7467600"/>
              <a:gd name="connsiteY530" fmla="*/ 4076801 h 6858000"/>
              <a:gd name="connsiteX531" fmla="*/ 5434998 w 7467600"/>
              <a:gd name="connsiteY531" fmla="*/ 4254100 h 6858000"/>
              <a:gd name="connsiteX532" fmla="*/ 5351015 w 7467600"/>
              <a:gd name="connsiteY532" fmla="*/ 3760989 h 6858000"/>
              <a:gd name="connsiteX533" fmla="*/ 5413780 w 7467600"/>
              <a:gd name="connsiteY533" fmla="*/ 2966265 h 6858000"/>
              <a:gd name="connsiteX534" fmla="*/ 5425627 w 7467600"/>
              <a:gd name="connsiteY534" fmla="*/ 2954192 h 6858000"/>
              <a:gd name="connsiteX535" fmla="*/ 6604735 w 7467600"/>
              <a:gd name="connsiteY535" fmla="*/ 2041381 h 6858000"/>
              <a:gd name="connsiteX536" fmla="*/ 7204487 w 7467600"/>
              <a:gd name="connsiteY536" fmla="*/ 2742112 h 6858000"/>
              <a:gd name="connsiteX537" fmla="*/ 7131592 w 7467600"/>
              <a:gd name="connsiteY537" fmla="*/ 2672096 h 6858000"/>
              <a:gd name="connsiteX538" fmla="*/ 6996344 w 7467600"/>
              <a:gd name="connsiteY538" fmla="*/ 2518310 h 6858000"/>
              <a:gd name="connsiteX539" fmla="*/ 6735495 w 7467600"/>
              <a:gd name="connsiteY539" fmla="*/ 2196890 h 6858000"/>
              <a:gd name="connsiteX540" fmla="*/ 6721901 w 7467600"/>
              <a:gd name="connsiteY540" fmla="*/ 2179274 h 6858000"/>
              <a:gd name="connsiteX541" fmla="*/ 6604735 w 7467600"/>
              <a:gd name="connsiteY541" fmla="*/ 2041381 h 6858000"/>
              <a:gd name="connsiteX542" fmla="*/ 6591670 w 7467600"/>
              <a:gd name="connsiteY542" fmla="*/ 1988277 h 6858000"/>
              <a:gd name="connsiteX543" fmla="*/ 6747349 w 7467600"/>
              <a:gd name="connsiteY543" fmla="*/ 2160069 h 6858000"/>
              <a:gd name="connsiteX544" fmla="*/ 6760943 w 7467600"/>
              <a:gd name="connsiteY544" fmla="*/ 2177686 h 6858000"/>
              <a:gd name="connsiteX545" fmla="*/ 7021065 w 7467600"/>
              <a:gd name="connsiteY545" fmla="*/ 2498102 h 6858000"/>
              <a:gd name="connsiteX546" fmla="*/ 7155223 w 7467600"/>
              <a:gd name="connsiteY546" fmla="*/ 2650386 h 6858000"/>
              <a:gd name="connsiteX547" fmla="*/ 7203167 w 7467600"/>
              <a:gd name="connsiteY547" fmla="*/ 2697288 h 6858000"/>
              <a:gd name="connsiteX548" fmla="*/ 6937703 w 7467600"/>
              <a:gd name="connsiteY548" fmla="*/ 2321981 h 6858000"/>
              <a:gd name="connsiteX549" fmla="*/ 6591670 w 7467600"/>
              <a:gd name="connsiteY549" fmla="*/ 1988277 h 6858000"/>
              <a:gd name="connsiteX550" fmla="*/ 5798671 w 7467600"/>
              <a:gd name="connsiteY550" fmla="*/ 1981601 h 6858000"/>
              <a:gd name="connsiteX551" fmla="*/ 5754709 w 7467600"/>
              <a:gd name="connsiteY551" fmla="*/ 2071454 h 6858000"/>
              <a:gd name="connsiteX552" fmla="*/ 5763044 w 7467600"/>
              <a:gd name="connsiteY552" fmla="*/ 2842206 h 6858000"/>
              <a:gd name="connsiteX553" fmla="*/ 5764974 w 7467600"/>
              <a:gd name="connsiteY553" fmla="*/ 2799609 h 6858000"/>
              <a:gd name="connsiteX554" fmla="*/ 5767665 w 7467600"/>
              <a:gd name="connsiteY554" fmla="*/ 2666409 h 6858000"/>
              <a:gd name="connsiteX555" fmla="*/ 5763055 w 7467600"/>
              <a:gd name="connsiteY555" fmla="*/ 2579705 h 6858000"/>
              <a:gd name="connsiteX556" fmla="*/ 5758079 w 7467600"/>
              <a:gd name="connsiteY556" fmla="*/ 2492508 h 6858000"/>
              <a:gd name="connsiteX557" fmla="*/ 5779325 w 7467600"/>
              <a:gd name="connsiteY557" fmla="*/ 2197069 h 6858000"/>
              <a:gd name="connsiteX558" fmla="*/ 5798671 w 7467600"/>
              <a:gd name="connsiteY558" fmla="*/ 1981601 h 6858000"/>
              <a:gd name="connsiteX559" fmla="*/ 5829202 w 7467600"/>
              <a:gd name="connsiteY559" fmla="*/ 1971679 h 6858000"/>
              <a:gd name="connsiteX560" fmla="*/ 5809558 w 7467600"/>
              <a:gd name="connsiteY560" fmla="*/ 2198043 h 6858000"/>
              <a:gd name="connsiteX561" fmla="*/ 5788653 w 7467600"/>
              <a:gd name="connsiteY561" fmla="*/ 2489430 h 6858000"/>
              <a:gd name="connsiteX562" fmla="*/ 5793439 w 7467600"/>
              <a:gd name="connsiteY562" fmla="*/ 2575235 h 6858000"/>
              <a:gd name="connsiteX563" fmla="*/ 5796837 w 7467600"/>
              <a:gd name="connsiteY563" fmla="*/ 2637633 h 6858000"/>
              <a:gd name="connsiteX564" fmla="*/ 5818614 w 7467600"/>
              <a:gd name="connsiteY564" fmla="*/ 2473055 h 6858000"/>
              <a:gd name="connsiteX565" fmla="*/ 5829202 w 7467600"/>
              <a:gd name="connsiteY565" fmla="*/ 1971679 h 6858000"/>
              <a:gd name="connsiteX566" fmla="*/ 5911389 w 7467600"/>
              <a:gd name="connsiteY566" fmla="*/ 1898371 h 6858000"/>
              <a:gd name="connsiteX567" fmla="*/ 6237627 w 7467600"/>
              <a:gd name="connsiteY567" fmla="*/ 2231921 h 6858000"/>
              <a:gd name="connsiteX568" fmla="*/ 5911389 w 7467600"/>
              <a:gd name="connsiteY568" fmla="*/ 1898371 h 6858000"/>
              <a:gd name="connsiteX569" fmla="*/ 6944437 w 7467600"/>
              <a:gd name="connsiteY569" fmla="*/ 1575402 h 6858000"/>
              <a:gd name="connsiteX570" fmla="*/ 6304730 w 7467600"/>
              <a:gd name="connsiteY570" fmla="*/ 1766654 h 6858000"/>
              <a:gd name="connsiteX571" fmla="*/ 6944437 w 7467600"/>
              <a:gd name="connsiteY571" fmla="*/ 1575402 h 6858000"/>
              <a:gd name="connsiteX572" fmla="*/ 7019523 w 7467600"/>
              <a:gd name="connsiteY572" fmla="*/ 1519450 h 6858000"/>
              <a:gd name="connsiteX573" fmla="*/ 6298091 w 7467600"/>
              <a:gd name="connsiteY573" fmla="*/ 1737122 h 6858000"/>
              <a:gd name="connsiteX574" fmla="*/ 7019523 w 7467600"/>
              <a:gd name="connsiteY574" fmla="*/ 1519450 h 6858000"/>
              <a:gd name="connsiteX575" fmla="*/ 2399523 w 7467600"/>
              <a:gd name="connsiteY575" fmla="*/ 1428234 h 6858000"/>
              <a:gd name="connsiteX576" fmla="*/ 2224982 w 7467600"/>
              <a:gd name="connsiteY576" fmla="*/ 1826201 h 6858000"/>
              <a:gd name="connsiteX577" fmla="*/ 2096099 w 7467600"/>
              <a:gd name="connsiteY577" fmla="*/ 2345900 h 6858000"/>
              <a:gd name="connsiteX578" fmla="*/ 2283317 w 7467600"/>
              <a:gd name="connsiteY578" fmla="*/ 1796925 h 6858000"/>
              <a:gd name="connsiteX579" fmla="*/ 2399523 w 7467600"/>
              <a:gd name="connsiteY579" fmla="*/ 1428234 h 6858000"/>
              <a:gd name="connsiteX580" fmla="*/ 2448558 w 7467600"/>
              <a:gd name="connsiteY580" fmla="*/ 1373435 h 6858000"/>
              <a:gd name="connsiteX581" fmla="*/ 2312521 w 7467600"/>
              <a:gd name="connsiteY581" fmla="*/ 1806140 h 6858000"/>
              <a:gd name="connsiteX582" fmla="*/ 2127533 w 7467600"/>
              <a:gd name="connsiteY582" fmla="*/ 2348380 h 6858000"/>
              <a:gd name="connsiteX583" fmla="*/ 2358080 w 7467600"/>
              <a:gd name="connsiteY583" fmla="*/ 1866134 h 6858000"/>
              <a:gd name="connsiteX584" fmla="*/ 2407436 w 7467600"/>
              <a:gd name="connsiteY584" fmla="*/ 1651070 h 6858000"/>
              <a:gd name="connsiteX585" fmla="*/ 2448558 w 7467600"/>
              <a:gd name="connsiteY585" fmla="*/ 1373435 h 6858000"/>
              <a:gd name="connsiteX586" fmla="*/ 278707 w 7467600"/>
              <a:gd name="connsiteY586" fmla="*/ 1352270 h 6858000"/>
              <a:gd name="connsiteX587" fmla="*/ 321570 w 7467600"/>
              <a:gd name="connsiteY587" fmla="*/ 1861610 h 6858000"/>
              <a:gd name="connsiteX588" fmla="*/ 294281 w 7467600"/>
              <a:gd name="connsiteY588" fmla="*/ 1440658 h 6858000"/>
              <a:gd name="connsiteX589" fmla="*/ 278707 w 7467600"/>
              <a:gd name="connsiteY589" fmla="*/ 1352270 h 6858000"/>
              <a:gd name="connsiteX590" fmla="*/ 1423821 w 7467600"/>
              <a:gd name="connsiteY590" fmla="*/ 1351958 h 6858000"/>
              <a:gd name="connsiteX591" fmla="*/ 1638521 w 7467600"/>
              <a:gd name="connsiteY591" fmla="*/ 1908470 h 6858000"/>
              <a:gd name="connsiteX592" fmla="*/ 1754199 w 7467600"/>
              <a:gd name="connsiteY592" fmla="*/ 2149284 h 6858000"/>
              <a:gd name="connsiteX593" fmla="*/ 1908359 w 7467600"/>
              <a:gd name="connsiteY593" fmla="*/ 2364988 h 6858000"/>
              <a:gd name="connsiteX594" fmla="*/ 1647661 w 7467600"/>
              <a:gd name="connsiteY594" fmla="*/ 1825945 h 6858000"/>
              <a:gd name="connsiteX595" fmla="*/ 1423821 w 7467600"/>
              <a:gd name="connsiteY595" fmla="*/ 1351958 h 6858000"/>
              <a:gd name="connsiteX596" fmla="*/ 1431890 w 7467600"/>
              <a:gd name="connsiteY596" fmla="*/ 1306475 h 6858000"/>
              <a:gd name="connsiteX597" fmla="*/ 1507597 w 7467600"/>
              <a:gd name="connsiteY597" fmla="*/ 1446132 h 6858000"/>
              <a:gd name="connsiteX598" fmla="*/ 1674586 w 7467600"/>
              <a:gd name="connsiteY598" fmla="*/ 1813832 h 6858000"/>
              <a:gd name="connsiteX599" fmla="*/ 1815950 w 7467600"/>
              <a:gd name="connsiteY599" fmla="*/ 2128564 h 6858000"/>
              <a:gd name="connsiteX600" fmla="*/ 1984242 w 7467600"/>
              <a:gd name="connsiteY600" fmla="*/ 2430829 h 6858000"/>
              <a:gd name="connsiteX601" fmla="*/ 2014023 w 7467600"/>
              <a:gd name="connsiteY601" fmla="*/ 2450995 h 6858000"/>
              <a:gd name="connsiteX602" fmla="*/ 1747337 w 7467600"/>
              <a:gd name="connsiteY602" fmla="*/ 1855264 h 6858000"/>
              <a:gd name="connsiteX603" fmla="*/ 1533749 w 7467600"/>
              <a:gd name="connsiteY603" fmla="*/ 1478656 h 6858000"/>
              <a:gd name="connsiteX604" fmla="*/ 1431890 w 7467600"/>
              <a:gd name="connsiteY604" fmla="*/ 1306475 h 6858000"/>
              <a:gd name="connsiteX605" fmla="*/ 5052692 w 7467600"/>
              <a:gd name="connsiteY605" fmla="*/ 1292994 h 6858000"/>
              <a:gd name="connsiteX606" fmla="*/ 5200661 w 7467600"/>
              <a:gd name="connsiteY606" fmla="*/ 1635186 h 6858000"/>
              <a:gd name="connsiteX607" fmla="*/ 5297138 w 7467600"/>
              <a:gd name="connsiteY607" fmla="*/ 1906351 h 6858000"/>
              <a:gd name="connsiteX608" fmla="*/ 5052692 w 7467600"/>
              <a:gd name="connsiteY608" fmla="*/ 1292994 h 6858000"/>
              <a:gd name="connsiteX609" fmla="*/ 5009948 w 7467600"/>
              <a:gd name="connsiteY609" fmla="*/ 1273619 h 6858000"/>
              <a:gd name="connsiteX610" fmla="*/ 5121777 w 7467600"/>
              <a:gd name="connsiteY610" fmla="*/ 1654213 h 6858000"/>
              <a:gd name="connsiteX611" fmla="*/ 5293545 w 7467600"/>
              <a:gd name="connsiteY611" fmla="*/ 2072247 h 6858000"/>
              <a:gd name="connsiteX612" fmla="*/ 5294042 w 7467600"/>
              <a:gd name="connsiteY612" fmla="*/ 2065019 h 6858000"/>
              <a:gd name="connsiteX613" fmla="*/ 5171936 w 7467600"/>
              <a:gd name="connsiteY613" fmla="*/ 1647613 h 6858000"/>
              <a:gd name="connsiteX614" fmla="*/ 5009948 w 7467600"/>
              <a:gd name="connsiteY614" fmla="*/ 1273619 h 6858000"/>
              <a:gd name="connsiteX615" fmla="*/ 655236 w 7467600"/>
              <a:gd name="connsiteY615" fmla="*/ 1268632 h 6858000"/>
              <a:gd name="connsiteX616" fmla="*/ 839521 w 7467600"/>
              <a:gd name="connsiteY616" fmla="*/ 1685315 h 6858000"/>
              <a:gd name="connsiteX617" fmla="*/ 1109416 w 7467600"/>
              <a:gd name="connsiteY617" fmla="*/ 2061663 h 6858000"/>
              <a:gd name="connsiteX618" fmla="*/ 1298300 w 7467600"/>
              <a:gd name="connsiteY618" fmla="*/ 2247742 h 6858000"/>
              <a:gd name="connsiteX619" fmla="*/ 1125871 w 7467600"/>
              <a:gd name="connsiteY619" fmla="*/ 1989513 h 6858000"/>
              <a:gd name="connsiteX620" fmla="*/ 981574 w 7467600"/>
              <a:gd name="connsiteY620" fmla="*/ 1783157 h 6858000"/>
              <a:gd name="connsiteX621" fmla="*/ 922198 w 7467600"/>
              <a:gd name="connsiteY621" fmla="*/ 1677437 h 6858000"/>
              <a:gd name="connsiteX622" fmla="*/ 869293 w 7467600"/>
              <a:gd name="connsiteY622" fmla="*/ 1583214 h 6858000"/>
              <a:gd name="connsiteX623" fmla="*/ 751431 w 7467600"/>
              <a:gd name="connsiteY623" fmla="*/ 1405731 h 6858000"/>
              <a:gd name="connsiteX624" fmla="*/ 655236 w 7467600"/>
              <a:gd name="connsiteY624" fmla="*/ 1268632 h 6858000"/>
              <a:gd name="connsiteX625" fmla="*/ 6516292 w 7467600"/>
              <a:gd name="connsiteY625" fmla="*/ 1263064 h 6858000"/>
              <a:gd name="connsiteX626" fmla="*/ 5736320 w 7467600"/>
              <a:gd name="connsiteY626" fmla="*/ 1501803 h 6858000"/>
              <a:gd name="connsiteX627" fmla="*/ 6516292 w 7467600"/>
              <a:gd name="connsiteY627" fmla="*/ 1263064 h 6858000"/>
              <a:gd name="connsiteX628" fmla="*/ 291466 w 7467600"/>
              <a:gd name="connsiteY628" fmla="*/ 1250369 h 6858000"/>
              <a:gd name="connsiteX629" fmla="*/ 323180 w 7467600"/>
              <a:gd name="connsiteY629" fmla="*/ 1435283 h 6858000"/>
              <a:gd name="connsiteX630" fmla="*/ 349381 w 7467600"/>
              <a:gd name="connsiteY630" fmla="*/ 1875041 h 6858000"/>
              <a:gd name="connsiteX631" fmla="*/ 374363 w 7467600"/>
              <a:gd name="connsiteY631" fmla="*/ 1506494 h 6858000"/>
              <a:gd name="connsiteX632" fmla="*/ 302168 w 7467600"/>
              <a:gd name="connsiteY632" fmla="*/ 1274495 h 6858000"/>
              <a:gd name="connsiteX633" fmla="*/ 291466 w 7467600"/>
              <a:gd name="connsiteY633" fmla="*/ 1250369 h 6858000"/>
              <a:gd name="connsiteX634" fmla="*/ 678222 w 7467600"/>
              <a:gd name="connsiteY634" fmla="*/ 1248670 h 6858000"/>
              <a:gd name="connsiteX635" fmla="*/ 775536 w 7467600"/>
              <a:gd name="connsiteY635" fmla="*/ 1388015 h 6858000"/>
              <a:gd name="connsiteX636" fmla="*/ 894529 w 7467600"/>
              <a:gd name="connsiteY636" fmla="*/ 1567739 h 6858000"/>
              <a:gd name="connsiteX637" fmla="*/ 948000 w 7467600"/>
              <a:gd name="connsiteY637" fmla="*/ 1663088 h 6858000"/>
              <a:gd name="connsiteX638" fmla="*/ 1006812 w 7467600"/>
              <a:gd name="connsiteY638" fmla="*/ 1767683 h 6858000"/>
              <a:gd name="connsiteX639" fmla="*/ 1149133 w 7467600"/>
              <a:gd name="connsiteY639" fmla="*/ 1971513 h 6858000"/>
              <a:gd name="connsiteX640" fmla="*/ 1333952 w 7467600"/>
              <a:gd name="connsiteY640" fmla="*/ 2251620 h 6858000"/>
              <a:gd name="connsiteX641" fmla="*/ 1337329 w 7467600"/>
              <a:gd name="connsiteY641" fmla="*/ 2258350 h 6858000"/>
              <a:gd name="connsiteX642" fmla="*/ 1014726 w 7467600"/>
              <a:gd name="connsiteY642" fmla="*/ 1615556 h 6858000"/>
              <a:gd name="connsiteX643" fmla="*/ 678222 w 7467600"/>
              <a:gd name="connsiteY643" fmla="*/ 1248670 h 6858000"/>
              <a:gd name="connsiteX644" fmla="*/ 6691602 w 7467600"/>
              <a:gd name="connsiteY644" fmla="*/ 1140573 h 6858000"/>
              <a:gd name="connsiteX645" fmla="*/ 6571100 w 7467600"/>
              <a:gd name="connsiteY645" fmla="*/ 1183662 h 6858000"/>
              <a:gd name="connsiteX646" fmla="*/ 6241687 w 7467600"/>
              <a:gd name="connsiteY646" fmla="*/ 1257600 h 6858000"/>
              <a:gd name="connsiteX647" fmla="*/ 5693009 w 7467600"/>
              <a:gd name="connsiteY647" fmla="*/ 1478256 h 6858000"/>
              <a:gd name="connsiteX648" fmla="*/ 6548420 w 7467600"/>
              <a:gd name="connsiteY648" fmla="*/ 1214599 h 6858000"/>
              <a:gd name="connsiteX649" fmla="*/ 6605473 w 7467600"/>
              <a:gd name="connsiteY649" fmla="*/ 1184686 h 6858000"/>
              <a:gd name="connsiteX650" fmla="*/ 6691602 w 7467600"/>
              <a:gd name="connsiteY650" fmla="*/ 1140573 h 6858000"/>
              <a:gd name="connsiteX651" fmla="*/ 4002475 w 7467600"/>
              <a:gd name="connsiteY651" fmla="*/ 1037802 h 6858000"/>
              <a:gd name="connsiteX652" fmla="*/ 4000324 w 7467600"/>
              <a:gd name="connsiteY652" fmla="*/ 1039362 h 6858000"/>
              <a:gd name="connsiteX653" fmla="*/ 4002862 w 7467600"/>
              <a:gd name="connsiteY653" fmla="*/ 1042866 h 6858000"/>
              <a:gd name="connsiteX654" fmla="*/ 4002475 w 7467600"/>
              <a:gd name="connsiteY654" fmla="*/ 1037802 h 6858000"/>
              <a:gd name="connsiteX655" fmla="*/ 506322 w 7467600"/>
              <a:gd name="connsiteY655" fmla="*/ 1020997 h 6858000"/>
              <a:gd name="connsiteX656" fmla="*/ 533068 w 7467600"/>
              <a:gd name="connsiteY656" fmla="*/ 1029409 h 6858000"/>
              <a:gd name="connsiteX657" fmla="*/ 1232525 w 7467600"/>
              <a:gd name="connsiteY657" fmla="*/ 1804675 h 6858000"/>
              <a:gd name="connsiteX658" fmla="*/ 1388858 w 7467600"/>
              <a:gd name="connsiteY658" fmla="*/ 2368011 h 6858000"/>
              <a:gd name="connsiteX659" fmla="*/ 1384098 w 7467600"/>
              <a:gd name="connsiteY659" fmla="*/ 2378125 h 6858000"/>
              <a:gd name="connsiteX660" fmla="*/ 1425393 w 7467600"/>
              <a:gd name="connsiteY660" fmla="*/ 2589124 h 6858000"/>
              <a:gd name="connsiteX661" fmla="*/ 1424001 w 7467600"/>
              <a:gd name="connsiteY661" fmla="*/ 2597541 h 6858000"/>
              <a:gd name="connsiteX662" fmla="*/ 2152729 w 7467600"/>
              <a:gd name="connsiteY662" fmla="*/ 2864487 h 6858000"/>
              <a:gd name="connsiteX663" fmla="*/ 2020609 w 7467600"/>
              <a:gd name="connsiteY663" fmla="*/ 2539671 h 6858000"/>
              <a:gd name="connsiteX664" fmla="*/ 2018920 w 7467600"/>
              <a:gd name="connsiteY664" fmla="*/ 2536309 h 6858000"/>
              <a:gd name="connsiteX665" fmla="*/ 1342441 w 7467600"/>
              <a:gd name="connsiteY665" fmla="*/ 1173017 h 6858000"/>
              <a:gd name="connsiteX666" fmla="*/ 1367925 w 7467600"/>
              <a:gd name="connsiteY666" fmla="*/ 1135648 h 6858000"/>
              <a:gd name="connsiteX667" fmla="*/ 1771401 w 7467600"/>
              <a:gd name="connsiteY667" fmla="*/ 1806673 h 6858000"/>
              <a:gd name="connsiteX668" fmla="*/ 1972385 w 7467600"/>
              <a:gd name="connsiteY668" fmla="*/ 2198735 h 6858000"/>
              <a:gd name="connsiteX669" fmla="*/ 2040892 w 7467600"/>
              <a:gd name="connsiteY669" fmla="*/ 2405205 h 6858000"/>
              <a:gd name="connsiteX670" fmla="*/ 2131689 w 7467600"/>
              <a:gd name="connsiteY670" fmla="*/ 1936926 h 6858000"/>
              <a:gd name="connsiteX671" fmla="*/ 2454820 w 7467600"/>
              <a:gd name="connsiteY671" fmla="*/ 1248808 h 6858000"/>
              <a:gd name="connsiteX672" fmla="*/ 2492512 w 7467600"/>
              <a:gd name="connsiteY672" fmla="*/ 1302920 h 6858000"/>
              <a:gd name="connsiteX673" fmla="*/ 2081216 w 7467600"/>
              <a:gd name="connsiteY673" fmla="*/ 2527513 h 6858000"/>
              <a:gd name="connsiteX674" fmla="*/ 2081211 w 7467600"/>
              <a:gd name="connsiteY674" fmla="*/ 2528916 h 6858000"/>
              <a:gd name="connsiteX675" fmla="*/ 2199067 w 7467600"/>
              <a:gd name="connsiteY675" fmla="*/ 2884061 h 6858000"/>
              <a:gd name="connsiteX676" fmla="*/ 3192586 w 7467600"/>
              <a:gd name="connsiteY676" fmla="*/ 3411496 h 6858000"/>
              <a:gd name="connsiteX677" fmla="*/ 3182620 w 7467600"/>
              <a:gd name="connsiteY677" fmla="*/ 3483279 h 6858000"/>
              <a:gd name="connsiteX678" fmla="*/ 2435119 w 7467600"/>
              <a:gd name="connsiteY678" fmla="*/ 3080173 h 6858000"/>
              <a:gd name="connsiteX679" fmla="*/ 2410152 w 7467600"/>
              <a:gd name="connsiteY679" fmla="*/ 3063751 h 6858000"/>
              <a:gd name="connsiteX680" fmla="*/ 2408099 w 7467600"/>
              <a:gd name="connsiteY680" fmla="*/ 3064403 h 6858000"/>
              <a:gd name="connsiteX681" fmla="*/ 2407218 w 7467600"/>
              <a:gd name="connsiteY681" fmla="*/ 3070324 h 6858000"/>
              <a:gd name="connsiteX682" fmla="*/ 2380138 w 7467600"/>
              <a:gd name="connsiteY682" fmla="*/ 3099341 h 6858000"/>
              <a:gd name="connsiteX683" fmla="*/ 1765923 w 7467600"/>
              <a:gd name="connsiteY683" fmla="*/ 3581043 h 6858000"/>
              <a:gd name="connsiteX684" fmla="*/ 1702258 w 7467600"/>
              <a:gd name="connsiteY684" fmla="*/ 3612286 h 6858000"/>
              <a:gd name="connsiteX685" fmla="*/ 1538370 w 7467600"/>
              <a:gd name="connsiteY685" fmla="*/ 3811804 h 6858000"/>
              <a:gd name="connsiteX686" fmla="*/ 542867 w 7467600"/>
              <a:gd name="connsiteY686" fmla="*/ 4944092 h 6858000"/>
              <a:gd name="connsiteX687" fmla="*/ 515800 w 7467600"/>
              <a:gd name="connsiteY687" fmla="*/ 4862180 h 6858000"/>
              <a:gd name="connsiteX688" fmla="*/ 909145 w 7467600"/>
              <a:gd name="connsiteY688" fmla="*/ 4199225 h 6858000"/>
              <a:gd name="connsiteX689" fmla="*/ 1214067 w 7467600"/>
              <a:gd name="connsiteY689" fmla="*/ 3908561 h 6858000"/>
              <a:gd name="connsiteX690" fmla="*/ 640967 w 7467600"/>
              <a:gd name="connsiteY690" fmla="*/ 4105601 h 6858000"/>
              <a:gd name="connsiteX691" fmla="*/ 112563 w 7467600"/>
              <a:gd name="connsiteY691" fmla="*/ 4396952 h 6858000"/>
              <a:gd name="connsiteX692" fmla="*/ 0 w 7467600"/>
              <a:gd name="connsiteY692" fmla="*/ 4466006 h 6858000"/>
              <a:gd name="connsiteX693" fmla="*/ 0 w 7467600"/>
              <a:gd name="connsiteY693" fmla="*/ 4233763 h 6858000"/>
              <a:gd name="connsiteX694" fmla="*/ 36881 w 7467600"/>
              <a:gd name="connsiteY694" fmla="*/ 4200118 h 6858000"/>
              <a:gd name="connsiteX695" fmla="*/ 910534 w 7467600"/>
              <a:gd name="connsiteY695" fmla="*/ 3629753 h 6858000"/>
              <a:gd name="connsiteX696" fmla="*/ 1578717 w 7467600"/>
              <a:gd name="connsiteY696" fmla="*/ 3575982 h 6858000"/>
              <a:gd name="connsiteX697" fmla="*/ 2338780 w 7467600"/>
              <a:gd name="connsiteY697" fmla="*/ 3033725 h 6858000"/>
              <a:gd name="connsiteX698" fmla="*/ 1807991 w 7467600"/>
              <a:gd name="connsiteY698" fmla="*/ 2807184 h 6858000"/>
              <a:gd name="connsiteX699" fmla="*/ 1416358 w 7467600"/>
              <a:gd name="connsiteY699" fmla="*/ 3112571 h 6858000"/>
              <a:gd name="connsiteX700" fmla="*/ 939066 w 7467600"/>
              <a:gd name="connsiteY700" fmla="*/ 3378798 h 6858000"/>
              <a:gd name="connsiteX701" fmla="*/ 115099 w 7467600"/>
              <a:gd name="connsiteY701" fmla="*/ 3607650 h 6858000"/>
              <a:gd name="connsiteX702" fmla="*/ 97284 w 7467600"/>
              <a:gd name="connsiteY702" fmla="*/ 3520393 h 6858000"/>
              <a:gd name="connsiteX703" fmla="*/ 922050 w 7467600"/>
              <a:gd name="connsiteY703" fmla="*/ 3074867 h 6858000"/>
              <a:gd name="connsiteX704" fmla="*/ 1405265 w 7467600"/>
              <a:gd name="connsiteY704" fmla="*/ 3016319 h 6858000"/>
              <a:gd name="connsiteX705" fmla="*/ 1407512 w 7467600"/>
              <a:gd name="connsiteY705" fmla="*/ 3018001 h 6858000"/>
              <a:gd name="connsiteX706" fmla="*/ 1726266 w 7467600"/>
              <a:gd name="connsiteY706" fmla="*/ 2777274 h 6858000"/>
              <a:gd name="connsiteX707" fmla="*/ 625390 w 7467600"/>
              <a:gd name="connsiteY707" fmla="*/ 2514541 h 6858000"/>
              <a:gd name="connsiteX708" fmla="*/ 619799 w 7467600"/>
              <a:gd name="connsiteY708" fmla="*/ 2527180 h 6858000"/>
              <a:gd name="connsiteX709" fmla="*/ 310030 w 7467600"/>
              <a:gd name="connsiteY709" fmla="*/ 2771818 h 6858000"/>
              <a:gd name="connsiteX710" fmla="*/ 173877 w 7467600"/>
              <a:gd name="connsiteY710" fmla="*/ 2937056 h 6858000"/>
              <a:gd name="connsiteX711" fmla="*/ 77889 w 7467600"/>
              <a:gd name="connsiteY711" fmla="*/ 3138440 h 6858000"/>
              <a:gd name="connsiteX712" fmla="*/ 0 w 7467600"/>
              <a:gd name="connsiteY712" fmla="*/ 3271395 h 6858000"/>
              <a:gd name="connsiteX713" fmla="*/ 0 w 7467600"/>
              <a:gd name="connsiteY713" fmla="*/ 3153002 h 6858000"/>
              <a:gd name="connsiteX714" fmla="*/ 2386 w 7467600"/>
              <a:gd name="connsiteY714" fmla="*/ 3149203 h 6858000"/>
              <a:gd name="connsiteX715" fmla="*/ 89753 w 7467600"/>
              <a:gd name="connsiteY715" fmla="*/ 2987702 h 6858000"/>
              <a:gd name="connsiteX716" fmla="*/ 76869 w 7467600"/>
              <a:gd name="connsiteY716" fmla="*/ 3005404 h 6858000"/>
              <a:gd name="connsiteX717" fmla="*/ 32049 w 7467600"/>
              <a:gd name="connsiteY717" fmla="*/ 3065814 h 6858000"/>
              <a:gd name="connsiteX718" fmla="*/ 0 w 7467600"/>
              <a:gd name="connsiteY718" fmla="*/ 3108744 h 6858000"/>
              <a:gd name="connsiteX719" fmla="*/ 0 w 7467600"/>
              <a:gd name="connsiteY719" fmla="*/ 3058059 h 6858000"/>
              <a:gd name="connsiteX720" fmla="*/ 7610 w 7467600"/>
              <a:gd name="connsiteY720" fmla="*/ 3047889 h 6858000"/>
              <a:gd name="connsiteX721" fmla="*/ 52419 w 7467600"/>
              <a:gd name="connsiteY721" fmla="*/ 2987479 h 6858000"/>
              <a:gd name="connsiteX722" fmla="*/ 59142 w 7467600"/>
              <a:gd name="connsiteY722" fmla="*/ 2978488 h 6858000"/>
              <a:gd name="connsiteX723" fmla="*/ 0 w 7467600"/>
              <a:gd name="connsiteY723" fmla="*/ 3015334 h 6858000"/>
              <a:gd name="connsiteX724" fmla="*/ 0 w 7467600"/>
              <a:gd name="connsiteY724" fmla="*/ 2914286 h 6858000"/>
              <a:gd name="connsiteX725" fmla="*/ 36383 w 7467600"/>
              <a:gd name="connsiteY725" fmla="*/ 2901128 h 6858000"/>
              <a:gd name="connsiteX726" fmla="*/ 156329 w 7467600"/>
              <a:gd name="connsiteY726" fmla="*/ 2840533 h 6858000"/>
              <a:gd name="connsiteX727" fmla="*/ 358355 w 7467600"/>
              <a:gd name="connsiteY727" fmla="*/ 2620471 h 6858000"/>
              <a:gd name="connsiteX728" fmla="*/ 510577 w 7467600"/>
              <a:gd name="connsiteY728" fmla="*/ 2501244 h 6858000"/>
              <a:gd name="connsiteX729" fmla="*/ 211967 w 7467600"/>
              <a:gd name="connsiteY729" fmla="*/ 2479171 h 6858000"/>
              <a:gd name="connsiteX730" fmla="*/ 0 w 7467600"/>
              <a:gd name="connsiteY730" fmla="*/ 2476398 h 6858000"/>
              <a:gd name="connsiteX731" fmla="*/ 0 w 7467600"/>
              <a:gd name="connsiteY731" fmla="*/ 2389189 h 6858000"/>
              <a:gd name="connsiteX732" fmla="*/ 103062 w 7467600"/>
              <a:gd name="connsiteY732" fmla="*/ 2389518 h 6858000"/>
              <a:gd name="connsiteX733" fmla="*/ 510734 w 7467600"/>
              <a:gd name="connsiteY733" fmla="*/ 2416201 h 6858000"/>
              <a:gd name="connsiteX734" fmla="*/ 279257 w 7467600"/>
              <a:gd name="connsiteY734" fmla="*/ 2092102 h 6858000"/>
              <a:gd name="connsiteX735" fmla="*/ 65265 w 7467600"/>
              <a:gd name="connsiteY735" fmla="*/ 2006049 h 6858000"/>
              <a:gd name="connsiteX736" fmla="*/ 0 w 7467600"/>
              <a:gd name="connsiteY736" fmla="*/ 1982532 h 6858000"/>
              <a:gd name="connsiteX737" fmla="*/ 0 w 7467600"/>
              <a:gd name="connsiteY737" fmla="*/ 1912789 h 6858000"/>
              <a:gd name="connsiteX738" fmla="*/ 97460 w 7467600"/>
              <a:gd name="connsiteY738" fmla="*/ 1953725 h 6858000"/>
              <a:gd name="connsiteX739" fmla="*/ 221272 w 7467600"/>
              <a:gd name="connsiteY739" fmla="*/ 1980766 h 6858000"/>
              <a:gd name="connsiteX740" fmla="*/ 116765 w 7467600"/>
              <a:gd name="connsiteY740" fmla="*/ 1911033 h 6858000"/>
              <a:gd name="connsiteX741" fmla="*/ 16405 w 7467600"/>
              <a:gd name="connsiteY741" fmla="*/ 1803412 h 6858000"/>
              <a:gd name="connsiteX742" fmla="*/ 0 w 7467600"/>
              <a:gd name="connsiteY742" fmla="*/ 1784777 h 6858000"/>
              <a:gd name="connsiteX743" fmla="*/ 0 w 7467600"/>
              <a:gd name="connsiteY743" fmla="*/ 1740082 h 6858000"/>
              <a:gd name="connsiteX744" fmla="*/ 39394 w 7467600"/>
              <a:gd name="connsiteY744" fmla="*/ 1784856 h 6858000"/>
              <a:gd name="connsiteX745" fmla="*/ 135813 w 7467600"/>
              <a:gd name="connsiteY745" fmla="*/ 1888838 h 6858000"/>
              <a:gd name="connsiteX746" fmla="*/ 242575 w 7467600"/>
              <a:gd name="connsiteY746" fmla="*/ 1958841 h 6858000"/>
              <a:gd name="connsiteX747" fmla="*/ 82197 w 7467600"/>
              <a:gd name="connsiteY747" fmla="*/ 1754826 h 6858000"/>
              <a:gd name="connsiteX748" fmla="*/ 0 w 7467600"/>
              <a:gd name="connsiteY748" fmla="*/ 1679650 h 6858000"/>
              <a:gd name="connsiteX749" fmla="*/ 0 w 7467600"/>
              <a:gd name="connsiteY749" fmla="*/ 1602463 h 6858000"/>
              <a:gd name="connsiteX750" fmla="*/ 84689 w 7467600"/>
              <a:gd name="connsiteY750" fmla="*/ 1677442 h 6858000"/>
              <a:gd name="connsiteX751" fmla="*/ 298437 w 7467600"/>
              <a:gd name="connsiteY751" fmla="*/ 1968019 h 6858000"/>
              <a:gd name="connsiteX752" fmla="*/ 227269 w 7467600"/>
              <a:gd name="connsiteY752" fmla="*/ 1114064 h 6858000"/>
              <a:gd name="connsiteX753" fmla="*/ 248003 w 7467600"/>
              <a:gd name="connsiteY753" fmla="*/ 1089613 h 6858000"/>
              <a:gd name="connsiteX754" fmla="*/ 427020 w 7467600"/>
              <a:gd name="connsiteY754" fmla="*/ 1619803 h 6858000"/>
              <a:gd name="connsiteX755" fmla="*/ 340345 w 7467600"/>
              <a:gd name="connsiteY755" fmla="*/ 2027739 h 6858000"/>
              <a:gd name="connsiteX756" fmla="*/ 360865 w 7467600"/>
              <a:gd name="connsiteY756" fmla="*/ 2044827 h 6858000"/>
              <a:gd name="connsiteX757" fmla="*/ 560414 w 7467600"/>
              <a:gd name="connsiteY757" fmla="*/ 2421457 h 6858000"/>
              <a:gd name="connsiteX758" fmla="*/ 1359703 w 7467600"/>
              <a:gd name="connsiteY758" fmla="*/ 2578554 h 6858000"/>
              <a:gd name="connsiteX759" fmla="*/ 1359422 w 7467600"/>
              <a:gd name="connsiteY759" fmla="*/ 2577994 h 6858000"/>
              <a:gd name="connsiteX760" fmla="*/ 828701 w 7467600"/>
              <a:gd name="connsiteY760" fmla="*/ 1839520 h 6858000"/>
              <a:gd name="connsiteX761" fmla="*/ 494427 w 7467600"/>
              <a:gd name="connsiteY761" fmla="*/ 1092333 h 6858000"/>
              <a:gd name="connsiteX762" fmla="*/ 506322 w 7467600"/>
              <a:gd name="connsiteY762" fmla="*/ 1020997 h 6858000"/>
              <a:gd name="connsiteX763" fmla="*/ 4570198 w 7467600"/>
              <a:gd name="connsiteY763" fmla="*/ 978081 h 6858000"/>
              <a:gd name="connsiteX764" fmla="*/ 4523691 w 7467600"/>
              <a:gd name="connsiteY764" fmla="*/ 1127776 h 6858000"/>
              <a:gd name="connsiteX765" fmla="*/ 4509875 w 7467600"/>
              <a:gd name="connsiteY765" fmla="*/ 1167552 h 6858000"/>
              <a:gd name="connsiteX766" fmla="*/ 4478168 w 7467600"/>
              <a:gd name="connsiteY766" fmla="*/ 1260735 h 6858000"/>
              <a:gd name="connsiteX767" fmla="*/ 4409309 w 7467600"/>
              <a:gd name="connsiteY767" fmla="*/ 1666996 h 6858000"/>
              <a:gd name="connsiteX768" fmla="*/ 4370031 w 7467600"/>
              <a:gd name="connsiteY768" fmla="*/ 1955666 h 6858000"/>
              <a:gd name="connsiteX769" fmla="*/ 4570198 w 7467600"/>
              <a:gd name="connsiteY769" fmla="*/ 978081 h 6858000"/>
              <a:gd name="connsiteX770" fmla="*/ 4557898 w 7467600"/>
              <a:gd name="connsiteY770" fmla="*/ 900011 h 6858000"/>
              <a:gd name="connsiteX771" fmla="*/ 4344840 w 7467600"/>
              <a:gd name="connsiteY771" fmla="*/ 1922038 h 6858000"/>
              <a:gd name="connsiteX772" fmla="*/ 4378710 w 7467600"/>
              <a:gd name="connsiteY772" fmla="*/ 1665516 h 6858000"/>
              <a:gd name="connsiteX773" fmla="*/ 4448798 w 7467600"/>
              <a:gd name="connsiteY773" fmla="*/ 1253024 h 6858000"/>
              <a:gd name="connsiteX774" fmla="*/ 4480315 w 7467600"/>
              <a:gd name="connsiteY774" fmla="*/ 1158454 h 6858000"/>
              <a:gd name="connsiteX775" fmla="*/ 4494133 w 7467600"/>
              <a:gd name="connsiteY775" fmla="*/ 1118676 h 6858000"/>
              <a:gd name="connsiteX776" fmla="*/ 4557898 w 7467600"/>
              <a:gd name="connsiteY776" fmla="*/ 900011 h 6858000"/>
              <a:gd name="connsiteX777" fmla="*/ 5870151 w 7467600"/>
              <a:gd name="connsiteY777" fmla="*/ 898890 h 6858000"/>
              <a:gd name="connsiteX778" fmla="*/ 5861335 w 7467600"/>
              <a:gd name="connsiteY778" fmla="*/ 899177 h 6858000"/>
              <a:gd name="connsiteX779" fmla="*/ 5843702 w 7467600"/>
              <a:gd name="connsiteY779" fmla="*/ 899748 h 6858000"/>
              <a:gd name="connsiteX780" fmla="*/ 5651107 w 7467600"/>
              <a:gd name="connsiteY780" fmla="*/ 920306 h 6858000"/>
              <a:gd name="connsiteX781" fmla="*/ 5459407 w 7467600"/>
              <a:gd name="connsiteY781" fmla="*/ 940975 h 6858000"/>
              <a:gd name="connsiteX782" fmla="*/ 5374846 w 7467600"/>
              <a:gd name="connsiteY782" fmla="*/ 941988 h 6858000"/>
              <a:gd name="connsiteX783" fmla="*/ 5256105 w 7467600"/>
              <a:gd name="connsiteY783" fmla="*/ 945632 h 6858000"/>
              <a:gd name="connsiteX784" fmla="*/ 5107071 w 7467600"/>
              <a:gd name="connsiteY784" fmla="*/ 969720 h 6858000"/>
              <a:gd name="connsiteX785" fmla="*/ 4998681 w 7467600"/>
              <a:gd name="connsiteY785" fmla="*/ 988771 h 6858000"/>
              <a:gd name="connsiteX786" fmla="*/ 5870151 w 7467600"/>
              <a:gd name="connsiteY786" fmla="*/ 898890 h 6858000"/>
              <a:gd name="connsiteX787" fmla="*/ 5504425 w 7467600"/>
              <a:gd name="connsiteY787" fmla="*/ 848067 h 6858000"/>
              <a:gd name="connsiteX788" fmla="*/ 4968849 w 7467600"/>
              <a:gd name="connsiteY788" fmla="*/ 962318 h 6858000"/>
              <a:gd name="connsiteX789" fmla="*/ 5104039 w 7467600"/>
              <a:gd name="connsiteY789" fmla="*/ 940634 h 6858000"/>
              <a:gd name="connsiteX790" fmla="*/ 5256311 w 7467600"/>
              <a:gd name="connsiteY790" fmla="*/ 916490 h 6858000"/>
              <a:gd name="connsiteX791" fmla="*/ 5377381 w 7467600"/>
              <a:gd name="connsiteY791" fmla="*/ 912671 h 6858000"/>
              <a:gd name="connsiteX792" fmla="*/ 5460148 w 7467600"/>
              <a:gd name="connsiteY792" fmla="*/ 911442 h 6858000"/>
              <a:gd name="connsiteX793" fmla="*/ 5648971 w 7467600"/>
              <a:gd name="connsiteY793" fmla="*/ 891331 h 6858000"/>
              <a:gd name="connsiteX794" fmla="*/ 5844807 w 7467600"/>
              <a:gd name="connsiteY794" fmla="*/ 870718 h 6858000"/>
              <a:gd name="connsiteX795" fmla="*/ 5862975 w 7467600"/>
              <a:gd name="connsiteY795" fmla="*/ 869756 h 6858000"/>
              <a:gd name="connsiteX796" fmla="*/ 5920887 w 7467600"/>
              <a:gd name="connsiteY796" fmla="*/ 865929 h 6858000"/>
              <a:gd name="connsiteX797" fmla="*/ 5504425 w 7467600"/>
              <a:gd name="connsiteY797" fmla="*/ 848067 h 6858000"/>
              <a:gd name="connsiteX798" fmla="*/ 3607114 w 7467600"/>
              <a:gd name="connsiteY798" fmla="*/ 467441 h 6858000"/>
              <a:gd name="connsiteX799" fmla="*/ 3296242 w 7467600"/>
              <a:gd name="connsiteY799" fmla="*/ 807991 h 6858000"/>
              <a:gd name="connsiteX800" fmla="*/ 3174674 w 7467600"/>
              <a:gd name="connsiteY800" fmla="*/ 919759 h 6858000"/>
              <a:gd name="connsiteX801" fmla="*/ 3042978 w 7467600"/>
              <a:gd name="connsiteY801" fmla="*/ 1054894 h 6858000"/>
              <a:gd name="connsiteX802" fmla="*/ 2968914 w 7467600"/>
              <a:gd name="connsiteY802" fmla="*/ 1133756 h 6858000"/>
              <a:gd name="connsiteX803" fmla="*/ 3103823 w 7467600"/>
              <a:gd name="connsiteY803" fmla="*/ 1026814 h 6858000"/>
              <a:gd name="connsiteX804" fmla="*/ 3607114 w 7467600"/>
              <a:gd name="connsiteY804" fmla="*/ 467441 h 6858000"/>
              <a:gd name="connsiteX805" fmla="*/ 3744487 w 7467600"/>
              <a:gd name="connsiteY805" fmla="*/ 383136 h 6858000"/>
              <a:gd name="connsiteX806" fmla="*/ 3970213 w 7467600"/>
              <a:gd name="connsiteY806" fmla="*/ 995559 h 6858000"/>
              <a:gd name="connsiteX807" fmla="*/ 3744487 w 7467600"/>
              <a:gd name="connsiteY807" fmla="*/ 383136 h 6858000"/>
              <a:gd name="connsiteX808" fmla="*/ 3624562 w 7467600"/>
              <a:gd name="connsiteY808" fmla="*/ 367041 h 6858000"/>
              <a:gd name="connsiteX809" fmla="*/ 3489712 w 7467600"/>
              <a:gd name="connsiteY809" fmla="*/ 485386 h 6858000"/>
              <a:gd name="connsiteX810" fmla="*/ 3182994 w 7467600"/>
              <a:gd name="connsiteY810" fmla="*/ 828265 h 6858000"/>
              <a:gd name="connsiteX811" fmla="*/ 2892114 w 7467600"/>
              <a:gd name="connsiteY811" fmla="*/ 1172635 h 6858000"/>
              <a:gd name="connsiteX812" fmla="*/ 3021459 w 7467600"/>
              <a:gd name="connsiteY812" fmla="*/ 1035385 h 6858000"/>
              <a:gd name="connsiteX813" fmla="*/ 3153873 w 7467600"/>
              <a:gd name="connsiteY813" fmla="*/ 898971 h 6858000"/>
              <a:gd name="connsiteX814" fmla="*/ 3276511 w 7467600"/>
              <a:gd name="connsiteY814" fmla="*/ 786423 h 6858000"/>
              <a:gd name="connsiteX815" fmla="*/ 3584154 w 7467600"/>
              <a:gd name="connsiteY815" fmla="*/ 448218 h 6858000"/>
              <a:gd name="connsiteX816" fmla="*/ 3624562 w 7467600"/>
              <a:gd name="connsiteY816" fmla="*/ 367041 h 6858000"/>
              <a:gd name="connsiteX817" fmla="*/ 3766672 w 7467600"/>
              <a:gd name="connsiteY817" fmla="*/ 359429 h 6858000"/>
              <a:gd name="connsiteX818" fmla="*/ 3996338 w 7467600"/>
              <a:gd name="connsiteY818" fmla="*/ 968237 h 6858000"/>
              <a:gd name="connsiteX819" fmla="*/ 3766672 w 7467600"/>
              <a:gd name="connsiteY819" fmla="*/ 359429 h 6858000"/>
              <a:gd name="connsiteX820" fmla="*/ 5805386 w 7467600"/>
              <a:gd name="connsiteY820" fmla="*/ 239240 h 6858000"/>
              <a:gd name="connsiteX821" fmla="*/ 5736947 w 7467600"/>
              <a:gd name="connsiteY821" fmla="*/ 261367 h 6858000"/>
              <a:gd name="connsiteX822" fmla="*/ 5427012 w 7467600"/>
              <a:gd name="connsiteY822" fmla="*/ 311272 h 6858000"/>
              <a:gd name="connsiteX823" fmla="*/ 5147818 w 7467600"/>
              <a:gd name="connsiteY823" fmla="*/ 322112 h 6858000"/>
              <a:gd name="connsiteX824" fmla="*/ 5060854 w 7467600"/>
              <a:gd name="connsiteY824" fmla="*/ 311882 h 6858000"/>
              <a:gd name="connsiteX825" fmla="*/ 4945989 w 7467600"/>
              <a:gd name="connsiteY825" fmla="*/ 300516 h 6858000"/>
              <a:gd name="connsiteX826" fmla="*/ 5410479 w 7467600"/>
              <a:gd name="connsiteY826" fmla="*/ 348434 h 6858000"/>
              <a:gd name="connsiteX827" fmla="*/ 5805386 w 7467600"/>
              <a:gd name="connsiteY827" fmla="*/ 239240 h 6858000"/>
              <a:gd name="connsiteX828" fmla="*/ 5905192 w 7467600"/>
              <a:gd name="connsiteY828" fmla="*/ 163079 h 6858000"/>
              <a:gd name="connsiteX829" fmla="*/ 5865655 w 7467600"/>
              <a:gd name="connsiteY829" fmla="*/ 171901 h 6858000"/>
              <a:gd name="connsiteX830" fmla="*/ 5259740 w 7467600"/>
              <a:gd name="connsiteY830" fmla="*/ 257013 h 6858000"/>
              <a:gd name="connsiteX831" fmla="*/ 5208466 w 7467600"/>
              <a:gd name="connsiteY831" fmla="*/ 257550 h 6858000"/>
              <a:gd name="connsiteX832" fmla="*/ 4980204 w 7467600"/>
              <a:gd name="connsiteY832" fmla="*/ 271903 h 6858000"/>
              <a:gd name="connsiteX833" fmla="*/ 5068068 w 7467600"/>
              <a:gd name="connsiteY833" fmla="*/ 282244 h 6858000"/>
              <a:gd name="connsiteX834" fmla="*/ 5153231 w 7467600"/>
              <a:gd name="connsiteY834" fmla="*/ 292240 h 6858000"/>
              <a:gd name="connsiteX835" fmla="*/ 5426491 w 7467600"/>
              <a:gd name="connsiteY835" fmla="*/ 281128 h 6858000"/>
              <a:gd name="connsiteX836" fmla="*/ 5731212 w 7467600"/>
              <a:gd name="connsiteY836" fmla="*/ 231951 h 6858000"/>
              <a:gd name="connsiteX837" fmla="*/ 5905192 w 7467600"/>
              <a:gd name="connsiteY837" fmla="*/ 163079 h 6858000"/>
              <a:gd name="connsiteX838" fmla="*/ 5944437 w 7467600"/>
              <a:gd name="connsiteY838" fmla="*/ 113829 h 6858000"/>
              <a:gd name="connsiteX839" fmla="*/ 5825032 w 7467600"/>
              <a:gd name="connsiteY839" fmla="*/ 146405 h 6858000"/>
              <a:gd name="connsiteX840" fmla="*/ 4955599 w 7467600"/>
              <a:gd name="connsiteY840" fmla="*/ 247008 h 6858000"/>
              <a:gd name="connsiteX841" fmla="*/ 5210104 w 7467600"/>
              <a:gd name="connsiteY841" fmla="*/ 228123 h 6858000"/>
              <a:gd name="connsiteX842" fmla="*/ 5261015 w 7467600"/>
              <a:gd name="connsiteY842" fmla="*/ 227087 h 6858000"/>
              <a:gd name="connsiteX843" fmla="*/ 5861181 w 7467600"/>
              <a:gd name="connsiteY843" fmla="*/ 143093 h 6858000"/>
              <a:gd name="connsiteX844" fmla="*/ 5961252 w 7467600"/>
              <a:gd name="connsiteY844" fmla="*/ 114820 h 6858000"/>
              <a:gd name="connsiteX845" fmla="*/ 5944437 w 7467600"/>
              <a:gd name="connsiteY845" fmla="*/ 113829 h 6858000"/>
              <a:gd name="connsiteX846" fmla="*/ 3882765 w 7467600"/>
              <a:gd name="connsiteY846" fmla="*/ 0 h 6858000"/>
              <a:gd name="connsiteX847" fmla="*/ 3995099 w 7467600"/>
              <a:gd name="connsiteY847" fmla="*/ 0 h 6858000"/>
              <a:gd name="connsiteX848" fmla="*/ 4163818 w 7467600"/>
              <a:gd name="connsiteY848" fmla="*/ 234104 h 6858000"/>
              <a:gd name="connsiteX849" fmla="*/ 4172099 w 7467600"/>
              <a:gd name="connsiteY849" fmla="*/ 234207 h 6858000"/>
              <a:gd name="connsiteX850" fmla="*/ 4784282 w 7467600"/>
              <a:gd name="connsiteY850" fmla="*/ 276561 h 6858000"/>
              <a:gd name="connsiteX851" fmla="*/ 4801687 w 7467600"/>
              <a:gd name="connsiteY851" fmla="*/ 267764 h 6858000"/>
              <a:gd name="connsiteX852" fmla="*/ 6082788 w 7467600"/>
              <a:gd name="connsiteY852" fmla="*/ 64119 h 6858000"/>
              <a:gd name="connsiteX853" fmla="*/ 6099442 w 7467600"/>
              <a:gd name="connsiteY853" fmla="*/ 82568 h 6858000"/>
              <a:gd name="connsiteX854" fmla="*/ 4804137 w 7467600"/>
              <a:gd name="connsiteY854" fmla="*/ 320931 h 6858000"/>
              <a:gd name="connsiteX855" fmla="*/ 4227047 w 7467600"/>
              <a:gd name="connsiteY855" fmla="*/ 313415 h 6858000"/>
              <a:gd name="connsiteX856" fmla="*/ 4346041 w 7467600"/>
              <a:gd name="connsiteY856" fmla="*/ 456086 h 6858000"/>
              <a:gd name="connsiteX857" fmla="*/ 4870967 w 7467600"/>
              <a:gd name="connsiteY857" fmla="*/ 963061 h 6858000"/>
              <a:gd name="connsiteX858" fmla="*/ 4889647 w 7467600"/>
              <a:gd name="connsiteY858" fmla="*/ 957147 h 6858000"/>
              <a:gd name="connsiteX859" fmla="*/ 5422504 w 7467600"/>
              <a:gd name="connsiteY859" fmla="*/ 805191 h 6858000"/>
              <a:gd name="connsiteX860" fmla="*/ 6087656 w 7467600"/>
              <a:gd name="connsiteY860" fmla="*/ 826703 h 6858000"/>
              <a:gd name="connsiteX861" fmla="*/ 6058717 w 7467600"/>
              <a:gd name="connsiteY861" fmla="*/ 865992 h 6858000"/>
              <a:gd name="connsiteX862" fmla="*/ 4974153 w 7467600"/>
              <a:gd name="connsiteY862" fmla="*/ 1045456 h 6858000"/>
              <a:gd name="connsiteX863" fmla="*/ 5627835 w 7467600"/>
              <a:gd name="connsiteY863" fmla="*/ 1472077 h 6858000"/>
              <a:gd name="connsiteX864" fmla="*/ 5629817 w 7467600"/>
              <a:gd name="connsiteY864" fmla="*/ 1471412 h 6858000"/>
              <a:gd name="connsiteX865" fmla="*/ 5634124 w 7467600"/>
              <a:gd name="connsiteY865" fmla="*/ 1470572 h 6858000"/>
              <a:gd name="connsiteX866" fmla="*/ 5755832 w 7467600"/>
              <a:gd name="connsiteY866" fmla="*/ 1383886 h 6858000"/>
              <a:gd name="connsiteX867" fmla="*/ 6014186 w 7467600"/>
              <a:gd name="connsiteY867" fmla="*/ 1279799 h 6858000"/>
              <a:gd name="connsiteX868" fmla="*/ 6901619 w 7467600"/>
              <a:gd name="connsiteY868" fmla="*/ 1047874 h 6858000"/>
              <a:gd name="connsiteX869" fmla="*/ 6931566 w 7467600"/>
              <a:gd name="connsiteY869" fmla="*/ 1062034 h 6858000"/>
              <a:gd name="connsiteX870" fmla="*/ 5790982 w 7467600"/>
              <a:gd name="connsiteY870" fmla="*/ 1561380 h 6858000"/>
              <a:gd name="connsiteX871" fmla="*/ 6188971 w 7467600"/>
              <a:gd name="connsiteY871" fmla="*/ 1755168 h 6858000"/>
              <a:gd name="connsiteX872" fmla="*/ 6202446 w 7467600"/>
              <a:gd name="connsiteY872" fmla="*/ 1752268 h 6858000"/>
              <a:gd name="connsiteX873" fmla="*/ 7179560 w 7467600"/>
              <a:gd name="connsiteY873" fmla="*/ 1467551 h 6858000"/>
              <a:gd name="connsiteX874" fmla="*/ 7158730 w 7467600"/>
              <a:gd name="connsiteY874" fmla="*/ 1507835 h 6858000"/>
              <a:gd name="connsiteX875" fmla="*/ 6326959 w 7467600"/>
              <a:gd name="connsiteY875" fmla="*/ 1817686 h 6858000"/>
              <a:gd name="connsiteX876" fmla="*/ 6537433 w 7467600"/>
              <a:gd name="connsiteY876" fmla="*/ 1907790 h 6858000"/>
              <a:gd name="connsiteX877" fmla="*/ 6550221 w 7467600"/>
              <a:gd name="connsiteY877" fmla="*/ 1910729 h 6858000"/>
              <a:gd name="connsiteX878" fmla="*/ 6964438 w 7467600"/>
              <a:gd name="connsiteY878" fmla="*/ 2209505 h 6858000"/>
              <a:gd name="connsiteX879" fmla="*/ 7367862 w 7467600"/>
              <a:gd name="connsiteY879" fmla="*/ 2806833 h 6858000"/>
              <a:gd name="connsiteX880" fmla="*/ 7364329 w 7467600"/>
              <a:gd name="connsiteY880" fmla="*/ 2826907 h 6858000"/>
              <a:gd name="connsiteX881" fmla="*/ 7290545 w 7467600"/>
              <a:gd name="connsiteY881" fmla="*/ 2850663 h 6858000"/>
              <a:gd name="connsiteX882" fmla="*/ 6472036 w 7467600"/>
              <a:gd name="connsiteY882" fmla="*/ 1959003 h 6858000"/>
              <a:gd name="connsiteX883" fmla="*/ 5792897 w 7467600"/>
              <a:gd name="connsiteY883" fmla="*/ 1647747 h 6858000"/>
              <a:gd name="connsiteX884" fmla="*/ 5842751 w 7467600"/>
              <a:gd name="connsiteY884" fmla="*/ 1816112 h 6858000"/>
              <a:gd name="connsiteX885" fmla="*/ 5847424 w 7467600"/>
              <a:gd name="connsiteY885" fmla="*/ 1815776 h 6858000"/>
              <a:gd name="connsiteX886" fmla="*/ 6399821 w 7467600"/>
              <a:gd name="connsiteY886" fmla="*/ 2344799 h 6858000"/>
              <a:gd name="connsiteX887" fmla="*/ 6323232 w 7467600"/>
              <a:gd name="connsiteY887" fmla="*/ 2389634 h 6858000"/>
              <a:gd name="connsiteX888" fmla="*/ 5942958 w 7467600"/>
              <a:gd name="connsiteY888" fmla="*/ 2077708 h 6858000"/>
              <a:gd name="connsiteX889" fmla="*/ 5921559 w 7467600"/>
              <a:gd name="connsiteY889" fmla="*/ 2378596 h 6858000"/>
              <a:gd name="connsiteX890" fmla="*/ 5817651 w 7467600"/>
              <a:gd name="connsiteY890" fmla="*/ 3023919 h 6858000"/>
              <a:gd name="connsiteX891" fmla="*/ 5729634 w 7467600"/>
              <a:gd name="connsiteY891" fmla="*/ 3051849 h 6858000"/>
              <a:gd name="connsiteX892" fmla="*/ 5611018 w 7467600"/>
              <a:gd name="connsiteY892" fmla="*/ 2316769 h 6858000"/>
              <a:gd name="connsiteX893" fmla="*/ 5687608 w 7467600"/>
              <a:gd name="connsiteY893" fmla="*/ 2039972 h 6858000"/>
              <a:gd name="connsiteX894" fmla="*/ 5657554 w 7467600"/>
              <a:gd name="connsiteY894" fmla="*/ 1576445 h 6858000"/>
              <a:gd name="connsiteX895" fmla="*/ 5150475 w 7467600"/>
              <a:gd name="connsiteY895" fmla="*/ 1274012 h 6858000"/>
              <a:gd name="connsiteX896" fmla="*/ 5349142 w 7467600"/>
              <a:gd name="connsiteY896" fmla="*/ 2204405 h 6858000"/>
              <a:gd name="connsiteX897" fmla="*/ 5262214 w 7467600"/>
              <a:gd name="connsiteY897" fmla="*/ 2233836 h 6858000"/>
              <a:gd name="connsiteX898" fmla="*/ 4981539 w 7467600"/>
              <a:gd name="connsiteY898" fmla="*/ 1542201 h 6858000"/>
              <a:gd name="connsiteX899" fmla="*/ 4958461 w 7467600"/>
              <a:gd name="connsiteY899" fmla="*/ 1136957 h 6858000"/>
              <a:gd name="connsiteX900" fmla="*/ 4655015 w 7467600"/>
              <a:gd name="connsiteY900" fmla="*/ 891426 h 6858000"/>
              <a:gd name="connsiteX901" fmla="*/ 4348002 w 7467600"/>
              <a:gd name="connsiteY901" fmla="*/ 2205895 h 6858000"/>
              <a:gd name="connsiteX902" fmla="*/ 4262250 w 7467600"/>
              <a:gd name="connsiteY902" fmla="*/ 2219972 h 6858000"/>
              <a:gd name="connsiteX903" fmla="*/ 4550611 w 7467600"/>
              <a:gd name="connsiteY903" fmla="*/ 817540 h 6858000"/>
              <a:gd name="connsiteX904" fmla="*/ 4564418 w 7467600"/>
              <a:gd name="connsiteY904" fmla="*/ 808293 h 6858000"/>
              <a:gd name="connsiteX905" fmla="*/ 4266388 w 7467600"/>
              <a:gd name="connsiteY905" fmla="*/ 500083 h 6858000"/>
              <a:gd name="connsiteX906" fmla="*/ 4032842 w 7467600"/>
              <a:gd name="connsiteY906" fmla="*/ 211809 h 6858000"/>
              <a:gd name="connsiteX907" fmla="*/ 3882765 w 7467600"/>
              <a:gd name="connsiteY907" fmla="*/ 0 h 6858000"/>
              <a:gd name="connsiteX908" fmla="*/ 3721337 w 7467600"/>
              <a:gd name="connsiteY908" fmla="*/ 0 h 6858000"/>
              <a:gd name="connsiteX909" fmla="*/ 3797544 w 7467600"/>
              <a:gd name="connsiteY909" fmla="*/ 0 h 6858000"/>
              <a:gd name="connsiteX910" fmla="*/ 3775734 w 7467600"/>
              <a:gd name="connsiteY910" fmla="*/ 95131 h 6858000"/>
              <a:gd name="connsiteX911" fmla="*/ 3724807 w 7467600"/>
              <a:gd name="connsiteY911" fmla="*/ 272257 h 6858000"/>
              <a:gd name="connsiteX912" fmla="*/ 3726844 w 7467600"/>
              <a:gd name="connsiteY912" fmla="*/ 282988 h 6858000"/>
              <a:gd name="connsiteX913" fmla="*/ 3742664 w 7467600"/>
              <a:gd name="connsiteY913" fmla="*/ 279918 h 6858000"/>
              <a:gd name="connsiteX914" fmla="*/ 4103910 w 7467600"/>
              <a:gd name="connsiteY914" fmla="*/ 1161917 h 6858000"/>
              <a:gd name="connsiteX915" fmla="*/ 4020269 w 7467600"/>
              <a:gd name="connsiteY915" fmla="*/ 1200406 h 6858000"/>
              <a:gd name="connsiteX916" fmla="*/ 3674882 w 7467600"/>
              <a:gd name="connsiteY916" fmla="*/ 488524 h 6858000"/>
              <a:gd name="connsiteX917" fmla="*/ 3132682 w 7467600"/>
              <a:gd name="connsiteY917" fmla="*/ 1072284 h 6858000"/>
              <a:gd name="connsiteX918" fmla="*/ 2716346 w 7467600"/>
              <a:gd name="connsiteY918" fmla="*/ 1276376 h 6858000"/>
              <a:gd name="connsiteX919" fmla="*/ 2716772 w 7467600"/>
              <a:gd name="connsiteY919" fmla="*/ 1255462 h 6858000"/>
              <a:gd name="connsiteX920" fmla="*/ 3471096 w 7467600"/>
              <a:gd name="connsiteY920" fmla="*/ 437072 h 6858000"/>
              <a:gd name="connsiteX921" fmla="*/ 3639057 w 7467600"/>
              <a:gd name="connsiteY921" fmla="*/ 286334 h 6858000"/>
              <a:gd name="connsiteX922" fmla="*/ 3640309 w 7467600"/>
              <a:gd name="connsiteY922" fmla="*/ 284664 h 6858000"/>
              <a:gd name="connsiteX923" fmla="*/ 3646022 w 7467600"/>
              <a:gd name="connsiteY923" fmla="*/ 276711 h 6858000"/>
              <a:gd name="connsiteX924" fmla="*/ 3707943 w 7467600"/>
              <a:gd name="connsiteY924" fmla="*/ 65958 h 6858000"/>
              <a:gd name="connsiteX925" fmla="*/ 3721337 w 7467600"/>
              <a:gd name="connsiteY925" fmla="*/ 0 h 6858000"/>
              <a:gd name="connsiteX926" fmla="*/ 2867960 w 7467600"/>
              <a:gd name="connsiteY926" fmla="*/ 0 h 6858000"/>
              <a:gd name="connsiteX927" fmla="*/ 2926351 w 7467600"/>
              <a:gd name="connsiteY927" fmla="*/ 0 h 6858000"/>
              <a:gd name="connsiteX928" fmla="*/ 2902823 w 7467600"/>
              <a:gd name="connsiteY928" fmla="*/ 262929 h 6858000"/>
              <a:gd name="connsiteX929" fmla="*/ 2940663 w 7467600"/>
              <a:gd name="connsiteY929" fmla="*/ 140884 h 6858000"/>
              <a:gd name="connsiteX930" fmla="*/ 2947039 w 7467600"/>
              <a:gd name="connsiteY930" fmla="*/ 122524 h 6858000"/>
              <a:gd name="connsiteX931" fmla="*/ 2984316 w 7467600"/>
              <a:gd name="connsiteY931" fmla="*/ 0 h 6858000"/>
              <a:gd name="connsiteX932" fmla="*/ 3016114 w 7467600"/>
              <a:gd name="connsiteY932" fmla="*/ 0 h 6858000"/>
              <a:gd name="connsiteX933" fmla="*/ 2979949 w 7467600"/>
              <a:gd name="connsiteY933" fmla="*/ 119274 h 6858000"/>
              <a:gd name="connsiteX934" fmla="*/ 3023879 w 7467600"/>
              <a:gd name="connsiteY934" fmla="*/ 0 h 6858000"/>
              <a:gd name="connsiteX935" fmla="*/ 3105400 w 7467600"/>
              <a:gd name="connsiteY935" fmla="*/ 0 h 6858000"/>
              <a:gd name="connsiteX936" fmla="*/ 3094669 w 7467600"/>
              <a:gd name="connsiteY936" fmla="*/ 30308 h 6858000"/>
              <a:gd name="connsiteX937" fmla="*/ 2901945 w 7467600"/>
              <a:gd name="connsiteY937" fmla="*/ 466538 h 6858000"/>
              <a:gd name="connsiteX938" fmla="*/ 2815209 w 7467600"/>
              <a:gd name="connsiteY938" fmla="*/ 497361 h 6858000"/>
              <a:gd name="connsiteX939" fmla="*/ 2844845 w 7467600"/>
              <a:gd name="connsiteY939" fmla="*/ 127638 h 6858000"/>
              <a:gd name="connsiteX940" fmla="*/ 2867960 w 7467600"/>
              <a:gd name="connsiteY940" fmla="*/ 0 h 6858000"/>
              <a:gd name="connsiteX941" fmla="*/ 1057230 w 7467600"/>
              <a:gd name="connsiteY941" fmla="*/ 0 h 6858000"/>
              <a:gd name="connsiteX942" fmla="*/ 1111003 w 7467600"/>
              <a:gd name="connsiteY942" fmla="*/ 0 h 6858000"/>
              <a:gd name="connsiteX943" fmla="*/ 1125553 w 7467600"/>
              <a:gd name="connsiteY943" fmla="*/ 52588 h 6858000"/>
              <a:gd name="connsiteX944" fmla="*/ 1304276 w 7467600"/>
              <a:gd name="connsiteY944" fmla="*/ 476275 h 6858000"/>
              <a:gd name="connsiteX945" fmla="*/ 1492066 w 7467600"/>
              <a:gd name="connsiteY945" fmla="*/ 886333 h 6858000"/>
              <a:gd name="connsiteX946" fmla="*/ 1423698 w 7467600"/>
              <a:gd name="connsiteY946" fmla="*/ 710817 h 6858000"/>
              <a:gd name="connsiteX947" fmla="*/ 1357609 w 7467600"/>
              <a:gd name="connsiteY947" fmla="*/ 532892 h 6858000"/>
              <a:gd name="connsiteX948" fmla="*/ 1309550 w 7467600"/>
              <a:gd name="connsiteY948" fmla="*/ 374031 h 6858000"/>
              <a:gd name="connsiteX949" fmla="*/ 1193673 w 7467600"/>
              <a:gd name="connsiteY949" fmla="*/ 49533 h 6858000"/>
              <a:gd name="connsiteX950" fmla="*/ 1164391 w 7467600"/>
              <a:gd name="connsiteY950" fmla="*/ 0 h 6858000"/>
              <a:gd name="connsiteX951" fmla="*/ 1200666 w 7467600"/>
              <a:gd name="connsiteY951" fmla="*/ 0 h 6858000"/>
              <a:gd name="connsiteX952" fmla="*/ 1223408 w 7467600"/>
              <a:gd name="connsiteY952" fmla="*/ 38996 h 6858000"/>
              <a:gd name="connsiteX953" fmla="*/ 1339635 w 7467600"/>
              <a:gd name="connsiteY953" fmla="*/ 365517 h 6858000"/>
              <a:gd name="connsiteX954" fmla="*/ 1387469 w 7467600"/>
              <a:gd name="connsiteY954" fmla="*/ 523079 h 6858000"/>
              <a:gd name="connsiteX955" fmla="*/ 1452685 w 7467600"/>
              <a:gd name="connsiteY955" fmla="*/ 699806 h 6858000"/>
              <a:gd name="connsiteX956" fmla="*/ 1492092 w 7467600"/>
              <a:gd name="connsiteY956" fmla="*/ 800424 h 6858000"/>
              <a:gd name="connsiteX957" fmla="*/ 1455302 w 7467600"/>
              <a:gd name="connsiteY957" fmla="*/ 632913 h 6858000"/>
              <a:gd name="connsiteX958" fmla="*/ 1222336 w 7467600"/>
              <a:gd name="connsiteY958" fmla="*/ 9480 h 6858000"/>
              <a:gd name="connsiteX959" fmla="*/ 1214634 w 7467600"/>
              <a:gd name="connsiteY959" fmla="*/ 0 h 6858000"/>
              <a:gd name="connsiteX960" fmla="*/ 1289827 w 7467600"/>
              <a:gd name="connsiteY960" fmla="*/ 0 h 6858000"/>
              <a:gd name="connsiteX961" fmla="*/ 1321076 w 7467600"/>
              <a:gd name="connsiteY961" fmla="*/ 59722 h 6858000"/>
              <a:gd name="connsiteX962" fmla="*/ 1512579 w 7467600"/>
              <a:gd name="connsiteY962" fmla="*/ 626441 h 6858000"/>
              <a:gd name="connsiteX963" fmla="*/ 1506076 w 7467600"/>
              <a:gd name="connsiteY963" fmla="*/ 1089289 h 6858000"/>
              <a:gd name="connsiteX964" fmla="*/ 1486346 w 7467600"/>
              <a:gd name="connsiteY964" fmla="*/ 1079919 h 6858000"/>
              <a:gd name="connsiteX965" fmla="*/ 1070511 w 7467600"/>
              <a:gd name="connsiteY965" fmla="*/ 48609 h 6858000"/>
              <a:gd name="connsiteX966" fmla="*/ 1057230 w 7467600"/>
              <a:gd name="connsiteY966" fmla="*/ 0 h 6858000"/>
              <a:gd name="connsiteX967" fmla="*/ 43151 w 7467600"/>
              <a:gd name="connsiteY967" fmla="*/ 0 h 6858000"/>
              <a:gd name="connsiteX968" fmla="*/ 95283 w 7467600"/>
              <a:gd name="connsiteY968" fmla="*/ 0 h 6858000"/>
              <a:gd name="connsiteX969" fmla="*/ 300708 w 7467600"/>
              <a:gd name="connsiteY969" fmla="*/ 154571 h 6858000"/>
              <a:gd name="connsiteX970" fmla="*/ 530414 w 7467600"/>
              <a:gd name="connsiteY970" fmla="*/ 354673 h 6858000"/>
              <a:gd name="connsiteX971" fmla="*/ 333785 w 7467600"/>
              <a:gd name="connsiteY971" fmla="*/ 161564 h 6858000"/>
              <a:gd name="connsiteX972" fmla="*/ 147005 w 7467600"/>
              <a:gd name="connsiteY972" fmla="*/ 0 h 6858000"/>
              <a:gd name="connsiteX973" fmla="*/ 272509 w 7467600"/>
              <a:gd name="connsiteY973" fmla="*/ 0 h 6858000"/>
              <a:gd name="connsiteX974" fmla="*/ 326276 w 7467600"/>
              <a:gd name="connsiteY974" fmla="*/ 45847 h 6858000"/>
              <a:gd name="connsiteX975" fmla="*/ 823759 w 7467600"/>
              <a:gd name="connsiteY975" fmla="*/ 574145 h 6858000"/>
              <a:gd name="connsiteX976" fmla="*/ 811254 w 7467600"/>
              <a:gd name="connsiteY976" fmla="*/ 665546 h 6858000"/>
              <a:gd name="connsiteX977" fmla="*/ 154042 w 7467600"/>
              <a:gd name="connsiteY977" fmla="*/ 261522 h 6858000"/>
              <a:gd name="connsiteX978" fmla="*/ 13550 w 7467600"/>
              <a:gd name="connsiteY978" fmla="*/ 158423 h 6858000"/>
              <a:gd name="connsiteX979" fmla="*/ 0 w 7467600"/>
              <a:gd name="connsiteY979" fmla="*/ 146618 h 6858000"/>
              <a:gd name="connsiteX980" fmla="*/ 0 w 7467600"/>
              <a:gd name="connsiteY980" fmla="*/ 59161 h 6858000"/>
              <a:gd name="connsiteX981" fmla="*/ 45427 w 7467600"/>
              <a:gd name="connsiteY981" fmla="*/ 101078 h 6858000"/>
              <a:gd name="connsiteX982" fmla="*/ 630103 w 7467600"/>
              <a:gd name="connsiteY982" fmla="*/ 485885 h 6858000"/>
              <a:gd name="connsiteX983" fmla="*/ 532040 w 7467600"/>
              <a:gd name="connsiteY983" fmla="*/ 399359 h 6858000"/>
              <a:gd name="connsiteX984" fmla="*/ 517618 w 7467600"/>
              <a:gd name="connsiteY984" fmla="*/ 385726 h 6858000"/>
              <a:gd name="connsiteX985" fmla="*/ 285074 w 7467600"/>
              <a:gd name="connsiteY985" fmla="*/ 182755 h 6858000"/>
              <a:gd name="connsiteX986" fmla="*/ 43151 w 7467600"/>
              <a:gd name="connsiteY98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312201 w 7467600"/>
              <a:gd name="connsiteY129" fmla="*/ 5128278 h 6858000"/>
              <a:gd name="connsiteX130" fmla="*/ 1903353 w 7467600"/>
              <a:gd name="connsiteY130" fmla="*/ 5044827 h 6858000"/>
              <a:gd name="connsiteX131" fmla="*/ 1936931 w 7467600"/>
              <a:gd name="connsiteY131" fmla="*/ 5093954 h 6858000"/>
              <a:gd name="connsiteX132" fmla="*/ 2195868 w 7467600"/>
              <a:gd name="connsiteY132" fmla="*/ 5396574 h 6858000"/>
              <a:gd name="connsiteX133" fmla="*/ 2088852 w 7467600"/>
              <a:gd name="connsiteY133" fmla="*/ 5166123 h 6858000"/>
              <a:gd name="connsiteX134" fmla="*/ 1958241 w 7467600"/>
              <a:gd name="connsiteY134" fmla="*/ 5067955 h 6858000"/>
              <a:gd name="connsiteX135" fmla="*/ 1903353 w 7467600"/>
              <a:gd name="connsiteY135" fmla="*/ 5044827 h 6858000"/>
              <a:gd name="connsiteX136" fmla="*/ 1979378 w 7467600"/>
              <a:gd name="connsiteY136" fmla="*/ 4769504 h 6858000"/>
              <a:gd name="connsiteX137" fmla="*/ 2882120 w 7467600"/>
              <a:gd name="connsiteY137" fmla="*/ 5064547 h 6858000"/>
              <a:gd name="connsiteX138" fmla="*/ 2793103 w 7467600"/>
              <a:gd name="connsiteY138" fmla="*/ 5039699 h 6858000"/>
              <a:gd name="connsiteX139" fmla="*/ 2770041 w 7467600"/>
              <a:gd name="connsiteY139" fmla="*/ 5033634 h 6858000"/>
              <a:gd name="connsiteX140" fmla="*/ 1979378 w 7467600"/>
              <a:gd name="connsiteY140" fmla="*/ 4769504 h 6858000"/>
              <a:gd name="connsiteX141" fmla="*/ 1927410 w 7467600"/>
              <a:gd name="connsiteY141" fmla="*/ 4716164 h 6858000"/>
              <a:gd name="connsiteX142" fmla="*/ 1959587 w 7467600"/>
              <a:gd name="connsiteY142" fmla="*/ 4728849 h 6858000"/>
              <a:gd name="connsiteX143" fmla="*/ 2777707 w 7467600"/>
              <a:gd name="connsiteY143" fmla="*/ 5003991 h 6858000"/>
              <a:gd name="connsiteX144" fmla="*/ 2800768 w 7467600"/>
              <a:gd name="connsiteY144" fmla="*/ 5010056 h 6858000"/>
              <a:gd name="connsiteX145" fmla="*/ 2879408 w 7467600"/>
              <a:gd name="connsiteY145" fmla="*/ 5031590 h 6858000"/>
              <a:gd name="connsiteX146" fmla="*/ 2862295 w 7467600"/>
              <a:gd name="connsiteY146" fmla="*/ 5022958 h 6858000"/>
              <a:gd name="connsiteX147" fmla="*/ 2813343 w 7467600"/>
              <a:gd name="connsiteY147" fmla="*/ 4998369 h 6858000"/>
              <a:gd name="connsiteX148" fmla="*/ 2646245 w 7467600"/>
              <a:gd name="connsiteY148" fmla="*/ 4930999 h 6858000"/>
              <a:gd name="connsiteX149" fmla="*/ 1999243 w 7467600"/>
              <a:gd name="connsiteY149" fmla="*/ 4730524 h 6858000"/>
              <a:gd name="connsiteX150" fmla="*/ 1979527 w 7467600"/>
              <a:gd name="connsiteY150" fmla="*/ 4726651 h 6858000"/>
              <a:gd name="connsiteX151" fmla="*/ 1927410 w 7467600"/>
              <a:gd name="connsiteY151" fmla="*/ 4716164 h 6858000"/>
              <a:gd name="connsiteX152" fmla="*/ 1997014 w 7467600"/>
              <a:gd name="connsiteY152" fmla="*/ 4698007 h 6858000"/>
              <a:gd name="connsiteX153" fmla="*/ 2005458 w 7467600"/>
              <a:gd name="connsiteY153" fmla="*/ 4699540 h 6858000"/>
              <a:gd name="connsiteX154" fmla="*/ 2657186 w 7467600"/>
              <a:gd name="connsiteY154" fmla="*/ 4901687 h 6858000"/>
              <a:gd name="connsiteX155" fmla="*/ 2826662 w 7467600"/>
              <a:gd name="connsiteY155" fmla="*/ 4970362 h 6858000"/>
              <a:gd name="connsiteX156" fmla="*/ 2876100 w 7467600"/>
              <a:gd name="connsiteY156" fmla="*/ 4995397 h 6858000"/>
              <a:gd name="connsiteX157" fmla="*/ 3042600 w 7467600"/>
              <a:gd name="connsiteY157" fmla="*/ 5059532 h 6858000"/>
              <a:gd name="connsiteX158" fmla="*/ 1997014 w 7467600"/>
              <a:gd name="connsiteY158" fmla="*/ 4698007 h 6858000"/>
              <a:gd name="connsiteX159" fmla="*/ 2305292 w 7467600"/>
              <a:gd name="connsiteY159" fmla="*/ 4219492 h 6858000"/>
              <a:gd name="connsiteX160" fmla="*/ 3360922 w 7467600"/>
              <a:gd name="connsiteY160" fmla="*/ 4529373 h 6858000"/>
              <a:gd name="connsiteX161" fmla="*/ 3492420 w 7467600"/>
              <a:gd name="connsiteY161" fmla="*/ 4510145 h 6858000"/>
              <a:gd name="connsiteX162" fmla="*/ 3364086 w 7467600"/>
              <a:gd name="connsiteY162" fmla="*/ 4480340 h 6858000"/>
              <a:gd name="connsiteX163" fmla="*/ 3225818 w 7467600"/>
              <a:gd name="connsiteY163" fmla="*/ 4411822 h 6858000"/>
              <a:gd name="connsiteX164" fmla="*/ 3129696 w 7467600"/>
              <a:gd name="connsiteY164" fmla="*/ 4360704 h 6858000"/>
              <a:gd name="connsiteX165" fmla="*/ 2814545 w 7467600"/>
              <a:gd name="connsiteY165" fmla="*/ 4282955 h 6858000"/>
              <a:gd name="connsiteX166" fmla="*/ 2305292 w 7467600"/>
              <a:gd name="connsiteY166" fmla="*/ 4219492 h 6858000"/>
              <a:gd name="connsiteX167" fmla="*/ 2626982 w 7467600"/>
              <a:gd name="connsiteY167" fmla="*/ 4206450 h 6858000"/>
              <a:gd name="connsiteX168" fmla="*/ 2490617 w 7467600"/>
              <a:gd name="connsiteY168" fmla="*/ 4206951 h 6858000"/>
              <a:gd name="connsiteX169" fmla="*/ 2819869 w 7467600"/>
              <a:gd name="connsiteY169" fmla="*/ 4252936 h 6858000"/>
              <a:gd name="connsiteX170" fmla="*/ 3143018 w 7467600"/>
              <a:gd name="connsiteY170" fmla="*/ 4332698 h 6858000"/>
              <a:gd name="connsiteX171" fmla="*/ 3241520 w 7467600"/>
              <a:gd name="connsiteY171" fmla="*/ 4385112 h 6858000"/>
              <a:gd name="connsiteX172" fmla="*/ 3374575 w 7467600"/>
              <a:gd name="connsiteY172" fmla="*/ 4451517 h 6858000"/>
              <a:gd name="connsiteX173" fmla="*/ 3505221 w 7467600"/>
              <a:gd name="connsiteY173" fmla="*/ 4480757 h 6858000"/>
              <a:gd name="connsiteX174" fmla="*/ 2626982 w 7467600"/>
              <a:gd name="connsiteY174" fmla="*/ 4206450 h 6858000"/>
              <a:gd name="connsiteX175" fmla="*/ 1310106 w 7467600"/>
              <a:gd name="connsiteY175" fmla="*/ 3943217 h 6858000"/>
              <a:gd name="connsiteX176" fmla="*/ 854994 w 7467600"/>
              <a:gd name="connsiteY176" fmla="*/ 4399136 h 6858000"/>
              <a:gd name="connsiteX177" fmla="*/ 742462 w 7467600"/>
              <a:gd name="connsiteY177" fmla="*/ 4594648 h 6858000"/>
              <a:gd name="connsiteX178" fmla="*/ 820602 w 7467600"/>
              <a:gd name="connsiteY178" fmla="*/ 4485915 h 6858000"/>
              <a:gd name="connsiteX179" fmla="*/ 878295 w 7467600"/>
              <a:gd name="connsiteY179" fmla="*/ 4403594 h 6858000"/>
              <a:gd name="connsiteX180" fmla="*/ 1240607 w 7467600"/>
              <a:gd name="connsiteY180" fmla="*/ 4010401 h 6858000"/>
              <a:gd name="connsiteX181" fmla="*/ 1310106 w 7467600"/>
              <a:gd name="connsiteY181" fmla="*/ 3943217 h 6858000"/>
              <a:gd name="connsiteX182" fmla="*/ 1423113 w 7467600"/>
              <a:gd name="connsiteY182" fmla="*/ 3874565 h 6858000"/>
              <a:gd name="connsiteX183" fmla="*/ 1260565 w 7467600"/>
              <a:gd name="connsiteY183" fmla="*/ 4031982 h 6858000"/>
              <a:gd name="connsiteX184" fmla="*/ 901900 w 7467600"/>
              <a:gd name="connsiteY184" fmla="*/ 4421236 h 6858000"/>
              <a:gd name="connsiteX185" fmla="*/ 845044 w 7467600"/>
              <a:gd name="connsiteY185" fmla="*/ 4502436 h 6858000"/>
              <a:gd name="connsiteX186" fmla="*/ 685926 w 7467600"/>
              <a:gd name="connsiteY186" fmla="*/ 4703069 h 6858000"/>
              <a:gd name="connsiteX187" fmla="*/ 684248 w 7467600"/>
              <a:gd name="connsiteY187" fmla="*/ 4706721 h 6858000"/>
              <a:gd name="connsiteX188" fmla="*/ 1423113 w 7467600"/>
              <a:gd name="connsiteY188" fmla="*/ 3874565 h 6858000"/>
              <a:gd name="connsiteX189" fmla="*/ 3316479 w 7467600"/>
              <a:gd name="connsiteY189" fmla="*/ 3872136 h 6858000"/>
              <a:gd name="connsiteX190" fmla="*/ 3546806 w 7467600"/>
              <a:gd name="connsiteY190" fmla="*/ 4356139 h 6858000"/>
              <a:gd name="connsiteX191" fmla="*/ 3364433 w 7467600"/>
              <a:gd name="connsiteY191" fmla="*/ 3953121 h 6858000"/>
              <a:gd name="connsiteX192" fmla="*/ 3316479 w 7467600"/>
              <a:gd name="connsiteY192" fmla="*/ 3872136 h 6858000"/>
              <a:gd name="connsiteX193" fmla="*/ 3291335 w 7467600"/>
              <a:gd name="connsiteY193" fmla="*/ 3767420 h 6858000"/>
              <a:gd name="connsiteX194" fmla="*/ 3390805 w 7467600"/>
              <a:gd name="connsiteY194" fmla="*/ 3937163 h 6858000"/>
              <a:gd name="connsiteX195" fmla="*/ 3579062 w 7467600"/>
              <a:gd name="connsiteY195" fmla="*/ 4359040 h 6858000"/>
              <a:gd name="connsiteX196" fmla="*/ 3467355 w 7467600"/>
              <a:gd name="connsiteY196" fmla="*/ 3988130 h 6858000"/>
              <a:gd name="connsiteX197" fmla="*/ 3310753 w 7467600"/>
              <a:gd name="connsiteY197" fmla="*/ 3787140 h 6858000"/>
              <a:gd name="connsiteX198" fmla="*/ 3291335 w 7467600"/>
              <a:gd name="connsiteY198" fmla="*/ 3767420 h 6858000"/>
              <a:gd name="connsiteX199" fmla="*/ 1635889 w 7467600"/>
              <a:gd name="connsiteY199" fmla="*/ 3709494 h 6858000"/>
              <a:gd name="connsiteX200" fmla="*/ 1634800 w 7467600"/>
              <a:gd name="connsiteY200" fmla="*/ 3731111 h 6858000"/>
              <a:gd name="connsiteX201" fmla="*/ 1635889 w 7467600"/>
              <a:gd name="connsiteY201" fmla="*/ 3709494 h 6858000"/>
              <a:gd name="connsiteX202" fmla="*/ 1510397 w 7467600"/>
              <a:gd name="connsiteY202" fmla="*/ 3684705 h 6858000"/>
              <a:gd name="connsiteX203" fmla="*/ 1146550 w 7467600"/>
              <a:gd name="connsiteY203" fmla="*/ 3802012 h 6858000"/>
              <a:gd name="connsiteX204" fmla="*/ 698834 w 7467600"/>
              <a:gd name="connsiteY204" fmla="*/ 3952272 h 6858000"/>
              <a:gd name="connsiteX205" fmla="*/ 34256 w 7467600"/>
              <a:gd name="connsiteY205" fmla="*/ 4347603 h 6858000"/>
              <a:gd name="connsiteX206" fmla="*/ 527241 w 7467600"/>
              <a:gd name="connsiteY206" fmla="*/ 4065078 h 6858000"/>
              <a:gd name="connsiteX207" fmla="*/ 1510397 w 7467600"/>
              <a:gd name="connsiteY207" fmla="*/ 3684705 h 6858000"/>
              <a:gd name="connsiteX208" fmla="*/ 1313114 w 7467600"/>
              <a:gd name="connsiteY208" fmla="*/ 3655216 h 6858000"/>
              <a:gd name="connsiteX209" fmla="*/ 1109304 w 7467600"/>
              <a:gd name="connsiteY209" fmla="*/ 3669030 h 6858000"/>
              <a:gd name="connsiteX210" fmla="*/ 8129 w 7467600"/>
              <a:gd name="connsiteY210" fmla="*/ 4330519 h 6858000"/>
              <a:gd name="connsiteX211" fmla="*/ 687572 w 7467600"/>
              <a:gd name="connsiteY211" fmla="*/ 3925629 h 6858000"/>
              <a:gd name="connsiteX212" fmla="*/ 1138365 w 7467600"/>
              <a:gd name="connsiteY212" fmla="*/ 3774515 h 6858000"/>
              <a:gd name="connsiteX213" fmla="*/ 1505579 w 7467600"/>
              <a:gd name="connsiteY213" fmla="*/ 3655526 h 6858000"/>
              <a:gd name="connsiteX214" fmla="*/ 1313114 w 7467600"/>
              <a:gd name="connsiteY214" fmla="*/ 3655216 h 6858000"/>
              <a:gd name="connsiteX215" fmla="*/ 3655073 w 7467600"/>
              <a:gd name="connsiteY215" fmla="*/ 3650884 h 6858000"/>
              <a:gd name="connsiteX216" fmla="*/ 3989938 w 7467600"/>
              <a:gd name="connsiteY216" fmla="*/ 3991685 h 6858000"/>
              <a:gd name="connsiteX217" fmla="*/ 4393907 w 7467600"/>
              <a:gd name="connsiteY217" fmla="*/ 4261258 h 6858000"/>
              <a:gd name="connsiteX218" fmla="*/ 4648051 w 7467600"/>
              <a:gd name="connsiteY218" fmla="*/ 4374051 h 6858000"/>
              <a:gd name="connsiteX219" fmla="*/ 4383389 w 7467600"/>
              <a:gd name="connsiteY219" fmla="*/ 4184369 h 6858000"/>
              <a:gd name="connsiteX220" fmla="*/ 4165508 w 7467600"/>
              <a:gd name="connsiteY220" fmla="*/ 4035196 h 6858000"/>
              <a:gd name="connsiteX221" fmla="*/ 4068162 w 7467600"/>
              <a:gd name="connsiteY221" fmla="*/ 3953394 h 6858000"/>
              <a:gd name="connsiteX222" fmla="*/ 3981416 w 7467600"/>
              <a:gd name="connsiteY222" fmla="*/ 3880482 h 6858000"/>
              <a:gd name="connsiteX223" fmla="*/ 3800147 w 7467600"/>
              <a:gd name="connsiteY223" fmla="*/ 3749872 h 6858000"/>
              <a:gd name="connsiteX224" fmla="*/ 3655073 w 7467600"/>
              <a:gd name="connsiteY224" fmla="*/ 3650884 h 6858000"/>
              <a:gd name="connsiteX225" fmla="*/ 3670252 w 7467600"/>
              <a:gd name="connsiteY225" fmla="*/ 3622798 h 6858000"/>
              <a:gd name="connsiteX226" fmla="*/ 3817258 w 7467600"/>
              <a:gd name="connsiteY226" fmla="*/ 3723577 h 6858000"/>
              <a:gd name="connsiteX227" fmla="*/ 4000461 w 7467600"/>
              <a:gd name="connsiteY227" fmla="*/ 3855966 h 6858000"/>
              <a:gd name="connsiteX228" fmla="*/ 4088180 w 7467600"/>
              <a:gd name="connsiteY228" fmla="*/ 3929774 h 6858000"/>
              <a:gd name="connsiteX229" fmla="*/ 4184555 w 7467600"/>
              <a:gd name="connsiteY229" fmla="*/ 4010683 h 6858000"/>
              <a:gd name="connsiteX230" fmla="*/ 4399563 w 7467600"/>
              <a:gd name="connsiteY230" fmla="*/ 4158106 h 6858000"/>
              <a:gd name="connsiteX231" fmla="*/ 4684469 w 7467600"/>
              <a:gd name="connsiteY231" fmla="*/ 4364680 h 6858000"/>
              <a:gd name="connsiteX232" fmla="*/ 4690271 w 7467600"/>
              <a:gd name="connsiteY232" fmla="*/ 4370034 h 6858000"/>
              <a:gd name="connsiteX233" fmla="*/ 4136093 w 7467600"/>
              <a:gd name="connsiteY233" fmla="*/ 3858466 h 6858000"/>
              <a:gd name="connsiteX234" fmla="*/ 3670252 w 7467600"/>
              <a:gd name="connsiteY234" fmla="*/ 3622798 h 6858000"/>
              <a:gd name="connsiteX235" fmla="*/ 4440129 w 7467600"/>
              <a:gd name="connsiteY235" fmla="*/ 3448571 h 6858000"/>
              <a:gd name="connsiteX236" fmla="*/ 4856525 w 7467600"/>
              <a:gd name="connsiteY236" fmla="*/ 3915351 h 6858000"/>
              <a:gd name="connsiteX237" fmla="*/ 5059055 w 7467600"/>
              <a:gd name="connsiteY237" fmla="*/ 4108918 h 6858000"/>
              <a:gd name="connsiteX238" fmla="*/ 5290070 w 7467600"/>
              <a:gd name="connsiteY238" fmla="*/ 4263619 h 6858000"/>
              <a:gd name="connsiteX239" fmla="*/ 4834991 w 7467600"/>
              <a:gd name="connsiteY239" fmla="*/ 3830985 h 6858000"/>
              <a:gd name="connsiteX240" fmla="*/ 4440129 w 7467600"/>
              <a:gd name="connsiteY240" fmla="*/ 3448571 h 6858000"/>
              <a:gd name="connsiteX241" fmla="*/ 4441737 w 7467600"/>
              <a:gd name="connsiteY241" fmla="*/ 3399734 h 6858000"/>
              <a:gd name="connsiteX242" fmla="*/ 4431236 w 7467600"/>
              <a:gd name="connsiteY242" fmla="*/ 3400954 h 6858000"/>
              <a:gd name="connsiteX243" fmla="*/ 4557150 w 7467600"/>
              <a:gd name="connsiteY243" fmla="*/ 3510023 h 6858000"/>
              <a:gd name="connsiteX244" fmla="*/ 4856936 w 7467600"/>
              <a:gd name="connsiteY244" fmla="*/ 3809146 h 6858000"/>
              <a:gd name="connsiteX245" fmla="*/ 5111996 w 7467600"/>
              <a:gd name="connsiteY245" fmla="*/ 4065759 h 6858000"/>
              <a:gd name="connsiteX246" fmla="*/ 5388878 w 7467600"/>
              <a:gd name="connsiteY246" fmla="*/ 4300185 h 6858000"/>
              <a:gd name="connsiteX247" fmla="*/ 5425556 w 7467600"/>
              <a:gd name="connsiteY247" fmla="*/ 4308967 h 6858000"/>
              <a:gd name="connsiteX248" fmla="*/ 4943646 w 7467600"/>
              <a:gd name="connsiteY248" fmla="*/ 3822916 h 6858000"/>
              <a:gd name="connsiteX249" fmla="*/ 4594837 w 7467600"/>
              <a:gd name="connsiteY249" fmla="*/ 3532274 h 6858000"/>
              <a:gd name="connsiteX250" fmla="*/ 4441737 w 7467600"/>
              <a:gd name="connsiteY250" fmla="*/ 3399734 h 6858000"/>
              <a:gd name="connsiteX251" fmla="*/ 5425834 w 7467600"/>
              <a:gd name="connsiteY251" fmla="*/ 3162785 h 6858000"/>
              <a:gd name="connsiteX252" fmla="*/ 5401644 w 7467600"/>
              <a:gd name="connsiteY252" fmla="*/ 3617847 h 6858000"/>
              <a:gd name="connsiteX253" fmla="*/ 5467256 w 7467600"/>
              <a:gd name="connsiteY253" fmla="*/ 4175494 h 6858000"/>
              <a:gd name="connsiteX254" fmla="*/ 5448069 w 7467600"/>
              <a:gd name="connsiteY254" fmla="*/ 3567554 h 6858000"/>
              <a:gd name="connsiteX255" fmla="*/ 5425834 w 7467600"/>
              <a:gd name="connsiteY255" fmla="*/ 3162785 h 6858000"/>
              <a:gd name="connsiteX256" fmla="*/ 1318687 w 7467600"/>
              <a:gd name="connsiteY256" fmla="*/ 3113840 h 6858000"/>
              <a:gd name="connsiteX257" fmla="*/ 1066793 w 7467600"/>
              <a:gd name="connsiteY257" fmla="*/ 3212171 h 6858000"/>
              <a:gd name="connsiteX258" fmla="*/ 993319 w 7467600"/>
              <a:gd name="connsiteY258" fmla="*/ 3247648 h 6858000"/>
              <a:gd name="connsiteX259" fmla="*/ 853081 w 7467600"/>
              <a:gd name="connsiteY259" fmla="*/ 3312410 h 6858000"/>
              <a:gd name="connsiteX260" fmla="*/ 805957 w 7467600"/>
              <a:gd name="connsiteY260" fmla="*/ 3330443 h 6858000"/>
              <a:gd name="connsiteX261" fmla="*/ 1318687 w 7467600"/>
              <a:gd name="connsiteY261" fmla="*/ 3113840 h 6858000"/>
              <a:gd name="connsiteX262" fmla="*/ 5453702 w 7467600"/>
              <a:gd name="connsiteY262" fmla="*/ 3090882 h 6858000"/>
              <a:gd name="connsiteX263" fmla="*/ 5480135 w 7467600"/>
              <a:gd name="connsiteY263" fmla="*/ 3565802 h 6858000"/>
              <a:gd name="connsiteX264" fmla="*/ 5499023 w 7467600"/>
              <a:gd name="connsiteY264" fmla="*/ 4166310 h 6858000"/>
              <a:gd name="connsiteX265" fmla="*/ 5547022 w 7467600"/>
              <a:gd name="connsiteY265" fmla="*/ 3607838 h 6858000"/>
              <a:gd name="connsiteX266" fmla="*/ 5515964 w 7467600"/>
              <a:gd name="connsiteY266" fmla="*/ 3378541 h 6858000"/>
              <a:gd name="connsiteX267" fmla="*/ 5453702 w 7467600"/>
              <a:gd name="connsiteY267" fmla="*/ 3090882 h 6858000"/>
              <a:gd name="connsiteX268" fmla="*/ 1238695 w 7467600"/>
              <a:gd name="connsiteY268" fmla="*/ 3076820 h 6858000"/>
              <a:gd name="connsiteX269" fmla="*/ 716371 w 7467600"/>
              <a:gd name="connsiteY269" fmla="*/ 3293249 h 6858000"/>
              <a:gd name="connsiteX270" fmla="*/ 579522 w 7467600"/>
              <a:gd name="connsiteY270" fmla="*/ 3371759 h 6858000"/>
              <a:gd name="connsiteX271" fmla="*/ 600288 w 7467600"/>
              <a:gd name="connsiteY271" fmla="*/ 3365555 h 6858000"/>
              <a:gd name="connsiteX272" fmla="*/ 840692 w 7467600"/>
              <a:gd name="connsiteY272" fmla="*/ 3284921 h 6858000"/>
              <a:gd name="connsiteX273" fmla="*/ 979248 w 7467600"/>
              <a:gd name="connsiteY273" fmla="*/ 3221003 h 6858000"/>
              <a:gd name="connsiteX274" fmla="*/ 1053282 w 7467600"/>
              <a:gd name="connsiteY274" fmla="*/ 3185247 h 6858000"/>
              <a:gd name="connsiteX275" fmla="*/ 1320603 w 7467600"/>
              <a:gd name="connsiteY275" fmla="*/ 3081281 h 6858000"/>
              <a:gd name="connsiteX276" fmla="*/ 1238695 w 7467600"/>
              <a:gd name="connsiteY276" fmla="*/ 3076820 h 6858000"/>
              <a:gd name="connsiteX277" fmla="*/ 5425627 w 7467600"/>
              <a:gd name="connsiteY277" fmla="*/ 2954192 h 6858000"/>
              <a:gd name="connsiteX278" fmla="*/ 5470770 w 7467600"/>
              <a:gd name="connsiteY278" fmla="*/ 3005435 h 6858000"/>
              <a:gd name="connsiteX279" fmla="*/ 5519779 w 7467600"/>
              <a:gd name="connsiteY279" fmla="*/ 4359223 h 6858000"/>
              <a:gd name="connsiteX280" fmla="*/ 5520293 w 7467600"/>
              <a:gd name="connsiteY280" fmla="*/ 4360602 h 6858000"/>
              <a:gd name="connsiteX281" fmla="*/ 5767221 w 7467600"/>
              <a:gd name="connsiteY281" fmla="*/ 4665564 h 6858000"/>
              <a:gd name="connsiteX282" fmla="*/ 6937169 w 7467600"/>
              <a:gd name="connsiteY282" fmla="*/ 4815941 h 6858000"/>
              <a:gd name="connsiteX283" fmla="*/ 6953922 w 7467600"/>
              <a:gd name="connsiteY283" fmla="*/ 4890068 h 6858000"/>
              <a:gd name="connsiteX284" fmla="*/ 6071359 w 7467600"/>
              <a:gd name="connsiteY284" fmla="*/ 4770770 h 6858000"/>
              <a:gd name="connsiteX285" fmla="*/ 6038839 w 7467600"/>
              <a:gd name="connsiteY285" fmla="*/ 4764474 h 6858000"/>
              <a:gd name="connsiteX286" fmla="*/ 6038706 w 7467600"/>
              <a:gd name="connsiteY286" fmla="*/ 4763847 h 6858000"/>
              <a:gd name="connsiteX287" fmla="*/ 6037784 w 7467600"/>
              <a:gd name="connsiteY287" fmla="*/ 4764270 h 6858000"/>
              <a:gd name="connsiteX288" fmla="*/ 6038839 w 7467600"/>
              <a:gd name="connsiteY288" fmla="*/ 4764474 h 6858000"/>
              <a:gd name="connsiteX289" fmla="*/ 6040338 w 7467600"/>
              <a:gd name="connsiteY289" fmla="*/ 4771418 h 6858000"/>
              <a:gd name="connsiteX290" fmla="*/ 6024488 w 7467600"/>
              <a:gd name="connsiteY290" fmla="*/ 4809903 h 6858000"/>
              <a:gd name="connsiteX291" fmla="*/ 5599771 w 7467600"/>
              <a:gd name="connsiteY291" fmla="*/ 5509652 h 6858000"/>
              <a:gd name="connsiteX292" fmla="*/ 5548843 w 7467600"/>
              <a:gd name="connsiteY292" fmla="*/ 5563845 h 6858000"/>
              <a:gd name="connsiteX293" fmla="*/ 5940952 w 7467600"/>
              <a:gd name="connsiteY293" fmla="*/ 6250028 h 6858000"/>
              <a:gd name="connsiteX294" fmla="*/ 6043441 w 7467600"/>
              <a:gd name="connsiteY294" fmla="*/ 6665847 h 6858000"/>
              <a:gd name="connsiteX295" fmla="*/ 6093432 w 7467600"/>
              <a:gd name="connsiteY295" fmla="*/ 6858000 h 6858000"/>
              <a:gd name="connsiteX296" fmla="*/ 6034344 w 7467600"/>
              <a:gd name="connsiteY296" fmla="*/ 6858000 h 6858000"/>
              <a:gd name="connsiteX297" fmla="*/ 6026679 w 7467600"/>
              <a:gd name="connsiteY297" fmla="*/ 6836959 h 6858000"/>
              <a:gd name="connsiteX298" fmla="*/ 5800441 w 7467600"/>
              <a:gd name="connsiteY298" fmla="*/ 6335286 h 6858000"/>
              <a:gd name="connsiteX299" fmla="*/ 5526562 w 7467600"/>
              <a:gd name="connsiteY299" fmla="*/ 5705388 h 6858000"/>
              <a:gd name="connsiteX300" fmla="*/ 5519640 w 7467600"/>
              <a:gd name="connsiteY300" fmla="*/ 5683774 h 6858000"/>
              <a:gd name="connsiteX301" fmla="*/ 5844559 w 7467600"/>
              <a:gd name="connsiteY301" fmla="*/ 6553349 h 6858000"/>
              <a:gd name="connsiteX302" fmla="*/ 5975994 w 7467600"/>
              <a:gd name="connsiteY302" fmla="*/ 6858000 h 6858000"/>
              <a:gd name="connsiteX303" fmla="*/ 5898547 w 7467600"/>
              <a:gd name="connsiteY303" fmla="*/ 6858000 h 6858000"/>
              <a:gd name="connsiteX304" fmla="*/ 5682041 w 7467600"/>
              <a:gd name="connsiteY304" fmla="*/ 6355860 h 6858000"/>
              <a:gd name="connsiteX305" fmla="*/ 5461758 w 7467600"/>
              <a:gd name="connsiteY305" fmla="*/ 5820220 h 6858000"/>
              <a:gd name="connsiteX306" fmla="*/ 5237282 w 7467600"/>
              <a:gd name="connsiteY306" fmla="*/ 6579086 h 6858000"/>
              <a:gd name="connsiteX307" fmla="*/ 5115009 w 7467600"/>
              <a:gd name="connsiteY307" fmla="*/ 6858000 h 6858000"/>
              <a:gd name="connsiteX308" fmla="*/ 5028074 w 7467600"/>
              <a:gd name="connsiteY308" fmla="*/ 6858000 h 6858000"/>
              <a:gd name="connsiteX309" fmla="*/ 5079508 w 7467600"/>
              <a:gd name="connsiteY309" fmla="*/ 6749074 h 6858000"/>
              <a:gd name="connsiteX310" fmla="*/ 5371846 w 7467600"/>
              <a:gd name="connsiteY310" fmla="*/ 5924413 h 6858000"/>
              <a:gd name="connsiteX311" fmla="*/ 5270512 w 7467600"/>
              <a:gd name="connsiteY311" fmla="*/ 6138975 h 6858000"/>
              <a:gd name="connsiteX312" fmla="*/ 5062409 w 7467600"/>
              <a:gd name="connsiteY312" fmla="*/ 6653544 h 6858000"/>
              <a:gd name="connsiteX313" fmla="*/ 5036628 w 7467600"/>
              <a:gd name="connsiteY313" fmla="*/ 6754247 h 6858000"/>
              <a:gd name="connsiteX314" fmla="*/ 5009112 w 7467600"/>
              <a:gd name="connsiteY314" fmla="*/ 6858000 h 6858000"/>
              <a:gd name="connsiteX315" fmla="*/ 4976679 w 7467600"/>
              <a:gd name="connsiteY315" fmla="*/ 6858000 h 6858000"/>
              <a:gd name="connsiteX316" fmla="*/ 5006537 w 7467600"/>
              <a:gd name="connsiteY316" fmla="*/ 6747068 h 6858000"/>
              <a:gd name="connsiteX317" fmla="*/ 5032723 w 7467600"/>
              <a:gd name="connsiteY317" fmla="*/ 6644957 h 6858000"/>
              <a:gd name="connsiteX318" fmla="*/ 5242949 w 7467600"/>
              <a:gd name="connsiteY318" fmla="*/ 6125175 h 6858000"/>
              <a:gd name="connsiteX319" fmla="*/ 5286321 w 7467600"/>
              <a:gd name="connsiteY319" fmla="*/ 6033555 h 6858000"/>
              <a:gd name="connsiteX320" fmla="*/ 5008210 w 7467600"/>
              <a:gd name="connsiteY320" fmla="*/ 6649194 h 6858000"/>
              <a:gd name="connsiteX321" fmla="*/ 4986321 w 7467600"/>
              <a:gd name="connsiteY321" fmla="*/ 6765687 h 6858000"/>
              <a:gd name="connsiteX322" fmla="*/ 4973474 w 7467600"/>
              <a:gd name="connsiteY322" fmla="*/ 6858000 h 6858000"/>
              <a:gd name="connsiteX323" fmla="*/ 4907178 w 7467600"/>
              <a:gd name="connsiteY323" fmla="*/ 6858000 h 6858000"/>
              <a:gd name="connsiteX324" fmla="*/ 4910810 w 7467600"/>
              <a:gd name="connsiteY324" fmla="*/ 6829660 h 6858000"/>
              <a:gd name="connsiteX325" fmla="*/ 4987461 w 7467600"/>
              <a:gd name="connsiteY325" fmla="*/ 6432994 h 6858000"/>
              <a:gd name="connsiteX326" fmla="*/ 5179262 w 7467600"/>
              <a:gd name="connsiteY326" fmla="*/ 6035044 h 6858000"/>
              <a:gd name="connsiteX327" fmla="*/ 4689678 w 7467600"/>
              <a:gd name="connsiteY327" fmla="*/ 6440241 h 6858000"/>
              <a:gd name="connsiteX328" fmla="*/ 4477543 w 7467600"/>
              <a:gd name="connsiteY328" fmla="*/ 6674836 h 6858000"/>
              <a:gd name="connsiteX329" fmla="*/ 4329957 w 7467600"/>
              <a:gd name="connsiteY329" fmla="*/ 6858000 h 6858000"/>
              <a:gd name="connsiteX330" fmla="*/ 4218595 w 7467600"/>
              <a:gd name="connsiteY330" fmla="*/ 6858000 h 6858000"/>
              <a:gd name="connsiteX331" fmla="*/ 4368888 w 7467600"/>
              <a:gd name="connsiteY331" fmla="*/ 6668412 h 6858000"/>
              <a:gd name="connsiteX332" fmla="*/ 4563091 w 7467600"/>
              <a:gd name="connsiteY332" fmla="*/ 6442508 h 6858000"/>
              <a:gd name="connsiteX333" fmla="*/ 5387324 w 7467600"/>
              <a:gd name="connsiteY333" fmla="*/ 5705830 h 6858000"/>
              <a:gd name="connsiteX334" fmla="*/ 5073620 w 7467600"/>
              <a:gd name="connsiteY334" fmla="*/ 5955437 h 6858000"/>
              <a:gd name="connsiteX335" fmla="*/ 4689789 w 7467600"/>
              <a:gd name="connsiteY335" fmla="*/ 6268382 h 6858000"/>
              <a:gd name="connsiteX336" fmla="*/ 4418722 w 7467600"/>
              <a:gd name="connsiteY336" fmla="*/ 6570886 h 6858000"/>
              <a:gd name="connsiteX337" fmla="*/ 4214944 w 7467600"/>
              <a:gd name="connsiteY337" fmla="*/ 6858000 h 6858000"/>
              <a:gd name="connsiteX338" fmla="*/ 4177898 w 7467600"/>
              <a:gd name="connsiteY338" fmla="*/ 6858000 h 6858000"/>
              <a:gd name="connsiteX339" fmla="*/ 4391597 w 7467600"/>
              <a:gd name="connsiteY339" fmla="*/ 6556370 h 6858000"/>
              <a:gd name="connsiteX340" fmla="*/ 4668889 w 7467600"/>
              <a:gd name="connsiteY340" fmla="*/ 6246399 h 6858000"/>
              <a:gd name="connsiteX341" fmla="*/ 5055427 w 7467600"/>
              <a:gd name="connsiteY341" fmla="*/ 5931476 h 6858000"/>
              <a:gd name="connsiteX342" fmla="*/ 5371814 w 7467600"/>
              <a:gd name="connsiteY342" fmla="*/ 5678975 h 6858000"/>
              <a:gd name="connsiteX343" fmla="*/ 4987918 w 7467600"/>
              <a:gd name="connsiteY343" fmla="*/ 5838701 h 6858000"/>
              <a:gd name="connsiteX344" fmla="*/ 4317146 w 7467600"/>
              <a:gd name="connsiteY344" fmla="*/ 6587716 h 6858000"/>
              <a:gd name="connsiteX345" fmla="*/ 4171627 w 7467600"/>
              <a:gd name="connsiteY345" fmla="*/ 6858000 h 6858000"/>
              <a:gd name="connsiteX346" fmla="*/ 4081585 w 7467600"/>
              <a:gd name="connsiteY346" fmla="*/ 6858000 h 6858000"/>
              <a:gd name="connsiteX347" fmla="*/ 4238603 w 7467600"/>
              <a:gd name="connsiteY347" fmla="*/ 6559341 h 6858000"/>
              <a:gd name="connsiteX348" fmla="*/ 4778333 w 7467600"/>
              <a:gd name="connsiteY348" fmla="*/ 5873626 h 6858000"/>
              <a:gd name="connsiteX349" fmla="*/ 5414185 w 7467600"/>
              <a:gd name="connsiteY349" fmla="*/ 5573882 h 6858000"/>
              <a:gd name="connsiteX350" fmla="*/ 5959648 w 7467600"/>
              <a:gd name="connsiteY350" fmla="*/ 4760797 h 6858000"/>
              <a:gd name="connsiteX351" fmla="*/ 5355019 w 7467600"/>
              <a:gd name="connsiteY351" fmla="*/ 4734672 h 6858000"/>
              <a:gd name="connsiteX352" fmla="*/ 5083565 w 7467600"/>
              <a:gd name="connsiteY352" fmla="*/ 5179121 h 6858000"/>
              <a:gd name="connsiteX353" fmla="*/ 4713577 w 7467600"/>
              <a:gd name="connsiteY353" fmla="*/ 5616803 h 6858000"/>
              <a:gd name="connsiteX354" fmla="*/ 3989559 w 7467600"/>
              <a:gd name="connsiteY354" fmla="*/ 6145945 h 6858000"/>
              <a:gd name="connsiteX355" fmla="*/ 3939824 w 7467600"/>
              <a:gd name="connsiteY355" fmla="*/ 6066900 h 6858000"/>
              <a:gd name="connsiteX356" fmla="*/ 4584537 w 7467600"/>
              <a:gd name="connsiteY356" fmla="*/ 5324826 h 6858000"/>
              <a:gd name="connsiteX357" fmla="*/ 5037105 w 7467600"/>
              <a:gd name="connsiteY357" fmla="*/ 5088765 h 6858000"/>
              <a:gd name="connsiteX358" fmla="*/ 5039930 w 7467600"/>
              <a:gd name="connsiteY358" fmla="*/ 5089585 h 6858000"/>
              <a:gd name="connsiteX359" fmla="*/ 5263764 w 7467600"/>
              <a:gd name="connsiteY359" fmla="*/ 4735525 h 6858000"/>
              <a:gd name="connsiteX360" fmla="*/ 4086300 w 7467600"/>
              <a:gd name="connsiteY360" fmla="*/ 4884599 h 6858000"/>
              <a:gd name="connsiteX361" fmla="*/ 4085485 w 7467600"/>
              <a:gd name="connsiteY361" fmla="*/ 4899070 h 6858000"/>
              <a:gd name="connsiteX362" fmla="*/ 3871915 w 7467600"/>
              <a:gd name="connsiteY362" fmla="*/ 5253645 h 6858000"/>
              <a:gd name="connsiteX363" fmla="*/ 3799374 w 7467600"/>
              <a:gd name="connsiteY363" fmla="*/ 5466127 h 6858000"/>
              <a:gd name="connsiteX364" fmla="*/ 3498850 w 7467600"/>
              <a:gd name="connsiteY364" fmla="*/ 6661888 h 6858000"/>
              <a:gd name="connsiteX365" fmla="*/ 3399216 w 7467600"/>
              <a:gd name="connsiteY365" fmla="*/ 6858000 h 6858000"/>
              <a:gd name="connsiteX366" fmla="*/ 3303688 w 7467600"/>
              <a:gd name="connsiteY366" fmla="*/ 6858000 h 6858000"/>
              <a:gd name="connsiteX367" fmla="*/ 3391774 w 7467600"/>
              <a:gd name="connsiteY367" fmla="*/ 6697181 h 6858000"/>
              <a:gd name="connsiteX368" fmla="*/ 3735540 w 7467600"/>
              <a:gd name="connsiteY368" fmla="*/ 5546923 h 6858000"/>
              <a:gd name="connsiteX369" fmla="*/ 3729438 w 7467600"/>
              <a:gd name="connsiteY369" fmla="*/ 5569058 h 6858000"/>
              <a:gd name="connsiteX370" fmla="*/ 3707782 w 7467600"/>
              <a:gd name="connsiteY370" fmla="*/ 5644908 h 6858000"/>
              <a:gd name="connsiteX371" fmla="*/ 3583827 w 7467600"/>
              <a:gd name="connsiteY371" fmla="*/ 6039215 h 6858000"/>
              <a:gd name="connsiteX372" fmla="*/ 3547861 w 7467600"/>
              <a:gd name="connsiteY372" fmla="*/ 6129609 h 6858000"/>
              <a:gd name="connsiteX373" fmla="*/ 3490905 w 7467600"/>
              <a:gd name="connsiteY373" fmla="*/ 6277660 h 6858000"/>
              <a:gd name="connsiteX374" fmla="*/ 3455859 w 7467600"/>
              <a:gd name="connsiteY374" fmla="*/ 6391301 h 6858000"/>
              <a:gd name="connsiteX375" fmla="*/ 3429112 w 7467600"/>
              <a:gd name="connsiteY375" fmla="*/ 6479469 h 6858000"/>
              <a:gd name="connsiteX376" fmla="*/ 3304862 w 7467600"/>
              <a:gd name="connsiteY376" fmla="*/ 6796476 h 6858000"/>
              <a:gd name="connsiteX377" fmla="*/ 3276071 w 7467600"/>
              <a:gd name="connsiteY377" fmla="*/ 6858000 h 6858000"/>
              <a:gd name="connsiteX378" fmla="*/ 3240805 w 7467600"/>
              <a:gd name="connsiteY378" fmla="*/ 6858000 h 6858000"/>
              <a:gd name="connsiteX379" fmla="*/ 3275917 w 7467600"/>
              <a:gd name="connsiteY379" fmla="*/ 6783192 h 6858000"/>
              <a:gd name="connsiteX380" fmla="*/ 3399358 w 7467600"/>
              <a:gd name="connsiteY380" fmla="*/ 6469011 h 6858000"/>
              <a:gd name="connsiteX381" fmla="*/ 3425650 w 7467600"/>
              <a:gd name="connsiteY381" fmla="*/ 6381333 h 6858000"/>
              <a:gd name="connsiteX382" fmla="*/ 3460661 w 7467600"/>
              <a:gd name="connsiteY382" fmla="*/ 6266763 h 6858000"/>
              <a:gd name="connsiteX383" fmla="*/ 3518021 w 7467600"/>
              <a:gd name="connsiteY383" fmla="*/ 6117298 h 6858000"/>
              <a:gd name="connsiteX384" fmla="*/ 3554035 w 7467600"/>
              <a:gd name="connsiteY384" fmla="*/ 6027832 h 6858000"/>
              <a:gd name="connsiteX385" fmla="*/ 3677174 w 7467600"/>
              <a:gd name="connsiteY385" fmla="*/ 5636351 h 6858000"/>
              <a:gd name="connsiteX386" fmla="*/ 3698819 w 7467600"/>
              <a:gd name="connsiteY386" fmla="*/ 5560503 h 6858000"/>
              <a:gd name="connsiteX387" fmla="*/ 3702094 w 7467600"/>
              <a:gd name="connsiteY387" fmla="*/ 5549194 h 6858000"/>
              <a:gd name="connsiteX388" fmla="*/ 3398355 w 7467600"/>
              <a:gd name="connsiteY388" fmla="*/ 6094603 h 6858000"/>
              <a:gd name="connsiteX389" fmla="*/ 3193941 w 7467600"/>
              <a:gd name="connsiteY389" fmla="*/ 6798775 h 6858000"/>
              <a:gd name="connsiteX390" fmla="*/ 3184140 w 7467600"/>
              <a:gd name="connsiteY390" fmla="*/ 6858000 h 6858000"/>
              <a:gd name="connsiteX391" fmla="*/ 3099978 w 7467600"/>
              <a:gd name="connsiteY391" fmla="*/ 6858000 h 6858000"/>
              <a:gd name="connsiteX392" fmla="*/ 3101556 w 7467600"/>
              <a:gd name="connsiteY392" fmla="*/ 6843337 h 6858000"/>
              <a:gd name="connsiteX393" fmla="*/ 3370162 w 7467600"/>
              <a:gd name="connsiteY393" fmla="*/ 5785550 h 6858000"/>
              <a:gd name="connsiteX394" fmla="*/ 3746477 w 7467600"/>
              <a:gd name="connsiteY394" fmla="*/ 5377889 h 6858000"/>
              <a:gd name="connsiteX395" fmla="*/ 3863399 w 7467600"/>
              <a:gd name="connsiteY395" fmla="*/ 5087257 h 6858000"/>
              <a:gd name="connsiteX396" fmla="*/ 3968712 w 7467600"/>
              <a:gd name="connsiteY396" fmla="*/ 4913989 h 6858000"/>
              <a:gd name="connsiteX397" fmla="*/ 2792390 w 7467600"/>
              <a:gd name="connsiteY397" fmla="*/ 5382974 h 6858000"/>
              <a:gd name="connsiteX398" fmla="*/ 2714982 w 7467600"/>
              <a:gd name="connsiteY398" fmla="*/ 5427051 h 6858000"/>
              <a:gd name="connsiteX399" fmla="*/ 2813361 w 7467600"/>
              <a:gd name="connsiteY399" fmla="*/ 6023912 h 6858000"/>
              <a:gd name="connsiteX400" fmla="*/ 2688430 w 7467600"/>
              <a:gd name="connsiteY400" fmla="*/ 6801564 h 6858000"/>
              <a:gd name="connsiteX401" fmla="*/ 2629626 w 7467600"/>
              <a:gd name="connsiteY401" fmla="*/ 6763394 h 6858000"/>
              <a:gd name="connsiteX402" fmla="*/ 2565328 w 7467600"/>
              <a:gd name="connsiteY402" fmla="*/ 5516399 h 6858000"/>
              <a:gd name="connsiteX403" fmla="*/ 1922999 w 7467600"/>
              <a:gd name="connsiteY403" fmla="*/ 5980343 h 6858000"/>
              <a:gd name="connsiteX404" fmla="*/ 1950261 w 7467600"/>
              <a:gd name="connsiteY404" fmla="*/ 6405858 h 6858000"/>
              <a:gd name="connsiteX405" fmla="*/ 2365554 w 7467600"/>
              <a:gd name="connsiteY405" fmla="*/ 6759107 h 6858000"/>
              <a:gd name="connsiteX406" fmla="*/ 2424142 w 7467600"/>
              <a:gd name="connsiteY406" fmla="*/ 6858000 h 6858000"/>
              <a:gd name="connsiteX407" fmla="*/ 2395994 w 7467600"/>
              <a:gd name="connsiteY407" fmla="*/ 6858000 h 6858000"/>
              <a:gd name="connsiteX408" fmla="*/ 2392863 w 7467600"/>
              <a:gd name="connsiteY408" fmla="*/ 6852964 h 6858000"/>
              <a:gd name="connsiteX409" fmla="*/ 2017589 w 7467600"/>
              <a:gd name="connsiteY409" fmla="*/ 6493982 h 6858000"/>
              <a:gd name="connsiteX410" fmla="*/ 2147336 w 7467600"/>
              <a:gd name="connsiteY410" fmla="*/ 6594052 h 6858000"/>
              <a:gd name="connsiteX411" fmla="*/ 2207047 w 7467600"/>
              <a:gd name="connsiteY411" fmla="*/ 6654540 h 6858000"/>
              <a:gd name="connsiteX412" fmla="*/ 2299106 w 7467600"/>
              <a:gd name="connsiteY412" fmla="*/ 6778931 h 6858000"/>
              <a:gd name="connsiteX413" fmla="*/ 2314430 w 7467600"/>
              <a:gd name="connsiteY413" fmla="*/ 6801144 h 6858000"/>
              <a:gd name="connsiteX414" fmla="*/ 2352406 w 7467600"/>
              <a:gd name="connsiteY414" fmla="*/ 6858000 h 6858000"/>
              <a:gd name="connsiteX415" fmla="*/ 2314492 w 7467600"/>
              <a:gd name="connsiteY415" fmla="*/ 6858000 h 6858000"/>
              <a:gd name="connsiteX416" fmla="*/ 2288095 w 7467600"/>
              <a:gd name="connsiteY416" fmla="*/ 6818030 h 6858000"/>
              <a:gd name="connsiteX417" fmla="*/ 2272768 w 7467600"/>
              <a:gd name="connsiteY417" fmla="*/ 6795822 h 6858000"/>
              <a:gd name="connsiteX418" fmla="*/ 2182715 w 7467600"/>
              <a:gd name="connsiteY418" fmla="*/ 6675071 h 6858000"/>
              <a:gd name="connsiteX419" fmla="*/ 2032061 w 7467600"/>
              <a:gd name="connsiteY419" fmla="*/ 6541380 h 6858000"/>
              <a:gd name="connsiteX420" fmla="*/ 2257220 w 7467600"/>
              <a:gd name="connsiteY420" fmla="*/ 6826257 h 6858000"/>
              <a:gd name="connsiteX421" fmla="*/ 2281324 w 7467600"/>
              <a:gd name="connsiteY421" fmla="*/ 6858000 h 6858000"/>
              <a:gd name="connsiteX422" fmla="*/ 2242860 w 7467600"/>
              <a:gd name="connsiteY422" fmla="*/ 6858000 h 6858000"/>
              <a:gd name="connsiteX423" fmla="*/ 2232818 w 7467600"/>
              <a:gd name="connsiteY423" fmla="*/ 6844926 h 6858000"/>
              <a:gd name="connsiteX424" fmla="*/ 1990172 w 7467600"/>
              <a:gd name="connsiteY424" fmla="*/ 6542121 h 6858000"/>
              <a:gd name="connsiteX425" fmla="*/ 2124090 w 7467600"/>
              <a:gd name="connsiteY425" fmla="*/ 6761017 h 6858000"/>
              <a:gd name="connsiteX426" fmla="*/ 2200380 w 7467600"/>
              <a:gd name="connsiteY426" fmla="*/ 6858000 h 6858000"/>
              <a:gd name="connsiteX427" fmla="*/ 2147507 w 7467600"/>
              <a:gd name="connsiteY427" fmla="*/ 6858000 h 6858000"/>
              <a:gd name="connsiteX428" fmla="*/ 2070668 w 7467600"/>
              <a:gd name="connsiteY428" fmla="*/ 6761520 h 6858000"/>
              <a:gd name="connsiteX429" fmla="*/ 1975142 w 7467600"/>
              <a:gd name="connsiteY429" fmla="*/ 6585570 h 6858000"/>
              <a:gd name="connsiteX430" fmla="*/ 2050035 w 7467600"/>
              <a:gd name="connsiteY430" fmla="*/ 6813345 h 6858000"/>
              <a:gd name="connsiteX431" fmla="*/ 2063025 w 7467600"/>
              <a:gd name="connsiteY431" fmla="*/ 6858000 h 6858000"/>
              <a:gd name="connsiteX432" fmla="*/ 2021675 w 7467600"/>
              <a:gd name="connsiteY432" fmla="*/ 6858000 h 6858000"/>
              <a:gd name="connsiteX433" fmla="*/ 2019308 w 7467600"/>
              <a:gd name="connsiteY433" fmla="*/ 6847118 h 6858000"/>
              <a:gd name="connsiteX434" fmla="*/ 1938835 w 7467600"/>
              <a:gd name="connsiteY434" fmla="*/ 6551160 h 6858000"/>
              <a:gd name="connsiteX435" fmla="*/ 1953230 w 7467600"/>
              <a:gd name="connsiteY435" fmla="*/ 6759699 h 6858000"/>
              <a:gd name="connsiteX436" fmla="*/ 1956763 w 7467600"/>
              <a:gd name="connsiteY436" fmla="*/ 6778191 h 6858000"/>
              <a:gd name="connsiteX437" fmla="*/ 1967925 w 7467600"/>
              <a:gd name="connsiteY437" fmla="*/ 6858000 h 6858000"/>
              <a:gd name="connsiteX438" fmla="*/ 1936622 w 7467600"/>
              <a:gd name="connsiteY438" fmla="*/ 6858000 h 6858000"/>
              <a:gd name="connsiteX439" fmla="*/ 1926261 w 7467600"/>
              <a:gd name="connsiteY439" fmla="*/ 6784064 h 6858000"/>
              <a:gd name="connsiteX440" fmla="*/ 1922724 w 7467600"/>
              <a:gd name="connsiteY440" fmla="*/ 6765577 h 6858000"/>
              <a:gd name="connsiteX441" fmla="*/ 1904650 w 7467600"/>
              <a:gd name="connsiteY441" fmla="*/ 6639616 h 6858000"/>
              <a:gd name="connsiteX442" fmla="*/ 1885273 w 7467600"/>
              <a:gd name="connsiteY442" fmla="*/ 6858000 h 6858000"/>
              <a:gd name="connsiteX443" fmla="*/ 1854363 w 7467600"/>
              <a:gd name="connsiteY443" fmla="*/ 6858000 h 6858000"/>
              <a:gd name="connsiteX444" fmla="*/ 1880391 w 7467600"/>
              <a:gd name="connsiteY444" fmla="*/ 6603796 h 6858000"/>
              <a:gd name="connsiteX445" fmla="*/ 1818273 w 7467600"/>
              <a:gd name="connsiteY445" fmla="*/ 6715729 h 6858000"/>
              <a:gd name="connsiteX446" fmla="*/ 1794691 w 7467600"/>
              <a:gd name="connsiteY446" fmla="*/ 6843239 h 6858000"/>
              <a:gd name="connsiteX447" fmla="*/ 1794914 w 7467600"/>
              <a:gd name="connsiteY447" fmla="*/ 6858000 h 6858000"/>
              <a:gd name="connsiteX448" fmla="*/ 1746128 w 7467600"/>
              <a:gd name="connsiteY448" fmla="*/ 6858000 h 6858000"/>
              <a:gd name="connsiteX449" fmla="*/ 1753934 w 7467600"/>
              <a:gd name="connsiteY449" fmla="*/ 6724796 h 6858000"/>
              <a:gd name="connsiteX450" fmla="*/ 1792053 w 7467600"/>
              <a:gd name="connsiteY450" fmla="*/ 6572396 h 6858000"/>
              <a:gd name="connsiteX451" fmla="*/ 1862248 w 7467600"/>
              <a:gd name="connsiteY451" fmla="*/ 6266397 h 6858000"/>
              <a:gd name="connsiteX452" fmla="*/ 1862250 w 7467600"/>
              <a:gd name="connsiteY452" fmla="*/ 6033531 h 6858000"/>
              <a:gd name="connsiteX453" fmla="*/ 1211999 w 7467600"/>
              <a:gd name="connsiteY453" fmla="*/ 6683610 h 6858000"/>
              <a:gd name="connsiteX454" fmla="*/ 1213266 w 7467600"/>
              <a:gd name="connsiteY454" fmla="*/ 6691947 h 6858000"/>
              <a:gd name="connsiteX455" fmla="*/ 1203370 w 7467600"/>
              <a:gd name="connsiteY455" fmla="*/ 6850676 h 6858000"/>
              <a:gd name="connsiteX456" fmla="*/ 1203671 w 7467600"/>
              <a:gd name="connsiteY456" fmla="*/ 6858000 h 6858000"/>
              <a:gd name="connsiteX457" fmla="*/ 1143180 w 7467600"/>
              <a:gd name="connsiteY457" fmla="*/ 6858000 h 6858000"/>
              <a:gd name="connsiteX458" fmla="*/ 1142176 w 7467600"/>
              <a:gd name="connsiteY458" fmla="*/ 6766045 h 6858000"/>
              <a:gd name="connsiteX459" fmla="*/ 1067484 w 7467600"/>
              <a:gd name="connsiteY459" fmla="*/ 6858000 h 6858000"/>
              <a:gd name="connsiteX460" fmla="*/ 953928 w 7467600"/>
              <a:gd name="connsiteY460" fmla="*/ 6858000 h 6858000"/>
              <a:gd name="connsiteX461" fmla="*/ 959715 w 7467600"/>
              <a:gd name="connsiteY461" fmla="*/ 6850185 h 6858000"/>
              <a:gd name="connsiteX462" fmla="*/ 1483788 w 7467600"/>
              <a:gd name="connsiteY462" fmla="*/ 6259174 h 6858000"/>
              <a:gd name="connsiteX463" fmla="*/ 1100671 w 7467600"/>
              <a:gd name="connsiteY463" fmla="*/ 6252137 h 6858000"/>
              <a:gd name="connsiteX464" fmla="*/ 1090144 w 7467600"/>
              <a:gd name="connsiteY464" fmla="*/ 6256748 h 6858000"/>
              <a:gd name="connsiteX465" fmla="*/ 1095872 w 7467600"/>
              <a:gd name="connsiteY465" fmla="*/ 6271892 h 6858000"/>
              <a:gd name="connsiteX466" fmla="*/ 262785 w 7467600"/>
              <a:gd name="connsiteY466" fmla="*/ 6845450 h 6858000"/>
              <a:gd name="connsiteX467" fmla="*/ 209968 w 7467600"/>
              <a:gd name="connsiteY467" fmla="*/ 6770713 h 6858000"/>
              <a:gd name="connsiteX468" fmla="*/ 873460 w 7467600"/>
              <a:gd name="connsiteY468" fmla="*/ 6253768 h 6858000"/>
              <a:gd name="connsiteX469" fmla="*/ 192686 w 7467600"/>
              <a:gd name="connsiteY469" fmla="*/ 5849257 h 6858000"/>
              <a:gd name="connsiteX470" fmla="*/ 4696 w 7467600"/>
              <a:gd name="connsiteY470" fmla="*/ 5697668 h 6858000"/>
              <a:gd name="connsiteX471" fmla="*/ 0 w 7467600"/>
              <a:gd name="connsiteY471" fmla="*/ 5689984 h 6858000"/>
              <a:gd name="connsiteX472" fmla="*/ 0 w 7467600"/>
              <a:gd name="connsiteY472" fmla="*/ 5513472 h 6858000"/>
              <a:gd name="connsiteX473" fmla="*/ 174101 w 7467600"/>
              <a:gd name="connsiteY473" fmla="*/ 5620277 h 6858000"/>
              <a:gd name="connsiteX474" fmla="*/ 891800 w 7467600"/>
              <a:gd name="connsiteY474" fmla="*/ 6036935 h 6858000"/>
              <a:gd name="connsiteX475" fmla="*/ 1072219 w 7467600"/>
              <a:gd name="connsiteY475" fmla="*/ 6169443 h 6858000"/>
              <a:gd name="connsiteX476" fmla="*/ 1074117 w 7467600"/>
              <a:gd name="connsiteY476" fmla="*/ 6170301 h 6858000"/>
              <a:gd name="connsiteX477" fmla="*/ 1083114 w 7467600"/>
              <a:gd name="connsiteY477" fmla="*/ 6174131 h 6858000"/>
              <a:gd name="connsiteX478" fmla="*/ 1543010 w 7467600"/>
              <a:gd name="connsiteY478" fmla="*/ 6191140 h 6858000"/>
              <a:gd name="connsiteX479" fmla="*/ 1551080 w 7467600"/>
              <a:gd name="connsiteY479" fmla="*/ 6195006 h 6858000"/>
              <a:gd name="connsiteX480" fmla="*/ 2345443 w 7467600"/>
              <a:gd name="connsiteY480" fmla="*/ 5549882 h 6858000"/>
              <a:gd name="connsiteX481" fmla="*/ 1721499 w 7467600"/>
              <a:gd name="connsiteY481" fmla="*/ 5599969 h 6858000"/>
              <a:gd name="connsiteX482" fmla="*/ 767716 w 7467600"/>
              <a:gd name="connsiteY482" fmla="*/ 5472768 h 6858000"/>
              <a:gd name="connsiteX483" fmla="*/ 722147 w 7467600"/>
              <a:gd name="connsiteY483" fmla="*/ 5393091 h 6858000"/>
              <a:gd name="connsiteX484" fmla="*/ 1485552 w 7467600"/>
              <a:gd name="connsiteY484" fmla="*/ 5313202 h 6858000"/>
              <a:gd name="connsiteX485" fmla="*/ 2143004 w 7467600"/>
              <a:gd name="connsiteY485" fmla="*/ 5402420 h 6858000"/>
              <a:gd name="connsiteX486" fmla="*/ 1933391 w 7467600"/>
              <a:gd name="connsiteY486" fmla="*/ 5156971 h 6858000"/>
              <a:gd name="connsiteX487" fmla="*/ 1827118 w 7467600"/>
              <a:gd name="connsiteY487" fmla="*/ 4968410 h 6858000"/>
              <a:gd name="connsiteX488" fmla="*/ 1837349 w 7467600"/>
              <a:gd name="connsiteY488" fmla="*/ 4956357 h 6858000"/>
              <a:gd name="connsiteX489" fmla="*/ 2162835 w 7467600"/>
              <a:gd name="connsiteY489" fmla="*/ 5187853 h 6858000"/>
              <a:gd name="connsiteX490" fmla="*/ 2257167 w 7467600"/>
              <a:gd name="connsiteY490" fmla="*/ 5462123 h 6858000"/>
              <a:gd name="connsiteX491" fmla="*/ 2261598 w 7467600"/>
              <a:gd name="connsiteY491" fmla="*/ 5467998 h 6858000"/>
              <a:gd name="connsiteX492" fmla="*/ 2437177 w 7467600"/>
              <a:gd name="connsiteY492" fmla="*/ 5479608 h 6858000"/>
              <a:gd name="connsiteX493" fmla="*/ 2445247 w 7467600"/>
              <a:gd name="connsiteY493" fmla="*/ 5483476 h 6858000"/>
              <a:gd name="connsiteX494" fmla="*/ 2743626 w 7467600"/>
              <a:gd name="connsiteY494" fmla="*/ 5304819 h 6858000"/>
              <a:gd name="connsiteX495" fmla="*/ 3048102 w 7467600"/>
              <a:gd name="connsiteY495" fmla="*/ 5150595 h 6858000"/>
              <a:gd name="connsiteX496" fmla="*/ 1799414 w 7467600"/>
              <a:gd name="connsiteY496" fmla="*/ 4694732 h 6858000"/>
              <a:gd name="connsiteX497" fmla="*/ 1771735 w 7467600"/>
              <a:gd name="connsiteY497" fmla="*/ 4619929 h 6858000"/>
              <a:gd name="connsiteX498" fmla="*/ 3104273 w 7467600"/>
              <a:gd name="connsiteY498" fmla="*/ 5076159 h 6858000"/>
              <a:gd name="connsiteX499" fmla="*/ 3113245 w 7467600"/>
              <a:gd name="connsiteY499" fmla="*/ 5090705 h 6858000"/>
              <a:gd name="connsiteX500" fmla="*/ 3126294 w 7467600"/>
              <a:gd name="connsiteY500" fmla="*/ 5114400 h 6858000"/>
              <a:gd name="connsiteX501" fmla="*/ 3937433 w 7467600"/>
              <a:gd name="connsiteY501" fmla="*/ 4830473 h 6858000"/>
              <a:gd name="connsiteX502" fmla="*/ 3590475 w 7467600"/>
              <a:gd name="connsiteY502" fmla="*/ 4597974 h 6858000"/>
              <a:gd name="connsiteX503" fmla="*/ 3100264 w 7467600"/>
              <a:gd name="connsiteY503" fmla="*/ 4579845 h 6858000"/>
              <a:gd name="connsiteX504" fmla="*/ 2183576 w 7467600"/>
              <a:gd name="connsiteY504" fmla="*/ 4227150 h 6858000"/>
              <a:gd name="connsiteX505" fmla="*/ 2151029 w 7467600"/>
              <a:gd name="connsiteY505" fmla="*/ 4146947 h 6858000"/>
              <a:gd name="connsiteX506" fmla="*/ 3563434 w 7467600"/>
              <a:gd name="connsiteY506" fmla="*/ 4469115 h 6858000"/>
              <a:gd name="connsiteX507" fmla="*/ 3177952 w 7467600"/>
              <a:gd name="connsiteY507" fmla="*/ 3657386 h 6858000"/>
              <a:gd name="connsiteX508" fmla="*/ 3189263 w 7467600"/>
              <a:gd name="connsiteY508" fmla="*/ 3625726 h 6858000"/>
              <a:gd name="connsiteX509" fmla="*/ 3560912 w 7467600"/>
              <a:gd name="connsiteY509" fmla="*/ 4079863 h 6858000"/>
              <a:gd name="connsiteX510" fmla="*/ 3626636 w 7467600"/>
              <a:gd name="connsiteY510" fmla="*/ 4512230 h 6858000"/>
              <a:gd name="connsiteX511" fmla="*/ 3653088 w 7467600"/>
              <a:gd name="connsiteY511" fmla="*/ 4521417 h 6858000"/>
              <a:gd name="connsiteX512" fmla="*/ 3988128 w 7467600"/>
              <a:gd name="connsiteY512" fmla="*/ 4817267 h 6858000"/>
              <a:gd name="connsiteX513" fmla="*/ 4830582 w 7467600"/>
              <a:gd name="connsiteY513" fmla="*/ 4676000 h 6858000"/>
              <a:gd name="connsiteX514" fmla="*/ 4830100 w 7467600"/>
              <a:gd name="connsiteY514" fmla="*/ 4675554 h 6858000"/>
              <a:gd name="connsiteX515" fmla="*/ 4036318 w 7467600"/>
              <a:gd name="connsiteY515" fmla="*/ 4147013 h 6858000"/>
              <a:gd name="connsiteX516" fmla="*/ 3432098 w 7467600"/>
              <a:gd name="connsiteY516" fmla="*/ 3537312 h 6858000"/>
              <a:gd name="connsiteX517" fmla="*/ 3446761 w 7467600"/>
              <a:gd name="connsiteY517" fmla="*/ 3461278 h 6858000"/>
              <a:gd name="connsiteX518" fmla="*/ 4419733 w 7467600"/>
              <a:gd name="connsiteY518" fmla="*/ 3963555 h 6858000"/>
              <a:gd name="connsiteX519" fmla="*/ 4781371 w 7467600"/>
              <a:gd name="connsiteY519" fmla="*/ 4458604 h 6858000"/>
              <a:gd name="connsiteX520" fmla="*/ 4780440 w 7467600"/>
              <a:gd name="connsiteY520" fmla="*/ 4470290 h 6858000"/>
              <a:gd name="connsiteX521" fmla="*/ 4898954 w 7467600"/>
              <a:gd name="connsiteY521" fmla="*/ 4662092 h 6858000"/>
              <a:gd name="connsiteX522" fmla="*/ 4900699 w 7467600"/>
              <a:gd name="connsiteY522" fmla="*/ 4670867 h 6858000"/>
              <a:gd name="connsiteX523" fmla="*/ 5714511 w 7467600"/>
              <a:gd name="connsiteY523" fmla="*/ 4663483 h 6858000"/>
              <a:gd name="connsiteX524" fmla="*/ 5464793 w 7467600"/>
              <a:gd name="connsiteY524" fmla="*/ 4393556 h 6858000"/>
              <a:gd name="connsiteX525" fmla="*/ 5461897 w 7467600"/>
              <a:gd name="connsiteY525" fmla="*/ 4390879 h 6858000"/>
              <a:gd name="connsiteX526" fmla="*/ 4294126 w 7467600"/>
              <a:gd name="connsiteY526" fmla="*/ 3303048 h 6858000"/>
              <a:gd name="connsiteX527" fmla="*/ 4305321 w 7467600"/>
              <a:gd name="connsiteY527" fmla="*/ 3256953 h 6858000"/>
              <a:gd name="connsiteX528" fmla="*/ 4949299 w 7467600"/>
              <a:gd name="connsiteY528" fmla="*/ 3766336 h 6858000"/>
              <a:gd name="connsiteX529" fmla="*/ 5291452 w 7467600"/>
              <a:gd name="connsiteY529" fmla="*/ 4076801 h 6858000"/>
              <a:gd name="connsiteX530" fmla="*/ 5434998 w 7467600"/>
              <a:gd name="connsiteY530" fmla="*/ 4254100 h 6858000"/>
              <a:gd name="connsiteX531" fmla="*/ 5351015 w 7467600"/>
              <a:gd name="connsiteY531" fmla="*/ 3760989 h 6858000"/>
              <a:gd name="connsiteX532" fmla="*/ 5413780 w 7467600"/>
              <a:gd name="connsiteY532" fmla="*/ 2966265 h 6858000"/>
              <a:gd name="connsiteX533" fmla="*/ 5425627 w 7467600"/>
              <a:gd name="connsiteY533" fmla="*/ 2954192 h 6858000"/>
              <a:gd name="connsiteX534" fmla="*/ 6604735 w 7467600"/>
              <a:gd name="connsiteY534" fmla="*/ 2041381 h 6858000"/>
              <a:gd name="connsiteX535" fmla="*/ 7204487 w 7467600"/>
              <a:gd name="connsiteY535" fmla="*/ 2742112 h 6858000"/>
              <a:gd name="connsiteX536" fmla="*/ 7131592 w 7467600"/>
              <a:gd name="connsiteY536" fmla="*/ 2672096 h 6858000"/>
              <a:gd name="connsiteX537" fmla="*/ 6996344 w 7467600"/>
              <a:gd name="connsiteY537" fmla="*/ 2518310 h 6858000"/>
              <a:gd name="connsiteX538" fmla="*/ 6735495 w 7467600"/>
              <a:gd name="connsiteY538" fmla="*/ 2196890 h 6858000"/>
              <a:gd name="connsiteX539" fmla="*/ 6721901 w 7467600"/>
              <a:gd name="connsiteY539" fmla="*/ 2179274 h 6858000"/>
              <a:gd name="connsiteX540" fmla="*/ 6604735 w 7467600"/>
              <a:gd name="connsiteY540" fmla="*/ 2041381 h 6858000"/>
              <a:gd name="connsiteX541" fmla="*/ 6591670 w 7467600"/>
              <a:gd name="connsiteY541" fmla="*/ 1988277 h 6858000"/>
              <a:gd name="connsiteX542" fmla="*/ 6747349 w 7467600"/>
              <a:gd name="connsiteY542" fmla="*/ 2160069 h 6858000"/>
              <a:gd name="connsiteX543" fmla="*/ 6760943 w 7467600"/>
              <a:gd name="connsiteY543" fmla="*/ 2177686 h 6858000"/>
              <a:gd name="connsiteX544" fmla="*/ 7021065 w 7467600"/>
              <a:gd name="connsiteY544" fmla="*/ 2498102 h 6858000"/>
              <a:gd name="connsiteX545" fmla="*/ 7155223 w 7467600"/>
              <a:gd name="connsiteY545" fmla="*/ 2650386 h 6858000"/>
              <a:gd name="connsiteX546" fmla="*/ 7203167 w 7467600"/>
              <a:gd name="connsiteY546" fmla="*/ 2697288 h 6858000"/>
              <a:gd name="connsiteX547" fmla="*/ 6937703 w 7467600"/>
              <a:gd name="connsiteY547" fmla="*/ 2321981 h 6858000"/>
              <a:gd name="connsiteX548" fmla="*/ 6591670 w 7467600"/>
              <a:gd name="connsiteY548" fmla="*/ 1988277 h 6858000"/>
              <a:gd name="connsiteX549" fmla="*/ 5798671 w 7467600"/>
              <a:gd name="connsiteY549" fmla="*/ 1981601 h 6858000"/>
              <a:gd name="connsiteX550" fmla="*/ 5754709 w 7467600"/>
              <a:gd name="connsiteY550" fmla="*/ 2071454 h 6858000"/>
              <a:gd name="connsiteX551" fmla="*/ 5763044 w 7467600"/>
              <a:gd name="connsiteY551" fmla="*/ 2842206 h 6858000"/>
              <a:gd name="connsiteX552" fmla="*/ 5764974 w 7467600"/>
              <a:gd name="connsiteY552" fmla="*/ 2799609 h 6858000"/>
              <a:gd name="connsiteX553" fmla="*/ 5767665 w 7467600"/>
              <a:gd name="connsiteY553" fmla="*/ 2666409 h 6858000"/>
              <a:gd name="connsiteX554" fmla="*/ 5763055 w 7467600"/>
              <a:gd name="connsiteY554" fmla="*/ 2579705 h 6858000"/>
              <a:gd name="connsiteX555" fmla="*/ 5758079 w 7467600"/>
              <a:gd name="connsiteY555" fmla="*/ 2492508 h 6858000"/>
              <a:gd name="connsiteX556" fmla="*/ 5779325 w 7467600"/>
              <a:gd name="connsiteY556" fmla="*/ 2197069 h 6858000"/>
              <a:gd name="connsiteX557" fmla="*/ 5798671 w 7467600"/>
              <a:gd name="connsiteY557" fmla="*/ 1981601 h 6858000"/>
              <a:gd name="connsiteX558" fmla="*/ 5829202 w 7467600"/>
              <a:gd name="connsiteY558" fmla="*/ 1971679 h 6858000"/>
              <a:gd name="connsiteX559" fmla="*/ 5809558 w 7467600"/>
              <a:gd name="connsiteY559" fmla="*/ 2198043 h 6858000"/>
              <a:gd name="connsiteX560" fmla="*/ 5788653 w 7467600"/>
              <a:gd name="connsiteY560" fmla="*/ 2489430 h 6858000"/>
              <a:gd name="connsiteX561" fmla="*/ 5793439 w 7467600"/>
              <a:gd name="connsiteY561" fmla="*/ 2575235 h 6858000"/>
              <a:gd name="connsiteX562" fmla="*/ 5796837 w 7467600"/>
              <a:gd name="connsiteY562" fmla="*/ 2637633 h 6858000"/>
              <a:gd name="connsiteX563" fmla="*/ 5818614 w 7467600"/>
              <a:gd name="connsiteY563" fmla="*/ 2473055 h 6858000"/>
              <a:gd name="connsiteX564" fmla="*/ 5829202 w 7467600"/>
              <a:gd name="connsiteY564" fmla="*/ 1971679 h 6858000"/>
              <a:gd name="connsiteX565" fmla="*/ 5911389 w 7467600"/>
              <a:gd name="connsiteY565" fmla="*/ 1898371 h 6858000"/>
              <a:gd name="connsiteX566" fmla="*/ 6237627 w 7467600"/>
              <a:gd name="connsiteY566" fmla="*/ 2231921 h 6858000"/>
              <a:gd name="connsiteX567" fmla="*/ 5911389 w 7467600"/>
              <a:gd name="connsiteY567" fmla="*/ 1898371 h 6858000"/>
              <a:gd name="connsiteX568" fmla="*/ 6944437 w 7467600"/>
              <a:gd name="connsiteY568" fmla="*/ 1575402 h 6858000"/>
              <a:gd name="connsiteX569" fmla="*/ 6304730 w 7467600"/>
              <a:gd name="connsiteY569" fmla="*/ 1766654 h 6858000"/>
              <a:gd name="connsiteX570" fmla="*/ 6944437 w 7467600"/>
              <a:gd name="connsiteY570" fmla="*/ 1575402 h 6858000"/>
              <a:gd name="connsiteX571" fmla="*/ 7019523 w 7467600"/>
              <a:gd name="connsiteY571" fmla="*/ 1519450 h 6858000"/>
              <a:gd name="connsiteX572" fmla="*/ 6298091 w 7467600"/>
              <a:gd name="connsiteY572" fmla="*/ 1737122 h 6858000"/>
              <a:gd name="connsiteX573" fmla="*/ 7019523 w 7467600"/>
              <a:gd name="connsiteY573" fmla="*/ 1519450 h 6858000"/>
              <a:gd name="connsiteX574" fmla="*/ 2399523 w 7467600"/>
              <a:gd name="connsiteY574" fmla="*/ 1428234 h 6858000"/>
              <a:gd name="connsiteX575" fmla="*/ 2224982 w 7467600"/>
              <a:gd name="connsiteY575" fmla="*/ 1826201 h 6858000"/>
              <a:gd name="connsiteX576" fmla="*/ 2096099 w 7467600"/>
              <a:gd name="connsiteY576" fmla="*/ 2345900 h 6858000"/>
              <a:gd name="connsiteX577" fmla="*/ 2283317 w 7467600"/>
              <a:gd name="connsiteY577" fmla="*/ 1796925 h 6858000"/>
              <a:gd name="connsiteX578" fmla="*/ 2399523 w 7467600"/>
              <a:gd name="connsiteY578" fmla="*/ 1428234 h 6858000"/>
              <a:gd name="connsiteX579" fmla="*/ 2448558 w 7467600"/>
              <a:gd name="connsiteY579" fmla="*/ 1373435 h 6858000"/>
              <a:gd name="connsiteX580" fmla="*/ 2312521 w 7467600"/>
              <a:gd name="connsiteY580" fmla="*/ 1806140 h 6858000"/>
              <a:gd name="connsiteX581" fmla="*/ 2127533 w 7467600"/>
              <a:gd name="connsiteY581" fmla="*/ 2348380 h 6858000"/>
              <a:gd name="connsiteX582" fmla="*/ 2358080 w 7467600"/>
              <a:gd name="connsiteY582" fmla="*/ 1866134 h 6858000"/>
              <a:gd name="connsiteX583" fmla="*/ 2407436 w 7467600"/>
              <a:gd name="connsiteY583" fmla="*/ 1651070 h 6858000"/>
              <a:gd name="connsiteX584" fmla="*/ 2448558 w 7467600"/>
              <a:gd name="connsiteY584" fmla="*/ 1373435 h 6858000"/>
              <a:gd name="connsiteX585" fmla="*/ 278707 w 7467600"/>
              <a:gd name="connsiteY585" fmla="*/ 1352270 h 6858000"/>
              <a:gd name="connsiteX586" fmla="*/ 321570 w 7467600"/>
              <a:gd name="connsiteY586" fmla="*/ 1861610 h 6858000"/>
              <a:gd name="connsiteX587" fmla="*/ 294281 w 7467600"/>
              <a:gd name="connsiteY587" fmla="*/ 1440658 h 6858000"/>
              <a:gd name="connsiteX588" fmla="*/ 278707 w 7467600"/>
              <a:gd name="connsiteY588" fmla="*/ 1352270 h 6858000"/>
              <a:gd name="connsiteX589" fmla="*/ 1423821 w 7467600"/>
              <a:gd name="connsiteY589" fmla="*/ 1351958 h 6858000"/>
              <a:gd name="connsiteX590" fmla="*/ 1638521 w 7467600"/>
              <a:gd name="connsiteY590" fmla="*/ 1908470 h 6858000"/>
              <a:gd name="connsiteX591" fmla="*/ 1754199 w 7467600"/>
              <a:gd name="connsiteY591" fmla="*/ 2149284 h 6858000"/>
              <a:gd name="connsiteX592" fmla="*/ 1908359 w 7467600"/>
              <a:gd name="connsiteY592" fmla="*/ 2364988 h 6858000"/>
              <a:gd name="connsiteX593" fmla="*/ 1647661 w 7467600"/>
              <a:gd name="connsiteY593" fmla="*/ 1825945 h 6858000"/>
              <a:gd name="connsiteX594" fmla="*/ 1423821 w 7467600"/>
              <a:gd name="connsiteY594" fmla="*/ 1351958 h 6858000"/>
              <a:gd name="connsiteX595" fmla="*/ 1431890 w 7467600"/>
              <a:gd name="connsiteY595" fmla="*/ 1306475 h 6858000"/>
              <a:gd name="connsiteX596" fmla="*/ 1507597 w 7467600"/>
              <a:gd name="connsiteY596" fmla="*/ 1446132 h 6858000"/>
              <a:gd name="connsiteX597" fmla="*/ 1674586 w 7467600"/>
              <a:gd name="connsiteY597" fmla="*/ 1813832 h 6858000"/>
              <a:gd name="connsiteX598" fmla="*/ 1815950 w 7467600"/>
              <a:gd name="connsiteY598" fmla="*/ 2128564 h 6858000"/>
              <a:gd name="connsiteX599" fmla="*/ 1984242 w 7467600"/>
              <a:gd name="connsiteY599" fmla="*/ 2430829 h 6858000"/>
              <a:gd name="connsiteX600" fmla="*/ 2014023 w 7467600"/>
              <a:gd name="connsiteY600" fmla="*/ 2450995 h 6858000"/>
              <a:gd name="connsiteX601" fmla="*/ 1747337 w 7467600"/>
              <a:gd name="connsiteY601" fmla="*/ 1855264 h 6858000"/>
              <a:gd name="connsiteX602" fmla="*/ 1533749 w 7467600"/>
              <a:gd name="connsiteY602" fmla="*/ 1478656 h 6858000"/>
              <a:gd name="connsiteX603" fmla="*/ 1431890 w 7467600"/>
              <a:gd name="connsiteY603" fmla="*/ 1306475 h 6858000"/>
              <a:gd name="connsiteX604" fmla="*/ 5052692 w 7467600"/>
              <a:gd name="connsiteY604" fmla="*/ 1292994 h 6858000"/>
              <a:gd name="connsiteX605" fmla="*/ 5200661 w 7467600"/>
              <a:gd name="connsiteY605" fmla="*/ 1635186 h 6858000"/>
              <a:gd name="connsiteX606" fmla="*/ 5297138 w 7467600"/>
              <a:gd name="connsiteY606" fmla="*/ 1906351 h 6858000"/>
              <a:gd name="connsiteX607" fmla="*/ 5052692 w 7467600"/>
              <a:gd name="connsiteY607" fmla="*/ 1292994 h 6858000"/>
              <a:gd name="connsiteX608" fmla="*/ 5009948 w 7467600"/>
              <a:gd name="connsiteY608" fmla="*/ 1273619 h 6858000"/>
              <a:gd name="connsiteX609" fmla="*/ 5121777 w 7467600"/>
              <a:gd name="connsiteY609" fmla="*/ 1654213 h 6858000"/>
              <a:gd name="connsiteX610" fmla="*/ 5293545 w 7467600"/>
              <a:gd name="connsiteY610" fmla="*/ 2072247 h 6858000"/>
              <a:gd name="connsiteX611" fmla="*/ 5294042 w 7467600"/>
              <a:gd name="connsiteY611" fmla="*/ 2065019 h 6858000"/>
              <a:gd name="connsiteX612" fmla="*/ 5171936 w 7467600"/>
              <a:gd name="connsiteY612" fmla="*/ 1647613 h 6858000"/>
              <a:gd name="connsiteX613" fmla="*/ 5009948 w 7467600"/>
              <a:gd name="connsiteY613" fmla="*/ 1273619 h 6858000"/>
              <a:gd name="connsiteX614" fmla="*/ 655236 w 7467600"/>
              <a:gd name="connsiteY614" fmla="*/ 1268632 h 6858000"/>
              <a:gd name="connsiteX615" fmla="*/ 839521 w 7467600"/>
              <a:gd name="connsiteY615" fmla="*/ 1685315 h 6858000"/>
              <a:gd name="connsiteX616" fmla="*/ 1109416 w 7467600"/>
              <a:gd name="connsiteY616" fmla="*/ 2061663 h 6858000"/>
              <a:gd name="connsiteX617" fmla="*/ 1298300 w 7467600"/>
              <a:gd name="connsiteY617" fmla="*/ 2247742 h 6858000"/>
              <a:gd name="connsiteX618" fmla="*/ 1125871 w 7467600"/>
              <a:gd name="connsiteY618" fmla="*/ 1989513 h 6858000"/>
              <a:gd name="connsiteX619" fmla="*/ 981574 w 7467600"/>
              <a:gd name="connsiteY619" fmla="*/ 1783157 h 6858000"/>
              <a:gd name="connsiteX620" fmla="*/ 922198 w 7467600"/>
              <a:gd name="connsiteY620" fmla="*/ 1677437 h 6858000"/>
              <a:gd name="connsiteX621" fmla="*/ 869293 w 7467600"/>
              <a:gd name="connsiteY621" fmla="*/ 1583214 h 6858000"/>
              <a:gd name="connsiteX622" fmla="*/ 751431 w 7467600"/>
              <a:gd name="connsiteY622" fmla="*/ 1405731 h 6858000"/>
              <a:gd name="connsiteX623" fmla="*/ 655236 w 7467600"/>
              <a:gd name="connsiteY623" fmla="*/ 1268632 h 6858000"/>
              <a:gd name="connsiteX624" fmla="*/ 6516292 w 7467600"/>
              <a:gd name="connsiteY624" fmla="*/ 1263064 h 6858000"/>
              <a:gd name="connsiteX625" fmla="*/ 5736320 w 7467600"/>
              <a:gd name="connsiteY625" fmla="*/ 1501803 h 6858000"/>
              <a:gd name="connsiteX626" fmla="*/ 6516292 w 7467600"/>
              <a:gd name="connsiteY626" fmla="*/ 1263064 h 6858000"/>
              <a:gd name="connsiteX627" fmla="*/ 291466 w 7467600"/>
              <a:gd name="connsiteY627" fmla="*/ 1250369 h 6858000"/>
              <a:gd name="connsiteX628" fmla="*/ 323180 w 7467600"/>
              <a:gd name="connsiteY628" fmla="*/ 1435283 h 6858000"/>
              <a:gd name="connsiteX629" fmla="*/ 349381 w 7467600"/>
              <a:gd name="connsiteY629" fmla="*/ 1875041 h 6858000"/>
              <a:gd name="connsiteX630" fmla="*/ 374363 w 7467600"/>
              <a:gd name="connsiteY630" fmla="*/ 1506494 h 6858000"/>
              <a:gd name="connsiteX631" fmla="*/ 302168 w 7467600"/>
              <a:gd name="connsiteY631" fmla="*/ 1274495 h 6858000"/>
              <a:gd name="connsiteX632" fmla="*/ 291466 w 7467600"/>
              <a:gd name="connsiteY632" fmla="*/ 1250369 h 6858000"/>
              <a:gd name="connsiteX633" fmla="*/ 678222 w 7467600"/>
              <a:gd name="connsiteY633" fmla="*/ 1248670 h 6858000"/>
              <a:gd name="connsiteX634" fmla="*/ 775536 w 7467600"/>
              <a:gd name="connsiteY634" fmla="*/ 1388015 h 6858000"/>
              <a:gd name="connsiteX635" fmla="*/ 894529 w 7467600"/>
              <a:gd name="connsiteY635" fmla="*/ 1567739 h 6858000"/>
              <a:gd name="connsiteX636" fmla="*/ 948000 w 7467600"/>
              <a:gd name="connsiteY636" fmla="*/ 1663088 h 6858000"/>
              <a:gd name="connsiteX637" fmla="*/ 1006812 w 7467600"/>
              <a:gd name="connsiteY637" fmla="*/ 1767683 h 6858000"/>
              <a:gd name="connsiteX638" fmla="*/ 1149133 w 7467600"/>
              <a:gd name="connsiteY638" fmla="*/ 1971513 h 6858000"/>
              <a:gd name="connsiteX639" fmla="*/ 1333952 w 7467600"/>
              <a:gd name="connsiteY639" fmla="*/ 2251620 h 6858000"/>
              <a:gd name="connsiteX640" fmla="*/ 1337329 w 7467600"/>
              <a:gd name="connsiteY640" fmla="*/ 2258350 h 6858000"/>
              <a:gd name="connsiteX641" fmla="*/ 1014726 w 7467600"/>
              <a:gd name="connsiteY641" fmla="*/ 1615556 h 6858000"/>
              <a:gd name="connsiteX642" fmla="*/ 678222 w 7467600"/>
              <a:gd name="connsiteY642" fmla="*/ 1248670 h 6858000"/>
              <a:gd name="connsiteX643" fmla="*/ 6691602 w 7467600"/>
              <a:gd name="connsiteY643" fmla="*/ 1140573 h 6858000"/>
              <a:gd name="connsiteX644" fmla="*/ 6571100 w 7467600"/>
              <a:gd name="connsiteY644" fmla="*/ 1183662 h 6858000"/>
              <a:gd name="connsiteX645" fmla="*/ 6241687 w 7467600"/>
              <a:gd name="connsiteY645" fmla="*/ 1257600 h 6858000"/>
              <a:gd name="connsiteX646" fmla="*/ 5693009 w 7467600"/>
              <a:gd name="connsiteY646" fmla="*/ 1478256 h 6858000"/>
              <a:gd name="connsiteX647" fmla="*/ 6548420 w 7467600"/>
              <a:gd name="connsiteY647" fmla="*/ 1214599 h 6858000"/>
              <a:gd name="connsiteX648" fmla="*/ 6605473 w 7467600"/>
              <a:gd name="connsiteY648" fmla="*/ 1184686 h 6858000"/>
              <a:gd name="connsiteX649" fmla="*/ 6691602 w 7467600"/>
              <a:gd name="connsiteY649" fmla="*/ 1140573 h 6858000"/>
              <a:gd name="connsiteX650" fmla="*/ 4002475 w 7467600"/>
              <a:gd name="connsiteY650" fmla="*/ 1037802 h 6858000"/>
              <a:gd name="connsiteX651" fmla="*/ 4000324 w 7467600"/>
              <a:gd name="connsiteY651" fmla="*/ 1039362 h 6858000"/>
              <a:gd name="connsiteX652" fmla="*/ 4002862 w 7467600"/>
              <a:gd name="connsiteY652" fmla="*/ 1042866 h 6858000"/>
              <a:gd name="connsiteX653" fmla="*/ 4002475 w 7467600"/>
              <a:gd name="connsiteY653" fmla="*/ 1037802 h 6858000"/>
              <a:gd name="connsiteX654" fmla="*/ 506322 w 7467600"/>
              <a:gd name="connsiteY654" fmla="*/ 1020997 h 6858000"/>
              <a:gd name="connsiteX655" fmla="*/ 533068 w 7467600"/>
              <a:gd name="connsiteY655" fmla="*/ 1029409 h 6858000"/>
              <a:gd name="connsiteX656" fmla="*/ 1232525 w 7467600"/>
              <a:gd name="connsiteY656" fmla="*/ 1804675 h 6858000"/>
              <a:gd name="connsiteX657" fmla="*/ 1388858 w 7467600"/>
              <a:gd name="connsiteY657" fmla="*/ 2368011 h 6858000"/>
              <a:gd name="connsiteX658" fmla="*/ 1384098 w 7467600"/>
              <a:gd name="connsiteY658" fmla="*/ 2378125 h 6858000"/>
              <a:gd name="connsiteX659" fmla="*/ 1425393 w 7467600"/>
              <a:gd name="connsiteY659" fmla="*/ 2589124 h 6858000"/>
              <a:gd name="connsiteX660" fmla="*/ 1424001 w 7467600"/>
              <a:gd name="connsiteY660" fmla="*/ 2597541 h 6858000"/>
              <a:gd name="connsiteX661" fmla="*/ 2152729 w 7467600"/>
              <a:gd name="connsiteY661" fmla="*/ 2864487 h 6858000"/>
              <a:gd name="connsiteX662" fmla="*/ 2020609 w 7467600"/>
              <a:gd name="connsiteY662" fmla="*/ 2539671 h 6858000"/>
              <a:gd name="connsiteX663" fmla="*/ 2018920 w 7467600"/>
              <a:gd name="connsiteY663" fmla="*/ 2536309 h 6858000"/>
              <a:gd name="connsiteX664" fmla="*/ 1342441 w 7467600"/>
              <a:gd name="connsiteY664" fmla="*/ 1173017 h 6858000"/>
              <a:gd name="connsiteX665" fmla="*/ 1367925 w 7467600"/>
              <a:gd name="connsiteY665" fmla="*/ 1135648 h 6858000"/>
              <a:gd name="connsiteX666" fmla="*/ 1771401 w 7467600"/>
              <a:gd name="connsiteY666" fmla="*/ 1806673 h 6858000"/>
              <a:gd name="connsiteX667" fmla="*/ 1972385 w 7467600"/>
              <a:gd name="connsiteY667" fmla="*/ 2198735 h 6858000"/>
              <a:gd name="connsiteX668" fmla="*/ 2040892 w 7467600"/>
              <a:gd name="connsiteY668" fmla="*/ 2405205 h 6858000"/>
              <a:gd name="connsiteX669" fmla="*/ 2131689 w 7467600"/>
              <a:gd name="connsiteY669" fmla="*/ 1936926 h 6858000"/>
              <a:gd name="connsiteX670" fmla="*/ 2454820 w 7467600"/>
              <a:gd name="connsiteY670" fmla="*/ 1248808 h 6858000"/>
              <a:gd name="connsiteX671" fmla="*/ 2492512 w 7467600"/>
              <a:gd name="connsiteY671" fmla="*/ 1302920 h 6858000"/>
              <a:gd name="connsiteX672" fmla="*/ 2081216 w 7467600"/>
              <a:gd name="connsiteY672" fmla="*/ 2527513 h 6858000"/>
              <a:gd name="connsiteX673" fmla="*/ 2081211 w 7467600"/>
              <a:gd name="connsiteY673" fmla="*/ 2528916 h 6858000"/>
              <a:gd name="connsiteX674" fmla="*/ 2199067 w 7467600"/>
              <a:gd name="connsiteY674" fmla="*/ 2884061 h 6858000"/>
              <a:gd name="connsiteX675" fmla="*/ 3192586 w 7467600"/>
              <a:gd name="connsiteY675" fmla="*/ 3411496 h 6858000"/>
              <a:gd name="connsiteX676" fmla="*/ 3182620 w 7467600"/>
              <a:gd name="connsiteY676" fmla="*/ 3483279 h 6858000"/>
              <a:gd name="connsiteX677" fmla="*/ 2435119 w 7467600"/>
              <a:gd name="connsiteY677" fmla="*/ 3080173 h 6858000"/>
              <a:gd name="connsiteX678" fmla="*/ 2410152 w 7467600"/>
              <a:gd name="connsiteY678" fmla="*/ 3063751 h 6858000"/>
              <a:gd name="connsiteX679" fmla="*/ 2408099 w 7467600"/>
              <a:gd name="connsiteY679" fmla="*/ 3064403 h 6858000"/>
              <a:gd name="connsiteX680" fmla="*/ 2407218 w 7467600"/>
              <a:gd name="connsiteY680" fmla="*/ 3070324 h 6858000"/>
              <a:gd name="connsiteX681" fmla="*/ 2380138 w 7467600"/>
              <a:gd name="connsiteY681" fmla="*/ 3099341 h 6858000"/>
              <a:gd name="connsiteX682" fmla="*/ 1765923 w 7467600"/>
              <a:gd name="connsiteY682" fmla="*/ 3581043 h 6858000"/>
              <a:gd name="connsiteX683" fmla="*/ 1702258 w 7467600"/>
              <a:gd name="connsiteY683" fmla="*/ 3612286 h 6858000"/>
              <a:gd name="connsiteX684" fmla="*/ 1538370 w 7467600"/>
              <a:gd name="connsiteY684" fmla="*/ 3811804 h 6858000"/>
              <a:gd name="connsiteX685" fmla="*/ 542867 w 7467600"/>
              <a:gd name="connsiteY685" fmla="*/ 4944092 h 6858000"/>
              <a:gd name="connsiteX686" fmla="*/ 515800 w 7467600"/>
              <a:gd name="connsiteY686" fmla="*/ 4862180 h 6858000"/>
              <a:gd name="connsiteX687" fmla="*/ 909145 w 7467600"/>
              <a:gd name="connsiteY687" fmla="*/ 4199225 h 6858000"/>
              <a:gd name="connsiteX688" fmla="*/ 1214067 w 7467600"/>
              <a:gd name="connsiteY688" fmla="*/ 3908561 h 6858000"/>
              <a:gd name="connsiteX689" fmla="*/ 640967 w 7467600"/>
              <a:gd name="connsiteY689" fmla="*/ 4105601 h 6858000"/>
              <a:gd name="connsiteX690" fmla="*/ 112563 w 7467600"/>
              <a:gd name="connsiteY690" fmla="*/ 4396952 h 6858000"/>
              <a:gd name="connsiteX691" fmla="*/ 0 w 7467600"/>
              <a:gd name="connsiteY691" fmla="*/ 4466006 h 6858000"/>
              <a:gd name="connsiteX692" fmla="*/ 0 w 7467600"/>
              <a:gd name="connsiteY692" fmla="*/ 4233763 h 6858000"/>
              <a:gd name="connsiteX693" fmla="*/ 36881 w 7467600"/>
              <a:gd name="connsiteY693" fmla="*/ 4200118 h 6858000"/>
              <a:gd name="connsiteX694" fmla="*/ 910534 w 7467600"/>
              <a:gd name="connsiteY694" fmla="*/ 3629753 h 6858000"/>
              <a:gd name="connsiteX695" fmla="*/ 1578717 w 7467600"/>
              <a:gd name="connsiteY695" fmla="*/ 3575982 h 6858000"/>
              <a:gd name="connsiteX696" fmla="*/ 2338780 w 7467600"/>
              <a:gd name="connsiteY696" fmla="*/ 3033725 h 6858000"/>
              <a:gd name="connsiteX697" fmla="*/ 1807991 w 7467600"/>
              <a:gd name="connsiteY697" fmla="*/ 2807184 h 6858000"/>
              <a:gd name="connsiteX698" fmla="*/ 1416358 w 7467600"/>
              <a:gd name="connsiteY698" fmla="*/ 3112571 h 6858000"/>
              <a:gd name="connsiteX699" fmla="*/ 939066 w 7467600"/>
              <a:gd name="connsiteY699" fmla="*/ 3378798 h 6858000"/>
              <a:gd name="connsiteX700" fmla="*/ 115099 w 7467600"/>
              <a:gd name="connsiteY700" fmla="*/ 3607650 h 6858000"/>
              <a:gd name="connsiteX701" fmla="*/ 97284 w 7467600"/>
              <a:gd name="connsiteY701" fmla="*/ 3520393 h 6858000"/>
              <a:gd name="connsiteX702" fmla="*/ 922050 w 7467600"/>
              <a:gd name="connsiteY702" fmla="*/ 3074867 h 6858000"/>
              <a:gd name="connsiteX703" fmla="*/ 1405265 w 7467600"/>
              <a:gd name="connsiteY703" fmla="*/ 3016319 h 6858000"/>
              <a:gd name="connsiteX704" fmla="*/ 1407512 w 7467600"/>
              <a:gd name="connsiteY704" fmla="*/ 3018001 h 6858000"/>
              <a:gd name="connsiteX705" fmla="*/ 1726266 w 7467600"/>
              <a:gd name="connsiteY705" fmla="*/ 2777274 h 6858000"/>
              <a:gd name="connsiteX706" fmla="*/ 625390 w 7467600"/>
              <a:gd name="connsiteY706" fmla="*/ 2514541 h 6858000"/>
              <a:gd name="connsiteX707" fmla="*/ 619799 w 7467600"/>
              <a:gd name="connsiteY707" fmla="*/ 2527180 h 6858000"/>
              <a:gd name="connsiteX708" fmla="*/ 310030 w 7467600"/>
              <a:gd name="connsiteY708" fmla="*/ 2771818 h 6858000"/>
              <a:gd name="connsiteX709" fmla="*/ 173877 w 7467600"/>
              <a:gd name="connsiteY709" fmla="*/ 2937056 h 6858000"/>
              <a:gd name="connsiteX710" fmla="*/ 77889 w 7467600"/>
              <a:gd name="connsiteY710" fmla="*/ 3138440 h 6858000"/>
              <a:gd name="connsiteX711" fmla="*/ 0 w 7467600"/>
              <a:gd name="connsiteY711" fmla="*/ 3271395 h 6858000"/>
              <a:gd name="connsiteX712" fmla="*/ 0 w 7467600"/>
              <a:gd name="connsiteY712" fmla="*/ 3153002 h 6858000"/>
              <a:gd name="connsiteX713" fmla="*/ 2386 w 7467600"/>
              <a:gd name="connsiteY713" fmla="*/ 3149203 h 6858000"/>
              <a:gd name="connsiteX714" fmla="*/ 89753 w 7467600"/>
              <a:gd name="connsiteY714" fmla="*/ 2987702 h 6858000"/>
              <a:gd name="connsiteX715" fmla="*/ 76869 w 7467600"/>
              <a:gd name="connsiteY715" fmla="*/ 3005404 h 6858000"/>
              <a:gd name="connsiteX716" fmla="*/ 32049 w 7467600"/>
              <a:gd name="connsiteY716" fmla="*/ 3065814 h 6858000"/>
              <a:gd name="connsiteX717" fmla="*/ 0 w 7467600"/>
              <a:gd name="connsiteY717" fmla="*/ 3108744 h 6858000"/>
              <a:gd name="connsiteX718" fmla="*/ 0 w 7467600"/>
              <a:gd name="connsiteY718" fmla="*/ 3058059 h 6858000"/>
              <a:gd name="connsiteX719" fmla="*/ 7610 w 7467600"/>
              <a:gd name="connsiteY719" fmla="*/ 3047889 h 6858000"/>
              <a:gd name="connsiteX720" fmla="*/ 52419 w 7467600"/>
              <a:gd name="connsiteY720" fmla="*/ 2987479 h 6858000"/>
              <a:gd name="connsiteX721" fmla="*/ 59142 w 7467600"/>
              <a:gd name="connsiteY721" fmla="*/ 2978488 h 6858000"/>
              <a:gd name="connsiteX722" fmla="*/ 0 w 7467600"/>
              <a:gd name="connsiteY722" fmla="*/ 3015334 h 6858000"/>
              <a:gd name="connsiteX723" fmla="*/ 0 w 7467600"/>
              <a:gd name="connsiteY723" fmla="*/ 2914286 h 6858000"/>
              <a:gd name="connsiteX724" fmla="*/ 36383 w 7467600"/>
              <a:gd name="connsiteY724" fmla="*/ 2901128 h 6858000"/>
              <a:gd name="connsiteX725" fmla="*/ 156329 w 7467600"/>
              <a:gd name="connsiteY725" fmla="*/ 2840533 h 6858000"/>
              <a:gd name="connsiteX726" fmla="*/ 358355 w 7467600"/>
              <a:gd name="connsiteY726" fmla="*/ 2620471 h 6858000"/>
              <a:gd name="connsiteX727" fmla="*/ 510577 w 7467600"/>
              <a:gd name="connsiteY727" fmla="*/ 2501244 h 6858000"/>
              <a:gd name="connsiteX728" fmla="*/ 211967 w 7467600"/>
              <a:gd name="connsiteY728" fmla="*/ 2479171 h 6858000"/>
              <a:gd name="connsiteX729" fmla="*/ 0 w 7467600"/>
              <a:gd name="connsiteY729" fmla="*/ 2476398 h 6858000"/>
              <a:gd name="connsiteX730" fmla="*/ 0 w 7467600"/>
              <a:gd name="connsiteY730" fmla="*/ 2389189 h 6858000"/>
              <a:gd name="connsiteX731" fmla="*/ 103062 w 7467600"/>
              <a:gd name="connsiteY731" fmla="*/ 2389518 h 6858000"/>
              <a:gd name="connsiteX732" fmla="*/ 510734 w 7467600"/>
              <a:gd name="connsiteY732" fmla="*/ 2416201 h 6858000"/>
              <a:gd name="connsiteX733" fmla="*/ 279257 w 7467600"/>
              <a:gd name="connsiteY733" fmla="*/ 2092102 h 6858000"/>
              <a:gd name="connsiteX734" fmla="*/ 65265 w 7467600"/>
              <a:gd name="connsiteY734" fmla="*/ 2006049 h 6858000"/>
              <a:gd name="connsiteX735" fmla="*/ 0 w 7467600"/>
              <a:gd name="connsiteY735" fmla="*/ 1982532 h 6858000"/>
              <a:gd name="connsiteX736" fmla="*/ 0 w 7467600"/>
              <a:gd name="connsiteY736" fmla="*/ 1912789 h 6858000"/>
              <a:gd name="connsiteX737" fmla="*/ 97460 w 7467600"/>
              <a:gd name="connsiteY737" fmla="*/ 1953725 h 6858000"/>
              <a:gd name="connsiteX738" fmla="*/ 221272 w 7467600"/>
              <a:gd name="connsiteY738" fmla="*/ 1980766 h 6858000"/>
              <a:gd name="connsiteX739" fmla="*/ 116765 w 7467600"/>
              <a:gd name="connsiteY739" fmla="*/ 1911033 h 6858000"/>
              <a:gd name="connsiteX740" fmla="*/ 16405 w 7467600"/>
              <a:gd name="connsiteY740" fmla="*/ 1803412 h 6858000"/>
              <a:gd name="connsiteX741" fmla="*/ 0 w 7467600"/>
              <a:gd name="connsiteY741" fmla="*/ 1784777 h 6858000"/>
              <a:gd name="connsiteX742" fmla="*/ 0 w 7467600"/>
              <a:gd name="connsiteY742" fmla="*/ 1740082 h 6858000"/>
              <a:gd name="connsiteX743" fmla="*/ 39394 w 7467600"/>
              <a:gd name="connsiteY743" fmla="*/ 1784856 h 6858000"/>
              <a:gd name="connsiteX744" fmla="*/ 135813 w 7467600"/>
              <a:gd name="connsiteY744" fmla="*/ 1888838 h 6858000"/>
              <a:gd name="connsiteX745" fmla="*/ 242575 w 7467600"/>
              <a:gd name="connsiteY745" fmla="*/ 1958841 h 6858000"/>
              <a:gd name="connsiteX746" fmla="*/ 82197 w 7467600"/>
              <a:gd name="connsiteY746" fmla="*/ 1754826 h 6858000"/>
              <a:gd name="connsiteX747" fmla="*/ 0 w 7467600"/>
              <a:gd name="connsiteY747" fmla="*/ 1679650 h 6858000"/>
              <a:gd name="connsiteX748" fmla="*/ 0 w 7467600"/>
              <a:gd name="connsiteY748" fmla="*/ 1602463 h 6858000"/>
              <a:gd name="connsiteX749" fmla="*/ 84689 w 7467600"/>
              <a:gd name="connsiteY749" fmla="*/ 1677442 h 6858000"/>
              <a:gd name="connsiteX750" fmla="*/ 298437 w 7467600"/>
              <a:gd name="connsiteY750" fmla="*/ 1968019 h 6858000"/>
              <a:gd name="connsiteX751" fmla="*/ 227269 w 7467600"/>
              <a:gd name="connsiteY751" fmla="*/ 1114064 h 6858000"/>
              <a:gd name="connsiteX752" fmla="*/ 248003 w 7467600"/>
              <a:gd name="connsiteY752" fmla="*/ 1089613 h 6858000"/>
              <a:gd name="connsiteX753" fmla="*/ 427020 w 7467600"/>
              <a:gd name="connsiteY753" fmla="*/ 1619803 h 6858000"/>
              <a:gd name="connsiteX754" fmla="*/ 340345 w 7467600"/>
              <a:gd name="connsiteY754" fmla="*/ 2027739 h 6858000"/>
              <a:gd name="connsiteX755" fmla="*/ 360865 w 7467600"/>
              <a:gd name="connsiteY755" fmla="*/ 2044827 h 6858000"/>
              <a:gd name="connsiteX756" fmla="*/ 560414 w 7467600"/>
              <a:gd name="connsiteY756" fmla="*/ 2421457 h 6858000"/>
              <a:gd name="connsiteX757" fmla="*/ 1359703 w 7467600"/>
              <a:gd name="connsiteY757" fmla="*/ 2578554 h 6858000"/>
              <a:gd name="connsiteX758" fmla="*/ 1359422 w 7467600"/>
              <a:gd name="connsiteY758" fmla="*/ 2577994 h 6858000"/>
              <a:gd name="connsiteX759" fmla="*/ 828701 w 7467600"/>
              <a:gd name="connsiteY759" fmla="*/ 1839520 h 6858000"/>
              <a:gd name="connsiteX760" fmla="*/ 494427 w 7467600"/>
              <a:gd name="connsiteY760" fmla="*/ 1092333 h 6858000"/>
              <a:gd name="connsiteX761" fmla="*/ 506322 w 7467600"/>
              <a:gd name="connsiteY761" fmla="*/ 1020997 h 6858000"/>
              <a:gd name="connsiteX762" fmla="*/ 4570198 w 7467600"/>
              <a:gd name="connsiteY762" fmla="*/ 978081 h 6858000"/>
              <a:gd name="connsiteX763" fmla="*/ 4523691 w 7467600"/>
              <a:gd name="connsiteY763" fmla="*/ 1127776 h 6858000"/>
              <a:gd name="connsiteX764" fmla="*/ 4509875 w 7467600"/>
              <a:gd name="connsiteY764" fmla="*/ 1167552 h 6858000"/>
              <a:gd name="connsiteX765" fmla="*/ 4478168 w 7467600"/>
              <a:gd name="connsiteY765" fmla="*/ 1260735 h 6858000"/>
              <a:gd name="connsiteX766" fmla="*/ 4409309 w 7467600"/>
              <a:gd name="connsiteY766" fmla="*/ 1666996 h 6858000"/>
              <a:gd name="connsiteX767" fmla="*/ 4370031 w 7467600"/>
              <a:gd name="connsiteY767" fmla="*/ 1955666 h 6858000"/>
              <a:gd name="connsiteX768" fmla="*/ 4570198 w 7467600"/>
              <a:gd name="connsiteY768" fmla="*/ 978081 h 6858000"/>
              <a:gd name="connsiteX769" fmla="*/ 4557898 w 7467600"/>
              <a:gd name="connsiteY769" fmla="*/ 900011 h 6858000"/>
              <a:gd name="connsiteX770" fmla="*/ 4344840 w 7467600"/>
              <a:gd name="connsiteY770" fmla="*/ 1922038 h 6858000"/>
              <a:gd name="connsiteX771" fmla="*/ 4378710 w 7467600"/>
              <a:gd name="connsiteY771" fmla="*/ 1665516 h 6858000"/>
              <a:gd name="connsiteX772" fmla="*/ 4448798 w 7467600"/>
              <a:gd name="connsiteY772" fmla="*/ 1253024 h 6858000"/>
              <a:gd name="connsiteX773" fmla="*/ 4480315 w 7467600"/>
              <a:gd name="connsiteY773" fmla="*/ 1158454 h 6858000"/>
              <a:gd name="connsiteX774" fmla="*/ 4494133 w 7467600"/>
              <a:gd name="connsiteY774" fmla="*/ 1118676 h 6858000"/>
              <a:gd name="connsiteX775" fmla="*/ 4557898 w 7467600"/>
              <a:gd name="connsiteY775" fmla="*/ 900011 h 6858000"/>
              <a:gd name="connsiteX776" fmla="*/ 5870151 w 7467600"/>
              <a:gd name="connsiteY776" fmla="*/ 898890 h 6858000"/>
              <a:gd name="connsiteX777" fmla="*/ 5861335 w 7467600"/>
              <a:gd name="connsiteY777" fmla="*/ 899177 h 6858000"/>
              <a:gd name="connsiteX778" fmla="*/ 5843702 w 7467600"/>
              <a:gd name="connsiteY778" fmla="*/ 899748 h 6858000"/>
              <a:gd name="connsiteX779" fmla="*/ 5651107 w 7467600"/>
              <a:gd name="connsiteY779" fmla="*/ 920306 h 6858000"/>
              <a:gd name="connsiteX780" fmla="*/ 5459407 w 7467600"/>
              <a:gd name="connsiteY780" fmla="*/ 940975 h 6858000"/>
              <a:gd name="connsiteX781" fmla="*/ 5374846 w 7467600"/>
              <a:gd name="connsiteY781" fmla="*/ 941988 h 6858000"/>
              <a:gd name="connsiteX782" fmla="*/ 5256105 w 7467600"/>
              <a:gd name="connsiteY782" fmla="*/ 945632 h 6858000"/>
              <a:gd name="connsiteX783" fmla="*/ 5107071 w 7467600"/>
              <a:gd name="connsiteY783" fmla="*/ 969720 h 6858000"/>
              <a:gd name="connsiteX784" fmla="*/ 4998681 w 7467600"/>
              <a:gd name="connsiteY784" fmla="*/ 988771 h 6858000"/>
              <a:gd name="connsiteX785" fmla="*/ 5870151 w 7467600"/>
              <a:gd name="connsiteY785" fmla="*/ 898890 h 6858000"/>
              <a:gd name="connsiteX786" fmla="*/ 5504425 w 7467600"/>
              <a:gd name="connsiteY786" fmla="*/ 848067 h 6858000"/>
              <a:gd name="connsiteX787" fmla="*/ 4968849 w 7467600"/>
              <a:gd name="connsiteY787" fmla="*/ 962318 h 6858000"/>
              <a:gd name="connsiteX788" fmla="*/ 5104039 w 7467600"/>
              <a:gd name="connsiteY788" fmla="*/ 940634 h 6858000"/>
              <a:gd name="connsiteX789" fmla="*/ 5256311 w 7467600"/>
              <a:gd name="connsiteY789" fmla="*/ 916490 h 6858000"/>
              <a:gd name="connsiteX790" fmla="*/ 5377381 w 7467600"/>
              <a:gd name="connsiteY790" fmla="*/ 912671 h 6858000"/>
              <a:gd name="connsiteX791" fmla="*/ 5460148 w 7467600"/>
              <a:gd name="connsiteY791" fmla="*/ 911442 h 6858000"/>
              <a:gd name="connsiteX792" fmla="*/ 5648971 w 7467600"/>
              <a:gd name="connsiteY792" fmla="*/ 891331 h 6858000"/>
              <a:gd name="connsiteX793" fmla="*/ 5844807 w 7467600"/>
              <a:gd name="connsiteY793" fmla="*/ 870718 h 6858000"/>
              <a:gd name="connsiteX794" fmla="*/ 5862975 w 7467600"/>
              <a:gd name="connsiteY794" fmla="*/ 869756 h 6858000"/>
              <a:gd name="connsiteX795" fmla="*/ 5920887 w 7467600"/>
              <a:gd name="connsiteY795" fmla="*/ 865929 h 6858000"/>
              <a:gd name="connsiteX796" fmla="*/ 5504425 w 7467600"/>
              <a:gd name="connsiteY796" fmla="*/ 848067 h 6858000"/>
              <a:gd name="connsiteX797" fmla="*/ 3607114 w 7467600"/>
              <a:gd name="connsiteY797" fmla="*/ 467441 h 6858000"/>
              <a:gd name="connsiteX798" fmla="*/ 3296242 w 7467600"/>
              <a:gd name="connsiteY798" fmla="*/ 807991 h 6858000"/>
              <a:gd name="connsiteX799" fmla="*/ 3174674 w 7467600"/>
              <a:gd name="connsiteY799" fmla="*/ 919759 h 6858000"/>
              <a:gd name="connsiteX800" fmla="*/ 3042978 w 7467600"/>
              <a:gd name="connsiteY800" fmla="*/ 1054894 h 6858000"/>
              <a:gd name="connsiteX801" fmla="*/ 2968914 w 7467600"/>
              <a:gd name="connsiteY801" fmla="*/ 1133756 h 6858000"/>
              <a:gd name="connsiteX802" fmla="*/ 3103823 w 7467600"/>
              <a:gd name="connsiteY802" fmla="*/ 1026814 h 6858000"/>
              <a:gd name="connsiteX803" fmla="*/ 3607114 w 7467600"/>
              <a:gd name="connsiteY803" fmla="*/ 467441 h 6858000"/>
              <a:gd name="connsiteX804" fmla="*/ 3744487 w 7467600"/>
              <a:gd name="connsiteY804" fmla="*/ 383136 h 6858000"/>
              <a:gd name="connsiteX805" fmla="*/ 3970213 w 7467600"/>
              <a:gd name="connsiteY805" fmla="*/ 995559 h 6858000"/>
              <a:gd name="connsiteX806" fmla="*/ 3744487 w 7467600"/>
              <a:gd name="connsiteY806" fmla="*/ 383136 h 6858000"/>
              <a:gd name="connsiteX807" fmla="*/ 3624562 w 7467600"/>
              <a:gd name="connsiteY807" fmla="*/ 367041 h 6858000"/>
              <a:gd name="connsiteX808" fmla="*/ 3489712 w 7467600"/>
              <a:gd name="connsiteY808" fmla="*/ 485386 h 6858000"/>
              <a:gd name="connsiteX809" fmla="*/ 3182994 w 7467600"/>
              <a:gd name="connsiteY809" fmla="*/ 828265 h 6858000"/>
              <a:gd name="connsiteX810" fmla="*/ 2892114 w 7467600"/>
              <a:gd name="connsiteY810" fmla="*/ 1172635 h 6858000"/>
              <a:gd name="connsiteX811" fmla="*/ 3021459 w 7467600"/>
              <a:gd name="connsiteY811" fmla="*/ 1035385 h 6858000"/>
              <a:gd name="connsiteX812" fmla="*/ 3153873 w 7467600"/>
              <a:gd name="connsiteY812" fmla="*/ 898971 h 6858000"/>
              <a:gd name="connsiteX813" fmla="*/ 3276511 w 7467600"/>
              <a:gd name="connsiteY813" fmla="*/ 786423 h 6858000"/>
              <a:gd name="connsiteX814" fmla="*/ 3584154 w 7467600"/>
              <a:gd name="connsiteY814" fmla="*/ 448218 h 6858000"/>
              <a:gd name="connsiteX815" fmla="*/ 3624562 w 7467600"/>
              <a:gd name="connsiteY815" fmla="*/ 367041 h 6858000"/>
              <a:gd name="connsiteX816" fmla="*/ 3766672 w 7467600"/>
              <a:gd name="connsiteY816" fmla="*/ 359429 h 6858000"/>
              <a:gd name="connsiteX817" fmla="*/ 3996338 w 7467600"/>
              <a:gd name="connsiteY817" fmla="*/ 968237 h 6858000"/>
              <a:gd name="connsiteX818" fmla="*/ 3766672 w 7467600"/>
              <a:gd name="connsiteY818" fmla="*/ 359429 h 6858000"/>
              <a:gd name="connsiteX819" fmla="*/ 5805386 w 7467600"/>
              <a:gd name="connsiteY819" fmla="*/ 239240 h 6858000"/>
              <a:gd name="connsiteX820" fmla="*/ 5736947 w 7467600"/>
              <a:gd name="connsiteY820" fmla="*/ 261367 h 6858000"/>
              <a:gd name="connsiteX821" fmla="*/ 5427012 w 7467600"/>
              <a:gd name="connsiteY821" fmla="*/ 311272 h 6858000"/>
              <a:gd name="connsiteX822" fmla="*/ 5147818 w 7467600"/>
              <a:gd name="connsiteY822" fmla="*/ 322112 h 6858000"/>
              <a:gd name="connsiteX823" fmla="*/ 5060854 w 7467600"/>
              <a:gd name="connsiteY823" fmla="*/ 311882 h 6858000"/>
              <a:gd name="connsiteX824" fmla="*/ 4945989 w 7467600"/>
              <a:gd name="connsiteY824" fmla="*/ 300516 h 6858000"/>
              <a:gd name="connsiteX825" fmla="*/ 5410479 w 7467600"/>
              <a:gd name="connsiteY825" fmla="*/ 348434 h 6858000"/>
              <a:gd name="connsiteX826" fmla="*/ 5805386 w 7467600"/>
              <a:gd name="connsiteY826" fmla="*/ 239240 h 6858000"/>
              <a:gd name="connsiteX827" fmla="*/ 5905192 w 7467600"/>
              <a:gd name="connsiteY827" fmla="*/ 163079 h 6858000"/>
              <a:gd name="connsiteX828" fmla="*/ 5865655 w 7467600"/>
              <a:gd name="connsiteY828" fmla="*/ 171901 h 6858000"/>
              <a:gd name="connsiteX829" fmla="*/ 5259740 w 7467600"/>
              <a:gd name="connsiteY829" fmla="*/ 257013 h 6858000"/>
              <a:gd name="connsiteX830" fmla="*/ 5208466 w 7467600"/>
              <a:gd name="connsiteY830" fmla="*/ 257550 h 6858000"/>
              <a:gd name="connsiteX831" fmla="*/ 4980204 w 7467600"/>
              <a:gd name="connsiteY831" fmla="*/ 271903 h 6858000"/>
              <a:gd name="connsiteX832" fmla="*/ 5068068 w 7467600"/>
              <a:gd name="connsiteY832" fmla="*/ 282244 h 6858000"/>
              <a:gd name="connsiteX833" fmla="*/ 5153231 w 7467600"/>
              <a:gd name="connsiteY833" fmla="*/ 292240 h 6858000"/>
              <a:gd name="connsiteX834" fmla="*/ 5426491 w 7467600"/>
              <a:gd name="connsiteY834" fmla="*/ 281128 h 6858000"/>
              <a:gd name="connsiteX835" fmla="*/ 5731212 w 7467600"/>
              <a:gd name="connsiteY835" fmla="*/ 231951 h 6858000"/>
              <a:gd name="connsiteX836" fmla="*/ 5905192 w 7467600"/>
              <a:gd name="connsiteY836" fmla="*/ 163079 h 6858000"/>
              <a:gd name="connsiteX837" fmla="*/ 5944437 w 7467600"/>
              <a:gd name="connsiteY837" fmla="*/ 113829 h 6858000"/>
              <a:gd name="connsiteX838" fmla="*/ 5825032 w 7467600"/>
              <a:gd name="connsiteY838" fmla="*/ 146405 h 6858000"/>
              <a:gd name="connsiteX839" fmla="*/ 4955599 w 7467600"/>
              <a:gd name="connsiteY839" fmla="*/ 247008 h 6858000"/>
              <a:gd name="connsiteX840" fmla="*/ 5210104 w 7467600"/>
              <a:gd name="connsiteY840" fmla="*/ 228123 h 6858000"/>
              <a:gd name="connsiteX841" fmla="*/ 5261015 w 7467600"/>
              <a:gd name="connsiteY841" fmla="*/ 227087 h 6858000"/>
              <a:gd name="connsiteX842" fmla="*/ 5861181 w 7467600"/>
              <a:gd name="connsiteY842" fmla="*/ 143093 h 6858000"/>
              <a:gd name="connsiteX843" fmla="*/ 5961252 w 7467600"/>
              <a:gd name="connsiteY843" fmla="*/ 114820 h 6858000"/>
              <a:gd name="connsiteX844" fmla="*/ 5944437 w 7467600"/>
              <a:gd name="connsiteY844" fmla="*/ 113829 h 6858000"/>
              <a:gd name="connsiteX845" fmla="*/ 3882765 w 7467600"/>
              <a:gd name="connsiteY845" fmla="*/ 0 h 6858000"/>
              <a:gd name="connsiteX846" fmla="*/ 3995099 w 7467600"/>
              <a:gd name="connsiteY846" fmla="*/ 0 h 6858000"/>
              <a:gd name="connsiteX847" fmla="*/ 4163818 w 7467600"/>
              <a:gd name="connsiteY847" fmla="*/ 234104 h 6858000"/>
              <a:gd name="connsiteX848" fmla="*/ 4172099 w 7467600"/>
              <a:gd name="connsiteY848" fmla="*/ 234207 h 6858000"/>
              <a:gd name="connsiteX849" fmla="*/ 4784282 w 7467600"/>
              <a:gd name="connsiteY849" fmla="*/ 276561 h 6858000"/>
              <a:gd name="connsiteX850" fmla="*/ 4801687 w 7467600"/>
              <a:gd name="connsiteY850" fmla="*/ 267764 h 6858000"/>
              <a:gd name="connsiteX851" fmla="*/ 6082788 w 7467600"/>
              <a:gd name="connsiteY851" fmla="*/ 64119 h 6858000"/>
              <a:gd name="connsiteX852" fmla="*/ 6099442 w 7467600"/>
              <a:gd name="connsiteY852" fmla="*/ 82568 h 6858000"/>
              <a:gd name="connsiteX853" fmla="*/ 4804137 w 7467600"/>
              <a:gd name="connsiteY853" fmla="*/ 320931 h 6858000"/>
              <a:gd name="connsiteX854" fmla="*/ 4227047 w 7467600"/>
              <a:gd name="connsiteY854" fmla="*/ 313415 h 6858000"/>
              <a:gd name="connsiteX855" fmla="*/ 4346041 w 7467600"/>
              <a:gd name="connsiteY855" fmla="*/ 456086 h 6858000"/>
              <a:gd name="connsiteX856" fmla="*/ 4870967 w 7467600"/>
              <a:gd name="connsiteY856" fmla="*/ 963061 h 6858000"/>
              <a:gd name="connsiteX857" fmla="*/ 4889647 w 7467600"/>
              <a:gd name="connsiteY857" fmla="*/ 957147 h 6858000"/>
              <a:gd name="connsiteX858" fmla="*/ 5422504 w 7467600"/>
              <a:gd name="connsiteY858" fmla="*/ 805191 h 6858000"/>
              <a:gd name="connsiteX859" fmla="*/ 6087656 w 7467600"/>
              <a:gd name="connsiteY859" fmla="*/ 826703 h 6858000"/>
              <a:gd name="connsiteX860" fmla="*/ 6058717 w 7467600"/>
              <a:gd name="connsiteY860" fmla="*/ 865992 h 6858000"/>
              <a:gd name="connsiteX861" fmla="*/ 4974153 w 7467600"/>
              <a:gd name="connsiteY861" fmla="*/ 1045456 h 6858000"/>
              <a:gd name="connsiteX862" fmla="*/ 5627835 w 7467600"/>
              <a:gd name="connsiteY862" fmla="*/ 1472077 h 6858000"/>
              <a:gd name="connsiteX863" fmla="*/ 5629817 w 7467600"/>
              <a:gd name="connsiteY863" fmla="*/ 1471412 h 6858000"/>
              <a:gd name="connsiteX864" fmla="*/ 5634124 w 7467600"/>
              <a:gd name="connsiteY864" fmla="*/ 1470572 h 6858000"/>
              <a:gd name="connsiteX865" fmla="*/ 5755832 w 7467600"/>
              <a:gd name="connsiteY865" fmla="*/ 1383886 h 6858000"/>
              <a:gd name="connsiteX866" fmla="*/ 6014186 w 7467600"/>
              <a:gd name="connsiteY866" fmla="*/ 1279799 h 6858000"/>
              <a:gd name="connsiteX867" fmla="*/ 6901619 w 7467600"/>
              <a:gd name="connsiteY867" fmla="*/ 1047874 h 6858000"/>
              <a:gd name="connsiteX868" fmla="*/ 6931566 w 7467600"/>
              <a:gd name="connsiteY868" fmla="*/ 1062034 h 6858000"/>
              <a:gd name="connsiteX869" fmla="*/ 5790982 w 7467600"/>
              <a:gd name="connsiteY869" fmla="*/ 1561380 h 6858000"/>
              <a:gd name="connsiteX870" fmla="*/ 6188971 w 7467600"/>
              <a:gd name="connsiteY870" fmla="*/ 1755168 h 6858000"/>
              <a:gd name="connsiteX871" fmla="*/ 6202446 w 7467600"/>
              <a:gd name="connsiteY871" fmla="*/ 1752268 h 6858000"/>
              <a:gd name="connsiteX872" fmla="*/ 7179560 w 7467600"/>
              <a:gd name="connsiteY872" fmla="*/ 1467551 h 6858000"/>
              <a:gd name="connsiteX873" fmla="*/ 7158730 w 7467600"/>
              <a:gd name="connsiteY873" fmla="*/ 1507835 h 6858000"/>
              <a:gd name="connsiteX874" fmla="*/ 6326959 w 7467600"/>
              <a:gd name="connsiteY874" fmla="*/ 1817686 h 6858000"/>
              <a:gd name="connsiteX875" fmla="*/ 6537433 w 7467600"/>
              <a:gd name="connsiteY875" fmla="*/ 1907790 h 6858000"/>
              <a:gd name="connsiteX876" fmla="*/ 6550221 w 7467600"/>
              <a:gd name="connsiteY876" fmla="*/ 1910729 h 6858000"/>
              <a:gd name="connsiteX877" fmla="*/ 6964438 w 7467600"/>
              <a:gd name="connsiteY877" fmla="*/ 2209505 h 6858000"/>
              <a:gd name="connsiteX878" fmla="*/ 7367862 w 7467600"/>
              <a:gd name="connsiteY878" fmla="*/ 2806833 h 6858000"/>
              <a:gd name="connsiteX879" fmla="*/ 7364329 w 7467600"/>
              <a:gd name="connsiteY879" fmla="*/ 2826907 h 6858000"/>
              <a:gd name="connsiteX880" fmla="*/ 7290545 w 7467600"/>
              <a:gd name="connsiteY880" fmla="*/ 2850663 h 6858000"/>
              <a:gd name="connsiteX881" fmla="*/ 6472036 w 7467600"/>
              <a:gd name="connsiteY881" fmla="*/ 1959003 h 6858000"/>
              <a:gd name="connsiteX882" fmla="*/ 5792897 w 7467600"/>
              <a:gd name="connsiteY882" fmla="*/ 1647747 h 6858000"/>
              <a:gd name="connsiteX883" fmla="*/ 5842751 w 7467600"/>
              <a:gd name="connsiteY883" fmla="*/ 1816112 h 6858000"/>
              <a:gd name="connsiteX884" fmla="*/ 5847424 w 7467600"/>
              <a:gd name="connsiteY884" fmla="*/ 1815776 h 6858000"/>
              <a:gd name="connsiteX885" fmla="*/ 6399821 w 7467600"/>
              <a:gd name="connsiteY885" fmla="*/ 2344799 h 6858000"/>
              <a:gd name="connsiteX886" fmla="*/ 6323232 w 7467600"/>
              <a:gd name="connsiteY886" fmla="*/ 2389634 h 6858000"/>
              <a:gd name="connsiteX887" fmla="*/ 5942958 w 7467600"/>
              <a:gd name="connsiteY887" fmla="*/ 2077708 h 6858000"/>
              <a:gd name="connsiteX888" fmla="*/ 5921559 w 7467600"/>
              <a:gd name="connsiteY888" fmla="*/ 2378596 h 6858000"/>
              <a:gd name="connsiteX889" fmla="*/ 5817651 w 7467600"/>
              <a:gd name="connsiteY889" fmla="*/ 3023919 h 6858000"/>
              <a:gd name="connsiteX890" fmla="*/ 5729634 w 7467600"/>
              <a:gd name="connsiteY890" fmla="*/ 3051849 h 6858000"/>
              <a:gd name="connsiteX891" fmla="*/ 5611018 w 7467600"/>
              <a:gd name="connsiteY891" fmla="*/ 2316769 h 6858000"/>
              <a:gd name="connsiteX892" fmla="*/ 5687608 w 7467600"/>
              <a:gd name="connsiteY892" fmla="*/ 2039972 h 6858000"/>
              <a:gd name="connsiteX893" fmla="*/ 5657554 w 7467600"/>
              <a:gd name="connsiteY893" fmla="*/ 1576445 h 6858000"/>
              <a:gd name="connsiteX894" fmla="*/ 5150475 w 7467600"/>
              <a:gd name="connsiteY894" fmla="*/ 1274012 h 6858000"/>
              <a:gd name="connsiteX895" fmla="*/ 5349142 w 7467600"/>
              <a:gd name="connsiteY895" fmla="*/ 2204405 h 6858000"/>
              <a:gd name="connsiteX896" fmla="*/ 5262214 w 7467600"/>
              <a:gd name="connsiteY896" fmla="*/ 2233836 h 6858000"/>
              <a:gd name="connsiteX897" fmla="*/ 4981539 w 7467600"/>
              <a:gd name="connsiteY897" fmla="*/ 1542201 h 6858000"/>
              <a:gd name="connsiteX898" fmla="*/ 4958461 w 7467600"/>
              <a:gd name="connsiteY898" fmla="*/ 1136957 h 6858000"/>
              <a:gd name="connsiteX899" fmla="*/ 4655015 w 7467600"/>
              <a:gd name="connsiteY899" fmla="*/ 891426 h 6858000"/>
              <a:gd name="connsiteX900" fmla="*/ 4348002 w 7467600"/>
              <a:gd name="connsiteY900" fmla="*/ 2205895 h 6858000"/>
              <a:gd name="connsiteX901" fmla="*/ 4262250 w 7467600"/>
              <a:gd name="connsiteY901" fmla="*/ 2219972 h 6858000"/>
              <a:gd name="connsiteX902" fmla="*/ 4550611 w 7467600"/>
              <a:gd name="connsiteY902" fmla="*/ 817540 h 6858000"/>
              <a:gd name="connsiteX903" fmla="*/ 4564418 w 7467600"/>
              <a:gd name="connsiteY903" fmla="*/ 808293 h 6858000"/>
              <a:gd name="connsiteX904" fmla="*/ 4266388 w 7467600"/>
              <a:gd name="connsiteY904" fmla="*/ 500083 h 6858000"/>
              <a:gd name="connsiteX905" fmla="*/ 4032842 w 7467600"/>
              <a:gd name="connsiteY905" fmla="*/ 211809 h 6858000"/>
              <a:gd name="connsiteX906" fmla="*/ 3882765 w 7467600"/>
              <a:gd name="connsiteY906" fmla="*/ 0 h 6858000"/>
              <a:gd name="connsiteX907" fmla="*/ 3721337 w 7467600"/>
              <a:gd name="connsiteY907" fmla="*/ 0 h 6858000"/>
              <a:gd name="connsiteX908" fmla="*/ 3797544 w 7467600"/>
              <a:gd name="connsiteY908" fmla="*/ 0 h 6858000"/>
              <a:gd name="connsiteX909" fmla="*/ 3775734 w 7467600"/>
              <a:gd name="connsiteY909" fmla="*/ 95131 h 6858000"/>
              <a:gd name="connsiteX910" fmla="*/ 3724807 w 7467600"/>
              <a:gd name="connsiteY910" fmla="*/ 272257 h 6858000"/>
              <a:gd name="connsiteX911" fmla="*/ 3726844 w 7467600"/>
              <a:gd name="connsiteY911" fmla="*/ 282988 h 6858000"/>
              <a:gd name="connsiteX912" fmla="*/ 3742664 w 7467600"/>
              <a:gd name="connsiteY912" fmla="*/ 279918 h 6858000"/>
              <a:gd name="connsiteX913" fmla="*/ 4103910 w 7467600"/>
              <a:gd name="connsiteY913" fmla="*/ 1161917 h 6858000"/>
              <a:gd name="connsiteX914" fmla="*/ 4020269 w 7467600"/>
              <a:gd name="connsiteY914" fmla="*/ 1200406 h 6858000"/>
              <a:gd name="connsiteX915" fmla="*/ 3674882 w 7467600"/>
              <a:gd name="connsiteY915" fmla="*/ 488524 h 6858000"/>
              <a:gd name="connsiteX916" fmla="*/ 3132682 w 7467600"/>
              <a:gd name="connsiteY916" fmla="*/ 1072284 h 6858000"/>
              <a:gd name="connsiteX917" fmla="*/ 2716346 w 7467600"/>
              <a:gd name="connsiteY917" fmla="*/ 1276376 h 6858000"/>
              <a:gd name="connsiteX918" fmla="*/ 2716772 w 7467600"/>
              <a:gd name="connsiteY918" fmla="*/ 1255462 h 6858000"/>
              <a:gd name="connsiteX919" fmla="*/ 3471096 w 7467600"/>
              <a:gd name="connsiteY919" fmla="*/ 437072 h 6858000"/>
              <a:gd name="connsiteX920" fmla="*/ 3639057 w 7467600"/>
              <a:gd name="connsiteY920" fmla="*/ 286334 h 6858000"/>
              <a:gd name="connsiteX921" fmla="*/ 3640309 w 7467600"/>
              <a:gd name="connsiteY921" fmla="*/ 284664 h 6858000"/>
              <a:gd name="connsiteX922" fmla="*/ 3646022 w 7467600"/>
              <a:gd name="connsiteY922" fmla="*/ 276711 h 6858000"/>
              <a:gd name="connsiteX923" fmla="*/ 3707943 w 7467600"/>
              <a:gd name="connsiteY923" fmla="*/ 65958 h 6858000"/>
              <a:gd name="connsiteX924" fmla="*/ 3721337 w 7467600"/>
              <a:gd name="connsiteY924" fmla="*/ 0 h 6858000"/>
              <a:gd name="connsiteX925" fmla="*/ 2867960 w 7467600"/>
              <a:gd name="connsiteY925" fmla="*/ 0 h 6858000"/>
              <a:gd name="connsiteX926" fmla="*/ 2926351 w 7467600"/>
              <a:gd name="connsiteY926" fmla="*/ 0 h 6858000"/>
              <a:gd name="connsiteX927" fmla="*/ 2902823 w 7467600"/>
              <a:gd name="connsiteY927" fmla="*/ 262929 h 6858000"/>
              <a:gd name="connsiteX928" fmla="*/ 2940663 w 7467600"/>
              <a:gd name="connsiteY928" fmla="*/ 140884 h 6858000"/>
              <a:gd name="connsiteX929" fmla="*/ 2947039 w 7467600"/>
              <a:gd name="connsiteY929" fmla="*/ 122524 h 6858000"/>
              <a:gd name="connsiteX930" fmla="*/ 2984316 w 7467600"/>
              <a:gd name="connsiteY930" fmla="*/ 0 h 6858000"/>
              <a:gd name="connsiteX931" fmla="*/ 3016114 w 7467600"/>
              <a:gd name="connsiteY931" fmla="*/ 0 h 6858000"/>
              <a:gd name="connsiteX932" fmla="*/ 2979949 w 7467600"/>
              <a:gd name="connsiteY932" fmla="*/ 119274 h 6858000"/>
              <a:gd name="connsiteX933" fmla="*/ 3023879 w 7467600"/>
              <a:gd name="connsiteY933" fmla="*/ 0 h 6858000"/>
              <a:gd name="connsiteX934" fmla="*/ 3105400 w 7467600"/>
              <a:gd name="connsiteY934" fmla="*/ 0 h 6858000"/>
              <a:gd name="connsiteX935" fmla="*/ 3094669 w 7467600"/>
              <a:gd name="connsiteY935" fmla="*/ 30308 h 6858000"/>
              <a:gd name="connsiteX936" fmla="*/ 2901945 w 7467600"/>
              <a:gd name="connsiteY936" fmla="*/ 466538 h 6858000"/>
              <a:gd name="connsiteX937" fmla="*/ 2815209 w 7467600"/>
              <a:gd name="connsiteY937" fmla="*/ 497361 h 6858000"/>
              <a:gd name="connsiteX938" fmla="*/ 2844845 w 7467600"/>
              <a:gd name="connsiteY938" fmla="*/ 127638 h 6858000"/>
              <a:gd name="connsiteX939" fmla="*/ 2867960 w 7467600"/>
              <a:gd name="connsiteY939" fmla="*/ 0 h 6858000"/>
              <a:gd name="connsiteX940" fmla="*/ 1057230 w 7467600"/>
              <a:gd name="connsiteY940" fmla="*/ 0 h 6858000"/>
              <a:gd name="connsiteX941" fmla="*/ 1111003 w 7467600"/>
              <a:gd name="connsiteY941" fmla="*/ 0 h 6858000"/>
              <a:gd name="connsiteX942" fmla="*/ 1125553 w 7467600"/>
              <a:gd name="connsiteY942" fmla="*/ 52588 h 6858000"/>
              <a:gd name="connsiteX943" fmla="*/ 1304276 w 7467600"/>
              <a:gd name="connsiteY943" fmla="*/ 476275 h 6858000"/>
              <a:gd name="connsiteX944" fmla="*/ 1492066 w 7467600"/>
              <a:gd name="connsiteY944" fmla="*/ 886333 h 6858000"/>
              <a:gd name="connsiteX945" fmla="*/ 1423698 w 7467600"/>
              <a:gd name="connsiteY945" fmla="*/ 710817 h 6858000"/>
              <a:gd name="connsiteX946" fmla="*/ 1357609 w 7467600"/>
              <a:gd name="connsiteY946" fmla="*/ 532892 h 6858000"/>
              <a:gd name="connsiteX947" fmla="*/ 1309550 w 7467600"/>
              <a:gd name="connsiteY947" fmla="*/ 374031 h 6858000"/>
              <a:gd name="connsiteX948" fmla="*/ 1193673 w 7467600"/>
              <a:gd name="connsiteY948" fmla="*/ 49533 h 6858000"/>
              <a:gd name="connsiteX949" fmla="*/ 1164391 w 7467600"/>
              <a:gd name="connsiteY949" fmla="*/ 0 h 6858000"/>
              <a:gd name="connsiteX950" fmla="*/ 1200666 w 7467600"/>
              <a:gd name="connsiteY950" fmla="*/ 0 h 6858000"/>
              <a:gd name="connsiteX951" fmla="*/ 1223408 w 7467600"/>
              <a:gd name="connsiteY951" fmla="*/ 38996 h 6858000"/>
              <a:gd name="connsiteX952" fmla="*/ 1339635 w 7467600"/>
              <a:gd name="connsiteY952" fmla="*/ 365517 h 6858000"/>
              <a:gd name="connsiteX953" fmla="*/ 1387469 w 7467600"/>
              <a:gd name="connsiteY953" fmla="*/ 523079 h 6858000"/>
              <a:gd name="connsiteX954" fmla="*/ 1452685 w 7467600"/>
              <a:gd name="connsiteY954" fmla="*/ 699806 h 6858000"/>
              <a:gd name="connsiteX955" fmla="*/ 1492092 w 7467600"/>
              <a:gd name="connsiteY955" fmla="*/ 800424 h 6858000"/>
              <a:gd name="connsiteX956" fmla="*/ 1455302 w 7467600"/>
              <a:gd name="connsiteY956" fmla="*/ 632913 h 6858000"/>
              <a:gd name="connsiteX957" fmla="*/ 1222336 w 7467600"/>
              <a:gd name="connsiteY957" fmla="*/ 9480 h 6858000"/>
              <a:gd name="connsiteX958" fmla="*/ 1214634 w 7467600"/>
              <a:gd name="connsiteY958" fmla="*/ 0 h 6858000"/>
              <a:gd name="connsiteX959" fmla="*/ 1289827 w 7467600"/>
              <a:gd name="connsiteY959" fmla="*/ 0 h 6858000"/>
              <a:gd name="connsiteX960" fmla="*/ 1321076 w 7467600"/>
              <a:gd name="connsiteY960" fmla="*/ 59722 h 6858000"/>
              <a:gd name="connsiteX961" fmla="*/ 1512579 w 7467600"/>
              <a:gd name="connsiteY961" fmla="*/ 626441 h 6858000"/>
              <a:gd name="connsiteX962" fmla="*/ 1506076 w 7467600"/>
              <a:gd name="connsiteY962" fmla="*/ 1089289 h 6858000"/>
              <a:gd name="connsiteX963" fmla="*/ 1486346 w 7467600"/>
              <a:gd name="connsiteY963" fmla="*/ 1079919 h 6858000"/>
              <a:gd name="connsiteX964" fmla="*/ 1070511 w 7467600"/>
              <a:gd name="connsiteY964" fmla="*/ 48609 h 6858000"/>
              <a:gd name="connsiteX965" fmla="*/ 1057230 w 7467600"/>
              <a:gd name="connsiteY965" fmla="*/ 0 h 6858000"/>
              <a:gd name="connsiteX966" fmla="*/ 43151 w 7467600"/>
              <a:gd name="connsiteY966" fmla="*/ 0 h 6858000"/>
              <a:gd name="connsiteX967" fmla="*/ 95283 w 7467600"/>
              <a:gd name="connsiteY967" fmla="*/ 0 h 6858000"/>
              <a:gd name="connsiteX968" fmla="*/ 300708 w 7467600"/>
              <a:gd name="connsiteY968" fmla="*/ 154571 h 6858000"/>
              <a:gd name="connsiteX969" fmla="*/ 530414 w 7467600"/>
              <a:gd name="connsiteY969" fmla="*/ 354673 h 6858000"/>
              <a:gd name="connsiteX970" fmla="*/ 333785 w 7467600"/>
              <a:gd name="connsiteY970" fmla="*/ 161564 h 6858000"/>
              <a:gd name="connsiteX971" fmla="*/ 147005 w 7467600"/>
              <a:gd name="connsiteY971" fmla="*/ 0 h 6858000"/>
              <a:gd name="connsiteX972" fmla="*/ 272509 w 7467600"/>
              <a:gd name="connsiteY972" fmla="*/ 0 h 6858000"/>
              <a:gd name="connsiteX973" fmla="*/ 326276 w 7467600"/>
              <a:gd name="connsiteY973" fmla="*/ 45847 h 6858000"/>
              <a:gd name="connsiteX974" fmla="*/ 823759 w 7467600"/>
              <a:gd name="connsiteY974" fmla="*/ 574145 h 6858000"/>
              <a:gd name="connsiteX975" fmla="*/ 811254 w 7467600"/>
              <a:gd name="connsiteY975" fmla="*/ 665546 h 6858000"/>
              <a:gd name="connsiteX976" fmla="*/ 154042 w 7467600"/>
              <a:gd name="connsiteY976" fmla="*/ 261522 h 6858000"/>
              <a:gd name="connsiteX977" fmla="*/ 13550 w 7467600"/>
              <a:gd name="connsiteY977" fmla="*/ 158423 h 6858000"/>
              <a:gd name="connsiteX978" fmla="*/ 0 w 7467600"/>
              <a:gd name="connsiteY978" fmla="*/ 146618 h 6858000"/>
              <a:gd name="connsiteX979" fmla="*/ 0 w 7467600"/>
              <a:gd name="connsiteY979" fmla="*/ 59161 h 6858000"/>
              <a:gd name="connsiteX980" fmla="*/ 45427 w 7467600"/>
              <a:gd name="connsiteY980" fmla="*/ 101078 h 6858000"/>
              <a:gd name="connsiteX981" fmla="*/ 630103 w 7467600"/>
              <a:gd name="connsiteY981" fmla="*/ 485885 h 6858000"/>
              <a:gd name="connsiteX982" fmla="*/ 532040 w 7467600"/>
              <a:gd name="connsiteY982" fmla="*/ 399359 h 6858000"/>
              <a:gd name="connsiteX983" fmla="*/ 517618 w 7467600"/>
              <a:gd name="connsiteY983" fmla="*/ 385726 h 6858000"/>
              <a:gd name="connsiteX984" fmla="*/ 285074 w 7467600"/>
              <a:gd name="connsiteY984" fmla="*/ 182755 h 6858000"/>
              <a:gd name="connsiteX985" fmla="*/ 43151 w 7467600"/>
              <a:gd name="connsiteY98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1903353 w 7467600"/>
              <a:gd name="connsiteY127" fmla="*/ 5044827 h 6858000"/>
              <a:gd name="connsiteX128" fmla="*/ 1936931 w 7467600"/>
              <a:gd name="connsiteY128" fmla="*/ 5093954 h 6858000"/>
              <a:gd name="connsiteX129" fmla="*/ 2195868 w 7467600"/>
              <a:gd name="connsiteY129" fmla="*/ 5396574 h 6858000"/>
              <a:gd name="connsiteX130" fmla="*/ 2088852 w 7467600"/>
              <a:gd name="connsiteY130" fmla="*/ 5166123 h 6858000"/>
              <a:gd name="connsiteX131" fmla="*/ 1958241 w 7467600"/>
              <a:gd name="connsiteY131" fmla="*/ 5067955 h 6858000"/>
              <a:gd name="connsiteX132" fmla="*/ 1903353 w 7467600"/>
              <a:gd name="connsiteY132" fmla="*/ 5044827 h 6858000"/>
              <a:gd name="connsiteX133" fmla="*/ 1979378 w 7467600"/>
              <a:gd name="connsiteY133" fmla="*/ 4769504 h 6858000"/>
              <a:gd name="connsiteX134" fmla="*/ 2882120 w 7467600"/>
              <a:gd name="connsiteY134" fmla="*/ 5064547 h 6858000"/>
              <a:gd name="connsiteX135" fmla="*/ 2793103 w 7467600"/>
              <a:gd name="connsiteY135" fmla="*/ 5039699 h 6858000"/>
              <a:gd name="connsiteX136" fmla="*/ 2770041 w 7467600"/>
              <a:gd name="connsiteY136" fmla="*/ 5033634 h 6858000"/>
              <a:gd name="connsiteX137" fmla="*/ 1979378 w 7467600"/>
              <a:gd name="connsiteY137" fmla="*/ 4769504 h 6858000"/>
              <a:gd name="connsiteX138" fmla="*/ 1927410 w 7467600"/>
              <a:gd name="connsiteY138" fmla="*/ 4716164 h 6858000"/>
              <a:gd name="connsiteX139" fmla="*/ 1959587 w 7467600"/>
              <a:gd name="connsiteY139" fmla="*/ 4728849 h 6858000"/>
              <a:gd name="connsiteX140" fmla="*/ 2777707 w 7467600"/>
              <a:gd name="connsiteY140" fmla="*/ 5003991 h 6858000"/>
              <a:gd name="connsiteX141" fmla="*/ 2800768 w 7467600"/>
              <a:gd name="connsiteY141" fmla="*/ 5010056 h 6858000"/>
              <a:gd name="connsiteX142" fmla="*/ 2879408 w 7467600"/>
              <a:gd name="connsiteY142" fmla="*/ 5031590 h 6858000"/>
              <a:gd name="connsiteX143" fmla="*/ 2862295 w 7467600"/>
              <a:gd name="connsiteY143" fmla="*/ 5022958 h 6858000"/>
              <a:gd name="connsiteX144" fmla="*/ 2813343 w 7467600"/>
              <a:gd name="connsiteY144" fmla="*/ 4998369 h 6858000"/>
              <a:gd name="connsiteX145" fmla="*/ 2646245 w 7467600"/>
              <a:gd name="connsiteY145" fmla="*/ 4930999 h 6858000"/>
              <a:gd name="connsiteX146" fmla="*/ 1999243 w 7467600"/>
              <a:gd name="connsiteY146" fmla="*/ 4730524 h 6858000"/>
              <a:gd name="connsiteX147" fmla="*/ 1979527 w 7467600"/>
              <a:gd name="connsiteY147" fmla="*/ 4726651 h 6858000"/>
              <a:gd name="connsiteX148" fmla="*/ 1927410 w 7467600"/>
              <a:gd name="connsiteY148" fmla="*/ 4716164 h 6858000"/>
              <a:gd name="connsiteX149" fmla="*/ 1997014 w 7467600"/>
              <a:gd name="connsiteY149" fmla="*/ 4698007 h 6858000"/>
              <a:gd name="connsiteX150" fmla="*/ 2005458 w 7467600"/>
              <a:gd name="connsiteY150" fmla="*/ 4699540 h 6858000"/>
              <a:gd name="connsiteX151" fmla="*/ 2657186 w 7467600"/>
              <a:gd name="connsiteY151" fmla="*/ 4901687 h 6858000"/>
              <a:gd name="connsiteX152" fmla="*/ 2826662 w 7467600"/>
              <a:gd name="connsiteY152" fmla="*/ 4970362 h 6858000"/>
              <a:gd name="connsiteX153" fmla="*/ 2876100 w 7467600"/>
              <a:gd name="connsiteY153" fmla="*/ 4995397 h 6858000"/>
              <a:gd name="connsiteX154" fmla="*/ 3042600 w 7467600"/>
              <a:gd name="connsiteY154" fmla="*/ 5059532 h 6858000"/>
              <a:gd name="connsiteX155" fmla="*/ 1997014 w 7467600"/>
              <a:gd name="connsiteY155" fmla="*/ 4698007 h 6858000"/>
              <a:gd name="connsiteX156" fmla="*/ 2305292 w 7467600"/>
              <a:gd name="connsiteY156" fmla="*/ 4219492 h 6858000"/>
              <a:gd name="connsiteX157" fmla="*/ 3360922 w 7467600"/>
              <a:gd name="connsiteY157" fmla="*/ 4529373 h 6858000"/>
              <a:gd name="connsiteX158" fmla="*/ 3492420 w 7467600"/>
              <a:gd name="connsiteY158" fmla="*/ 4510145 h 6858000"/>
              <a:gd name="connsiteX159" fmla="*/ 3364086 w 7467600"/>
              <a:gd name="connsiteY159" fmla="*/ 4480340 h 6858000"/>
              <a:gd name="connsiteX160" fmla="*/ 3225818 w 7467600"/>
              <a:gd name="connsiteY160" fmla="*/ 4411822 h 6858000"/>
              <a:gd name="connsiteX161" fmla="*/ 3129696 w 7467600"/>
              <a:gd name="connsiteY161" fmla="*/ 4360704 h 6858000"/>
              <a:gd name="connsiteX162" fmla="*/ 2814545 w 7467600"/>
              <a:gd name="connsiteY162" fmla="*/ 4282955 h 6858000"/>
              <a:gd name="connsiteX163" fmla="*/ 2305292 w 7467600"/>
              <a:gd name="connsiteY163" fmla="*/ 4219492 h 6858000"/>
              <a:gd name="connsiteX164" fmla="*/ 2626982 w 7467600"/>
              <a:gd name="connsiteY164" fmla="*/ 4206450 h 6858000"/>
              <a:gd name="connsiteX165" fmla="*/ 2490617 w 7467600"/>
              <a:gd name="connsiteY165" fmla="*/ 4206951 h 6858000"/>
              <a:gd name="connsiteX166" fmla="*/ 2819869 w 7467600"/>
              <a:gd name="connsiteY166" fmla="*/ 4252936 h 6858000"/>
              <a:gd name="connsiteX167" fmla="*/ 3143018 w 7467600"/>
              <a:gd name="connsiteY167" fmla="*/ 4332698 h 6858000"/>
              <a:gd name="connsiteX168" fmla="*/ 3241520 w 7467600"/>
              <a:gd name="connsiteY168" fmla="*/ 4385112 h 6858000"/>
              <a:gd name="connsiteX169" fmla="*/ 3374575 w 7467600"/>
              <a:gd name="connsiteY169" fmla="*/ 4451517 h 6858000"/>
              <a:gd name="connsiteX170" fmla="*/ 3505221 w 7467600"/>
              <a:gd name="connsiteY170" fmla="*/ 4480757 h 6858000"/>
              <a:gd name="connsiteX171" fmla="*/ 2626982 w 7467600"/>
              <a:gd name="connsiteY171" fmla="*/ 4206450 h 6858000"/>
              <a:gd name="connsiteX172" fmla="*/ 1310106 w 7467600"/>
              <a:gd name="connsiteY172" fmla="*/ 3943217 h 6858000"/>
              <a:gd name="connsiteX173" fmla="*/ 854994 w 7467600"/>
              <a:gd name="connsiteY173" fmla="*/ 4399136 h 6858000"/>
              <a:gd name="connsiteX174" fmla="*/ 742462 w 7467600"/>
              <a:gd name="connsiteY174" fmla="*/ 4594648 h 6858000"/>
              <a:gd name="connsiteX175" fmla="*/ 820602 w 7467600"/>
              <a:gd name="connsiteY175" fmla="*/ 4485915 h 6858000"/>
              <a:gd name="connsiteX176" fmla="*/ 878295 w 7467600"/>
              <a:gd name="connsiteY176" fmla="*/ 4403594 h 6858000"/>
              <a:gd name="connsiteX177" fmla="*/ 1240607 w 7467600"/>
              <a:gd name="connsiteY177" fmla="*/ 4010401 h 6858000"/>
              <a:gd name="connsiteX178" fmla="*/ 1310106 w 7467600"/>
              <a:gd name="connsiteY178" fmla="*/ 3943217 h 6858000"/>
              <a:gd name="connsiteX179" fmla="*/ 1423113 w 7467600"/>
              <a:gd name="connsiteY179" fmla="*/ 3874565 h 6858000"/>
              <a:gd name="connsiteX180" fmla="*/ 1260565 w 7467600"/>
              <a:gd name="connsiteY180" fmla="*/ 4031982 h 6858000"/>
              <a:gd name="connsiteX181" fmla="*/ 901900 w 7467600"/>
              <a:gd name="connsiteY181" fmla="*/ 4421236 h 6858000"/>
              <a:gd name="connsiteX182" fmla="*/ 845044 w 7467600"/>
              <a:gd name="connsiteY182" fmla="*/ 4502436 h 6858000"/>
              <a:gd name="connsiteX183" fmla="*/ 685926 w 7467600"/>
              <a:gd name="connsiteY183" fmla="*/ 4703069 h 6858000"/>
              <a:gd name="connsiteX184" fmla="*/ 684248 w 7467600"/>
              <a:gd name="connsiteY184" fmla="*/ 4706721 h 6858000"/>
              <a:gd name="connsiteX185" fmla="*/ 1423113 w 7467600"/>
              <a:gd name="connsiteY185" fmla="*/ 3874565 h 6858000"/>
              <a:gd name="connsiteX186" fmla="*/ 3316479 w 7467600"/>
              <a:gd name="connsiteY186" fmla="*/ 3872136 h 6858000"/>
              <a:gd name="connsiteX187" fmla="*/ 3546806 w 7467600"/>
              <a:gd name="connsiteY187" fmla="*/ 4356139 h 6858000"/>
              <a:gd name="connsiteX188" fmla="*/ 3364433 w 7467600"/>
              <a:gd name="connsiteY188" fmla="*/ 3953121 h 6858000"/>
              <a:gd name="connsiteX189" fmla="*/ 3316479 w 7467600"/>
              <a:gd name="connsiteY189" fmla="*/ 3872136 h 6858000"/>
              <a:gd name="connsiteX190" fmla="*/ 3291335 w 7467600"/>
              <a:gd name="connsiteY190" fmla="*/ 3767420 h 6858000"/>
              <a:gd name="connsiteX191" fmla="*/ 3390805 w 7467600"/>
              <a:gd name="connsiteY191" fmla="*/ 3937163 h 6858000"/>
              <a:gd name="connsiteX192" fmla="*/ 3579062 w 7467600"/>
              <a:gd name="connsiteY192" fmla="*/ 4359040 h 6858000"/>
              <a:gd name="connsiteX193" fmla="*/ 3467355 w 7467600"/>
              <a:gd name="connsiteY193" fmla="*/ 3988130 h 6858000"/>
              <a:gd name="connsiteX194" fmla="*/ 3310753 w 7467600"/>
              <a:gd name="connsiteY194" fmla="*/ 3787140 h 6858000"/>
              <a:gd name="connsiteX195" fmla="*/ 3291335 w 7467600"/>
              <a:gd name="connsiteY195" fmla="*/ 3767420 h 6858000"/>
              <a:gd name="connsiteX196" fmla="*/ 1635889 w 7467600"/>
              <a:gd name="connsiteY196" fmla="*/ 3709494 h 6858000"/>
              <a:gd name="connsiteX197" fmla="*/ 1634800 w 7467600"/>
              <a:gd name="connsiteY197" fmla="*/ 3731111 h 6858000"/>
              <a:gd name="connsiteX198" fmla="*/ 1635889 w 7467600"/>
              <a:gd name="connsiteY198" fmla="*/ 3709494 h 6858000"/>
              <a:gd name="connsiteX199" fmla="*/ 1510397 w 7467600"/>
              <a:gd name="connsiteY199" fmla="*/ 3684705 h 6858000"/>
              <a:gd name="connsiteX200" fmla="*/ 1146550 w 7467600"/>
              <a:gd name="connsiteY200" fmla="*/ 3802012 h 6858000"/>
              <a:gd name="connsiteX201" fmla="*/ 698834 w 7467600"/>
              <a:gd name="connsiteY201" fmla="*/ 3952272 h 6858000"/>
              <a:gd name="connsiteX202" fmla="*/ 34256 w 7467600"/>
              <a:gd name="connsiteY202" fmla="*/ 4347603 h 6858000"/>
              <a:gd name="connsiteX203" fmla="*/ 527241 w 7467600"/>
              <a:gd name="connsiteY203" fmla="*/ 4065078 h 6858000"/>
              <a:gd name="connsiteX204" fmla="*/ 1510397 w 7467600"/>
              <a:gd name="connsiteY204" fmla="*/ 3684705 h 6858000"/>
              <a:gd name="connsiteX205" fmla="*/ 1313114 w 7467600"/>
              <a:gd name="connsiteY205" fmla="*/ 3655216 h 6858000"/>
              <a:gd name="connsiteX206" fmla="*/ 1109304 w 7467600"/>
              <a:gd name="connsiteY206" fmla="*/ 3669030 h 6858000"/>
              <a:gd name="connsiteX207" fmla="*/ 8129 w 7467600"/>
              <a:gd name="connsiteY207" fmla="*/ 4330519 h 6858000"/>
              <a:gd name="connsiteX208" fmla="*/ 687572 w 7467600"/>
              <a:gd name="connsiteY208" fmla="*/ 3925629 h 6858000"/>
              <a:gd name="connsiteX209" fmla="*/ 1138365 w 7467600"/>
              <a:gd name="connsiteY209" fmla="*/ 3774515 h 6858000"/>
              <a:gd name="connsiteX210" fmla="*/ 1505579 w 7467600"/>
              <a:gd name="connsiteY210" fmla="*/ 3655526 h 6858000"/>
              <a:gd name="connsiteX211" fmla="*/ 1313114 w 7467600"/>
              <a:gd name="connsiteY211" fmla="*/ 3655216 h 6858000"/>
              <a:gd name="connsiteX212" fmla="*/ 3655073 w 7467600"/>
              <a:gd name="connsiteY212" fmla="*/ 3650884 h 6858000"/>
              <a:gd name="connsiteX213" fmla="*/ 3989938 w 7467600"/>
              <a:gd name="connsiteY213" fmla="*/ 3991685 h 6858000"/>
              <a:gd name="connsiteX214" fmla="*/ 4393907 w 7467600"/>
              <a:gd name="connsiteY214" fmla="*/ 4261258 h 6858000"/>
              <a:gd name="connsiteX215" fmla="*/ 4648051 w 7467600"/>
              <a:gd name="connsiteY215" fmla="*/ 4374051 h 6858000"/>
              <a:gd name="connsiteX216" fmla="*/ 4383389 w 7467600"/>
              <a:gd name="connsiteY216" fmla="*/ 4184369 h 6858000"/>
              <a:gd name="connsiteX217" fmla="*/ 4165508 w 7467600"/>
              <a:gd name="connsiteY217" fmla="*/ 4035196 h 6858000"/>
              <a:gd name="connsiteX218" fmla="*/ 4068162 w 7467600"/>
              <a:gd name="connsiteY218" fmla="*/ 3953394 h 6858000"/>
              <a:gd name="connsiteX219" fmla="*/ 3981416 w 7467600"/>
              <a:gd name="connsiteY219" fmla="*/ 3880482 h 6858000"/>
              <a:gd name="connsiteX220" fmla="*/ 3800147 w 7467600"/>
              <a:gd name="connsiteY220" fmla="*/ 3749872 h 6858000"/>
              <a:gd name="connsiteX221" fmla="*/ 3655073 w 7467600"/>
              <a:gd name="connsiteY221" fmla="*/ 3650884 h 6858000"/>
              <a:gd name="connsiteX222" fmla="*/ 3670252 w 7467600"/>
              <a:gd name="connsiteY222" fmla="*/ 3622798 h 6858000"/>
              <a:gd name="connsiteX223" fmla="*/ 3817258 w 7467600"/>
              <a:gd name="connsiteY223" fmla="*/ 3723577 h 6858000"/>
              <a:gd name="connsiteX224" fmla="*/ 4000461 w 7467600"/>
              <a:gd name="connsiteY224" fmla="*/ 3855966 h 6858000"/>
              <a:gd name="connsiteX225" fmla="*/ 4088180 w 7467600"/>
              <a:gd name="connsiteY225" fmla="*/ 3929774 h 6858000"/>
              <a:gd name="connsiteX226" fmla="*/ 4184555 w 7467600"/>
              <a:gd name="connsiteY226" fmla="*/ 4010683 h 6858000"/>
              <a:gd name="connsiteX227" fmla="*/ 4399563 w 7467600"/>
              <a:gd name="connsiteY227" fmla="*/ 4158106 h 6858000"/>
              <a:gd name="connsiteX228" fmla="*/ 4684469 w 7467600"/>
              <a:gd name="connsiteY228" fmla="*/ 4364680 h 6858000"/>
              <a:gd name="connsiteX229" fmla="*/ 4690271 w 7467600"/>
              <a:gd name="connsiteY229" fmla="*/ 4370034 h 6858000"/>
              <a:gd name="connsiteX230" fmla="*/ 4136093 w 7467600"/>
              <a:gd name="connsiteY230" fmla="*/ 3858466 h 6858000"/>
              <a:gd name="connsiteX231" fmla="*/ 3670252 w 7467600"/>
              <a:gd name="connsiteY231" fmla="*/ 3622798 h 6858000"/>
              <a:gd name="connsiteX232" fmla="*/ 4440129 w 7467600"/>
              <a:gd name="connsiteY232" fmla="*/ 3448571 h 6858000"/>
              <a:gd name="connsiteX233" fmla="*/ 4856525 w 7467600"/>
              <a:gd name="connsiteY233" fmla="*/ 3915351 h 6858000"/>
              <a:gd name="connsiteX234" fmla="*/ 5059055 w 7467600"/>
              <a:gd name="connsiteY234" fmla="*/ 4108918 h 6858000"/>
              <a:gd name="connsiteX235" fmla="*/ 5290070 w 7467600"/>
              <a:gd name="connsiteY235" fmla="*/ 4263619 h 6858000"/>
              <a:gd name="connsiteX236" fmla="*/ 4834991 w 7467600"/>
              <a:gd name="connsiteY236" fmla="*/ 3830985 h 6858000"/>
              <a:gd name="connsiteX237" fmla="*/ 4440129 w 7467600"/>
              <a:gd name="connsiteY237" fmla="*/ 3448571 h 6858000"/>
              <a:gd name="connsiteX238" fmla="*/ 4441737 w 7467600"/>
              <a:gd name="connsiteY238" fmla="*/ 3399734 h 6858000"/>
              <a:gd name="connsiteX239" fmla="*/ 4431236 w 7467600"/>
              <a:gd name="connsiteY239" fmla="*/ 3400954 h 6858000"/>
              <a:gd name="connsiteX240" fmla="*/ 4557150 w 7467600"/>
              <a:gd name="connsiteY240" fmla="*/ 3510023 h 6858000"/>
              <a:gd name="connsiteX241" fmla="*/ 4856936 w 7467600"/>
              <a:gd name="connsiteY241" fmla="*/ 3809146 h 6858000"/>
              <a:gd name="connsiteX242" fmla="*/ 5111996 w 7467600"/>
              <a:gd name="connsiteY242" fmla="*/ 4065759 h 6858000"/>
              <a:gd name="connsiteX243" fmla="*/ 5388878 w 7467600"/>
              <a:gd name="connsiteY243" fmla="*/ 4300185 h 6858000"/>
              <a:gd name="connsiteX244" fmla="*/ 5425556 w 7467600"/>
              <a:gd name="connsiteY244" fmla="*/ 4308967 h 6858000"/>
              <a:gd name="connsiteX245" fmla="*/ 4943646 w 7467600"/>
              <a:gd name="connsiteY245" fmla="*/ 3822916 h 6858000"/>
              <a:gd name="connsiteX246" fmla="*/ 4594837 w 7467600"/>
              <a:gd name="connsiteY246" fmla="*/ 3532274 h 6858000"/>
              <a:gd name="connsiteX247" fmla="*/ 4441737 w 7467600"/>
              <a:gd name="connsiteY247" fmla="*/ 3399734 h 6858000"/>
              <a:gd name="connsiteX248" fmla="*/ 5425834 w 7467600"/>
              <a:gd name="connsiteY248" fmla="*/ 3162785 h 6858000"/>
              <a:gd name="connsiteX249" fmla="*/ 5401644 w 7467600"/>
              <a:gd name="connsiteY249" fmla="*/ 3617847 h 6858000"/>
              <a:gd name="connsiteX250" fmla="*/ 5467256 w 7467600"/>
              <a:gd name="connsiteY250" fmla="*/ 4175494 h 6858000"/>
              <a:gd name="connsiteX251" fmla="*/ 5448069 w 7467600"/>
              <a:gd name="connsiteY251" fmla="*/ 3567554 h 6858000"/>
              <a:gd name="connsiteX252" fmla="*/ 5425834 w 7467600"/>
              <a:gd name="connsiteY252" fmla="*/ 3162785 h 6858000"/>
              <a:gd name="connsiteX253" fmla="*/ 1318687 w 7467600"/>
              <a:gd name="connsiteY253" fmla="*/ 3113840 h 6858000"/>
              <a:gd name="connsiteX254" fmla="*/ 1066793 w 7467600"/>
              <a:gd name="connsiteY254" fmla="*/ 3212171 h 6858000"/>
              <a:gd name="connsiteX255" fmla="*/ 993319 w 7467600"/>
              <a:gd name="connsiteY255" fmla="*/ 3247648 h 6858000"/>
              <a:gd name="connsiteX256" fmla="*/ 853081 w 7467600"/>
              <a:gd name="connsiteY256" fmla="*/ 3312410 h 6858000"/>
              <a:gd name="connsiteX257" fmla="*/ 805957 w 7467600"/>
              <a:gd name="connsiteY257" fmla="*/ 3330443 h 6858000"/>
              <a:gd name="connsiteX258" fmla="*/ 1318687 w 7467600"/>
              <a:gd name="connsiteY258" fmla="*/ 3113840 h 6858000"/>
              <a:gd name="connsiteX259" fmla="*/ 5453702 w 7467600"/>
              <a:gd name="connsiteY259" fmla="*/ 3090882 h 6858000"/>
              <a:gd name="connsiteX260" fmla="*/ 5480135 w 7467600"/>
              <a:gd name="connsiteY260" fmla="*/ 3565802 h 6858000"/>
              <a:gd name="connsiteX261" fmla="*/ 5499023 w 7467600"/>
              <a:gd name="connsiteY261" fmla="*/ 4166310 h 6858000"/>
              <a:gd name="connsiteX262" fmla="*/ 5547022 w 7467600"/>
              <a:gd name="connsiteY262" fmla="*/ 3607838 h 6858000"/>
              <a:gd name="connsiteX263" fmla="*/ 5515964 w 7467600"/>
              <a:gd name="connsiteY263" fmla="*/ 3378541 h 6858000"/>
              <a:gd name="connsiteX264" fmla="*/ 5453702 w 7467600"/>
              <a:gd name="connsiteY264" fmla="*/ 3090882 h 6858000"/>
              <a:gd name="connsiteX265" fmla="*/ 1238695 w 7467600"/>
              <a:gd name="connsiteY265" fmla="*/ 3076820 h 6858000"/>
              <a:gd name="connsiteX266" fmla="*/ 716371 w 7467600"/>
              <a:gd name="connsiteY266" fmla="*/ 3293249 h 6858000"/>
              <a:gd name="connsiteX267" fmla="*/ 579522 w 7467600"/>
              <a:gd name="connsiteY267" fmla="*/ 3371759 h 6858000"/>
              <a:gd name="connsiteX268" fmla="*/ 600288 w 7467600"/>
              <a:gd name="connsiteY268" fmla="*/ 3365555 h 6858000"/>
              <a:gd name="connsiteX269" fmla="*/ 840692 w 7467600"/>
              <a:gd name="connsiteY269" fmla="*/ 3284921 h 6858000"/>
              <a:gd name="connsiteX270" fmla="*/ 979248 w 7467600"/>
              <a:gd name="connsiteY270" fmla="*/ 3221003 h 6858000"/>
              <a:gd name="connsiteX271" fmla="*/ 1053282 w 7467600"/>
              <a:gd name="connsiteY271" fmla="*/ 3185247 h 6858000"/>
              <a:gd name="connsiteX272" fmla="*/ 1320603 w 7467600"/>
              <a:gd name="connsiteY272" fmla="*/ 3081281 h 6858000"/>
              <a:gd name="connsiteX273" fmla="*/ 1238695 w 7467600"/>
              <a:gd name="connsiteY273" fmla="*/ 3076820 h 6858000"/>
              <a:gd name="connsiteX274" fmla="*/ 5425627 w 7467600"/>
              <a:gd name="connsiteY274" fmla="*/ 2954192 h 6858000"/>
              <a:gd name="connsiteX275" fmla="*/ 5470770 w 7467600"/>
              <a:gd name="connsiteY275" fmla="*/ 3005435 h 6858000"/>
              <a:gd name="connsiteX276" fmla="*/ 5519779 w 7467600"/>
              <a:gd name="connsiteY276" fmla="*/ 4359223 h 6858000"/>
              <a:gd name="connsiteX277" fmla="*/ 5520293 w 7467600"/>
              <a:gd name="connsiteY277" fmla="*/ 4360602 h 6858000"/>
              <a:gd name="connsiteX278" fmla="*/ 5767221 w 7467600"/>
              <a:gd name="connsiteY278" fmla="*/ 4665564 h 6858000"/>
              <a:gd name="connsiteX279" fmla="*/ 6937169 w 7467600"/>
              <a:gd name="connsiteY279" fmla="*/ 4815941 h 6858000"/>
              <a:gd name="connsiteX280" fmla="*/ 6953922 w 7467600"/>
              <a:gd name="connsiteY280" fmla="*/ 4890068 h 6858000"/>
              <a:gd name="connsiteX281" fmla="*/ 6071359 w 7467600"/>
              <a:gd name="connsiteY281" fmla="*/ 4770770 h 6858000"/>
              <a:gd name="connsiteX282" fmla="*/ 6038839 w 7467600"/>
              <a:gd name="connsiteY282" fmla="*/ 4764474 h 6858000"/>
              <a:gd name="connsiteX283" fmla="*/ 6038706 w 7467600"/>
              <a:gd name="connsiteY283" fmla="*/ 4763847 h 6858000"/>
              <a:gd name="connsiteX284" fmla="*/ 6037784 w 7467600"/>
              <a:gd name="connsiteY284" fmla="*/ 4764270 h 6858000"/>
              <a:gd name="connsiteX285" fmla="*/ 6038839 w 7467600"/>
              <a:gd name="connsiteY285" fmla="*/ 4764474 h 6858000"/>
              <a:gd name="connsiteX286" fmla="*/ 6040338 w 7467600"/>
              <a:gd name="connsiteY286" fmla="*/ 4771418 h 6858000"/>
              <a:gd name="connsiteX287" fmla="*/ 6024488 w 7467600"/>
              <a:gd name="connsiteY287" fmla="*/ 4809903 h 6858000"/>
              <a:gd name="connsiteX288" fmla="*/ 5599771 w 7467600"/>
              <a:gd name="connsiteY288" fmla="*/ 5509652 h 6858000"/>
              <a:gd name="connsiteX289" fmla="*/ 5548843 w 7467600"/>
              <a:gd name="connsiteY289" fmla="*/ 5563845 h 6858000"/>
              <a:gd name="connsiteX290" fmla="*/ 5940952 w 7467600"/>
              <a:gd name="connsiteY290" fmla="*/ 6250028 h 6858000"/>
              <a:gd name="connsiteX291" fmla="*/ 6043441 w 7467600"/>
              <a:gd name="connsiteY291" fmla="*/ 6665847 h 6858000"/>
              <a:gd name="connsiteX292" fmla="*/ 6093432 w 7467600"/>
              <a:gd name="connsiteY292" fmla="*/ 6858000 h 6858000"/>
              <a:gd name="connsiteX293" fmla="*/ 6034344 w 7467600"/>
              <a:gd name="connsiteY293" fmla="*/ 6858000 h 6858000"/>
              <a:gd name="connsiteX294" fmla="*/ 6026679 w 7467600"/>
              <a:gd name="connsiteY294" fmla="*/ 6836959 h 6858000"/>
              <a:gd name="connsiteX295" fmla="*/ 5800441 w 7467600"/>
              <a:gd name="connsiteY295" fmla="*/ 6335286 h 6858000"/>
              <a:gd name="connsiteX296" fmla="*/ 5526562 w 7467600"/>
              <a:gd name="connsiteY296" fmla="*/ 5705388 h 6858000"/>
              <a:gd name="connsiteX297" fmla="*/ 5519640 w 7467600"/>
              <a:gd name="connsiteY297" fmla="*/ 5683774 h 6858000"/>
              <a:gd name="connsiteX298" fmla="*/ 5844559 w 7467600"/>
              <a:gd name="connsiteY298" fmla="*/ 6553349 h 6858000"/>
              <a:gd name="connsiteX299" fmla="*/ 5975994 w 7467600"/>
              <a:gd name="connsiteY299" fmla="*/ 6858000 h 6858000"/>
              <a:gd name="connsiteX300" fmla="*/ 5898547 w 7467600"/>
              <a:gd name="connsiteY300" fmla="*/ 6858000 h 6858000"/>
              <a:gd name="connsiteX301" fmla="*/ 5682041 w 7467600"/>
              <a:gd name="connsiteY301" fmla="*/ 6355860 h 6858000"/>
              <a:gd name="connsiteX302" fmla="*/ 5461758 w 7467600"/>
              <a:gd name="connsiteY302" fmla="*/ 5820220 h 6858000"/>
              <a:gd name="connsiteX303" fmla="*/ 5237282 w 7467600"/>
              <a:gd name="connsiteY303" fmla="*/ 6579086 h 6858000"/>
              <a:gd name="connsiteX304" fmla="*/ 5115009 w 7467600"/>
              <a:gd name="connsiteY304" fmla="*/ 6858000 h 6858000"/>
              <a:gd name="connsiteX305" fmla="*/ 5028074 w 7467600"/>
              <a:gd name="connsiteY305" fmla="*/ 6858000 h 6858000"/>
              <a:gd name="connsiteX306" fmla="*/ 5079508 w 7467600"/>
              <a:gd name="connsiteY306" fmla="*/ 6749074 h 6858000"/>
              <a:gd name="connsiteX307" fmla="*/ 5371846 w 7467600"/>
              <a:gd name="connsiteY307" fmla="*/ 5924413 h 6858000"/>
              <a:gd name="connsiteX308" fmla="*/ 5270512 w 7467600"/>
              <a:gd name="connsiteY308" fmla="*/ 6138975 h 6858000"/>
              <a:gd name="connsiteX309" fmla="*/ 5062409 w 7467600"/>
              <a:gd name="connsiteY309" fmla="*/ 6653544 h 6858000"/>
              <a:gd name="connsiteX310" fmla="*/ 5036628 w 7467600"/>
              <a:gd name="connsiteY310" fmla="*/ 6754247 h 6858000"/>
              <a:gd name="connsiteX311" fmla="*/ 5009112 w 7467600"/>
              <a:gd name="connsiteY311" fmla="*/ 6858000 h 6858000"/>
              <a:gd name="connsiteX312" fmla="*/ 4976679 w 7467600"/>
              <a:gd name="connsiteY312" fmla="*/ 6858000 h 6858000"/>
              <a:gd name="connsiteX313" fmla="*/ 5006537 w 7467600"/>
              <a:gd name="connsiteY313" fmla="*/ 6747068 h 6858000"/>
              <a:gd name="connsiteX314" fmla="*/ 5032723 w 7467600"/>
              <a:gd name="connsiteY314" fmla="*/ 6644957 h 6858000"/>
              <a:gd name="connsiteX315" fmla="*/ 5242949 w 7467600"/>
              <a:gd name="connsiteY315" fmla="*/ 6125175 h 6858000"/>
              <a:gd name="connsiteX316" fmla="*/ 5286321 w 7467600"/>
              <a:gd name="connsiteY316" fmla="*/ 6033555 h 6858000"/>
              <a:gd name="connsiteX317" fmla="*/ 5008210 w 7467600"/>
              <a:gd name="connsiteY317" fmla="*/ 6649194 h 6858000"/>
              <a:gd name="connsiteX318" fmla="*/ 4986321 w 7467600"/>
              <a:gd name="connsiteY318" fmla="*/ 6765687 h 6858000"/>
              <a:gd name="connsiteX319" fmla="*/ 4973474 w 7467600"/>
              <a:gd name="connsiteY319" fmla="*/ 6858000 h 6858000"/>
              <a:gd name="connsiteX320" fmla="*/ 4907178 w 7467600"/>
              <a:gd name="connsiteY320" fmla="*/ 6858000 h 6858000"/>
              <a:gd name="connsiteX321" fmla="*/ 4910810 w 7467600"/>
              <a:gd name="connsiteY321" fmla="*/ 6829660 h 6858000"/>
              <a:gd name="connsiteX322" fmla="*/ 4987461 w 7467600"/>
              <a:gd name="connsiteY322" fmla="*/ 6432994 h 6858000"/>
              <a:gd name="connsiteX323" fmla="*/ 5179262 w 7467600"/>
              <a:gd name="connsiteY323" fmla="*/ 6035044 h 6858000"/>
              <a:gd name="connsiteX324" fmla="*/ 4689678 w 7467600"/>
              <a:gd name="connsiteY324" fmla="*/ 6440241 h 6858000"/>
              <a:gd name="connsiteX325" fmla="*/ 4477543 w 7467600"/>
              <a:gd name="connsiteY325" fmla="*/ 6674836 h 6858000"/>
              <a:gd name="connsiteX326" fmla="*/ 4329957 w 7467600"/>
              <a:gd name="connsiteY326" fmla="*/ 6858000 h 6858000"/>
              <a:gd name="connsiteX327" fmla="*/ 4218595 w 7467600"/>
              <a:gd name="connsiteY327" fmla="*/ 6858000 h 6858000"/>
              <a:gd name="connsiteX328" fmla="*/ 4368888 w 7467600"/>
              <a:gd name="connsiteY328" fmla="*/ 6668412 h 6858000"/>
              <a:gd name="connsiteX329" fmla="*/ 4563091 w 7467600"/>
              <a:gd name="connsiteY329" fmla="*/ 6442508 h 6858000"/>
              <a:gd name="connsiteX330" fmla="*/ 5387324 w 7467600"/>
              <a:gd name="connsiteY330" fmla="*/ 5705830 h 6858000"/>
              <a:gd name="connsiteX331" fmla="*/ 5073620 w 7467600"/>
              <a:gd name="connsiteY331" fmla="*/ 5955437 h 6858000"/>
              <a:gd name="connsiteX332" fmla="*/ 4689789 w 7467600"/>
              <a:gd name="connsiteY332" fmla="*/ 6268382 h 6858000"/>
              <a:gd name="connsiteX333" fmla="*/ 4418722 w 7467600"/>
              <a:gd name="connsiteY333" fmla="*/ 6570886 h 6858000"/>
              <a:gd name="connsiteX334" fmla="*/ 4214944 w 7467600"/>
              <a:gd name="connsiteY334" fmla="*/ 6858000 h 6858000"/>
              <a:gd name="connsiteX335" fmla="*/ 4177898 w 7467600"/>
              <a:gd name="connsiteY335" fmla="*/ 6858000 h 6858000"/>
              <a:gd name="connsiteX336" fmla="*/ 4391597 w 7467600"/>
              <a:gd name="connsiteY336" fmla="*/ 6556370 h 6858000"/>
              <a:gd name="connsiteX337" fmla="*/ 4668889 w 7467600"/>
              <a:gd name="connsiteY337" fmla="*/ 6246399 h 6858000"/>
              <a:gd name="connsiteX338" fmla="*/ 5055427 w 7467600"/>
              <a:gd name="connsiteY338" fmla="*/ 5931476 h 6858000"/>
              <a:gd name="connsiteX339" fmla="*/ 5371814 w 7467600"/>
              <a:gd name="connsiteY339" fmla="*/ 5678975 h 6858000"/>
              <a:gd name="connsiteX340" fmla="*/ 4987918 w 7467600"/>
              <a:gd name="connsiteY340" fmla="*/ 5838701 h 6858000"/>
              <a:gd name="connsiteX341" fmla="*/ 4317146 w 7467600"/>
              <a:gd name="connsiteY341" fmla="*/ 6587716 h 6858000"/>
              <a:gd name="connsiteX342" fmla="*/ 4171627 w 7467600"/>
              <a:gd name="connsiteY342" fmla="*/ 6858000 h 6858000"/>
              <a:gd name="connsiteX343" fmla="*/ 4081585 w 7467600"/>
              <a:gd name="connsiteY343" fmla="*/ 6858000 h 6858000"/>
              <a:gd name="connsiteX344" fmla="*/ 4238603 w 7467600"/>
              <a:gd name="connsiteY344" fmla="*/ 6559341 h 6858000"/>
              <a:gd name="connsiteX345" fmla="*/ 4778333 w 7467600"/>
              <a:gd name="connsiteY345" fmla="*/ 5873626 h 6858000"/>
              <a:gd name="connsiteX346" fmla="*/ 5414185 w 7467600"/>
              <a:gd name="connsiteY346" fmla="*/ 5573882 h 6858000"/>
              <a:gd name="connsiteX347" fmla="*/ 5959648 w 7467600"/>
              <a:gd name="connsiteY347" fmla="*/ 4760797 h 6858000"/>
              <a:gd name="connsiteX348" fmla="*/ 5355019 w 7467600"/>
              <a:gd name="connsiteY348" fmla="*/ 4734672 h 6858000"/>
              <a:gd name="connsiteX349" fmla="*/ 5083565 w 7467600"/>
              <a:gd name="connsiteY349" fmla="*/ 5179121 h 6858000"/>
              <a:gd name="connsiteX350" fmla="*/ 4713577 w 7467600"/>
              <a:gd name="connsiteY350" fmla="*/ 5616803 h 6858000"/>
              <a:gd name="connsiteX351" fmla="*/ 3989559 w 7467600"/>
              <a:gd name="connsiteY351" fmla="*/ 6145945 h 6858000"/>
              <a:gd name="connsiteX352" fmla="*/ 3939824 w 7467600"/>
              <a:gd name="connsiteY352" fmla="*/ 6066900 h 6858000"/>
              <a:gd name="connsiteX353" fmla="*/ 4584537 w 7467600"/>
              <a:gd name="connsiteY353" fmla="*/ 5324826 h 6858000"/>
              <a:gd name="connsiteX354" fmla="*/ 5037105 w 7467600"/>
              <a:gd name="connsiteY354" fmla="*/ 5088765 h 6858000"/>
              <a:gd name="connsiteX355" fmla="*/ 5039930 w 7467600"/>
              <a:gd name="connsiteY355" fmla="*/ 5089585 h 6858000"/>
              <a:gd name="connsiteX356" fmla="*/ 5263764 w 7467600"/>
              <a:gd name="connsiteY356" fmla="*/ 4735525 h 6858000"/>
              <a:gd name="connsiteX357" fmla="*/ 4086300 w 7467600"/>
              <a:gd name="connsiteY357" fmla="*/ 4884599 h 6858000"/>
              <a:gd name="connsiteX358" fmla="*/ 4085485 w 7467600"/>
              <a:gd name="connsiteY358" fmla="*/ 4899070 h 6858000"/>
              <a:gd name="connsiteX359" fmla="*/ 3871915 w 7467600"/>
              <a:gd name="connsiteY359" fmla="*/ 5253645 h 6858000"/>
              <a:gd name="connsiteX360" fmla="*/ 3799374 w 7467600"/>
              <a:gd name="connsiteY360" fmla="*/ 5466127 h 6858000"/>
              <a:gd name="connsiteX361" fmla="*/ 3498850 w 7467600"/>
              <a:gd name="connsiteY361" fmla="*/ 6661888 h 6858000"/>
              <a:gd name="connsiteX362" fmla="*/ 3399216 w 7467600"/>
              <a:gd name="connsiteY362" fmla="*/ 6858000 h 6858000"/>
              <a:gd name="connsiteX363" fmla="*/ 3303688 w 7467600"/>
              <a:gd name="connsiteY363" fmla="*/ 6858000 h 6858000"/>
              <a:gd name="connsiteX364" fmla="*/ 3391774 w 7467600"/>
              <a:gd name="connsiteY364" fmla="*/ 6697181 h 6858000"/>
              <a:gd name="connsiteX365" fmla="*/ 3735540 w 7467600"/>
              <a:gd name="connsiteY365" fmla="*/ 5546923 h 6858000"/>
              <a:gd name="connsiteX366" fmla="*/ 3729438 w 7467600"/>
              <a:gd name="connsiteY366" fmla="*/ 5569058 h 6858000"/>
              <a:gd name="connsiteX367" fmla="*/ 3707782 w 7467600"/>
              <a:gd name="connsiteY367" fmla="*/ 5644908 h 6858000"/>
              <a:gd name="connsiteX368" fmla="*/ 3583827 w 7467600"/>
              <a:gd name="connsiteY368" fmla="*/ 6039215 h 6858000"/>
              <a:gd name="connsiteX369" fmla="*/ 3547861 w 7467600"/>
              <a:gd name="connsiteY369" fmla="*/ 6129609 h 6858000"/>
              <a:gd name="connsiteX370" fmla="*/ 3490905 w 7467600"/>
              <a:gd name="connsiteY370" fmla="*/ 6277660 h 6858000"/>
              <a:gd name="connsiteX371" fmla="*/ 3455859 w 7467600"/>
              <a:gd name="connsiteY371" fmla="*/ 6391301 h 6858000"/>
              <a:gd name="connsiteX372" fmla="*/ 3429112 w 7467600"/>
              <a:gd name="connsiteY372" fmla="*/ 6479469 h 6858000"/>
              <a:gd name="connsiteX373" fmla="*/ 3304862 w 7467600"/>
              <a:gd name="connsiteY373" fmla="*/ 6796476 h 6858000"/>
              <a:gd name="connsiteX374" fmla="*/ 3276071 w 7467600"/>
              <a:gd name="connsiteY374" fmla="*/ 6858000 h 6858000"/>
              <a:gd name="connsiteX375" fmla="*/ 3240805 w 7467600"/>
              <a:gd name="connsiteY375" fmla="*/ 6858000 h 6858000"/>
              <a:gd name="connsiteX376" fmla="*/ 3275917 w 7467600"/>
              <a:gd name="connsiteY376" fmla="*/ 6783192 h 6858000"/>
              <a:gd name="connsiteX377" fmla="*/ 3399358 w 7467600"/>
              <a:gd name="connsiteY377" fmla="*/ 6469011 h 6858000"/>
              <a:gd name="connsiteX378" fmla="*/ 3425650 w 7467600"/>
              <a:gd name="connsiteY378" fmla="*/ 6381333 h 6858000"/>
              <a:gd name="connsiteX379" fmla="*/ 3460661 w 7467600"/>
              <a:gd name="connsiteY379" fmla="*/ 6266763 h 6858000"/>
              <a:gd name="connsiteX380" fmla="*/ 3518021 w 7467600"/>
              <a:gd name="connsiteY380" fmla="*/ 6117298 h 6858000"/>
              <a:gd name="connsiteX381" fmla="*/ 3554035 w 7467600"/>
              <a:gd name="connsiteY381" fmla="*/ 6027832 h 6858000"/>
              <a:gd name="connsiteX382" fmla="*/ 3677174 w 7467600"/>
              <a:gd name="connsiteY382" fmla="*/ 5636351 h 6858000"/>
              <a:gd name="connsiteX383" fmla="*/ 3698819 w 7467600"/>
              <a:gd name="connsiteY383" fmla="*/ 5560503 h 6858000"/>
              <a:gd name="connsiteX384" fmla="*/ 3702094 w 7467600"/>
              <a:gd name="connsiteY384" fmla="*/ 5549194 h 6858000"/>
              <a:gd name="connsiteX385" fmla="*/ 3398355 w 7467600"/>
              <a:gd name="connsiteY385" fmla="*/ 6094603 h 6858000"/>
              <a:gd name="connsiteX386" fmla="*/ 3193941 w 7467600"/>
              <a:gd name="connsiteY386" fmla="*/ 6798775 h 6858000"/>
              <a:gd name="connsiteX387" fmla="*/ 3184140 w 7467600"/>
              <a:gd name="connsiteY387" fmla="*/ 6858000 h 6858000"/>
              <a:gd name="connsiteX388" fmla="*/ 3099978 w 7467600"/>
              <a:gd name="connsiteY388" fmla="*/ 6858000 h 6858000"/>
              <a:gd name="connsiteX389" fmla="*/ 3101556 w 7467600"/>
              <a:gd name="connsiteY389" fmla="*/ 6843337 h 6858000"/>
              <a:gd name="connsiteX390" fmla="*/ 3370162 w 7467600"/>
              <a:gd name="connsiteY390" fmla="*/ 5785550 h 6858000"/>
              <a:gd name="connsiteX391" fmla="*/ 3746477 w 7467600"/>
              <a:gd name="connsiteY391" fmla="*/ 5377889 h 6858000"/>
              <a:gd name="connsiteX392" fmla="*/ 3863399 w 7467600"/>
              <a:gd name="connsiteY392" fmla="*/ 5087257 h 6858000"/>
              <a:gd name="connsiteX393" fmla="*/ 3968712 w 7467600"/>
              <a:gd name="connsiteY393" fmla="*/ 4913989 h 6858000"/>
              <a:gd name="connsiteX394" fmla="*/ 2792390 w 7467600"/>
              <a:gd name="connsiteY394" fmla="*/ 5382974 h 6858000"/>
              <a:gd name="connsiteX395" fmla="*/ 2714982 w 7467600"/>
              <a:gd name="connsiteY395" fmla="*/ 5427051 h 6858000"/>
              <a:gd name="connsiteX396" fmla="*/ 2813361 w 7467600"/>
              <a:gd name="connsiteY396" fmla="*/ 6023912 h 6858000"/>
              <a:gd name="connsiteX397" fmla="*/ 2688430 w 7467600"/>
              <a:gd name="connsiteY397" fmla="*/ 6801564 h 6858000"/>
              <a:gd name="connsiteX398" fmla="*/ 2629626 w 7467600"/>
              <a:gd name="connsiteY398" fmla="*/ 6763394 h 6858000"/>
              <a:gd name="connsiteX399" fmla="*/ 2565328 w 7467600"/>
              <a:gd name="connsiteY399" fmla="*/ 5516399 h 6858000"/>
              <a:gd name="connsiteX400" fmla="*/ 1922999 w 7467600"/>
              <a:gd name="connsiteY400" fmla="*/ 5980343 h 6858000"/>
              <a:gd name="connsiteX401" fmla="*/ 1950261 w 7467600"/>
              <a:gd name="connsiteY401" fmla="*/ 6405858 h 6858000"/>
              <a:gd name="connsiteX402" fmla="*/ 2365554 w 7467600"/>
              <a:gd name="connsiteY402" fmla="*/ 6759107 h 6858000"/>
              <a:gd name="connsiteX403" fmla="*/ 2424142 w 7467600"/>
              <a:gd name="connsiteY403" fmla="*/ 6858000 h 6858000"/>
              <a:gd name="connsiteX404" fmla="*/ 2395994 w 7467600"/>
              <a:gd name="connsiteY404" fmla="*/ 6858000 h 6858000"/>
              <a:gd name="connsiteX405" fmla="*/ 2392863 w 7467600"/>
              <a:gd name="connsiteY405" fmla="*/ 6852964 h 6858000"/>
              <a:gd name="connsiteX406" fmla="*/ 2017589 w 7467600"/>
              <a:gd name="connsiteY406" fmla="*/ 6493982 h 6858000"/>
              <a:gd name="connsiteX407" fmla="*/ 2147336 w 7467600"/>
              <a:gd name="connsiteY407" fmla="*/ 6594052 h 6858000"/>
              <a:gd name="connsiteX408" fmla="*/ 2207047 w 7467600"/>
              <a:gd name="connsiteY408" fmla="*/ 6654540 h 6858000"/>
              <a:gd name="connsiteX409" fmla="*/ 2299106 w 7467600"/>
              <a:gd name="connsiteY409" fmla="*/ 6778931 h 6858000"/>
              <a:gd name="connsiteX410" fmla="*/ 2314430 w 7467600"/>
              <a:gd name="connsiteY410" fmla="*/ 6801144 h 6858000"/>
              <a:gd name="connsiteX411" fmla="*/ 2352406 w 7467600"/>
              <a:gd name="connsiteY411" fmla="*/ 6858000 h 6858000"/>
              <a:gd name="connsiteX412" fmla="*/ 2314492 w 7467600"/>
              <a:gd name="connsiteY412" fmla="*/ 6858000 h 6858000"/>
              <a:gd name="connsiteX413" fmla="*/ 2288095 w 7467600"/>
              <a:gd name="connsiteY413" fmla="*/ 6818030 h 6858000"/>
              <a:gd name="connsiteX414" fmla="*/ 2272768 w 7467600"/>
              <a:gd name="connsiteY414" fmla="*/ 6795822 h 6858000"/>
              <a:gd name="connsiteX415" fmla="*/ 2182715 w 7467600"/>
              <a:gd name="connsiteY415" fmla="*/ 6675071 h 6858000"/>
              <a:gd name="connsiteX416" fmla="*/ 2032061 w 7467600"/>
              <a:gd name="connsiteY416" fmla="*/ 6541380 h 6858000"/>
              <a:gd name="connsiteX417" fmla="*/ 2257220 w 7467600"/>
              <a:gd name="connsiteY417" fmla="*/ 6826257 h 6858000"/>
              <a:gd name="connsiteX418" fmla="*/ 2281324 w 7467600"/>
              <a:gd name="connsiteY418" fmla="*/ 6858000 h 6858000"/>
              <a:gd name="connsiteX419" fmla="*/ 2242860 w 7467600"/>
              <a:gd name="connsiteY419" fmla="*/ 6858000 h 6858000"/>
              <a:gd name="connsiteX420" fmla="*/ 2232818 w 7467600"/>
              <a:gd name="connsiteY420" fmla="*/ 6844926 h 6858000"/>
              <a:gd name="connsiteX421" fmla="*/ 1990172 w 7467600"/>
              <a:gd name="connsiteY421" fmla="*/ 6542121 h 6858000"/>
              <a:gd name="connsiteX422" fmla="*/ 2124090 w 7467600"/>
              <a:gd name="connsiteY422" fmla="*/ 6761017 h 6858000"/>
              <a:gd name="connsiteX423" fmla="*/ 2200380 w 7467600"/>
              <a:gd name="connsiteY423" fmla="*/ 6858000 h 6858000"/>
              <a:gd name="connsiteX424" fmla="*/ 2147507 w 7467600"/>
              <a:gd name="connsiteY424" fmla="*/ 6858000 h 6858000"/>
              <a:gd name="connsiteX425" fmla="*/ 2070668 w 7467600"/>
              <a:gd name="connsiteY425" fmla="*/ 6761520 h 6858000"/>
              <a:gd name="connsiteX426" fmla="*/ 1975142 w 7467600"/>
              <a:gd name="connsiteY426" fmla="*/ 6585570 h 6858000"/>
              <a:gd name="connsiteX427" fmla="*/ 2050035 w 7467600"/>
              <a:gd name="connsiteY427" fmla="*/ 6813345 h 6858000"/>
              <a:gd name="connsiteX428" fmla="*/ 2063025 w 7467600"/>
              <a:gd name="connsiteY428" fmla="*/ 6858000 h 6858000"/>
              <a:gd name="connsiteX429" fmla="*/ 2021675 w 7467600"/>
              <a:gd name="connsiteY429" fmla="*/ 6858000 h 6858000"/>
              <a:gd name="connsiteX430" fmla="*/ 2019308 w 7467600"/>
              <a:gd name="connsiteY430" fmla="*/ 6847118 h 6858000"/>
              <a:gd name="connsiteX431" fmla="*/ 1938835 w 7467600"/>
              <a:gd name="connsiteY431" fmla="*/ 6551160 h 6858000"/>
              <a:gd name="connsiteX432" fmla="*/ 1953230 w 7467600"/>
              <a:gd name="connsiteY432" fmla="*/ 6759699 h 6858000"/>
              <a:gd name="connsiteX433" fmla="*/ 1956763 w 7467600"/>
              <a:gd name="connsiteY433" fmla="*/ 6778191 h 6858000"/>
              <a:gd name="connsiteX434" fmla="*/ 1967925 w 7467600"/>
              <a:gd name="connsiteY434" fmla="*/ 6858000 h 6858000"/>
              <a:gd name="connsiteX435" fmla="*/ 1936622 w 7467600"/>
              <a:gd name="connsiteY435" fmla="*/ 6858000 h 6858000"/>
              <a:gd name="connsiteX436" fmla="*/ 1926261 w 7467600"/>
              <a:gd name="connsiteY436" fmla="*/ 6784064 h 6858000"/>
              <a:gd name="connsiteX437" fmla="*/ 1922724 w 7467600"/>
              <a:gd name="connsiteY437" fmla="*/ 6765577 h 6858000"/>
              <a:gd name="connsiteX438" fmla="*/ 1904650 w 7467600"/>
              <a:gd name="connsiteY438" fmla="*/ 6639616 h 6858000"/>
              <a:gd name="connsiteX439" fmla="*/ 1885273 w 7467600"/>
              <a:gd name="connsiteY439" fmla="*/ 6858000 h 6858000"/>
              <a:gd name="connsiteX440" fmla="*/ 1854363 w 7467600"/>
              <a:gd name="connsiteY440" fmla="*/ 6858000 h 6858000"/>
              <a:gd name="connsiteX441" fmla="*/ 1880391 w 7467600"/>
              <a:gd name="connsiteY441" fmla="*/ 6603796 h 6858000"/>
              <a:gd name="connsiteX442" fmla="*/ 1818273 w 7467600"/>
              <a:gd name="connsiteY442" fmla="*/ 6715729 h 6858000"/>
              <a:gd name="connsiteX443" fmla="*/ 1794691 w 7467600"/>
              <a:gd name="connsiteY443" fmla="*/ 6843239 h 6858000"/>
              <a:gd name="connsiteX444" fmla="*/ 1794914 w 7467600"/>
              <a:gd name="connsiteY444" fmla="*/ 6858000 h 6858000"/>
              <a:gd name="connsiteX445" fmla="*/ 1746128 w 7467600"/>
              <a:gd name="connsiteY445" fmla="*/ 6858000 h 6858000"/>
              <a:gd name="connsiteX446" fmla="*/ 1753934 w 7467600"/>
              <a:gd name="connsiteY446" fmla="*/ 6724796 h 6858000"/>
              <a:gd name="connsiteX447" fmla="*/ 1792053 w 7467600"/>
              <a:gd name="connsiteY447" fmla="*/ 6572396 h 6858000"/>
              <a:gd name="connsiteX448" fmla="*/ 1862248 w 7467600"/>
              <a:gd name="connsiteY448" fmla="*/ 6266397 h 6858000"/>
              <a:gd name="connsiteX449" fmla="*/ 1862250 w 7467600"/>
              <a:gd name="connsiteY449" fmla="*/ 6033531 h 6858000"/>
              <a:gd name="connsiteX450" fmla="*/ 1211999 w 7467600"/>
              <a:gd name="connsiteY450" fmla="*/ 6683610 h 6858000"/>
              <a:gd name="connsiteX451" fmla="*/ 1213266 w 7467600"/>
              <a:gd name="connsiteY451" fmla="*/ 6691947 h 6858000"/>
              <a:gd name="connsiteX452" fmla="*/ 1203370 w 7467600"/>
              <a:gd name="connsiteY452" fmla="*/ 6850676 h 6858000"/>
              <a:gd name="connsiteX453" fmla="*/ 1203671 w 7467600"/>
              <a:gd name="connsiteY453" fmla="*/ 6858000 h 6858000"/>
              <a:gd name="connsiteX454" fmla="*/ 1143180 w 7467600"/>
              <a:gd name="connsiteY454" fmla="*/ 6858000 h 6858000"/>
              <a:gd name="connsiteX455" fmla="*/ 1142176 w 7467600"/>
              <a:gd name="connsiteY455" fmla="*/ 6766045 h 6858000"/>
              <a:gd name="connsiteX456" fmla="*/ 1067484 w 7467600"/>
              <a:gd name="connsiteY456" fmla="*/ 6858000 h 6858000"/>
              <a:gd name="connsiteX457" fmla="*/ 953928 w 7467600"/>
              <a:gd name="connsiteY457" fmla="*/ 6858000 h 6858000"/>
              <a:gd name="connsiteX458" fmla="*/ 959715 w 7467600"/>
              <a:gd name="connsiteY458" fmla="*/ 6850185 h 6858000"/>
              <a:gd name="connsiteX459" fmla="*/ 1483788 w 7467600"/>
              <a:gd name="connsiteY459" fmla="*/ 6259174 h 6858000"/>
              <a:gd name="connsiteX460" fmla="*/ 1100671 w 7467600"/>
              <a:gd name="connsiteY460" fmla="*/ 6252137 h 6858000"/>
              <a:gd name="connsiteX461" fmla="*/ 1090144 w 7467600"/>
              <a:gd name="connsiteY461" fmla="*/ 6256748 h 6858000"/>
              <a:gd name="connsiteX462" fmla="*/ 1095872 w 7467600"/>
              <a:gd name="connsiteY462" fmla="*/ 6271892 h 6858000"/>
              <a:gd name="connsiteX463" fmla="*/ 262785 w 7467600"/>
              <a:gd name="connsiteY463" fmla="*/ 6845450 h 6858000"/>
              <a:gd name="connsiteX464" fmla="*/ 209968 w 7467600"/>
              <a:gd name="connsiteY464" fmla="*/ 6770713 h 6858000"/>
              <a:gd name="connsiteX465" fmla="*/ 873460 w 7467600"/>
              <a:gd name="connsiteY465" fmla="*/ 6253768 h 6858000"/>
              <a:gd name="connsiteX466" fmla="*/ 192686 w 7467600"/>
              <a:gd name="connsiteY466" fmla="*/ 5849257 h 6858000"/>
              <a:gd name="connsiteX467" fmla="*/ 4696 w 7467600"/>
              <a:gd name="connsiteY467" fmla="*/ 5697668 h 6858000"/>
              <a:gd name="connsiteX468" fmla="*/ 0 w 7467600"/>
              <a:gd name="connsiteY468" fmla="*/ 5689984 h 6858000"/>
              <a:gd name="connsiteX469" fmla="*/ 0 w 7467600"/>
              <a:gd name="connsiteY469" fmla="*/ 5513472 h 6858000"/>
              <a:gd name="connsiteX470" fmla="*/ 174101 w 7467600"/>
              <a:gd name="connsiteY470" fmla="*/ 5620277 h 6858000"/>
              <a:gd name="connsiteX471" fmla="*/ 891800 w 7467600"/>
              <a:gd name="connsiteY471" fmla="*/ 6036935 h 6858000"/>
              <a:gd name="connsiteX472" fmla="*/ 1072219 w 7467600"/>
              <a:gd name="connsiteY472" fmla="*/ 6169443 h 6858000"/>
              <a:gd name="connsiteX473" fmla="*/ 1074117 w 7467600"/>
              <a:gd name="connsiteY473" fmla="*/ 6170301 h 6858000"/>
              <a:gd name="connsiteX474" fmla="*/ 1083114 w 7467600"/>
              <a:gd name="connsiteY474" fmla="*/ 6174131 h 6858000"/>
              <a:gd name="connsiteX475" fmla="*/ 1543010 w 7467600"/>
              <a:gd name="connsiteY475" fmla="*/ 6191140 h 6858000"/>
              <a:gd name="connsiteX476" fmla="*/ 1551080 w 7467600"/>
              <a:gd name="connsiteY476" fmla="*/ 6195006 h 6858000"/>
              <a:gd name="connsiteX477" fmla="*/ 2345443 w 7467600"/>
              <a:gd name="connsiteY477" fmla="*/ 5549882 h 6858000"/>
              <a:gd name="connsiteX478" fmla="*/ 1721499 w 7467600"/>
              <a:gd name="connsiteY478" fmla="*/ 5599969 h 6858000"/>
              <a:gd name="connsiteX479" fmla="*/ 767716 w 7467600"/>
              <a:gd name="connsiteY479" fmla="*/ 5472768 h 6858000"/>
              <a:gd name="connsiteX480" fmla="*/ 722147 w 7467600"/>
              <a:gd name="connsiteY480" fmla="*/ 5393091 h 6858000"/>
              <a:gd name="connsiteX481" fmla="*/ 1485552 w 7467600"/>
              <a:gd name="connsiteY481" fmla="*/ 5313202 h 6858000"/>
              <a:gd name="connsiteX482" fmla="*/ 2143004 w 7467600"/>
              <a:gd name="connsiteY482" fmla="*/ 5402420 h 6858000"/>
              <a:gd name="connsiteX483" fmla="*/ 1933391 w 7467600"/>
              <a:gd name="connsiteY483" fmla="*/ 5156971 h 6858000"/>
              <a:gd name="connsiteX484" fmla="*/ 1827118 w 7467600"/>
              <a:gd name="connsiteY484" fmla="*/ 4968410 h 6858000"/>
              <a:gd name="connsiteX485" fmla="*/ 1837349 w 7467600"/>
              <a:gd name="connsiteY485" fmla="*/ 4956357 h 6858000"/>
              <a:gd name="connsiteX486" fmla="*/ 2162835 w 7467600"/>
              <a:gd name="connsiteY486" fmla="*/ 5187853 h 6858000"/>
              <a:gd name="connsiteX487" fmla="*/ 2257167 w 7467600"/>
              <a:gd name="connsiteY487" fmla="*/ 5462123 h 6858000"/>
              <a:gd name="connsiteX488" fmla="*/ 2261598 w 7467600"/>
              <a:gd name="connsiteY488" fmla="*/ 5467998 h 6858000"/>
              <a:gd name="connsiteX489" fmla="*/ 2437177 w 7467600"/>
              <a:gd name="connsiteY489" fmla="*/ 5479608 h 6858000"/>
              <a:gd name="connsiteX490" fmla="*/ 2445247 w 7467600"/>
              <a:gd name="connsiteY490" fmla="*/ 5483476 h 6858000"/>
              <a:gd name="connsiteX491" fmla="*/ 2743626 w 7467600"/>
              <a:gd name="connsiteY491" fmla="*/ 5304819 h 6858000"/>
              <a:gd name="connsiteX492" fmla="*/ 3048102 w 7467600"/>
              <a:gd name="connsiteY492" fmla="*/ 5150595 h 6858000"/>
              <a:gd name="connsiteX493" fmla="*/ 1799414 w 7467600"/>
              <a:gd name="connsiteY493" fmla="*/ 4694732 h 6858000"/>
              <a:gd name="connsiteX494" fmla="*/ 1771735 w 7467600"/>
              <a:gd name="connsiteY494" fmla="*/ 4619929 h 6858000"/>
              <a:gd name="connsiteX495" fmla="*/ 3104273 w 7467600"/>
              <a:gd name="connsiteY495" fmla="*/ 5076159 h 6858000"/>
              <a:gd name="connsiteX496" fmla="*/ 3113245 w 7467600"/>
              <a:gd name="connsiteY496" fmla="*/ 5090705 h 6858000"/>
              <a:gd name="connsiteX497" fmla="*/ 3126294 w 7467600"/>
              <a:gd name="connsiteY497" fmla="*/ 5114400 h 6858000"/>
              <a:gd name="connsiteX498" fmla="*/ 3937433 w 7467600"/>
              <a:gd name="connsiteY498" fmla="*/ 4830473 h 6858000"/>
              <a:gd name="connsiteX499" fmla="*/ 3590475 w 7467600"/>
              <a:gd name="connsiteY499" fmla="*/ 4597974 h 6858000"/>
              <a:gd name="connsiteX500" fmla="*/ 3100264 w 7467600"/>
              <a:gd name="connsiteY500" fmla="*/ 4579845 h 6858000"/>
              <a:gd name="connsiteX501" fmla="*/ 2183576 w 7467600"/>
              <a:gd name="connsiteY501" fmla="*/ 4227150 h 6858000"/>
              <a:gd name="connsiteX502" fmla="*/ 2151029 w 7467600"/>
              <a:gd name="connsiteY502" fmla="*/ 4146947 h 6858000"/>
              <a:gd name="connsiteX503" fmla="*/ 3563434 w 7467600"/>
              <a:gd name="connsiteY503" fmla="*/ 4469115 h 6858000"/>
              <a:gd name="connsiteX504" fmla="*/ 3177952 w 7467600"/>
              <a:gd name="connsiteY504" fmla="*/ 3657386 h 6858000"/>
              <a:gd name="connsiteX505" fmla="*/ 3189263 w 7467600"/>
              <a:gd name="connsiteY505" fmla="*/ 3625726 h 6858000"/>
              <a:gd name="connsiteX506" fmla="*/ 3560912 w 7467600"/>
              <a:gd name="connsiteY506" fmla="*/ 4079863 h 6858000"/>
              <a:gd name="connsiteX507" fmla="*/ 3626636 w 7467600"/>
              <a:gd name="connsiteY507" fmla="*/ 4512230 h 6858000"/>
              <a:gd name="connsiteX508" fmla="*/ 3653088 w 7467600"/>
              <a:gd name="connsiteY508" fmla="*/ 4521417 h 6858000"/>
              <a:gd name="connsiteX509" fmla="*/ 3988128 w 7467600"/>
              <a:gd name="connsiteY509" fmla="*/ 4817267 h 6858000"/>
              <a:gd name="connsiteX510" fmla="*/ 4830582 w 7467600"/>
              <a:gd name="connsiteY510" fmla="*/ 4676000 h 6858000"/>
              <a:gd name="connsiteX511" fmla="*/ 4830100 w 7467600"/>
              <a:gd name="connsiteY511" fmla="*/ 4675554 h 6858000"/>
              <a:gd name="connsiteX512" fmla="*/ 4036318 w 7467600"/>
              <a:gd name="connsiteY512" fmla="*/ 4147013 h 6858000"/>
              <a:gd name="connsiteX513" fmla="*/ 3432098 w 7467600"/>
              <a:gd name="connsiteY513" fmla="*/ 3537312 h 6858000"/>
              <a:gd name="connsiteX514" fmla="*/ 3446761 w 7467600"/>
              <a:gd name="connsiteY514" fmla="*/ 3461278 h 6858000"/>
              <a:gd name="connsiteX515" fmla="*/ 4419733 w 7467600"/>
              <a:gd name="connsiteY515" fmla="*/ 3963555 h 6858000"/>
              <a:gd name="connsiteX516" fmla="*/ 4781371 w 7467600"/>
              <a:gd name="connsiteY516" fmla="*/ 4458604 h 6858000"/>
              <a:gd name="connsiteX517" fmla="*/ 4780440 w 7467600"/>
              <a:gd name="connsiteY517" fmla="*/ 4470290 h 6858000"/>
              <a:gd name="connsiteX518" fmla="*/ 4898954 w 7467600"/>
              <a:gd name="connsiteY518" fmla="*/ 4662092 h 6858000"/>
              <a:gd name="connsiteX519" fmla="*/ 4900699 w 7467600"/>
              <a:gd name="connsiteY519" fmla="*/ 4670867 h 6858000"/>
              <a:gd name="connsiteX520" fmla="*/ 5714511 w 7467600"/>
              <a:gd name="connsiteY520" fmla="*/ 4663483 h 6858000"/>
              <a:gd name="connsiteX521" fmla="*/ 5464793 w 7467600"/>
              <a:gd name="connsiteY521" fmla="*/ 4393556 h 6858000"/>
              <a:gd name="connsiteX522" fmla="*/ 5461897 w 7467600"/>
              <a:gd name="connsiteY522" fmla="*/ 4390879 h 6858000"/>
              <a:gd name="connsiteX523" fmla="*/ 4294126 w 7467600"/>
              <a:gd name="connsiteY523" fmla="*/ 3303048 h 6858000"/>
              <a:gd name="connsiteX524" fmla="*/ 4305321 w 7467600"/>
              <a:gd name="connsiteY524" fmla="*/ 3256953 h 6858000"/>
              <a:gd name="connsiteX525" fmla="*/ 4949299 w 7467600"/>
              <a:gd name="connsiteY525" fmla="*/ 3766336 h 6858000"/>
              <a:gd name="connsiteX526" fmla="*/ 5291452 w 7467600"/>
              <a:gd name="connsiteY526" fmla="*/ 4076801 h 6858000"/>
              <a:gd name="connsiteX527" fmla="*/ 5434998 w 7467600"/>
              <a:gd name="connsiteY527" fmla="*/ 4254100 h 6858000"/>
              <a:gd name="connsiteX528" fmla="*/ 5351015 w 7467600"/>
              <a:gd name="connsiteY528" fmla="*/ 3760989 h 6858000"/>
              <a:gd name="connsiteX529" fmla="*/ 5413780 w 7467600"/>
              <a:gd name="connsiteY529" fmla="*/ 2966265 h 6858000"/>
              <a:gd name="connsiteX530" fmla="*/ 5425627 w 7467600"/>
              <a:gd name="connsiteY530" fmla="*/ 2954192 h 6858000"/>
              <a:gd name="connsiteX531" fmla="*/ 6604735 w 7467600"/>
              <a:gd name="connsiteY531" fmla="*/ 2041381 h 6858000"/>
              <a:gd name="connsiteX532" fmla="*/ 7204487 w 7467600"/>
              <a:gd name="connsiteY532" fmla="*/ 2742112 h 6858000"/>
              <a:gd name="connsiteX533" fmla="*/ 7131592 w 7467600"/>
              <a:gd name="connsiteY533" fmla="*/ 2672096 h 6858000"/>
              <a:gd name="connsiteX534" fmla="*/ 6996344 w 7467600"/>
              <a:gd name="connsiteY534" fmla="*/ 2518310 h 6858000"/>
              <a:gd name="connsiteX535" fmla="*/ 6735495 w 7467600"/>
              <a:gd name="connsiteY535" fmla="*/ 2196890 h 6858000"/>
              <a:gd name="connsiteX536" fmla="*/ 6721901 w 7467600"/>
              <a:gd name="connsiteY536" fmla="*/ 2179274 h 6858000"/>
              <a:gd name="connsiteX537" fmla="*/ 6604735 w 7467600"/>
              <a:gd name="connsiteY537" fmla="*/ 2041381 h 6858000"/>
              <a:gd name="connsiteX538" fmla="*/ 6591670 w 7467600"/>
              <a:gd name="connsiteY538" fmla="*/ 1988277 h 6858000"/>
              <a:gd name="connsiteX539" fmla="*/ 6747349 w 7467600"/>
              <a:gd name="connsiteY539" fmla="*/ 2160069 h 6858000"/>
              <a:gd name="connsiteX540" fmla="*/ 6760943 w 7467600"/>
              <a:gd name="connsiteY540" fmla="*/ 2177686 h 6858000"/>
              <a:gd name="connsiteX541" fmla="*/ 7021065 w 7467600"/>
              <a:gd name="connsiteY541" fmla="*/ 2498102 h 6858000"/>
              <a:gd name="connsiteX542" fmla="*/ 7155223 w 7467600"/>
              <a:gd name="connsiteY542" fmla="*/ 2650386 h 6858000"/>
              <a:gd name="connsiteX543" fmla="*/ 7203167 w 7467600"/>
              <a:gd name="connsiteY543" fmla="*/ 2697288 h 6858000"/>
              <a:gd name="connsiteX544" fmla="*/ 6937703 w 7467600"/>
              <a:gd name="connsiteY544" fmla="*/ 2321981 h 6858000"/>
              <a:gd name="connsiteX545" fmla="*/ 6591670 w 7467600"/>
              <a:gd name="connsiteY545" fmla="*/ 1988277 h 6858000"/>
              <a:gd name="connsiteX546" fmla="*/ 5798671 w 7467600"/>
              <a:gd name="connsiteY546" fmla="*/ 1981601 h 6858000"/>
              <a:gd name="connsiteX547" fmla="*/ 5754709 w 7467600"/>
              <a:gd name="connsiteY547" fmla="*/ 2071454 h 6858000"/>
              <a:gd name="connsiteX548" fmla="*/ 5763044 w 7467600"/>
              <a:gd name="connsiteY548" fmla="*/ 2842206 h 6858000"/>
              <a:gd name="connsiteX549" fmla="*/ 5764974 w 7467600"/>
              <a:gd name="connsiteY549" fmla="*/ 2799609 h 6858000"/>
              <a:gd name="connsiteX550" fmla="*/ 5767665 w 7467600"/>
              <a:gd name="connsiteY550" fmla="*/ 2666409 h 6858000"/>
              <a:gd name="connsiteX551" fmla="*/ 5763055 w 7467600"/>
              <a:gd name="connsiteY551" fmla="*/ 2579705 h 6858000"/>
              <a:gd name="connsiteX552" fmla="*/ 5758079 w 7467600"/>
              <a:gd name="connsiteY552" fmla="*/ 2492508 h 6858000"/>
              <a:gd name="connsiteX553" fmla="*/ 5779325 w 7467600"/>
              <a:gd name="connsiteY553" fmla="*/ 2197069 h 6858000"/>
              <a:gd name="connsiteX554" fmla="*/ 5798671 w 7467600"/>
              <a:gd name="connsiteY554" fmla="*/ 1981601 h 6858000"/>
              <a:gd name="connsiteX555" fmla="*/ 5829202 w 7467600"/>
              <a:gd name="connsiteY555" fmla="*/ 1971679 h 6858000"/>
              <a:gd name="connsiteX556" fmla="*/ 5809558 w 7467600"/>
              <a:gd name="connsiteY556" fmla="*/ 2198043 h 6858000"/>
              <a:gd name="connsiteX557" fmla="*/ 5788653 w 7467600"/>
              <a:gd name="connsiteY557" fmla="*/ 2489430 h 6858000"/>
              <a:gd name="connsiteX558" fmla="*/ 5793439 w 7467600"/>
              <a:gd name="connsiteY558" fmla="*/ 2575235 h 6858000"/>
              <a:gd name="connsiteX559" fmla="*/ 5796837 w 7467600"/>
              <a:gd name="connsiteY559" fmla="*/ 2637633 h 6858000"/>
              <a:gd name="connsiteX560" fmla="*/ 5818614 w 7467600"/>
              <a:gd name="connsiteY560" fmla="*/ 2473055 h 6858000"/>
              <a:gd name="connsiteX561" fmla="*/ 5829202 w 7467600"/>
              <a:gd name="connsiteY561" fmla="*/ 1971679 h 6858000"/>
              <a:gd name="connsiteX562" fmla="*/ 5911389 w 7467600"/>
              <a:gd name="connsiteY562" fmla="*/ 1898371 h 6858000"/>
              <a:gd name="connsiteX563" fmla="*/ 6237627 w 7467600"/>
              <a:gd name="connsiteY563" fmla="*/ 2231921 h 6858000"/>
              <a:gd name="connsiteX564" fmla="*/ 5911389 w 7467600"/>
              <a:gd name="connsiteY564" fmla="*/ 1898371 h 6858000"/>
              <a:gd name="connsiteX565" fmla="*/ 6944437 w 7467600"/>
              <a:gd name="connsiteY565" fmla="*/ 1575402 h 6858000"/>
              <a:gd name="connsiteX566" fmla="*/ 6304730 w 7467600"/>
              <a:gd name="connsiteY566" fmla="*/ 1766654 h 6858000"/>
              <a:gd name="connsiteX567" fmla="*/ 6944437 w 7467600"/>
              <a:gd name="connsiteY567" fmla="*/ 1575402 h 6858000"/>
              <a:gd name="connsiteX568" fmla="*/ 7019523 w 7467600"/>
              <a:gd name="connsiteY568" fmla="*/ 1519450 h 6858000"/>
              <a:gd name="connsiteX569" fmla="*/ 6298091 w 7467600"/>
              <a:gd name="connsiteY569" fmla="*/ 1737122 h 6858000"/>
              <a:gd name="connsiteX570" fmla="*/ 7019523 w 7467600"/>
              <a:gd name="connsiteY570" fmla="*/ 1519450 h 6858000"/>
              <a:gd name="connsiteX571" fmla="*/ 2399523 w 7467600"/>
              <a:gd name="connsiteY571" fmla="*/ 1428234 h 6858000"/>
              <a:gd name="connsiteX572" fmla="*/ 2224982 w 7467600"/>
              <a:gd name="connsiteY572" fmla="*/ 1826201 h 6858000"/>
              <a:gd name="connsiteX573" fmla="*/ 2096099 w 7467600"/>
              <a:gd name="connsiteY573" fmla="*/ 2345900 h 6858000"/>
              <a:gd name="connsiteX574" fmla="*/ 2283317 w 7467600"/>
              <a:gd name="connsiteY574" fmla="*/ 1796925 h 6858000"/>
              <a:gd name="connsiteX575" fmla="*/ 2399523 w 7467600"/>
              <a:gd name="connsiteY575" fmla="*/ 1428234 h 6858000"/>
              <a:gd name="connsiteX576" fmla="*/ 2448558 w 7467600"/>
              <a:gd name="connsiteY576" fmla="*/ 1373435 h 6858000"/>
              <a:gd name="connsiteX577" fmla="*/ 2312521 w 7467600"/>
              <a:gd name="connsiteY577" fmla="*/ 1806140 h 6858000"/>
              <a:gd name="connsiteX578" fmla="*/ 2127533 w 7467600"/>
              <a:gd name="connsiteY578" fmla="*/ 2348380 h 6858000"/>
              <a:gd name="connsiteX579" fmla="*/ 2358080 w 7467600"/>
              <a:gd name="connsiteY579" fmla="*/ 1866134 h 6858000"/>
              <a:gd name="connsiteX580" fmla="*/ 2407436 w 7467600"/>
              <a:gd name="connsiteY580" fmla="*/ 1651070 h 6858000"/>
              <a:gd name="connsiteX581" fmla="*/ 2448558 w 7467600"/>
              <a:gd name="connsiteY581" fmla="*/ 1373435 h 6858000"/>
              <a:gd name="connsiteX582" fmla="*/ 278707 w 7467600"/>
              <a:gd name="connsiteY582" fmla="*/ 1352270 h 6858000"/>
              <a:gd name="connsiteX583" fmla="*/ 321570 w 7467600"/>
              <a:gd name="connsiteY583" fmla="*/ 1861610 h 6858000"/>
              <a:gd name="connsiteX584" fmla="*/ 294281 w 7467600"/>
              <a:gd name="connsiteY584" fmla="*/ 1440658 h 6858000"/>
              <a:gd name="connsiteX585" fmla="*/ 278707 w 7467600"/>
              <a:gd name="connsiteY585" fmla="*/ 1352270 h 6858000"/>
              <a:gd name="connsiteX586" fmla="*/ 1423821 w 7467600"/>
              <a:gd name="connsiteY586" fmla="*/ 1351958 h 6858000"/>
              <a:gd name="connsiteX587" fmla="*/ 1638521 w 7467600"/>
              <a:gd name="connsiteY587" fmla="*/ 1908470 h 6858000"/>
              <a:gd name="connsiteX588" fmla="*/ 1754199 w 7467600"/>
              <a:gd name="connsiteY588" fmla="*/ 2149284 h 6858000"/>
              <a:gd name="connsiteX589" fmla="*/ 1908359 w 7467600"/>
              <a:gd name="connsiteY589" fmla="*/ 2364988 h 6858000"/>
              <a:gd name="connsiteX590" fmla="*/ 1647661 w 7467600"/>
              <a:gd name="connsiteY590" fmla="*/ 1825945 h 6858000"/>
              <a:gd name="connsiteX591" fmla="*/ 1423821 w 7467600"/>
              <a:gd name="connsiteY591" fmla="*/ 1351958 h 6858000"/>
              <a:gd name="connsiteX592" fmla="*/ 1431890 w 7467600"/>
              <a:gd name="connsiteY592" fmla="*/ 1306475 h 6858000"/>
              <a:gd name="connsiteX593" fmla="*/ 1507597 w 7467600"/>
              <a:gd name="connsiteY593" fmla="*/ 1446132 h 6858000"/>
              <a:gd name="connsiteX594" fmla="*/ 1674586 w 7467600"/>
              <a:gd name="connsiteY594" fmla="*/ 1813832 h 6858000"/>
              <a:gd name="connsiteX595" fmla="*/ 1815950 w 7467600"/>
              <a:gd name="connsiteY595" fmla="*/ 2128564 h 6858000"/>
              <a:gd name="connsiteX596" fmla="*/ 1984242 w 7467600"/>
              <a:gd name="connsiteY596" fmla="*/ 2430829 h 6858000"/>
              <a:gd name="connsiteX597" fmla="*/ 2014023 w 7467600"/>
              <a:gd name="connsiteY597" fmla="*/ 2450995 h 6858000"/>
              <a:gd name="connsiteX598" fmla="*/ 1747337 w 7467600"/>
              <a:gd name="connsiteY598" fmla="*/ 1855264 h 6858000"/>
              <a:gd name="connsiteX599" fmla="*/ 1533749 w 7467600"/>
              <a:gd name="connsiteY599" fmla="*/ 1478656 h 6858000"/>
              <a:gd name="connsiteX600" fmla="*/ 1431890 w 7467600"/>
              <a:gd name="connsiteY600" fmla="*/ 1306475 h 6858000"/>
              <a:gd name="connsiteX601" fmla="*/ 5052692 w 7467600"/>
              <a:gd name="connsiteY601" fmla="*/ 1292994 h 6858000"/>
              <a:gd name="connsiteX602" fmla="*/ 5200661 w 7467600"/>
              <a:gd name="connsiteY602" fmla="*/ 1635186 h 6858000"/>
              <a:gd name="connsiteX603" fmla="*/ 5297138 w 7467600"/>
              <a:gd name="connsiteY603" fmla="*/ 1906351 h 6858000"/>
              <a:gd name="connsiteX604" fmla="*/ 5052692 w 7467600"/>
              <a:gd name="connsiteY604" fmla="*/ 1292994 h 6858000"/>
              <a:gd name="connsiteX605" fmla="*/ 5009948 w 7467600"/>
              <a:gd name="connsiteY605" fmla="*/ 1273619 h 6858000"/>
              <a:gd name="connsiteX606" fmla="*/ 5121777 w 7467600"/>
              <a:gd name="connsiteY606" fmla="*/ 1654213 h 6858000"/>
              <a:gd name="connsiteX607" fmla="*/ 5293545 w 7467600"/>
              <a:gd name="connsiteY607" fmla="*/ 2072247 h 6858000"/>
              <a:gd name="connsiteX608" fmla="*/ 5294042 w 7467600"/>
              <a:gd name="connsiteY608" fmla="*/ 2065019 h 6858000"/>
              <a:gd name="connsiteX609" fmla="*/ 5171936 w 7467600"/>
              <a:gd name="connsiteY609" fmla="*/ 1647613 h 6858000"/>
              <a:gd name="connsiteX610" fmla="*/ 5009948 w 7467600"/>
              <a:gd name="connsiteY610" fmla="*/ 1273619 h 6858000"/>
              <a:gd name="connsiteX611" fmla="*/ 655236 w 7467600"/>
              <a:gd name="connsiteY611" fmla="*/ 1268632 h 6858000"/>
              <a:gd name="connsiteX612" fmla="*/ 839521 w 7467600"/>
              <a:gd name="connsiteY612" fmla="*/ 1685315 h 6858000"/>
              <a:gd name="connsiteX613" fmla="*/ 1109416 w 7467600"/>
              <a:gd name="connsiteY613" fmla="*/ 2061663 h 6858000"/>
              <a:gd name="connsiteX614" fmla="*/ 1298300 w 7467600"/>
              <a:gd name="connsiteY614" fmla="*/ 2247742 h 6858000"/>
              <a:gd name="connsiteX615" fmla="*/ 1125871 w 7467600"/>
              <a:gd name="connsiteY615" fmla="*/ 1989513 h 6858000"/>
              <a:gd name="connsiteX616" fmla="*/ 981574 w 7467600"/>
              <a:gd name="connsiteY616" fmla="*/ 1783157 h 6858000"/>
              <a:gd name="connsiteX617" fmla="*/ 922198 w 7467600"/>
              <a:gd name="connsiteY617" fmla="*/ 1677437 h 6858000"/>
              <a:gd name="connsiteX618" fmla="*/ 869293 w 7467600"/>
              <a:gd name="connsiteY618" fmla="*/ 1583214 h 6858000"/>
              <a:gd name="connsiteX619" fmla="*/ 751431 w 7467600"/>
              <a:gd name="connsiteY619" fmla="*/ 1405731 h 6858000"/>
              <a:gd name="connsiteX620" fmla="*/ 655236 w 7467600"/>
              <a:gd name="connsiteY620" fmla="*/ 1268632 h 6858000"/>
              <a:gd name="connsiteX621" fmla="*/ 6516292 w 7467600"/>
              <a:gd name="connsiteY621" fmla="*/ 1263064 h 6858000"/>
              <a:gd name="connsiteX622" fmla="*/ 5736320 w 7467600"/>
              <a:gd name="connsiteY622" fmla="*/ 1501803 h 6858000"/>
              <a:gd name="connsiteX623" fmla="*/ 6516292 w 7467600"/>
              <a:gd name="connsiteY623" fmla="*/ 1263064 h 6858000"/>
              <a:gd name="connsiteX624" fmla="*/ 291466 w 7467600"/>
              <a:gd name="connsiteY624" fmla="*/ 1250369 h 6858000"/>
              <a:gd name="connsiteX625" fmla="*/ 323180 w 7467600"/>
              <a:gd name="connsiteY625" fmla="*/ 1435283 h 6858000"/>
              <a:gd name="connsiteX626" fmla="*/ 349381 w 7467600"/>
              <a:gd name="connsiteY626" fmla="*/ 1875041 h 6858000"/>
              <a:gd name="connsiteX627" fmla="*/ 374363 w 7467600"/>
              <a:gd name="connsiteY627" fmla="*/ 1506494 h 6858000"/>
              <a:gd name="connsiteX628" fmla="*/ 302168 w 7467600"/>
              <a:gd name="connsiteY628" fmla="*/ 1274495 h 6858000"/>
              <a:gd name="connsiteX629" fmla="*/ 291466 w 7467600"/>
              <a:gd name="connsiteY629" fmla="*/ 1250369 h 6858000"/>
              <a:gd name="connsiteX630" fmla="*/ 678222 w 7467600"/>
              <a:gd name="connsiteY630" fmla="*/ 1248670 h 6858000"/>
              <a:gd name="connsiteX631" fmla="*/ 775536 w 7467600"/>
              <a:gd name="connsiteY631" fmla="*/ 1388015 h 6858000"/>
              <a:gd name="connsiteX632" fmla="*/ 894529 w 7467600"/>
              <a:gd name="connsiteY632" fmla="*/ 1567739 h 6858000"/>
              <a:gd name="connsiteX633" fmla="*/ 948000 w 7467600"/>
              <a:gd name="connsiteY633" fmla="*/ 1663088 h 6858000"/>
              <a:gd name="connsiteX634" fmla="*/ 1006812 w 7467600"/>
              <a:gd name="connsiteY634" fmla="*/ 1767683 h 6858000"/>
              <a:gd name="connsiteX635" fmla="*/ 1149133 w 7467600"/>
              <a:gd name="connsiteY635" fmla="*/ 1971513 h 6858000"/>
              <a:gd name="connsiteX636" fmla="*/ 1333952 w 7467600"/>
              <a:gd name="connsiteY636" fmla="*/ 2251620 h 6858000"/>
              <a:gd name="connsiteX637" fmla="*/ 1337329 w 7467600"/>
              <a:gd name="connsiteY637" fmla="*/ 2258350 h 6858000"/>
              <a:gd name="connsiteX638" fmla="*/ 1014726 w 7467600"/>
              <a:gd name="connsiteY638" fmla="*/ 1615556 h 6858000"/>
              <a:gd name="connsiteX639" fmla="*/ 678222 w 7467600"/>
              <a:gd name="connsiteY639" fmla="*/ 1248670 h 6858000"/>
              <a:gd name="connsiteX640" fmla="*/ 6691602 w 7467600"/>
              <a:gd name="connsiteY640" fmla="*/ 1140573 h 6858000"/>
              <a:gd name="connsiteX641" fmla="*/ 6571100 w 7467600"/>
              <a:gd name="connsiteY641" fmla="*/ 1183662 h 6858000"/>
              <a:gd name="connsiteX642" fmla="*/ 6241687 w 7467600"/>
              <a:gd name="connsiteY642" fmla="*/ 1257600 h 6858000"/>
              <a:gd name="connsiteX643" fmla="*/ 5693009 w 7467600"/>
              <a:gd name="connsiteY643" fmla="*/ 1478256 h 6858000"/>
              <a:gd name="connsiteX644" fmla="*/ 6548420 w 7467600"/>
              <a:gd name="connsiteY644" fmla="*/ 1214599 h 6858000"/>
              <a:gd name="connsiteX645" fmla="*/ 6605473 w 7467600"/>
              <a:gd name="connsiteY645" fmla="*/ 1184686 h 6858000"/>
              <a:gd name="connsiteX646" fmla="*/ 6691602 w 7467600"/>
              <a:gd name="connsiteY646" fmla="*/ 1140573 h 6858000"/>
              <a:gd name="connsiteX647" fmla="*/ 4002475 w 7467600"/>
              <a:gd name="connsiteY647" fmla="*/ 1037802 h 6858000"/>
              <a:gd name="connsiteX648" fmla="*/ 4000324 w 7467600"/>
              <a:gd name="connsiteY648" fmla="*/ 1039362 h 6858000"/>
              <a:gd name="connsiteX649" fmla="*/ 4002862 w 7467600"/>
              <a:gd name="connsiteY649" fmla="*/ 1042866 h 6858000"/>
              <a:gd name="connsiteX650" fmla="*/ 4002475 w 7467600"/>
              <a:gd name="connsiteY650" fmla="*/ 1037802 h 6858000"/>
              <a:gd name="connsiteX651" fmla="*/ 506322 w 7467600"/>
              <a:gd name="connsiteY651" fmla="*/ 1020997 h 6858000"/>
              <a:gd name="connsiteX652" fmla="*/ 533068 w 7467600"/>
              <a:gd name="connsiteY652" fmla="*/ 1029409 h 6858000"/>
              <a:gd name="connsiteX653" fmla="*/ 1232525 w 7467600"/>
              <a:gd name="connsiteY653" fmla="*/ 1804675 h 6858000"/>
              <a:gd name="connsiteX654" fmla="*/ 1388858 w 7467600"/>
              <a:gd name="connsiteY654" fmla="*/ 2368011 h 6858000"/>
              <a:gd name="connsiteX655" fmla="*/ 1384098 w 7467600"/>
              <a:gd name="connsiteY655" fmla="*/ 2378125 h 6858000"/>
              <a:gd name="connsiteX656" fmla="*/ 1425393 w 7467600"/>
              <a:gd name="connsiteY656" fmla="*/ 2589124 h 6858000"/>
              <a:gd name="connsiteX657" fmla="*/ 1424001 w 7467600"/>
              <a:gd name="connsiteY657" fmla="*/ 2597541 h 6858000"/>
              <a:gd name="connsiteX658" fmla="*/ 2152729 w 7467600"/>
              <a:gd name="connsiteY658" fmla="*/ 2864487 h 6858000"/>
              <a:gd name="connsiteX659" fmla="*/ 2020609 w 7467600"/>
              <a:gd name="connsiteY659" fmla="*/ 2539671 h 6858000"/>
              <a:gd name="connsiteX660" fmla="*/ 2018920 w 7467600"/>
              <a:gd name="connsiteY660" fmla="*/ 2536309 h 6858000"/>
              <a:gd name="connsiteX661" fmla="*/ 1342441 w 7467600"/>
              <a:gd name="connsiteY661" fmla="*/ 1173017 h 6858000"/>
              <a:gd name="connsiteX662" fmla="*/ 1367925 w 7467600"/>
              <a:gd name="connsiteY662" fmla="*/ 1135648 h 6858000"/>
              <a:gd name="connsiteX663" fmla="*/ 1771401 w 7467600"/>
              <a:gd name="connsiteY663" fmla="*/ 1806673 h 6858000"/>
              <a:gd name="connsiteX664" fmla="*/ 1972385 w 7467600"/>
              <a:gd name="connsiteY664" fmla="*/ 2198735 h 6858000"/>
              <a:gd name="connsiteX665" fmla="*/ 2040892 w 7467600"/>
              <a:gd name="connsiteY665" fmla="*/ 2405205 h 6858000"/>
              <a:gd name="connsiteX666" fmla="*/ 2131689 w 7467600"/>
              <a:gd name="connsiteY666" fmla="*/ 1936926 h 6858000"/>
              <a:gd name="connsiteX667" fmla="*/ 2454820 w 7467600"/>
              <a:gd name="connsiteY667" fmla="*/ 1248808 h 6858000"/>
              <a:gd name="connsiteX668" fmla="*/ 2492512 w 7467600"/>
              <a:gd name="connsiteY668" fmla="*/ 1302920 h 6858000"/>
              <a:gd name="connsiteX669" fmla="*/ 2081216 w 7467600"/>
              <a:gd name="connsiteY669" fmla="*/ 2527513 h 6858000"/>
              <a:gd name="connsiteX670" fmla="*/ 2081211 w 7467600"/>
              <a:gd name="connsiteY670" fmla="*/ 2528916 h 6858000"/>
              <a:gd name="connsiteX671" fmla="*/ 2199067 w 7467600"/>
              <a:gd name="connsiteY671" fmla="*/ 2884061 h 6858000"/>
              <a:gd name="connsiteX672" fmla="*/ 3192586 w 7467600"/>
              <a:gd name="connsiteY672" fmla="*/ 3411496 h 6858000"/>
              <a:gd name="connsiteX673" fmla="*/ 3182620 w 7467600"/>
              <a:gd name="connsiteY673" fmla="*/ 3483279 h 6858000"/>
              <a:gd name="connsiteX674" fmla="*/ 2435119 w 7467600"/>
              <a:gd name="connsiteY674" fmla="*/ 3080173 h 6858000"/>
              <a:gd name="connsiteX675" fmla="*/ 2410152 w 7467600"/>
              <a:gd name="connsiteY675" fmla="*/ 3063751 h 6858000"/>
              <a:gd name="connsiteX676" fmla="*/ 2408099 w 7467600"/>
              <a:gd name="connsiteY676" fmla="*/ 3064403 h 6858000"/>
              <a:gd name="connsiteX677" fmla="*/ 2407218 w 7467600"/>
              <a:gd name="connsiteY677" fmla="*/ 3070324 h 6858000"/>
              <a:gd name="connsiteX678" fmla="*/ 2380138 w 7467600"/>
              <a:gd name="connsiteY678" fmla="*/ 3099341 h 6858000"/>
              <a:gd name="connsiteX679" fmla="*/ 1765923 w 7467600"/>
              <a:gd name="connsiteY679" fmla="*/ 3581043 h 6858000"/>
              <a:gd name="connsiteX680" fmla="*/ 1702258 w 7467600"/>
              <a:gd name="connsiteY680" fmla="*/ 3612286 h 6858000"/>
              <a:gd name="connsiteX681" fmla="*/ 1538370 w 7467600"/>
              <a:gd name="connsiteY681" fmla="*/ 3811804 h 6858000"/>
              <a:gd name="connsiteX682" fmla="*/ 542867 w 7467600"/>
              <a:gd name="connsiteY682" fmla="*/ 4944092 h 6858000"/>
              <a:gd name="connsiteX683" fmla="*/ 515800 w 7467600"/>
              <a:gd name="connsiteY683" fmla="*/ 4862180 h 6858000"/>
              <a:gd name="connsiteX684" fmla="*/ 909145 w 7467600"/>
              <a:gd name="connsiteY684" fmla="*/ 4199225 h 6858000"/>
              <a:gd name="connsiteX685" fmla="*/ 1214067 w 7467600"/>
              <a:gd name="connsiteY685" fmla="*/ 3908561 h 6858000"/>
              <a:gd name="connsiteX686" fmla="*/ 640967 w 7467600"/>
              <a:gd name="connsiteY686" fmla="*/ 4105601 h 6858000"/>
              <a:gd name="connsiteX687" fmla="*/ 112563 w 7467600"/>
              <a:gd name="connsiteY687" fmla="*/ 4396952 h 6858000"/>
              <a:gd name="connsiteX688" fmla="*/ 0 w 7467600"/>
              <a:gd name="connsiteY688" fmla="*/ 4466006 h 6858000"/>
              <a:gd name="connsiteX689" fmla="*/ 0 w 7467600"/>
              <a:gd name="connsiteY689" fmla="*/ 4233763 h 6858000"/>
              <a:gd name="connsiteX690" fmla="*/ 36881 w 7467600"/>
              <a:gd name="connsiteY690" fmla="*/ 4200118 h 6858000"/>
              <a:gd name="connsiteX691" fmla="*/ 910534 w 7467600"/>
              <a:gd name="connsiteY691" fmla="*/ 3629753 h 6858000"/>
              <a:gd name="connsiteX692" fmla="*/ 1578717 w 7467600"/>
              <a:gd name="connsiteY692" fmla="*/ 3575982 h 6858000"/>
              <a:gd name="connsiteX693" fmla="*/ 2338780 w 7467600"/>
              <a:gd name="connsiteY693" fmla="*/ 3033725 h 6858000"/>
              <a:gd name="connsiteX694" fmla="*/ 1807991 w 7467600"/>
              <a:gd name="connsiteY694" fmla="*/ 2807184 h 6858000"/>
              <a:gd name="connsiteX695" fmla="*/ 1416358 w 7467600"/>
              <a:gd name="connsiteY695" fmla="*/ 3112571 h 6858000"/>
              <a:gd name="connsiteX696" fmla="*/ 939066 w 7467600"/>
              <a:gd name="connsiteY696" fmla="*/ 3378798 h 6858000"/>
              <a:gd name="connsiteX697" fmla="*/ 115099 w 7467600"/>
              <a:gd name="connsiteY697" fmla="*/ 3607650 h 6858000"/>
              <a:gd name="connsiteX698" fmla="*/ 97284 w 7467600"/>
              <a:gd name="connsiteY698" fmla="*/ 3520393 h 6858000"/>
              <a:gd name="connsiteX699" fmla="*/ 922050 w 7467600"/>
              <a:gd name="connsiteY699" fmla="*/ 3074867 h 6858000"/>
              <a:gd name="connsiteX700" fmla="*/ 1405265 w 7467600"/>
              <a:gd name="connsiteY700" fmla="*/ 3016319 h 6858000"/>
              <a:gd name="connsiteX701" fmla="*/ 1407512 w 7467600"/>
              <a:gd name="connsiteY701" fmla="*/ 3018001 h 6858000"/>
              <a:gd name="connsiteX702" fmla="*/ 1726266 w 7467600"/>
              <a:gd name="connsiteY702" fmla="*/ 2777274 h 6858000"/>
              <a:gd name="connsiteX703" fmla="*/ 625390 w 7467600"/>
              <a:gd name="connsiteY703" fmla="*/ 2514541 h 6858000"/>
              <a:gd name="connsiteX704" fmla="*/ 619799 w 7467600"/>
              <a:gd name="connsiteY704" fmla="*/ 2527180 h 6858000"/>
              <a:gd name="connsiteX705" fmla="*/ 310030 w 7467600"/>
              <a:gd name="connsiteY705" fmla="*/ 2771818 h 6858000"/>
              <a:gd name="connsiteX706" fmla="*/ 173877 w 7467600"/>
              <a:gd name="connsiteY706" fmla="*/ 2937056 h 6858000"/>
              <a:gd name="connsiteX707" fmla="*/ 77889 w 7467600"/>
              <a:gd name="connsiteY707" fmla="*/ 3138440 h 6858000"/>
              <a:gd name="connsiteX708" fmla="*/ 0 w 7467600"/>
              <a:gd name="connsiteY708" fmla="*/ 3271395 h 6858000"/>
              <a:gd name="connsiteX709" fmla="*/ 0 w 7467600"/>
              <a:gd name="connsiteY709" fmla="*/ 3153002 h 6858000"/>
              <a:gd name="connsiteX710" fmla="*/ 2386 w 7467600"/>
              <a:gd name="connsiteY710" fmla="*/ 3149203 h 6858000"/>
              <a:gd name="connsiteX711" fmla="*/ 89753 w 7467600"/>
              <a:gd name="connsiteY711" fmla="*/ 2987702 h 6858000"/>
              <a:gd name="connsiteX712" fmla="*/ 76869 w 7467600"/>
              <a:gd name="connsiteY712" fmla="*/ 3005404 h 6858000"/>
              <a:gd name="connsiteX713" fmla="*/ 32049 w 7467600"/>
              <a:gd name="connsiteY713" fmla="*/ 3065814 h 6858000"/>
              <a:gd name="connsiteX714" fmla="*/ 0 w 7467600"/>
              <a:gd name="connsiteY714" fmla="*/ 3108744 h 6858000"/>
              <a:gd name="connsiteX715" fmla="*/ 0 w 7467600"/>
              <a:gd name="connsiteY715" fmla="*/ 3058059 h 6858000"/>
              <a:gd name="connsiteX716" fmla="*/ 7610 w 7467600"/>
              <a:gd name="connsiteY716" fmla="*/ 3047889 h 6858000"/>
              <a:gd name="connsiteX717" fmla="*/ 52419 w 7467600"/>
              <a:gd name="connsiteY717" fmla="*/ 2987479 h 6858000"/>
              <a:gd name="connsiteX718" fmla="*/ 59142 w 7467600"/>
              <a:gd name="connsiteY718" fmla="*/ 2978488 h 6858000"/>
              <a:gd name="connsiteX719" fmla="*/ 0 w 7467600"/>
              <a:gd name="connsiteY719" fmla="*/ 3015334 h 6858000"/>
              <a:gd name="connsiteX720" fmla="*/ 0 w 7467600"/>
              <a:gd name="connsiteY720" fmla="*/ 2914286 h 6858000"/>
              <a:gd name="connsiteX721" fmla="*/ 36383 w 7467600"/>
              <a:gd name="connsiteY721" fmla="*/ 2901128 h 6858000"/>
              <a:gd name="connsiteX722" fmla="*/ 156329 w 7467600"/>
              <a:gd name="connsiteY722" fmla="*/ 2840533 h 6858000"/>
              <a:gd name="connsiteX723" fmla="*/ 358355 w 7467600"/>
              <a:gd name="connsiteY723" fmla="*/ 2620471 h 6858000"/>
              <a:gd name="connsiteX724" fmla="*/ 510577 w 7467600"/>
              <a:gd name="connsiteY724" fmla="*/ 2501244 h 6858000"/>
              <a:gd name="connsiteX725" fmla="*/ 211967 w 7467600"/>
              <a:gd name="connsiteY725" fmla="*/ 2479171 h 6858000"/>
              <a:gd name="connsiteX726" fmla="*/ 0 w 7467600"/>
              <a:gd name="connsiteY726" fmla="*/ 2476398 h 6858000"/>
              <a:gd name="connsiteX727" fmla="*/ 0 w 7467600"/>
              <a:gd name="connsiteY727" fmla="*/ 2389189 h 6858000"/>
              <a:gd name="connsiteX728" fmla="*/ 103062 w 7467600"/>
              <a:gd name="connsiteY728" fmla="*/ 2389518 h 6858000"/>
              <a:gd name="connsiteX729" fmla="*/ 510734 w 7467600"/>
              <a:gd name="connsiteY729" fmla="*/ 2416201 h 6858000"/>
              <a:gd name="connsiteX730" fmla="*/ 279257 w 7467600"/>
              <a:gd name="connsiteY730" fmla="*/ 2092102 h 6858000"/>
              <a:gd name="connsiteX731" fmla="*/ 65265 w 7467600"/>
              <a:gd name="connsiteY731" fmla="*/ 2006049 h 6858000"/>
              <a:gd name="connsiteX732" fmla="*/ 0 w 7467600"/>
              <a:gd name="connsiteY732" fmla="*/ 1982532 h 6858000"/>
              <a:gd name="connsiteX733" fmla="*/ 0 w 7467600"/>
              <a:gd name="connsiteY733" fmla="*/ 1912789 h 6858000"/>
              <a:gd name="connsiteX734" fmla="*/ 97460 w 7467600"/>
              <a:gd name="connsiteY734" fmla="*/ 1953725 h 6858000"/>
              <a:gd name="connsiteX735" fmla="*/ 221272 w 7467600"/>
              <a:gd name="connsiteY735" fmla="*/ 1980766 h 6858000"/>
              <a:gd name="connsiteX736" fmla="*/ 116765 w 7467600"/>
              <a:gd name="connsiteY736" fmla="*/ 1911033 h 6858000"/>
              <a:gd name="connsiteX737" fmla="*/ 16405 w 7467600"/>
              <a:gd name="connsiteY737" fmla="*/ 1803412 h 6858000"/>
              <a:gd name="connsiteX738" fmla="*/ 0 w 7467600"/>
              <a:gd name="connsiteY738" fmla="*/ 1784777 h 6858000"/>
              <a:gd name="connsiteX739" fmla="*/ 0 w 7467600"/>
              <a:gd name="connsiteY739" fmla="*/ 1740082 h 6858000"/>
              <a:gd name="connsiteX740" fmla="*/ 39394 w 7467600"/>
              <a:gd name="connsiteY740" fmla="*/ 1784856 h 6858000"/>
              <a:gd name="connsiteX741" fmla="*/ 135813 w 7467600"/>
              <a:gd name="connsiteY741" fmla="*/ 1888838 h 6858000"/>
              <a:gd name="connsiteX742" fmla="*/ 242575 w 7467600"/>
              <a:gd name="connsiteY742" fmla="*/ 1958841 h 6858000"/>
              <a:gd name="connsiteX743" fmla="*/ 82197 w 7467600"/>
              <a:gd name="connsiteY743" fmla="*/ 1754826 h 6858000"/>
              <a:gd name="connsiteX744" fmla="*/ 0 w 7467600"/>
              <a:gd name="connsiteY744" fmla="*/ 1679650 h 6858000"/>
              <a:gd name="connsiteX745" fmla="*/ 0 w 7467600"/>
              <a:gd name="connsiteY745" fmla="*/ 1602463 h 6858000"/>
              <a:gd name="connsiteX746" fmla="*/ 84689 w 7467600"/>
              <a:gd name="connsiteY746" fmla="*/ 1677442 h 6858000"/>
              <a:gd name="connsiteX747" fmla="*/ 298437 w 7467600"/>
              <a:gd name="connsiteY747" fmla="*/ 1968019 h 6858000"/>
              <a:gd name="connsiteX748" fmla="*/ 227269 w 7467600"/>
              <a:gd name="connsiteY748" fmla="*/ 1114064 h 6858000"/>
              <a:gd name="connsiteX749" fmla="*/ 248003 w 7467600"/>
              <a:gd name="connsiteY749" fmla="*/ 1089613 h 6858000"/>
              <a:gd name="connsiteX750" fmla="*/ 427020 w 7467600"/>
              <a:gd name="connsiteY750" fmla="*/ 1619803 h 6858000"/>
              <a:gd name="connsiteX751" fmla="*/ 340345 w 7467600"/>
              <a:gd name="connsiteY751" fmla="*/ 2027739 h 6858000"/>
              <a:gd name="connsiteX752" fmla="*/ 360865 w 7467600"/>
              <a:gd name="connsiteY752" fmla="*/ 2044827 h 6858000"/>
              <a:gd name="connsiteX753" fmla="*/ 560414 w 7467600"/>
              <a:gd name="connsiteY753" fmla="*/ 2421457 h 6858000"/>
              <a:gd name="connsiteX754" fmla="*/ 1359703 w 7467600"/>
              <a:gd name="connsiteY754" fmla="*/ 2578554 h 6858000"/>
              <a:gd name="connsiteX755" fmla="*/ 1359422 w 7467600"/>
              <a:gd name="connsiteY755" fmla="*/ 2577994 h 6858000"/>
              <a:gd name="connsiteX756" fmla="*/ 828701 w 7467600"/>
              <a:gd name="connsiteY756" fmla="*/ 1839520 h 6858000"/>
              <a:gd name="connsiteX757" fmla="*/ 494427 w 7467600"/>
              <a:gd name="connsiteY757" fmla="*/ 1092333 h 6858000"/>
              <a:gd name="connsiteX758" fmla="*/ 506322 w 7467600"/>
              <a:gd name="connsiteY758" fmla="*/ 1020997 h 6858000"/>
              <a:gd name="connsiteX759" fmla="*/ 4570198 w 7467600"/>
              <a:gd name="connsiteY759" fmla="*/ 978081 h 6858000"/>
              <a:gd name="connsiteX760" fmla="*/ 4523691 w 7467600"/>
              <a:gd name="connsiteY760" fmla="*/ 1127776 h 6858000"/>
              <a:gd name="connsiteX761" fmla="*/ 4509875 w 7467600"/>
              <a:gd name="connsiteY761" fmla="*/ 1167552 h 6858000"/>
              <a:gd name="connsiteX762" fmla="*/ 4478168 w 7467600"/>
              <a:gd name="connsiteY762" fmla="*/ 1260735 h 6858000"/>
              <a:gd name="connsiteX763" fmla="*/ 4409309 w 7467600"/>
              <a:gd name="connsiteY763" fmla="*/ 1666996 h 6858000"/>
              <a:gd name="connsiteX764" fmla="*/ 4370031 w 7467600"/>
              <a:gd name="connsiteY764" fmla="*/ 1955666 h 6858000"/>
              <a:gd name="connsiteX765" fmla="*/ 4570198 w 7467600"/>
              <a:gd name="connsiteY765" fmla="*/ 978081 h 6858000"/>
              <a:gd name="connsiteX766" fmla="*/ 4557898 w 7467600"/>
              <a:gd name="connsiteY766" fmla="*/ 900011 h 6858000"/>
              <a:gd name="connsiteX767" fmla="*/ 4344840 w 7467600"/>
              <a:gd name="connsiteY767" fmla="*/ 1922038 h 6858000"/>
              <a:gd name="connsiteX768" fmla="*/ 4378710 w 7467600"/>
              <a:gd name="connsiteY768" fmla="*/ 1665516 h 6858000"/>
              <a:gd name="connsiteX769" fmla="*/ 4448798 w 7467600"/>
              <a:gd name="connsiteY769" fmla="*/ 1253024 h 6858000"/>
              <a:gd name="connsiteX770" fmla="*/ 4480315 w 7467600"/>
              <a:gd name="connsiteY770" fmla="*/ 1158454 h 6858000"/>
              <a:gd name="connsiteX771" fmla="*/ 4494133 w 7467600"/>
              <a:gd name="connsiteY771" fmla="*/ 1118676 h 6858000"/>
              <a:gd name="connsiteX772" fmla="*/ 4557898 w 7467600"/>
              <a:gd name="connsiteY772" fmla="*/ 900011 h 6858000"/>
              <a:gd name="connsiteX773" fmla="*/ 5870151 w 7467600"/>
              <a:gd name="connsiteY773" fmla="*/ 898890 h 6858000"/>
              <a:gd name="connsiteX774" fmla="*/ 5861335 w 7467600"/>
              <a:gd name="connsiteY774" fmla="*/ 899177 h 6858000"/>
              <a:gd name="connsiteX775" fmla="*/ 5843702 w 7467600"/>
              <a:gd name="connsiteY775" fmla="*/ 899748 h 6858000"/>
              <a:gd name="connsiteX776" fmla="*/ 5651107 w 7467600"/>
              <a:gd name="connsiteY776" fmla="*/ 920306 h 6858000"/>
              <a:gd name="connsiteX777" fmla="*/ 5459407 w 7467600"/>
              <a:gd name="connsiteY777" fmla="*/ 940975 h 6858000"/>
              <a:gd name="connsiteX778" fmla="*/ 5374846 w 7467600"/>
              <a:gd name="connsiteY778" fmla="*/ 941988 h 6858000"/>
              <a:gd name="connsiteX779" fmla="*/ 5256105 w 7467600"/>
              <a:gd name="connsiteY779" fmla="*/ 945632 h 6858000"/>
              <a:gd name="connsiteX780" fmla="*/ 5107071 w 7467600"/>
              <a:gd name="connsiteY780" fmla="*/ 969720 h 6858000"/>
              <a:gd name="connsiteX781" fmla="*/ 4998681 w 7467600"/>
              <a:gd name="connsiteY781" fmla="*/ 988771 h 6858000"/>
              <a:gd name="connsiteX782" fmla="*/ 5870151 w 7467600"/>
              <a:gd name="connsiteY782" fmla="*/ 898890 h 6858000"/>
              <a:gd name="connsiteX783" fmla="*/ 5504425 w 7467600"/>
              <a:gd name="connsiteY783" fmla="*/ 848067 h 6858000"/>
              <a:gd name="connsiteX784" fmla="*/ 4968849 w 7467600"/>
              <a:gd name="connsiteY784" fmla="*/ 962318 h 6858000"/>
              <a:gd name="connsiteX785" fmla="*/ 5104039 w 7467600"/>
              <a:gd name="connsiteY785" fmla="*/ 940634 h 6858000"/>
              <a:gd name="connsiteX786" fmla="*/ 5256311 w 7467600"/>
              <a:gd name="connsiteY786" fmla="*/ 916490 h 6858000"/>
              <a:gd name="connsiteX787" fmla="*/ 5377381 w 7467600"/>
              <a:gd name="connsiteY787" fmla="*/ 912671 h 6858000"/>
              <a:gd name="connsiteX788" fmla="*/ 5460148 w 7467600"/>
              <a:gd name="connsiteY788" fmla="*/ 911442 h 6858000"/>
              <a:gd name="connsiteX789" fmla="*/ 5648971 w 7467600"/>
              <a:gd name="connsiteY789" fmla="*/ 891331 h 6858000"/>
              <a:gd name="connsiteX790" fmla="*/ 5844807 w 7467600"/>
              <a:gd name="connsiteY790" fmla="*/ 870718 h 6858000"/>
              <a:gd name="connsiteX791" fmla="*/ 5862975 w 7467600"/>
              <a:gd name="connsiteY791" fmla="*/ 869756 h 6858000"/>
              <a:gd name="connsiteX792" fmla="*/ 5920887 w 7467600"/>
              <a:gd name="connsiteY792" fmla="*/ 865929 h 6858000"/>
              <a:gd name="connsiteX793" fmla="*/ 5504425 w 7467600"/>
              <a:gd name="connsiteY793" fmla="*/ 848067 h 6858000"/>
              <a:gd name="connsiteX794" fmla="*/ 3607114 w 7467600"/>
              <a:gd name="connsiteY794" fmla="*/ 467441 h 6858000"/>
              <a:gd name="connsiteX795" fmla="*/ 3296242 w 7467600"/>
              <a:gd name="connsiteY795" fmla="*/ 807991 h 6858000"/>
              <a:gd name="connsiteX796" fmla="*/ 3174674 w 7467600"/>
              <a:gd name="connsiteY796" fmla="*/ 919759 h 6858000"/>
              <a:gd name="connsiteX797" fmla="*/ 3042978 w 7467600"/>
              <a:gd name="connsiteY797" fmla="*/ 1054894 h 6858000"/>
              <a:gd name="connsiteX798" fmla="*/ 2968914 w 7467600"/>
              <a:gd name="connsiteY798" fmla="*/ 1133756 h 6858000"/>
              <a:gd name="connsiteX799" fmla="*/ 3103823 w 7467600"/>
              <a:gd name="connsiteY799" fmla="*/ 1026814 h 6858000"/>
              <a:gd name="connsiteX800" fmla="*/ 3607114 w 7467600"/>
              <a:gd name="connsiteY800" fmla="*/ 467441 h 6858000"/>
              <a:gd name="connsiteX801" fmla="*/ 3744487 w 7467600"/>
              <a:gd name="connsiteY801" fmla="*/ 383136 h 6858000"/>
              <a:gd name="connsiteX802" fmla="*/ 3970213 w 7467600"/>
              <a:gd name="connsiteY802" fmla="*/ 995559 h 6858000"/>
              <a:gd name="connsiteX803" fmla="*/ 3744487 w 7467600"/>
              <a:gd name="connsiteY803" fmla="*/ 383136 h 6858000"/>
              <a:gd name="connsiteX804" fmla="*/ 3624562 w 7467600"/>
              <a:gd name="connsiteY804" fmla="*/ 367041 h 6858000"/>
              <a:gd name="connsiteX805" fmla="*/ 3489712 w 7467600"/>
              <a:gd name="connsiteY805" fmla="*/ 485386 h 6858000"/>
              <a:gd name="connsiteX806" fmla="*/ 3182994 w 7467600"/>
              <a:gd name="connsiteY806" fmla="*/ 828265 h 6858000"/>
              <a:gd name="connsiteX807" fmla="*/ 2892114 w 7467600"/>
              <a:gd name="connsiteY807" fmla="*/ 1172635 h 6858000"/>
              <a:gd name="connsiteX808" fmla="*/ 3021459 w 7467600"/>
              <a:gd name="connsiteY808" fmla="*/ 1035385 h 6858000"/>
              <a:gd name="connsiteX809" fmla="*/ 3153873 w 7467600"/>
              <a:gd name="connsiteY809" fmla="*/ 898971 h 6858000"/>
              <a:gd name="connsiteX810" fmla="*/ 3276511 w 7467600"/>
              <a:gd name="connsiteY810" fmla="*/ 786423 h 6858000"/>
              <a:gd name="connsiteX811" fmla="*/ 3584154 w 7467600"/>
              <a:gd name="connsiteY811" fmla="*/ 448218 h 6858000"/>
              <a:gd name="connsiteX812" fmla="*/ 3624562 w 7467600"/>
              <a:gd name="connsiteY812" fmla="*/ 367041 h 6858000"/>
              <a:gd name="connsiteX813" fmla="*/ 3766672 w 7467600"/>
              <a:gd name="connsiteY813" fmla="*/ 359429 h 6858000"/>
              <a:gd name="connsiteX814" fmla="*/ 3996338 w 7467600"/>
              <a:gd name="connsiteY814" fmla="*/ 968237 h 6858000"/>
              <a:gd name="connsiteX815" fmla="*/ 3766672 w 7467600"/>
              <a:gd name="connsiteY815" fmla="*/ 359429 h 6858000"/>
              <a:gd name="connsiteX816" fmla="*/ 5805386 w 7467600"/>
              <a:gd name="connsiteY816" fmla="*/ 239240 h 6858000"/>
              <a:gd name="connsiteX817" fmla="*/ 5736947 w 7467600"/>
              <a:gd name="connsiteY817" fmla="*/ 261367 h 6858000"/>
              <a:gd name="connsiteX818" fmla="*/ 5427012 w 7467600"/>
              <a:gd name="connsiteY818" fmla="*/ 311272 h 6858000"/>
              <a:gd name="connsiteX819" fmla="*/ 5147818 w 7467600"/>
              <a:gd name="connsiteY819" fmla="*/ 322112 h 6858000"/>
              <a:gd name="connsiteX820" fmla="*/ 5060854 w 7467600"/>
              <a:gd name="connsiteY820" fmla="*/ 311882 h 6858000"/>
              <a:gd name="connsiteX821" fmla="*/ 4945989 w 7467600"/>
              <a:gd name="connsiteY821" fmla="*/ 300516 h 6858000"/>
              <a:gd name="connsiteX822" fmla="*/ 5410479 w 7467600"/>
              <a:gd name="connsiteY822" fmla="*/ 348434 h 6858000"/>
              <a:gd name="connsiteX823" fmla="*/ 5805386 w 7467600"/>
              <a:gd name="connsiteY823" fmla="*/ 239240 h 6858000"/>
              <a:gd name="connsiteX824" fmla="*/ 5905192 w 7467600"/>
              <a:gd name="connsiteY824" fmla="*/ 163079 h 6858000"/>
              <a:gd name="connsiteX825" fmla="*/ 5865655 w 7467600"/>
              <a:gd name="connsiteY825" fmla="*/ 171901 h 6858000"/>
              <a:gd name="connsiteX826" fmla="*/ 5259740 w 7467600"/>
              <a:gd name="connsiteY826" fmla="*/ 257013 h 6858000"/>
              <a:gd name="connsiteX827" fmla="*/ 5208466 w 7467600"/>
              <a:gd name="connsiteY827" fmla="*/ 257550 h 6858000"/>
              <a:gd name="connsiteX828" fmla="*/ 4980204 w 7467600"/>
              <a:gd name="connsiteY828" fmla="*/ 271903 h 6858000"/>
              <a:gd name="connsiteX829" fmla="*/ 5068068 w 7467600"/>
              <a:gd name="connsiteY829" fmla="*/ 282244 h 6858000"/>
              <a:gd name="connsiteX830" fmla="*/ 5153231 w 7467600"/>
              <a:gd name="connsiteY830" fmla="*/ 292240 h 6858000"/>
              <a:gd name="connsiteX831" fmla="*/ 5426491 w 7467600"/>
              <a:gd name="connsiteY831" fmla="*/ 281128 h 6858000"/>
              <a:gd name="connsiteX832" fmla="*/ 5731212 w 7467600"/>
              <a:gd name="connsiteY832" fmla="*/ 231951 h 6858000"/>
              <a:gd name="connsiteX833" fmla="*/ 5905192 w 7467600"/>
              <a:gd name="connsiteY833" fmla="*/ 163079 h 6858000"/>
              <a:gd name="connsiteX834" fmla="*/ 5944437 w 7467600"/>
              <a:gd name="connsiteY834" fmla="*/ 113829 h 6858000"/>
              <a:gd name="connsiteX835" fmla="*/ 5825032 w 7467600"/>
              <a:gd name="connsiteY835" fmla="*/ 146405 h 6858000"/>
              <a:gd name="connsiteX836" fmla="*/ 4955599 w 7467600"/>
              <a:gd name="connsiteY836" fmla="*/ 247008 h 6858000"/>
              <a:gd name="connsiteX837" fmla="*/ 5210104 w 7467600"/>
              <a:gd name="connsiteY837" fmla="*/ 228123 h 6858000"/>
              <a:gd name="connsiteX838" fmla="*/ 5261015 w 7467600"/>
              <a:gd name="connsiteY838" fmla="*/ 227087 h 6858000"/>
              <a:gd name="connsiteX839" fmla="*/ 5861181 w 7467600"/>
              <a:gd name="connsiteY839" fmla="*/ 143093 h 6858000"/>
              <a:gd name="connsiteX840" fmla="*/ 5961252 w 7467600"/>
              <a:gd name="connsiteY840" fmla="*/ 114820 h 6858000"/>
              <a:gd name="connsiteX841" fmla="*/ 5944437 w 7467600"/>
              <a:gd name="connsiteY841" fmla="*/ 113829 h 6858000"/>
              <a:gd name="connsiteX842" fmla="*/ 3882765 w 7467600"/>
              <a:gd name="connsiteY842" fmla="*/ 0 h 6858000"/>
              <a:gd name="connsiteX843" fmla="*/ 3995099 w 7467600"/>
              <a:gd name="connsiteY843" fmla="*/ 0 h 6858000"/>
              <a:gd name="connsiteX844" fmla="*/ 4163818 w 7467600"/>
              <a:gd name="connsiteY844" fmla="*/ 234104 h 6858000"/>
              <a:gd name="connsiteX845" fmla="*/ 4172099 w 7467600"/>
              <a:gd name="connsiteY845" fmla="*/ 234207 h 6858000"/>
              <a:gd name="connsiteX846" fmla="*/ 4784282 w 7467600"/>
              <a:gd name="connsiteY846" fmla="*/ 276561 h 6858000"/>
              <a:gd name="connsiteX847" fmla="*/ 4801687 w 7467600"/>
              <a:gd name="connsiteY847" fmla="*/ 267764 h 6858000"/>
              <a:gd name="connsiteX848" fmla="*/ 6082788 w 7467600"/>
              <a:gd name="connsiteY848" fmla="*/ 64119 h 6858000"/>
              <a:gd name="connsiteX849" fmla="*/ 6099442 w 7467600"/>
              <a:gd name="connsiteY849" fmla="*/ 82568 h 6858000"/>
              <a:gd name="connsiteX850" fmla="*/ 4804137 w 7467600"/>
              <a:gd name="connsiteY850" fmla="*/ 320931 h 6858000"/>
              <a:gd name="connsiteX851" fmla="*/ 4227047 w 7467600"/>
              <a:gd name="connsiteY851" fmla="*/ 313415 h 6858000"/>
              <a:gd name="connsiteX852" fmla="*/ 4346041 w 7467600"/>
              <a:gd name="connsiteY852" fmla="*/ 456086 h 6858000"/>
              <a:gd name="connsiteX853" fmla="*/ 4870967 w 7467600"/>
              <a:gd name="connsiteY853" fmla="*/ 963061 h 6858000"/>
              <a:gd name="connsiteX854" fmla="*/ 4889647 w 7467600"/>
              <a:gd name="connsiteY854" fmla="*/ 957147 h 6858000"/>
              <a:gd name="connsiteX855" fmla="*/ 5422504 w 7467600"/>
              <a:gd name="connsiteY855" fmla="*/ 805191 h 6858000"/>
              <a:gd name="connsiteX856" fmla="*/ 6087656 w 7467600"/>
              <a:gd name="connsiteY856" fmla="*/ 826703 h 6858000"/>
              <a:gd name="connsiteX857" fmla="*/ 6058717 w 7467600"/>
              <a:gd name="connsiteY857" fmla="*/ 865992 h 6858000"/>
              <a:gd name="connsiteX858" fmla="*/ 4974153 w 7467600"/>
              <a:gd name="connsiteY858" fmla="*/ 1045456 h 6858000"/>
              <a:gd name="connsiteX859" fmla="*/ 5627835 w 7467600"/>
              <a:gd name="connsiteY859" fmla="*/ 1472077 h 6858000"/>
              <a:gd name="connsiteX860" fmla="*/ 5629817 w 7467600"/>
              <a:gd name="connsiteY860" fmla="*/ 1471412 h 6858000"/>
              <a:gd name="connsiteX861" fmla="*/ 5634124 w 7467600"/>
              <a:gd name="connsiteY861" fmla="*/ 1470572 h 6858000"/>
              <a:gd name="connsiteX862" fmla="*/ 5755832 w 7467600"/>
              <a:gd name="connsiteY862" fmla="*/ 1383886 h 6858000"/>
              <a:gd name="connsiteX863" fmla="*/ 6014186 w 7467600"/>
              <a:gd name="connsiteY863" fmla="*/ 1279799 h 6858000"/>
              <a:gd name="connsiteX864" fmla="*/ 6901619 w 7467600"/>
              <a:gd name="connsiteY864" fmla="*/ 1047874 h 6858000"/>
              <a:gd name="connsiteX865" fmla="*/ 6931566 w 7467600"/>
              <a:gd name="connsiteY865" fmla="*/ 1062034 h 6858000"/>
              <a:gd name="connsiteX866" fmla="*/ 5790982 w 7467600"/>
              <a:gd name="connsiteY866" fmla="*/ 1561380 h 6858000"/>
              <a:gd name="connsiteX867" fmla="*/ 6188971 w 7467600"/>
              <a:gd name="connsiteY867" fmla="*/ 1755168 h 6858000"/>
              <a:gd name="connsiteX868" fmla="*/ 6202446 w 7467600"/>
              <a:gd name="connsiteY868" fmla="*/ 1752268 h 6858000"/>
              <a:gd name="connsiteX869" fmla="*/ 7179560 w 7467600"/>
              <a:gd name="connsiteY869" fmla="*/ 1467551 h 6858000"/>
              <a:gd name="connsiteX870" fmla="*/ 7158730 w 7467600"/>
              <a:gd name="connsiteY870" fmla="*/ 1507835 h 6858000"/>
              <a:gd name="connsiteX871" fmla="*/ 6326959 w 7467600"/>
              <a:gd name="connsiteY871" fmla="*/ 1817686 h 6858000"/>
              <a:gd name="connsiteX872" fmla="*/ 6537433 w 7467600"/>
              <a:gd name="connsiteY872" fmla="*/ 1907790 h 6858000"/>
              <a:gd name="connsiteX873" fmla="*/ 6550221 w 7467600"/>
              <a:gd name="connsiteY873" fmla="*/ 1910729 h 6858000"/>
              <a:gd name="connsiteX874" fmla="*/ 6964438 w 7467600"/>
              <a:gd name="connsiteY874" fmla="*/ 2209505 h 6858000"/>
              <a:gd name="connsiteX875" fmla="*/ 7367862 w 7467600"/>
              <a:gd name="connsiteY875" fmla="*/ 2806833 h 6858000"/>
              <a:gd name="connsiteX876" fmla="*/ 7364329 w 7467600"/>
              <a:gd name="connsiteY876" fmla="*/ 2826907 h 6858000"/>
              <a:gd name="connsiteX877" fmla="*/ 7290545 w 7467600"/>
              <a:gd name="connsiteY877" fmla="*/ 2850663 h 6858000"/>
              <a:gd name="connsiteX878" fmla="*/ 6472036 w 7467600"/>
              <a:gd name="connsiteY878" fmla="*/ 1959003 h 6858000"/>
              <a:gd name="connsiteX879" fmla="*/ 5792897 w 7467600"/>
              <a:gd name="connsiteY879" fmla="*/ 1647747 h 6858000"/>
              <a:gd name="connsiteX880" fmla="*/ 5842751 w 7467600"/>
              <a:gd name="connsiteY880" fmla="*/ 1816112 h 6858000"/>
              <a:gd name="connsiteX881" fmla="*/ 5847424 w 7467600"/>
              <a:gd name="connsiteY881" fmla="*/ 1815776 h 6858000"/>
              <a:gd name="connsiteX882" fmla="*/ 6399821 w 7467600"/>
              <a:gd name="connsiteY882" fmla="*/ 2344799 h 6858000"/>
              <a:gd name="connsiteX883" fmla="*/ 6323232 w 7467600"/>
              <a:gd name="connsiteY883" fmla="*/ 2389634 h 6858000"/>
              <a:gd name="connsiteX884" fmla="*/ 5942958 w 7467600"/>
              <a:gd name="connsiteY884" fmla="*/ 2077708 h 6858000"/>
              <a:gd name="connsiteX885" fmla="*/ 5921559 w 7467600"/>
              <a:gd name="connsiteY885" fmla="*/ 2378596 h 6858000"/>
              <a:gd name="connsiteX886" fmla="*/ 5817651 w 7467600"/>
              <a:gd name="connsiteY886" fmla="*/ 3023919 h 6858000"/>
              <a:gd name="connsiteX887" fmla="*/ 5729634 w 7467600"/>
              <a:gd name="connsiteY887" fmla="*/ 3051849 h 6858000"/>
              <a:gd name="connsiteX888" fmla="*/ 5611018 w 7467600"/>
              <a:gd name="connsiteY888" fmla="*/ 2316769 h 6858000"/>
              <a:gd name="connsiteX889" fmla="*/ 5687608 w 7467600"/>
              <a:gd name="connsiteY889" fmla="*/ 2039972 h 6858000"/>
              <a:gd name="connsiteX890" fmla="*/ 5657554 w 7467600"/>
              <a:gd name="connsiteY890" fmla="*/ 1576445 h 6858000"/>
              <a:gd name="connsiteX891" fmla="*/ 5150475 w 7467600"/>
              <a:gd name="connsiteY891" fmla="*/ 1274012 h 6858000"/>
              <a:gd name="connsiteX892" fmla="*/ 5349142 w 7467600"/>
              <a:gd name="connsiteY892" fmla="*/ 2204405 h 6858000"/>
              <a:gd name="connsiteX893" fmla="*/ 5262214 w 7467600"/>
              <a:gd name="connsiteY893" fmla="*/ 2233836 h 6858000"/>
              <a:gd name="connsiteX894" fmla="*/ 4981539 w 7467600"/>
              <a:gd name="connsiteY894" fmla="*/ 1542201 h 6858000"/>
              <a:gd name="connsiteX895" fmla="*/ 4958461 w 7467600"/>
              <a:gd name="connsiteY895" fmla="*/ 1136957 h 6858000"/>
              <a:gd name="connsiteX896" fmla="*/ 4655015 w 7467600"/>
              <a:gd name="connsiteY896" fmla="*/ 891426 h 6858000"/>
              <a:gd name="connsiteX897" fmla="*/ 4348002 w 7467600"/>
              <a:gd name="connsiteY897" fmla="*/ 2205895 h 6858000"/>
              <a:gd name="connsiteX898" fmla="*/ 4262250 w 7467600"/>
              <a:gd name="connsiteY898" fmla="*/ 2219972 h 6858000"/>
              <a:gd name="connsiteX899" fmla="*/ 4550611 w 7467600"/>
              <a:gd name="connsiteY899" fmla="*/ 817540 h 6858000"/>
              <a:gd name="connsiteX900" fmla="*/ 4564418 w 7467600"/>
              <a:gd name="connsiteY900" fmla="*/ 808293 h 6858000"/>
              <a:gd name="connsiteX901" fmla="*/ 4266388 w 7467600"/>
              <a:gd name="connsiteY901" fmla="*/ 500083 h 6858000"/>
              <a:gd name="connsiteX902" fmla="*/ 4032842 w 7467600"/>
              <a:gd name="connsiteY902" fmla="*/ 211809 h 6858000"/>
              <a:gd name="connsiteX903" fmla="*/ 3882765 w 7467600"/>
              <a:gd name="connsiteY903" fmla="*/ 0 h 6858000"/>
              <a:gd name="connsiteX904" fmla="*/ 3721337 w 7467600"/>
              <a:gd name="connsiteY904" fmla="*/ 0 h 6858000"/>
              <a:gd name="connsiteX905" fmla="*/ 3797544 w 7467600"/>
              <a:gd name="connsiteY905" fmla="*/ 0 h 6858000"/>
              <a:gd name="connsiteX906" fmla="*/ 3775734 w 7467600"/>
              <a:gd name="connsiteY906" fmla="*/ 95131 h 6858000"/>
              <a:gd name="connsiteX907" fmla="*/ 3724807 w 7467600"/>
              <a:gd name="connsiteY907" fmla="*/ 272257 h 6858000"/>
              <a:gd name="connsiteX908" fmla="*/ 3726844 w 7467600"/>
              <a:gd name="connsiteY908" fmla="*/ 282988 h 6858000"/>
              <a:gd name="connsiteX909" fmla="*/ 3742664 w 7467600"/>
              <a:gd name="connsiteY909" fmla="*/ 279918 h 6858000"/>
              <a:gd name="connsiteX910" fmla="*/ 4103910 w 7467600"/>
              <a:gd name="connsiteY910" fmla="*/ 1161917 h 6858000"/>
              <a:gd name="connsiteX911" fmla="*/ 4020269 w 7467600"/>
              <a:gd name="connsiteY911" fmla="*/ 1200406 h 6858000"/>
              <a:gd name="connsiteX912" fmla="*/ 3674882 w 7467600"/>
              <a:gd name="connsiteY912" fmla="*/ 488524 h 6858000"/>
              <a:gd name="connsiteX913" fmla="*/ 3132682 w 7467600"/>
              <a:gd name="connsiteY913" fmla="*/ 1072284 h 6858000"/>
              <a:gd name="connsiteX914" fmla="*/ 2716346 w 7467600"/>
              <a:gd name="connsiteY914" fmla="*/ 1276376 h 6858000"/>
              <a:gd name="connsiteX915" fmla="*/ 2716772 w 7467600"/>
              <a:gd name="connsiteY915" fmla="*/ 1255462 h 6858000"/>
              <a:gd name="connsiteX916" fmla="*/ 3471096 w 7467600"/>
              <a:gd name="connsiteY916" fmla="*/ 437072 h 6858000"/>
              <a:gd name="connsiteX917" fmla="*/ 3639057 w 7467600"/>
              <a:gd name="connsiteY917" fmla="*/ 286334 h 6858000"/>
              <a:gd name="connsiteX918" fmla="*/ 3640309 w 7467600"/>
              <a:gd name="connsiteY918" fmla="*/ 284664 h 6858000"/>
              <a:gd name="connsiteX919" fmla="*/ 3646022 w 7467600"/>
              <a:gd name="connsiteY919" fmla="*/ 276711 h 6858000"/>
              <a:gd name="connsiteX920" fmla="*/ 3707943 w 7467600"/>
              <a:gd name="connsiteY920" fmla="*/ 65958 h 6858000"/>
              <a:gd name="connsiteX921" fmla="*/ 3721337 w 7467600"/>
              <a:gd name="connsiteY921" fmla="*/ 0 h 6858000"/>
              <a:gd name="connsiteX922" fmla="*/ 2867960 w 7467600"/>
              <a:gd name="connsiteY922" fmla="*/ 0 h 6858000"/>
              <a:gd name="connsiteX923" fmla="*/ 2926351 w 7467600"/>
              <a:gd name="connsiteY923" fmla="*/ 0 h 6858000"/>
              <a:gd name="connsiteX924" fmla="*/ 2902823 w 7467600"/>
              <a:gd name="connsiteY924" fmla="*/ 262929 h 6858000"/>
              <a:gd name="connsiteX925" fmla="*/ 2940663 w 7467600"/>
              <a:gd name="connsiteY925" fmla="*/ 140884 h 6858000"/>
              <a:gd name="connsiteX926" fmla="*/ 2947039 w 7467600"/>
              <a:gd name="connsiteY926" fmla="*/ 122524 h 6858000"/>
              <a:gd name="connsiteX927" fmla="*/ 2984316 w 7467600"/>
              <a:gd name="connsiteY927" fmla="*/ 0 h 6858000"/>
              <a:gd name="connsiteX928" fmla="*/ 3016114 w 7467600"/>
              <a:gd name="connsiteY928" fmla="*/ 0 h 6858000"/>
              <a:gd name="connsiteX929" fmla="*/ 2979949 w 7467600"/>
              <a:gd name="connsiteY929" fmla="*/ 119274 h 6858000"/>
              <a:gd name="connsiteX930" fmla="*/ 3023879 w 7467600"/>
              <a:gd name="connsiteY930" fmla="*/ 0 h 6858000"/>
              <a:gd name="connsiteX931" fmla="*/ 3105400 w 7467600"/>
              <a:gd name="connsiteY931" fmla="*/ 0 h 6858000"/>
              <a:gd name="connsiteX932" fmla="*/ 3094669 w 7467600"/>
              <a:gd name="connsiteY932" fmla="*/ 30308 h 6858000"/>
              <a:gd name="connsiteX933" fmla="*/ 2901945 w 7467600"/>
              <a:gd name="connsiteY933" fmla="*/ 466538 h 6858000"/>
              <a:gd name="connsiteX934" fmla="*/ 2815209 w 7467600"/>
              <a:gd name="connsiteY934" fmla="*/ 497361 h 6858000"/>
              <a:gd name="connsiteX935" fmla="*/ 2844845 w 7467600"/>
              <a:gd name="connsiteY935" fmla="*/ 127638 h 6858000"/>
              <a:gd name="connsiteX936" fmla="*/ 2867960 w 7467600"/>
              <a:gd name="connsiteY936" fmla="*/ 0 h 6858000"/>
              <a:gd name="connsiteX937" fmla="*/ 1057230 w 7467600"/>
              <a:gd name="connsiteY937" fmla="*/ 0 h 6858000"/>
              <a:gd name="connsiteX938" fmla="*/ 1111003 w 7467600"/>
              <a:gd name="connsiteY938" fmla="*/ 0 h 6858000"/>
              <a:gd name="connsiteX939" fmla="*/ 1125553 w 7467600"/>
              <a:gd name="connsiteY939" fmla="*/ 52588 h 6858000"/>
              <a:gd name="connsiteX940" fmla="*/ 1304276 w 7467600"/>
              <a:gd name="connsiteY940" fmla="*/ 476275 h 6858000"/>
              <a:gd name="connsiteX941" fmla="*/ 1492066 w 7467600"/>
              <a:gd name="connsiteY941" fmla="*/ 886333 h 6858000"/>
              <a:gd name="connsiteX942" fmla="*/ 1423698 w 7467600"/>
              <a:gd name="connsiteY942" fmla="*/ 710817 h 6858000"/>
              <a:gd name="connsiteX943" fmla="*/ 1357609 w 7467600"/>
              <a:gd name="connsiteY943" fmla="*/ 532892 h 6858000"/>
              <a:gd name="connsiteX944" fmla="*/ 1309550 w 7467600"/>
              <a:gd name="connsiteY944" fmla="*/ 374031 h 6858000"/>
              <a:gd name="connsiteX945" fmla="*/ 1193673 w 7467600"/>
              <a:gd name="connsiteY945" fmla="*/ 49533 h 6858000"/>
              <a:gd name="connsiteX946" fmla="*/ 1164391 w 7467600"/>
              <a:gd name="connsiteY946" fmla="*/ 0 h 6858000"/>
              <a:gd name="connsiteX947" fmla="*/ 1200666 w 7467600"/>
              <a:gd name="connsiteY947" fmla="*/ 0 h 6858000"/>
              <a:gd name="connsiteX948" fmla="*/ 1223408 w 7467600"/>
              <a:gd name="connsiteY948" fmla="*/ 38996 h 6858000"/>
              <a:gd name="connsiteX949" fmla="*/ 1339635 w 7467600"/>
              <a:gd name="connsiteY949" fmla="*/ 365517 h 6858000"/>
              <a:gd name="connsiteX950" fmla="*/ 1387469 w 7467600"/>
              <a:gd name="connsiteY950" fmla="*/ 523079 h 6858000"/>
              <a:gd name="connsiteX951" fmla="*/ 1452685 w 7467600"/>
              <a:gd name="connsiteY951" fmla="*/ 699806 h 6858000"/>
              <a:gd name="connsiteX952" fmla="*/ 1492092 w 7467600"/>
              <a:gd name="connsiteY952" fmla="*/ 800424 h 6858000"/>
              <a:gd name="connsiteX953" fmla="*/ 1455302 w 7467600"/>
              <a:gd name="connsiteY953" fmla="*/ 632913 h 6858000"/>
              <a:gd name="connsiteX954" fmla="*/ 1222336 w 7467600"/>
              <a:gd name="connsiteY954" fmla="*/ 9480 h 6858000"/>
              <a:gd name="connsiteX955" fmla="*/ 1214634 w 7467600"/>
              <a:gd name="connsiteY955" fmla="*/ 0 h 6858000"/>
              <a:gd name="connsiteX956" fmla="*/ 1289827 w 7467600"/>
              <a:gd name="connsiteY956" fmla="*/ 0 h 6858000"/>
              <a:gd name="connsiteX957" fmla="*/ 1321076 w 7467600"/>
              <a:gd name="connsiteY957" fmla="*/ 59722 h 6858000"/>
              <a:gd name="connsiteX958" fmla="*/ 1512579 w 7467600"/>
              <a:gd name="connsiteY958" fmla="*/ 626441 h 6858000"/>
              <a:gd name="connsiteX959" fmla="*/ 1506076 w 7467600"/>
              <a:gd name="connsiteY959" fmla="*/ 1089289 h 6858000"/>
              <a:gd name="connsiteX960" fmla="*/ 1486346 w 7467600"/>
              <a:gd name="connsiteY960" fmla="*/ 1079919 h 6858000"/>
              <a:gd name="connsiteX961" fmla="*/ 1070511 w 7467600"/>
              <a:gd name="connsiteY961" fmla="*/ 48609 h 6858000"/>
              <a:gd name="connsiteX962" fmla="*/ 1057230 w 7467600"/>
              <a:gd name="connsiteY962" fmla="*/ 0 h 6858000"/>
              <a:gd name="connsiteX963" fmla="*/ 43151 w 7467600"/>
              <a:gd name="connsiteY963" fmla="*/ 0 h 6858000"/>
              <a:gd name="connsiteX964" fmla="*/ 95283 w 7467600"/>
              <a:gd name="connsiteY964" fmla="*/ 0 h 6858000"/>
              <a:gd name="connsiteX965" fmla="*/ 300708 w 7467600"/>
              <a:gd name="connsiteY965" fmla="*/ 154571 h 6858000"/>
              <a:gd name="connsiteX966" fmla="*/ 530414 w 7467600"/>
              <a:gd name="connsiteY966" fmla="*/ 354673 h 6858000"/>
              <a:gd name="connsiteX967" fmla="*/ 333785 w 7467600"/>
              <a:gd name="connsiteY967" fmla="*/ 161564 h 6858000"/>
              <a:gd name="connsiteX968" fmla="*/ 147005 w 7467600"/>
              <a:gd name="connsiteY968" fmla="*/ 0 h 6858000"/>
              <a:gd name="connsiteX969" fmla="*/ 272509 w 7467600"/>
              <a:gd name="connsiteY969" fmla="*/ 0 h 6858000"/>
              <a:gd name="connsiteX970" fmla="*/ 326276 w 7467600"/>
              <a:gd name="connsiteY970" fmla="*/ 45847 h 6858000"/>
              <a:gd name="connsiteX971" fmla="*/ 823759 w 7467600"/>
              <a:gd name="connsiteY971" fmla="*/ 574145 h 6858000"/>
              <a:gd name="connsiteX972" fmla="*/ 811254 w 7467600"/>
              <a:gd name="connsiteY972" fmla="*/ 665546 h 6858000"/>
              <a:gd name="connsiteX973" fmla="*/ 154042 w 7467600"/>
              <a:gd name="connsiteY973" fmla="*/ 261522 h 6858000"/>
              <a:gd name="connsiteX974" fmla="*/ 13550 w 7467600"/>
              <a:gd name="connsiteY974" fmla="*/ 158423 h 6858000"/>
              <a:gd name="connsiteX975" fmla="*/ 0 w 7467600"/>
              <a:gd name="connsiteY975" fmla="*/ 146618 h 6858000"/>
              <a:gd name="connsiteX976" fmla="*/ 0 w 7467600"/>
              <a:gd name="connsiteY976" fmla="*/ 59161 h 6858000"/>
              <a:gd name="connsiteX977" fmla="*/ 45427 w 7467600"/>
              <a:gd name="connsiteY977" fmla="*/ 101078 h 6858000"/>
              <a:gd name="connsiteX978" fmla="*/ 630103 w 7467600"/>
              <a:gd name="connsiteY978" fmla="*/ 485885 h 6858000"/>
              <a:gd name="connsiteX979" fmla="*/ 532040 w 7467600"/>
              <a:gd name="connsiteY979" fmla="*/ 399359 h 6858000"/>
              <a:gd name="connsiteX980" fmla="*/ 517618 w 7467600"/>
              <a:gd name="connsiteY980" fmla="*/ 385726 h 6858000"/>
              <a:gd name="connsiteX981" fmla="*/ 285074 w 7467600"/>
              <a:gd name="connsiteY981" fmla="*/ 182755 h 6858000"/>
              <a:gd name="connsiteX982" fmla="*/ 43151 w 7467600"/>
              <a:gd name="connsiteY98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1456157 w 7467600"/>
              <a:gd name="connsiteY103" fmla="*/ 5371404 h 6858000"/>
              <a:gd name="connsiteX104" fmla="*/ 1244432 w 7467600"/>
              <a:gd name="connsiteY104" fmla="*/ 5385601 h 6858000"/>
              <a:gd name="connsiteX105" fmla="*/ 973990 w 7467600"/>
              <a:gd name="connsiteY105" fmla="*/ 5424940 h 6858000"/>
              <a:gd name="connsiteX106" fmla="*/ 1103809 w 7467600"/>
              <a:gd name="connsiteY106" fmla="*/ 5433720 h 6858000"/>
              <a:gd name="connsiteX107" fmla="*/ 1123454 w 7467600"/>
              <a:gd name="connsiteY107" fmla="*/ 5435727 h 6858000"/>
              <a:gd name="connsiteX108" fmla="*/ 1737017 w 7467600"/>
              <a:gd name="connsiteY108" fmla="*/ 5452183 h 6858000"/>
              <a:gd name="connsiteX109" fmla="*/ 1824397 w 7467600"/>
              <a:gd name="connsiteY109" fmla="*/ 5447757 h 6858000"/>
              <a:gd name="connsiteX110" fmla="*/ 2070059 w 7467600"/>
              <a:gd name="connsiteY110" fmla="*/ 5441660 h 6858000"/>
              <a:gd name="connsiteX111" fmla="*/ 1456157 w 7467600"/>
              <a:gd name="connsiteY111" fmla="*/ 5371404 h 6858000"/>
              <a:gd name="connsiteX112" fmla="*/ 4988186 w 7467600"/>
              <a:gd name="connsiteY112" fmla="*/ 5216467 h 6858000"/>
              <a:gd name="connsiteX113" fmla="*/ 4777334 w 7467600"/>
              <a:gd name="connsiteY113" fmla="*/ 5406072 h 6858000"/>
              <a:gd name="connsiteX114" fmla="*/ 4718341 w 7467600"/>
              <a:gd name="connsiteY114" fmla="*/ 5468043 h 6858000"/>
              <a:gd name="connsiteX115" fmla="*/ 4604655 w 7467600"/>
              <a:gd name="connsiteY115" fmla="*/ 5583434 h 6858000"/>
              <a:gd name="connsiteX116" fmla="*/ 4565074 w 7467600"/>
              <a:gd name="connsiteY116" fmla="*/ 5618550 h 6858000"/>
              <a:gd name="connsiteX117" fmla="*/ 4988186 w 7467600"/>
              <a:gd name="connsiteY117" fmla="*/ 5216467 h 6858000"/>
              <a:gd name="connsiteX118" fmla="*/ 4978032 w 7467600"/>
              <a:gd name="connsiteY118" fmla="*/ 5183809 h 6858000"/>
              <a:gd name="connsiteX119" fmla="*/ 4463413 w 7467600"/>
              <a:gd name="connsiteY119" fmla="*/ 5615162 h 6858000"/>
              <a:gd name="connsiteX120" fmla="*/ 4358134 w 7467600"/>
              <a:gd name="connsiteY120" fmla="*/ 5742791 h 6858000"/>
              <a:gd name="connsiteX121" fmla="*/ 4376219 w 7467600"/>
              <a:gd name="connsiteY121" fmla="*/ 5729027 h 6858000"/>
              <a:gd name="connsiteX122" fmla="*/ 4582340 w 7467600"/>
              <a:gd name="connsiteY122" fmla="*/ 5561037 h 6858000"/>
              <a:gd name="connsiteX123" fmla="*/ 4694684 w 7467600"/>
              <a:gd name="connsiteY123" fmla="*/ 5447098 h 6858000"/>
              <a:gd name="connsiteX124" fmla="*/ 4754123 w 7467600"/>
              <a:gd name="connsiteY124" fmla="*/ 5384643 h 6858000"/>
              <a:gd name="connsiteX125" fmla="*/ 4978032 w 7467600"/>
              <a:gd name="connsiteY125" fmla="*/ 5183809 h 6858000"/>
              <a:gd name="connsiteX126" fmla="*/ 1903353 w 7467600"/>
              <a:gd name="connsiteY126" fmla="*/ 5044827 h 6858000"/>
              <a:gd name="connsiteX127" fmla="*/ 1936931 w 7467600"/>
              <a:gd name="connsiteY127" fmla="*/ 5093954 h 6858000"/>
              <a:gd name="connsiteX128" fmla="*/ 2195868 w 7467600"/>
              <a:gd name="connsiteY128" fmla="*/ 5396574 h 6858000"/>
              <a:gd name="connsiteX129" fmla="*/ 2088852 w 7467600"/>
              <a:gd name="connsiteY129" fmla="*/ 5166123 h 6858000"/>
              <a:gd name="connsiteX130" fmla="*/ 1958241 w 7467600"/>
              <a:gd name="connsiteY130" fmla="*/ 5067955 h 6858000"/>
              <a:gd name="connsiteX131" fmla="*/ 1903353 w 7467600"/>
              <a:gd name="connsiteY131" fmla="*/ 5044827 h 6858000"/>
              <a:gd name="connsiteX132" fmla="*/ 1979378 w 7467600"/>
              <a:gd name="connsiteY132" fmla="*/ 4769504 h 6858000"/>
              <a:gd name="connsiteX133" fmla="*/ 2882120 w 7467600"/>
              <a:gd name="connsiteY133" fmla="*/ 5064547 h 6858000"/>
              <a:gd name="connsiteX134" fmla="*/ 2793103 w 7467600"/>
              <a:gd name="connsiteY134" fmla="*/ 5039699 h 6858000"/>
              <a:gd name="connsiteX135" fmla="*/ 2770041 w 7467600"/>
              <a:gd name="connsiteY135" fmla="*/ 5033634 h 6858000"/>
              <a:gd name="connsiteX136" fmla="*/ 1979378 w 7467600"/>
              <a:gd name="connsiteY136" fmla="*/ 4769504 h 6858000"/>
              <a:gd name="connsiteX137" fmla="*/ 1927410 w 7467600"/>
              <a:gd name="connsiteY137" fmla="*/ 4716164 h 6858000"/>
              <a:gd name="connsiteX138" fmla="*/ 1959587 w 7467600"/>
              <a:gd name="connsiteY138" fmla="*/ 4728849 h 6858000"/>
              <a:gd name="connsiteX139" fmla="*/ 2777707 w 7467600"/>
              <a:gd name="connsiteY139" fmla="*/ 5003991 h 6858000"/>
              <a:gd name="connsiteX140" fmla="*/ 2800768 w 7467600"/>
              <a:gd name="connsiteY140" fmla="*/ 5010056 h 6858000"/>
              <a:gd name="connsiteX141" fmla="*/ 2879408 w 7467600"/>
              <a:gd name="connsiteY141" fmla="*/ 5031590 h 6858000"/>
              <a:gd name="connsiteX142" fmla="*/ 2862295 w 7467600"/>
              <a:gd name="connsiteY142" fmla="*/ 5022958 h 6858000"/>
              <a:gd name="connsiteX143" fmla="*/ 2813343 w 7467600"/>
              <a:gd name="connsiteY143" fmla="*/ 4998369 h 6858000"/>
              <a:gd name="connsiteX144" fmla="*/ 2646245 w 7467600"/>
              <a:gd name="connsiteY144" fmla="*/ 4930999 h 6858000"/>
              <a:gd name="connsiteX145" fmla="*/ 1999243 w 7467600"/>
              <a:gd name="connsiteY145" fmla="*/ 4730524 h 6858000"/>
              <a:gd name="connsiteX146" fmla="*/ 1979527 w 7467600"/>
              <a:gd name="connsiteY146" fmla="*/ 4726651 h 6858000"/>
              <a:gd name="connsiteX147" fmla="*/ 1927410 w 7467600"/>
              <a:gd name="connsiteY147" fmla="*/ 4716164 h 6858000"/>
              <a:gd name="connsiteX148" fmla="*/ 1997014 w 7467600"/>
              <a:gd name="connsiteY148" fmla="*/ 4698007 h 6858000"/>
              <a:gd name="connsiteX149" fmla="*/ 2005458 w 7467600"/>
              <a:gd name="connsiteY149" fmla="*/ 4699540 h 6858000"/>
              <a:gd name="connsiteX150" fmla="*/ 2657186 w 7467600"/>
              <a:gd name="connsiteY150" fmla="*/ 4901687 h 6858000"/>
              <a:gd name="connsiteX151" fmla="*/ 2826662 w 7467600"/>
              <a:gd name="connsiteY151" fmla="*/ 4970362 h 6858000"/>
              <a:gd name="connsiteX152" fmla="*/ 2876100 w 7467600"/>
              <a:gd name="connsiteY152" fmla="*/ 4995397 h 6858000"/>
              <a:gd name="connsiteX153" fmla="*/ 3042600 w 7467600"/>
              <a:gd name="connsiteY153" fmla="*/ 5059532 h 6858000"/>
              <a:gd name="connsiteX154" fmla="*/ 1997014 w 7467600"/>
              <a:gd name="connsiteY154" fmla="*/ 4698007 h 6858000"/>
              <a:gd name="connsiteX155" fmla="*/ 2305292 w 7467600"/>
              <a:gd name="connsiteY155" fmla="*/ 4219492 h 6858000"/>
              <a:gd name="connsiteX156" fmla="*/ 3360922 w 7467600"/>
              <a:gd name="connsiteY156" fmla="*/ 4529373 h 6858000"/>
              <a:gd name="connsiteX157" fmla="*/ 3492420 w 7467600"/>
              <a:gd name="connsiteY157" fmla="*/ 4510145 h 6858000"/>
              <a:gd name="connsiteX158" fmla="*/ 3364086 w 7467600"/>
              <a:gd name="connsiteY158" fmla="*/ 4480340 h 6858000"/>
              <a:gd name="connsiteX159" fmla="*/ 3225818 w 7467600"/>
              <a:gd name="connsiteY159" fmla="*/ 4411822 h 6858000"/>
              <a:gd name="connsiteX160" fmla="*/ 3129696 w 7467600"/>
              <a:gd name="connsiteY160" fmla="*/ 4360704 h 6858000"/>
              <a:gd name="connsiteX161" fmla="*/ 2814545 w 7467600"/>
              <a:gd name="connsiteY161" fmla="*/ 4282955 h 6858000"/>
              <a:gd name="connsiteX162" fmla="*/ 2305292 w 7467600"/>
              <a:gd name="connsiteY162" fmla="*/ 4219492 h 6858000"/>
              <a:gd name="connsiteX163" fmla="*/ 2626982 w 7467600"/>
              <a:gd name="connsiteY163" fmla="*/ 4206450 h 6858000"/>
              <a:gd name="connsiteX164" fmla="*/ 2490617 w 7467600"/>
              <a:gd name="connsiteY164" fmla="*/ 4206951 h 6858000"/>
              <a:gd name="connsiteX165" fmla="*/ 2819869 w 7467600"/>
              <a:gd name="connsiteY165" fmla="*/ 4252936 h 6858000"/>
              <a:gd name="connsiteX166" fmla="*/ 3143018 w 7467600"/>
              <a:gd name="connsiteY166" fmla="*/ 4332698 h 6858000"/>
              <a:gd name="connsiteX167" fmla="*/ 3241520 w 7467600"/>
              <a:gd name="connsiteY167" fmla="*/ 4385112 h 6858000"/>
              <a:gd name="connsiteX168" fmla="*/ 3374575 w 7467600"/>
              <a:gd name="connsiteY168" fmla="*/ 4451517 h 6858000"/>
              <a:gd name="connsiteX169" fmla="*/ 3505221 w 7467600"/>
              <a:gd name="connsiteY169" fmla="*/ 4480757 h 6858000"/>
              <a:gd name="connsiteX170" fmla="*/ 2626982 w 7467600"/>
              <a:gd name="connsiteY170" fmla="*/ 4206450 h 6858000"/>
              <a:gd name="connsiteX171" fmla="*/ 1310106 w 7467600"/>
              <a:gd name="connsiteY171" fmla="*/ 3943217 h 6858000"/>
              <a:gd name="connsiteX172" fmla="*/ 854994 w 7467600"/>
              <a:gd name="connsiteY172" fmla="*/ 4399136 h 6858000"/>
              <a:gd name="connsiteX173" fmla="*/ 742462 w 7467600"/>
              <a:gd name="connsiteY173" fmla="*/ 4594648 h 6858000"/>
              <a:gd name="connsiteX174" fmla="*/ 820602 w 7467600"/>
              <a:gd name="connsiteY174" fmla="*/ 4485915 h 6858000"/>
              <a:gd name="connsiteX175" fmla="*/ 878295 w 7467600"/>
              <a:gd name="connsiteY175" fmla="*/ 4403594 h 6858000"/>
              <a:gd name="connsiteX176" fmla="*/ 1240607 w 7467600"/>
              <a:gd name="connsiteY176" fmla="*/ 4010401 h 6858000"/>
              <a:gd name="connsiteX177" fmla="*/ 1310106 w 7467600"/>
              <a:gd name="connsiteY177" fmla="*/ 3943217 h 6858000"/>
              <a:gd name="connsiteX178" fmla="*/ 1423113 w 7467600"/>
              <a:gd name="connsiteY178" fmla="*/ 3874565 h 6858000"/>
              <a:gd name="connsiteX179" fmla="*/ 1260565 w 7467600"/>
              <a:gd name="connsiteY179" fmla="*/ 4031982 h 6858000"/>
              <a:gd name="connsiteX180" fmla="*/ 901900 w 7467600"/>
              <a:gd name="connsiteY180" fmla="*/ 4421236 h 6858000"/>
              <a:gd name="connsiteX181" fmla="*/ 845044 w 7467600"/>
              <a:gd name="connsiteY181" fmla="*/ 4502436 h 6858000"/>
              <a:gd name="connsiteX182" fmla="*/ 685926 w 7467600"/>
              <a:gd name="connsiteY182" fmla="*/ 4703069 h 6858000"/>
              <a:gd name="connsiteX183" fmla="*/ 684248 w 7467600"/>
              <a:gd name="connsiteY183" fmla="*/ 4706721 h 6858000"/>
              <a:gd name="connsiteX184" fmla="*/ 1423113 w 7467600"/>
              <a:gd name="connsiteY184" fmla="*/ 3874565 h 6858000"/>
              <a:gd name="connsiteX185" fmla="*/ 3316479 w 7467600"/>
              <a:gd name="connsiteY185" fmla="*/ 3872136 h 6858000"/>
              <a:gd name="connsiteX186" fmla="*/ 3546806 w 7467600"/>
              <a:gd name="connsiteY186" fmla="*/ 4356139 h 6858000"/>
              <a:gd name="connsiteX187" fmla="*/ 3364433 w 7467600"/>
              <a:gd name="connsiteY187" fmla="*/ 3953121 h 6858000"/>
              <a:gd name="connsiteX188" fmla="*/ 3316479 w 7467600"/>
              <a:gd name="connsiteY188" fmla="*/ 3872136 h 6858000"/>
              <a:gd name="connsiteX189" fmla="*/ 3291335 w 7467600"/>
              <a:gd name="connsiteY189" fmla="*/ 3767420 h 6858000"/>
              <a:gd name="connsiteX190" fmla="*/ 3390805 w 7467600"/>
              <a:gd name="connsiteY190" fmla="*/ 3937163 h 6858000"/>
              <a:gd name="connsiteX191" fmla="*/ 3579062 w 7467600"/>
              <a:gd name="connsiteY191" fmla="*/ 4359040 h 6858000"/>
              <a:gd name="connsiteX192" fmla="*/ 3467355 w 7467600"/>
              <a:gd name="connsiteY192" fmla="*/ 3988130 h 6858000"/>
              <a:gd name="connsiteX193" fmla="*/ 3310753 w 7467600"/>
              <a:gd name="connsiteY193" fmla="*/ 3787140 h 6858000"/>
              <a:gd name="connsiteX194" fmla="*/ 3291335 w 7467600"/>
              <a:gd name="connsiteY194" fmla="*/ 3767420 h 6858000"/>
              <a:gd name="connsiteX195" fmla="*/ 1635889 w 7467600"/>
              <a:gd name="connsiteY195" fmla="*/ 3709494 h 6858000"/>
              <a:gd name="connsiteX196" fmla="*/ 1634800 w 7467600"/>
              <a:gd name="connsiteY196" fmla="*/ 3731111 h 6858000"/>
              <a:gd name="connsiteX197" fmla="*/ 1635889 w 7467600"/>
              <a:gd name="connsiteY197" fmla="*/ 3709494 h 6858000"/>
              <a:gd name="connsiteX198" fmla="*/ 1510397 w 7467600"/>
              <a:gd name="connsiteY198" fmla="*/ 3684705 h 6858000"/>
              <a:gd name="connsiteX199" fmla="*/ 1146550 w 7467600"/>
              <a:gd name="connsiteY199" fmla="*/ 3802012 h 6858000"/>
              <a:gd name="connsiteX200" fmla="*/ 698834 w 7467600"/>
              <a:gd name="connsiteY200" fmla="*/ 3952272 h 6858000"/>
              <a:gd name="connsiteX201" fmla="*/ 34256 w 7467600"/>
              <a:gd name="connsiteY201" fmla="*/ 4347603 h 6858000"/>
              <a:gd name="connsiteX202" fmla="*/ 527241 w 7467600"/>
              <a:gd name="connsiteY202" fmla="*/ 4065078 h 6858000"/>
              <a:gd name="connsiteX203" fmla="*/ 1510397 w 7467600"/>
              <a:gd name="connsiteY203" fmla="*/ 3684705 h 6858000"/>
              <a:gd name="connsiteX204" fmla="*/ 1313114 w 7467600"/>
              <a:gd name="connsiteY204" fmla="*/ 3655216 h 6858000"/>
              <a:gd name="connsiteX205" fmla="*/ 1109304 w 7467600"/>
              <a:gd name="connsiteY205" fmla="*/ 3669030 h 6858000"/>
              <a:gd name="connsiteX206" fmla="*/ 8129 w 7467600"/>
              <a:gd name="connsiteY206" fmla="*/ 4330519 h 6858000"/>
              <a:gd name="connsiteX207" fmla="*/ 687572 w 7467600"/>
              <a:gd name="connsiteY207" fmla="*/ 3925629 h 6858000"/>
              <a:gd name="connsiteX208" fmla="*/ 1138365 w 7467600"/>
              <a:gd name="connsiteY208" fmla="*/ 3774515 h 6858000"/>
              <a:gd name="connsiteX209" fmla="*/ 1505579 w 7467600"/>
              <a:gd name="connsiteY209" fmla="*/ 3655526 h 6858000"/>
              <a:gd name="connsiteX210" fmla="*/ 1313114 w 7467600"/>
              <a:gd name="connsiteY210" fmla="*/ 3655216 h 6858000"/>
              <a:gd name="connsiteX211" fmla="*/ 3655073 w 7467600"/>
              <a:gd name="connsiteY211" fmla="*/ 3650884 h 6858000"/>
              <a:gd name="connsiteX212" fmla="*/ 3989938 w 7467600"/>
              <a:gd name="connsiteY212" fmla="*/ 3991685 h 6858000"/>
              <a:gd name="connsiteX213" fmla="*/ 4393907 w 7467600"/>
              <a:gd name="connsiteY213" fmla="*/ 4261258 h 6858000"/>
              <a:gd name="connsiteX214" fmla="*/ 4648051 w 7467600"/>
              <a:gd name="connsiteY214" fmla="*/ 4374051 h 6858000"/>
              <a:gd name="connsiteX215" fmla="*/ 4383389 w 7467600"/>
              <a:gd name="connsiteY215" fmla="*/ 4184369 h 6858000"/>
              <a:gd name="connsiteX216" fmla="*/ 4165508 w 7467600"/>
              <a:gd name="connsiteY216" fmla="*/ 4035196 h 6858000"/>
              <a:gd name="connsiteX217" fmla="*/ 4068162 w 7467600"/>
              <a:gd name="connsiteY217" fmla="*/ 3953394 h 6858000"/>
              <a:gd name="connsiteX218" fmla="*/ 3981416 w 7467600"/>
              <a:gd name="connsiteY218" fmla="*/ 3880482 h 6858000"/>
              <a:gd name="connsiteX219" fmla="*/ 3800147 w 7467600"/>
              <a:gd name="connsiteY219" fmla="*/ 3749872 h 6858000"/>
              <a:gd name="connsiteX220" fmla="*/ 3655073 w 7467600"/>
              <a:gd name="connsiteY220" fmla="*/ 3650884 h 6858000"/>
              <a:gd name="connsiteX221" fmla="*/ 3670252 w 7467600"/>
              <a:gd name="connsiteY221" fmla="*/ 3622798 h 6858000"/>
              <a:gd name="connsiteX222" fmla="*/ 3817258 w 7467600"/>
              <a:gd name="connsiteY222" fmla="*/ 3723577 h 6858000"/>
              <a:gd name="connsiteX223" fmla="*/ 4000461 w 7467600"/>
              <a:gd name="connsiteY223" fmla="*/ 3855966 h 6858000"/>
              <a:gd name="connsiteX224" fmla="*/ 4088180 w 7467600"/>
              <a:gd name="connsiteY224" fmla="*/ 3929774 h 6858000"/>
              <a:gd name="connsiteX225" fmla="*/ 4184555 w 7467600"/>
              <a:gd name="connsiteY225" fmla="*/ 4010683 h 6858000"/>
              <a:gd name="connsiteX226" fmla="*/ 4399563 w 7467600"/>
              <a:gd name="connsiteY226" fmla="*/ 4158106 h 6858000"/>
              <a:gd name="connsiteX227" fmla="*/ 4684469 w 7467600"/>
              <a:gd name="connsiteY227" fmla="*/ 4364680 h 6858000"/>
              <a:gd name="connsiteX228" fmla="*/ 4690271 w 7467600"/>
              <a:gd name="connsiteY228" fmla="*/ 4370034 h 6858000"/>
              <a:gd name="connsiteX229" fmla="*/ 4136093 w 7467600"/>
              <a:gd name="connsiteY229" fmla="*/ 3858466 h 6858000"/>
              <a:gd name="connsiteX230" fmla="*/ 3670252 w 7467600"/>
              <a:gd name="connsiteY230" fmla="*/ 3622798 h 6858000"/>
              <a:gd name="connsiteX231" fmla="*/ 4440129 w 7467600"/>
              <a:gd name="connsiteY231" fmla="*/ 3448571 h 6858000"/>
              <a:gd name="connsiteX232" fmla="*/ 4856525 w 7467600"/>
              <a:gd name="connsiteY232" fmla="*/ 3915351 h 6858000"/>
              <a:gd name="connsiteX233" fmla="*/ 5059055 w 7467600"/>
              <a:gd name="connsiteY233" fmla="*/ 4108918 h 6858000"/>
              <a:gd name="connsiteX234" fmla="*/ 5290070 w 7467600"/>
              <a:gd name="connsiteY234" fmla="*/ 4263619 h 6858000"/>
              <a:gd name="connsiteX235" fmla="*/ 4834991 w 7467600"/>
              <a:gd name="connsiteY235" fmla="*/ 3830985 h 6858000"/>
              <a:gd name="connsiteX236" fmla="*/ 4440129 w 7467600"/>
              <a:gd name="connsiteY236" fmla="*/ 3448571 h 6858000"/>
              <a:gd name="connsiteX237" fmla="*/ 4441737 w 7467600"/>
              <a:gd name="connsiteY237" fmla="*/ 3399734 h 6858000"/>
              <a:gd name="connsiteX238" fmla="*/ 4431236 w 7467600"/>
              <a:gd name="connsiteY238" fmla="*/ 3400954 h 6858000"/>
              <a:gd name="connsiteX239" fmla="*/ 4557150 w 7467600"/>
              <a:gd name="connsiteY239" fmla="*/ 3510023 h 6858000"/>
              <a:gd name="connsiteX240" fmla="*/ 4856936 w 7467600"/>
              <a:gd name="connsiteY240" fmla="*/ 3809146 h 6858000"/>
              <a:gd name="connsiteX241" fmla="*/ 5111996 w 7467600"/>
              <a:gd name="connsiteY241" fmla="*/ 4065759 h 6858000"/>
              <a:gd name="connsiteX242" fmla="*/ 5388878 w 7467600"/>
              <a:gd name="connsiteY242" fmla="*/ 4300185 h 6858000"/>
              <a:gd name="connsiteX243" fmla="*/ 5425556 w 7467600"/>
              <a:gd name="connsiteY243" fmla="*/ 4308967 h 6858000"/>
              <a:gd name="connsiteX244" fmla="*/ 4943646 w 7467600"/>
              <a:gd name="connsiteY244" fmla="*/ 3822916 h 6858000"/>
              <a:gd name="connsiteX245" fmla="*/ 4594837 w 7467600"/>
              <a:gd name="connsiteY245" fmla="*/ 3532274 h 6858000"/>
              <a:gd name="connsiteX246" fmla="*/ 4441737 w 7467600"/>
              <a:gd name="connsiteY246" fmla="*/ 3399734 h 6858000"/>
              <a:gd name="connsiteX247" fmla="*/ 5425834 w 7467600"/>
              <a:gd name="connsiteY247" fmla="*/ 3162785 h 6858000"/>
              <a:gd name="connsiteX248" fmla="*/ 5401644 w 7467600"/>
              <a:gd name="connsiteY248" fmla="*/ 3617847 h 6858000"/>
              <a:gd name="connsiteX249" fmla="*/ 5467256 w 7467600"/>
              <a:gd name="connsiteY249" fmla="*/ 4175494 h 6858000"/>
              <a:gd name="connsiteX250" fmla="*/ 5448069 w 7467600"/>
              <a:gd name="connsiteY250" fmla="*/ 3567554 h 6858000"/>
              <a:gd name="connsiteX251" fmla="*/ 5425834 w 7467600"/>
              <a:gd name="connsiteY251" fmla="*/ 3162785 h 6858000"/>
              <a:gd name="connsiteX252" fmla="*/ 1318687 w 7467600"/>
              <a:gd name="connsiteY252" fmla="*/ 3113840 h 6858000"/>
              <a:gd name="connsiteX253" fmla="*/ 1066793 w 7467600"/>
              <a:gd name="connsiteY253" fmla="*/ 3212171 h 6858000"/>
              <a:gd name="connsiteX254" fmla="*/ 993319 w 7467600"/>
              <a:gd name="connsiteY254" fmla="*/ 3247648 h 6858000"/>
              <a:gd name="connsiteX255" fmla="*/ 853081 w 7467600"/>
              <a:gd name="connsiteY255" fmla="*/ 3312410 h 6858000"/>
              <a:gd name="connsiteX256" fmla="*/ 805957 w 7467600"/>
              <a:gd name="connsiteY256" fmla="*/ 3330443 h 6858000"/>
              <a:gd name="connsiteX257" fmla="*/ 1318687 w 7467600"/>
              <a:gd name="connsiteY257" fmla="*/ 3113840 h 6858000"/>
              <a:gd name="connsiteX258" fmla="*/ 5453702 w 7467600"/>
              <a:gd name="connsiteY258" fmla="*/ 3090882 h 6858000"/>
              <a:gd name="connsiteX259" fmla="*/ 5480135 w 7467600"/>
              <a:gd name="connsiteY259" fmla="*/ 3565802 h 6858000"/>
              <a:gd name="connsiteX260" fmla="*/ 5499023 w 7467600"/>
              <a:gd name="connsiteY260" fmla="*/ 4166310 h 6858000"/>
              <a:gd name="connsiteX261" fmla="*/ 5547022 w 7467600"/>
              <a:gd name="connsiteY261" fmla="*/ 3607838 h 6858000"/>
              <a:gd name="connsiteX262" fmla="*/ 5515964 w 7467600"/>
              <a:gd name="connsiteY262" fmla="*/ 3378541 h 6858000"/>
              <a:gd name="connsiteX263" fmla="*/ 5453702 w 7467600"/>
              <a:gd name="connsiteY263" fmla="*/ 3090882 h 6858000"/>
              <a:gd name="connsiteX264" fmla="*/ 1238695 w 7467600"/>
              <a:gd name="connsiteY264" fmla="*/ 3076820 h 6858000"/>
              <a:gd name="connsiteX265" fmla="*/ 716371 w 7467600"/>
              <a:gd name="connsiteY265" fmla="*/ 3293249 h 6858000"/>
              <a:gd name="connsiteX266" fmla="*/ 579522 w 7467600"/>
              <a:gd name="connsiteY266" fmla="*/ 3371759 h 6858000"/>
              <a:gd name="connsiteX267" fmla="*/ 600288 w 7467600"/>
              <a:gd name="connsiteY267" fmla="*/ 3365555 h 6858000"/>
              <a:gd name="connsiteX268" fmla="*/ 840692 w 7467600"/>
              <a:gd name="connsiteY268" fmla="*/ 3284921 h 6858000"/>
              <a:gd name="connsiteX269" fmla="*/ 979248 w 7467600"/>
              <a:gd name="connsiteY269" fmla="*/ 3221003 h 6858000"/>
              <a:gd name="connsiteX270" fmla="*/ 1053282 w 7467600"/>
              <a:gd name="connsiteY270" fmla="*/ 3185247 h 6858000"/>
              <a:gd name="connsiteX271" fmla="*/ 1320603 w 7467600"/>
              <a:gd name="connsiteY271" fmla="*/ 3081281 h 6858000"/>
              <a:gd name="connsiteX272" fmla="*/ 1238695 w 7467600"/>
              <a:gd name="connsiteY272" fmla="*/ 3076820 h 6858000"/>
              <a:gd name="connsiteX273" fmla="*/ 5425627 w 7467600"/>
              <a:gd name="connsiteY273" fmla="*/ 2954192 h 6858000"/>
              <a:gd name="connsiteX274" fmla="*/ 5470770 w 7467600"/>
              <a:gd name="connsiteY274" fmla="*/ 3005435 h 6858000"/>
              <a:gd name="connsiteX275" fmla="*/ 5519779 w 7467600"/>
              <a:gd name="connsiteY275" fmla="*/ 4359223 h 6858000"/>
              <a:gd name="connsiteX276" fmla="*/ 5520293 w 7467600"/>
              <a:gd name="connsiteY276" fmla="*/ 4360602 h 6858000"/>
              <a:gd name="connsiteX277" fmla="*/ 5767221 w 7467600"/>
              <a:gd name="connsiteY277" fmla="*/ 4665564 h 6858000"/>
              <a:gd name="connsiteX278" fmla="*/ 6937169 w 7467600"/>
              <a:gd name="connsiteY278" fmla="*/ 4815941 h 6858000"/>
              <a:gd name="connsiteX279" fmla="*/ 6953922 w 7467600"/>
              <a:gd name="connsiteY279" fmla="*/ 4890068 h 6858000"/>
              <a:gd name="connsiteX280" fmla="*/ 6071359 w 7467600"/>
              <a:gd name="connsiteY280" fmla="*/ 4770770 h 6858000"/>
              <a:gd name="connsiteX281" fmla="*/ 6038839 w 7467600"/>
              <a:gd name="connsiteY281" fmla="*/ 4764474 h 6858000"/>
              <a:gd name="connsiteX282" fmla="*/ 6038706 w 7467600"/>
              <a:gd name="connsiteY282" fmla="*/ 4763847 h 6858000"/>
              <a:gd name="connsiteX283" fmla="*/ 6037784 w 7467600"/>
              <a:gd name="connsiteY283" fmla="*/ 4764270 h 6858000"/>
              <a:gd name="connsiteX284" fmla="*/ 6038839 w 7467600"/>
              <a:gd name="connsiteY284" fmla="*/ 4764474 h 6858000"/>
              <a:gd name="connsiteX285" fmla="*/ 6040338 w 7467600"/>
              <a:gd name="connsiteY285" fmla="*/ 4771418 h 6858000"/>
              <a:gd name="connsiteX286" fmla="*/ 6024488 w 7467600"/>
              <a:gd name="connsiteY286" fmla="*/ 4809903 h 6858000"/>
              <a:gd name="connsiteX287" fmla="*/ 5599771 w 7467600"/>
              <a:gd name="connsiteY287" fmla="*/ 5509652 h 6858000"/>
              <a:gd name="connsiteX288" fmla="*/ 5548843 w 7467600"/>
              <a:gd name="connsiteY288" fmla="*/ 5563845 h 6858000"/>
              <a:gd name="connsiteX289" fmla="*/ 5940952 w 7467600"/>
              <a:gd name="connsiteY289" fmla="*/ 6250028 h 6858000"/>
              <a:gd name="connsiteX290" fmla="*/ 6043441 w 7467600"/>
              <a:gd name="connsiteY290" fmla="*/ 6665847 h 6858000"/>
              <a:gd name="connsiteX291" fmla="*/ 6093432 w 7467600"/>
              <a:gd name="connsiteY291" fmla="*/ 6858000 h 6858000"/>
              <a:gd name="connsiteX292" fmla="*/ 6034344 w 7467600"/>
              <a:gd name="connsiteY292" fmla="*/ 6858000 h 6858000"/>
              <a:gd name="connsiteX293" fmla="*/ 6026679 w 7467600"/>
              <a:gd name="connsiteY293" fmla="*/ 6836959 h 6858000"/>
              <a:gd name="connsiteX294" fmla="*/ 5800441 w 7467600"/>
              <a:gd name="connsiteY294" fmla="*/ 6335286 h 6858000"/>
              <a:gd name="connsiteX295" fmla="*/ 5526562 w 7467600"/>
              <a:gd name="connsiteY295" fmla="*/ 5705388 h 6858000"/>
              <a:gd name="connsiteX296" fmla="*/ 5519640 w 7467600"/>
              <a:gd name="connsiteY296" fmla="*/ 5683774 h 6858000"/>
              <a:gd name="connsiteX297" fmla="*/ 5844559 w 7467600"/>
              <a:gd name="connsiteY297" fmla="*/ 6553349 h 6858000"/>
              <a:gd name="connsiteX298" fmla="*/ 5975994 w 7467600"/>
              <a:gd name="connsiteY298" fmla="*/ 6858000 h 6858000"/>
              <a:gd name="connsiteX299" fmla="*/ 5898547 w 7467600"/>
              <a:gd name="connsiteY299" fmla="*/ 6858000 h 6858000"/>
              <a:gd name="connsiteX300" fmla="*/ 5682041 w 7467600"/>
              <a:gd name="connsiteY300" fmla="*/ 6355860 h 6858000"/>
              <a:gd name="connsiteX301" fmla="*/ 5461758 w 7467600"/>
              <a:gd name="connsiteY301" fmla="*/ 5820220 h 6858000"/>
              <a:gd name="connsiteX302" fmla="*/ 5237282 w 7467600"/>
              <a:gd name="connsiteY302" fmla="*/ 6579086 h 6858000"/>
              <a:gd name="connsiteX303" fmla="*/ 5115009 w 7467600"/>
              <a:gd name="connsiteY303" fmla="*/ 6858000 h 6858000"/>
              <a:gd name="connsiteX304" fmla="*/ 5028074 w 7467600"/>
              <a:gd name="connsiteY304" fmla="*/ 6858000 h 6858000"/>
              <a:gd name="connsiteX305" fmla="*/ 5079508 w 7467600"/>
              <a:gd name="connsiteY305" fmla="*/ 6749074 h 6858000"/>
              <a:gd name="connsiteX306" fmla="*/ 5371846 w 7467600"/>
              <a:gd name="connsiteY306" fmla="*/ 5924413 h 6858000"/>
              <a:gd name="connsiteX307" fmla="*/ 5270512 w 7467600"/>
              <a:gd name="connsiteY307" fmla="*/ 6138975 h 6858000"/>
              <a:gd name="connsiteX308" fmla="*/ 5062409 w 7467600"/>
              <a:gd name="connsiteY308" fmla="*/ 6653544 h 6858000"/>
              <a:gd name="connsiteX309" fmla="*/ 5036628 w 7467600"/>
              <a:gd name="connsiteY309" fmla="*/ 6754247 h 6858000"/>
              <a:gd name="connsiteX310" fmla="*/ 5009112 w 7467600"/>
              <a:gd name="connsiteY310" fmla="*/ 6858000 h 6858000"/>
              <a:gd name="connsiteX311" fmla="*/ 4976679 w 7467600"/>
              <a:gd name="connsiteY311" fmla="*/ 6858000 h 6858000"/>
              <a:gd name="connsiteX312" fmla="*/ 5006537 w 7467600"/>
              <a:gd name="connsiteY312" fmla="*/ 6747068 h 6858000"/>
              <a:gd name="connsiteX313" fmla="*/ 5032723 w 7467600"/>
              <a:gd name="connsiteY313" fmla="*/ 6644957 h 6858000"/>
              <a:gd name="connsiteX314" fmla="*/ 5242949 w 7467600"/>
              <a:gd name="connsiteY314" fmla="*/ 6125175 h 6858000"/>
              <a:gd name="connsiteX315" fmla="*/ 5286321 w 7467600"/>
              <a:gd name="connsiteY315" fmla="*/ 6033555 h 6858000"/>
              <a:gd name="connsiteX316" fmla="*/ 5008210 w 7467600"/>
              <a:gd name="connsiteY316" fmla="*/ 6649194 h 6858000"/>
              <a:gd name="connsiteX317" fmla="*/ 4986321 w 7467600"/>
              <a:gd name="connsiteY317" fmla="*/ 6765687 h 6858000"/>
              <a:gd name="connsiteX318" fmla="*/ 4973474 w 7467600"/>
              <a:gd name="connsiteY318" fmla="*/ 6858000 h 6858000"/>
              <a:gd name="connsiteX319" fmla="*/ 4907178 w 7467600"/>
              <a:gd name="connsiteY319" fmla="*/ 6858000 h 6858000"/>
              <a:gd name="connsiteX320" fmla="*/ 4910810 w 7467600"/>
              <a:gd name="connsiteY320" fmla="*/ 6829660 h 6858000"/>
              <a:gd name="connsiteX321" fmla="*/ 4987461 w 7467600"/>
              <a:gd name="connsiteY321" fmla="*/ 6432994 h 6858000"/>
              <a:gd name="connsiteX322" fmla="*/ 5179262 w 7467600"/>
              <a:gd name="connsiteY322" fmla="*/ 6035044 h 6858000"/>
              <a:gd name="connsiteX323" fmla="*/ 4689678 w 7467600"/>
              <a:gd name="connsiteY323" fmla="*/ 6440241 h 6858000"/>
              <a:gd name="connsiteX324" fmla="*/ 4477543 w 7467600"/>
              <a:gd name="connsiteY324" fmla="*/ 6674836 h 6858000"/>
              <a:gd name="connsiteX325" fmla="*/ 4329957 w 7467600"/>
              <a:gd name="connsiteY325" fmla="*/ 6858000 h 6858000"/>
              <a:gd name="connsiteX326" fmla="*/ 4218595 w 7467600"/>
              <a:gd name="connsiteY326" fmla="*/ 6858000 h 6858000"/>
              <a:gd name="connsiteX327" fmla="*/ 4368888 w 7467600"/>
              <a:gd name="connsiteY327" fmla="*/ 6668412 h 6858000"/>
              <a:gd name="connsiteX328" fmla="*/ 4563091 w 7467600"/>
              <a:gd name="connsiteY328" fmla="*/ 6442508 h 6858000"/>
              <a:gd name="connsiteX329" fmla="*/ 5387324 w 7467600"/>
              <a:gd name="connsiteY329" fmla="*/ 5705830 h 6858000"/>
              <a:gd name="connsiteX330" fmla="*/ 5073620 w 7467600"/>
              <a:gd name="connsiteY330" fmla="*/ 5955437 h 6858000"/>
              <a:gd name="connsiteX331" fmla="*/ 4689789 w 7467600"/>
              <a:gd name="connsiteY331" fmla="*/ 6268382 h 6858000"/>
              <a:gd name="connsiteX332" fmla="*/ 4418722 w 7467600"/>
              <a:gd name="connsiteY332" fmla="*/ 6570886 h 6858000"/>
              <a:gd name="connsiteX333" fmla="*/ 4214944 w 7467600"/>
              <a:gd name="connsiteY333" fmla="*/ 6858000 h 6858000"/>
              <a:gd name="connsiteX334" fmla="*/ 4177898 w 7467600"/>
              <a:gd name="connsiteY334" fmla="*/ 6858000 h 6858000"/>
              <a:gd name="connsiteX335" fmla="*/ 4391597 w 7467600"/>
              <a:gd name="connsiteY335" fmla="*/ 6556370 h 6858000"/>
              <a:gd name="connsiteX336" fmla="*/ 4668889 w 7467600"/>
              <a:gd name="connsiteY336" fmla="*/ 6246399 h 6858000"/>
              <a:gd name="connsiteX337" fmla="*/ 5055427 w 7467600"/>
              <a:gd name="connsiteY337" fmla="*/ 5931476 h 6858000"/>
              <a:gd name="connsiteX338" fmla="*/ 5371814 w 7467600"/>
              <a:gd name="connsiteY338" fmla="*/ 5678975 h 6858000"/>
              <a:gd name="connsiteX339" fmla="*/ 4987918 w 7467600"/>
              <a:gd name="connsiteY339" fmla="*/ 5838701 h 6858000"/>
              <a:gd name="connsiteX340" fmla="*/ 4317146 w 7467600"/>
              <a:gd name="connsiteY340" fmla="*/ 6587716 h 6858000"/>
              <a:gd name="connsiteX341" fmla="*/ 4171627 w 7467600"/>
              <a:gd name="connsiteY341" fmla="*/ 6858000 h 6858000"/>
              <a:gd name="connsiteX342" fmla="*/ 4081585 w 7467600"/>
              <a:gd name="connsiteY342" fmla="*/ 6858000 h 6858000"/>
              <a:gd name="connsiteX343" fmla="*/ 4238603 w 7467600"/>
              <a:gd name="connsiteY343" fmla="*/ 6559341 h 6858000"/>
              <a:gd name="connsiteX344" fmla="*/ 4778333 w 7467600"/>
              <a:gd name="connsiteY344" fmla="*/ 5873626 h 6858000"/>
              <a:gd name="connsiteX345" fmla="*/ 5414185 w 7467600"/>
              <a:gd name="connsiteY345" fmla="*/ 5573882 h 6858000"/>
              <a:gd name="connsiteX346" fmla="*/ 5959648 w 7467600"/>
              <a:gd name="connsiteY346" fmla="*/ 4760797 h 6858000"/>
              <a:gd name="connsiteX347" fmla="*/ 5355019 w 7467600"/>
              <a:gd name="connsiteY347" fmla="*/ 4734672 h 6858000"/>
              <a:gd name="connsiteX348" fmla="*/ 5083565 w 7467600"/>
              <a:gd name="connsiteY348" fmla="*/ 5179121 h 6858000"/>
              <a:gd name="connsiteX349" fmla="*/ 4713577 w 7467600"/>
              <a:gd name="connsiteY349" fmla="*/ 5616803 h 6858000"/>
              <a:gd name="connsiteX350" fmla="*/ 3989559 w 7467600"/>
              <a:gd name="connsiteY350" fmla="*/ 6145945 h 6858000"/>
              <a:gd name="connsiteX351" fmla="*/ 3939824 w 7467600"/>
              <a:gd name="connsiteY351" fmla="*/ 6066900 h 6858000"/>
              <a:gd name="connsiteX352" fmla="*/ 4584537 w 7467600"/>
              <a:gd name="connsiteY352" fmla="*/ 5324826 h 6858000"/>
              <a:gd name="connsiteX353" fmla="*/ 5037105 w 7467600"/>
              <a:gd name="connsiteY353" fmla="*/ 5088765 h 6858000"/>
              <a:gd name="connsiteX354" fmla="*/ 5039930 w 7467600"/>
              <a:gd name="connsiteY354" fmla="*/ 5089585 h 6858000"/>
              <a:gd name="connsiteX355" fmla="*/ 5263764 w 7467600"/>
              <a:gd name="connsiteY355" fmla="*/ 4735525 h 6858000"/>
              <a:gd name="connsiteX356" fmla="*/ 4086300 w 7467600"/>
              <a:gd name="connsiteY356" fmla="*/ 4884599 h 6858000"/>
              <a:gd name="connsiteX357" fmla="*/ 4085485 w 7467600"/>
              <a:gd name="connsiteY357" fmla="*/ 4899070 h 6858000"/>
              <a:gd name="connsiteX358" fmla="*/ 3871915 w 7467600"/>
              <a:gd name="connsiteY358" fmla="*/ 5253645 h 6858000"/>
              <a:gd name="connsiteX359" fmla="*/ 3799374 w 7467600"/>
              <a:gd name="connsiteY359" fmla="*/ 5466127 h 6858000"/>
              <a:gd name="connsiteX360" fmla="*/ 3498850 w 7467600"/>
              <a:gd name="connsiteY360" fmla="*/ 6661888 h 6858000"/>
              <a:gd name="connsiteX361" fmla="*/ 3399216 w 7467600"/>
              <a:gd name="connsiteY361" fmla="*/ 6858000 h 6858000"/>
              <a:gd name="connsiteX362" fmla="*/ 3303688 w 7467600"/>
              <a:gd name="connsiteY362" fmla="*/ 6858000 h 6858000"/>
              <a:gd name="connsiteX363" fmla="*/ 3391774 w 7467600"/>
              <a:gd name="connsiteY363" fmla="*/ 6697181 h 6858000"/>
              <a:gd name="connsiteX364" fmla="*/ 3735540 w 7467600"/>
              <a:gd name="connsiteY364" fmla="*/ 5546923 h 6858000"/>
              <a:gd name="connsiteX365" fmla="*/ 3729438 w 7467600"/>
              <a:gd name="connsiteY365" fmla="*/ 5569058 h 6858000"/>
              <a:gd name="connsiteX366" fmla="*/ 3707782 w 7467600"/>
              <a:gd name="connsiteY366" fmla="*/ 5644908 h 6858000"/>
              <a:gd name="connsiteX367" fmla="*/ 3583827 w 7467600"/>
              <a:gd name="connsiteY367" fmla="*/ 6039215 h 6858000"/>
              <a:gd name="connsiteX368" fmla="*/ 3547861 w 7467600"/>
              <a:gd name="connsiteY368" fmla="*/ 6129609 h 6858000"/>
              <a:gd name="connsiteX369" fmla="*/ 3490905 w 7467600"/>
              <a:gd name="connsiteY369" fmla="*/ 6277660 h 6858000"/>
              <a:gd name="connsiteX370" fmla="*/ 3455859 w 7467600"/>
              <a:gd name="connsiteY370" fmla="*/ 6391301 h 6858000"/>
              <a:gd name="connsiteX371" fmla="*/ 3429112 w 7467600"/>
              <a:gd name="connsiteY371" fmla="*/ 6479469 h 6858000"/>
              <a:gd name="connsiteX372" fmla="*/ 3304862 w 7467600"/>
              <a:gd name="connsiteY372" fmla="*/ 6796476 h 6858000"/>
              <a:gd name="connsiteX373" fmla="*/ 3276071 w 7467600"/>
              <a:gd name="connsiteY373" fmla="*/ 6858000 h 6858000"/>
              <a:gd name="connsiteX374" fmla="*/ 3240805 w 7467600"/>
              <a:gd name="connsiteY374" fmla="*/ 6858000 h 6858000"/>
              <a:gd name="connsiteX375" fmla="*/ 3275917 w 7467600"/>
              <a:gd name="connsiteY375" fmla="*/ 6783192 h 6858000"/>
              <a:gd name="connsiteX376" fmla="*/ 3399358 w 7467600"/>
              <a:gd name="connsiteY376" fmla="*/ 6469011 h 6858000"/>
              <a:gd name="connsiteX377" fmla="*/ 3425650 w 7467600"/>
              <a:gd name="connsiteY377" fmla="*/ 6381333 h 6858000"/>
              <a:gd name="connsiteX378" fmla="*/ 3460661 w 7467600"/>
              <a:gd name="connsiteY378" fmla="*/ 6266763 h 6858000"/>
              <a:gd name="connsiteX379" fmla="*/ 3518021 w 7467600"/>
              <a:gd name="connsiteY379" fmla="*/ 6117298 h 6858000"/>
              <a:gd name="connsiteX380" fmla="*/ 3554035 w 7467600"/>
              <a:gd name="connsiteY380" fmla="*/ 6027832 h 6858000"/>
              <a:gd name="connsiteX381" fmla="*/ 3677174 w 7467600"/>
              <a:gd name="connsiteY381" fmla="*/ 5636351 h 6858000"/>
              <a:gd name="connsiteX382" fmla="*/ 3698819 w 7467600"/>
              <a:gd name="connsiteY382" fmla="*/ 5560503 h 6858000"/>
              <a:gd name="connsiteX383" fmla="*/ 3702094 w 7467600"/>
              <a:gd name="connsiteY383" fmla="*/ 5549194 h 6858000"/>
              <a:gd name="connsiteX384" fmla="*/ 3398355 w 7467600"/>
              <a:gd name="connsiteY384" fmla="*/ 6094603 h 6858000"/>
              <a:gd name="connsiteX385" fmla="*/ 3193941 w 7467600"/>
              <a:gd name="connsiteY385" fmla="*/ 6798775 h 6858000"/>
              <a:gd name="connsiteX386" fmla="*/ 3184140 w 7467600"/>
              <a:gd name="connsiteY386" fmla="*/ 6858000 h 6858000"/>
              <a:gd name="connsiteX387" fmla="*/ 3099978 w 7467600"/>
              <a:gd name="connsiteY387" fmla="*/ 6858000 h 6858000"/>
              <a:gd name="connsiteX388" fmla="*/ 3101556 w 7467600"/>
              <a:gd name="connsiteY388" fmla="*/ 6843337 h 6858000"/>
              <a:gd name="connsiteX389" fmla="*/ 3370162 w 7467600"/>
              <a:gd name="connsiteY389" fmla="*/ 5785550 h 6858000"/>
              <a:gd name="connsiteX390" fmla="*/ 3746477 w 7467600"/>
              <a:gd name="connsiteY390" fmla="*/ 5377889 h 6858000"/>
              <a:gd name="connsiteX391" fmla="*/ 3863399 w 7467600"/>
              <a:gd name="connsiteY391" fmla="*/ 5087257 h 6858000"/>
              <a:gd name="connsiteX392" fmla="*/ 3968712 w 7467600"/>
              <a:gd name="connsiteY392" fmla="*/ 4913989 h 6858000"/>
              <a:gd name="connsiteX393" fmla="*/ 2792390 w 7467600"/>
              <a:gd name="connsiteY393" fmla="*/ 5382974 h 6858000"/>
              <a:gd name="connsiteX394" fmla="*/ 2714982 w 7467600"/>
              <a:gd name="connsiteY394" fmla="*/ 5427051 h 6858000"/>
              <a:gd name="connsiteX395" fmla="*/ 2813361 w 7467600"/>
              <a:gd name="connsiteY395" fmla="*/ 6023912 h 6858000"/>
              <a:gd name="connsiteX396" fmla="*/ 2688430 w 7467600"/>
              <a:gd name="connsiteY396" fmla="*/ 6801564 h 6858000"/>
              <a:gd name="connsiteX397" fmla="*/ 2629626 w 7467600"/>
              <a:gd name="connsiteY397" fmla="*/ 6763394 h 6858000"/>
              <a:gd name="connsiteX398" fmla="*/ 2565328 w 7467600"/>
              <a:gd name="connsiteY398" fmla="*/ 5516399 h 6858000"/>
              <a:gd name="connsiteX399" fmla="*/ 1922999 w 7467600"/>
              <a:gd name="connsiteY399" fmla="*/ 5980343 h 6858000"/>
              <a:gd name="connsiteX400" fmla="*/ 1950261 w 7467600"/>
              <a:gd name="connsiteY400" fmla="*/ 6405858 h 6858000"/>
              <a:gd name="connsiteX401" fmla="*/ 2365554 w 7467600"/>
              <a:gd name="connsiteY401" fmla="*/ 6759107 h 6858000"/>
              <a:gd name="connsiteX402" fmla="*/ 2424142 w 7467600"/>
              <a:gd name="connsiteY402" fmla="*/ 6858000 h 6858000"/>
              <a:gd name="connsiteX403" fmla="*/ 2395994 w 7467600"/>
              <a:gd name="connsiteY403" fmla="*/ 6858000 h 6858000"/>
              <a:gd name="connsiteX404" fmla="*/ 2392863 w 7467600"/>
              <a:gd name="connsiteY404" fmla="*/ 6852964 h 6858000"/>
              <a:gd name="connsiteX405" fmla="*/ 2017589 w 7467600"/>
              <a:gd name="connsiteY405" fmla="*/ 6493982 h 6858000"/>
              <a:gd name="connsiteX406" fmla="*/ 2147336 w 7467600"/>
              <a:gd name="connsiteY406" fmla="*/ 6594052 h 6858000"/>
              <a:gd name="connsiteX407" fmla="*/ 2207047 w 7467600"/>
              <a:gd name="connsiteY407" fmla="*/ 6654540 h 6858000"/>
              <a:gd name="connsiteX408" fmla="*/ 2299106 w 7467600"/>
              <a:gd name="connsiteY408" fmla="*/ 6778931 h 6858000"/>
              <a:gd name="connsiteX409" fmla="*/ 2314430 w 7467600"/>
              <a:gd name="connsiteY409" fmla="*/ 6801144 h 6858000"/>
              <a:gd name="connsiteX410" fmla="*/ 2352406 w 7467600"/>
              <a:gd name="connsiteY410" fmla="*/ 6858000 h 6858000"/>
              <a:gd name="connsiteX411" fmla="*/ 2314492 w 7467600"/>
              <a:gd name="connsiteY411" fmla="*/ 6858000 h 6858000"/>
              <a:gd name="connsiteX412" fmla="*/ 2288095 w 7467600"/>
              <a:gd name="connsiteY412" fmla="*/ 6818030 h 6858000"/>
              <a:gd name="connsiteX413" fmla="*/ 2272768 w 7467600"/>
              <a:gd name="connsiteY413" fmla="*/ 6795822 h 6858000"/>
              <a:gd name="connsiteX414" fmla="*/ 2182715 w 7467600"/>
              <a:gd name="connsiteY414" fmla="*/ 6675071 h 6858000"/>
              <a:gd name="connsiteX415" fmla="*/ 2032061 w 7467600"/>
              <a:gd name="connsiteY415" fmla="*/ 6541380 h 6858000"/>
              <a:gd name="connsiteX416" fmla="*/ 2257220 w 7467600"/>
              <a:gd name="connsiteY416" fmla="*/ 6826257 h 6858000"/>
              <a:gd name="connsiteX417" fmla="*/ 2281324 w 7467600"/>
              <a:gd name="connsiteY417" fmla="*/ 6858000 h 6858000"/>
              <a:gd name="connsiteX418" fmla="*/ 2242860 w 7467600"/>
              <a:gd name="connsiteY418" fmla="*/ 6858000 h 6858000"/>
              <a:gd name="connsiteX419" fmla="*/ 2232818 w 7467600"/>
              <a:gd name="connsiteY419" fmla="*/ 6844926 h 6858000"/>
              <a:gd name="connsiteX420" fmla="*/ 1990172 w 7467600"/>
              <a:gd name="connsiteY420" fmla="*/ 6542121 h 6858000"/>
              <a:gd name="connsiteX421" fmla="*/ 2124090 w 7467600"/>
              <a:gd name="connsiteY421" fmla="*/ 6761017 h 6858000"/>
              <a:gd name="connsiteX422" fmla="*/ 2200380 w 7467600"/>
              <a:gd name="connsiteY422" fmla="*/ 6858000 h 6858000"/>
              <a:gd name="connsiteX423" fmla="*/ 2147507 w 7467600"/>
              <a:gd name="connsiteY423" fmla="*/ 6858000 h 6858000"/>
              <a:gd name="connsiteX424" fmla="*/ 2070668 w 7467600"/>
              <a:gd name="connsiteY424" fmla="*/ 6761520 h 6858000"/>
              <a:gd name="connsiteX425" fmla="*/ 1975142 w 7467600"/>
              <a:gd name="connsiteY425" fmla="*/ 6585570 h 6858000"/>
              <a:gd name="connsiteX426" fmla="*/ 2050035 w 7467600"/>
              <a:gd name="connsiteY426" fmla="*/ 6813345 h 6858000"/>
              <a:gd name="connsiteX427" fmla="*/ 2063025 w 7467600"/>
              <a:gd name="connsiteY427" fmla="*/ 6858000 h 6858000"/>
              <a:gd name="connsiteX428" fmla="*/ 2021675 w 7467600"/>
              <a:gd name="connsiteY428" fmla="*/ 6858000 h 6858000"/>
              <a:gd name="connsiteX429" fmla="*/ 2019308 w 7467600"/>
              <a:gd name="connsiteY429" fmla="*/ 6847118 h 6858000"/>
              <a:gd name="connsiteX430" fmla="*/ 1938835 w 7467600"/>
              <a:gd name="connsiteY430" fmla="*/ 6551160 h 6858000"/>
              <a:gd name="connsiteX431" fmla="*/ 1953230 w 7467600"/>
              <a:gd name="connsiteY431" fmla="*/ 6759699 h 6858000"/>
              <a:gd name="connsiteX432" fmla="*/ 1956763 w 7467600"/>
              <a:gd name="connsiteY432" fmla="*/ 6778191 h 6858000"/>
              <a:gd name="connsiteX433" fmla="*/ 1967925 w 7467600"/>
              <a:gd name="connsiteY433" fmla="*/ 6858000 h 6858000"/>
              <a:gd name="connsiteX434" fmla="*/ 1936622 w 7467600"/>
              <a:gd name="connsiteY434" fmla="*/ 6858000 h 6858000"/>
              <a:gd name="connsiteX435" fmla="*/ 1926261 w 7467600"/>
              <a:gd name="connsiteY435" fmla="*/ 6784064 h 6858000"/>
              <a:gd name="connsiteX436" fmla="*/ 1922724 w 7467600"/>
              <a:gd name="connsiteY436" fmla="*/ 6765577 h 6858000"/>
              <a:gd name="connsiteX437" fmla="*/ 1904650 w 7467600"/>
              <a:gd name="connsiteY437" fmla="*/ 6639616 h 6858000"/>
              <a:gd name="connsiteX438" fmla="*/ 1885273 w 7467600"/>
              <a:gd name="connsiteY438" fmla="*/ 6858000 h 6858000"/>
              <a:gd name="connsiteX439" fmla="*/ 1854363 w 7467600"/>
              <a:gd name="connsiteY439" fmla="*/ 6858000 h 6858000"/>
              <a:gd name="connsiteX440" fmla="*/ 1880391 w 7467600"/>
              <a:gd name="connsiteY440" fmla="*/ 6603796 h 6858000"/>
              <a:gd name="connsiteX441" fmla="*/ 1818273 w 7467600"/>
              <a:gd name="connsiteY441" fmla="*/ 6715729 h 6858000"/>
              <a:gd name="connsiteX442" fmla="*/ 1794691 w 7467600"/>
              <a:gd name="connsiteY442" fmla="*/ 6843239 h 6858000"/>
              <a:gd name="connsiteX443" fmla="*/ 1794914 w 7467600"/>
              <a:gd name="connsiteY443" fmla="*/ 6858000 h 6858000"/>
              <a:gd name="connsiteX444" fmla="*/ 1746128 w 7467600"/>
              <a:gd name="connsiteY444" fmla="*/ 6858000 h 6858000"/>
              <a:gd name="connsiteX445" fmla="*/ 1753934 w 7467600"/>
              <a:gd name="connsiteY445" fmla="*/ 6724796 h 6858000"/>
              <a:gd name="connsiteX446" fmla="*/ 1792053 w 7467600"/>
              <a:gd name="connsiteY446" fmla="*/ 6572396 h 6858000"/>
              <a:gd name="connsiteX447" fmla="*/ 1862248 w 7467600"/>
              <a:gd name="connsiteY447" fmla="*/ 6266397 h 6858000"/>
              <a:gd name="connsiteX448" fmla="*/ 1862250 w 7467600"/>
              <a:gd name="connsiteY448" fmla="*/ 6033531 h 6858000"/>
              <a:gd name="connsiteX449" fmla="*/ 1211999 w 7467600"/>
              <a:gd name="connsiteY449" fmla="*/ 6683610 h 6858000"/>
              <a:gd name="connsiteX450" fmla="*/ 1213266 w 7467600"/>
              <a:gd name="connsiteY450" fmla="*/ 6691947 h 6858000"/>
              <a:gd name="connsiteX451" fmla="*/ 1203370 w 7467600"/>
              <a:gd name="connsiteY451" fmla="*/ 6850676 h 6858000"/>
              <a:gd name="connsiteX452" fmla="*/ 1203671 w 7467600"/>
              <a:gd name="connsiteY452" fmla="*/ 6858000 h 6858000"/>
              <a:gd name="connsiteX453" fmla="*/ 1143180 w 7467600"/>
              <a:gd name="connsiteY453" fmla="*/ 6858000 h 6858000"/>
              <a:gd name="connsiteX454" fmla="*/ 1142176 w 7467600"/>
              <a:gd name="connsiteY454" fmla="*/ 6766045 h 6858000"/>
              <a:gd name="connsiteX455" fmla="*/ 1067484 w 7467600"/>
              <a:gd name="connsiteY455" fmla="*/ 6858000 h 6858000"/>
              <a:gd name="connsiteX456" fmla="*/ 953928 w 7467600"/>
              <a:gd name="connsiteY456" fmla="*/ 6858000 h 6858000"/>
              <a:gd name="connsiteX457" fmla="*/ 959715 w 7467600"/>
              <a:gd name="connsiteY457" fmla="*/ 6850185 h 6858000"/>
              <a:gd name="connsiteX458" fmla="*/ 1483788 w 7467600"/>
              <a:gd name="connsiteY458" fmla="*/ 6259174 h 6858000"/>
              <a:gd name="connsiteX459" fmla="*/ 1100671 w 7467600"/>
              <a:gd name="connsiteY459" fmla="*/ 6252137 h 6858000"/>
              <a:gd name="connsiteX460" fmla="*/ 1090144 w 7467600"/>
              <a:gd name="connsiteY460" fmla="*/ 6256748 h 6858000"/>
              <a:gd name="connsiteX461" fmla="*/ 1095872 w 7467600"/>
              <a:gd name="connsiteY461" fmla="*/ 6271892 h 6858000"/>
              <a:gd name="connsiteX462" fmla="*/ 262785 w 7467600"/>
              <a:gd name="connsiteY462" fmla="*/ 6845450 h 6858000"/>
              <a:gd name="connsiteX463" fmla="*/ 209968 w 7467600"/>
              <a:gd name="connsiteY463" fmla="*/ 6770713 h 6858000"/>
              <a:gd name="connsiteX464" fmla="*/ 873460 w 7467600"/>
              <a:gd name="connsiteY464" fmla="*/ 6253768 h 6858000"/>
              <a:gd name="connsiteX465" fmla="*/ 192686 w 7467600"/>
              <a:gd name="connsiteY465" fmla="*/ 5849257 h 6858000"/>
              <a:gd name="connsiteX466" fmla="*/ 4696 w 7467600"/>
              <a:gd name="connsiteY466" fmla="*/ 5697668 h 6858000"/>
              <a:gd name="connsiteX467" fmla="*/ 0 w 7467600"/>
              <a:gd name="connsiteY467" fmla="*/ 5689984 h 6858000"/>
              <a:gd name="connsiteX468" fmla="*/ 0 w 7467600"/>
              <a:gd name="connsiteY468" fmla="*/ 5513472 h 6858000"/>
              <a:gd name="connsiteX469" fmla="*/ 174101 w 7467600"/>
              <a:gd name="connsiteY469" fmla="*/ 5620277 h 6858000"/>
              <a:gd name="connsiteX470" fmla="*/ 891800 w 7467600"/>
              <a:gd name="connsiteY470" fmla="*/ 6036935 h 6858000"/>
              <a:gd name="connsiteX471" fmla="*/ 1072219 w 7467600"/>
              <a:gd name="connsiteY471" fmla="*/ 6169443 h 6858000"/>
              <a:gd name="connsiteX472" fmla="*/ 1074117 w 7467600"/>
              <a:gd name="connsiteY472" fmla="*/ 6170301 h 6858000"/>
              <a:gd name="connsiteX473" fmla="*/ 1083114 w 7467600"/>
              <a:gd name="connsiteY473" fmla="*/ 6174131 h 6858000"/>
              <a:gd name="connsiteX474" fmla="*/ 1543010 w 7467600"/>
              <a:gd name="connsiteY474" fmla="*/ 6191140 h 6858000"/>
              <a:gd name="connsiteX475" fmla="*/ 1551080 w 7467600"/>
              <a:gd name="connsiteY475" fmla="*/ 6195006 h 6858000"/>
              <a:gd name="connsiteX476" fmla="*/ 2345443 w 7467600"/>
              <a:gd name="connsiteY476" fmla="*/ 5549882 h 6858000"/>
              <a:gd name="connsiteX477" fmla="*/ 1721499 w 7467600"/>
              <a:gd name="connsiteY477" fmla="*/ 5599969 h 6858000"/>
              <a:gd name="connsiteX478" fmla="*/ 767716 w 7467600"/>
              <a:gd name="connsiteY478" fmla="*/ 5472768 h 6858000"/>
              <a:gd name="connsiteX479" fmla="*/ 722147 w 7467600"/>
              <a:gd name="connsiteY479" fmla="*/ 5393091 h 6858000"/>
              <a:gd name="connsiteX480" fmla="*/ 1485552 w 7467600"/>
              <a:gd name="connsiteY480" fmla="*/ 5313202 h 6858000"/>
              <a:gd name="connsiteX481" fmla="*/ 2143004 w 7467600"/>
              <a:gd name="connsiteY481" fmla="*/ 5402420 h 6858000"/>
              <a:gd name="connsiteX482" fmla="*/ 1933391 w 7467600"/>
              <a:gd name="connsiteY482" fmla="*/ 5156971 h 6858000"/>
              <a:gd name="connsiteX483" fmla="*/ 1827118 w 7467600"/>
              <a:gd name="connsiteY483" fmla="*/ 4968410 h 6858000"/>
              <a:gd name="connsiteX484" fmla="*/ 1837349 w 7467600"/>
              <a:gd name="connsiteY484" fmla="*/ 4956357 h 6858000"/>
              <a:gd name="connsiteX485" fmla="*/ 2162835 w 7467600"/>
              <a:gd name="connsiteY485" fmla="*/ 5187853 h 6858000"/>
              <a:gd name="connsiteX486" fmla="*/ 2257167 w 7467600"/>
              <a:gd name="connsiteY486" fmla="*/ 5462123 h 6858000"/>
              <a:gd name="connsiteX487" fmla="*/ 2261598 w 7467600"/>
              <a:gd name="connsiteY487" fmla="*/ 5467998 h 6858000"/>
              <a:gd name="connsiteX488" fmla="*/ 2437177 w 7467600"/>
              <a:gd name="connsiteY488" fmla="*/ 5479608 h 6858000"/>
              <a:gd name="connsiteX489" fmla="*/ 2445247 w 7467600"/>
              <a:gd name="connsiteY489" fmla="*/ 5483476 h 6858000"/>
              <a:gd name="connsiteX490" fmla="*/ 2743626 w 7467600"/>
              <a:gd name="connsiteY490" fmla="*/ 5304819 h 6858000"/>
              <a:gd name="connsiteX491" fmla="*/ 3048102 w 7467600"/>
              <a:gd name="connsiteY491" fmla="*/ 5150595 h 6858000"/>
              <a:gd name="connsiteX492" fmla="*/ 1799414 w 7467600"/>
              <a:gd name="connsiteY492" fmla="*/ 4694732 h 6858000"/>
              <a:gd name="connsiteX493" fmla="*/ 1771735 w 7467600"/>
              <a:gd name="connsiteY493" fmla="*/ 4619929 h 6858000"/>
              <a:gd name="connsiteX494" fmla="*/ 3104273 w 7467600"/>
              <a:gd name="connsiteY494" fmla="*/ 5076159 h 6858000"/>
              <a:gd name="connsiteX495" fmla="*/ 3113245 w 7467600"/>
              <a:gd name="connsiteY495" fmla="*/ 5090705 h 6858000"/>
              <a:gd name="connsiteX496" fmla="*/ 3126294 w 7467600"/>
              <a:gd name="connsiteY496" fmla="*/ 5114400 h 6858000"/>
              <a:gd name="connsiteX497" fmla="*/ 3937433 w 7467600"/>
              <a:gd name="connsiteY497" fmla="*/ 4830473 h 6858000"/>
              <a:gd name="connsiteX498" fmla="*/ 3590475 w 7467600"/>
              <a:gd name="connsiteY498" fmla="*/ 4597974 h 6858000"/>
              <a:gd name="connsiteX499" fmla="*/ 3100264 w 7467600"/>
              <a:gd name="connsiteY499" fmla="*/ 4579845 h 6858000"/>
              <a:gd name="connsiteX500" fmla="*/ 2183576 w 7467600"/>
              <a:gd name="connsiteY500" fmla="*/ 4227150 h 6858000"/>
              <a:gd name="connsiteX501" fmla="*/ 2151029 w 7467600"/>
              <a:gd name="connsiteY501" fmla="*/ 4146947 h 6858000"/>
              <a:gd name="connsiteX502" fmla="*/ 3563434 w 7467600"/>
              <a:gd name="connsiteY502" fmla="*/ 4469115 h 6858000"/>
              <a:gd name="connsiteX503" fmla="*/ 3177952 w 7467600"/>
              <a:gd name="connsiteY503" fmla="*/ 3657386 h 6858000"/>
              <a:gd name="connsiteX504" fmla="*/ 3189263 w 7467600"/>
              <a:gd name="connsiteY504" fmla="*/ 3625726 h 6858000"/>
              <a:gd name="connsiteX505" fmla="*/ 3560912 w 7467600"/>
              <a:gd name="connsiteY505" fmla="*/ 4079863 h 6858000"/>
              <a:gd name="connsiteX506" fmla="*/ 3626636 w 7467600"/>
              <a:gd name="connsiteY506" fmla="*/ 4512230 h 6858000"/>
              <a:gd name="connsiteX507" fmla="*/ 3653088 w 7467600"/>
              <a:gd name="connsiteY507" fmla="*/ 4521417 h 6858000"/>
              <a:gd name="connsiteX508" fmla="*/ 3988128 w 7467600"/>
              <a:gd name="connsiteY508" fmla="*/ 4817267 h 6858000"/>
              <a:gd name="connsiteX509" fmla="*/ 4830582 w 7467600"/>
              <a:gd name="connsiteY509" fmla="*/ 4676000 h 6858000"/>
              <a:gd name="connsiteX510" fmla="*/ 4830100 w 7467600"/>
              <a:gd name="connsiteY510" fmla="*/ 4675554 h 6858000"/>
              <a:gd name="connsiteX511" fmla="*/ 4036318 w 7467600"/>
              <a:gd name="connsiteY511" fmla="*/ 4147013 h 6858000"/>
              <a:gd name="connsiteX512" fmla="*/ 3432098 w 7467600"/>
              <a:gd name="connsiteY512" fmla="*/ 3537312 h 6858000"/>
              <a:gd name="connsiteX513" fmla="*/ 3446761 w 7467600"/>
              <a:gd name="connsiteY513" fmla="*/ 3461278 h 6858000"/>
              <a:gd name="connsiteX514" fmla="*/ 4419733 w 7467600"/>
              <a:gd name="connsiteY514" fmla="*/ 3963555 h 6858000"/>
              <a:gd name="connsiteX515" fmla="*/ 4781371 w 7467600"/>
              <a:gd name="connsiteY515" fmla="*/ 4458604 h 6858000"/>
              <a:gd name="connsiteX516" fmla="*/ 4780440 w 7467600"/>
              <a:gd name="connsiteY516" fmla="*/ 4470290 h 6858000"/>
              <a:gd name="connsiteX517" fmla="*/ 4898954 w 7467600"/>
              <a:gd name="connsiteY517" fmla="*/ 4662092 h 6858000"/>
              <a:gd name="connsiteX518" fmla="*/ 4900699 w 7467600"/>
              <a:gd name="connsiteY518" fmla="*/ 4670867 h 6858000"/>
              <a:gd name="connsiteX519" fmla="*/ 5714511 w 7467600"/>
              <a:gd name="connsiteY519" fmla="*/ 4663483 h 6858000"/>
              <a:gd name="connsiteX520" fmla="*/ 5464793 w 7467600"/>
              <a:gd name="connsiteY520" fmla="*/ 4393556 h 6858000"/>
              <a:gd name="connsiteX521" fmla="*/ 5461897 w 7467600"/>
              <a:gd name="connsiteY521" fmla="*/ 4390879 h 6858000"/>
              <a:gd name="connsiteX522" fmla="*/ 4294126 w 7467600"/>
              <a:gd name="connsiteY522" fmla="*/ 3303048 h 6858000"/>
              <a:gd name="connsiteX523" fmla="*/ 4305321 w 7467600"/>
              <a:gd name="connsiteY523" fmla="*/ 3256953 h 6858000"/>
              <a:gd name="connsiteX524" fmla="*/ 4949299 w 7467600"/>
              <a:gd name="connsiteY524" fmla="*/ 3766336 h 6858000"/>
              <a:gd name="connsiteX525" fmla="*/ 5291452 w 7467600"/>
              <a:gd name="connsiteY525" fmla="*/ 4076801 h 6858000"/>
              <a:gd name="connsiteX526" fmla="*/ 5434998 w 7467600"/>
              <a:gd name="connsiteY526" fmla="*/ 4254100 h 6858000"/>
              <a:gd name="connsiteX527" fmla="*/ 5351015 w 7467600"/>
              <a:gd name="connsiteY527" fmla="*/ 3760989 h 6858000"/>
              <a:gd name="connsiteX528" fmla="*/ 5413780 w 7467600"/>
              <a:gd name="connsiteY528" fmla="*/ 2966265 h 6858000"/>
              <a:gd name="connsiteX529" fmla="*/ 5425627 w 7467600"/>
              <a:gd name="connsiteY529" fmla="*/ 2954192 h 6858000"/>
              <a:gd name="connsiteX530" fmla="*/ 6604735 w 7467600"/>
              <a:gd name="connsiteY530" fmla="*/ 2041381 h 6858000"/>
              <a:gd name="connsiteX531" fmla="*/ 7204487 w 7467600"/>
              <a:gd name="connsiteY531" fmla="*/ 2742112 h 6858000"/>
              <a:gd name="connsiteX532" fmla="*/ 7131592 w 7467600"/>
              <a:gd name="connsiteY532" fmla="*/ 2672096 h 6858000"/>
              <a:gd name="connsiteX533" fmla="*/ 6996344 w 7467600"/>
              <a:gd name="connsiteY533" fmla="*/ 2518310 h 6858000"/>
              <a:gd name="connsiteX534" fmla="*/ 6735495 w 7467600"/>
              <a:gd name="connsiteY534" fmla="*/ 2196890 h 6858000"/>
              <a:gd name="connsiteX535" fmla="*/ 6721901 w 7467600"/>
              <a:gd name="connsiteY535" fmla="*/ 2179274 h 6858000"/>
              <a:gd name="connsiteX536" fmla="*/ 6604735 w 7467600"/>
              <a:gd name="connsiteY536" fmla="*/ 2041381 h 6858000"/>
              <a:gd name="connsiteX537" fmla="*/ 6591670 w 7467600"/>
              <a:gd name="connsiteY537" fmla="*/ 1988277 h 6858000"/>
              <a:gd name="connsiteX538" fmla="*/ 6747349 w 7467600"/>
              <a:gd name="connsiteY538" fmla="*/ 2160069 h 6858000"/>
              <a:gd name="connsiteX539" fmla="*/ 6760943 w 7467600"/>
              <a:gd name="connsiteY539" fmla="*/ 2177686 h 6858000"/>
              <a:gd name="connsiteX540" fmla="*/ 7021065 w 7467600"/>
              <a:gd name="connsiteY540" fmla="*/ 2498102 h 6858000"/>
              <a:gd name="connsiteX541" fmla="*/ 7155223 w 7467600"/>
              <a:gd name="connsiteY541" fmla="*/ 2650386 h 6858000"/>
              <a:gd name="connsiteX542" fmla="*/ 7203167 w 7467600"/>
              <a:gd name="connsiteY542" fmla="*/ 2697288 h 6858000"/>
              <a:gd name="connsiteX543" fmla="*/ 6937703 w 7467600"/>
              <a:gd name="connsiteY543" fmla="*/ 2321981 h 6858000"/>
              <a:gd name="connsiteX544" fmla="*/ 6591670 w 7467600"/>
              <a:gd name="connsiteY544" fmla="*/ 1988277 h 6858000"/>
              <a:gd name="connsiteX545" fmla="*/ 5798671 w 7467600"/>
              <a:gd name="connsiteY545" fmla="*/ 1981601 h 6858000"/>
              <a:gd name="connsiteX546" fmla="*/ 5754709 w 7467600"/>
              <a:gd name="connsiteY546" fmla="*/ 2071454 h 6858000"/>
              <a:gd name="connsiteX547" fmla="*/ 5763044 w 7467600"/>
              <a:gd name="connsiteY547" fmla="*/ 2842206 h 6858000"/>
              <a:gd name="connsiteX548" fmla="*/ 5764974 w 7467600"/>
              <a:gd name="connsiteY548" fmla="*/ 2799609 h 6858000"/>
              <a:gd name="connsiteX549" fmla="*/ 5767665 w 7467600"/>
              <a:gd name="connsiteY549" fmla="*/ 2666409 h 6858000"/>
              <a:gd name="connsiteX550" fmla="*/ 5763055 w 7467600"/>
              <a:gd name="connsiteY550" fmla="*/ 2579705 h 6858000"/>
              <a:gd name="connsiteX551" fmla="*/ 5758079 w 7467600"/>
              <a:gd name="connsiteY551" fmla="*/ 2492508 h 6858000"/>
              <a:gd name="connsiteX552" fmla="*/ 5779325 w 7467600"/>
              <a:gd name="connsiteY552" fmla="*/ 2197069 h 6858000"/>
              <a:gd name="connsiteX553" fmla="*/ 5798671 w 7467600"/>
              <a:gd name="connsiteY553" fmla="*/ 1981601 h 6858000"/>
              <a:gd name="connsiteX554" fmla="*/ 5829202 w 7467600"/>
              <a:gd name="connsiteY554" fmla="*/ 1971679 h 6858000"/>
              <a:gd name="connsiteX555" fmla="*/ 5809558 w 7467600"/>
              <a:gd name="connsiteY555" fmla="*/ 2198043 h 6858000"/>
              <a:gd name="connsiteX556" fmla="*/ 5788653 w 7467600"/>
              <a:gd name="connsiteY556" fmla="*/ 2489430 h 6858000"/>
              <a:gd name="connsiteX557" fmla="*/ 5793439 w 7467600"/>
              <a:gd name="connsiteY557" fmla="*/ 2575235 h 6858000"/>
              <a:gd name="connsiteX558" fmla="*/ 5796837 w 7467600"/>
              <a:gd name="connsiteY558" fmla="*/ 2637633 h 6858000"/>
              <a:gd name="connsiteX559" fmla="*/ 5818614 w 7467600"/>
              <a:gd name="connsiteY559" fmla="*/ 2473055 h 6858000"/>
              <a:gd name="connsiteX560" fmla="*/ 5829202 w 7467600"/>
              <a:gd name="connsiteY560" fmla="*/ 1971679 h 6858000"/>
              <a:gd name="connsiteX561" fmla="*/ 5911389 w 7467600"/>
              <a:gd name="connsiteY561" fmla="*/ 1898371 h 6858000"/>
              <a:gd name="connsiteX562" fmla="*/ 6237627 w 7467600"/>
              <a:gd name="connsiteY562" fmla="*/ 2231921 h 6858000"/>
              <a:gd name="connsiteX563" fmla="*/ 5911389 w 7467600"/>
              <a:gd name="connsiteY563" fmla="*/ 1898371 h 6858000"/>
              <a:gd name="connsiteX564" fmla="*/ 6944437 w 7467600"/>
              <a:gd name="connsiteY564" fmla="*/ 1575402 h 6858000"/>
              <a:gd name="connsiteX565" fmla="*/ 6304730 w 7467600"/>
              <a:gd name="connsiteY565" fmla="*/ 1766654 h 6858000"/>
              <a:gd name="connsiteX566" fmla="*/ 6944437 w 7467600"/>
              <a:gd name="connsiteY566" fmla="*/ 1575402 h 6858000"/>
              <a:gd name="connsiteX567" fmla="*/ 7019523 w 7467600"/>
              <a:gd name="connsiteY567" fmla="*/ 1519450 h 6858000"/>
              <a:gd name="connsiteX568" fmla="*/ 6298091 w 7467600"/>
              <a:gd name="connsiteY568" fmla="*/ 1737122 h 6858000"/>
              <a:gd name="connsiteX569" fmla="*/ 7019523 w 7467600"/>
              <a:gd name="connsiteY569" fmla="*/ 1519450 h 6858000"/>
              <a:gd name="connsiteX570" fmla="*/ 2399523 w 7467600"/>
              <a:gd name="connsiteY570" fmla="*/ 1428234 h 6858000"/>
              <a:gd name="connsiteX571" fmla="*/ 2224982 w 7467600"/>
              <a:gd name="connsiteY571" fmla="*/ 1826201 h 6858000"/>
              <a:gd name="connsiteX572" fmla="*/ 2096099 w 7467600"/>
              <a:gd name="connsiteY572" fmla="*/ 2345900 h 6858000"/>
              <a:gd name="connsiteX573" fmla="*/ 2283317 w 7467600"/>
              <a:gd name="connsiteY573" fmla="*/ 1796925 h 6858000"/>
              <a:gd name="connsiteX574" fmla="*/ 2399523 w 7467600"/>
              <a:gd name="connsiteY574" fmla="*/ 1428234 h 6858000"/>
              <a:gd name="connsiteX575" fmla="*/ 2448558 w 7467600"/>
              <a:gd name="connsiteY575" fmla="*/ 1373435 h 6858000"/>
              <a:gd name="connsiteX576" fmla="*/ 2312521 w 7467600"/>
              <a:gd name="connsiteY576" fmla="*/ 1806140 h 6858000"/>
              <a:gd name="connsiteX577" fmla="*/ 2127533 w 7467600"/>
              <a:gd name="connsiteY577" fmla="*/ 2348380 h 6858000"/>
              <a:gd name="connsiteX578" fmla="*/ 2358080 w 7467600"/>
              <a:gd name="connsiteY578" fmla="*/ 1866134 h 6858000"/>
              <a:gd name="connsiteX579" fmla="*/ 2407436 w 7467600"/>
              <a:gd name="connsiteY579" fmla="*/ 1651070 h 6858000"/>
              <a:gd name="connsiteX580" fmla="*/ 2448558 w 7467600"/>
              <a:gd name="connsiteY580" fmla="*/ 1373435 h 6858000"/>
              <a:gd name="connsiteX581" fmla="*/ 278707 w 7467600"/>
              <a:gd name="connsiteY581" fmla="*/ 1352270 h 6858000"/>
              <a:gd name="connsiteX582" fmla="*/ 321570 w 7467600"/>
              <a:gd name="connsiteY582" fmla="*/ 1861610 h 6858000"/>
              <a:gd name="connsiteX583" fmla="*/ 294281 w 7467600"/>
              <a:gd name="connsiteY583" fmla="*/ 1440658 h 6858000"/>
              <a:gd name="connsiteX584" fmla="*/ 278707 w 7467600"/>
              <a:gd name="connsiteY584" fmla="*/ 1352270 h 6858000"/>
              <a:gd name="connsiteX585" fmla="*/ 1423821 w 7467600"/>
              <a:gd name="connsiteY585" fmla="*/ 1351958 h 6858000"/>
              <a:gd name="connsiteX586" fmla="*/ 1638521 w 7467600"/>
              <a:gd name="connsiteY586" fmla="*/ 1908470 h 6858000"/>
              <a:gd name="connsiteX587" fmla="*/ 1754199 w 7467600"/>
              <a:gd name="connsiteY587" fmla="*/ 2149284 h 6858000"/>
              <a:gd name="connsiteX588" fmla="*/ 1908359 w 7467600"/>
              <a:gd name="connsiteY588" fmla="*/ 2364988 h 6858000"/>
              <a:gd name="connsiteX589" fmla="*/ 1647661 w 7467600"/>
              <a:gd name="connsiteY589" fmla="*/ 1825945 h 6858000"/>
              <a:gd name="connsiteX590" fmla="*/ 1423821 w 7467600"/>
              <a:gd name="connsiteY590" fmla="*/ 1351958 h 6858000"/>
              <a:gd name="connsiteX591" fmla="*/ 1431890 w 7467600"/>
              <a:gd name="connsiteY591" fmla="*/ 1306475 h 6858000"/>
              <a:gd name="connsiteX592" fmla="*/ 1507597 w 7467600"/>
              <a:gd name="connsiteY592" fmla="*/ 1446132 h 6858000"/>
              <a:gd name="connsiteX593" fmla="*/ 1674586 w 7467600"/>
              <a:gd name="connsiteY593" fmla="*/ 1813832 h 6858000"/>
              <a:gd name="connsiteX594" fmla="*/ 1815950 w 7467600"/>
              <a:gd name="connsiteY594" fmla="*/ 2128564 h 6858000"/>
              <a:gd name="connsiteX595" fmla="*/ 1984242 w 7467600"/>
              <a:gd name="connsiteY595" fmla="*/ 2430829 h 6858000"/>
              <a:gd name="connsiteX596" fmla="*/ 2014023 w 7467600"/>
              <a:gd name="connsiteY596" fmla="*/ 2450995 h 6858000"/>
              <a:gd name="connsiteX597" fmla="*/ 1747337 w 7467600"/>
              <a:gd name="connsiteY597" fmla="*/ 1855264 h 6858000"/>
              <a:gd name="connsiteX598" fmla="*/ 1533749 w 7467600"/>
              <a:gd name="connsiteY598" fmla="*/ 1478656 h 6858000"/>
              <a:gd name="connsiteX599" fmla="*/ 1431890 w 7467600"/>
              <a:gd name="connsiteY599" fmla="*/ 1306475 h 6858000"/>
              <a:gd name="connsiteX600" fmla="*/ 5052692 w 7467600"/>
              <a:gd name="connsiteY600" fmla="*/ 1292994 h 6858000"/>
              <a:gd name="connsiteX601" fmla="*/ 5200661 w 7467600"/>
              <a:gd name="connsiteY601" fmla="*/ 1635186 h 6858000"/>
              <a:gd name="connsiteX602" fmla="*/ 5297138 w 7467600"/>
              <a:gd name="connsiteY602" fmla="*/ 1906351 h 6858000"/>
              <a:gd name="connsiteX603" fmla="*/ 5052692 w 7467600"/>
              <a:gd name="connsiteY603" fmla="*/ 1292994 h 6858000"/>
              <a:gd name="connsiteX604" fmla="*/ 5009948 w 7467600"/>
              <a:gd name="connsiteY604" fmla="*/ 1273619 h 6858000"/>
              <a:gd name="connsiteX605" fmla="*/ 5121777 w 7467600"/>
              <a:gd name="connsiteY605" fmla="*/ 1654213 h 6858000"/>
              <a:gd name="connsiteX606" fmla="*/ 5293545 w 7467600"/>
              <a:gd name="connsiteY606" fmla="*/ 2072247 h 6858000"/>
              <a:gd name="connsiteX607" fmla="*/ 5294042 w 7467600"/>
              <a:gd name="connsiteY607" fmla="*/ 2065019 h 6858000"/>
              <a:gd name="connsiteX608" fmla="*/ 5171936 w 7467600"/>
              <a:gd name="connsiteY608" fmla="*/ 1647613 h 6858000"/>
              <a:gd name="connsiteX609" fmla="*/ 5009948 w 7467600"/>
              <a:gd name="connsiteY609" fmla="*/ 1273619 h 6858000"/>
              <a:gd name="connsiteX610" fmla="*/ 655236 w 7467600"/>
              <a:gd name="connsiteY610" fmla="*/ 1268632 h 6858000"/>
              <a:gd name="connsiteX611" fmla="*/ 839521 w 7467600"/>
              <a:gd name="connsiteY611" fmla="*/ 1685315 h 6858000"/>
              <a:gd name="connsiteX612" fmla="*/ 1109416 w 7467600"/>
              <a:gd name="connsiteY612" fmla="*/ 2061663 h 6858000"/>
              <a:gd name="connsiteX613" fmla="*/ 1298300 w 7467600"/>
              <a:gd name="connsiteY613" fmla="*/ 2247742 h 6858000"/>
              <a:gd name="connsiteX614" fmla="*/ 1125871 w 7467600"/>
              <a:gd name="connsiteY614" fmla="*/ 1989513 h 6858000"/>
              <a:gd name="connsiteX615" fmla="*/ 981574 w 7467600"/>
              <a:gd name="connsiteY615" fmla="*/ 1783157 h 6858000"/>
              <a:gd name="connsiteX616" fmla="*/ 922198 w 7467600"/>
              <a:gd name="connsiteY616" fmla="*/ 1677437 h 6858000"/>
              <a:gd name="connsiteX617" fmla="*/ 869293 w 7467600"/>
              <a:gd name="connsiteY617" fmla="*/ 1583214 h 6858000"/>
              <a:gd name="connsiteX618" fmla="*/ 751431 w 7467600"/>
              <a:gd name="connsiteY618" fmla="*/ 1405731 h 6858000"/>
              <a:gd name="connsiteX619" fmla="*/ 655236 w 7467600"/>
              <a:gd name="connsiteY619" fmla="*/ 1268632 h 6858000"/>
              <a:gd name="connsiteX620" fmla="*/ 6516292 w 7467600"/>
              <a:gd name="connsiteY620" fmla="*/ 1263064 h 6858000"/>
              <a:gd name="connsiteX621" fmla="*/ 5736320 w 7467600"/>
              <a:gd name="connsiteY621" fmla="*/ 1501803 h 6858000"/>
              <a:gd name="connsiteX622" fmla="*/ 6516292 w 7467600"/>
              <a:gd name="connsiteY622" fmla="*/ 1263064 h 6858000"/>
              <a:gd name="connsiteX623" fmla="*/ 291466 w 7467600"/>
              <a:gd name="connsiteY623" fmla="*/ 1250369 h 6858000"/>
              <a:gd name="connsiteX624" fmla="*/ 323180 w 7467600"/>
              <a:gd name="connsiteY624" fmla="*/ 1435283 h 6858000"/>
              <a:gd name="connsiteX625" fmla="*/ 349381 w 7467600"/>
              <a:gd name="connsiteY625" fmla="*/ 1875041 h 6858000"/>
              <a:gd name="connsiteX626" fmla="*/ 374363 w 7467600"/>
              <a:gd name="connsiteY626" fmla="*/ 1506494 h 6858000"/>
              <a:gd name="connsiteX627" fmla="*/ 302168 w 7467600"/>
              <a:gd name="connsiteY627" fmla="*/ 1274495 h 6858000"/>
              <a:gd name="connsiteX628" fmla="*/ 291466 w 7467600"/>
              <a:gd name="connsiteY628" fmla="*/ 1250369 h 6858000"/>
              <a:gd name="connsiteX629" fmla="*/ 678222 w 7467600"/>
              <a:gd name="connsiteY629" fmla="*/ 1248670 h 6858000"/>
              <a:gd name="connsiteX630" fmla="*/ 775536 w 7467600"/>
              <a:gd name="connsiteY630" fmla="*/ 1388015 h 6858000"/>
              <a:gd name="connsiteX631" fmla="*/ 894529 w 7467600"/>
              <a:gd name="connsiteY631" fmla="*/ 1567739 h 6858000"/>
              <a:gd name="connsiteX632" fmla="*/ 948000 w 7467600"/>
              <a:gd name="connsiteY632" fmla="*/ 1663088 h 6858000"/>
              <a:gd name="connsiteX633" fmla="*/ 1006812 w 7467600"/>
              <a:gd name="connsiteY633" fmla="*/ 1767683 h 6858000"/>
              <a:gd name="connsiteX634" fmla="*/ 1149133 w 7467600"/>
              <a:gd name="connsiteY634" fmla="*/ 1971513 h 6858000"/>
              <a:gd name="connsiteX635" fmla="*/ 1333952 w 7467600"/>
              <a:gd name="connsiteY635" fmla="*/ 2251620 h 6858000"/>
              <a:gd name="connsiteX636" fmla="*/ 1337329 w 7467600"/>
              <a:gd name="connsiteY636" fmla="*/ 2258350 h 6858000"/>
              <a:gd name="connsiteX637" fmla="*/ 1014726 w 7467600"/>
              <a:gd name="connsiteY637" fmla="*/ 1615556 h 6858000"/>
              <a:gd name="connsiteX638" fmla="*/ 678222 w 7467600"/>
              <a:gd name="connsiteY638" fmla="*/ 1248670 h 6858000"/>
              <a:gd name="connsiteX639" fmla="*/ 6691602 w 7467600"/>
              <a:gd name="connsiteY639" fmla="*/ 1140573 h 6858000"/>
              <a:gd name="connsiteX640" fmla="*/ 6571100 w 7467600"/>
              <a:gd name="connsiteY640" fmla="*/ 1183662 h 6858000"/>
              <a:gd name="connsiteX641" fmla="*/ 6241687 w 7467600"/>
              <a:gd name="connsiteY641" fmla="*/ 1257600 h 6858000"/>
              <a:gd name="connsiteX642" fmla="*/ 5693009 w 7467600"/>
              <a:gd name="connsiteY642" fmla="*/ 1478256 h 6858000"/>
              <a:gd name="connsiteX643" fmla="*/ 6548420 w 7467600"/>
              <a:gd name="connsiteY643" fmla="*/ 1214599 h 6858000"/>
              <a:gd name="connsiteX644" fmla="*/ 6605473 w 7467600"/>
              <a:gd name="connsiteY644" fmla="*/ 1184686 h 6858000"/>
              <a:gd name="connsiteX645" fmla="*/ 6691602 w 7467600"/>
              <a:gd name="connsiteY645" fmla="*/ 1140573 h 6858000"/>
              <a:gd name="connsiteX646" fmla="*/ 4002475 w 7467600"/>
              <a:gd name="connsiteY646" fmla="*/ 1037802 h 6858000"/>
              <a:gd name="connsiteX647" fmla="*/ 4000324 w 7467600"/>
              <a:gd name="connsiteY647" fmla="*/ 1039362 h 6858000"/>
              <a:gd name="connsiteX648" fmla="*/ 4002862 w 7467600"/>
              <a:gd name="connsiteY648" fmla="*/ 1042866 h 6858000"/>
              <a:gd name="connsiteX649" fmla="*/ 4002475 w 7467600"/>
              <a:gd name="connsiteY649" fmla="*/ 1037802 h 6858000"/>
              <a:gd name="connsiteX650" fmla="*/ 506322 w 7467600"/>
              <a:gd name="connsiteY650" fmla="*/ 1020997 h 6858000"/>
              <a:gd name="connsiteX651" fmla="*/ 533068 w 7467600"/>
              <a:gd name="connsiteY651" fmla="*/ 1029409 h 6858000"/>
              <a:gd name="connsiteX652" fmla="*/ 1232525 w 7467600"/>
              <a:gd name="connsiteY652" fmla="*/ 1804675 h 6858000"/>
              <a:gd name="connsiteX653" fmla="*/ 1388858 w 7467600"/>
              <a:gd name="connsiteY653" fmla="*/ 2368011 h 6858000"/>
              <a:gd name="connsiteX654" fmla="*/ 1384098 w 7467600"/>
              <a:gd name="connsiteY654" fmla="*/ 2378125 h 6858000"/>
              <a:gd name="connsiteX655" fmla="*/ 1425393 w 7467600"/>
              <a:gd name="connsiteY655" fmla="*/ 2589124 h 6858000"/>
              <a:gd name="connsiteX656" fmla="*/ 1424001 w 7467600"/>
              <a:gd name="connsiteY656" fmla="*/ 2597541 h 6858000"/>
              <a:gd name="connsiteX657" fmla="*/ 2152729 w 7467600"/>
              <a:gd name="connsiteY657" fmla="*/ 2864487 h 6858000"/>
              <a:gd name="connsiteX658" fmla="*/ 2020609 w 7467600"/>
              <a:gd name="connsiteY658" fmla="*/ 2539671 h 6858000"/>
              <a:gd name="connsiteX659" fmla="*/ 2018920 w 7467600"/>
              <a:gd name="connsiteY659" fmla="*/ 2536309 h 6858000"/>
              <a:gd name="connsiteX660" fmla="*/ 1342441 w 7467600"/>
              <a:gd name="connsiteY660" fmla="*/ 1173017 h 6858000"/>
              <a:gd name="connsiteX661" fmla="*/ 1367925 w 7467600"/>
              <a:gd name="connsiteY661" fmla="*/ 1135648 h 6858000"/>
              <a:gd name="connsiteX662" fmla="*/ 1771401 w 7467600"/>
              <a:gd name="connsiteY662" fmla="*/ 1806673 h 6858000"/>
              <a:gd name="connsiteX663" fmla="*/ 1972385 w 7467600"/>
              <a:gd name="connsiteY663" fmla="*/ 2198735 h 6858000"/>
              <a:gd name="connsiteX664" fmla="*/ 2040892 w 7467600"/>
              <a:gd name="connsiteY664" fmla="*/ 2405205 h 6858000"/>
              <a:gd name="connsiteX665" fmla="*/ 2131689 w 7467600"/>
              <a:gd name="connsiteY665" fmla="*/ 1936926 h 6858000"/>
              <a:gd name="connsiteX666" fmla="*/ 2454820 w 7467600"/>
              <a:gd name="connsiteY666" fmla="*/ 1248808 h 6858000"/>
              <a:gd name="connsiteX667" fmla="*/ 2492512 w 7467600"/>
              <a:gd name="connsiteY667" fmla="*/ 1302920 h 6858000"/>
              <a:gd name="connsiteX668" fmla="*/ 2081216 w 7467600"/>
              <a:gd name="connsiteY668" fmla="*/ 2527513 h 6858000"/>
              <a:gd name="connsiteX669" fmla="*/ 2081211 w 7467600"/>
              <a:gd name="connsiteY669" fmla="*/ 2528916 h 6858000"/>
              <a:gd name="connsiteX670" fmla="*/ 2199067 w 7467600"/>
              <a:gd name="connsiteY670" fmla="*/ 2884061 h 6858000"/>
              <a:gd name="connsiteX671" fmla="*/ 3192586 w 7467600"/>
              <a:gd name="connsiteY671" fmla="*/ 3411496 h 6858000"/>
              <a:gd name="connsiteX672" fmla="*/ 3182620 w 7467600"/>
              <a:gd name="connsiteY672" fmla="*/ 3483279 h 6858000"/>
              <a:gd name="connsiteX673" fmla="*/ 2435119 w 7467600"/>
              <a:gd name="connsiteY673" fmla="*/ 3080173 h 6858000"/>
              <a:gd name="connsiteX674" fmla="*/ 2410152 w 7467600"/>
              <a:gd name="connsiteY674" fmla="*/ 3063751 h 6858000"/>
              <a:gd name="connsiteX675" fmla="*/ 2408099 w 7467600"/>
              <a:gd name="connsiteY675" fmla="*/ 3064403 h 6858000"/>
              <a:gd name="connsiteX676" fmla="*/ 2407218 w 7467600"/>
              <a:gd name="connsiteY676" fmla="*/ 3070324 h 6858000"/>
              <a:gd name="connsiteX677" fmla="*/ 2380138 w 7467600"/>
              <a:gd name="connsiteY677" fmla="*/ 3099341 h 6858000"/>
              <a:gd name="connsiteX678" fmla="*/ 1765923 w 7467600"/>
              <a:gd name="connsiteY678" fmla="*/ 3581043 h 6858000"/>
              <a:gd name="connsiteX679" fmla="*/ 1702258 w 7467600"/>
              <a:gd name="connsiteY679" fmla="*/ 3612286 h 6858000"/>
              <a:gd name="connsiteX680" fmla="*/ 1538370 w 7467600"/>
              <a:gd name="connsiteY680" fmla="*/ 3811804 h 6858000"/>
              <a:gd name="connsiteX681" fmla="*/ 542867 w 7467600"/>
              <a:gd name="connsiteY681" fmla="*/ 4944092 h 6858000"/>
              <a:gd name="connsiteX682" fmla="*/ 515800 w 7467600"/>
              <a:gd name="connsiteY682" fmla="*/ 4862180 h 6858000"/>
              <a:gd name="connsiteX683" fmla="*/ 909145 w 7467600"/>
              <a:gd name="connsiteY683" fmla="*/ 4199225 h 6858000"/>
              <a:gd name="connsiteX684" fmla="*/ 1214067 w 7467600"/>
              <a:gd name="connsiteY684" fmla="*/ 3908561 h 6858000"/>
              <a:gd name="connsiteX685" fmla="*/ 640967 w 7467600"/>
              <a:gd name="connsiteY685" fmla="*/ 4105601 h 6858000"/>
              <a:gd name="connsiteX686" fmla="*/ 112563 w 7467600"/>
              <a:gd name="connsiteY686" fmla="*/ 4396952 h 6858000"/>
              <a:gd name="connsiteX687" fmla="*/ 0 w 7467600"/>
              <a:gd name="connsiteY687" fmla="*/ 4466006 h 6858000"/>
              <a:gd name="connsiteX688" fmla="*/ 0 w 7467600"/>
              <a:gd name="connsiteY688" fmla="*/ 4233763 h 6858000"/>
              <a:gd name="connsiteX689" fmla="*/ 36881 w 7467600"/>
              <a:gd name="connsiteY689" fmla="*/ 4200118 h 6858000"/>
              <a:gd name="connsiteX690" fmla="*/ 910534 w 7467600"/>
              <a:gd name="connsiteY690" fmla="*/ 3629753 h 6858000"/>
              <a:gd name="connsiteX691" fmla="*/ 1578717 w 7467600"/>
              <a:gd name="connsiteY691" fmla="*/ 3575982 h 6858000"/>
              <a:gd name="connsiteX692" fmla="*/ 2338780 w 7467600"/>
              <a:gd name="connsiteY692" fmla="*/ 3033725 h 6858000"/>
              <a:gd name="connsiteX693" fmla="*/ 1807991 w 7467600"/>
              <a:gd name="connsiteY693" fmla="*/ 2807184 h 6858000"/>
              <a:gd name="connsiteX694" fmla="*/ 1416358 w 7467600"/>
              <a:gd name="connsiteY694" fmla="*/ 3112571 h 6858000"/>
              <a:gd name="connsiteX695" fmla="*/ 939066 w 7467600"/>
              <a:gd name="connsiteY695" fmla="*/ 3378798 h 6858000"/>
              <a:gd name="connsiteX696" fmla="*/ 115099 w 7467600"/>
              <a:gd name="connsiteY696" fmla="*/ 3607650 h 6858000"/>
              <a:gd name="connsiteX697" fmla="*/ 97284 w 7467600"/>
              <a:gd name="connsiteY697" fmla="*/ 3520393 h 6858000"/>
              <a:gd name="connsiteX698" fmla="*/ 922050 w 7467600"/>
              <a:gd name="connsiteY698" fmla="*/ 3074867 h 6858000"/>
              <a:gd name="connsiteX699" fmla="*/ 1405265 w 7467600"/>
              <a:gd name="connsiteY699" fmla="*/ 3016319 h 6858000"/>
              <a:gd name="connsiteX700" fmla="*/ 1407512 w 7467600"/>
              <a:gd name="connsiteY700" fmla="*/ 3018001 h 6858000"/>
              <a:gd name="connsiteX701" fmla="*/ 1726266 w 7467600"/>
              <a:gd name="connsiteY701" fmla="*/ 2777274 h 6858000"/>
              <a:gd name="connsiteX702" fmla="*/ 625390 w 7467600"/>
              <a:gd name="connsiteY702" fmla="*/ 2514541 h 6858000"/>
              <a:gd name="connsiteX703" fmla="*/ 619799 w 7467600"/>
              <a:gd name="connsiteY703" fmla="*/ 2527180 h 6858000"/>
              <a:gd name="connsiteX704" fmla="*/ 310030 w 7467600"/>
              <a:gd name="connsiteY704" fmla="*/ 2771818 h 6858000"/>
              <a:gd name="connsiteX705" fmla="*/ 173877 w 7467600"/>
              <a:gd name="connsiteY705" fmla="*/ 2937056 h 6858000"/>
              <a:gd name="connsiteX706" fmla="*/ 77889 w 7467600"/>
              <a:gd name="connsiteY706" fmla="*/ 3138440 h 6858000"/>
              <a:gd name="connsiteX707" fmla="*/ 0 w 7467600"/>
              <a:gd name="connsiteY707" fmla="*/ 3271395 h 6858000"/>
              <a:gd name="connsiteX708" fmla="*/ 0 w 7467600"/>
              <a:gd name="connsiteY708" fmla="*/ 3153002 h 6858000"/>
              <a:gd name="connsiteX709" fmla="*/ 2386 w 7467600"/>
              <a:gd name="connsiteY709" fmla="*/ 3149203 h 6858000"/>
              <a:gd name="connsiteX710" fmla="*/ 89753 w 7467600"/>
              <a:gd name="connsiteY710" fmla="*/ 2987702 h 6858000"/>
              <a:gd name="connsiteX711" fmla="*/ 76869 w 7467600"/>
              <a:gd name="connsiteY711" fmla="*/ 3005404 h 6858000"/>
              <a:gd name="connsiteX712" fmla="*/ 32049 w 7467600"/>
              <a:gd name="connsiteY712" fmla="*/ 3065814 h 6858000"/>
              <a:gd name="connsiteX713" fmla="*/ 0 w 7467600"/>
              <a:gd name="connsiteY713" fmla="*/ 3108744 h 6858000"/>
              <a:gd name="connsiteX714" fmla="*/ 0 w 7467600"/>
              <a:gd name="connsiteY714" fmla="*/ 3058059 h 6858000"/>
              <a:gd name="connsiteX715" fmla="*/ 7610 w 7467600"/>
              <a:gd name="connsiteY715" fmla="*/ 3047889 h 6858000"/>
              <a:gd name="connsiteX716" fmla="*/ 52419 w 7467600"/>
              <a:gd name="connsiteY716" fmla="*/ 2987479 h 6858000"/>
              <a:gd name="connsiteX717" fmla="*/ 59142 w 7467600"/>
              <a:gd name="connsiteY717" fmla="*/ 2978488 h 6858000"/>
              <a:gd name="connsiteX718" fmla="*/ 0 w 7467600"/>
              <a:gd name="connsiteY718" fmla="*/ 3015334 h 6858000"/>
              <a:gd name="connsiteX719" fmla="*/ 0 w 7467600"/>
              <a:gd name="connsiteY719" fmla="*/ 2914286 h 6858000"/>
              <a:gd name="connsiteX720" fmla="*/ 36383 w 7467600"/>
              <a:gd name="connsiteY720" fmla="*/ 2901128 h 6858000"/>
              <a:gd name="connsiteX721" fmla="*/ 156329 w 7467600"/>
              <a:gd name="connsiteY721" fmla="*/ 2840533 h 6858000"/>
              <a:gd name="connsiteX722" fmla="*/ 358355 w 7467600"/>
              <a:gd name="connsiteY722" fmla="*/ 2620471 h 6858000"/>
              <a:gd name="connsiteX723" fmla="*/ 510577 w 7467600"/>
              <a:gd name="connsiteY723" fmla="*/ 2501244 h 6858000"/>
              <a:gd name="connsiteX724" fmla="*/ 211967 w 7467600"/>
              <a:gd name="connsiteY724" fmla="*/ 2479171 h 6858000"/>
              <a:gd name="connsiteX725" fmla="*/ 0 w 7467600"/>
              <a:gd name="connsiteY725" fmla="*/ 2476398 h 6858000"/>
              <a:gd name="connsiteX726" fmla="*/ 0 w 7467600"/>
              <a:gd name="connsiteY726" fmla="*/ 2389189 h 6858000"/>
              <a:gd name="connsiteX727" fmla="*/ 103062 w 7467600"/>
              <a:gd name="connsiteY727" fmla="*/ 2389518 h 6858000"/>
              <a:gd name="connsiteX728" fmla="*/ 510734 w 7467600"/>
              <a:gd name="connsiteY728" fmla="*/ 2416201 h 6858000"/>
              <a:gd name="connsiteX729" fmla="*/ 279257 w 7467600"/>
              <a:gd name="connsiteY729" fmla="*/ 2092102 h 6858000"/>
              <a:gd name="connsiteX730" fmla="*/ 65265 w 7467600"/>
              <a:gd name="connsiteY730" fmla="*/ 2006049 h 6858000"/>
              <a:gd name="connsiteX731" fmla="*/ 0 w 7467600"/>
              <a:gd name="connsiteY731" fmla="*/ 1982532 h 6858000"/>
              <a:gd name="connsiteX732" fmla="*/ 0 w 7467600"/>
              <a:gd name="connsiteY732" fmla="*/ 1912789 h 6858000"/>
              <a:gd name="connsiteX733" fmla="*/ 97460 w 7467600"/>
              <a:gd name="connsiteY733" fmla="*/ 1953725 h 6858000"/>
              <a:gd name="connsiteX734" fmla="*/ 221272 w 7467600"/>
              <a:gd name="connsiteY734" fmla="*/ 1980766 h 6858000"/>
              <a:gd name="connsiteX735" fmla="*/ 116765 w 7467600"/>
              <a:gd name="connsiteY735" fmla="*/ 1911033 h 6858000"/>
              <a:gd name="connsiteX736" fmla="*/ 16405 w 7467600"/>
              <a:gd name="connsiteY736" fmla="*/ 1803412 h 6858000"/>
              <a:gd name="connsiteX737" fmla="*/ 0 w 7467600"/>
              <a:gd name="connsiteY737" fmla="*/ 1784777 h 6858000"/>
              <a:gd name="connsiteX738" fmla="*/ 0 w 7467600"/>
              <a:gd name="connsiteY738" fmla="*/ 1740082 h 6858000"/>
              <a:gd name="connsiteX739" fmla="*/ 39394 w 7467600"/>
              <a:gd name="connsiteY739" fmla="*/ 1784856 h 6858000"/>
              <a:gd name="connsiteX740" fmla="*/ 135813 w 7467600"/>
              <a:gd name="connsiteY740" fmla="*/ 1888838 h 6858000"/>
              <a:gd name="connsiteX741" fmla="*/ 242575 w 7467600"/>
              <a:gd name="connsiteY741" fmla="*/ 1958841 h 6858000"/>
              <a:gd name="connsiteX742" fmla="*/ 82197 w 7467600"/>
              <a:gd name="connsiteY742" fmla="*/ 1754826 h 6858000"/>
              <a:gd name="connsiteX743" fmla="*/ 0 w 7467600"/>
              <a:gd name="connsiteY743" fmla="*/ 1679650 h 6858000"/>
              <a:gd name="connsiteX744" fmla="*/ 0 w 7467600"/>
              <a:gd name="connsiteY744" fmla="*/ 1602463 h 6858000"/>
              <a:gd name="connsiteX745" fmla="*/ 84689 w 7467600"/>
              <a:gd name="connsiteY745" fmla="*/ 1677442 h 6858000"/>
              <a:gd name="connsiteX746" fmla="*/ 298437 w 7467600"/>
              <a:gd name="connsiteY746" fmla="*/ 1968019 h 6858000"/>
              <a:gd name="connsiteX747" fmla="*/ 227269 w 7467600"/>
              <a:gd name="connsiteY747" fmla="*/ 1114064 h 6858000"/>
              <a:gd name="connsiteX748" fmla="*/ 248003 w 7467600"/>
              <a:gd name="connsiteY748" fmla="*/ 1089613 h 6858000"/>
              <a:gd name="connsiteX749" fmla="*/ 427020 w 7467600"/>
              <a:gd name="connsiteY749" fmla="*/ 1619803 h 6858000"/>
              <a:gd name="connsiteX750" fmla="*/ 340345 w 7467600"/>
              <a:gd name="connsiteY750" fmla="*/ 2027739 h 6858000"/>
              <a:gd name="connsiteX751" fmla="*/ 360865 w 7467600"/>
              <a:gd name="connsiteY751" fmla="*/ 2044827 h 6858000"/>
              <a:gd name="connsiteX752" fmla="*/ 560414 w 7467600"/>
              <a:gd name="connsiteY752" fmla="*/ 2421457 h 6858000"/>
              <a:gd name="connsiteX753" fmla="*/ 1359703 w 7467600"/>
              <a:gd name="connsiteY753" fmla="*/ 2578554 h 6858000"/>
              <a:gd name="connsiteX754" fmla="*/ 1359422 w 7467600"/>
              <a:gd name="connsiteY754" fmla="*/ 2577994 h 6858000"/>
              <a:gd name="connsiteX755" fmla="*/ 828701 w 7467600"/>
              <a:gd name="connsiteY755" fmla="*/ 1839520 h 6858000"/>
              <a:gd name="connsiteX756" fmla="*/ 494427 w 7467600"/>
              <a:gd name="connsiteY756" fmla="*/ 1092333 h 6858000"/>
              <a:gd name="connsiteX757" fmla="*/ 506322 w 7467600"/>
              <a:gd name="connsiteY757" fmla="*/ 1020997 h 6858000"/>
              <a:gd name="connsiteX758" fmla="*/ 4570198 w 7467600"/>
              <a:gd name="connsiteY758" fmla="*/ 978081 h 6858000"/>
              <a:gd name="connsiteX759" fmla="*/ 4523691 w 7467600"/>
              <a:gd name="connsiteY759" fmla="*/ 1127776 h 6858000"/>
              <a:gd name="connsiteX760" fmla="*/ 4509875 w 7467600"/>
              <a:gd name="connsiteY760" fmla="*/ 1167552 h 6858000"/>
              <a:gd name="connsiteX761" fmla="*/ 4478168 w 7467600"/>
              <a:gd name="connsiteY761" fmla="*/ 1260735 h 6858000"/>
              <a:gd name="connsiteX762" fmla="*/ 4409309 w 7467600"/>
              <a:gd name="connsiteY762" fmla="*/ 1666996 h 6858000"/>
              <a:gd name="connsiteX763" fmla="*/ 4370031 w 7467600"/>
              <a:gd name="connsiteY763" fmla="*/ 1955666 h 6858000"/>
              <a:gd name="connsiteX764" fmla="*/ 4570198 w 7467600"/>
              <a:gd name="connsiteY764" fmla="*/ 978081 h 6858000"/>
              <a:gd name="connsiteX765" fmla="*/ 4557898 w 7467600"/>
              <a:gd name="connsiteY765" fmla="*/ 900011 h 6858000"/>
              <a:gd name="connsiteX766" fmla="*/ 4344840 w 7467600"/>
              <a:gd name="connsiteY766" fmla="*/ 1922038 h 6858000"/>
              <a:gd name="connsiteX767" fmla="*/ 4378710 w 7467600"/>
              <a:gd name="connsiteY767" fmla="*/ 1665516 h 6858000"/>
              <a:gd name="connsiteX768" fmla="*/ 4448798 w 7467600"/>
              <a:gd name="connsiteY768" fmla="*/ 1253024 h 6858000"/>
              <a:gd name="connsiteX769" fmla="*/ 4480315 w 7467600"/>
              <a:gd name="connsiteY769" fmla="*/ 1158454 h 6858000"/>
              <a:gd name="connsiteX770" fmla="*/ 4494133 w 7467600"/>
              <a:gd name="connsiteY770" fmla="*/ 1118676 h 6858000"/>
              <a:gd name="connsiteX771" fmla="*/ 4557898 w 7467600"/>
              <a:gd name="connsiteY771" fmla="*/ 900011 h 6858000"/>
              <a:gd name="connsiteX772" fmla="*/ 5870151 w 7467600"/>
              <a:gd name="connsiteY772" fmla="*/ 898890 h 6858000"/>
              <a:gd name="connsiteX773" fmla="*/ 5861335 w 7467600"/>
              <a:gd name="connsiteY773" fmla="*/ 899177 h 6858000"/>
              <a:gd name="connsiteX774" fmla="*/ 5843702 w 7467600"/>
              <a:gd name="connsiteY774" fmla="*/ 899748 h 6858000"/>
              <a:gd name="connsiteX775" fmla="*/ 5651107 w 7467600"/>
              <a:gd name="connsiteY775" fmla="*/ 920306 h 6858000"/>
              <a:gd name="connsiteX776" fmla="*/ 5459407 w 7467600"/>
              <a:gd name="connsiteY776" fmla="*/ 940975 h 6858000"/>
              <a:gd name="connsiteX777" fmla="*/ 5374846 w 7467600"/>
              <a:gd name="connsiteY777" fmla="*/ 941988 h 6858000"/>
              <a:gd name="connsiteX778" fmla="*/ 5256105 w 7467600"/>
              <a:gd name="connsiteY778" fmla="*/ 945632 h 6858000"/>
              <a:gd name="connsiteX779" fmla="*/ 5107071 w 7467600"/>
              <a:gd name="connsiteY779" fmla="*/ 969720 h 6858000"/>
              <a:gd name="connsiteX780" fmla="*/ 4998681 w 7467600"/>
              <a:gd name="connsiteY780" fmla="*/ 988771 h 6858000"/>
              <a:gd name="connsiteX781" fmla="*/ 5870151 w 7467600"/>
              <a:gd name="connsiteY781" fmla="*/ 898890 h 6858000"/>
              <a:gd name="connsiteX782" fmla="*/ 5504425 w 7467600"/>
              <a:gd name="connsiteY782" fmla="*/ 848067 h 6858000"/>
              <a:gd name="connsiteX783" fmla="*/ 4968849 w 7467600"/>
              <a:gd name="connsiteY783" fmla="*/ 962318 h 6858000"/>
              <a:gd name="connsiteX784" fmla="*/ 5104039 w 7467600"/>
              <a:gd name="connsiteY784" fmla="*/ 940634 h 6858000"/>
              <a:gd name="connsiteX785" fmla="*/ 5256311 w 7467600"/>
              <a:gd name="connsiteY785" fmla="*/ 916490 h 6858000"/>
              <a:gd name="connsiteX786" fmla="*/ 5377381 w 7467600"/>
              <a:gd name="connsiteY786" fmla="*/ 912671 h 6858000"/>
              <a:gd name="connsiteX787" fmla="*/ 5460148 w 7467600"/>
              <a:gd name="connsiteY787" fmla="*/ 911442 h 6858000"/>
              <a:gd name="connsiteX788" fmla="*/ 5648971 w 7467600"/>
              <a:gd name="connsiteY788" fmla="*/ 891331 h 6858000"/>
              <a:gd name="connsiteX789" fmla="*/ 5844807 w 7467600"/>
              <a:gd name="connsiteY789" fmla="*/ 870718 h 6858000"/>
              <a:gd name="connsiteX790" fmla="*/ 5862975 w 7467600"/>
              <a:gd name="connsiteY790" fmla="*/ 869756 h 6858000"/>
              <a:gd name="connsiteX791" fmla="*/ 5920887 w 7467600"/>
              <a:gd name="connsiteY791" fmla="*/ 865929 h 6858000"/>
              <a:gd name="connsiteX792" fmla="*/ 5504425 w 7467600"/>
              <a:gd name="connsiteY792" fmla="*/ 848067 h 6858000"/>
              <a:gd name="connsiteX793" fmla="*/ 3607114 w 7467600"/>
              <a:gd name="connsiteY793" fmla="*/ 467441 h 6858000"/>
              <a:gd name="connsiteX794" fmla="*/ 3296242 w 7467600"/>
              <a:gd name="connsiteY794" fmla="*/ 807991 h 6858000"/>
              <a:gd name="connsiteX795" fmla="*/ 3174674 w 7467600"/>
              <a:gd name="connsiteY795" fmla="*/ 919759 h 6858000"/>
              <a:gd name="connsiteX796" fmla="*/ 3042978 w 7467600"/>
              <a:gd name="connsiteY796" fmla="*/ 1054894 h 6858000"/>
              <a:gd name="connsiteX797" fmla="*/ 2968914 w 7467600"/>
              <a:gd name="connsiteY797" fmla="*/ 1133756 h 6858000"/>
              <a:gd name="connsiteX798" fmla="*/ 3103823 w 7467600"/>
              <a:gd name="connsiteY798" fmla="*/ 1026814 h 6858000"/>
              <a:gd name="connsiteX799" fmla="*/ 3607114 w 7467600"/>
              <a:gd name="connsiteY799" fmla="*/ 467441 h 6858000"/>
              <a:gd name="connsiteX800" fmla="*/ 3744487 w 7467600"/>
              <a:gd name="connsiteY800" fmla="*/ 383136 h 6858000"/>
              <a:gd name="connsiteX801" fmla="*/ 3970213 w 7467600"/>
              <a:gd name="connsiteY801" fmla="*/ 995559 h 6858000"/>
              <a:gd name="connsiteX802" fmla="*/ 3744487 w 7467600"/>
              <a:gd name="connsiteY802" fmla="*/ 383136 h 6858000"/>
              <a:gd name="connsiteX803" fmla="*/ 3624562 w 7467600"/>
              <a:gd name="connsiteY803" fmla="*/ 367041 h 6858000"/>
              <a:gd name="connsiteX804" fmla="*/ 3489712 w 7467600"/>
              <a:gd name="connsiteY804" fmla="*/ 485386 h 6858000"/>
              <a:gd name="connsiteX805" fmla="*/ 3182994 w 7467600"/>
              <a:gd name="connsiteY805" fmla="*/ 828265 h 6858000"/>
              <a:gd name="connsiteX806" fmla="*/ 2892114 w 7467600"/>
              <a:gd name="connsiteY806" fmla="*/ 1172635 h 6858000"/>
              <a:gd name="connsiteX807" fmla="*/ 3021459 w 7467600"/>
              <a:gd name="connsiteY807" fmla="*/ 1035385 h 6858000"/>
              <a:gd name="connsiteX808" fmla="*/ 3153873 w 7467600"/>
              <a:gd name="connsiteY808" fmla="*/ 898971 h 6858000"/>
              <a:gd name="connsiteX809" fmla="*/ 3276511 w 7467600"/>
              <a:gd name="connsiteY809" fmla="*/ 786423 h 6858000"/>
              <a:gd name="connsiteX810" fmla="*/ 3584154 w 7467600"/>
              <a:gd name="connsiteY810" fmla="*/ 448218 h 6858000"/>
              <a:gd name="connsiteX811" fmla="*/ 3624562 w 7467600"/>
              <a:gd name="connsiteY811" fmla="*/ 367041 h 6858000"/>
              <a:gd name="connsiteX812" fmla="*/ 3766672 w 7467600"/>
              <a:gd name="connsiteY812" fmla="*/ 359429 h 6858000"/>
              <a:gd name="connsiteX813" fmla="*/ 3996338 w 7467600"/>
              <a:gd name="connsiteY813" fmla="*/ 968237 h 6858000"/>
              <a:gd name="connsiteX814" fmla="*/ 3766672 w 7467600"/>
              <a:gd name="connsiteY814" fmla="*/ 359429 h 6858000"/>
              <a:gd name="connsiteX815" fmla="*/ 5805386 w 7467600"/>
              <a:gd name="connsiteY815" fmla="*/ 239240 h 6858000"/>
              <a:gd name="connsiteX816" fmla="*/ 5736947 w 7467600"/>
              <a:gd name="connsiteY816" fmla="*/ 261367 h 6858000"/>
              <a:gd name="connsiteX817" fmla="*/ 5427012 w 7467600"/>
              <a:gd name="connsiteY817" fmla="*/ 311272 h 6858000"/>
              <a:gd name="connsiteX818" fmla="*/ 5147818 w 7467600"/>
              <a:gd name="connsiteY818" fmla="*/ 322112 h 6858000"/>
              <a:gd name="connsiteX819" fmla="*/ 5060854 w 7467600"/>
              <a:gd name="connsiteY819" fmla="*/ 311882 h 6858000"/>
              <a:gd name="connsiteX820" fmla="*/ 4945989 w 7467600"/>
              <a:gd name="connsiteY820" fmla="*/ 300516 h 6858000"/>
              <a:gd name="connsiteX821" fmla="*/ 5410479 w 7467600"/>
              <a:gd name="connsiteY821" fmla="*/ 348434 h 6858000"/>
              <a:gd name="connsiteX822" fmla="*/ 5805386 w 7467600"/>
              <a:gd name="connsiteY822" fmla="*/ 239240 h 6858000"/>
              <a:gd name="connsiteX823" fmla="*/ 5905192 w 7467600"/>
              <a:gd name="connsiteY823" fmla="*/ 163079 h 6858000"/>
              <a:gd name="connsiteX824" fmla="*/ 5865655 w 7467600"/>
              <a:gd name="connsiteY824" fmla="*/ 171901 h 6858000"/>
              <a:gd name="connsiteX825" fmla="*/ 5259740 w 7467600"/>
              <a:gd name="connsiteY825" fmla="*/ 257013 h 6858000"/>
              <a:gd name="connsiteX826" fmla="*/ 5208466 w 7467600"/>
              <a:gd name="connsiteY826" fmla="*/ 257550 h 6858000"/>
              <a:gd name="connsiteX827" fmla="*/ 4980204 w 7467600"/>
              <a:gd name="connsiteY827" fmla="*/ 271903 h 6858000"/>
              <a:gd name="connsiteX828" fmla="*/ 5068068 w 7467600"/>
              <a:gd name="connsiteY828" fmla="*/ 282244 h 6858000"/>
              <a:gd name="connsiteX829" fmla="*/ 5153231 w 7467600"/>
              <a:gd name="connsiteY829" fmla="*/ 292240 h 6858000"/>
              <a:gd name="connsiteX830" fmla="*/ 5426491 w 7467600"/>
              <a:gd name="connsiteY830" fmla="*/ 281128 h 6858000"/>
              <a:gd name="connsiteX831" fmla="*/ 5731212 w 7467600"/>
              <a:gd name="connsiteY831" fmla="*/ 231951 h 6858000"/>
              <a:gd name="connsiteX832" fmla="*/ 5905192 w 7467600"/>
              <a:gd name="connsiteY832" fmla="*/ 163079 h 6858000"/>
              <a:gd name="connsiteX833" fmla="*/ 5944437 w 7467600"/>
              <a:gd name="connsiteY833" fmla="*/ 113829 h 6858000"/>
              <a:gd name="connsiteX834" fmla="*/ 5825032 w 7467600"/>
              <a:gd name="connsiteY834" fmla="*/ 146405 h 6858000"/>
              <a:gd name="connsiteX835" fmla="*/ 4955599 w 7467600"/>
              <a:gd name="connsiteY835" fmla="*/ 247008 h 6858000"/>
              <a:gd name="connsiteX836" fmla="*/ 5210104 w 7467600"/>
              <a:gd name="connsiteY836" fmla="*/ 228123 h 6858000"/>
              <a:gd name="connsiteX837" fmla="*/ 5261015 w 7467600"/>
              <a:gd name="connsiteY837" fmla="*/ 227087 h 6858000"/>
              <a:gd name="connsiteX838" fmla="*/ 5861181 w 7467600"/>
              <a:gd name="connsiteY838" fmla="*/ 143093 h 6858000"/>
              <a:gd name="connsiteX839" fmla="*/ 5961252 w 7467600"/>
              <a:gd name="connsiteY839" fmla="*/ 114820 h 6858000"/>
              <a:gd name="connsiteX840" fmla="*/ 5944437 w 7467600"/>
              <a:gd name="connsiteY840" fmla="*/ 113829 h 6858000"/>
              <a:gd name="connsiteX841" fmla="*/ 3882765 w 7467600"/>
              <a:gd name="connsiteY841" fmla="*/ 0 h 6858000"/>
              <a:gd name="connsiteX842" fmla="*/ 3995099 w 7467600"/>
              <a:gd name="connsiteY842" fmla="*/ 0 h 6858000"/>
              <a:gd name="connsiteX843" fmla="*/ 4163818 w 7467600"/>
              <a:gd name="connsiteY843" fmla="*/ 234104 h 6858000"/>
              <a:gd name="connsiteX844" fmla="*/ 4172099 w 7467600"/>
              <a:gd name="connsiteY844" fmla="*/ 234207 h 6858000"/>
              <a:gd name="connsiteX845" fmla="*/ 4784282 w 7467600"/>
              <a:gd name="connsiteY845" fmla="*/ 276561 h 6858000"/>
              <a:gd name="connsiteX846" fmla="*/ 4801687 w 7467600"/>
              <a:gd name="connsiteY846" fmla="*/ 267764 h 6858000"/>
              <a:gd name="connsiteX847" fmla="*/ 6082788 w 7467600"/>
              <a:gd name="connsiteY847" fmla="*/ 64119 h 6858000"/>
              <a:gd name="connsiteX848" fmla="*/ 6099442 w 7467600"/>
              <a:gd name="connsiteY848" fmla="*/ 82568 h 6858000"/>
              <a:gd name="connsiteX849" fmla="*/ 4804137 w 7467600"/>
              <a:gd name="connsiteY849" fmla="*/ 320931 h 6858000"/>
              <a:gd name="connsiteX850" fmla="*/ 4227047 w 7467600"/>
              <a:gd name="connsiteY850" fmla="*/ 313415 h 6858000"/>
              <a:gd name="connsiteX851" fmla="*/ 4346041 w 7467600"/>
              <a:gd name="connsiteY851" fmla="*/ 456086 h 6858000"/>
              <a:gd name="connsiteX852" fmla="*/ 4870967 w 7467600"/>
              <a:gd name="connsiteY852" fmla="*/ 963061 h 6858000"/>
              <a:gd name="connsiteX853" fmla="*/ 4889647 w 7467600"/>
              <a:gd name="connsiteY853" fmla="*/ 957147 h 6858000"/>
              <a:gd name="connsiteX854" fmla="*/ 5422504 w 7467600"/>
              <a:gd name="connsiteY854" fmla="*/ 805191 h 6858000"/>
              <a:gd name="connsiteX855" fmla="*/ 6087656 w 7467600"/>
              <a:gd name="connsiteY855" fmla="*/ 826703 h 6858000"/>
              <a:gd name="connsiteX856" fmla="*/ 6058717 w 7467600"/>
              <a:gd name="connsiteY856" fmla="*/ 865992 h 6858000"/>
              <a:gd name="connsiteX857" fmla="*/ 4974153 w 7467600"/>
              <a:gd name="connsiteY857" fmla="*/ 1045456 h 6858000"/>
              <a:gd name="connsiteX858" fmla="*/ 5627835 w 7467600"/>
              <a:gd name="connsiteY858" fmla="*/ 1472077 h 6858000"/>
              <a:gd name="connsiteX859" fmla="*/ 5629817 w 7467600"/>
              <a:gd name="connsiteY859" fmla="*/ 1471412 h 6858000"/>
              <a:gd name="connsiteX860" fmla="*/ 5634124 w 7467600"/>
              <a:gd name="connsiteY860" fmla="*/ 1470572 h 6858000"/>
              <a:gd name="connsiteX861" fmla="*/ 5755832 w 7467600"/>
              <a:gd name="connsiteY861" fmla="*/ 1383886 h 6858000"/>
              <a:gd name="connsiteX862" fmla="*/ 6014186 w 7467600"/>
              <a:gd name="connsiteY862" fmla="*/ 1279799 h 6858000"/>
              <a:gd name="connsiteX863" fmla="*/ 6901619 w 7467600"/>
              <a:gd name="connsiteY863" fmla="*/ 1047874 h 6858000"/>
              <a:gd name="connsiteX864" fmla="*/ 6931566 w 7467600"/>
              <a:gd name="connsiteY864" fmla="*/ 1062034 h 6858000"/>
              <a:gd name="connsiteX865" fmla="*/ 5790982 w 7467600"/>
              <a:gd name="connsiteY865" fmla="*/ 1561380 h 6858000"/>
              <a:gd name="connsiteX866" fmla="*/ 6188971 w 7467600"/>
              <a:gd name="connsiteY866" fmla="*/ 1755168 h 6858000"/>
              <a:gd name="connsiteX867" fmla="*/ 6202446 w 7467600"/>
              <a:gd name="connsiteY867" fmla="*/ 1752268 h 6858000"/>
              <a:gd name="connsiteX868" fmla="*/ 7179560 w 7467600"/>
              <a:gd name="connsiteY868" fmla="*/ 1467551 h 6858000"/>
              <a:gd name="connsiteX869" fmla="*/ 7158730 w 7467600"/>
              <a:gd name="connsiteY869" fmla="*/ 1507835 h 6858000"/>
              <a:gd name="connsiteX870" fmla="*/ 6326959 w 7467600"/>
              <a:gd name="connsiteY870" fmla="*/ 1817686 h 6858000"/>
              <a:gd name="connsiteX871" fmla="*/ 6537433 w 7467600"/>
              <a:gd name="connsiteY871" fmla="*/ 1907790 h 6858000"/>
              <a:gd name="connsiteX872" fmla="*/ 6550221 w 7467600"/>
              <a:gd name="connsiteY872" fmla="*/ 1910729 h 6858000"/>
              <a:gd name="connsiteX873" fmla="*/ 6964438 w 7467600"/>
              <a:gd name="connsiteY873" fmla="*/ 2209505 h 6858000"/>
              <a:gd name="connsiteX874" fmla="*/ 7367862 w 7467600"/>
              <a:gd name="connsiteY874" fmla="*/ 2806833 h 6858000"/>
              <a:gd name="connsiteX875" fmla="*/ 7364329 w 7467600"/>
              <a:gd name="connsiteY875" fmla="*/ 2826907 h 6858000"/>
              <a:gd name="connsiteX876" fmla="*/ 7290545 w 7467600"/>
              <a:gd name="connsiteY876" fmla="*/ 2850663 h 6858000"/>
              <a:gd name="connsiteX877" fmla="*/ 6472036 w 7467600"/>
              <a:gd name="connsiteY877" fmla="*/ 1959003 h 6858000"/>
              <a:gd name="connsiteX878" fmla="*/ 5792897 w 7467600"/>
              <a:gd name="connsiteY878" fmla="*/ 1647747 h 6858000"/>
              <a:gd name="connsiteX879" fmla="*/ 5842751 w 7467600"/>
              <a:gd name="connsiteY879" fmla="*/ 1816112 h 6858000"/>
              <a:gd name="connsiteX880" fmla="*/ 5847424 w 7467600"/>
              <a:gd name="connsiteY880" fmla="*/ 1815776 h 6858000"/>
              <a:gd name="connsiteX881" fmla="*/ 6399821 w 7467600"/>
              <a:gd name="connsiteY881" fmla="*/ 2344799 h 6858000"/>
              <a:gd name="connsiteX882" fmla="*/ 6323232 w 7467600"/>
              <a:gd name="connsiteY882" fmla="*/ 2389634 h 6858000"/>
              <a:gd name="connsiteX883" fmla="*/ 5942958 w 7467600"/>
              <a:gd name="connsiteY883" fmla="*/ 2077708 h 6858000"/>
              <a:gd name="connsiteX884" fmla="*/ 5921559 w 7467600"/>
              <a:gd name="connsiteY884" fmla="*/ 2378596 h 6858000"/>
              <a:gd name="connsiteX885" fmla="*/ 5817651 w 7467600"/>
              <a:gd name="connsiteY885" fmla="*/ 3023919 h 6858000"/>
              <a:gd name="connsiteX886" fmla="*/ 5729634 w 7467600"/>
              <a:gd name="connsiteY886" fmla="*/ 3051849 h 6858000"/>
              <a:gd name="connsiteX887" fmla="*/ 5611018 w 7467600"/>
              <a:gd name="connsiteY887" fmla="*/ 2316769 h 6858000"/>
              <a:gd name="connsiteX888" fmla="*/ 5687608 w 7467600"/>
              <a:gd name="connsiteY888" fmla="*/ 2039972 h 6858000"/>
              <a:gd name="connsiteX889" fmla="*/ 5657554 w 7467600"/>
              <a:gd name="connsiteY889" fmla="*/ 1576445 h 6858000"/>
              <a:gd name="connsiteX890" fmla="*/ 5150475 w 7467600"/>
              <a:gd name="connsiteY890" fmla="*/ 1274012 h 6858000"/>
              <a:gd name="connsiteX891" fmla="*/ 5349142 w 7467600"/>
              <a:gd name="connsiteY891" fmla="*/ 2204405 h 6858000"/>
              <a:gd name="connsiteX892" fmla="*/ 5262214 w 7467600"/>
              <a:gd name="connsiteY892" fmla="*/ 2233836 h 6858000"/>
              <a:gd name="connsiteX893" fmla="*/ 4981539 w 7467600"/>
              <a:gd name="connsiteY893" fmla="*/ 1542201 h 6858000"/>
              <a:gd name="connsiteX894" fmla="*/ 4958461 w 7467600"/>
              <a:gd name="connsiteY894" fmla="*/ 1136957 h 6858000"/>
              <a:gd name="connsiteX895" fmla="*/ 4655015 w 7467600"/>
              <a:gd name="connsiteY895" fmla="*/ 891426 h 6858000"/>
              <a:gd name="connsiteX896" fmla="*/ 4348002 w 7467600"/>
              <a:gd name="connsiteY896" fmla="*/ 2205895 h 6858000"/>
              <a:gd name="connsiteX897" fmla="*/ 4262250 w 7467600"/>
              <a:gd name="connsiteY897" fmla="*/ 2219972 h 6858000"/>
              <a:gd name="connsiteX898" fmla="*/ 4550611 w 7467600"/>
              <a:gd name="connsiteY898" fmla="*/ 817540 h 6858000"/>
              <a:gd name="connsiteX899" fmla="*/ 4564418 w 7467600"/>
              <a:gd name="connsiteY899" fmla="*/ 808293 h 6858000"/>
              <a:gd name="connsiteX900" fmla="*/ 4266388 w 7467600"/>
              <a:gd name="connsiteY900" fmla="*/ 500083 h 6858000"/>
              <a:gd name="connsiteX901" fmla="*/ 4032842 w 7467600"/>
              <a:gd name="connsiteY901" fmla="*/ 211809 h 6858000"/>
              <a:gd name="connsiteX902" fmla="*/ 3882765 w 7467600"/>
              <a:gd name="connsiteY902" fmla="*/ 0 h 6858000"/>
              <a:gd name="connsiteX903" fmla="*/ 3721337 w 7467600"/>
              <a:gd name="connsiteY903" fmla="*/ 0 h 6858000"/>
              <a:gd name="connsiteX904" fmla="*/ 3797544 w 7467600"/>
              <a:gd name="connsiteY904" fmla="*/ 0 h 6858000"/>
              <a:gd name="connsiteX905" fmla="*/ 3775734 w 7467600"/>
              <a:gd name="connsiteY905" fmla="*/ 95131 h 6858000"/>
              <a:gd name="connsiteX906" fmla="*/ 3724807 w 7467600"/>
              <a:gd name="connsiteY906" fmla="*/ 272257 h 6858000"/>
              <a:gd name="connsiteX907" fmla="*/ 3726844 w 7467600"/>
              <a:gd name="connsiteY907" fmla="*/ 282988 h 6858000"/>
              <a:gd name="connsiteX908" fmla="*/ 3742664 w 7467600"/>
              <a:gd name="connsiteY908" fmla="*/ 279918 h 6858000"/>
              <a:gd name="connsiteX909" fmla="*/ 4103910 w 7467600"/>
              <a:gd name="connsiteY909" fmla="*/ 1161917 h 6858000"/>
              <a:gd name="connsiteX910" fmla="*/ 4020269 w 7467600"/>
              <a:gd name="connsiteY910" fmla="*/ 1200406 h 6858000"/>
              <a:gd name="connsiteX911" fmla="*/ 3674882 w 7467600"/>
              <a:gd name="connsiteY911" fmla="*/ 488524 h 6858000"/>
              <a:gd name="connsiteX912" fmla="*/ 3132682 w 7467600"/>
              <a:gd name="connsiteY912" fmla="*/ 1072284 h 6858000"/>
              <a:gd name="connsiteX913" fmla="*/ 2716346 w 7467600"/>
              <a:gd name="connsiteY913" fmla="*/ 1276376 h 6858000"/>
              <a:gd name="connsiteX914" fmla="*/ 2716772 w 7467600"/>
              <a:gd name="connsiteY914" fmla="*/ 1255462 h 6858000"/>
              <a:gd name="connsiteX915" fmla="*/ 3471096 w 7467600"/>
              <a:gd name="connsiteY915" fmla="*/ 437072 h 6858000"/>
              <a:gd name="connsiteX916" fmla="*/ 3639057 w 7467600"/>
              <a:gd name="connsiteY916" fmla="*/ 286334 h 6858000"/>
              <a:gd name="connsiteX917" fmla="*/ 3640309 w 7467600"/>
              <a:gd name="connsiteY917" fmla="*/ 284664 h 6858000"/>
              <a:gd name="connsiteX918" fmla="*/ 3646022 w 7467600"/>
              <a:gd name="connsiteY918" fmla="*/ 276711 h 6858000"/>
              <a:gd name="connsiteX919" fmla="*/ 3707943 w 7467600"/>
              <a:gd name="connsiteY919" fmla="*/ 65958 h 6858000"/>
              <a:gd name="connsiteX920" fmla="*/ 3721337 w 7467600"/>
              <a:gd name="connsiteY920" fmla="*/ 0 h 6858000"/>
              <a:gd name="connsiteX921" fmla="*/ 2867960 w 7467600"/>
              <a:gd name="connsiteY921" fmla="*/ 0 h 6858000"/>
              <a:gd name="connsiteX922" fmla="*/ 2926351 w 7467600"/>
              <a:gd name="connsiteY922" fmla="*/ 0 h 6858000"/>
              <a:gd name="connsiteX923" fmla="*/ 2902823 w 7467600"/>
              <a:gd name="connsiteY923" fmla="*/ 262929 h 6858000"/>
              <a:gd name="connsiteX924" fmla="*/ 2940663 w 7467600"/>
              <a:gd name="connsiteY924" fmla="*/ 140884 h 6858000"/>
              <a:gd name="connsiteX925" fmla="*/ 2947039 w 7467600"/>
              <a:gd name="connsiteY925" fmla="*/ 122524 h 6858000"/>
              <a:gd name="connsiteX926" fmla="*/ 2984316 w 7467600"/>
              <a:gd name="connsiteY926" fmla="*/ 0 h 6858000"/>
              <a:gd name="connsiteX927" fmla="*/ 3016114 w 7467600"/>
              <a:gd name="connsiteY927" fmla="*/ 0 h 6858000"/>
              <a:gd name="connsiteX928" fmla="*/ 2979949 w 7467600"/>
              <a:gd name="connsiteY928" fmla="*/ 119274 h 6858000"/>
              <a:gd name="connsiteX929" fmla="*/ 3023879 w 7467600"/>
              <a:gd name="connsiteY929" fmla="*/ 0 h 6858000"/>
              <a:gd name="connsiteX930" fmla="*/ 3105400 w 7467600"/>
              <a:gd name="connsiteY930" fmla="*/ 0 h 6858000"/>
              <a:gd name="connsiteX931" fmla="*/ 3094669 w 7467600"/>
              <a:gd name="connsiteY931" fmla="*/ 30308 h 6858000"/>
              <a:gd name="connsiteX932" fmla="*/ 2901945 w 7467600"/>
              <a:gd name="connsiteY932" fmla="*/ 466538 h 6858000"/>
              <a:gd name="connsiteX933" fmla="*/ 2815209 w 7467600"/>
              <a:gd name="connsiteY933" fmla="*/ 497361 h 6858000"/>
              <a:gd name="connsiteX934" fmla="*/ 2844845 w 7467600"/>
              <a:gd name="connsiteY934" fmla="*/ 127638 h 6858000"/>
              <a:gd name="connsiteX935" fmla="*/ 2867960 w 7467600"/>
              <a:gd name="connsiteY935" fmla="*/ 0 h 6858000"/>
              <a:gd name="connsiteX936" fmla="*/ 1057230 w 7467600"/>
              <a:gd name="connsiteY936" fmla="*/ 0 h 6858000"/>
              <a:gd name="connsiteX937" fmla="*/ 1111003 w 7467600"/>
              <a:gd name="connsiteY937" fmla="*/ 0 h 6858000"/>
              <a:gd name="connsiteX938" fmla="*/ 1125553 w 7467600"/>
              <a:gd name="connsiteY938" fmla="*/ 52588 h 6858000"/>
              <a:gd name="connsiteX939" fmla="*/ 1304276 w 7467600"/>
              <a:gd name="connsiteY939" fmla="*/ 476275 h 6858000"/>
              <a:gd name="connsiteX940" fmla="*/ 1492066 w 7467600"/>
              <a:gd name="connsiteY940" fmla="*/ 886333 h 6858000"/>
              <a:gd name="connsiteX941" fmla="*/ 1423698 w 7467600"/>
              <a:gd name="connsiteY941" fmla="*/ 710817 h 6858000"/>
              <a:gd name="connsiteX942" fmla="*/ 1357609 w 7467600"/>
              <a:gd name="connsiteY942" fmla="*/ 532892 h 6858000"/>
              <a:gd name="connsiteX943" fmla="*/ 1309550 w 7467600"/>
              <a:gd name="connsiteY943" fmla="*/ 374031 h 6858000"/>
              <a:gd name="connsiteX944" fmla="*/ 1193673 w 7467600"/>
              <a:gd name="connsiteY944" fmla="*/ 49533 h 6858000"/>
              <a:gd name="connsiteX945" fmla="*/ 1164391 w 7467600"/>
              <a:gd name="connsiteY945" fmla="*/ 0 h 6858000"/>
              <a:gd name="connsiteX946" fmla="*/ 1200666 w 7467600"/>
              <a:gd name="connsiteY946" fmla="*/ 0 h 6858000"/>
              <a:gd name="connsiteX947" fmla="*/ 1223408 w 7467600"/>
              <a:gd name="connsiteY947" fmla="*/ 38996 h 6858000"/>
              <a:gd name="connsiteX948" fmla="*/ 1339635 w 7467600"/>
              <a:gd name="connsiteY948" fmla="*/ 365517 h 6858000"/>
              <a:gd name="connsiteX949" fmla="*/ 1387469 w 7467600"/>
              <a:gd name="connsiteY949" fmla="*/ 523079 h 6858000"/>
              <a:gd name="connsiteX950" fmla="*/ 1452685 w 7467600"/>
              <a:gd name="connsiteY950" fmla="*/ 699806 h 6858000"/>
              <a:gd name="connsiteX951" fmla="*/ 1492092 w 7467600"/>
              <a:gd name="connsiteY951" fmla="*/ 800424 h 6858000"/>
              <a:gd name="connsiteX952" fmla="*/ 1455302 w 7467600"/>
              <a:gd name="connsiteY952" fmla="*/ 632913 h 6858000"/>
              <a:gd name="connsiteX953" fmla="*/ 1222336 w 7467600"/>
              <a:gd name="connsiteY953" fmla="*/ 9480 h 6858000"/>
              <a:gd name="connsiteX954" fmla="*/ 1214634 w 7467600"/>
              <a:gd name="connsiteY954" fmla="*/ 0 h 6858000"/>
              <a:gd name="connsiteX955" fmla="*/ 1289827 w 7467600"/>
              <a:gd name="connsiteY955" fmla="*/ 0 h 6858000"/>
              <a:gd name="connsiteX956" fmla="*/ 1321076 w 7467600"/>
              <a:gd name="connsiteY956" fmla="*/ 59722 h 6858000"/>
              <a:gd name="connsiteX957" fmla="*/ 1512579 w 7467600"/>
              <a:gd name="connsiteY957" fmla="*/ 626441 h 6858000"/>
              <a:gd name="connsiteX958" fmla="*/ 1506076 w 7467600"/>
              <a:gd name="connsiteY958" fmla="*/ 1089289 h 6858000"/>
              <a:gd name="connsiteX959" fmla="*/ 1486346 w 7467600"/>
              <a:gd name="connsiteY959" fmla="*/ 1079919 h 6858000"/>
              <a:gd name="connsiteX960" fmla="*/ 1070511 w 7467600"/>
              <a:gd name="connsiteY960" fmla="*/ 48609 h 6858000"/>
              <a:gd name="connsiteX961" fmla="*/ 1057230 w 7467600"/>
              <a:gd name="connsiteY961" fmla="*/ 0 h 6858000"/>
              <a:gd name="connsiteX962" fmla="*/ 43151 w 7467600"/>
              <a:gd name="connsiteY962" fmla="*/ 0 h 6858000"/>
              <a:gd name="connsiteX963" fmla="*/ 95283 w 7467600"/>
              <a:gd name="connsiteY963" fmla="*/ 0 h 6858000"/>
              <a:gd name="connsiteX964" fmla="*/ 300708 w 7467600"/>
              <a:gd name="connsiteY964" fmla="*/ 154571 h 6858000"/>
              <a:gd name="connsiteX965" fmla="*/ 530414 w 7467600"/>
              <a:gd name="connsiteY965" fmla="*/ 354673 h 6858000"/>
              <a:gd name="connsiteX966" fmla="*/ 333785 w 7467600"/>
              <a:gd name="connsiteY966" fmla="*/ 161564 h 6858000"/>
              <a:gd name="connsiteX967" fmla="*/ 147005 w 7467600"/>
              <a:gd name="connsiteY967" fmla="*/ 0 h 6858000"/>
              <a:gd name="connsiteX968" fmla="*/ 272509 w 7467600"/>
              <a:gd name="connsiteY968" fmla="*/ 0 h 6858000"/>
              <a:gd name="connsiteX969" fmla="*/ 326276 w 7467600"/>
              <a:gd name="connsiteY969" fmla="*/ 45847 h 6858000"/>
              <a:gd name="connsiteX970" fmla="*/ 823759 w 7467600"/>
              <a:gd name="connsiteY970" fmla="*/ 574145 h 6858000"/>
              <a:gd name="connsiteX971" fmla="*/ 811254 w 7467600"/>
              <a:gd name="connsiteY971" fmla="*/ 665546 h 6858000"/>
              <a:gd name="connsiteX972" fmla="*/ 154042 w 7467600"/>
              <a:gd name="connsiteY972" fmla="*/ 261522 h 6858000"/>
              <a:gd name="connsiteX973" fmla="*/ 13550 w 7467600"/>
              <a:gd name="connsiteY973" fmla="*/ 158423 h 6858000"/>
              <a:gd name="connsiteX974" fmla="*/ 0 w 7467600"/>
              <a:gd name="connsiteY974" fmla="*/ 146618 h 6858000"/>
              <a:gd name="connsiteX975" fmla="*/ 0 w 7467600"/>
              <a:gd name="connsiteY975" fmla="*/ 59161 h 6858000"/>
              <a:gd name="connsiteX976" fmla="*/ 45427 w 7467600"/>
              <a:gd name="connsiteY976" fmla="*/ 101078 h 6858000"/>
              <a:gd name="connsiteX977" fmla="*/ 630103 w 7467600"/>
              <a:gd name="connsiteY977" fmla="*/ 485885 h 6858000"/>
              <a:gd name="connsiteX978" fmla="*/ 532040 w 7467600"/>
              <a:gd name="connsiteY978" fmla="*/ 399359 h 6858000"/>
              <a:gd name="connsiteX979" fmla="*/ 517618 w 7467600"/>
              <a:gd name="connsiteY979" fmla="*/ 385726 h 6858000"/>
              <a:gd name="connsiteX980" fmla="*/ 285074 w 7467600"/>
              <a:gd name="connsiteY980" fmla="*/ 182755 h 6858000"/>
              <a:gd name="connsiteX981" fmla="*/ 43151 w 7467600"/>
              <a:gd name="connsiteY98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356878 w 7467600"/>
              <a:gd name="connsiteY90" fmla="*/ 5981332 h 6858000"/>
              <a:gd name="connsiteX91" fmla="*/ 7467600 w 7467600"/>
              <a:gd name="connsiteY91" fmla="*/ 6117703 h 6858000"/>
              <a:gd name="connsiteX92" fmla="*/ 7467600 w 7467600"/>
              <a:gd name="connsiteY92" fmla="*/ 6163634 h 6858000"/>
              <a:gd name="connsiteX93" fmla="*/ 7403637 w 7467600"/>
              <a:gd name="connsiteY93" fmla="*/ 6083957 h 6858000"/>
              <a:gd name="connsiteX94" fmla="*/ 7254615 w 7467600"/>
              <a:gd name="connsiteY94" fmla="*/ 5911918 h 6858000"/>
              <a:gd name="connsiteX95" fmla="*/ 7312589 w 7467600"/>
              <a:gd name="connsiteY95" fmla="*/ 5982309 h 6858000"/>
              <a:gd name="connsiteX96" fmla="*/ 7448321 w 7467600"/>
              <a:gd name="connsiteY96" fmla="*/ 6190991 h 6858000"/>
              <a:gd name="connsiteX97" fmla="*/ 7467600 w 7467600"/>
              <a:gd name="connsiteY97" fmla="*/ 6221686 h 6858000"/>
              <a:gd name="connsiteX98" fmla="*/ 7467600 w 7467600"/>
              <a:gd name="connsiteY98" fmla="*/ 6334256 h 6858000"/>
              <a:gd name="connsiteX99" fmla="*/ 7454976 w 7467600"/>
              <a:gd name="connsiteY99" fmla="*/ 6318297 h 6858000"/>
              <a:gd name="connsiteX100" fmla="*/ 7042773 w 7467600"/>
              <a:gd name="connsiteY100" fmla="*/ 5734011 h 6858000"/>
              <a:gd name="connsiteX101" fmla="*/ 6844835 w 7467600"/>
              <a:gd name="connsiteY101" fmla="*/ 5424988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1903353 w 7467600"/>
              <a:gd name="connsiteY125" fmla="*/ 5044827 h 6858000"/>
              <a:gd name="connsiteX126" fmla="*/ 1936931 w 7467600"/>
              <a:gd name="connsiteY126" fmla="*/ 5093954 h 6858000"/>
              <a:gd name="connsiteX127" fmla="*/ 2195868 w 7467600"/>
              <a:gd name="connsiteY127" fmla="*/ 5396574 h 6858000"/>
              <a:gd name="connsiteX128" fmla="*/ 2088852 w 7467600"/>
              <a:gd name="connsiteY128" fmla="*/ 5166123 h 6858000"/>
              <a:gd name="connsiteX129" fmla="*/ 1958241 w 7467600"/>
              <a:gd name="connsiteY129" fmla="*/ 5067955 h 6858000"/>
              <a:gd name="connsiteX130" fmla="*/ 1903353 w 7467600"/>
              <a:gd name="connsiteY130" fmla="*/ 5044827 h 6858000"/>
              <a:gd name="connsiteX131" fmla="*/ 1979378 w 7467600"/>
              <a:gd name="connsiteY131" fmla="*/ 4769504 h 6858000"/>
              <a:gd name="connsiteX132" fmla="*/ 2882120 w 7467600"/>
              <a:gd name="connsiteY132" fmla="*/ 5064547 h 6858000"/>
              <a:gd name="connsiteX133" fmla="*/ 2793103 w 7467600"/>
              <a:gd name="connsiteY133" fmla="*/ 5039699 h 6858000"/>
              <a:gd name="connsiteX134" fmla="*/ 2770041 w 7467600"/>
              <a:gd name="connsiteY134" fmla="*/ 5033634 h 6858000"/>
              <a:gd name="connsiteX135" fmla="*/ 1979378 w 7467600"/>
              <a:gd name="connsiteY135" fmla="*/ 4769504 h 6858000"/>
              <a:gd name="connsiteX136" fmla="*/ 1927410 w 7467600"/>
              <a:gd name="connsiteY136" fmla="*/ 4716164 h 6858000"/>
              <a:gd name="connsiteX137" fmla="*/ 1959587 w 7467600"/>
              <a:gd name="connsiteY137" fmla="*/ 4728849 h 6858000"/>
              <a:gd name="connsiteX138" fmla="*/ 2777707 w 7467600"/>
              <a:gd name="connsiteY138" fmla="*/ 5003991 h 6858000"/>
              <a:gd name="connsiteX139" fmla="*/ 2800768 w 7467600"/>
              <a:gd name="connsiteY139" fmla="*/ 5010056 h 6858000"/>
              <a:gd name="connsiteX140" fmla="*/ 2879408 w 7467600"/>
              <a:gd name="connsiteY140" fmla="*/ 5031590 h 6858000"/>
              <a:gd name="connsiteX141" fmla="*/ 2862295 w 7467600"/>
              <a:gd name="connsiteY141" fmla="*/ 5022958 h 6858000"/>
              <a:gd name="connsiteX142" fmla="*/ 2813343 w 7467600"/>
              <a:gd name="connsiteY142" fmla="*/ 4998369 h 6858000"/>
              <a:gd name="connsiteX143" fmla="*/ 2646245 w 7467600"/>
              <a:gd name="connsiteY143" fmla="*/ 4930999 h 6858000"/>
              <a:gd name="connsiteX144" fmla="*/ 1999243 w 7467600"/>
              <a:gd name="connsiteY144" fmla="*/ 4730524 h 6858000"/>
              <a:gd name="connsiteX145" fmla="*/ 1979527 w 7467600"/>
              <a:gd name="connsiteY145" fmla="*/ 4726651 h 6858000"/>
              <a:gd name="connsiteX146" fmla="*/ 1927410 w 7467600"/>
              <a:gd name="connsiteY146" fmla="*/ 4716164 h 6858000"/>
              <a:gd name="connsiteX147" fmla="*/ 1997014 w 7467600"/>
              <a:gd name="connsiteY147" fmla="*/ 4698007 h 6858000"/>
              <a:gd name="connsiteX148" fmla="*/ 2005458 w 7467600"/>
              <a:gd name="connsiteY148" fmla="*/ 4699540 h 6858000"/>
              <a:gd name="connsiteX149" fmla="*/ 2657186 w 7467600"/>
              <a:gd name="connsiteY149" fmla="*/ 4901687 h 6858000"/>
              <a:gd name="connsiteX150" fmla="*/ 2826662 w 7467600"/>
              <a:gd name="connsiteY150" fmla="*/ 4970362 h 6858000"/>
              <a:gd name="connsiteX151" fmla="*/ 2876100 w 7467600"/>
              <a:gd name="connsiteY151" fmla="*/ 4995397 h 6858000"/>
              <a:gd name="connsiteX152" fmla="*/ 3042600 w 7467600"/>
              <a:gd name="connsiteY152" fmla="*/ 5059532 h 6858000"/>
              <a:gd name="connsiteX153" fmla="*/ 1997014 w 7467600"/>
              <a:gd name="connsiteY153" fmla="*/ 4698007 h 6858000"/>
              <a:gd name="connsiteX154" fmla="*/ 2305292 w 7467600"/>
              <a:gd name="connsiteY154" fmla="*/ 4219492 h 6858000"/>
              <a:gd name="connsiteX155" fmla="*/ 3360922 w 7467600"/>
              <a:gd name="connsiteY155" fmla="*/ 4529373 h 6858000"/>
              <a:gd name="connsiteX156" fmla="*/ 3492420 w 7467600"/>
              <a:gd name="connsiteY156" fmla="*/ 4510145 h 6858000"/>
              <a:gd name="connsiteX157" fmla="*/ 3364086 w 7467600"/>
              <a:gd name="connsiteY157" fmla="*/ 4480340 h 6858000"/>
              <a:gd name="connsiteX158" fmla="*/ 3225818 w 7467600"/>
              <a:gd name="connsiteY158" fmla="*/ 4411822 h 6858000"/>
              <a:gd name="connsiteX159" fmla="*/ 3129696 w 7467600"/>
              <a:gd name="connsiteY159" fmla="*/ 4360704 h 6858000"/>
              <a:gd name="connsiteX160" fmla="*/ 2814545 w 7467600"/>
              <a:gd name="connsiteY160" fmla="*/ 4282955 h 6858000"/>
              <a:gd name="connsiteX161" fmla="*/ 2305292 w 7467600"/>
              <a:gd name="connsiteY161" fmla="*/ 4219492 h 6858000"/>
              <a:gd name="connsiteX162" fmla="*/ 2626982 w 7467600"/>
              <a:gd name="connsiteY162" fmla="*/ 4206450 h 6858000"/>
              <a:gd name="connsiteX163" fmla="*/ 2490617 w 7467600"/>
              <a:gd name="connsiteY163" fmla="*/ 4206951 h 6858000"/>
              <a:gd name="connsiteX164" fmla="*/ 2819869 w 7467600"/>
              <a:gd name="connsiteY164" fmla="*/ 4252936 h 6858000"/>
              <a:gd name="connsiteX165" fmla="*/ 3143018 w 7467600"/>
              <a:gd name="connsiteY165" fmla="*/ 4332698 h 6858000"/>
              <a:gd name="connsiteX166" fmla="*/ 3241520 w 7467600"/>
              <a:gd name="connsiteY166" fmla="*/ 4385112 h 6858000"/>
              <a:gd name="connsiteX167" fmla="*/ 3374575 w 7467600"/>
              <a:gd name="connsiteY167" fmla="*/ 4451517 h 6858000"/>
              <a:gd name="connsiteX168" fmla="*/ 3505221 w 7467600"/>
              <a:gd name="connsiteY168" fmla="*/ 4480757 h 6858000"/>
              <a:gd name="connsiteX169" fmla="*/ 2626982 w 7467600"/>
              <a:gd name="connsiteY169" fmla="*/ 4206450 h 6858000"/>
              <a:gd name="connsiteX170" fmla="*/ 1310106 w 7467600"/>
              <a:gd name="connsiteY170" fmla="*/ 3943217 h 6858000"/>
              <a:gd name="connsiteX171" fmla="*/ 854994 w 7467600"/>
              <a:gd name="connsiteY171" fmla="*/ 4399136 h 6858000"/>
              <a:gd name="connsiteX172" fmla="*/ 742462 w 7467600"/>
              <a:gd name="connsiteY172" fmla="*/ 4594648 h 6858000"/>
              <a:gd name="connsiteX173" fmla="*/ 820602 w 7467600"/>
              <a:gd name="connsiteY173" fmla="*/ 4485915 h 6858000"/>
              <a:gd name="connsiteX174" fmla="*/ 878295 w 7467600"/>
              <a:gd name="connsiteY174" fmla="*/ 4403594 h 6858000"/>
              <a:gd name="connsiteX175" fmla="*/ 1240607 w 7467600"/>
              <a:gd name="connsiteY175" fmla="*/ 4010401 h 6858000"/>
              <a:gd name="connsiteX176" fmla="*/ 1310106 w 7467600"/>
              <a:gd name="connsiteY176" fmla="*/ 3943217 h 6858000"/>
              <a:gd name="connsiteX177" fmla="*/ 1423113 w 7467600"/>
              <a:gd name="connsiteY177" fmla="*/ 3874565 h 6858000"/>
              <a:gd name="connsiteX178" fmla="*/ 1260565 w 7467600"/>
              <a:gd name="connsiteY178" fmla="*/ 4031982 h 6858000"/>
              <a:gd name="connsiteX179" fmla="*/ 901900 w 7467600"/>
              <a:gd name="connsiteY179" fmla="*/ 4421236 h 6858000"/>
              <a:gd name="connsiteX180" fmla="*/ 845044 w 7467600"/>
              <a:gd name="connsiteY180" fmla="*/ 4502436 h 6858000"/>
              <a:gd name="connsiteX181" fmla="*/ 685926 w 7467600"/>
              <a:gd name="connsiteY181" fmla="*/ 4703069 h 6858000"/>
              <a:gd name="connsiteX182" fmla="*/ 684248 w 7467600"/>
              <a:gd name="connsiteY182" fmla="*/ 4706721 h 6858000"/>
              <a:gd name="connsiteX183" fmla="*/ 1423113 w 7467600"/>
              <a:gd name="connsiteY183" fmla="*/ 3874565 h 6858000"/>
              <a:gd name="connsiteX184" fmla="*/ 3316479 w 7467600"/>
              <a:gd name="connsiteY184" fmla="*/ 3872136 h 6858000"/>
              <a:gd name="connsiteX185" fmla="*/ 3546806 w 7467600"/>
              <a:gd name="connsiteY185" fmla="*/ 4356139 h 6858000"/>
              <a:gd name="connsiteX186" fmla="*/ 3364433 w 7467600"/>
              <a:gd name="connsiteY186" fmla="*/ 3953121 h 6858000"/>
              <a:gd name="connsiteX187" fmla="*/ 3316479 w 7467600"/>
              <a:gd name="connsiteY187" fmla="*/ 3872136 h 6858000"/>
              <a:gd name="connsiteX188" fmla="*/ 3291335 w 7467600"/>
              <a:gd name="connsiteY188" fmla="*/ 3767420 h 6858000"/>
              <a:gd name="connsiteX189" fmla="*/ 3390805 w 7467600"/>
              <a:gd name="connsiteY189" fmla="*/ 3937163 h 6858000"/>
              <a:gd name="connsiteX190" fmla="*/ 3579062 w 7467600"/>
              <a:gd name="connsiteY190" fmla="*/ 4359040 h 6858000"/>
              <a:gd name="connsiteX191" fmla="*/ 3467355 w 7467600"/>
              <a:gd name="connsiteY191" fmla="*/ 3988130 h 6858000"/>
              <a:gd name="connsiteX192" fmla="*/ 3310753 w 7467600"/>
              <a:gd name="connsiteY192" fmla="*/ 3787140 h 6858000"/>
              <a:gd name="connsiteX193" fmla="*/ 3291335 w 7467600"/>
              <a:gd name="connsiteY193" fmla="*/ 3767420 h 6858000"/>
              <a:gd name="connsiteX194" fmla="*/ 1635889 w 7467600"/>
              <a:gd name="connsiteY194" fmla="*/ 3709494 h 6858000"/>
              <a:gd name="connsiteX195" fmla="*/ 1634800 w 7467600"/>
              <a:gd name="connsiteY195" fmla="*/ 3731111 h 6858000"/>
              <a:gd name="connsiteX196" fmla="*/ 1635889 w 7467600"/>
              <a:gd name="connsiteY196" fmla="*/ 3709494 h 6858000"/>
              <a:gd name="connsiteX197" fmla="*/ 1510397 w 7467600"/>
              <a:gd name="connsiteY197" fmla="*/ 3684705 h 6858000"/>
              <a:gd name="connsiteX198" fmla="*/ 1146550 w 7467600"/>
              <a:gd name="connsiteY198" fmla="*/ 3802012 h 6858000"/>
              <a:gd name="connsiteX199" fmla="*/ 698834 w 7467600"/>
              <a:gd name="connsiteY199" fmla="*/ 3952272 h 6858000"/>
              <a:gd name="connsiteX200" fmla="*/ 34256 w 7467600"/>
              <a:gd name="connsiteY200" fmla="*/ 4347603 h 6858000"/>
              <a:gd name="connsiteX201" fmla="*/ 527241 w 7467600"/>
              <a:gd name="connsiteY201" fmla="*/ 4065078 h 6858000"/>
              <a:gd name="connsiteX202" fmla="*/ 1510397 w 7467600"/>
              <a:gd name="connsiteY202" fmla="*/ 3684705 h 6858000"/>
              <a:gd name="connsiteX203" fmla="*/ 1313114 w 7467600"/>
              <a:gd name="connsiteY203" fmla="*/ 3655216 h 6858000"/>
              <a:gd name="connsiteX204" fmla="*/ 1109304 w 7467600"/>
              <a:gd name="connsiteY204" fmla="*/ 3669030 h 6858000"/>
              <a:gd name="connsiteX205" fmla="*/ 8129 w 7467600"/>
              <a:gd name="connsiteY205" fmla="*/ 4330519 h 6858000"/>
              <a:gd name="connsiteX206" fmla="*/ 687572 w 7467600"/>
              <a:gd name="connsiteY206" fmla="*/ 3925629 h 6858000"/>
              <a:gd name="connsiteX207" fmla="*/ 1138365 w 7467600"/>
              <a:gd name="connsiteY207" fmla="*/ 3774515 h 6858000"/>
              <a:gd name="connsiteX208" fmla="*/ 1505579 w 7467600"/>
              <a:gd name="connsiteY208" fmla="*/ 3655526 h 6858000"/>
              <a:gd name="connsiteX209" fmla="*/ 1313114 w 7467600"/>
              <a:gd name="connsiteY209" fmla="*/ 3655216 h 6858000"/>
              <a:gd name="connsiteX210" fmla="*/ 3655073 w 7467600"/>
              <a:gd name="connsiteY210" fmla="*/ 3650884 h 6858000"/>
              <a:gd name="connsiteX211" fmla="*/ 3989938 w 7467600"/>
              <a:gd name="connsiteY211" fmla="*/ 3991685 h 6858000"/>
              <a:gd name="connsiteX212" fmla="*/ 4393907 w 7467600"/>
              <a:gd name="connsiteY212" fmla="*/ 4261258 h 6858000"/>
              <a:gd name="connsiteX213" fmla="*/ 4648051 w 7467600"/>
              <a:gd name="connsiteY213" fmla="*/ 4374051 h 6858000"/>
              <a:gd name="connsiteX214" fmla="*/ 4383389 w 7467600"/>
              <a:gd name="connsiteY214" fmla="*/ 4184369 h 6858000"/>
              <a:gd name="connsiteX215" fmla="*/ 4165508 w 7467600"/>
              <a:gd name="connsiteY215" fmla="*/ 4035196 h 6858000"/>
              <a:gd name="connsiteX216" fmla="*/ 4068162 w 7467600"/>
              <a:gd name="connsiteY216" fmla="*/ 3953394 h 6858000"/>
              <a:gd name="connsiteX217" fmla="*/ 3981416 w 7467600"/>
              <a:gd name="connsiteY217" fmla="*/ 3880482 h 6858000"/>
              <a:gd name="connsiteX218" fmla="*/ 3800147 w 7467600"/>
              <a:gd name="connsiteY218" fmla="*/ 3749872 h 6858000"/>
              <a:gd name="connsiteX219" fmla="*/ 3655073 w 7467600"/>
              <a:gd name="connsiteY219" fmla="*/ 3650884 h 6858000"/>
              <a:gd name="connsiteX220" fmla="*/ 3670252 w 7467600"/>
              <a:gd name="connsiteY220" fmla="*/ 3622798 h 6858000"/>
              <a:gd name="connsiteX221" fmla="*/ 3817258 w 7467600"/>
              <a:gd name="connsiteY221" fmla="*/ 3723577 h 6858000"/>
              <a:gd name="connsiteX222" fmla="*/ 4000461 w 7467600"/>
              <a:gd name="connsiteY222" fmla="*/ 3855966 h 6858000"/>
              <a:gd name="connsiteX223" fmla="*/ 4088180 w 7467600"/>
              <a:gd name="connsiteY223" fmla="*/ 3929774 h 6858000"/>
              <a:gd name="connsiteX224" fmla="*/ 4184555 w 7467600"/>
              <a:gd name="connsiteY224" fmla="*/ 4010683 h 6858000"/>
              <a:gd name="connsiteX225" fmla="*/ 4399563 w 7467600"/>
              <a:gd name="connsiteY225" fmla="*/ 4158106 h 6858000"/>
              <a:gd name="connsiteX226" fmla="*/ 4684469 w 7467600"/>
              <a:gd name="connsiteY226" fmla="*/ 4364680 h 6858000"/>
              <a:gd name="connsiteX227" fmla="*/ 4690271 w 7467600"/>
              <a:gd name="connsiteY227" fmla="*/ 4370034 h 6858000"/>
              <a:gd name="connsiteX228" fmla="*/ 4136093 w 7467600"/>
              <a:gd name="connsiteY228" fmla="*/ 3858466 h 6858000"/>
              <a:gd name="connsiteX229" fmla="*/ 3670252 w 7467600"/>
              <a:gd name="connsiteY229" fmla="*/ 3622798 h 6858000"/>
              <a:gd name="connsiteX230" fmla="*/ 4440129 w 7467600"/>
              <a:gd name="connsiteY230" fmla="*/ 3448571 h 6858000"/>
              <a:gd name="connsiteX231" fmla="*/ 4856525 w 7467600"/>
              <a:gd name="connsiteY231" fmla="*/ 3915351 h 6858000"/>
              <a:gd name="connsiteX232" fmla="*/ 5059055 w 7467600"/>
              <a:gd name="connsiteY232" fmla="*/ 4108918 h 6858000"/>
              <a:gd name="connsiteX233" fmla="*/ 5290070 w 7467600"/>
              <a:gd name="connsiteY233" fmla="*/ 4263619 h 6858000"/>
              <a:gd name="connsiteX234" fmla="*/ 4834991 w 7467600"/>
              <a:gd name="connsiteY234" fmla="*/ 3830985 h 6858000"/>
              <a:gd name="connsiteX235" fmla="*/ 4440129 w 7467600"/>
              <a:gd name="connsiteY235" fmla="*/ 3448571 h 6858000"/>
              <a:gd name="connsiteX236" fmla="*/ 4441737 w 7467600"/>
              <a:gd name="connsiteY236" fmla="*/ 3399734 h 6858000"/>
              <a:gd name="connsiteX237" fmla="*/ 4431236 w 7467600"/>
              <a:gd name="connsiteY237" fmla="*/ 3400954 h 6858000"/>
              <a:gd name="connsiteX238" fmla="*/ 4557150 w 7467600"/>
              <a:gd name="connsiteY238" fmla="*/ 3510023 h 6858000"/>
              <a:gd name="connsiteX239" fmla="*/ 4856936 w 7467600"/>
              <a:gd name="connsiteY239" fmla="*/ 3809146 h 6858000"/>
              <a:gd name="connsiteX240" fmla="*/ 5111996 w 7467600"/>
              <a:gd name="connsiteY240" fmla="*/ 4065759 h 6858000"/>
              <a:gd name="connsiteX241" fmla="*/ 5388878 w 7467600"/>
              <a:gd name="connsiteY241" fmla="*/ 4300185 h 6858000"/>
              <a:gd name="connsiteX242" fmla="*/ 5425556 w 7467600"/>
              <a:gd name="connsiteY242" fmla="*/ 4308967 h 6858000"/>
              <a:gd name="connsiteX243" fmla="*/ 4943646 w 7467600"/>
              <a:gd name="connsiteY243" fmla="*/ 3822916 h 6858000"/>
              <a:gd name="connsiteX244" fmla="*/ 4594837 w 7467600"/>
              <a:gd name="connsiteY244" fmla="*/ 3532274 h 6858000"/>
              <a:gd name="connsiteX245" fmla="*/ 4441737 w 7467600"/>
              <a:gd name="connsiteY245" fmla="*/ 3399734 h 6858000"/>
              <a:gd name="connsiteX246" fmla="*/ 5425834 w 7467600"/>
              <a:gd name="connsiteY246" fmla="*/ 3162785 h 6858000"/>
              <a:gd name="connsiteX247" fmla="*/ 5401644 w 7467600"/>
              <a:gd name="connsiteY247" fmla="*/ 3617847 h 6858000"/>
              <a:gd name="connsiteX248" fmla="*/ 5467256 w 7467600"/>
              <a:gd name="connsiteY248" fmla="*/ 4175494 h 6858000"/>
              <a:gd name="connsiteX249" fmla="*/ 5448069 w 7467600"/>
              <a:gd name="connsiteY249" fmla="*/ 3567554 h 6858000"/>
              <a:gd name="connsiteX250" fmla="*/ 5425834 w 7467600"/>
              <a:gd name="connsiteY250" fmla="*/ 3162785 h 6858000"/>
              <a:gd name="connsiteX251" fmla="*/ 1318687 w 7467600"/>
              <a:gd name="connsiteY251" fmla="*/ 3113840 h 6858000"/>
              <a:gd name="connsiteX252" fmla="*/ 1066793 w 7467600"/>
              <a:gd name="connsiteY252" fmla="*/ 3212171 h 6858000"/>
              <a:gd name="connsiteX253" fmla="*/ 993319 w 7467600"/>
              <a:gd name="connsiteY253" fmla="*/ 3247648 h 6858000"/>
              <a:gd name="connsiteX254" fmla="*/ 853081 w 7467600"/>
              <a:gd name="connsiteY254" fmla="*/ 3312410 h 6858000"/>
              <a:gd name="connsiteX255" fmla="*/ 805957 w 7467600"/>
              <a:gd name="connsiteY255" fmla="*/ 3330443 h 6858000"/>
              <a:gd name="connsiteX256" fmla="*/ 1318687 w 7467600"/>
              <a:gd name="connsiteY256" fmla="*/ 3113840 h 6858000"/>
              <a:gd name="connsiteX257" fmla="*/ 5453702 w 7467600"/>
              <a:gd name="connsiteY257" fmla="*/ 3090882 h 6858000"/>
              <a:gd name="connsiteX258" fmla="*/ 5480135 w 7467600"/>
              <a:gd name="connsiteY258" fmla="*/ 3565802 h 6858000"/>
              <a:gd name="connsiteX259" fmla="*/ 5499023 w 7467600"/>
              <a:gd name="connsiteY259" fmla="*/ 4166310 h 6858000"/>
              <a:gd name="connsiteX260" fmla="*/ 5547022 w 7467600"/>
              <a:gd name="connsiteY260" fmla="*/ 3607838 h 6858000"/>
              <a:gd name="connsiteX261" fmla="*/ 5515964 w 7467600"/>
              <a:gd name="connsiteY261" fmla="*/ 3378541 h 6858000"/>
              <a:gd name="connsiteX262" fmla="*/ 5453702 w 7467600"/>
              <a:gd name="connsiteY262" fmla="*/ 3090882 h 6858000"/>
              <a:gd name="connsiteX263" fmla="*/ 1238695 w 7467600"/>
              <a:gd name="connsiteY263" fmla="*/ 3076820 h 6858000"/>
              <a:gd name="connsiteX264" fmla="*/ 716371 w 7467600"/>
              <a:gd name="connsiteY264" fmla="*/ 3293249 h 6858000"/>
              <a:gd name="connsiteX265" fmla="*/ 579522 w 7467600"/>
              <a:gd name="connsiteY265" fmla="*/ 3371759 h 6858000"/>
              <a:gd name="connsiteX266" fmla="*/ 600288 w 7467600"/>
              <a:gd name="connsiteY266" fmla="*/ 3365555 h 6858000"/>
              <a:gd name="connsiteX267" fmla="*/ 840692 w 7467600"/>
              <a:gd name="connsiteY267" fmla="*/ 3284921 h 6858000"/>
              <a:gd name="connsiteX268" fmla="*/ 979248 w 7467600"/>
              <a:gd name="connsiteY268" fmla="*/ 3221003 h 6858000"/>
              <a:gd name="connsiteX269" fmla="*/ 1053282 w 7467600"/>
              <a:gd name="connsiteY269" fmla="*/ 3185247 h 6858000"/>
              <a:gd name="connsiteX270" fmla="*/ 1320603 w 7467600"/>
              <a:gd name="connsiteY270" fmla="*/ 3081281 h 6858000"/>
              <a:gd name="connsiteX271" fmla="*/ 1238695 w 7467600"/>
              <a:gd name="connsiteY271" fmla="*/ 3076820 h 6858000"/>
              <a:gd name="connsiteX272" fmla="*/ 5425627 w 7467600"/>
              <a:gd name="connsiteY272" fmla="*/ 2954192 h 6858000"/>
              <a:gd name="connsiteX273" fmla="*/ 5470770 w 7467600"/>
              <a:gd name="connsiteY273" fmla="*/ 3005435 h 6858000"/>
              <a:gd name="connsiteX274" fmla="*/ 5519779 w 7467600"/>
              <a:gd name="connsiteY274" fmla="*/ 4359223 h 6858000"/>
              <a:gd name="connsiteX275" fmla="*/ 5520293 w 7467600"/>
              <a:gd name="connsiteY275" fmla="*/ 4360602 h 6858000"/>
              <a:gd name="connsiteX276" fmla="*/ 5767221 w 7467600"/>
              <a:gd name="connsiteY276" fmla="*/ 4665564 h 6858000"/>
              <a:gd name="connsiteX277" fmla="*/ 6937169 w 7467600"/>
              <a:gd name="connsiteY277" fmla="*/ 4815941 h 6858000"/>
              <a:gd name="connsiteX278" fmla="*/ 6953922 w 7467600"/>
              <a:gd name="connsiteY278" fmla="*/ 4890068 h 6858000"/>
              <a:gd name="connsiteX279" fmla="*/ 6071359 w 7467600"/>
              <a:gd name="connsiteY279" fmla="*/ 4770770 h 6858000"/>
              <a:gd name="connsiteX280" fmla="*/ 6038839 w 7467600"/>
              <a:gd name="connsiteY280" fmla="*/ 4764474 h 6858000"/>
              <a:gd name="connsiteX281" fmla="*/ 6038706 w 7467600"/>
              <a:gd name="connsiteY281" fmla="*/ 4763847 h 6858000"/>
              <a:gd name="connsiteX282" fmla="*/ 6037784 w 7467600"/>
              <a:gd name="connsiteY282" fmla="*/ 4764270 h 6858000"/>
              <a:gd name="connsiteX283" fmla="*/ 6038839 w 7467600"/>
              <a:gd name="connsiteY283" fmla="*/ 4764474 h 6858000"/>
              <a:gd name="connsiteX284" fmla="*/ 6040338 w 7467600"/>
              <a:gd name="connsiteY284" fmla="*/ 4771418 h 6858000"/>
              <a:gd name="connsiteX285" fmla="*/ 6024488 w 7467600"/>
              <a:gd name="connsiteY285" fmla="*/ 4809903 h 6858000"/>
              <a:gd name="connsiteX286" fmla="*/ 5599771 w 7467600"/>
              <a:gd name="connsiteY286" fmla="*/ 5509652 h 6858000"/>
              <a:gd name="connsiteX287" fmla="*/ 5548843 w 7467600"/>
              <a:gd name="connsiteY287" fmla="*/ 5563845 h 6858000"/>
              <a:gd name="connsiteX288" fmla="*/ 5940952 w 7467600"/>
              <a:gd name="connsiteY288" fmla="*/ 6250028 h 6858000"/>
              <a:gd name="connsiteX289" fmla="*/ 6043441 w 7467600"/>
              <a:gd name="connsiteY289" fmla="*/ 6665847 h 6858000"/>
              <a:gd name="connsiteX290" fmla="*/ 6093432 w 7467600"/>
              <a:gd name="connsiteY290" fmla="*/ 6858000 h 6858000"/>
              <a:gd name="connsiteX291" fmla="*/ 6034344 w 7467600"/>
              <a:gd name="connsiteY291" fmla="*/ 6858000 h 6858000"/>
              <a:gd name="connsiteX292" fmla="*/ 6026679 w 7467600"/>
              <a:gd name="connsiteY292" fmla="*/ 6836959 h 6858000"/>
              <a:gd name="connsiteX293" fmla="*/ 5800441 w 7467600"/>
              <a:gd name="connsiteY293" fmla="*/ 6335286 h 6858000"/>
              <a:gd name="connsiteX294" fmla="*/ 5526562 w 7467600"/>
              <a:gd name="connsiteY294" fmla="*/ 5705388 h 6858000"/>
              <a:gd name="connsiteX295" fmla="*/ 5519640 w 7467600"/>
              <a:gd name="connsiteY295" fmla="*/ 5683774 h 6858000"/>
              <a:gd name="connsiteX296" fmla="*/ 5844559 w 7467600"/>
              <a:gd name="connsiteY296" fmla="*/ 6553349 h 6858000"/>
              <a:gd name="connsiteX297" fmla="*/ 5975994 w 7467600"/>
              <a:gd name="connsiteY297" fmla="*/ 6858000 h 6858000"/>
              <a:gd name="connsiteX298" fmla="*/ 5898547 w 7467600"/>
              <a:gd name="connsiteY298" fmla="*/ 6858000 h 6858000"/>
              <a:gd name="connsiteX299" fmla="*/ 5682041 w 7467600"/>
              <a:gd name="connsiteY299" fmla="*/ 6355860 h 6858000"/>
              <a:gd name="connsiteX300" fmla="*/ 5461758 w 7467600"/>
              <a:gd name="connsiteY300" fmla="*/ 5820220 h 6858000"/>
              <a:gd name="connsiteX301" fmla="*/ 5237282 w 7467600"/>
              <a:gd name="connsiteY301" fmla="*/ 6579086 h 6858000"/>
              <a:gd name="connsiteX302" fmla="*/ 5115009 w 7467600"/>
              <a:gd name="connsiteY302" fmla="*/ 6858000 h 6858000"/>
              <a:gd name="connsiteX303" fmla="*/ 5028074 w 7467600"/>
              <a:gd name="connsiteY303" fmla="*/ 6858000 h 6858000"/>
              <a:gd name="connsiteX304" fmla="*/ 5079508 w 7467600"/>
              <a:gd name="connsiteY304" fmla="*/ 6749074 h 6858000"/>
              <a:gd name="connsiteX305" fmla="*/ 5371846 w 7467600"/>
              <a:gd name="connsiteY305" fmla="*/ 5924413 h 6858000"/>
              <a:gd name="connsiteX306" fmla="*/ 5270512 w 7467600"/>
              <a:gd name="connsiteY306" fmla="*/ 6138975 h 6858000"/>
              <a:gd name="connsiteX307" fmla="*/ 5062409 w 7467600"/>
              <a:gd name="connsiteY307" fmla="*/ 6653544 h 6858000"/>
              <a:gd name="connsiteX308" fmla="*/ 5036628 w 7467600"/>
              <a:gd name="connsiteY308" fmla="*/ 6754247 h 6858000"/>
              <a:gd name="connsiteX309" fmla="*/ 5009112 w 7467600"/>
              <a:gd name="connsiteY309" fmla="*/ 6858000 h 6858000"/>
              <a:gd name="connsiteX310" fmla="*/ 4976679 w 7467600"/>
              <a:gd name="connsiteY310" fmla="*/ 6858000 h 6858000"/>
              <a:gd name="connsiteX311" fmla="*/ 5006537 w 7467600"/>
              <a:gd name="connsiteY311" fmla="*/ 6747068 h 6858000"/>
              <a:gd name="connsiteX312" fmla="*/ 5032723 w 7467600"/>
              <a:gd name="connsiteY312" fmla="*/ 6644957 h 6858000"/>
              <a:gd name="connsiteX313" fmla="*/ 5242949 w 7467600"/>
              <a:gd name="connsiteY313" fmla="*/ 6125175 h 6858000"/>
              <a:gd name="connsiteX314" fmla="*/ 5286321 w 7467600"/>
              <a:gd name="connsiteY314" fmla="*/ 6033555 h 6858000"/>
              <a:gd name="connsiteX315" fmla="*/ 5008210 w 7467600"/>
              <a:gd name="connsiteY315" fmla="*/ 6649194 h 6858000"/>
              <a:gd name="connsiteX316" fmla="*/ 4986321 w 7467600"/>
              <a:gd name="connsiteY316" fmla="*/ 6765687 h 6858000"/>
              <a:gd name="connsiteX317" fmla="*/ 4973474 w 7467600"/>
              <a:gd name="connsiteY317" fmla="*/ 6858000 h 6858000"/>
              <a:gd name="connsiteX318" fmla="*/ 4907178 w 7467600"/>
              <a:gd name="connsiteY318" fmla="*/ 6858000 h 6858000"/>
              <a:gd name="connsiteX319" fmla="*/ 4910810 w 7467600"/>
              <a:gd name="connsiteY319" fmla="*/ 6829660 h 6858000"/>
              <a:gd name="connsiteX320" fmla="*/ 4987461 w 7467600"/>
              <a:gd name="connsiteY320" fmla="*/ 6432994 h 6858000"/>
              <a:gd name="connsiteX321" fmla="*/ 5179262 w 7467600"/>
              <a:gd name="connsiteY321" fmla="*/ 6035044 h 6858000"/>
              <a:gd name="connsiteX322" fmla="*/ 4689678 w 7467600"/>
              <a:gd name="connsiteY322" fmla="*/ 6440241 h 6858000"/>
              <a:gd name="connsiteX323" fmla="*/ 4477543 w 7467600"/>
              <a:gd name="connsiteY323" fmla="*/ 6674836 h 6858000"/>
              <a:gd name="connsiteX324" fmla="*/ 4329957 w 7467600"/>
              <a:gd name="connsiteY324" fmla="*/ 6858000 h 6858000"/>
              <a:gd name="connsiteX325" fmla="*/ 4218595 w 7467600"/>
              <a:gd name="connsiteY325" fmla="*/ 6858000 h 6858000"/>
              <a:gd name="connsiteX326" fmla="*/ 4368888 w 7467600"/>
              <a:gd name="connsiteY326" fmla="*/ 6668412 h 6858000"/>
              <a:gd name="connsiteX327" fmla="*/ 4563091 w 7467600"/>
              <a:gd name="connsiteY327" fmla="*/ 6442508 h 6858000"/>
              <a:gd name="connsiteX328" fmla="*/ 5387324 w 7467600"/>
              <a:gd name="connsiteY328" fmla="*/ 5705830 h 6858000"/>
              <a:gd name="connsiteX329" fmla="*/ 5073620 w 7467600"/>
              <a:gd name="connsiteY329" fmla="*/ 5955437 h 6858000"/>
              <a:gd name="connsiteX330" fmla="*/ 4689789 w 7467600"/>
              <a:gd name="connsiteY330" fmla="*/ 6268382 h 6858000"/>
              <a:gd name="connsiteX331" fmla="*/ 4418722 w 7467600"/>
              <a:gd name="connsiteY331" fmla="*/ 6570886 h 6858000"/>
              <a:gd name="connsiteX332" fmla="*/ 4214944 w 7467600"/>
              <a:gd name="connsiteY332" fmla="*/ 6858000 h 6858000"/>
              <a:gd name="connsiteX333" fmla="*/ 4177898 w 7467600"/>
              <a:gd name="connsiteY333" fmla="*/ 6858000 h 6858000"/>
              <a:gd name="connsiteX334" fmla="*/ 4391597 w 7467600"/>
              <a:gd name="connsiteY334" fmla="*/ 6556370 h 6858000"/>
              <a:gd name="connsiteX335" fmla="*/ 4668889 w 7467600"/>
              <a:gd name="connsiteY335" fmla="*/ 6246399 h 6858000"/>
              <a:gd name="connsiteX336" fmla="*/ 5055427 w 7467600"/>
              <a:gd name="connsiteY336" fmla="*/ 5931476 h 6858000"/>
              <a:gd name="connsiteX337" fmla="*/ 5371814 w 7467600"/>
              <a:gd name="connsiteY337" fmla="*/ 5678975 h 6858000"/>
              <a:gd name="connsiteX338" fmla="*/ 4987918 w 7467600"/>
              <a:gd name="connsiteY338" fmla="*/ 5838701 h 6858000"/>
              <a:gd name="connsiteX339" fmla="*/ 4317146 w 7467600"/>
              <a:gd name="connsiteY339" fmla="*/ 6587716 h 6858000"/>
              <a:gd name="connsiteX340" fmla="*/ 4171627 w 7467600"/>
              <a:gd name="connsiteY340" fmla="*/ 6858000 h 6858000"/>
              <a:gd name="connsiteX341" fmla="*/ 4081585 w 7467600"/>
              <a:gd name="connsiteY341" fmla="*/ 6858000 h 6858000"/>
              <a:gd name="connsiteX342" fmla="*/ 4238603 w 7467600"/>
              <a:gd name="connsiteY342" fmla="*/ 6559341 h 6858000"/>
              <a:gd name="connsiteX343" fmla="*/ 4778333 w 7467600"/>
              <a:gd name="connsiteY343" fmla="*/ 5873626 h 6858000"/>
              <a:gd name="connsiteX344" fmla="*/ 5414185 w 7467600"/>
              <a:gd name="connsiteY344" fmla="*/ 5573882 h 6858000"/>
              <a:gd name="connsiteX345" fmla="*/ 5959648 w 7467600"/>
              <a:gd name="connsiteY345" fmla="*/ 4760797 h 6858000"/>
              <a:gd name="connsiteX346" fmla="*/ 5355019 w 7467600"/>
              <a:gd name="connsiteY346" fmla="*/ 4734672 h 6858000"/>
              <a:gd name="connsiteX347" fmla="*/ 5083565 w 7467600"/>
              <a:gd name="connsiteY347" fmla="*/ 5179121 h 6858000"/>
              <a:gd name="connsiteX348" fmla="*/ 4713577 w 7467600"/>
              <a:gd name="connsiteY348" fmla="*/ 5616803 h 6858000"/>
              <a:gd name="connsiteX349" fmla="*/ 3989559 w 7467600"/>
              <a:gd name="connsiteY349" fmla="*/ 6145945 h 6858000"/>
              <a:gd name="connsiteX350" fmla="*/ 3939824 w 7467600"/>
              <a:gd name="connsiteY350" fmla="*/ 6066900 h 6858000"/>
              <a:gd name="connsiteX351" fmla="*/ 4584537 w 7467600"/>
              <a:gd name="connsiteY351" fmla="*/ 5324826 h 6858000"/>
              <a:gd name="connsiteX352" fmla="*/ 5037105 w 7467600"/>
              <a:gd name="connsiteY352" fmla="*/ 5088765 h 6858000"/>
              <a:gd name="connsiteX353" fmla="*/ 5039930 w 7467600"/>
              <a:gd name="connsiteY353" fmla="*/ 5089585 h 6858000"/>
              <a:gd name="connsiteX354" fmla="*/ 5263764 w 7467600"/>
              <a:gd name="connsiteY354" fmla="*/ 4735525 h 6858000"/>
              <a:gd name="connsiteX355" fmla="*/ 4086300 w 7467600"/>
              <a:gd name="connsiteY355" fmla="*/ 4884599 h 6858000"/>
              <a:gd name="connsiteX356" fmla="*/ 4085485 w 7467600"/>
              <a:gd name="connsiteY356" fmla="*/ 4899070 h 6858000"/>
              <a:gd name="connsiteX357" fmla="*/ 3871915 w 7467600"/>
              <a:gd name="connsiteY357" fmla="*/ 5253645 h 6858000"/>
              <a:gd name="connsiteX358" fmla="*/ 3799374 w 7467600"/>
              <a:gd name="connsiteY358" fmla="*/ 5466127 h 6858000"/>
              <a:gd name="connsiteX359" fmla="*/ 3498850 w 7467600"/>
              <a:gd name="connsiteY359" fmla="*/ 6661888 h 6858000"/>
              <a:gd name="connsiteX360" fmla="*/ 3399216 w 7467600"/>
              <a:gd name="connsiteY360" fmla="*/ 6858000 h 6858000"/>
              <a:gd name="connsiteX361" fmla="*/ 3303688 w 7467600"/>
              <a:gd name="connsiteY361" fmla="*/ 6858000 h 6858000"/>
              <a:gd name="connsiteX362" fmla="*/ 3391774 w 7467600"/>
              <a:gd name="connsiteY362" fmla="*/ 6697181 h 6858000"/>
              <a:gd name="connsiteX363" fmla="*/ 3735540 w 7467600"/>
              <a:gd name="connsiteY363" fmla="*/ 5546923 h 6858000"/>
              <a:gd name="connsiteX364" fmla="*/ 3729438 w 7467600"/>
              <a:gd name="connsiteY364" fmla="*/ 5569058 h 6858000"/>
              <a:gd name="connsiteX365" fmla="*/ 3707782 w 7467600"/>
              <a:gd name="connsiteY365" fmla="*/ 5644908 h 6858000"/>
              <a:gd name="connsiteX366" fmla="*/ 3583827 w 7467600"/>
              <a:gd name="connsiteY366" fmla="*/ 6039215 h 6858000"/>
              <a:gd name="connsiteX367" fmla="*/ 3547861 w 7467600"/>
              <a:gd name="connsiteY367" fmla="*/ 6129609 h 6858000"/>
              <a:gd name="connsiteX368" fmla="*/ 3490905 w 7467600"/>
              <a:gd name="connsiteY368" fmla="*/ 6277660 h 6858000"/>
              <a:gd name="connsiteX369" fmla="*/ 3455859 w 7467600"/>
              <a:gd name="connsiteY369" fmla="*/ 6391301 h 6858000"/>
              <a:gd name="connsiteX370" fmla="*/ 3429112 w 7467600"/>
              <a:gd name="connsiteY370" fmla="*/ 6479469 h 6858000"/>
              <a:gd name="connsiteX371" fmla="*/ 3304862 w 7467600"/>
              <a:gd name="connsiteY371" fmla="*/ 6796476 h 6858000"/>
              <a:gd name="connsiteX372" fmla="*/ 3276071 w 7467600"/>
              <a:gd name="connsiteY372" fmla="*/ 6858000 h 6858000"/>
              <a:gd name="connsiteX373" fmla="*/ 3240805 w 7467600"/>
              <a:gd name="connsiteY373" fmla="*/ 6858000 h 6858000"/>
              <a:gd name="connsiteX374" fmla="*/ 3275917 w 7467600"/>
              <a:gd name="connsiteY374" fmla="*/ 6783192 h 6858000"/>
              <a:gd name="connsiteX375" fmla="*/ 3399358 w 7467600"/>
              <a:gd name="connsiteY375" fmla="*/ 6469011 h 6858000"/>
              <a:gd name="connsiteX376" fmla="*/ 3425650 w 7467600"/>
              <a:gd name="connsiteY376" fmla="*/ 6381333 h 6858000"/>
              <a:gd name="connsiteX377" fmla="*/ 3460661 w 7467600"/>
              <a:gd name="connsiteY377" fmla="*/ 6266763 h 6858000"/>
              <a:gd name="connsiteX378" fmla="*/ 3518021 w 7467600"/>
              <a:gd name="connsiteY378" fmla="*/ 6117298 h 6858000"/>
              <a:gd name="connsiteX379" fmla="*/ 3554035 w 7467600"/>
              <a:gd name="connsiteY379" fmla="*/ 6027832 h 6858000"/>
              <a:gd name="connsiteX380" fmla="*/ 3677174 w 7467600"/>
              <a:gd name="connsiteY380" fmla="*/ 5636351 h 6858000"/>
              <a:gd name="connsiteX381" fmla="*/ 3698819 w 7467600"/>
              <a:gd name="connsiteY381" fmla="*/ 5560503 h 6858000"/>
              <a:gd name="connsiteX382" fmla="*/ 3702094 w 7467600"/>
              <a:gd name="connsiteY382" fmla="*/ 5549194 h 6858000"/>
              <a:gd name="connsiteX383" fmla="*/ 3398355 w 7467600"/>
              <a:gd name="connsiteY383" fmla="*/ 6094603 h 6858000"/>
              <a:gd name="connsiteX384" fmla="*/ 3193941 w 7467600"/>
              <a:gd name="connsiteY384" fmla="*/ 6798775 h 6858000"/>
              <a:gd name="connsiteX385" fmla="*/ 3184140 w 7467600"/>
              <a:gd name="connsiteY385" fmla="*/ 6858000 h 6858000"/>
              <a:gd name="connsiteX386" fmla="*/ 3099978 w 7467600"/>
              <a:gd name="connsiteY386" fmla="*/ 6858000 h 6858000"/>
              <a:gd name="connsiteX387" fmla="*/ 3101556 w 7467600"/>
              <a:gd name="connsiteY387" fmla="*/ 6843337 h 6858000"/>
              <a:gd name="connsiteX388" fmla="*/ 3370162 w 7467600"/>
              <a:gd name="connsiteY388" fmla="*/ 5785550 h 6858000"/>
              <a:gd name="connsiteX389" fmla="*/ 3746477 w 7467600"/>
              <a:gd name="connsiteY389" fmla="*/ 5377889 h 6858000"/>
              <a:gd name="connsiteX390" fmla="*/ 3863399 w 7467600"/>
              <a:gd name="connsiteY390" fmla="*/ 5087257 h 6858000"/>
              <a:gd name="connsiteX391" fmla="*/ 3968712 w 7467600"/>
              <a:gd name="connsiteY391" fmla="*/ 4913989 h 6858000"/>
              <a:gd name="connsiteX392" fmla="*/ 2792390 w 7467600"/>
              <a:gd name="connsiteY392" fmla="*/ 5382974 h 6858000"/>
              <a:gd name="connsiteX393" fmla="*/ 2714982 w 7467600"/>
              <a:gd name="connsiteY393" fmla="*/ 5427051 h 6858000"/>
              <a:gd name="connsiteX394" fmla="*/ 2813361 w 7467600"/>
              <a:gd name="connsiteY394" fmla="*/ 6023912 h 6858000"/>
              <a:gd name="connsiteX395" fmla="*/ 2688430 w 7467600"/>
              <a:gd name="connsiteY395" fmla="*/ 6801564 h 6858000"/>
              <a:gd name="connsiteX396" fmla="*/ 2629626 w 7467600"/>
              <a:gd name="connsiteY396" fmla="*/ 6763394 h 6858000"/>
              <a:gd name="connsiteX397" fmla="*/ 2565328 w 7467600"/>
              <a:gd name="connsiteY397" fmla="*/ 5516399 h 6858000"/>
              <a:gd name="connsiteX398" fmla="*/ 1922999 w 7467600"/>
              <a:gd name="connsiteY398" fmla="*/ 5980343 h 6858000"/>
              <a:gd name="connsiteX399" fmla="*/ 1950261 w 7467600"/>
              <a:gd name="connsiteY399" fmla="*/ 6405858 h 6858000"/>
              <a:gd name="connsiteX400" fmla="*/ 2365554 w 7467600"/>
              <a:gd name="connsiteY400" fmla="*/ 6759107 h 6858000"/>
              <a:gd name="connsiteX401" fmla="*/ 2424142 w 7467600"/>
              <a:gd name="connsiteY401" fmla="*/ 6858000 h 6858000"/>
              <a:gd name="connsiteX402" fmla="*/ 2395994 w 7467600"/>
              <a:gd name="connsiteY402" fmla="*/ 6858000 h 6858000"/>
              <a:gd name="connsiteX403" fmla="*/ 2392863 w 7467600"/>
              <a:gd name="connsiteY403" fmla="*/ 6852964 h 6858000"/>
              <a:gd name="connsiteX404" fmla="*/ 2017589 w 7467600"/>
              <a:gd name="connsiteY404" fmla="*/ 6493982 h 6858000"/>
              <a:gd name="connsiteX405" fmla="*/ 2147336 w 7467600"/>
              <a:gd name="connsiteY405" fmla="*/ 6594052 h 6858000"/>
              <a:gd name="connsiteX406" fmla="*/ 2207047 w 7467600"/>
              <a:gd name="connsiteY406" fmla="*/ 6654540 h 6858000"/>
              <a:gd name="connsiteX407" fmla="*/ 2299106 w 7467600"/>
              <a:gd name="connsiteY407" fmla="*/ 6778931 h 6858000"/>
              <a:gd name="connsiteX408" fmla="*/ 2314430 w 7467600"/>
              <a:gd name="connsiteY408" fmla="*/ 6801144 h 6858000"/>
              <a:gd name="connsiteX409" fmla="*/ 2352406 w 7467600"/>
              <a:gd name="connsiteY409" fmla="*/ 6858000 h 6858000"/>
              <a:gd name="connsiteX410" fmla="*/ 2314492 w 7467600"/>
              <a:gd name="connsiteY410" fmla="*/ 6858000 h 6858000"/>
              <a:gd name="connsiteX411" fmla="*/ 2288095 w 7467600"/>
              <a:gd name="connsiteY411" fmla="*/ 6818030 h 6858000"/>
              <a:gd name="connsiteX412" fmla="*/ 2272768 w 7467600"/>
              <a:gd name="connsiteY412" fmla="*/ 6795822 h 6858000"/>
              <a:gd name="connsiteX413" fmla="*/ 2182715 w 7467600"/>
              <a:gd name="connsiteY413" fmla="*/ 6675071 h 6858000"/>
              <a:gd name="connsiteX414" fmla="*/ 2032061 w 7467600"/>
              <a:gd name="connsiteY414" fmla="*/ 6541380 h 6858000"/>
              <a:gd name="connsiteX415" fmla="*/ 2257220 w 7467600"/>
              <a:gd name="connsiteY415" fmla="*/ 6826257 h 6858000"/>
              <a:gd name="connsiteX416" fmla="*/ 2281324 w 7467600"/>
              <a:gd name="connsiteY416" fmla="*/ 6858000 h 6858000"/>
              <a:gd name="connsiteX417" fmla="*/ 2242860 w 7467600"/>
              <a:gd name="connsiteY417" fmla="*/ 6858000 h 6858000"/>
              <a:gd name="connsiteX418" fmla="*/ 2232818 w 7467600"/>
              <a:gd name="connsiteY418" fmla="*/ 6844926 h 6858000"/>
              <a:gd name="connsiteX419" fmla="*/ 1990172 w 7467600"/>
              <a:gd name="connsiteY419" fmla="*/ 6542121 h 6858000"/>
              <a:gd name="connsiteX420" fmla="*/ 2124090 w 7467600"/>
              <a:gd name="connsiteY420" fmla="*/ 6761017 h 6858000"/>
              <a:gd name="connsiteX421" fmla="*/ 2200380 w 7467600"/>
              <a:gd name="connsiteY421" fmla="*/ 6858000 h 6858000"/>
              <a:gd name="connsiteX422" fmla="*/ 2147507 w 7467600"/>
              <a:gd name="connsiteY422" fmla="*/ 6858000 h 6858000"/>
              <a:gd name="connsiteX423" fmla="*/ 2070668 w 7467600"/>
              <a:gd name="connsiteY423" fmla="*/ 6761520 h 6858000"/>
              <a:gd name="connsiteX424" fmla="*/ 1975142 w 7467600"/>
              <a:gd name="connsiteY424" fmla="*/ 6585570 h 6858000"/>
              <a:gd name="connsiteX425" fmla="*/ 2050035 w 7467600"/>
              <a:gd name="connsiteY425" fmla="*/ 6813345 h 6858000"/>
              <a:gd name="connsiteX426" fmla="*/ 2063025 w 7467600"/>
              <a:gd name="connsiteY426" fmla="*/ 6858000 h 6858000"/>
              <a:gd name="connsiteX427" fmla="*/ 2021675 w 7467600"/>
              <a:gd name="connsiteY427" fmla="*/ 6858000 h 6858000"/>
              <a:gd name="connsiteX428" fmla="*/ 2019308 w 7467600"/>
              <a:gd name="connsiteY428" fmla="*/ 6847118 h 6858000"/>
              <a:gd name="connsiteX429" fmla="*/ 1938835 w 7467600"/>
              <a:gd name="connsiteY429" fmla="*/ 6551160 h 6858000"/>
              <a:gd name="connsiteX430" fmla="*/ 1953230 w 7467600"/>
              <a:gd name="connsiteY430" fmla="*/ 6759699 h 6858000"/>
              <a:gd name="connsiteX431" fmla="*/ 1956763 w 7467600"/>
              <a:gd name="connsiteY431" fmla="*/ 6778191 h 6858000"/>
              <a:gd name="connsiteX432" fmla="*/ 1967925 w 7467600"/>
              <a:gd name="connsiteY432" fmla="*/ 6858000 h 6858000"/>
              <a:gd name="connsiteX433" fmla="*/ 1936622 w 7467600"/>
              <a:gd name="connsiteY433" fmla="*/ 6858000 h 6858000"/>
              <a:gd name="connsiteX434" fmla="*/ 1926261 w 7467600"/>
              <a:gd name="connsiteY434" fmla="*/ 6784064 h 6858000"/>
              <a:gd name="connsiteX435" fmla="*/ 1922724 w 7467600"/>
              <a:gd name="connsiteY435" fmla="*/ 6765577 h 6858000"/>
              <a:gd name="connsiteX436" fmla="*/ 1904650 w 7467600"/>
              <a:gd name="connsiteY436" fmla="*/ 6639616 h 6858000"/>
              <a:gd name="connsiteX437" fmla="*/ 1885273 w 7467600"/>
              <a:gd name="connsiteY437" fmla="*/ 6858000 h 6858000"/>
              <a:gd name="connsiteX438" fmla="*/ 1854363 w 7467600"/>
              <a:gd name="connsiteY438" fmla="*/ 6858000 h 6858000"/>
              <a:gd name="connsiteX439" fmla="*/ 1880391 w 7467600"/>
              <a:gd name="connsiteY439" fmla="*/ 6603796 h 6858000"/>
              <a:gd name="connsiteX440" fmla="*/ 1818273 w 7467600"/>
              <a:gd name="connsiteY440" fmla="*/ 6715729 h 6858000"/>
              <a:gd name="connsiteX441" fmla="*/ 1794691 w 7467600"/>
              <a:gd name="connsiteY441" fmla="*/ 6843239 h 6858000"/>
              <a:gd name="connsiteX442" fmla="*/ 1794914 w 7467600"/>
              <a:gd name="connsiteY442" fmla="*/ 6858000 h 6858000"/>
              <a:gd name="connsiteX443" fmla="*/ 1746128 w 7467600"/>
              <a:gd name="connsiteY443" fmla="*/ 6858000 h 6858000"/>
              <a:gd name="connsiteX444" fmla="*/ 1753934 w 7467600"/>
              <a:gd name="connsiteY444" fmla="*/ 6724796 h 6858000"/>
              <a:gd name="connsiteX445" fmla="*/ 1792053 w 7467600"/>
              <a:gd name="connsiteY445" fmla="*/ 6572396 h 6858000"/>
              <a:gd name="connsiteX446" fmla="*/ 1862248 w 7467600"/>
              <a:gd name="connsiteY446" fmla="*/ 6266397 h 6858000"/>
              <a:gd name="connsiteX447" fmla="*/ 1862250 w 7467600"/>
              <a:gd name="connsiteY447" fmla="*/ 6033531 h 6858000"/>
              <a:gd name="connsiteX448" fmla="*/ 1211999 w 7467600"/>
              <a:gd name="connsiteY448" fmla="*/ 6683610 h 6858000"/>
              <a:gd name="connsiteX449" fmla="*/ 1213266 w 7467600"/>
              <a:gd name="connsiteY449" fmla="*/ 6691947 h 6858000"/>
              <a:gd name="connsiteX450" fmla="*/ 1203370 w 7467600"/>
              <a:gd name="connsiteY450" fmla="*/ 6850676 h 6858000"/>
              <a:gd name="connsiteX451" fmla="*/ 1203671 w 7467600"/>
              <a:gd name="connsiteY451" fmla="*/ 6858000 h 6858000"/>
              <a:gd name="connsiteX452" fmla="*/ 1143180 w 7467600"/>
              <a:gd name="connsiteY452" fmla="*/ 6858000 h 6858000"/>
              <a:gd name="connsiteX453" fmla="*/ 1142176 w 7467600"/>
              <a:gd name="connsiteY453" fmla="*/ 6766045 h 6858000"/>
              <a:gd name="connsiteX454" fmla="*/ 1067484 w 7467600"/>
              <a:gd name="connsiteY454" fmla="*/ 6858000 h 6858000"/>
              <a:gd name="connsiteX455" fmla="*/ 953928 w 7467600"/>
              <a:gd name="connsiteY455" fmla="*/ 6858000 h 6858000"/>
              <a:gd name="connsiteX456" fmla="*/ 959715 w 7467600"/>
              <a:gd name="connsiteY456" fmla="*/ 6850185 h 6858000"/>
              <a:gd name="connsiteX457" fmla="*/ 1483788 w 7467600"/>
              <a:gd name="connsiteY457" fmla="*/ 6259174 h 6858000"/>
              <a:gd name="connsiteX458" fmla="*/ 1100671 w 7467600"/>
              <a:gd name="connsiteY458" fmla="*/ 6252137 h 6858000"/>
              <a:gd name="connsiteX459" fmla="*/ 1090144 w 7467600"/>
              <a:gd name="connsiteY459" fmla="*/ 6256748 h 6858000"/>
              <a:gd name="connsiteX460" fmla="*/ 1095872 w 7467600"/>
              <a:gd name="connsiteY460" fmla="*/ 6271892 h 6858000"/>
              <a:gd name="connsiteX461" fmla="*/ 262785 w 7467600"/>
              <a:gd name="connsiteY461" fmla="*/ 6845450 h 6858000"/>
              <a:gd name="connsiteX462" fmla="*/ 209968 w 7467600"/>
              <a:gd name="connsiteY462" fmla="*/ 6770713 h 6858000"/>
              <a:gd name="connsiteX463" fmla="*/ 873460 w 7467600"/>
              <a:gd name="connsiteY463" fmla="*/ 6253768 h 6858000"/>
              <a:gd name="connsiteX464" fmla="*/ 192686 w 7467600"/>
              <a:gd name="connsiteY464" fmla="*/ 5849257 h 6858000"/>
              <a:gd name="connsiteX465" fmla="*/ 4696 w 7467600"/>
              <a:gd name="connsiteY465" fmla="*/ 5697668 h 6858000"/>
              <a:gd name="connsiteX466" fmla="*/ 0 w 7467600"/>
              <a:gd name="connsiteY466" fmla="*/ 5689984 h 6858000"/>
              <a:gd name="connsiteX467" fmla="*/ 0 w 7467600"/>
              <a:gd name="connsiteY467" fmla="*/ 5513472 h 6858000"/>
              <a:gd name="connsiteX468" fmla="*/ 174101 w 7467600"/>
              <a:gd name="connsiteY468" fmla="*/ 5620277 h 6858000"/>
              <a:gd name="connsiteX469" fmla="*/ 891800 w 7467600"/>
              <a:gd name="connsiteY469" fmla="*/ 6036935 h 6858000"/>
              <a:gd name="connsiteX470" fmla="*/ 1072219 w 7467600"/>
              <a:gd name="connsiteY470" fmla="*/ 6169443 h 6858000"/>
              <a:gd name="connsiteX471" fmla="*/ 1074117 w 7467600"/>
              <a:gd name="connsiteY471" fmla="*/ 6170301 h 6858000"/>
              <a:gd name="connsiteX472" fmla="*/ 1083114 w 7467600"/>
              <a:gd name="connsiteY472" fmla="*/ 6174131 h 6858000"/>
              <a:gd name="connsiteX473" fmla="*/ 1543010 w 7467600"/>
              <a:gd name="connsiteY473" fmla="*/ 6191140 h 6858000"/>
              <a:gd name="connsiteX474" fmla="*/ 1551080 w 7467600"/>
              <a:gd name="connsiteY474" fmla="*/ 6195006 h 6858000"/>
              <a:gd name="connsiteX475" fmla="*/ 2345443 w 7467600"/>
              <a:gd name="connsiteY475" fmla="*/ 5549882 h 6858000"/>
              <a:gd name="connsiteX476" fmla="*/ 1721499 w 7467600"/>
              <a:gd name="connsiteY476" fmla="*/ 5599969 h 6858000"/>
              <a:gd name="connsiteX477" fmla="*/ 767716 w 7467600"/>
              <a:gd name="connsiteY477" fmla="*/ 5472768 h 6858000"/>
              <a:gd name="connsiteX478" fmla="*/ 722147 w 7467600"/>
              <a:gd name="connsiteY478" fmla="*/ 5393091 h 6858000"/>
              <a:gd name="connsiteX479" fmla="*/ 1485552 w 7467600"/>
              <a:gd name="connsiteY479" fmla="*/ 5313202 h 6858000"/>
              <a:gd name="connsiteX480" fmla="*/ 2143004 w 7467600"/>
              <a:gd name="connsiteY480" fmla="*/ 5402420 h 6858000"/>
              <a:gd name="connsiteX481" fmla="*/ 1933391 w 7467600"/>
              <a:gd name="connsiteY481" fmla="*/ 5156971 h 6858000"/>
              <a:gd name="connsiteX482" fmla="*/ 1827118 w 7467600"/>
              <a:gd name="connsiteY482" fmla="*/ 4968410 h 6858000"/>
              <a:gd name="connsiteX483" fmla="*/ 1837349 w 7467600"/>
              <a:gd name="connsiteY483" fmla="*/ 4956357 h 6858000"/>
              <a:gd name="connsiteX484" fmla="*/ 2162835 w 7467600"/>
              <a:gd name="connsiteY484" fmla="*/ 5187853 h 6858000"/>
              <a:gd name="connsiteX485" fmla="*/ 2257167 w 7467600"/>
              <a:gd name="connsiteY485" fmla="*/ 5462123 h 6858000"/>
              <a:gd name="connsiteX486" fmla="*/ 2261598 w 7467600"/>
              <a:gd name="connsiteY486" fmla="*/ 5467998 h 6858000"/>
              <a:gd name="connsiteX487" fmla="*/ 2437177 w 7467600"/>
              <a:gd name="connsiteY487" fmla="*/ 5479608 h 6858000"/>
              <a:gd name="connsiteX488" fmla="*/ 2445247 w 7467600"/>
              <a:gd name="connsiteY488" fmla="*/ 5483476 h 6858000"/>
              <a:gd name="connsiteX489" fmla="*/ 2743626 w 7467600"/>
              <a:gd name="connsiteY489" fmla="*/ 5304819 h 6858000"/>
              <a:gd name="connsiteX490" fmla="*/ 3048102 w 7467600"/>
              <a:gd name="connsiteY490" fmla="*/ 5150595 h 6858000"/>
              <a:gd name="connsiteX491" fmla="*/ 1799414 w 7467600"/>
              <a:gd name="connsiteY491" fmla="*/ 4694732 h 6858000"/>
              <a:gd name="connsiteX492" fmla="*/ 1771735 w 7467600"/>
              <a:gd name="connsiteY492" fmla="*/ 4619929 h 6858000"/>
              <a:gd name="connsiteX493" fmla="*/ 3104273 w 7467600"/>
              <a:gd name="connsiteY493" fmla="*/ 5076159 h 6858000"/>
              <a:gd name="connsiteX494" fmla="*/ 3113245 w 7467600"/>
              <a:gd name="connsiteY494" fmla="*/ 5090705 h 6858000"/>
              <a:gd name="connsiteX495" fmla="*/ 3126294 w 7467600"/>
              <a:gd name="connsiteY495" fmla="*/ 5114400 h 6858000"/>
              <a:gd name="connsiteX496" fmla="*/ 3937433 w 7467600"/>
              <a:gd name="connsiteY496" fmla="*/ 4830473 h 6858000"/>
              <a:gd name="connsiteX497" fmla="*/ 3590475 w 7467600"/>
              <a:gd name="connsiteY497" fmla="*/ 4597974 h 6858000"/>
              <a:gd name="connsiteX498" fmla="*/ 3100264 w 7467600"/>
              <a:gd name="connsiteY498" fmla="*/ 4579845 h 6858000"/>
              <a:gd name="connsiteX499" fmla="*/ 2183576 w 7467600"/>
              <a:gd name="connsiteY499" fmla="*/ 4227150 h 6858000"/>
              <a:gd name="connsiteX500" fmla="*/ 2151029 w 7467600"/>
              <a:gd name="connsiteY500" fmla="*/ 4146947 h 6858000"/>
              <a:gd name="connsiteX501" fmla="*/ 3563434 w 7467600"/>
              <a:gd name="connsiteY501" fmla="*/ 4469115 h 6858000"/>
              <a:gd name="connsiteX502" fmla="*/ 3177952 w 7467600"/>
              <a:gd name="connsiteY502" fmla="*/ 3657386 h 6858000"/>
              <a:gd name="connsiteX503" fmla="*/ 3189263 w 7467600"/>
              <a:gd name="connsiteY503" fmla="*/ 3625726 h 6858000"/>
              <a:gd name="connsiteX504" fmla="*/ 3560912 w 7467600"/>
              <a:gd name="connsiteY504" fmla="*/ 4079863 h 6858000"/>
              <a:gd name="connsiteX505" fmla="*/ 3626636 w 7467600"/>
              <a:gd name="connsiteY505" fmla="*/ 4512230 h 6858000"/>
              <a:gd name="connsiteX506" fmla="*/ 3653088 w 7467600"/>
              <a:gd name="connsiteY506" fmla="*/ 4521417 h 6858000"/>
              <a:gd name="connsiteX507" fmla="*/ 3988128 w 7467600"/>
              <a:gd name="connsiteY507" fmla="*/ 4817267 h 6858000"/>
              <a:gd name="connsiteX508" fmla="*/ 4830582 w 7467600"/>
              <a:gd name="connsiteY508" fmla="*/ 4676000 h 6858000"/>
              <a:gd name="connsiteX509" fmla="*/ 4830100 w 7467600"/>
              <a:gd name="connsiteY509" fmla="*/ 4675554 h 6858000"/>
              <a:gd name="connsiteX510" fmla="*/ 4036318 w 7467600"/>
              <a:gd name="connsiteY510" fmla="*/ 4147013 h 6858000"/>
              <a:gd name="connsiteX511" fmla="*/ 3432098 w 7467600"/>
              <a:gd name="connsiteY511" fmla="*/ 3537312 h 6858000"/>
              <a:gd name="connsiteX512" fmla="*/ 3446761 w 7467600"/>
              <a:gd name="connsiteY512" fmla="*/ 3461278 h 6858000"/>
              <a:gd name="connsiteX513" fmla="*/ 4419733 w 7467600"/>
              <a:gd name="connsiteY513" fmla="*/ 3963555 h 6858000"/>
              <a:gd name="connsiteX514" fmla="*/ 4781371 w 7467600"/>
              <a:gd name="connsiteY514" fmla="*/ 4458604 h 6858000"/>
              <a:gd name="connsiteX515" fmla="*/ 4780440 w 7467600"/>
              <a:gd name="connsiteY515" fmla="*/ 4470290 h 6858000"/>
              <a:gd name="connsiteX516" fmla="*/ 4898954 w 7467600"/>
              <a:gd name="connsiteY516" fmla="*/ 4662092 h 6858000"/>
              <a:gd name="connsiteX517" fmla="*/ 4900699 w 7467600"/>
              <a:gd name="connsiteY517" fmla="*/ 4670867 h 6858000"/>
              <a:gd name="connsiteX518" fmla="*/ 5714511 w 7467600"/>
              <a:gd name="connsiteY518" fmla="*/ 4663483 h 6858000"/>
              <a:gd name="connsiteX519" fmla="*/ 5464793 w 7467600"/>
              <a:gd name="connsiteY519" fmla="*/ 4393556 h 6858000"/>
              <a:gd name="connsiteX520" fmla="*/ 5461897 w 7467600"/>
              <a:gd name="connsiteY520" fmla="*/ 4390879 h 6858000"/>
              <a:gd name="connsiteX521" fmla="*/ 4294126 w 7467600"/>
              <a:gd name="connsiteY521" fmla="*/ 3303048 h 6858000"/>
              <a:gd name="connsiteX522" fmla="*/ 4305321 w 7467600"/>
              <a:gd name="connsiteY522" fmla="*/ 3256953 h 6858000"/>
              <a:gd name="connsiteX523" fmla="*/ 4949299 w 7467600"/>
              <a:gd name="connsiteY523" fmla="*/ 3766336 h 6858000"/>
              <a:gd name="connsiteX524" fmla="*/ 5291452 w 7467600"/>
              <a:gd name="connsiteY524" fmla="*/ 4076801 h 6858000"/>
              <a:gd name="connsiteX525" fmla="*/ 5434998 w 7467600"/>
              <a:gd name="connsiteY525" fmla="*/ 4254100 h 6858000"/>
              <a:gd name="connsiteX526" fmla="*/ 5351015 w 7467600"/>
              <a:gd name="connsiteY526" fmla="*/ 3760989 h 6858000"/>
              <a:gd name="connsiteX527" fmla="*/ 5413780 w 7467600"/>
              <a:gd name="connsiteY527" fmla="*/ 2966265 h 6858000"/>
              <a:gd name="connsiteX528" fmla="*/ 5425627 w 7467600"/>
              <a:gd name="connsiteY528" fmla="*/ 2954192 h 6858000"/>
              <a:gd name="connsiteX529" fmla="*/ 6604735 w 7467600"/>
              <a:gd name="connsiteY529" fmla="*/ 2041381 h 6858000"/>
              <a:gd name="connsiteX530" fmla="*/ 7204487 w 7467600"/>
              <a:gd name="connsiteY530" fmla="*/ 2742112 h 6858000"/>
              <a:gd name="connsiteX531" fmla="*/ 7131592 w 7467600"/>
              <a:gd name="connsiteY531" fmla="*/ 2672096 h 6858000"/>
              <a:gd name="connsiteX532" fmla="*/ 6996344 w 7467600"/>
              <a:gd name="connsiteY532" fmla="*/ 2518310 h 6858000"/>
              <a:gd name="connsiteX533" fmla="*/ 6735495 w 7467600"/>
              <a:gd name="connsiteY533" fmla="*/ 2196890 h 6858000"/>
              <a:gd name="connsiteX534" fmla="*/ 6721901 w 7467600"/>
              <a:gd name="connsiteY534" fmla="*/ 2179274 h 6858000"/>
              <a:gd name="connsiteX535" fmla="*/ 6604735 w 7467600"/>
              <a:gd name="connsiteY535" fmla="*/ 2041381 h 6858000"/>
              <a:gd name="connsiteX536" fmla="*/ 6591670 w 7467600"/>
              <a:gd name="connsiteY536" fmla="*/ 1988277 h 6858000"/>
              <a:gd name="connsiteX537" fmla="*/ 6747349 w 7467600"/>
              <a:gd name="connsiteY537" fmla="*/ 2160069 h 6858000"/>
              <a:gd name="connsiteX538" fmla="*/ 6760943 w 7467600"/>
              <a:gd name="connsiteY538" fmla="*/ 2177686 h 6858000"/>
              <a:gd name="connsiteX539" fmla="*/ 7021065 w 7467600"/>
              <a:gd name="connsiteY539" fmla="*/ 2498102 h 6858000"/>
              <a:gd name="connsiteX540" fmla="*/ 7155223 w 7467600"/>
              <a:gd name="connsiteY540" fmla="*/ 2650386 h 6858000"/>
              <a:gd name="connsiteX541" fmla="*/ 7203167 w 7467600"/>
              <a:gd name="connsiteY541" fmla="*/ 2697288 h 6858000"/>
              <a:gd name="connsiteX542" fmla="*/ 6937703 w 7467600"/>
              <a:gd name="connsiteY542" fmla="*/ 2321981 h 6858000"/>
              <a:gd name="connsiteX543" fmla="*/ 6591670 w 7467600"/>
              <a:gd name="connsiteY543" fmla="*/ 1988277 h 6858000"/>
              <a:gd name="connsiteX544" fmla="*/ 5798671 w 7467600"/>
              <a:gd name="connsiteY544" fmla="*/ 1981601 h 6858000"/>
              <a:gd name="connsiteX545" fmla="*/ 5754709 w 7467600"/>
              <a:gd name="connsiteY545" fmla="*/ 2071454 h 6858000"/>
              <a:gd name="connsiteX546" fmla="*/ 5763044 w 7467600"/>
              <a:gd name="connsiteY546" fmla="*/ 2842206 h 6858000"/>
              <a:gd name="connsiteX547" fmla="*/ 5764974 w 7467600"/>
              <a:gd name="connsiteY547" fmla="*/ 2799609 h 6858000"/>
              <a:gd name="connsiteX548" fmla="*/ 5767665 w 7467600"/>
              <a:gd name="connsiteY548" fmla="*/ 2666409 h 6858000"/>
              <a:gd name="connsiteX549" fmla="*/ 5763055 w 7467600"/>
              <a:gd name="connsiteY549" fmla="*/ 2579705 h 6858000"/>
              <a:gd name="connsiteX550" fmla="*/ 5758079 w 7467600"/>
              <a:gd name="connsiteY550" fmla="*/ 2492508 h 6858000"/>
              <a:gd name="connsiteX551" fmla="*/ 5779325 w 7467600"/>
              <a:gd name="connsiteY551" fmla="*/ 2197069 h 6858000"/>
              <a:gd name="connsiteX552" fmla="*/ 5798671 w 7467600"/>
              <a:gd name="connsiteY552" fmla="*/ 1981601 h 6858000"/>
              <a:gd name="connsiteX553" fmla="*/ 5829202 w 7467600"/>
              <a:gd name="connsiteY553" fmla="*/ 1971679 h 6858000"/>
              <a:gd name="connsiteX554" fmla="*/ 5809558 w 7467600"/>
              <a:gd name="connsiteY554" fmla="*/ 2198043 h 6858000"/>
              <a:gd name="connsiteX555" fmla="*/ 5788653 w 7467600"/>
              <a:gd name="connsiteY555" fmla="*/ 2489430 h 6858000"/>
              <a:gd name="connsiteX556" fmla="*/ 5793439 w 7467600"/>
              <a:gd name="connsiteY556" fmla="*/ 2575235 h 6858000"/>
              <a:gd name="connsiteX557" fmla="*/ 5796837 w 7467600"/>
              <a:gd name="connsiteY557" fmla="*/ 2637633 h 6858000"/>
              <a:gd name="connsiteX558" fmla="*/ 5818614 w 7467600"/>
              <a:gd name="connsiteY558" fmla="*/ 2473055 h 6858000"/>
              <a:gd name="connsiteX559" fmla="*/ 5829202 w 7467600"/>
              <a:gd name="connsiteY559" fmla="*/ 1971679 h 6858000"/>
              <a:gd name="connsiteX560" fmla="*/ 5911389 w 7467600"/>
              <a:gd name="connsiteY560" fmla="*/ 1898371 h 6858000"/>
              <a:gd name="connsiteX561" fmla="*/ 6237627 w 7467600"/>
              <a:gd name="connsiteY561" fmla="*/ 2231921 h 6858000"/>
              <a:gd name="connsiteX562" fmla="*/ 5911389 w 7467600"/>
              <a:gd name="connsiteY562" fmla="*/ 1898371 h 6858000"/>
              <a:gd name="connsiteX563" fmla="*/ 6944437 w 7467600"/>
              <a:gd name="connsiteY563" fmla="*/ 1575402 h 6858000"/>
              <a:gd name="connsiteX564" fmla="*/ 6304730 w 7467600"/>
              <a:gd name="connsiteY564" fmla="*/ 1766654 h 6858000"/>
              <a:gd name="connsiteX565" fmla="*/ 6944437 w 7467600"/>
              <a:gd name="connsiteY565" fmla="*/ 1575402 h 6858000"/>
              <a:gd name="connsiteX566" fmla="*/ 7019523 w 7467600"/>
              <a:gd name="connsiteY566" fmla="*/ 1519450 h 6858000"/>
              <a:gd name="connsiteX567" fmla="*/ 6298091 w 7467600"/>
              <a:gd name="connsiteY567" fmla="*/ 1737122 h 6858000"/>
              <a:gd name="connsiteX568" fmla="*/ 7019523 w 7467600"/>
              <a:gd name="connsiteY568" fmla="*/ 1519450 h 6858000"/>
              <a:gd name="connsiteX569" fmla="*/ 2399523 w 7467600"/>
              <a:gd name="connsiteY569" fmla="*/ 1428234 h 6858000"/>
              <a:gd name="connsiteX570" fmla="*/ 2224982 w 7467600"/>
              <a:gd name="connsiteY570" fmla="*/ 1826201 h 6858000"/>
              <a:gd name="connsiteX571" fmla="*/ 2096099 w 7467600"/>
              <a:gd name="connsiteY571" fmla="*/ 2345900 h 6858000"/>
              <a:gd name="connsiteX572" fmla="*/ 2283317 w 7467600"/>
              <a:gd name="connsiteY572" fmla="*/ 1796925 h 6858000"/>
              <a:gd name="connsiteX573" fmla="*/ 2399523 w 7467600"/>
              <a:gd name="connsiteY573" fmla="*/ 1428234 h 6858000"/>
              <a:gd name="connsiteX574" fmla="*/ 2448558 w 7467600"/>
              <a:gd name="connsiteY574" fmla="*/ 1373435 h 6858000"/>
              <a:gd name="connsiteX575" fmla="*/ 2312521 w 7467600"/>
              <a:gd name="connsiteY575" fmla="*/ 1806140 h 6858000"/>
              <a:gd name="connsiteX576" fmla="*/ 2127533 w 7467600"/>
              <a:gd name="connsiteY576" fmla="*/ 2348380 h 6858000"/>
              <a:gd name="connsiteX577" fmla="*/ 2358080 w 7467600"/>
              <a:gd name="connsiteY577" fmla="*/ 1866134 h 6858000"/>
              <a:gd name="connsiteX578" fmla="*/ 2407436 w 7467600"/>
              <a:gd name="connsiteY578" fmla="*/ 1651070 h 6858000"/>
              <a:gd name="connsiteX579" fmla="*/ 2448558 w 7467600"/>
              <a:gd name="connsiteY579" fmla="*/ 1373435 h 6858000"/>
              <a:gd name="connsiteX580" fmla="*/ 278707 w 7467600"/>
              <a:gd name="connsiteY580" fmla="*/ 1352270 h 6858000"/>
              <a:gd name="connsiteX581" fmla="*/ 321570 w 7467600"/>
              <a:gd name="connsiteY581" fmla="*/ 1861610 h 6858000"/>
              <a:gd name="connsiteX582" fmla="*/ 294281 w 7467600"/>
              <a:gd name="connsiteY582" fmla="*/ 1440658 h 6858000"/>
              <a:gd name="connsiteX583" fmla="*/ 278707 w 7467600"/>
              <a:gd name="connsiteY583" fmla="*/ 1352270 h 6858000"/>
              <a:gd name="connsiteX584" fmla="*/ 1423821 w 7467600"/>
              <a:gd name="connsiteY584" fmla="*/ 1351958 h 6858000"/>
              <a:gd name="connsiteX585" fmla="*/ 1638521 w 7467600"/>
              <a:gd name="connsiteY585" fmla="*/ 1908470 h 6858000"/>
              <a:gd name="connsiteX586" fmla="*/ 1754199 w 7467600"/>
              <a:gd name="connsiteY586" fmla="*/ 2149284 h 6858000"/>
              <a:gd name="connsiteX587" fmla="*/ 1908359 w 7467600"/>
              <a:gd name="connsiteY587" fmla="*/ 2364988 h 6858000"/>
              <a:gd name="connsiteX588" fmla="*/ 1647661 w 7467600"/>
              <a:gd name="connsiteY588" fmla="*/ 1825945 h 6858000"/>
              <a:gd name="connsiteX589" fmla="*/ 1423821 w 7467600"/>
              <a:gd name="connsiteY589" fmla="*/ 1351958 h 6858000"/>
              <a:gd name="connsiteX590" fmla="*/ 1431890 w 7467600"/>
              <a:gd name="connsiteY590" fmla="*/ 1306475 h 6858000"/>
              <a:gd name="connsiteX591" fmla="*/ 1507597 w 7467600"/>
              <a:gd name="connsiteY591" fmla="*/ 1446132 h 6858000"/>
              <a:gd name="connsiteX592" fmla="*/ 1674586 w 7467600"/>
              <a:gd name="connsiteY592" fmla="*/ 1813832 h 6858000"/>
              <a:gd name="connsiteX593" fmla="*/ 1815950 w 7467600"/>
              <a:gd name="connsiteY593" fmla="*/ 2128564 h 6858000"/>
              <a:gd name="connsiteX594" fmla="*/ 1984242 w 7467600"/>
              <a:gd name="connsiteY594" fmla="*/ 2430829 h 6858000"/>
              <a:gd name="connsiteX595" fmla="*/ 2014023 w 7467600"/>
              <a:gd name="connsiteY595" fmla="*/ 2450995 h 6858000"/>
              <a:gd name="connsiteX596" fmla="*/ 1747337 w 7467600"/>
              <a:gd name="connsiteY596" fmla="*/ 1855264 h 6858000"/>
              <a:gd name="connsiteX597" fmla="*/ 1533749 w 7467600"/>
              <a:gd name="connsiteY597" fmla="*/ 1478656 h 6858000"/>
              <a:gd name="connsiteX598" fmla="*/ 1431890 w 7467600"/>
              <a:gd name="connsiteY598" fmla="*/ 1306475 h 6858000"/>
              <a:gd name="connsiteX599" fmla="*/ 5052692 w 7467600"/>
              <a:gd name="connsiteY599" fmla="*/ 1292994 h 6858000"/>
              <a:gd name="connsiteX600" fmla="*/ 5200661 w 7467600"/>
              <a:gd name="connsiteY600" fmla="*/ 1635186 h 6858000"/>
              <a:gd name="connsiteX601" fmla="*/ 5297138 w 7467600"/>
              <a:gd name="connsiteY601" fmla="*/ 1906351 h 6858000"/>
              <a:gd name="connsiteX602" fmla="*/ 5052692 w 7467600"/>
              <a:gd name="connsiteY602" fmla="*/ 1292994 h 6858000"/>
              <a:gd name="connsiteX603" fmla="*/ 5009948 w 7467600"/>
              <a:gd name="connsiteY603" fmla="*/ 1273619 h 6858000"/>
              <a:gd name="connsiteX604" fmla="*/ 5121777 w 7467600"/>
              <a:gd name="connsiteY604" fmla="*/ 1654213 h 6858000"/>
              <a:gd name="connsiteX605" fmla="*/ 5293545 w 7467600"/>
              <a:gd name="connsiteY605" fmla="*/ 2072247 h 6858000"/>
              <a:gd name="connsiteX606" fmla="*/ 5294042 w 7467600"/>
              <a:gd name="connsiteY606" fmla="*/ 2065019 h 6858000"/>
              <a:gd name="connsiteX607" fmla="*/ 5171936 w 7467600"/>
              <a:gd name="connsiteY607" fmla="*/ 1647613 h 6858000"/>
              <a:gd name="connsiteX608" fmla="*/ 5009948 w 7467600"/>
              <a:gd name="connsiteY608" fmla="*/ 1273619 h 6858000"/>
              <a:gd name="connsiteX609" fmla="*/ 655236 w 7467600"/>
              <a:gd name="connsiteY609" fmla="*/ 1268632 h 6858000"/>
              <a:gd name="connsiteX610" fmla="*/ 839521 w 7467600"/>
              <a:gd name="connsiteY610" fmla="*/ 1685315 h 6858000"/>
              <a:gd name="connsiteX611" fmla="*/ 1109416 w 7467600"/>
              <a:gd name="connsiteY611" fmla="*/ 2061663 h 6858000"/>
              <a:gd name="connsiteX612" fmla="*/ 1298300 w 7467600"/>
              <a:gd name="connsiteY612" fmla="*/ 2247742 h 6858000"/>
              <a:gd name="connsiteX613" fmla="*/ 1125871 w 7467600"/>
              <a:gd name="connsiteY613" fmla="*/ 1989513 h 6858000"/>
              <a:gd name="connsiteX614" fmla="*/ 981574 w 7467600"/>
              <a:gd name="connsiteY614" fmla="*/ 1783157 h 6858000"/>
              <a:gd name="connsiteX615" fmla="*/ 922198 w 7467600"/>
              <a:gd name="connsiteY615" fmla="*/ 1677437 h 6858000"/>
              <a:gd name="connsiteX616" fmla="*/ 869293 w 7467600"/>
              <a:gd name="connsiteY616" fmla="*/ 1583214 h 6858000"/>
              <a:gd name="connsiteX617" fmla="*/ 751431 w 7467600"/>
              <a:gd name="connsiteY617" fmla="*/ 1405731 h 6858000"/>
              <a:gd name="connsiteX618" fmla="*/ 655236 w 7467600"/>
              <a:gd name="connsiteY618" fmla="*/ 1268632 h 6858000"/>
              <a:gd name="connsiteX619" fmla="*/ 6516292 w 7467600"/>
              <a:gd name="connsiteY619" fmla="*/ 1263064 h 6858000"/>
              <a:gd name="connsiteX620" fmla="*/ 5736320 w 7467600"/>
              <a:gd name="connsiteY620" fmla="*/ 1501803 h 6858000"/>
              <a:gd name="connsiteX621" fmla="*/ 6516292 w 7467600"/>
              <a:gd name="connsiteY621" fmla="*/ 1263064 h 6858000"/>
              <a:gd name="connsiteX622" fmla="*/ 291466 w 7467600"/>
              <a:gd name="connsiteY622" fmla="*/ 1250369 h 6858000"/>
              <a:gd name="connsiteX623" fmla="*/ 323180 w 7467600"/>
              <a:gd name="connsiteY623" fmla="*/ 1435283 h 6858000"/>
              <a:gd name="connsiteX624" fmla="*/ 349381 w 7467600"/>
              <a:gd name="connsiteY624" fmla="*/ 1875041 h 6858000"/>
              <a:gd name="connsiteX625" fmla="*/ 374363 w 7467600"/>
              <a:gd name="connsiteY625" fmla="*/ 1506494 h 6858000"/>
              <a:gd name="connsiteX626" fmla="*/ 302168 w 7467600"/>
              <a:gd name="connsiteY626" fmla="*/ 1274495 h 6858000"/>
              <a:gd name="connsiteX627" fmla="*/ 291466 w 7467600"/>
              <a:gd name="connsiteY627" fmla="*/ 1250369 h 6858000"/>
              <a:gd name="connsiteX628" fmla="*/ 678222 w 7467600"/>
              <a:gd name="connsiteY628" fmla="*/ 1248670 h 6858000"/>
              <a:gd name="connsiteX629" fmla="*/ 775536 w 7467600"/>
              <a:gd name="connsiteY629" fmla="*/ 1388015 h 6858000"/>
              <a:gd name="connsiteX630" fmla="*/ 894529 w 7467600"/>
              <a:gd name="connsiteY630" fmla="*/ 1567739 h 6858000"/>
              <a:gd name="connsiteX631" fmla="*/ 948000 w 7467600"/>
              <a:gd name="connsiteY631" fmla="*/ 1663088 h 6858000"/>
              <a:gd name="connsiteX632" fmla="*/ 1006812 w 7467600"/>
              <a:gd name="connsiteY632" fmla="*/ 1767683 h 6858000"/>
              <a:gd name="connsiteX633" fmla="*/ 1149133 w 7467600"/>
              <a:gd name="connsiteY633" fmla="*/ 1971513 h 6858000"/>
              <a:gd name="connsiteX634" fmla="*/ 1333952 w 7467600"/>
              <a:gd name="connsiteY634" fmla="*/ 2251620 h 6858000"/>
              <a:gd name="connsiteX635" fmla="*/ 1337329 w 7467600"/>
              <a:gd name="connsiteY635" fmla="*/ 2258350 h 6858000"/>
              <a:gd name="connsiteX636" fmla="*/ 1014726 w 7467600"/>
              <a:gd name="connsiteY636" fmla="*/ 1615556 h 6858000"/>
              <a:gd name="connsiteX637" fmla="*/ 678222 w 7467600"/>
              <a:gd name="connsiteY637" fmla="*/ 1248670 h 6858000"/>
              <a:gd name="connsiteX638" fmla="*/ 6691602 w 7467600"/>
              <a:gd name="connsiteY638" fmla="*/ 1140573 h 6858000"/>
              <a:gd name="connsiteX639" fmla="*/ 6571100 w 7467600"/>
              <a:gd name="connsiteY639" fmla="*/ 1183662 h 6858000"/>
              <a:gd name="connsiteX640" fmla="*/ 6241687 w 7467600"/>
              <a:gd name="connsiteY640" fmla="*/ 1257600 h 6858000"/>
              <a:gd name="connsiteX641" fmla="*/ 5693009 w 7467600"/>
              <a:gd name="connsiteY641" fmla="*/ 1478256 h 6858000"/>
              <a:gd name="connsiteX642" fmla="*/ 6548420 w 7467600"/>
              <a:gd name="connsiteY642" fmla="*/ 1214599 h 6858000"/>
              <a:gd name="connsiteX643" fmla="*/ 6605473 w 7467600"/>
              <a:gd name="connsiteY643" fmla="*/ 1184686 h 6858000"/>
              <a:gd name="connsiteX644" fmla="*/ 6691602 w 7467600"/>
              <a:gd name="connsiteY644" fmla="*/ 1140573 h 6858000"/>
              <a:gd name="connsiteX645" fmla="*/ 4002475 w 7467600"/>
              <a:gd name="connsiteY645" fmla="*/ 1037802 h 6858000"/>
              <a:gd name="connsiteX646" fmla="*/ 4000324 w 7467600"/>
              <a:gd name="connsiteY646" fmla="*/ 1039362 h 6858000"/>
              <a:gd name="connsiteX647" fmla="*/ 4002862 w 7467600"/>
              <a:gd name="connsiteY647" fmla="*/ 1042866 h 6858000"/>
              <a:gd name="connsiteX648" fmla="*/ 4002475 w 7467600"/>
              <a:gd name="connsiteY648" fmla="*/ 1037802 h 6858000"/>
              <a:gd name="connsiteX649" fmla="*/ 506322 w 7467600"/>
              <a:gd name="connsiteY649" fmla="*/ 1020997 h 6858000"/>
              <a:gd name="connsiteX650" fmla="*/ 533068 w 7467600"/>
              <a:gd name="connsiteY650" fmla="*/ 1029409 h 6858000"/>
              <a:gd name="connsiteX651" fmla="*/ 1232525 w 7467600"/>
              <a:gd name="connsiteY651" fmla="*/ 1804675 h 6858000"/>
              <a:gd name="connsiteX652" fmla="*/ 1388858 w 7467600"/>
              <a:gd name="connsiteY652" fmla="*/ 2368011 h 6858000"/>
              <a:gd name="connsiteX653" fmla="*/ 1384098 w 7467600"/>
              <a:gd name="connsiteY653" fmla="*/ 2378125 h 6858000"/>
              <a:gd name="connsiteX654" fmla="*/ 1425393 w 7467600"/>
              <a:gd name="connsiteY654" fmla="*/ 2589124 h 6858000"/>
              <a:gd name="connsiteX655" fmla="*/ 1424001 w 7467600"/>
              <a:gd name="connsiteY655" fmla="*/ 2597541 h 6858000"/>
              <a:gd name="connsiteX656" fmla="*/ 2152729 w 7467600"/>
              <a:gd name="connsiteY656" fmla="*/ 2864487 h 6858000"/>
              <a:gd name="connsiteX657" fmla="*/ 2020609 w 7467600"/>
              <a:gd name="connsiteY657" fmla="*/ 2539671 h 6858000"/>
              <a:gd name="connsiteX658" fmla="*/ 2018920 w 7467600"/>
              <a:gd name="connsiteY658" fmla="*/ 2536309 h 6858000"/>
              <a:gd name="connsiteX659" fmla="*/ 1342441 w 7467600"/>
              <a:gd name="connsiteY659" fmla="*/ 1173017 h 6858000"/>
              <a:gd name="connsiteX660" fmla="*/ 1367925 w 7467600"/>
              <a:gd name="connsiteY660" fmla="*/ 1135648 h 6858000"/>
              <a:gd name="connsiteX661" fmla="*/ 1771401 w 7467600"/>
              <a:gd name="connsiteY661" fmla="*/ 1806673 h 6858000"/>
              <a:gd name="connsiteX662" fmla="*/ 1972385 w 7467600"/>
              <a:gd name="connsiteY662" fmla="*/ 2198735 h 6858000"/>
              <a:gd name="connsiteX663" fmla="*/ 2040892 w 7467600"/>
              <a:gd name="connsiteY663" fmla="*/ 2405205 h 6858000"/>
              <a:gd name="connsiteX664" fmla="*/ 2131689 w 7467600"/>
              <a:gd name="connsiteY664" fmla="*/ 1936926 h 6858000"/>
              <a:gd name="connsiteX665" fmla="*/ 2454820 w 7467600"/>
              <a:gd name="connsiteY665" fmla="*/ 1248808 h 6858000"/>
              <a:gd name="connsiteX666" fmla="*/ 2492512 w 7467600"/>
              <a:gd name="connsiteY666" fmla="*/ 1302920 h 6858000"/>
              <a:gd name="connsiteX667" fmla="*/ 2081216 w 7467600"/>
              <a:gd name="connsiteY667" fmla="*/ 2527513 h 6858000"/>
              <a:gd name="connsiteX668" fmla="*/ 2081211 w 7467600"/>
              <a:gd name="connsiteY668" fmla="*/ 2528916 h 6858000"/>
              <a:gd name="connsiteX669" fmla="*/ 2199067 w 7467600"/>
              <a:gd name="connsiteY669" fmla="*/ 2884061 h 6858000"/>
              <a:gd name="connsiteX670" fmla="*/ 3192586 w 7467600"/>
              <a:gd name="connsiteY670" fmla="*/ 3411496 h 6858000"/>
              <a:gd name="connsiteX671" fmla="*/ 3182620 w 7467600"/>
              <a:gd name="connsiteY671" fmla="*/ 3483279 h 6858000"/>
              <a:gd name="connsiteX672" fmla="*/ 2435119 w 7467600"/>
              <a:gd name="connsiteY672" fmla="*/ 3080173 h 6858000"/>
              <a:gd name="connsiteX673" fmla="*/ 2410152 w 7467600"/>
              <a:gd name="connsiteY673" fmla="*/ 3063751 h 6858000"/>
              <a:gd name="connsiteX674" fmla="*/ 2408099 w 7467600"/>
              <a:gd name="connsiteY674" fmla="*/ 3064403 h 6858000"/>
              <a:gd name="connsiteX675" fmla="*/ 2407218 w 7467600"/>
              <a:gd name="connsiteY675" fmla="*/ 3070324 h 6858000"/>
              <a:gd name="connsiteX676" fmla="*/ 2380138 w 7467600"/>
              <a:gd name="connsiteY676" fmla="*/ 3099341 h 6858000"/>
              <a:gd name="connsiteX677" fmla="*/ 1765923 w 7467600"/>
              <a:gd name="connsiteY677" fmla="*/ 3581043 h 6858000"/>
              <a:gd name="connsiteX678" fmla="*/ 1702258 w 7467600"/>
              <a:gd name="connsiteY678" fmla="*/ 3612286 h 6858000"/>
              <a:gd name="connsiteX679" fmla="*/ 1538370 w 7467600"/>
              <a:gd name="connsiteY679" fmla="*/ 3811804 h 6858000"/>
              <a:gd name="connsiteX680" fmla="*/ 542867 w 7467600"/>
              <a:gd name="connsiteY680" fmla="*/ 4944092 h 6858000"/>
              <a:gd name="connsiteX681" fmla="*/ 515800 w 7467600"/>
              <a:gd name="connsiteY681" fmla="*/ 4862180 h 6858000"/>
              <a:gd name="connsiteX682" fmla="*/ 909145 w 7467600"/>
              <a:gd name="connsiteY682" fmla="*/ 4199225 h 6858000"/>
              <a:gd name="connsiteX683" fmla="*/ 1214067 w 7467600"/>
              <a:gd name="connsiteY683" fmla="*/ 3908561 h 6858000"/>
              <a:gd name="connsiteX684" fmla="*/ 640967 w 7467600"/>
              <a:gd name="connsiteY684" fmla="*/ 4105601 h 6858000"/>
              <a:gd name="connsiteX685" fmla="*/ 112563 w 7467600"/>
              <a:gd name="connsiteY685" fmla="*/ 4396952 h 6858000"/>
              <a:gd name="connsiteX686" fmla="*/ 0 w 7467600"/>
              <a:gd name="connsiteY686" fmla="*/ 4466006 h 6858000"/>
              <a:gd name="connsiteX687" fmla="*/ 0 w 7467600"/>
              <a:gd name="connsiteY687" fmla="*/ 4233763 h 6858000"/>
              <a:gd name="connsiteX688" fmla="*/ 36881 w 7467600"/>
              <a:gd name="connsiteY688" fmla="*/ 4200118 h 6858000"/>
              <a:gd name="connsiteX689" fmla="*/ 910534 w 7467600"/>
              <a:gd name="connsiteY689" fmla="*/ 3629753 h 6858000"/>
              <a:gd name="connsiteX690" fmla="*/ 1578717 w 7467600"/>
              <a:gd name="connsiteY690" fmla="*/ 3575982 h 6858000"/>
              <a:gd name="connsiteX691" fmla="*/ 2338780 w 7467600"/>
              <a:gd name="connsiteY691" fmla="*/ 3033725 h 6858000"/>
              <a:gd name="connsiteX692" fmla="*/ 1807991 w 7467600"/>
              <a:gd name="connsiteY692" fmla="*/ 2807184 h 6858000"/>
              <a:gd name="connsiteX693" fmla="*/ 1416358 w 7467600"/>
              <a:gd name="connsiteY693" fmla="*/ 3112571 h 6858000"/>
              <a:gd name="connsiteX694" fmla="*/ 939066 w 7467600"/>
              <a:gd name="connsiteY694" fmla="*/ 3378798 h 6858000"/>
              <a:gd name="connsiteX695" fmla="*/ 115099 w 7467600"/>
              <a:gd name="connsiteY695" fmla="*/ 3607650 h 6858000"/>
              <a:gd name="connsiteX696" fmla="*/ 97284 w 7467600"/>
              <a:gd name="connsiteY696" fmla="*/ 3520393 h 6858000"/>
              <a:gd name="connsiteX697" fmla="*/ 922050 w 7467600"/>
              <a:gd name="connsiteY697" fmla="*/ 3074867 h 6858000"/>
              <a:gd name="connsiteX698" fmla="*/ 1405265 w 7467600"/>
              <a:gd name="connsiteY698" fmla="*/ 3016319 h 6858000"/>
              <a:gd name="connsiteX699" fmla="*/ 1407512 w 7467600"/>
              <a:gd name="connsiteY699" fmla="*/ 3018001 h 6858000"/>
              <a:gd name="connsiteX700" fmla="*/ 1726266 w 7467600"/>
              <a:gd name="connsiteY700" fmla="*/ 2777274 h 6858000"/>
              <a:gd name="connsiteX701" fmla="*/ 625390 w 7467600"/>
              <a:gd name="connsiteY701" fmla="*/ 2514541 h 6858000"/>
              <a:gd name="connsiteX702" fmla="*/ 619799 w 7467600"/>
              <a:gd name="connsiteY702" fmla="*/ 2527180 h 6858000"/>
              <a:gd name="connsiteX703" fmla="*/ 310030 w 7467600"/>
              <a:gd name="connsiteY703" fmla="*/ 2771818 h 6858000"/>
              <a:gd name="connsiteX704" fmla="*/ 173877 w 7467600"/>
              <a:gd name="connsiteY704" fmla="*/ 2937056 h 6858000"/>
              <a:gd name="connsiteX705" fmla="*/ 77889 w 7467600"/>
              <a:gd name="connsiteY705" fmla="*/ 3138440 h 6858000"/>
              <a:gd name="connsiteX706" fmla="*/ 0 w 7467600"/>
              <a:gd name="connsiteY706" fmla="*/ 3271395 h 6858000"/>
              <a:gd name="connsiteX707" fmla="*/ 0 w 7467600"/>
              <a:gd name="connsiteY707" fmla="*/ 3153002 h 6858000"/>
              <a:gd name="connsiteX708" fmla="*/ 2386 w 7467600"/>
              <a:gd name="connsiteY708" fmla="*/ 3149203 h 6858000"/>
              <a:gd name="connsiteX709" fmla="*/ 89753 w 7467600"/>
              <a:gd name="connsiteY709" fmla="*/ 2987702 h 6858000"/>
              <a:gd name="connsiteX710" fmla="*/ 76869 w 7467600"/>
              <a:gd name="connsiteY710" fmla="*/ 3005404 h 6858000"/>
              <a:gd name="connsiteX711" fmla="*/ 32049 w 7467600"/>
              <a:gd name="connsiteY711" fmla="*/ 3065814 h 6858000"/>
              <a:gd name="connsiteX712" fmla="*/ 0 w 7467600"/>
              <a:gd name="connsiteY712" fmla="*/ 3108744 h 6858000"/>
              <a:gd name="connsiteX713" fmla="*/ 0 w 7467600"/>
              <a:gd name="connsiteY713" fmla="*/ 3058059 h 6858000"/>
              <a:gd name="connsiteX714" fmla="*/ 7610 w 7467600"/>
              <a:gd name="connsiteY714" fmla="*/ 3047889 h 6858000"/>
              <a:gd name="connsiteX715" fmla="*/ 52419 w 7467600"/>
              <a:gd name="connsiteY715" fmla="*/ 2987479 h 6858000"/>
              <a:gd name="connsiteX716" fmla="*/ 59142 w 7467600"/>
              <a:gd name="connsiteY716" fmla="*/ 2978488 h 6858000"/>
              <a:gd name="connsiteX717" fmla="*/ 0 w 7467600"/>
              <a:gd name="connsiteY717" fmla="*/ 3015334 h 6858000"/>
              <a:gd name="connsiteX718" fmla="*/ 0 w 7467600"/>
              <a:gd name="connsiteY718" fmla="*/ 2914286 h 6858000"/>
              <a:gd name="connsiteX719" fmla="*/ 36383 w 7467600"/>
              <a:gd name="connsiteY719" fmla="*/ 2901128 h 6858000"/>
              <a:gd name="connsiteX720" fmla="*/ 156329 w 7467600"/>
              <a:gd name="connsiteY720" fmla="*/ 2840533 h 6858000"/>
              <a:gd name="connsiteX721" fmla="*/ 358355 w 7467600"/>
              <a:gd name="connsiteY721" fmla="*/ 2620471 h 6858000"/>
              <a:gd name="connsiteX722" fmla="*/ 510577 w 7467600"/>
              <a:gd name="connsiteY722" fmla="*/ 2501244 h 6858000"/>
              <a:gd name="connsiteX723" fmla="*/ 211967 w 7467600"/>
              <a:gd name="connsiteY723" fmla="*/ 2479171 h 6858000"/>
              <a:gd name="connsiteX724" fmla="*/ 0 w 7467600"/>
              <a:gd name="connsiteY724" fmla="*/ 2476398 h 6858000"/>
              <a:gd name="connsiteX725" fmla="*/ 0 w 7467600"/>
              <a:gd name="connsiteY725" fmla="*/ 2389189 h 6858000"/>
              <a:gd name="connsiteX726" fmla="*/ 103062 w 7467600"/>
              <a:gd name="connsiteY726" fmla="*/ 2389518 h 6858000"/>
              <a:gd name="connsiteX727" fmla="*/ 510734 w 7467600"/>
              <a:gd name="connsiteY727" fmla="*/ 2416201 h 6858000"/>
              <a:gd name="connsiteX728" fmla="*/ 279257 w 7467600"/>
              <a:gd name="connsiteY728" fmla="*/ 2092102 h 6858000"/>
              <a:gd name="connsiteX729" fmla="*/ 65265 w 7467600"/>
              <a:gd name="connsiteY729" fmla="*/ 2006049 h 6858000"/>
              <a:gd name="connsiteX730" fmla="*/ 0 w 7467600"/>
              <a:gd name="connsiteY730" fmla="*/ 1982532 h 6858000"/>
              <a:gd name="connsiteX731" fmla="*/ 0 w 7467600"/>
              <a:gd name="connsiteY731" fmla="*/ 1912789 h 6858000"/>
              <a:gd name="connsiteX732" fmla="*/ 97460 w 7467600"/>
              <a:gd name="connsiteY732" fmla="*/ 1953725 h 6858000"/>
              <a:gd name="connsiteX733" fmla="*/ 221272 w 7467600"/>
              <a:gd name="connsiteY733" fmla="*/ 1980766 h 6858000"/>
              <a:gd name="connsiteX734" fmla="*/ 116765 w 7467600"/>
              <a:gd name="connsiteY734" fmla="*/ 1911033 h 6858000"/>
              <a:gd name="connsiteX735" fmla="*/ 16405 w 7467600"/>
              <a:gd name="connsiteY735" fmla="*/ 1803412 h 6858000"/>
              <a:gd name="connsiteX736" fmla="*/ 0 w 7467600"/>
              <a:gd name="connsiteY736" fmla="*/ 1784777 h 6858000"/>
              <a:gd name="connsiteX737" fmla="*/ 0 w 7467600"/>
              <a:gd name="connsiteY737" fmla="*/ 1740082 h 6858000"/>
              <a:gd name="connsiteX738" fmla="*/ 39394 w 7467600"/>
              <a:gd name="connsiteY738" fmla="*/ 1784856 h 6858000"/>
              <a:gd name="connsiteX739" fmla="*/ 135813 w 7467600"/>
              <a:gd name="connsiteY739" fmla="*/ 1888838 h 6858000"/>
              <a:gd name="connsiteX740" fmla="*/ 242575 w 7467600"/>
              <a:gd name="connsiteY740" fmla="*/ 1958841 h 6858000"/>
              <a:gd name="connsiteX741" fmla="*/ 82197 w 7467600"/>
              <a:gd name="connsiteY741" fmla="*/ 1754826 h 6858000"/>
              <a:gd name="connsiteX742" fmla="*/ 0 w 7467600"/>
              <a:gd name="connsiteY742" fmla="*/ 1679650 h 6858000"/>
              <a:gd name="connsiteX743" fmla="*/ 0 w 7467600"/>
              <a:gd name="connsiteY743" fmla="*/ 1602463 h 6858000"/>
              <a:gd name="connsiteX744" fmla="*/ 84689 w 7467600"/>
              <a:gd name="connsiteY744" fmla="*/ 1677442 h 6858000"/>
              <a:gd name="connsiteX745" fmla="*/ 298437 w 7467600"/>
              <a:gd name="connsiteY745" fmla="*/ 1968019 h 6858000"/>
              <a:gd name="connsiteX746" fmla="*/ 227269 w 7467600"/>
              <a:gd name="connsiteY746" fmla="*/ 1114064 h 6858000"/>
              <a:gd name="connsiteX747" fmla="*/ 248003 w 7467600"/>
              <a:gd name="connsiteY747" fmla="*/ 1089613 h 6858000"/>
              <a:gd name="connsiteX748" fmla="*/ 427020 w 7467600"/>
              <a:gd name="connsiteY748" fmla="*/ 1619803 h 6858000"/>
              <a:gd name="connsiteX749" fmla="*/ 340345 w 7467600"/>
              <a:gd name="connsiteY749" fmla="*/ 2027739 h 6858000"/>
              <a:gd name="connsiteX750" fmla="*/ 360865 w 7467600"/>
              <a:gd name="connsiteY750" fmla="*/ 2044827 h 6858000"/>
              <a:gd name="connsiteX751" fmla="*/ 560414 w 7467600"/>
              <a:gd name="connsiteY751" fmla="*/ 2421457 h 6858000"/>
              <a:gd name="connsiteX752" fmla="*/ 1359703 w 7467600"/>
              <a:gd name="connsiteY752" fmla="*/ 2578554 h 6858000"/>
              <a:gd name="connsiteX753" fmla="*/ 1359422 w 7467600"/>
              <a:gd name="connsiteY753" fmla="*/ 2577994 h 6858000"/>
              <a:gd name="connsiteX754" fmla="*/ 828701 w 7467600"/>
              <a:gd name="connsiteY754" fmla="*/ 1839520 h 6858000"/>
              <a:gd name="connsiteX755" fmla="*/ 494427 w 7467600"/>
              <a:gd name="connsiteY755" fmla="*/ 1092333 h 6858000"/>
              <a:gd name="connsiteX756" fmla="*/ 506322 w 7467600"/>
              <a:gd name="connsiteY756" fmla="*/ 1020997 h 6858000"/>
              <a:gd name="connsiteX757" fmla="*/ 4570198 w 7467600"/>
              <a:gd name="connsiteY757" fmla="*/ 978081 h 6858000"/>
              <a:gd name="connsiteX758" fmla="*/ 4523691 w 7467600"/>
              <a:gd name="connsiteY758" fmla="*/ 1127776 h 6858000"/>
              <a:gd name="connsiteX759" fmla="*/ 4509875 w 7467600"/>
              <a:gd name="connsiteY759" fmla="*/ 1167552 h 6858000"/>
              <a:gd name="connsiteX760" fmla="*/ 4478168 w 7467600"/>
              <a:gd name="connsiteY760" fmla="*/ 1260735 h 6858000"/>
              <a:gd name="connsiteX761" fmla="*/ 4409309 w 7467600"/>
              <a:gd name="connsiteY761" fmla="*/ 1666996 h 6858000"/>
              <a:gd name="connsiteX762" fmla="*/ 4370031 w 7467600"/>
              <a:gd name="connsiteY762" fmla="*/ 1955666 h 6858000"/>
              <a:gd name="connsiteX763" fmla="*/ 4570198 w 7467600"/>
              <a:gd name="connsiteY763" fmla="*/ 978081 h 6858000"/>
              <a:gd name="connsiteX764" fmla="*/ 4557898 w 7467600"/>
              <a:gd name="connsiteY764" fmla="*/ 900011 h 6858000"/>
              <a:gd name="connsiteX765" fmla="*/ 4344840 w 7467600"/>
              <a:gd name="connsiteY765" fmla="*/ 1922038 h 6858000"/>
              <a:gd name="connsiteX766" fmla="*/ 4378710 w 7467600"/>
              <a:gd name="connsiteY766" fmla="*/ 1665516 h 6858000"/>
              <a:gd name="connsiteX767" fmla="*/ 4448798 w 7467600"/>
              <a:gd name="connsiteY767" fmla="*/ 1253024 h 6858000"/>
              <a:gd name="connsiteX768" fmla="*/ 4480315 w 7467600"/>
              <a:gd name="connsiteY768" fmla="*/ 1158454 h 6858000"/>
              <a:gd name="connsiteX769" fmla="*/ 4494133 w 7467600"/>
              <a:gd name="connsiteY769" fmla="*/ 1118676 h 6858000"/>
              <a:gd name="connsiteX770" fmla="*/ 4557898 w 7467600"/>
              <a:gd name="connsiteY770" fmla="*/ 900011 h 6858000"/>
              <a:gd name="connsiteX771" fmla="*/ 5870151 w 7467600"/>
              <a:gd name="connsiteY771" fmla="*/ 898890 h 6858000"/>
              <a:gd name="connsiteX772" fmla="*/ 5861335 w 7467600"/>
              <a:gd name="connsiteY772" fmla="*/ 899177 h 6858000"/>
              <a:gd name="connsiteX773" fmla="*/ 5843702 w 7467600"/>
              <a:gd name="connsiteY773" fmla="*/ 899748 h 6858000"/>
              <a:gd name="connsiteX774" fmla="*/ 5651107 w 7467600"/>
              <a:gd name="connsiteY774" fmla="*/ 920306 h 6858000"/>
              <a:gd name="connsiteX775" fmla="*/ 5459407 w 7467600"/>
              <a:gd name="connsiteY775" fmla="*/ 940975 h 6858000"/>
              <a:gd name="connsiteX776" fmla="*/ 5374846 w 7467600"/>
              <a:gd name="connsiteY776" fmla="*/ 941988 h 6858000"/>
              <a:gd name="connsiteX777" fmla="*/ 5256105 w 7467600"/>
              <a:gd name="connsiteY777" fmla="*/ 945632 h 6858000"/>
              <a:gd name="connsiteX778" fmla="*/ 5107071 w 7467600"/>
              <a:gd name="connsiteY778" fmla="*/ 969720 h 6858000"/>
              <a:gd name="connsiteX779" fmla="*/ 4998681 w 7467600"/>
              <a:gd name="connsiteY779" fmla="*/ 988771 h 6858000"/>
              <a:gd name="connsiteX780" fmla="*/ 5870151 w 7467600"/>
              <a:gd name="connsiteY780" fmla="*/ 898890 h 6858000"/>
              <a:gd name="connsiteX781" fmla="*/ 5504425 w 7467600"/>
              <a:gd name="connsiteY781" fmla="*/ 848067 h 6858000"/>
              <a:gd name="connsiteX782" fmla="*/ 4968849 w 7467600"/>
              <a:gd name="connsiteY782" fmla="*/ 962318 h 6858000"/>
              <a:gd name="connsiteX783" fmla="*/ 5104039 w 7467600"/>
              <a:gd name="connsiteY783" fmla="*/ 940634 h 6858000"/>
              <a:gd name="connsiteX784" fmla="*/ 5256311 w 7467600"/>
              <a:gd name="connsiteY784" fmla="*/ 916490 h 6858000"/>
              <a:gd name="connsiteX785" fmla="*/ 5377381 w 7467600"/>
              <a:gd name="connsiteY785" fmla="*/ 912671 h 6858000"/>
              <a:gd name="connsiteX786" fmla="*/ 5460148 w 7467600"/>
              <a:gd name="connsiteY786" fmla="*/ 911442 h 6858000"/>
              <a:gd name="connsiteX787" fmla="*/ 5648971 w 7467600"/>
              <a:gd name="connsiteY787" fmla="*/ 891331 h 6858000"/>
              <a:gd name="connsiteX788" fmla="*/ 5844807 w 7467600"/>
              <a:gd name="connsiteY788" fmla="*/ 870718 h 6858000"/>
              <a:gd name="connsiteX789" fmla="*/ 5862975 w 7467600"/>
              <a:gd name="connsiteY789" fmla="*/ 869756 h 6858000"/>
              <a:gd name="connsiteX790" fmla="*/ 5920887 w 7467600"/>
              <a:gd name="connsiteY790" fmla="*/ 865929 h 6858000"/>
              <a:gd name="connsiteX791" fmla="*/ 5504425 w 7467600"/>
              <a:gd name="connsiteY791" fmla="*/ 848067 h 6858000"/>
              <a:gd name="connsiteX792" fmla="*/ 3607114 w 7467600"/>
              <a:gd name="connsiteY792" fmla="*/ 467441 h 6858000"/>
              <a:gd name="connsiteX793" fmla="*/ 3296242 w 7467600"/>
              <a:gd name="connsiteY793" fmla="*/ 807991 h 6858000"/>
              <a:gd name="connsiteX794" fmla="*/ 3174674 w 7467600"/>
              <a:gd name="connsiteY794" fmla="*/ 919759 h 6858000"/>
              <a:gd name="connsiteX795" fmla="*/ 3042978 w 7467600"/>
              <a:gd name="connsiteY795" fmla="*/ 1054894 h 6858000"/>
              <a:gd name="connsiteX796" fmla="*/ 2968914 w 7467600"/>
              <a:gd name="connsiteY796" fmla="*/ 1133756 h 6858000"/>
              <a:gd name="connsiteX797" fmla="*/ 3103823 w 7467600"/>
              <a:gd name="connsiteY797" fmla="*/ 1026814 h 6858000"/>
              <a:gd name="connsiteX798" fmla="*/ 3607114 w 7467600"/>
              <a:gd name="connsiteY798" fmla="*/ 467441 h 6858000"/>
              <a:gd name="connsiteX799" fmla="*/ 3744487 w 7467600"/>
              <a:gd name="connsiteY799" fmla="*/ 383136 h 6858000"/>
              <a:gd name="connsiteX800" fmla="*/ 3970213 w 7467600"/>
              <a:gd name="connsiteY800" fmla="*/ 995559 h 6858000"/>
              <a:gd name="connsiteX801" fmla="*/ 3744487 w 7467600"/>
              <a:gd name="connsiteY801" fmla="*/ 383136 h 6858000"/>
              <a:gd name="connsiteX802" fmla="*/ 3624562 w 7467600"/>
              <a:gd name="connsiteY802" fmla="*/ 367041 h 6858000"/>
              <a:gd name="connsiteX803" fmla="*/ 3489712 w 7467600"/>
              <a:gd name="connsiteY803" fmla="*/ 485386 h 6858000"/>
              <a:gd name="connsiteX804" fmla="*/ 3182994 w 7467600"/>
              <a:gd name="connsiteY804" fmla="*/ 828265 h 6858000"/>
              <a:gd name="connsiteX805" fmla="*/ 2892114 w 7467600"/>
              <a:gd name="connsiteY805" fmla="*/ 1172635 h 6858000"/>
              <a:gd name="connsiteX806" fmla="*/ 3021459 w 7467600"/>
              <a:gd name="connsiteY806" fmla="*/ 1035385 h 6858000"/>
              <a:gd name="connsiteX807" fmla="*/ 3153873 w 7467600"/>
              <a:gd name="connsiteY807" fmla="*/ 898971 h 6858000"/>
              <a:gd name="connsiteX808" fmla="*/ 3276511 w 7467600"/>
              <a:gd name="connsiteY808" fmla="*/ 786423 h 6858000"/>
              <a:gd name="connsiteX809" fmla="*/ 3584154 w 7467600"/>
              <a:gd name="connsiteY809" fmla="*/ 448218 h 6858000"/>
              <a:gd name="connsiteX810" fmla="*/ 3624562 w 7467600"/>
              <a:gd name="connsiteY810" fmla="*/ 367041 h 6858000"/>
              <a:gd name="connsiteX811" fmla="*/ 3766672 w 7467600"/>
              <a:gd name="connsiteY811" fmla="*/ 359429 h 6858000"/>
              <a:gd name="connsiteX812" fmla="*/ 3996338 w 7467600"/>
              <a:gd name="connsiteY812" fmla="*/ 968237 h 6858000"/>
              <a:gd name="connsiteX813" fmla="*/ 3766672 w 7467600"/>
              <a:gd name="connsiteY813" fmla="*/ 359429 h 6858000"/>
              <a:gd name="connsiteX814" fmla="*/ 5805386 w 7467600"/>
              <a:gd name="connsiteY814" fmla="*/ 239240 h 6858000"/>
              <a:gd name="connsiteX815" fmla="*/ 5736947 w 7467600"/>
              <a:gd name="connsiteY815" fmla="*/ 261367 h 6858000"/>
              <a:gd name="connsiteX816" fmla="*/ 5427012 w 7467600"/>
              <a:gd name="connsiteY816" fmla="*/ 311272 h 6858000"/>
              <a:gd name="connsiteX817" fmla="*/ 5147818 w 7467600"/>
              <a:gd name="connsiteY817" fmla="*/ 322112 h 6858000"/>
              <a:gd name="connsiteX818" fmla="*/ 5060854 w 7467600"/>
              <a:gd name="connsiteY818" fmla="*/ 311882 h 6858000"/>
              <a:gd name="connsiteX819" fmla="*/ 4945989 w 7467600"/>
              <a:gd name="connsiteY819" fmla="*/ 300516 h 6858000"/>
              <a:gd name="connsiteX820" fmla="*/ 5410479 w 7467600"/>
              <a:gd name="connsiteY820" fmla="*/ 348434 h 6858000"/>
              <a:gd name="connsiteX821" fmla="*/ 5805386 w 7467600"/>
              <a:gd name="connsiteY821" fmla="*/ 239240 h 6858000"/>
              <a:gd name="connsiteX822" fmla="*/ 5905192 w 7467600"/>
              <a:gd name="connsiteY822" fmla="*/ 163079 h 6858000"/>
              <a:gd name="connsiteX823" fmla="*/ 5865655 w 7467600"/>
              <a:gd name="connsiteY823" fmla="*/ 171901 h 6858000"/>
              <a:gd name="connsiteX824" fmla="*/ 5259740 w 7467600"/>
              <a:gd name="connsiteY824" fmla="*/ 257013 h 6858000"/>
              <a:gd name="connsiteX825" fmla="*/ 5208466 w 7467600"/>
              <a:gd name="connsiteY825" fmla="*/ 257550 h 6858000"/>
              <a:gd name="connsiteX826" fmla="*/ 4980204 w 7467600"/>
              <a:gd name="connsiteY826" fmla="*/ 271903 h 6858000"/>
              <a:gd name="connsiteX827" fmla="*/ 5068068 w 7467600"/>
              <a:gd name="connsiteY827" fmla="*/ 282244 h 6858000"/>
              <a:gd name="connsiteX828" fmla="*/ 5153231 w 7467600"/>
              <a:gd name="connsiteY828" fmla="*/ 292240 h 6858000"/>
              <a:gd name="connsiteX829" fmla="*/ 5426491 w 7467600"/>
              <a:gd name="connsiteY829" fmla="*/ 281128 h 6858000"/>
              <a:gd name="connsiteX830" fmla="*/ 5731212 w 7467600"/>
              <a:gd name="connsiteY830" fmla="*/ 231951 h 6858000"/>
              <a:gd name="connsiteX831" fmla="*/ 5905192 w 7467600"/>
              <a:gd name="connsiteY831" fmla="*/ 163079 h 6858000"/>
              <a:gd name="connsiteX832" fmla="*/ 5944437 w 7467600"/>
              <a:gd name="connsiteY832" fmla="*/ 113829 h 6858000"/>
              <a:gd name="connsiteX833" fmla="*/ 5825032 w 7467600"/>
              <a:gd name="connsiteY833" fmla="*/ 146405 h 6858000"/>
              <a:gd name="connsiteX834" fmla="*/ 4955599 w 7467600"/>
              <a:gd name="connsiteY834" fmla="*/ 247008 h 6858000"/>
              <a:gd name="connsiteX835" fmla="*/ 5210104 w 7467600"/>
              <a:gd name="connsiteY835" fmla="*/ 228123 h 6858000"/>
              <a:gd name="connsiteX836" fmla="*/ 5261015 w 7467600"/>
              <a:gd name="connsiteY836" fmla="*/ 227087 h 6858000"/>
              <a:gd name="connsiteX837" fmla="*/ 5861181 w 7467600"/>
              <a:gd name="connsiteY837" fmla="*/ 143093 h 6858000"/>
              <a:gd name="connsiteX838" fmla="*/ 5961252 w 7467600"/>
              <a:gd name="connsiteY838" fmla="*/ 114820 h 6858000"/>
              <a:gd name="connsiteX839" fmla="*/ 5944437 w 7467600"/>
              <a:gd name="connsiteY839" fmla="*/ 113829 h 6858000"/>
              <a:gd name="connsiteX840" fmla="*/ 3882765 w 7467600"/>
              <a:gd name="connsiteY840" fmla="*/ 0 h 6858000"/>
              <a:gd name="connsiteX841" fmla="*/ 3995099 w 7467600"/>
              <a:gd name="connsiteY841" fmla="*/ 0 h 6858000"/>
              <a:gd name="connsiteX842" fmla="*/ 4163818 w 7467600"/>
              <a:gd name="connsiteY842" fmla="*/ 234104 h 6858000"/>
              <a:gd name="connsiteX843" fmla="*/ 4172099 w 7467600"/>
              <a:gd name="connsiteY843" fmla="*/ 234207 h 6858000"/>
              <a:gd name="connsiteX844" fmla="*/ 4784282 w 7467600"/>
              <a:gd name="connsiteY844" fmla="*/ 276561 h 6858000"/>
              <a:gd name="connsiteX845" fmla="*/ 4801687 w 7467600"/>
              <a:gd name="connsiteY845" fmla="*/ 267764 h 6858000"/>
              <a:gd name="connsiteX846" fmla="*/ 6082788 w 7467600"/>
              <a:gd name="connsiteY846" fmla="*/ 64119 h 6858000"/>
              <a:gd name="connsiteX847" fmla="*/ 6099442 w 7467600"/>
              <a:gd name="connsiteY847" fmla="*/ 82568 h 6858000"/>
              <a:gd name="connsiteX848" fmla="*/ 4804137 w 7467600"/>
              <a:gd name="connsiteY848" fmla="*/ 320931 h 6858000"/>
              <a:gd name="connsiteX849" fmla="*/ 4227047 w 7467600"/>
              <a:gd name="connsiteY849" fmla="*/ 313415 h 6858000"/>
              <a:gd name="connsiteX850" fmla="*/ 4346041 w 7467600"/>
              <a:gd name="connsiteY850" fmla="*/ 456086 h 6858000"/>
              <a:gd name="connsiteX851" fmla="*/ 4870967 w 7467600"/>
              <a:gd name="connsiteY851" fmla="*/ 963061 h 6858000"/>
              <a:gd name="connsiteX852" fmla="*/ 4889647 w 7467600"/>
              <a:gd name="connsiteY852" fmla="*/ 957147 h 6858000"/>
              <a:gd name="connsiteX853" fmla="*/ 5422504 w 7467600"/>
              <a:gd name="connsiteY853" fmla="*/ 805191 h 6858000"/>
              <a:gd name="connsiteX854" fmla="*/ 6087656 w 7467600"/>
              <a:gd name="connsiteY854" fmla="*/ 826703 h 6858000"/>
              <a:gd name="connsiteX855" fmla="*/ 6058717 w 7467600"/>
              <a:gd name="connsiteY855" fmla="*/ 865992 h 6858000"/>
              <a:gd name="connsiteX856" fmla="*/ 4974153 w 7467600"/>
              <a:gd name="connsiteY856" fmla="*/ 1045456 h 6858000"/>
              <a:gd name="connsiteX857" fmla="*/ 5627835 w 7467600"/>
              <a:gd name="connsiteY857" fmla="*/ 1472077 h 6858000"/>
              <a:gd name="connsiteX858" fmla="*/ 5629817 w 7467600"/>
              <a:gd name="connsiteY858" fmla="*/ 1471412 h 6858000"/>
              <a:gd name="connsiteX859" fmla="*/ 5634124 w 7467600"/>
              <a:gd name="connsiteY859" fmla="*/ 1470572 h 6858000"/>
              <a:gd name="connsiteX860" fmla="*/ 5755832 w 7467600"/>
              <a:gd name="connsiteY860" fmla="*/ 1383886 h 6858000"/>
              <a:gd name="connsiteX861" fmla="*/ 6014186 w 7467600"/>
              <a:gd name="connsiteY861" fmla="*/ 1279799 h 6858000"/>
              <a:gd name="connsiteX862" fmla="*/ 6901619 w 7467600"/>
              <a:gd name="connsiteY862" fmla="*/ 1047874 h 6858000"/>
              <a:gd name="connsiteX863" fmla="*/ 6931566 w 7467600"/>
              <a:gd name="connsiteY863" fmla="*/ 1062034 h 6858000"/>
              <a:gd name="connsiteX864" fmla="*/ 5790982 w 7467600"/>
              <a:gd name="connsiteY864" fmla="*/ 1561380 h 6858000"/>
              <a:gd name="connsiteX865" fmla="*/ 6188971 w 7467600"/>
              <a:gd name="connsiteY865" fmla="*/ 1755168 h 6858000"/>
              <a:gd name="connsiteX866" fmla="*/ 6202446 w 7467600"/>
              <a:gd name="connsiteY866" fmla="*/ 1752268 h 6858000"/>
              <a:gd name="connsiteX867" fmla="*/ 7179560 w 7467600"/>
              <a:gd name="connsiteY867" fmla="*/ 1467551 h 6858000"/>
              <a:gd name="connsiteX868" fmla="*/ 7158730 w 7467600"/>
              <a:gd name="connsiteY868" fmla="*/ 1507835 h 6858000"/>
              <a:gd name="connsiteX869" fmla="*/ 6326959 w 7467600"/>
              <a:gd name="connsiteY869" fmla="*/ 1817686 h 6858000"/>
              <a:gd name="connsiteX870" fmla="*/ 6537433 w 7467600"/>
              <a:gd name="connsiteY870" fmla="*/ 1907790 h 6858000"/>
              <a:gd name="connsiteX871" fmla="*/ 6550221 w 7467600"/>
              <a:gd name="connsiteY871" fmla="*/ 1910729 h 6858000"/>
              <a:gd name="connsiteX872" fmla="*/ 6964438 w 7467600"/>
              <a:gd name="connsiteY872" fmla="*/ 2209505 h 6858000"/>
              <a:gd name="connsiteX873" fmla="*/ 7367862 w 7467600"/>
              <a:gd name="connsiteY873" fmla="*/ 2806833 h 6858000"/>
              <a:gd name="connsiteX874" fmla="*/ 7364329 w 7467600"/>
              <a:gd name="connsiteY874" fmla="*/ 2826907 h 6858000"/>
              <a:gd name="connsiteX875" fmla="*/ 7290545 w 7467600"/>
              <a:gd name="connsiteY875" fmla="*/ 2850663 h 6858000"/>
              <a:gd name="connsiteX876" fmla="*/ 6472036 w 7467600"/>
              <a:gd name="connsiteY876" fmla="*/ 1959003 h 6858000"/>
              <a:gd name="connsiteX877" fmla="*/ 5792897 w 7467600"/>
              <a:gd name="connsiteY877" fmla="*/ 1647747 h 6858000"/>
              <a:gd name="connsiteX878" fmla="*/ 5842751 w 7467600"/>
              <a:gd name="connsiteY878" fmla="*/ 1816112 h 6858000"/>
              <a:gd name="connsiteX879" fmla="*/ 5847424 w 7467600"/>
              <a:gd name="connsiteY879" fmla="*/ 1815776 h 6858000"/>
              <a:gd name="connsiteX880" fmla="*/ 6399821 w 7467600"/>
              <a:gd name="connsiteY880" fmla="*/ 2344799 h 6858000"/>
              <a:gd name="connsiteX881" fmla="*/ 6323232 w 7467600"/>
              <a:gd name="connsiteY881" fmla="*/ 2389634 h 6858000"/>
              <a:gd name="connsiteX882" fmla="*/ 5942958 w 7467600"/>
              <a:gd name="connsiteY882" fmla="*/ 2077708 h 6858000"/>
              <a:gd name="connsiteX883" fmla="*/ 5921559 w 7467600"/>
              <a:gd name="connsiteY883" fmla="*/ 2378596 h 6858000"/>
              <a:gd name="connsiteX884" fmla="*/ 5817651 w 7467600"/>
              <a:gd name="connsiteY884" fmla="*/ 3023919 h 6858000"/>
              <a:gd name="connsiteX885" fmla="*/ 5729634 w 7467600"/>
              <a:gd name="connsiteY885" fmla="*/ 3051849 h 6858000"/>
              <a:gd name="connsiteX886" fmla="*/ 5611018 w 7467600"/>
              <a:gd name="connsiteY886" fmla="*/ 2316769 h 6858000"/>
              <a:gd name="connsiteX887" fmla="*/ 5687608 w 7467600"/>
              <a:gd name="connsiteY887" fmla="*/ 2039972 h 6858000"/>
              <a:gd name="connsiteX888" fmla="*/ 5657554 w 7467600"/>
              <a:gd name="connsiteY888" fmla="*/ 1576445 h 6858000"/>
              <a:gd name="connsiteX889" fmla="*/ 5150475 w 7467600"/>
              <a:gd name="connsiteY889" fmla="*/ 1274012 h 6858000"/>
              <a:gd name="connsiteX890" fmla="*/ 5349142 w 7467600"/>
              <a:gd name="connsiteY890" fmla="*/ 2204405 h 6858000"/>
              <a:gd name="connsiteX891" fmla="*/ 5262214 w 7467600"/>
              <a:gd name="connsiteY891" fmla="*/ 2233836 h 6858000"/>
              <a:gd name="connsiteX892" fmla="*/ 4981539 w 7467600"/>
              <a:gd name="connsiteY892" fmla="*/ 1542201 h 6858000"/>
              <a:gd name="connsiteX893" fmla="*/ 4958461 w 7467600"/>
              <a:gd name="connsiteY893" fmla="*/ 1136957 h 6858000"/>
              <a:gd name="connsiteX894" fmla="*/ 4655015 w 7467600"/>
              <a:gd name="connsiteY894" fmla="*/ 891426 h 6858000"/>
              <a:gd name="connsiteX895" fmla="*/ 4348002 w 7467600"/>
              <a:gd name="connsiteY895" fmla="*/ 2205895 h 6858000"/>
              <a:gd name="connsiteX896" fmla="*/ 4262250 w 7467600"/>
              <a:gd name="connsiteY896" fmla="*/ 2219972 h 6858000"/>
              <a:gd name="connsiteX897" fmla="*/ 4550611 w 7467600"/>
              <a:gd name="connsiteY897" fmla="*/ 817540 h 6858000"/>
              <a:gd name="connsiteX898" fmla="*/ 4564418 w 7467600"/>
              <a:gd name="connsiteY898" fmla="*/ 808293 h 6858000"/>
              <a:gd name="connsiteX899" fmla="*/ 4266388 w 7467600"/>
              <a:gd name="connsiteY899" fmla="*/ 500083 h 6858000"/>
              <a:gd name="connsiteX900" fmla="*/ 4032842 w 7467600"/>
              <a:gd name="connsiteY900" fmla="*/ 211809 h 6858000"/>
              <a:gd name="connsiteX901" fmla="*/ 3882765 w 7467600"/>
              <a:gd name="connsiteY901" fmla="*/ 0 h 6858000"/>
              <a:gd name="connsiteX902" fmla="*/ 3721337 w 7467600"/>
              <a:gd name="connsiteY902" fmla="*/ 0 h 6858000"/>
              <a:gd name="connsiteX903" fmla="*/ 3797544 w 7467600"/>
              <a:gd name="connsiteY903" fmla="*/ 0 h 6858000"/>
              <a:gd name="connsiteX904" fmla="*/ 3775734 w 7467600"/>
              <a:gd name="connsiteY904" fmla="*/ 95131 h 6858000"/>
              <a:gd name="connsiteX905" fmla="*/ 3724807 w 7467600"/>
              <a:gd name="connsiteY905" fmla="*/ 272257 h 6858000"/>
              <a:gd name="connsiteX906" fmla="*/ 3726844 w 7467600"/>
              <a:gd name="connsiteY906" fmla="*/ 282988 h 6858000"/>
              <a:gd name="connsiteX907" fmla="*/ 3742664 w 7467600"/>
              <a:gd name="connsiteY907" fmla="*/ 279918 h 6858000"/>
              <a:gd name="connsiteX908" fmla="*/ 4103910 w 7467600"/>
              <a:gd name="connsiteY908" fmla="*/ 1161917 h 6858000"/>
              <a:gd name="connsiteX909" fmla="*/ 4020269 w 7467600"/>
              <a:gd name="connsiteY909" fmla="*/ 1200406 h 6858000"/>
              <a:gd name="connsiteX910" fmla="*/ 3674882 w 7467600"/>
              <a:gd name="connsiteY910" fmla="*/ 488524 h 6858000"/>
              <a:gd name="connsiteX911" fmla="*/ 3132682 w 7467600"/>
              <a:gd name="connsiteY911" fmla="*/ 1072284 h 6858000"/>
              <a:gd name="connsiteX912" fmla="*/ 2716346 w 7467600"/>
              <a:gd name="connsiteY912" fmla="*/ 1276376 h 6858000"/>
              <a:gd name="connsiteX913" fmla="*/ 2716772 w 7467600"/>
              <a:gd name="connsiteY913" fmla="*/ 1255462 h 6858000"/>
              <a:gd name="connsiteX914" fmla="*/ 3471096 w 7467600"/>
              <a:gd name="connsiteY914" fmla="*/ 437072 h 6858000"/>
              <a:gd name="connsiteX915" fmla="*/ 3639057 w 7467600"/>
              <a:gd name="connsiteY915" fmla="*/ 286334 h 6858000"/>
              <a:gd name="connsiteX916" fmla="*/ 3640309 w 7467600"/>
              <a:gd name="connsiteY916" fmla="*/ 284664 h 6858000"/>
              <a:gd name="connsiteX917" fmla="*/ 3646022 w 7467600"/>
              <a:gd name="connsiteY917" fmla="*/ 276711 h 6858000"/>
              <a:gd name="connsiteX918" fmla="*/ 3707943 w 7467600"/>
              <a:gd name="connsiteY918" fmla="*/ 65958 h 6858000"/>
              <a:gd name="connsiteX919" fmla="*/ 3721337 w 7467600"/>
              <a:gd name="connsiteY919" fmla="*/ 0 h 6858000"/>
              <a:gd name="connsiteX920" fmla="*/ 2867960 w 7467600"/>
              <a:gd name="connsiteY920" fmla="*/ 0 h 6858000"/>
              <a:gd name="connsiteX921" fmla="*/ 2926351 w 7467600"/>
              <a:gd name="connsiteY921" fmla="*/ 0 h 6858000"/>
              <a:gd name="connsiteX922" fmla="*/ 2902823 w 7467600"/>
              <a:gd name="connsiteY922" fmla="*/ 262929 h 6858000"/>
              <a:gd name="connsiteX923" fmla="*/ 2940663 w 7467600"/>
              <a:gd name="connsiteY923" fmla="*/ 140884 h 6858000"/>
              <a:gd name="connsiteX924" fmla="*/ 2947039 w 7467600"/>
              <a:gd name="connsiteY924" fmla="*/ 122524 h 6858000"/>
              <a:gd name="connsiteX925" fmla="*/ 2984316 w 7467600"/>
              <a:gd name="connsiteY925" fmla="*/ 0 h 6858000"/>
              <a:gd name="connsiteX926" fmla="*/ 3016114 w 7467600"/>
              <a:gd name="connsiteY926" fmla="*/ 0 h 6858000"/>
              <a:gd name="connsiteX927" fmla="*/ 2979949 w 7467600"/>
              <a:gd name="connsiteY927" fmla="*/ 119274 h 6858000"/>
              <a:gd name="connsiteX928" fmla="*/ 3023879 w 7467600"/>
              <a:gd name="connsiteY928" fmla="*/ 0 h 6858000"/>
              <a:gd name="connsiteX929" fmla="*/ 3105400 w 7467600"/>
              <a:gd name="connsiteY929" fmla="*/ 0 h 6858000"/>
              <a:gd name="connsiteX930" fmla="*/ 3094669 w 7467600"/>
              <a:gd name="connsiteY930" fmla="*/ 30308 h 6858000"/>
              <a:gd name="connsiteX931" fmla="*/ 2901945 w 7467600"/>
              <a:gd name="connsiteY931" fmla="*/ 466538 h 6858000"/>
              <a:gd name="connsiteX932" fmla="*/ 2815209 w 7467600"/>
              <a:gd name="connsiteY932" fmla="*/ 497361 h 6858000"/>
              <a:gd name="connsiteX933" fmla="*/ 2844845 w 7467600"/>
              <a:gd name="connsiteY933" fmla="*/ 127638 h 6858000"/>
              <a:gd name="connsiteX934" fmla="*/ 2867960 w 7467600"/>
              <a:gd name="connsiteY934" fmla="*/ 0 h 6858000"/>
              <a:gd name="connsiteX935" fmla="*/ 1057230 w 7467600"/>
              <a:gd name="connsiteY935" fmla="*/ 0 h 6858000"/>
              <a:gd name="connsiteX936" fmla="*/ 1111003 w 7467600"/>
              <a:gd name="connsiteY936" fmla="*/ 0 h 6858000"/>
              <a:gd name="connsiteX937" fmla="*/ 1125553 w 7467600"/>
              <a:gd name="connsiteY937" fmla="*/ 52588 h 6858000"/>
              <a:gd name="connsiteX938" fmla="*/ 1304276 w 7467600"/>
              <a:gd name="connsiteY938" fmla="*/ 476275 h 6858000"/>
              <a:gd name="connsiteX939" fmla="*/ 1492066 w 7467600"/>
              <a:gd name="connsiteY939" fmla="*/ 886333 h 6858000"/>
              <a:gd name="connsiteX940" fmla="*/ 1423698 w 7467600"/>
              <a:gd name="connsiteY940" fmla="*/ 710817 h 6858000"/>
              <a:gd name="connsiteX941" fmla="*/ 1357609 w 7467600"/>
              <a:gd name="connsiteY941" fmla="*/ 532892 h 6858000"/>
              <a:gd name="connsiteX942" fmla="*/ 1309550 w 7467600"/>
              <a:gd name="connsiteY942" fmla="*/ 374031 h 6858000"/>
              <a:gd name="connsiteX943" fmla="*/ 1193673 w 7467600"/>
              <a:gd name="connsiteY943" fmla="*/ 49533 h 6858000"/>
              <a:gd name="connsiteX944" fmla="*/ 1164391 w 7467600"/>
              <a:gd name="connsiteY944" fmla="*/ 0 h 6858000"/>
              <a:gd name="connsiteX945" fmla="*/ 1200666 w 7467600"/>
              <a:gd name="connsiteY945" fmla="*/ 0 h 6858000"/>
              <a:gd name="connsiteX946" fmla="*/ 1223408 w 7467600"/>
              <a:gd name="connsiteY946" fmla="*/ 38996 h 6858000"/>
              <a:gd name="connsiteX947" fmla="*/ 1339635 w 7467600"/>
              <a:gd name="connsiteY947" fmla="*/ 365517 h 6858000"/>
              <a:gd name="connsiteX948" fmla="*/ 1387469 w 7467600"/>
              <a:gd name="connsiteY948" fmla="*/ 523079 h 6858000"/>
              <a:gd name="connsiteX949" fmla="*/ 1452685 w 7467600"/>
              <a:gd name="connsiteY949" fmla="*/ 699806 h 6858000"/>
              <a:gd name="connsiteX950" fmla="*/ 1492092 w 7467600"/>
              <a:gd name="connsiteY950" fmla="*/ 800424 h 6858000"/>
              <a:gd name="connsiteX951" fmla="*/ 1455302 w 7467600"/>
              <a:gd name="connsiteY951" fmla="*/ 632913 h 6858000"/>
              <a:gd name="connsiteX952" fmla="*/ 1222336 w 7467600"/>
              <a:gd name="connsiteY952" fmla="*/ 9480 h 6858000"/>
              <a:gd name="connsiteX953" fmla="*/ 1214634 w 7467600"/>
              <a:gd name="connsiteY953" fmla="*/ 0 h 6858000"/>
              <a:gd name="connsiteX954" fmla="*/ 1289827 w 7467600"/>
              <a:gd name="connsiteY954" fmla="*/ 0 h 6858000"/>
              <a:gd name="connsiteX955" fmla="*/ 1321076 w 7467600"/>
              <a:gd name="connsiteY955" fmla="*/ 59722 h 6858000"/>
              <a:gd name="connsiteX956" fmla="*/ 1512579 w 7467600"/>
              <a:gd name="connsiteY956" fmla="*/ 626441 h 6858000"/>
              <a:gd name="connsiteX957" fmla="*/ 1506076 w 7467600"/>
              <a:gd name="connsiteY957" fmla="*/ 1089289 h 6858000"/>
              <a:gd name="connsiteX958" fmla="*/ 1486346 w 7467600"/>
              <a:gd name="connsiteY958" fmla="*/ 1079919 h 6858000"/>
              <a:gd name="connsiteX959" fmla="*/ 1070511 w 7467600"/>
              <a:gd name="connsiteY959" fmla="*/ 48609 h 6858000"/>
              <a:gd name="connsiteX960" fmla="*/ 1057230 w 7467600"/>
              <a:gd name="connsiteY960" fmla="*/ 0 h 6858000"/>
              <a:gd name="connsiteX961" fmla="*/ 43151 w 7467600"/>
              <a:gd name="connsiteY961" fmla="*/ 0 h 6858000"/>
              <a:gd name="connsiteX962" fmla="*/ 95283 w 7467600"/>
              <a:gd name="connsiteY962" fmla="*/ 0 h 6858000"/>
              <a:gd name="connsiteX963" fmla="*/ 300708 w 7467600"/>
              <a:gd name="connsiteY963" fmla="*/ 154571 h 6858000"/>
              <a:gd name="connsiteX964" fmla="*/ 530414 w 7467600"/>
              <a:gd name="connsiteY964" fmla="*/ 354673 h 6858000"/>
              <a:gd name="connsiteX965" fmla="*/ 333785 w 7467600"/>
              <a:gd name="connsiteY965" fmla="*/ 161564 h 6858000"/>
              <a:gd name="connsiteX966" fmla="*/ 147005 w 7467600"/>
              <a:gd name="connsiteY966" fmla="*/ 0 h 6858000"/>
              <a:gd name="connsiteX967" fmla="*/ 272509 w 7467600"/>
              <a:gd name="connsiteY967" fmla="*/ 0 h 6858000"/>
              <a:gd name="connsiteX968" fmla="*/ 326276 w 7467600"/>
              <a:gd name="connsiteY968" fmla="*/ 45847 h 6858000"/>
              <a:gd name="connsiteX969" fmla="*/ 823759 w 7467600"/>
              <a:gd name="connsiteY969" fmla="*/ 574145 h 6858000"/>
              <a:gd name="connsiteX970" fmla="*/ 811254 w 7467600"/>
              <a:gd name="connsiteY970" fmla="*/ 665546 h 6858000"/>
              <a:gd name="connsiteX971" fmla="*/ 154042 w 7467600"/>
              <a:gd name="connsiteY971" fmla="*/ 261522 h 6858000"/>
              <a:gd name="connsiteX972" fmla="*/ 13550 w 7467600"/>
              <a:gd name="connsiteY972" fmla="*/ 158423 h 6858000"/>
              <a:gd name="connsiteX973" fmla="*/ 0 w 7467600"/>
              <a:gd name="connsiteY973" fmla="*/ 146618 h 6858000"/>
              <a:gd name="connsiteX974" fmla="*/ 0 w 7467600"/>
              <a:gd name="connsiteY974" fmla="*/ 59161 h 6858000"/>
              <a:gd name="connsiteX975" fmla="*/ 45427 w 7467600"/>
              <a:gd name="connsiteY975" fmla="*/ 101078 h 6858000"/>
              <a:gd name="connsiteX976" fmla="*/ 630103 w 7467600"/>
              <a:gd name="connsiteY976" fmla="*/ 485885 h 6858000"/>
              <a:gd name="connsiteX977" fmla="*/ 532040 w 7467600"/>
              <a:gd name="connsiteY977" fmla="*/ 399359 h 6858000"/>
              <a:gd name="connsiteX978" fmla="*/ 517618 w 7467600"/>
              <a:gd name="connsiteY978" fmla="*/ 385726 h 6858000"/>
              <a:gd name="connsiteX979" fmla="*/ 285074 w 7467600"/>
              <a:gd name="connsiteY979" fmla="*/ 182755 h 6858000"/>
              <a:gd name="connsiteX980" fmla="*/ 43151 w 7467600"/>
              <a:gd name="connsiteY98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103333 w 7467600"/>
              <a:gd name="connsiteY34" fmla="*/ 5699602 h 6858000"/>
              <a:gd name="connsiteX35" fmla="*/ 5539432 w 7467600"/>
              <a:gd name="connsiteY35" fmla="*/ 5642928 h 6858000"/>
              <a:gd name="connsiteX36" fmla="*/ 5555462 w 7467600"/>
              <a:gd name="connsiteY36" fmla="*/ 5694454 h 6858000"/>
              <a:gd name="connsiteX37" fmla="*/ 5828270 w 7467600"/>
              <a:gd name="connsiteY37" fmla="*/ 6320663 h 6858000"/>
              <a:gd name="connsiteX38" fmla="*/ 5947416 w 7467600"/>
              <a:gd name="connsiteY38" fmla="*/ 6574846 h 6858000"/>
              <a:gd name="connsiteX39" fmla="*/ 5539432 w 7467600"/>
              <a:gd name="connsiteY39" fmla="*/ 5642928 h 6858000"/>
              <a:gd name="connsiteX40" fmla="*/ 51253 w 7467600"/>
              <a:gd name="connsiteY40" fmla="*/ 5631825 h 6858000"/>
              <a:gd name="connsiteX41" fmla="*/ 211622 w 7467600"/>
              <a:gd name="connsiteY41" fmla="*/ 5728803 h 6858000"/>
              <a:gd name="connsiteX42" fmla="*/ 371652 w 7467600"/>
              <a:gd name="connsiteY42" fmla="*/ 5829062 h 6858000"/>
              <a:gd name="connsiteX43" fmla="*/ 505903 w 7467600"/>
              <a:gd name="connsiteY43" fmla="*/ 5925221 h 6858000"/>
              <a:gd name="connsiteX44" fmla="*/ 899240 w 7467600"/>
              <a:gd name="connsiteY44" fmla="*/ 6153068 h 6858000"/>
              <a:gd name="connsiteX45" fmla="*/ 988114 w 7467600"/>
              <a:gd name="connsiteY45" fmla="*/ 6174204 h 6858000"/>
              <a:gd name="connsiteX46" fmla="*/ 845971 w 7467600"/>
              <a:gd name="connsiteY46" fmla="*/ 6067177 h 6858000"/>
              <a:gd name="connsiteX47" fmla="*/ 448057 w 7467600"/>
              <a:gd name="connsiteY47" fmla="*/ 5841376 h 6858000"/>
              <a:gd name="connsiteX48" fmla="*/ 51253 w 7467600"/>
              <a:gd name="connsiteY48" fmla="*/ 5631825 h 6858000"/>
              <a:gd name="connsiteX49" fmla="*/ 2606687 w 7467600"/>
              <a:gd name="connsiteY49" fmla="*/ 5630718 h 6858000"/>
              <a:gd name="connsiteX50" fmla="*/ 2645658 w 7467600"/>
              <a:gd name="connsiteY50" fmla="*/ 6640259 h 6858000"/>
              <a:gd name="connsiteX51" fmla="*/ 2606687 w 7467600"/>
              <a:gd name="connsiteY51" fmla="*/ 5630718 h 6858000"/>
              <a:gd name="connsiteX52" fmla="*/ 3642057 w 7467600"/>
              <a:gd name="connsiteY52" fmla="*/ 5573487 h 6858000"/>
              <a:gd name="connsiteX53" fmla="*/ 3632981 w 7467600"/>
              <a:gd name="connsiteY53" fmla="*/ 5579437 h 6858000"/>
              <a:gd name="connsiteX54" fmla="*/ 3382436 w 7467600"/>
              <a:gd name="connsiteY54" fmla="*/ 5952726 h 6858000"/>
              <a:gd name="connsiteX55" fmla="*/ 3191929 w 7467600"/>
              <a:gd name="connsiteY55" fmla="*/ 6662669 h 6858000"/>
              <a:gd name="connsiteX56" fmla="*/ 3369898 w 7467600"/>
              <a:gd name="connsiteY56" fmla="*/ 6081771 h 6858000"/>
              <a:gd name="connsiteX57" fmla="*/ 3642057 w 7467600"/>
              <a:gd name="connsiteY57" fmla="*/ 5573487 h 6858000"/>
              <a:gd name="connsiteX58" fmla="*/ 2650666 w 7467600"/>
              <a:gd name="connsiteY58" fmla="*/ 5530686 h 6858000"/>
              <a:gd name="connsiteX59" fmla="*/ 2650249 w 7467600"/>
              <a:gd name="connsiteY59" fmla="*/ 5532101 h 6858000"/>
              <a:gd name="connsiteX60" fmla="*/ 2663808 w 7467600"/>
              <a:gd name="connsiteY60" fmla="*/ 6535215 h 6858000"/>
              <a:gd name="connsiteX61" fmla="*/ 2665418 w 7467600"/>
              <a:gd name="connsiteY61" fmla="*/ 6132756 h 6858000"/>
              <a:gd name="connsiteX62" fmla="*/ 2650666 w 7467600"/>
              <a:gd name="connsiteY62" fmla="*/ 5530686 h 6858000"/>
              <a:gd name="connsiteX63" fmla="*/ 2680277 w 7467600"/>
              <a:gd name="connsiteY63" fmla="*/ 5479204 h 6858000"/>
              <a:gd name="connsiteX64" fmla="*/ 2678972 w 7467600"/>
              <a:gd name="connsiteY64" fmla="*/ 5481582 h 6858000"/>
              <a:gd name="connsiteX65" fmla="*/ 2696666 w 7467600"/>
              <a:gd name="connsiteY65" fmla="*/ 6133836 h 6858000"/>
              <a:gd name="connsiteX66" fmla="*/ 2695769 w 7467600"/>
              <a:gd name="connsiteY66" fmla="*/ 6390955 h 6858000"/>
              <a:gd name="connsiteX67" fmla="*/ 2739893 w 7467600"/>
              <a:gd name="connsiteY67" fmla="*/ 6108357 h 6858000"/>
              <a:gd name="connsiteX68" fmla="*/ 2680277 w 7467600"/>
              <a:gd name="connsiteY68" fmla="*/ 5479204 h 6858000"/>
              <a:gd name="connsiteX69" fmla="*/ 1132195 w 7467600"/>
              <a:gd name="connsiteY69" fmla="*/ 5467980 h 6858000"/>
              <a:gd name="connsiteX70" fmla="*/ 1679056 w 7467600"/>
              <a:gd name="connsiteY70" fmla="*/ 5516907 h 6858000"/>
              <a:gd name="connsiteX71" fmla="*/ 2128648 w 7467600"/>
              <a:gd name="connsiteY71" fmla="*/ 5474249 h 6858000"/>
              <a:gd name="connsiteX72" fmla="*/ 1825619 w 7467600"/>
              <a:gd name="connsiteY72" fmla="*/ 5478447 h 6858000"/>
              <a:gd name="connsiteX73" fmla="*/ 1737798 w 7467600"/>
              <a:gd name="connsiteY73" fmla="*/ 5483353 h 6858000"/>
              <a:gd name="connsiteX74" fmla="*/ 1132195 w 7467600"/>
              <a:gd name="connsiteY74" fmla="*/ 5467980 h 6858000"/>
              <a:gd name="connsiteX75" fmla="*/ 6844835 w 7467600"/>
              <a:gd name="connsiteY75" fmla="*/ 5424988 h 6858000"/>
              <a:gd name="connsiteX76" fmla="*/ 6879594 w 7467600"/>
              <a:gd name="connsiteY76" fmla="*/ 5424547 h 6858000"/>
              <a:gd name="connsiteX77" fmla="*/ 7379510 w 7467600"/>
              <a:gd name="connsiteY77" fmla="*/ 5755454 h 6858000"/>
              <a:gd name="connsiteX78" fmla="*/ 7467600 w 7467600"/>
              <a:gd name="connsiteY78" fmla="*/ 5845526 h 6858000"/>
              <a:gd name="connsiteX79" fmla="*/ 7467600 w 7467600"/>
              <a:gd name="connsiteY79" fmla="*/ 5925131 h 6858000"/>
              <a:gd name="connsiteX80" fmla="*/ 7271900 w 7467600"/>
              <a:gd name="connsiteY80" fmla="*/ 5734551 h 6858000"/>
              <a:gd name="connsiteX81" fmla="*/ 7015907 w 7467600"/>
              <a:gd name="connsiteY81" fmla="*/ 5541548 h 6858000"/>
              <a:gd name="connsiteX82" fmla="*/ 7259646 w 7467600"/>
              <a:gd name="connsiteY82" fmla="*/ 5765985 h 6858000"/>
              <a:gd name="connsiteX83" fmla="*/ 7467600 w 7467600"/>
              <a:gd name="connsiteY83" fmla="*/ 5971257 h 6858000"/>
              <a:gd name="connsiteX84" fmla="*/ 7467600 w 7467600"/>
              <a:gd name="connsiteY84" fmla="*/ 6012219 h 6858000"/>
              <a:gd name="connsiteX85" fmla="*/ 7240170 w 7467600"/>
              <a:gd name="connsiteY85" fmla="*/ 5787985 h 6858000"/>
              <a:gd name="connsiteX86" fmla="*/ 6946849 w 7467600"/>
              <a:gd name="connsiteY86" fmla="*/ 5523271 h 6858000"/>
              <a:gd name="connsiteX87" fmla="*/ 6946972 w 7467600"/>
              <a:gd name="connsiteY87" fmla="*/ 5526491 h 6858000"/>
              <a:gd name="connsiteX88" fmla="*/ 7105827 w 7467600"/>
              <a:gd name="connsiteY88" fmla="*/ 5718700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1456157 w 7467600"/>
              <a:gd name="connsiteY101" fmla="*/ 5371404 h 6858000"/>
              <a:gd name="connsiteX102" fmla="*/ 1244432 w 7467600"/>
              <a:gd name="connsiteY102" fmla="*/ 5385601 h 6858000"/>
              <a:gd name="connsiteX103" fmla="*/ 973990 w 7467600"/>
              <a:gd name="connsiteY103" fmla="*/ 5424940 h 6858000"/>
              <a:gd name="connsiteX104" fmla="*/ 1103809 w 7467600"/>
              <a:gd name="connsiteY104" fmla="*/ 5433720 h 6858000"/>
              <a:gd name="connsiteX105" fmla="*/ 1123454 w 7467600"/>
              <a:gd name="connsiteY105" fmla="*/ 5435727 h 6858000"/>
              <a:gd name="connsiteX106" fmla="*/ 1737017 w 7467600"/>
              <a:gd name="connsiteY106" fmla="*/ 5452183 h 6858000"/>
              <a:gd name="connsiteX107" fmla="*/ 1824397 w 7467600"/>
              <a:gd name="connsiteY107" fmla="*/ 5447757 h 6858000"/>
              <a:gd name="connsiteX108" fmla="*/ 2070059 w 7467600"/>
              <a:gd name="connsiteY108" fmla="*/ 5441660 h 6858000"/>
              <a:gd name="connsiteX109" fmla="*/ 1456157 w 7467600"/>
              <a:gd name="connsiteY109" fmla="*/ 5371404 h 6858000"/>
              <a:gd name="connsiteX110" fmla="*/ 4988186 w 7467600"/>
              <a:gd name="connsiteY110" fmla="*/ 5216467 h 6858000"/>
              <a:gd name="connsiteX111" fmla="*/ 4777334 w 7467600"/>
              <a:gd name="connsiteY111" fmla="*/ 5406072 h 6858000"/>
              <a:gd name="connsiteX112" fmla="*/ 4718341 w 7467600"/>
              <a:gd name="connsiteY112" fmla="*/ 5468043 h 6858000"/>
              <a:gd name="connsiteX113" fmla="*/ 4604655 w 7467600"/>
              <a:gd name="connsiteY113" fmla="*/ 5583434 h 6858000"/>
              <a:gd name="connsiteX114" fmla="*/ 4565074 w 7467600"/>
              <a:gd name="connsiteY114" fmla="*/ 5618550 h 6858000"/>
              <a:gd name="connsiteX115" fmla="*/ 4988186 w 7467600"/>
              <a:gd name="connsiteY115" fmla="*/ 5216467 h 6858000"/>
              <a:gd name="connsiteX116" fmla="*/ 4978032 w 7467600"/>
              <a:gd name="connsiteY116" fmla="*/ 5183809 h 6858000"/>
              <a:gd name="connsiteX117" fmla="*/ 4463413 w 7467600"/>
              <a:gd name="connsiteY117" fmla="*/ 5615162 h 6858000"/>
              <a:gd name="connsiteX118" fmla="*/ 4358134 w 7467600"/>
              <a:gd name="connsiteY118" fmla="*/ 5742791 h 6858000"/>
              <a:gd name="connsiteX119" fmla="*/ 4376219 w 7467600"/>
              <a:gd name="connsiteY119" fmla="*/ 5729027 h 6858000"/>
              <a:gd name="connsiteX120" fmla="*/ 4582340 w 7467600"/>
              <a:gd name="connsiteY120" fmla="*/ 5561037 h 6858000"/>
              <a:gd name="connsiteX121" fmla="*/ 4694684 w 7467600"/>
              <a:gd name="connsiteY121" fmla="*/ 5447098 h 6858000"/>
              <a:gd name="connsiteX122" fmla="*/ 4754123 w 7467600"/>
              <a:gd name="connsiteY122" fmla="*/ 5384643 h 6858000"/>
              <a:gd name="connsiteX123" fmla="*/ 4978032 w 7467600"/>
              <a:gd name="connsiteY123" fmla="*/ 5183809 h 6858000"/>
              <a:gd name="connsiteX124" fmla="*/ 1903353 w 7467600"/>
              <a:gd name="connsiteY124" fmla="*/ 5044827 h 6858000"/>
              <a:gd name="connsiteX125" fmla="*/ 1936931 w 7467600"/>
              <a:gd name="connsiteY125" fmla="*/ 5093954 h 6858000"/>
              <a:gd name="connsiteX126" fmla="*/ 2195868 w 7467600"/>
              <a:gd name="connsiteY126" fmla="*/ 5396574 h 6858000"/>
              <a:gd name="connsiteX127" fmla="*/ 2088852 w 7467600"/>
              <a:gd name="connsiteY127" fmla="*/ 5166123 h 6858000"/>
              <a:gd name="connsiteX128" fmla="*/ 1958241 w 7467600"/>
              <a:gd name="connsiteY128" fmla="*/ 5067955 h 6858000"/>
              <a:gd name="connsiteX129" fmla="*/ 1903353 w 7467600"/>
              <a:gd name="connsiteY129" fmla="*/ 5044827 h 6858000"/>
              <a:gd name="connsiteX130" fmla="*/ 1979378 w 7467600"/>
              <a:gd name="connsiteY130" fmla="*/ 4769504 h 6858000"/>
              <a:gd name="connsiteX131" fmla="*/ 2882120 w 7467600"/>
              <a:gd name="connsiteY131" fmla="*/ 5064547 h 6858000"/>
              <a:gd name="connsiteX132" fmla="*/ 2793103 w 7467600"/>
              <a:gd name="connsiteY132" fmla="*/ 5039699 h 6858000"/>
              <a:gd name="connsiteX133" fmla="*/ 2770041 w 7467600"/>
              <a:gd name="connsiteY133" fmla="*/ 5033634 h 6858000"/>
              <a:gd name="connsiteX134" fmla="*/ 1979378 w 7467600"/>
              <a:gd name="connsiteY134" fmla="*/ 4769504 h 6858000"/>
              <a:gd name="connsiteX135" fmla="*/ 1927410 w 7467600"/>
              <a:gd name="connsiteY135" fmla="*/ 4716164 h 6858000"/>
              <a:gd name="connsiteX136" fmla="*/ 1959587 w 7467600"/>
              <a:gd name="connsiteY136" fmla="*/ 4728849 h 6858000"/>
              <a:gd name="connsiteX137" fmla="*/ 2777707 w 7467600"/>
              <a:gd name="connsiteY137" fmla="*/ 5003991 h 6858000"/>
              <a:gd name="connsiteX138" fmla="*/ 2800768 w 7467600"/>
              <a:gd name="connsiteY138" fmla="*/ 5010056 h 6858000"/>
              <a:gd name="connsiteX139" fmla="*/ 2879408 w 7467600"/>
              <a:gd name="connsiteY139" fmla="*/ 5031590 h 6858000"/>
              <a:gd name="connsiteX140" fmla="*/ 2862295 w 7467600"/>
              <a:gd name="connsiteY140" fmla="*/ 5022958 h 6858000"/>
              <a:gd name="connsiteX141" fmla="*/ 2813343 w 7467600"/>
              <a:gd name="connsiteY141" fmla="*/ 4998369 h 6858000"/>
              <a:gd name="connsiteX142" fmla="*/ 2646245 w 7467600"/>
              <a:gd name="connsiteY142" fmla="*/ 4930999 h 6858000"/>
              <a:gd name="connsiteX143" fmla="*/ 1999243 w 7467600"/>
              <a:gd name="connsiteY143" fmla="*/ 4730524 h 6858000"/>
              <a:gd name="connsiteX144" fmla="*/ 1979527 w 7467600"/>
              <a:gd name="connsiteY144" fmla="*/ 4726651 h 6858000"/>
              <a:gd name="connsiteX145" fmla="*/ 1927410 w 7467600"/>
              <a:gd name="connsiteY145" fmla="*/ 4716164 h 6858000"/>
              <a:gd name="connsiteX146" fmla="*/ 1997014 w 7467600"/>
              <a:gd name="connsiteY146" fmla="*/ 4698007 h 6858000"/>
              <a:gd name="connsiteX147" fmla="*/ 2005458 w 7467600"/>
              <a:gd name="connsiteY147" fmla="*/ 4699540 h 6858000"/>
              <a:gd name="connsiteX148" fmla="*/ 2657186 w 7467600"/>
              <a:gd name="connsiteY148" fmla="*/ 4901687 h 6858000"/>
              <a:gd name="connsiteX149" fmla="*/ 2826662 w 7467600"/>
              <a:gd name="connsiteY149" fmla="*/ 4970362 h 6858000"/>
              <a:gd name="connsiteX150" fmla="*/ 2876100 w 7467600"/>
              <a:gd name="connsiteY150" fmla="*/ 4995397 h 6858000"/>
              <a:gd name="connsiteX151" fmla="*/ 3042600 w 7467600"/>
              <a:gd name="connsiteY151" fmla="*/ 5059532 h 6858000"/>
              <a:gd name="connsiteX152" fmla="*/ 1997014 w 7467600"/>
              <a:gd name="connsiteY152" fmla="*/ 4698007 h 6858000"/>
              <a:gd name="connsiteX153" fmla="*/ 2305292 w 7467600"/>
              <a:gd name="connsiteY153" fmla="*/ 4219492 h 6858000"/>
              <a:gd name="connsiteX154" fmla="*/ 3360922 w 7467600"/>
              <a:gd name="connsiteY154" fmla="*/ 4529373 h 6858000"/>
              <a:gd name="connsiteX155" fmla="*/ 3492420 w 7467600"/>
              <a:gd name="connsiteY155" fmla="*/ 4510145 h 6858000"/>
              <a:gd name="connsiteX156" fmla="*/ 3364086 w 7467600"/>
              <a:gd name="connsiteY156" fmla="*/ 4480340 h 6858000"/>
              <a:gd name="connsiteX157" fmla="*/ 3225818 w 7467600"/>
              <a:gd name="connsiteY157" fmla="*/ 4411822 h 6858000"/>
              <a:gd name="connsiteX158" fmla="*/ 3129696 w 7467600"/>
              <a:gd name="connsiteY158" fmla="*/ 4360704 h 6858000"/>
              <a:gd name="connsiteX159" fmla="*/ 2814545 w 7467600"/>
              <a:gd name="connsiteY159" fmla="*/ 4282955 h 6858000"/>
              <a:gd name="connsiteX160" fmla="*/ 2305292 w 7467600"/>
              <a:gd name="connsiteY160" fmla="*/ 4219492 h 6858000"/>
              <a:gd name="connsiteX161" fmla="*/ 2626982 w 7467600"/>
              <a:gd name="connsiteY161" fmla="*/ 4206450 h 6858000"/>
              <a:gd name="connsiteX162" fmla="*/ 2490617 w 7467600"/>
              <a:gd name="connsiteY162" fmla="*/ 4206951 h 6858000"/>
              <a:gd name="connsiteX163" fmla="*/ 2819869 w 7467600"/>
              <a:gd name="connsiteY163" fmla="*/ 4252936 h 6858000"/>
              <a:gd name="connsiteX164" fmla="*/ 3143018 w 7467600"/>
              <a:gd name="connsiteY164" fmla="*/ 4332698 h 6858000"/>
              <a:gd name="connsiteX165" fmla="*/ 3241520 w 7467600"/>
              <a:gd name="connsiteY165" fmla="*/ 4385112 h 6858000"/>
              <a:gd name="connsiteX166" fmla="*/ 3374575 w 7467600"/>
              <a:gd name="connsiteY166" fmla="*/ 4451517 h 6858000"/>
              <a:gd name="connsiteX167" fmla="*/ 3505221 w 7467600"/>
              <a:gd name="connsiteY167" fmla="*/ 4480757 h 6858000"/>
              <a:gd name="connsiteX168" fmla="*/ 2626982 w 7467600"/>
              <a:gd name="connsiteY168" fmla="*/ 4206450 h 6858000"/>
              <a:gd name="connsiteX169" fmla="*/ 1310106 w 7467600"/>
              <a:gd name="connsiteY169" fmla="*/ 3943217 h 6858000"/>
              <a:gd name="connsiteX170" fmla="*/ 854994 w 7467600"/>
              <a:gd name="connsiteY170" fmla="*/ 4399136 h 6858000"/>
              <a:gd name="connsiteX171" fmla="*/ 742462 w 7467600"/>
              <a:gd name="connsiteY171" fmla="*/ 4594648 h 6858000"/>
              <a:gd name="connsiteX172" fmla="*/ 820602 w 7467600"/>
              <a:gd name="connsiteY172" fmla="*/ 4485915 h 6858000"/>
              <a:gd name="connsiteX173" fmla="*/ 878295 w 7467600"/>
              <a:gd name="connsiteY173" fmla="*/ 4403594 h 6858000"/>
              <a:gd name="connsiteX174" fmla="*/ 1240607 w 7467600"/>
              <a:gd name="connsiteY174" fmla="*/ 4010401 h 6858000"/>
              <a:gd name="connsiteX175" fmla="*/ 1310106 w 7467600"/>
              <a:gd name="connsiteY175" fmla="*/ 3943217 h 6858000"/>
              <a:gd name="connsiteX176" fmla="*/ 1423113 w 7467600"/>
              <a:gd name="connsiteY176" fmla="*/ 3874565 h 6858000"/>
              <a:gd name="connsiteX177" fmla="*/ 1260565 w 7467600"/>
              <a:gd name="connsiteY177" fmla="*/ 4031982 h 6858000"/>
              <a:gd name="connsiteX178" fmla="*/ 901900 w 7467600"/>
              <a:gd name="connsiteY178" fmla="*/ 4421236 h 6858000"/>
              <a:gd name="connsiteX179" fmla="*/ 845044 w 7467600"/>
              <a:gd name="connsiteY179" fmla="*/ 4502436 h 6858000"/>
              <a:gd name="connsiteX180" fmla="*/ 685926 w 7467600"/>
              <a:gd name="connsiteY180" fmla="*/ 4703069 h 6858000"/>
              <a:gd name="connsiteX181" fmla="*/ 684248 w 7467600"/>
              <a:gd name="connsiteY181" fmla="*/ 4706721 h 6858000"/>
              <a:gd name="connsiteX182" fmla="*/ 1423113 w 7467600"/>
              <a:gd name="connsiteY182" fmla="*/ 3874565 h 6858000"/>
              <a:gd name="connsiteX183" fmla="*/ 3316479 w 7467600"/>
              <a:gd name="connsiteY183" fmla="*/ 3872136 h 6858000"/>
              <a:gd name="connsiteX184" fmla="*/ 3546806 w 7467600"/>
              <a:gd name="connsiteY184" fmla="*/ 4356139 h 6858000"/>
              <a:gd name="connsiteX185" fmla="*/ 3364433 w 7467600"/>
              <a:gd name="connsiteY185" fmla="*/ 3953121 h 6858000"/>
              <a:gd name="connsiteX186" fmla="*/ 3316479 w 7467600"/>
              <a:gd name="connsiteY186" fmla="*/ 3872136 h 6858000"/>
              <a:gd name="connsiteX187" fmla="*/ 3291335 w 7467600"/>
              <a:gd name="connsiteY187" fmla="*/ 3767420 h 6858000"/>
              <a:gd name="connsiteX188" fmla="*/ 3390805 w 7467600"/>
              <a:gd name="connsiteY188" fmla="*/ 3937163 h 6858000"/>
              <a:gd name="connsiteX189" fmla="*/ 3579062 w 7467600"/>
              <a:gd name="connsiteY189" fmla="*/ 4359040 h 6858000"/>
              <a:gd name="connsiteX190" fmla="*/ 3467355 w 7467600"/>
              <a:gd name="connsiteY190" fmla="*/ 3988130 h 6858000"/>
              <a:gd name="connsiteX191" fmla="*/ 3310753 w 7467600"/>
              <a:gd name="connsiteY191" fmla="*/ 3787140 h 6858000"/>
              <a:gd name="connsiteX192" fmla="*/ 3291335 w 7467600"/>
              <a:gd name="connsiteY192" fmla="*/ 3767420 h 6858000"/>
              <a:gd name="connsiteX193" fmla="*/ 1635889 w 7467600"/>
              <a:gd name="connsiteY193" fmla="*/ 3709494 h 6858000"/>
              <a:gd name="connsiteX194" fmla="*/ 1634800 w 7467600"/>
              <a:gd name="connsiteY194" fmla="*/ 3731111 h 6858000"/>
              <a:gd name="connsiteX195" fmla="*/ 1635889 w 7467600"/>
              <a:gd name="connsiteY195" fmla="*/ 3709494 h 6858000"/>
              <a:gd name="connsiteX196" fmla="*/ 1510397 w 7467600"/>
              <a:gd name="connsiteY196" fmla="*/ 3684705 h 6858000"/>
              <a:gd name="connsiteX197" fmla="*/ 1146550 w 7467600"/>
              <a:gd name="connsiteY197" fmla="*/ 3802012 h 6858000"/>
              <a:gd name="connsiteX198" fmla="*/ 698834 w 7467600"/>
              <a:gd name="connsiteY198" fmla="*/ 3952272 h 6858000"/>
              <a:gd name="connsiteX199" fmla="*/ 34256 w 7467600"/>
              <a:gd name="connsiteY199" fmla="*/ 4347603 h 6858000"/>
              <a:gd name="connsiteX200" fmla="*/ 527241 w 7467600"/>
              <a:gd name="connsiteY200" fmla="*/ 4065078 h 6858000"/>
              <a:gd name="connsiteX201" fmla="*/ 1510397 w 7467600"/>
              <a:gd name="connsiteY201" fmla="*/ 3684705 h 6858000"/>
              <a:gd name="connsiteX202" fmla="*/ 1313114 w 7467600"/>
              <a:gd name="connsiteY202" fmla="*/ 3655216 h 6858000"/>
              <a:gd name="connsiteX203" fmla="*/ 1109304 w 7467600"/>
              <a:gd name="connsiteY203" fmla="*/ 3669030 h 6858000"/>
              <a:gd name="connsiteX204" fmla="*/ 8129 w 7467600"/>
              <a:gd name="connsiteY204" fmla="*/ 4330519 h 6858000"/>
              <a:gd name="connsiteX205" fmla="*/ 687572 w 7467600"/>
              <a:gd name="connsiteY205" fmla="*/ 3925629 h 6858000"/>
              <a:gd name="connsiteX206" fmla="*/ 1138365 w 7467600"/>
              <a:gd name="connsiteY206" fmla="*/ 3774515 h 6858000"/>
              <a:gd name="connsiteX207" fmla="*/ 1505579 w 7467600"/>
              <a:gd name="connsiteY207" fmla="*/ 3655526 h 6858000"/>
              <a:gd name="connsiteX208" fmla="*/ 1313114 w 7467600"/>
              <a:gd name="connsiteY208" fmla="*/ 3655216 h 6858000"/>
              <a:gd name="connsiteX209" fmla="*/ 3655073 w 7467600"/>
              <a:gd name="connsiteY209" fmla="*/ 3650884 h 6858000"/>
              <a:gd name="connsiteX210" fmla="*/ 3989938 w 7467600"/>
              <a:gd name="connsiteY210" fmla="*/ 3991685 h 6858000"/>
              <a:gd name="connsiteX211" fmla="*/ 4393907 w 7467600"/>
              <a:gd name="connsiteY211" fmla="*/ 4261258 h 6858000"/>
              <a:gd name="connsiteX212" fmla="*/ 4648051 w 7467600"/>
              <a:gd name="connsiteY212" fmla="*/ 4374051 h 6858000"/>
              <a:gd name="connsiteX213" fmla="*/ 4383389 w 7467600"/>
              <a:gd name="connsiteY213" fmla="*/ 4184369 h 6858000"/>
              <a:gd name="connsiteX214" fmla="*/ 4165508 w 7467600"/>
              <a:gd name="connsiteY214" fmla="*/ 4035196 h 6858000"/>
              <a:gd name="connsiteX215" fmla="*/ 4068162 w 7467600"/>
              <a:gd name="connsiteY215" fmla="*/ 3953394 h 6858000"/>
              <a:gd name="connsiteX216" fmla="*/ 3981416 w 7467600"/>
              <a:gd name="connsiteY216" fmla="*/ 3880482 h 6858000"/>
              <a:gd name="connsiteX217" fmla="*/ 3800147 w 7467600"/>
              <a:gd name="connsiteY217" fmla="*/ 3749872 h 6858000"/>
              <a:gd name="connsiteX218" fmla="*/ 3655073 w 7467600"/>
              <a:gd name="connsiteY218" fmla="*/ 3650884 h 6858000"/>
              <a:gd name="connsiteX219" fmla="*/ 3670252 w 7467600"/>
              <a:gd name="connsiteY219" fmla="*/ 3622798 h 6858000"/>
              <a:gd name="connsiteX220" fmla="*/ 3817258 w 7467600"/>
              <a:gd name="connsiteY220" fmla="*/ 3723577 h 6858000"/>
              <a:gd name="connsiteX221" fmla="*/ 4000461 w 7467600"/>
              <a:gd name="connsiteY221" fmla="*/ 3855966 h 6858000"/>
              <a:gd name="connsiteX222" fmla="*/ 4088180 w 7467600"/>
              <a:gd name="connsiteY222" fmla="*/ 3929774 h 6858000"/>
              <a:gd name="connsiteX223" fmla="*/ 4184555 w 7467600"/>
              <a:gd name="connsiteY223" fmla="*/ 4010683 h 6858000"/>
              <a:gd name="connsiteX224" fmla="*/ 4399563 w 7467600"/>
              <a:gd name="connsiteY224" fmla="*/ 4158106 h 6858000"/>
              <a:gd name="connsiteX225" fmla="*/ 4684469 w 7467600"/>
              <a:gd name="connsiteY225" fmla="*/ 4364680 h 6858000"/>
              <a:gd name="connsiteX226" fmla="*/ 4690271 w 7467600"/>
              <a:gd name="connsiteY226" fmla="*/ 4370034 h 6858000"/>
              <a:gd name="connsiteX227" fmla="*/ 4136093 w 7467600"/>
              <a:gd name="connsiteY227" fmla="*/ 3858466 h 6858000"/>
              <a:gd name="connsiteX228" fmla="*/ 3670252 w 7467600"/>
              <a:gd name="connsiteY228" fmla="*/ 3622798 h 6858000"/>
              <a:gd name="connsiteX229" fmla="*/ 4440129 w 7467600"/>
              <a:gd name="connsiteY229" fmla="*/ 3448571 h 6858000"/>
              <a:gd name="connsiteX230" fmla="*/ 4856525 w 7467600"/>
              <a:gd name="connsiteY230" fmla="*/ 3915351 h 6858000"/>
              <a:gd name="connsiteX231" fmla="*/ 5059055 w 7467600"/>
              <a:gd name="connsiteY231" fmla="*/ 4108918 h 6858000"/>
              <a:gd name="connsiteX232" fmla="*/ 5290070 w 7467600"/>
              <a:gd name="connsiteY232" fmla="*/ 4263619 h 6858000"/>
              <a:gd name="connsiteX233" fmla="*/ 4834991 w 7467600"/>
              <a:gd name="connsiteY233" fmla="*/ 3830985 h 6858000"/>
              <a:gd name="connsiteX234" fmla="*/ 4440129 w 7467600"/>
              <a:gd name="connsiteY234" fmla="*/ 3448571 h 6858000"/>
              <a:gd name="connsiteX235" fmla="*/ 4441737 w 7467600"/>
              <a:gd name="connsiteY235" fmla="*/ 3399734 h 6858000"/>
              <a:gd name="connsiteX236" fmla="*/ 4431236 w 7467600"/>
              <a:gd name="connsiteY236" fmla="*/ 3400954 h 6858000"/>
              <a:gd name="connsiteX237" fmla="*/ 4557150 w 7467600"/>
              <a:gd name="connsiteY237" fmla="*/ 3510023 h 6858000"/>
              <a:gd name="connsiteX238" fmla="*/ 4856936 w 7467600"/>
              <a:gd name="connsiteY238" fmla="*/ 3809146 h 6858000"/>
              <a:gd name="connsiteX239" fmla="*/ 5111996 w 7467600"/>
              <a:gd name="connsiteY239" fmla="*/ 4065759 h 6858000"/>
              <a:gd name="connsiteX240" fmla="*/ 5388878 w 7467600"/>
              <a:gd name="connsiteY240" fmla="*/ 4300185 h 6858000"/>
              <a:gd name="connsiteX241" fmla="*/ 5425556 w 7467600"/>
              <a:gd name="connsiteY241" fmla="*/ 4308967 h 6858000"/>
              <a:gd name="connsiteX242" fmla="*/ 4943646 w 7467600"/>
              <a:gd name="connsiteY242" fmla="*/ 3822916 h 6858000"/>
              <a:gd name="connsiteX243" fmla="*/ 4594837 w 7467600"/>
              <a:gd name="connsiteY243" fmla="*/ 3532274 h 6858000"/>
              <a:gd name="connsiteX244" fmla="*/ 4441737 w 7467600"/>
              <a:gd name="connsiteY244" fmla="*/ 3399734 h 6858000"/>
              <a:gd name="connsiteX245" fmla="*/ 5425834 w 7467600"/>
              <a:gd name="connsiteY245" fmla="*/ 3162785 h 6858000"/>
              <a:gd name="connsiteX246" fmla="*/ 5401644 w 7467600"/>
              <a:gd name="connsiteY246" fmla="*/ 3617847 h 6858000"/>
              <a:gd name="connsiteX247" fmla="*/ 5467256 w 7467600"/>
              <a:gd name="connsiteY247" fmla="*/ 4175494 h 6858000"/>
              <a:gd name="connsiteX248" fmla="*/ 5448069 w 7467600"/>
              <a:gd name="connsiteY248" fmla="*/ 3567554 h 6858000"/>
              <a:gd name="connsiteX249" fmla="*/ 5425834 w 7467600"/>
              <a:gd name="connsiteY249" fmla="*/ 3162785 h 6858000"/>
              <a:gd name="connsiteX250" fmla="*/ 1318687 w 7467600"/>
              <a:gd name="connsiteY250" fmla="*/ 3113840 h 6858000"/>
              <a:gd name="connsiteX251" fmla="*/ 1066793 w 7467600"/>
              <a:gd name="connsiteY251" fmla="*/ 3212171 h 6858000"/>
              <a:gd name="connsiteX252" fmla="*/ 993319 w 7467600"/>
              <a:gd name="connsiteY252" fmla="*/ 3247648 h 6858000"/>
              <a:gd name="connsiteX253" fmla="*/ 853081 w 7467600"/>
              <a:gd name="connsiteY253" fmla="*/ 3312410 h 6858000"/>
              <a:gd name="connsiteX254" fmla="*/ 805957 w 7467600"/>
              <a:gd name="connsiteY254" fmla="*/ 3330443 h 6858000"/>
              <a:gd name="connsiteX255" fmla="*/ 1318687 w 7467600"/>
              <a:gd name="connsiteY255" fmla="*/ 3113840 h 6858000"/>
              <a:gd name="connsiteX256" fmla="*/ 5453702 w 7467600"/>
              <a:gd name="connsiteY256" fmla="*/ 3090882 h 6858000"/>
              <a:gd name="connsiteX257" fmla="*/ 5480135 w 7467600"/>
              <a:gd name="connsiteY257" fmla="*/ 3565802 h 6858000"/>
              <a:gd name="connsiteX258" fmla="*/ 5499023 w 7467600"/>
              <a:gd name="connsiteY258" fmla="*/ 4166310 h 6858000"/>
              <a:gd name="connsiteX259" fmla="*/ 5547022 w 7467600"/>
              <a:gd name="connsiteY259" fmla="*/ 3607838 h 6858000"/>
              <a:gd name="connsiteX260" fmla="*/ 5515964 w 7467600"/>
              <a:gd name="connsiteY260" fmla="*/ 3378541 h 6858000"/>
              <a:gd name="connsiteX261" fmla="*/ 5453702 w 7467600"/>
              <a:gd name="connsiteY261" fmla="*/ 3090882 h 6858000"/>
              <a:gd name="connsiteX262" fmla="*/ 1238695 w 7467600"/>
              <a:gd name="connsiteY262" fmla="*/ 3076820 h 6858000"/>
              <a:gd name="connsiteX263" fmla="*/ 716371 w 7467600"/>
              <a:gd name="connsiteY263" fmla="*/ 3293249 h 6858000"/>
              <a:gd name="connsiteX264" fmla="*/ 579522 w 7467600"/>
              <a:gd name="connsiteY264" fmla="*/ 3371759 h 6858000"/>
              <a:gd name="connsiteX265" fmla="*/ 600288 w 7467600"/>
              <a:gd name="connsiteY265" fmla="*/ 3365555 h 6858000"/>
              <a:gd name="connsiteX266" fmla="*/ 840692 w 7467600"/>
              <a:gd name="connsiteY266" fmla="*/ 3284921 h 6858000"/>
              <a:gd name="connsiteX267" fmla="*/ 979248 w 7467600"/>
              <a:gd name="connsiteY267" fmla="*/ 3221003 h 6858000"/>
              <a:gd name="connsiteX268" fmla="*/ 1053282 w 7467600"/>
              <a:gd name="connsiteY268" fmla="*/ 3185247 h 6858000"/>
              <a:gd name="connsiteX269" fmla="*/ 1320603 w 7467600"/>
              <a:gd name="connsiteY269" fmla="*/ 3081281 h 6858000"/>
              <a:gd name="connsiteX270" fmla="*/ 1238695 w 7467600"/>
              <a:gd name="connsiteY270" fmla="*/ 3076820 h 6858000"/>
              <a:gd name="connsiteX271" fmla="*/ 5425627 w 7467600"/>
              <a:gd name="connsiteY271" fmla="*/ 2954192 h 6858000"/>
              <a:gd name="connsiteX272" fmla="*/ 5470770 w 7467600"/>
              <a:gd name="connsiteY272" fmla="*/ 3005435 h 6858000"/>
              <a:gd name="connsiteX273" fmla="*/ 5519779 w 7467600"/>
              <a:gd name="connsiteY273" fmla="*/ 4359223 h 6858000"/>
              <a:gd name="connsiteX274" fmla="*/ 5520293 w 7467600"/>
              <a:gd name="connsiteY274" fmla="*/ 4360602 h 6858000"/>
              <a:gd name="connsiteX275" fmla="*/ 5767221 w 7467600"/>
              <a:gd name="connsiteY275" fmla="*/ 4665564 h 6858000"/>
              <a:gd name="connsiteX276" fmla="*/ 6937169 w 7467600"/>
              <a:gd name="connsiteY276" fmla="*/ 4815941 h 6858000"/>
              <a:gd name="connsiteX277" fmla="*/ 6953922 w 7467600"/>
              <a:gd name="connsiteY277" fmla="*/ 4890068 h 6858000"/>
              <a:gd name="connsiteX278" fmla="*/ 6071359 w 7467600"/>
              <a:gd name="connsiteY278" fmla="*/ 4770770 h 6858000"/>
              <a:gd name="connsiteX279" fmla="*/ 6038839 w 7467600"/>
              <a:gd name="connsiteY279" fmla="*/ 4764474 h 6858000"/>
              <a:gd name="connsiteX280" fmla="*/ 6038706 w 7467600"/>
              <a:gd name="connsiteY280" fmla="*/ 4763847 h 6858000"/>
              <a:gd name="connsiteX281" fmla="*/ 6037784 w 7467600"/>
              <a:gd name="connsiteY281" fmla="*/ 4764270 h 6858000"/>
              <a:gd name="connsiteX282" fmla="*/ 6038839 w 7467600"/>
              <a:gd name="connsiteY282" fmla="*/ 4764474 h 6858000"/>
              <a:gd name="connsiteX283" fmla="*/ 6040338 w 7467600"/>
              <a:gd name="connsiteY283" fmla="*/ 4771418 h 6858000"/>
              <a:gd name="connsiteX284" fmla="*/ 6024488 w 7467600"/>
              <a:gd name="connsiteY284" fmla="*/ 4809903 h 6858000"/>
              <a:gd name="connsiteX285" fmla="*/ 5599771 w 7467600"/>
              <a:gd name="connsiteY285" fmla="*/ 5509652 h 6858000"/>
              <a:gd name="connsiteX286" fmla="*/ 5548843 w 7467600"/>
              <a:gd name="connsiteY286" fmla="*/ 5563845 h 6858000"/>
              <a:gd name="connsiteX287" fmla="*/ 5940952 w 7467600"/>
              <a:gd name="connsiteY287" fmla="*/ 6250028 h 6858000"/>
              <a:gd name="connsiteX288" fmla="*/ 6043441 w 7467600"/>
              <a:gd name="connsiteY288" fmla="*/ 6665847 h 6858000"/>
              <a:gd name="connsiteX289" fmla="*/ 6093432 w 7467600"/>
              <a:gd name="connsiteY289" fmla="*/ 6858000 h 6858000"/>
              <a:gd name="connsiteX290" fmla="*/ 6034344 w 7467600"/>
              <a:gd name="connsiteY290" fmla="*/ 6858000 h 6858000"/>
              <a:gd name="connsiteX291" fmla="*/ 6026679 w 7467600"/>
              <a:gd name="connsiteY291" fmla="*/ 6836959 h 6858000"/>
              <a:gd name="connsiteX292" fmla="*/ 5800441 w 7467600"/>
              <a:gd name="connsiteY292" fmla="*/ 6335286 h 6858000"/>
              <a:gd name="connsiteX293" fmla="*/ 5526562 w 7467600"/>
              <a:gd name="connsiteY293" fmla="*/ 5705388 h 6858000"/>
              <a:gd name="connsiteX294" fmla="*/ 5519640 w 7467600"/>
              <a:gd name="connsiteY294" fmla="*/ 5683774 h 6858000"/>
              <a:gd name="connsiteX295" fmla="*/ 5844559 w 7467600"/>
              <a:gd name="connsiteY295" fmla="*/ 6553349 h 6858000"/>
              <a:gd name="connsiteX296" fmla="*/ 5975994 w 7467600"/>
              <a:gd name="connsiteY296" fmla="*/ 6858000 h 6858000"/>
              <a:gd name="connsiteX297" fmla="*/ 5898547 w 7467600"/>
              <a:gd name="connsiteY297" fmla="*/ 6858000 h 6858000"/>
              <a:gd name="connsiteX298" fmla="*/ 5682041 w 7467600"/>
              <a:gd name="connsiteY298" fmla="*/ 6355860 h 6858000"/>
              <a:gd name="connsiteX299" fmla="*/ 5461758 w 7467600"/>
              <a:gd name="connsiteY299" fmla="*/ 5820220 h 6858000"/>
              <a:gd name="connsiteX300" fmla="*/ 5237282 w 7467600"/>
              <a:gd name="connsiteY300" fmla="*/ 6579086 h 6858000"/>
              <a:gd name="connsiteX301" fmla="*/ 5115009 w 7467600"/>
              <a:gd name="connsiteY301" fmla="*/ 6858000 h 6858000"/>
              <a:gd name="connsiteX302" fmla="*/ 5028074 w 7467600"/>
              <a:gd name="connsiteY302" fmla="*/ 6858000 h 6858000"/>
              <a:gd name="connsiteX303" fmla="*/ 5079508 w 7467600"/>
              <a:gd name="connsiteY303" fmla="*/ 6749074 h 6858000"/>
              <a:gd name="connsiteX304" fmla="*/ 5371846 w 7467600"/>
              <a:gd name="connsiteY304" fmla="*/ 5924413 h 6858000"/>
              <a:gd name="connsiteX305" fmla="*/ 5270512 w 7467600"/>
              <a:gd name="connsiteY305" fmla="*/ 6138975 h 6858000"/>
              <a:gd name="connsiteX306" fmla="*/ 5062409 w 7467600"/>
              <a:gd name="connsiteY306" fmla="*/ 6653544 h 6858000"/>
              <a:gd name="connsiteX307" fmla="*/ 5036628 w 7467600"/>
              <a:gd name="connsiteY307" fmla="*/ 6754247 h 6858000"/>
              <a:gd name="connsiteX308" fmla="*/ 5009112 w 7467600"/>
              <a:gd name="connsiteY308" fmla="*/ 6858000 h 6858000"/>
              <a:gd name="connsiteX309" fmla="*/ 4976679 w 7467600"/>
              <a:gd name="connsiteY309" fmla="*/ 6858000 h 6858000"/>
              <a:gd name="connsiteX310" fmla="*/ 5006537 w 7467600"/>
              <a:gd name="connsiteY310" fmla="*/ 6747068 h 6858000"/>
              <a:gd name="connsiteX311" fmla="*/ 5032723 w 7467600"/>
              <a:gd name="connsiteY311" fmla="*/ 6644957 h 6858000"/>
              <a:gd name="connsiteX312" fmla="*/ 5242949 w 7467600"/>
              <a:gd name="connsiteY312" fmla="*/ 6125175 h 6858000"/>
              <a:gd name="connsiteX313" fmla="*/ 5286321 w 7467600"/>
              <a:gd name="connsiteY313" fmla="*/ 6033555 h 6858000"/>
              <a:gd name="connsiteX314" fmla="*/ 5008210 w 7467600"/>
              <a:gd name="connsiteY314" fmla="*/ 6649194 h 6858000"/>
              <a:gd name="connsiteX315" fmla="*/ 4986321 w 7467600"/>
              <a:gd name="connsiteY315" fmla="*/ 6765687 h 6858000"/>
              <a:gd name="connsiteX316" fmla="*/ 4973474 w 7467600"/>
              <a:gd name="connsiteY316" fmla="*/ 6858000 h 6858000"/>
              <a:gd name="connsiteX317" fmla="*/ 4907178 w 7467600"/>
              <a:gd name="connsiteY317" fmla="*/ 6858000 h 6858000"/>
              <a:gd name="connsiteX318" fmla="*/ 4910810 w 7467600"/>
              <a:gd name="connsiteY318" fmla="*/ 6829660 h 6858000"/>
              <a:gd name="connsiteX319" fmla="*/ 4987461 w 7467600"/>
              <a:gd name="connsiteY319" fmla="*/ 6432994 h 6858000"/>
              <a:gd name="connsiteX320" fmla="*/ 5179262 w 7467600"/>
              <a:gd name="connsiteY320" fmla="*/ 6035044 h 6858000"/>
              <a:gd name="connsiteX321" fmla="*/ 4689678 w 7467600"/>
              <a:gd name="connsiteY321" fmla="*/ 6440241 h 6858000"/>
              <a:gd name="connsiteX322" fmla="*/ 4477543 w 7467600"/>
              <a:gd name="connsiteY322" fmla="*/ 6674836 h 6858000"/>
              <a:gd name="connsiteX323" fmla="*/ 4329957 w 7467600"/>
              <a:gd name="connsiteY323" fmla="*/ 6858000 h 6858000"/>
              <a:gd name="connsiteX324" fmla="*/ 4218595 w 7467600"/>
              <a:gd name="connsiteY324" fmla="*/ 6858000 h 6858000"/>
              <a:gd name="connsiteX325" fmla="*/ 4368888 w 7467600"/>
              <a:gd name="connsiteY325" fmla="*/ 6668412 h 6858000"/>
              <a:gd name="connsiteX326" fmla="*/ 4563091 w 7467600"/>
              <a:gd name="connsiteY326" fmla="*/ 6442508 h 6858000"/>
              <a:gd name="connsiteX327" fmla="*/ 5387324 w 7467600"/>
              <a:gd name="connsiteY327" fmla="*/ 5705830 h 6858000"/>
              <a:gd name="connsiteX328" fmla="*/ 5073620 w 7467600"/>
              <a:gd name="connsiteY328" fmla="*/ 5955437 h 6858000"/>
              <a:gd name="connsiteX329" fmla="*/ 4689789 w 7467600"/>
              <a:gd name="connsiteY329" fmla="*/ 6268382 h 6858000"/>
              <a:gd name="connsiteX330" fmla="*/ 4418722 w 7467600"/>
              <a:gd name="connsiteY330" fmla="*/ 6570886 h 6858000"/>
              <a:gd name="connsiteX331" fmla="*/ 4214944 w 7467600"/>
              <a:gd name="connsiteY331" fmla="*/ 6858000 h 6858000"/>
              <a:gd name="connsiteX332" fmla="*/ 4177898 w 7467600"/>
              <a:gd name="connsiteY332" fmla="*/ 6858000 h 6858000"/>
              <a:gd name="connsiteX333" fmla="*/ 4391597 w 7467600"/>
              <a:gd name="connsiteY333" fmla="*/ 6556370 h 6858000"/>
              <a:gd name="connsiteX334" fmla="*/ 4668889 w 7467600"/>
              <a:gd name="connsiteY334" fmla="*/ 6246399 h 6858000"/>
              <a:gd name="connsiteX335" fmla="*/ 5055427 w 7467600"/>
              <a:gd name="connsiteY335" fmla="*/ 5931476 h 6858000"/>
              <a:gd name="connsiteX336" fmla="*/ 5371814 w 7467600"/>
              <a:gd name="connsiteY336" fmla="*/ 5678975 h 6858000"/>
              <a:gd name="connsiteX337" fmla="*/ 4987918 w 7467600"/>
              <a:gd name="connsiteY337" fmla="*/ 5838701 h 6858000"/>
              <a:gd name="connsiteX338" fmla="*/ 4317146 w 7467600"/>
              <a:gd name="connsiteY338" fmla="*/ 6587716 h 6858000"/>
              <a:gd name="connsiteX339" fmla="*/ 4171627 w 7467600"/>
              <a:gd name="connsiteY339" fmla="*/ 6858000 h 6858000"/>
              <a:gd name="connsiteX340" fmla="*/ 4081585 w 7467600"/>
              <a:gd name="connsiteY340" fmla="*/ 6858000 h 6858000"/>
              <a:gd name="connsiteX341" fmla="*/ 4238603 w 7467600"/>
              <a:gd name="connsiteY341" fmla="*/ 6559341 h 6858000"/>
              <a:gd name="connsiteX342" fmla="*/ 4778333 w 7467600"/>
              <a:gd name="connsiteY342" fmla="*/ 5873626 h 6858000"/>
              <a:gd name="connsiteX343" fmla="*/ 5414185 w 7467600"/>
              <a:gd name="connsiteY343" fmla="*/ 5573882 h 6858000"/>
              <a:gd name="connsiteX344" fmla="*/ 5959648 w 7467600"/>
              <a:gd name="connsiteY344" fmla="*/ 4760797 h 6858000"/>
              <a:gd name="connsiteX345" fmla="*/ 5355019 w 7467600"/>
              <a:gd name="connsiteY345" fmla="*/ 4734672 h 6858000"/>
              <a:gd name="connsiteX346" fmla="*/ 5083565 w 7467600"/>
              <a:gd name="connsiteY346" fmla="*/ 5179121 h 6858000"/>
              <a:gd name="connsiteX347" fmla="*/ 4713577 w 7467600"/>
              <a:gd name="connsiteY347" fmla="*/ 5616803 h 6858000"/>
              <a:gd name="connsiteX348" fmla="*/ 3989559 w 7467600"/>
              <a:gd name="connsiteY348" fmla="*/ 6145945 h 6858000"/>
              <a:gd name="connsiteX349" fmla="*/ 3939824 w 7467600"/>
              <a:gd name="connsiteY349" fmla="*/ 6066900 h 6858000"/>
              <a:gd name="connsiteX350" fmla="*/ 4584537 w 7467600"/>
              <a:gd name="connsiteY350" fmla="*/ 5324826 h 6858000"/>
              <a:gd name="connsiteX351" fmla="*/ 5037105 w 7467600"/>
              <a:gd name="connsiteY351" fmla="*/ 5088765 h 6858000"/>
              <a:gd name="connsiteX352" fmla="*/ 5039930 w 7467600"/>
              <a:gd name="connsiteY352" fmla="*/ 5089585 h 6858000"/>
              <a:gd name="connsiteX353" fmla="*/ 5263764 w 7467600"/>
              <a:gd name="connsiteY353" fmla="*/ 4735525 h 6858000"/>
              <a:gd name="connsiteX354" fmla="*/ 4086300 w 7467600"/>
              <a:gd name="connsiteY354" fmla="*/ 4884599 h 6858000"/>
              <a:gd name="connsiteX355" fmla="*/ 4085485 w 7467600"/>
              <a:gd name="connsiteY355" fmla="*/ 4899070 h 6858000"/>
              <a:gd name="connsiteX356" fmla="*/ 3871915 w 7467600"/>
              <a:gd name="connsiteY356" fmla="*/ 5253645 h 6858000"/>
              <a:gd name="connsiteX357" fmla="*/ 3799374 w 7467600"/>
              <a:gd name="connsiteY357" fmla="*/ 5466127 h 6858000"/>
              <a:gd name="connsiteX358" fmla="*/ 3498850 w 7467600"/>
              <a:gd name="connsiteY358" fmla="*/ 6661888 h 6858000"/>
              <a:gd name="connsiteX359" fmla="*/ 3399216 w 7467600"/>
              <a:gd name="connsiteY359" fmla="*/ 6858000 h 6858000"/>
              <a:gd name="connsiteX360" fmla="*/ 3303688 w 7467600"/>
              <a:gd name="connsiteY360" fmla="*/ 6858000 h 6858000"/>
              <a:gd name="connsiteX361" fmla="*/ 3391774 w 7467600"/>
              <a:gd name="connsiteY361" fmla="*/ 6697181 h 6858000"/>
              <a:gd name="connsiteX362" fmla="*/ 3735540 w 7467600"/>
              <a:gd name="connsiteY362" fmla="*/ 5546923 h 6858000"/>
              <a:gd name="connsiteX363" fmla="*/ 3729438 w 7467600"/>
              <a:gd name="connsiteY363" fmla="*/ 5569058 h 6858000"/>
              <a:gd name="connsiteX364" fmla="*/ 3707782 w 7467600"/>
              <a:gd name="connsiteY364" fmla="*/ 5644908 h 6858000"/>
              <a:gd name="connsiteX365" fmla="*/ 3583827 w 7467600"/>
              <a:gd name="connsiteY365" fmla="*/ 6039215 h 6858000"/>
              <a:gd name="connsiteX366" fmla="*/ 3547861 w 7467600"/>
              <a:gd name="connsiteY366" fmla="*/ 6129609 h 6858000"/>
              <a:gd name="connsiteX367" fmla="*/ 3490905 w 7467600"/>
              <a:gd name="connsiteY367" fmla="*/ 6277660 h 6858000"/>
              <a:gd name="connsiteX368" fmla="*/ 3455859 w 7467600"/>
              <a:gd name="connsiteY368" fmla="*/ 6391301 h 6858000"/>
              <a:gd name="connsiteX369" fmla="*/ 3429112 w 7467600"/>
              <a:gd name="connsiteY369" fmla="*/ 6479469 h 6858000"/>
              <a:gd name="connsiteX370" fmla="*/ 3304862 w 7467600"/>
              <a:gd name="connsiteY370" fmla="*/ 6796476 h 6858000"/>
              <a:gd name="connsiteX371" fmla="*/ 3276071 w 7467600"/>
              <a:gd name="connsiteY371" fmla="*/ 6858000 h 6858000"/>
              <a:gd name="connsiteX372" fmla="*/ 3240805 w 7467600"/>
              <a:gd name="connsiteY372" fmla="*/ 6858000 h 6858000"/>
              <a:gd name="connsiteX373" fmla="*/ 3275917 w 7467600"/>
              <a:gd name="connsiteY373" fmla="*/ 6783192 h 6858000"/>
              <a:gd name="connsiteX374" fmla="*/ 3399358 w 7467600"/>
              <a:gd name="connsiteY374" fmla="*/ 6469011 h 6858000"/>
              <a:gd name="connsiteX375" fmla="*/ 3425650 w 7467600"/>
              <a:gd name="connsiteY375" fmla="*/ 6381333 h 6858000"/>
              <a:gd name="connsiteX376" fmla="*/ 3460661 w 7467600"/>
              <a:gd name="connsiteY376" fmla="*/ 6266763 h 6858000"/>
              <a:gd name="connsiteX377" fmla="*/ 3518021 w 7467600"/>
              <a:gd name="connsiteY377" fmla="*/ 6117298 h 6858000"/>
              <a:gd name="connsiteX378" fmla="*/ 3554035 w 7467600"/>
              <a:gd name="connsiteY378" fmla="*/ 6027832 h 6858000"/>
              <a:gd name="connsiteX379" fmla="*/ 3677174 w 7467600"/>
              <a:gd name="connsiteY379" fmla="*/ 5636351 h 6858000"/>
              <a:gd name="connsiteX380" fmla="*/ 3698819 w 7467600"/>
              <a:gd name="connsiteY380" fmla="*/ 5560503 h 6858000"/>
              <a:gd name="connsiteX381" fmla="*/ 3702094 w 7467600"/>
              <a:gd name="connsiteY381" fmla="*/ 5549194 h 6858000"/>
              <a:gd name="connsiteX382" fmla="*/ 3398355 w 7467600"/>
              <a:gd name="connsiteY382" fmla="*/ 6094603 h 6858000"/>
              <a:gd name="connsiteX383" fmla="*/ 3193941 w 7467600"/>
              <a:gd name="connsiteY383" fmla="*/ 6798775 h 6858000"/>
              <a:gd name="connsiteX384" fmla="*/ 3184140 w 7467600"/>
              <a:gd name="connsiteY384" fmla="*/ 6858000 h 6858000"/>
              <a:gd name="connsiteX385" fmla="*/ 3099978 w 7467600"/>
              <a:gd name="connsiteY385" fmla="*/ 6858000 h 6858000"/>
              <a:gd name="connsiteX386" fmla="*/ 3101556 w 7467600"/>
              <a:gd name="connsiteY386" fmla="*/ 6843337 h 6858000"/>
              <a:gd name="connsiteX387" fmla="*/ 3370162 w 7467600"/>
              <a:gd name="connsiteY387" fmla="*/ 5785550 h 6858000"/>
              <a:gd name="connsiteX388" fmla="*/ 3746477 w 7467600"/>
              <a:gd name="connsiteY388" fmla="*/ 5377889 h 6858000"/>
              <a:gd name="connsiteX389" fmla="*/ 3863399 w 7467600"/>
              <a:gd name="connsiteY389" fmla="*/ 5087257 h 6858000"/>
              <a:gd name="connsiteX390" fmla="*/ 3968712 w 7467600"/>
              <a:gd name="connsiteY390" fmla="*/ 4913989 h 6858000"/>
              <a:gd name="connsiteX391" fmla="*/ 2792390 w 7467600"/>
              <a:gd name="connsiteY391" fmla="*/ 5382974 h 6858000"/>
              <a:gd name="connsiteX392" fmla="*/ 2714982 w 7467600"/>
              <a:gd name="connsiteY392" fmla="*/ 5427051 h 6858000"/>
              <a:gd name="connsiteX393" fmla="*/ 2813361 w 7467600"/>
              <a:gd name="connsiteY393" fmla="*/ 6023912 h 6858000"/>
              <a:gd name="connsiteX394" fmla="*/ 2688430 w 7467600"/>
              <a:gd name="connsiteY394" fmla="*/ 6801564 h 6858000"/>
              <a:gd name="connsiteX395" fmla="*/ 2629626 w 7467600"/>
              <a:gd name="connsiteY395" fmla="*/ 6763394 h 6858000"/>
              <a:gd name="connsiteX396" fmla="*/ 2565328 w 7467600"/>
              <a:gd name="connsiteY396" fmla="*/ 5516399 h 6858000"/>
              <a:gd name="connsiteX397" fmla="*/ 1922999 w 7467600"/>
              <a:gd name="connsiteY397" fmla="*/ 5980343 h 6858000"/>
              <a:gd name="connsiteX398" fmla="*/ 1950261 w 7467600"/>
              <a:gd name="connsiteY398" fmla="*/ 6405858 h 6858000"/>
              <a:gd name="connsiteX399" fmla="*/ 2365554 w 7467600"/>
              <a:gd name="connsiteY399" fmla="*/ 6759107 h 6858000"/>
              <a:gd name="connsiteX400" fmla="*/ 2424142 w 7467600"/>
              <a:gd name="connsiteY400" fmla="*/ 6858000 h 6858000"/>
              <a:gd name="connsiteX401" fmla="*/ 2395994 w 7467600"/>
              <a:gd name="connsiteY401" fmla="*/ 6858000 h 6858000"/>
              <a:gd name="connsiteX402" fmla="*/ 2392863 w 7467600"/>
              <a:gd name="connsiteY402" fmla="*/ 6852964 h 6858000"/>
              <a:gd name="connsiteX403" fmla="*/ 2017589 w 7467600"/>
              <a:gd name="connsiteY403" fmla="*/ 6493982 h 6858000"/>
              <a:gd name="connsiteX404" fmla="*/ 2147336 w 7467600"/>
              <a:gd name="connsiteY404" fmla="*/ 6594052 h 6858000"/>
              <a:gd name="connsiteX405" fmla="*/ 2207047 w 7467600"/>
              <a:gd name="connsiteY405" fmla="*/ 6654540 h 6858000"/>
              <a:gd name="connsiteX406" fmla="*/ 2299106 w 7467600"/>
              <a:gd name="connsiteY406" fmla="*/ 6778931 h 6858000"/>
              <a:gd name="connsiteX407" fmla="*/ 2314430 w 7467600"/>
              <a:gd name="connsiteY407" fmla="*/ 6801144 h 6858000"/>
              <a:gd name="connsiteX408" fmla="*/ 2352406 w 7467600"/>
              <a:gd name="connsiteY408" fmla="*/ 6858000 h 6858000"/>
              <a:gd name="connsiteX409" fmla="*/ 2314492 w 7467600"/>
              <a:gd name="connsiteY409" fmla="*/ 6858000 h 6858000"/>
              <a:gd name="connsiteX410" fmla="*/ 2288095 w 7467600"/>
              <a:gd name="connsiteY410" fmla="*/ 6818030 h 6858000"/>
              <a:gd name="connsiteX411" fmla="*/ 2272768 w 7467600"/>
              <a:gd name="connsiteY411" fmla="*/ 6795822 h 6858000"/>
              <a:gd name="connsiteX412" fmla="*/ 2182715 w 7467600"/>
              <a:gd name="connsiteY412" fmla="*/ 6675071 h 6858000"/>
              <a:gd name="connsiteX413" fmla="*/ 2032061 w 7467600"/>
              <a:gd name="connsiteY413" fmla="*/ 6541380 h 6858000"/>
              <a:gd name="connsiteX414" fmla="*/ 2257220 w 7467600"/>
              <a:gd name="connsiteY414" fmla="*/ 6826257 h 6858000"/>
              <a:gd name="connsiteX415" fmla="*/ 2281324 w 7467600"/>
              <a:gd name="connsiteY415" fmla="*/ 6858000 h 6858000"/>
              <a:gd name="connsiteX416" fmla="*/ 2242860 w 7467600"/>
              <a:gd name="connsiteY416" fmla="*/ 6858000 h 6858000"/>
              <a:gd name="connsiteX417" fmla="*/ 2232818 w 7467600"/>
              <a:gd name="connsiteY417" fmla="*/ 6844926 h 6858000"/>
              <a:gd name="connsiteX418" fmla="*/ 1990172 w 7467600"/>
              <a:gd name="connsiteY418" fmla="*/ 6542121 h 6858000"/>
              <a:gd name="connsiteX419" fmla="*/ 2124090 w 7467600"/>
              <a:gd name="connsiteY419" fmla="*/ 6761017 h 6858000"/>
              <a:gd name="connsiteX420" fmla="*/ 2200380 w 7467600"/>
              <a:gd name="connsiteY420" fmla="*/ 6858000 h 6858000"/>
              <a:gd name="connsiteX421" fmla="*/ 2147507 w 7467600"/>
              <a:gd name="connsiteY421" fmla="*/ 6858000 h 6858000"/>
              <a:gd name="connsiteX422" fmla="*/ 2070668 w 7467600"/>
              <a:gd name="connsiteY422" fmla="*/ 6761520 h 6858000"/>
              <a:gd name="connsiteX423" fmla="*/ 1975142 w 7467600"/>
              <a:gd name="connsiteY423" fmla="*/ 6585570 h 6858000"/>
              <a:gd name="connsiteX424" fmla="*/ 2050035 w 7467600"/>
              <a:gd name="connsiteY424" fmla="*/ 6813345 h 6858000"/>
              <a:gd name="connsiteX425" fmla="*/ 2063025 w 7467600"/>
              <a:gd name="connsiteY425" fmla="*/ 6858000 h 6858000"/>
              <a:gd name="connsiteX426" fmla="*/ 2021675 w 7467600"/>
              <a:gd name="connsiteY426" fmla="*/ 6858000 h 6858000"/>
              <a:gd name="connsiteX427" fmla="*/ 2019308 w 7467600"/>
              <a:gd name="connsiteY427" fmla="*/ 6847118 h 6858000"/>
              <a:gd name="connsiteX428" fmla="*/ 1938835 w 7467600"/>
              <a:gd name="connsiteY428" fmla="*/ 6551160 h 6858000"/>
              <a:gd name="connsiteX429" fmla="*/ 1953230 w 7467600"/>
              <a:gd name="connsiteY429" fmla="*/ 6759699 h 6858000"/>
              <a:gd name="connsiteX430" fmla="*/ 1956763 w 7467600"/>
              <a:gd name="connsiteY430" fmla="*/ 6778191 h 6858000"/>
              <a:gd name="connsiteX431" fmla="*/ 1967925 w 7467600"/>
              <a:gd name="connsiteY431" fmla="*/ 6858000 h 6858000"/>
              <a:gd name="connsiteX432" fmla="*/ 1936622 w 7467600"/>
              <a:gd name="connsiteY432" fmla="*/ 6858000 h 6858000"/>
              <a:gd name="connsiteX433" fmla="*/ 1926261 w 7467600"/>
              <a:gd name="connsiteY433" fmla="*/ 6784064 h 6858000"/>
              <a:gd name="connsiteX434" fmla="*/ 1922724 w 7467600"/>
              <a:gd name="connsiteY434" fmla="*/ 6765577 h 6858000"/>
              <a:gd name="connsiteX435" fmla="*/ 1904650 w 7467600"/>
              <a:gd name="connsiteY435" fmla="*/ 6639616 h 6858000"/>
              <a:gd name="connsiteX436" fmla="*/ 1885273 w 7467600"/>
              <a:gd name="connsiteY436" fmla="*/ 6858000 h 6858000"/>
              <a:gd name="connsiteX437" fmla="*/ 1854363 w 7467600"/>
              <a:gd name="connsiteY437" fmla="*/ 6858000 h 6858000"/>
              <a:gd name="connsiteX438" fmla="*/ 1880391 w 7467600"/>
              <a:gd name="connsiteY438" fmla="*/ 6603796 h 6858000"/>
              <a:gd name="connsiteX439" fmla="*/ 1818273 w 7467600"/>
              <a:gd name="connsiteY439" fmla="*/ 6715729 h 6858000"/>
              <a:gd name="connsiteX440" fmla="*/ 1794691 w 7467600"/>
              <a:gd name="connsiteY440" fmla="*/ 6843239 h 6858000"/>
              <a:gd name="connsiteX441" fmla="*/ 1794914 w 7467600"/>
              <a:gd name="connsiteY441" fmla="*/ 6858000 h 6858000"/>
              <a:gd name="connsiteX442" fmla="*/ 1746128 w 7467600"/>
              <a:gd name="connsiteY442" fmla="*/ 6858000 h 6858000"/>
              <a:gd name="connsiteX443" fmla="*/ 1753934 w 7467600"/>
              <a:gd name="connsiteY443" fmla="*/ 6724796 h 6858000"/>
              <a:gd name="connsiteX444" fmla="*/ 1792053 w 7467600"/>
              <a:gd name="connsiteY444" fmla="*/ 6572396 h 6858000"/>
              <a:gd name="connsiteX445" fmla="*/ 1862248 w 7467600"/>
              <a:gd name="connsiteY445" fmla="*/ 6266397 h 6858000"/>
              <a:gd name="connsiteX446" fmla="*/ 1862250 w 7467600"/>
              <a:gd name="connsiteY446" fmla="*/ 6033531 h 6858000"/>
              <a:gd name="connsiteX447" fmla="*/ 1211999 w 7467600"/>
              <a:gd name="connsiteY447" fmla="*/ 6683610 h 6858000"/>
              <a:gd name="connsiteX448" fmla="*/ 1213266 w 7467600"/>
              <a:gd name="connsiteY448" fmla="*/ 6691947 h 6858000"/>
              <a:gd name="connsiteX449" fmla="*/ 1203370 w 7467600"/>
              <a:gd name="connsiteY449" fmla="*/ 6850676 h 6858000"/>
              <a:gd name="connsiteX450" fmla="*/ 1203671 w 7467600"/>
              <a:gd name="connsiteY450" fmla="*/ 6858000 h 6858000"/>
              <a:gd name="connsiteX451" fmla="*/ 1143180 w 7467600"/>
              <a:gd name="connsiteY451" fmla="*/ 6858000 h 6858000"/>
              <a:gd name="connsiteX452" fmla="*/ 1142176 w 7467600"/>
              <a:gd name="connsiteY452" fmla="*/ 6766045 h 6858000"/>
              <a:gd name="connsiteX453" fmla="*/ 1067484 w 7467600"/>
              <a:gd name="connsiteY453" fmla="*/ 6858000 h 6858000"/>
              <a:gd name="connsiteX454" fmla="*/ 953928 w 7467600"/>
              <a:gd name="connsiteY454" fmla="*/ 6858000 h 6858000"/>
              <a:gd name="connsiteX455" fmla="*/ 959715 w 7467600"/>
              <a:gd name="connsiteY455" fmla="*/ 6850185 h 6858000"/>
              <a:gd name="connsiteX456" fmla="*/ 1483788 w 7467600"/>
              <a:gd name="connsiteY456" fmla="*/ 6259174 h 6858000"/>
              <a:gd name="connsiteX457" fmla="*/ 1100671 w 7467600"/>
              <a:gd name="connsiteY457" fmla="*/ 6252137 h 6858000"/>
              <a:gd name="connsiteX458" fmla="*/ 1090144 w 7467600"/>
              <a:gd name="connsiteY458" fmla="*/ 6256748 h 6858000"/>
              <a:gd name="connsiteX459" fmla="*/ 1095872 w 7467600"/>
              <a:gd name="connsiteY459" fmla="*/ 6271892 h 6858000"/>
              <a:gd name="connsiteX460" fmla="*/ 262785 w 7467600"/>
              <a:gd name="connsiteY460" fmla="*/ 6845450 h 6858000"/>
              <a:gd name="connsiteX461" fmla="*/ 209968 w 7467600"/>
              <a:gd name="connsiteY461" fmla="*/ 6770713 h 6858000"/>
              <a:gd name="connsiteX462" fmla="*/ 873460 w 7467600"/>
              <a:gd name="connsiteY462" fmla="*/ 6253768 h 6858000"/>
              <a:gd name="connsiteX463" fmla="*/ 192686 w 7467600"/>
              <a:gd name="connsiteY463" fmla="*/ 5849257 h 6858000"/>
              <a:gd name="connsiteX464" fmla="*/ 4696 w 7467600"/>
              <a:gd name="connsiteY464" fmla="*/ 5697668 h 6858000"/>
              <a:gd name="connsiteX465" fmla="*/ 0 w 7467600"/>
              <a:gd name="connsiteY465" fmla="*/ 5689984 h 6858000"/>
              <a:gd name="connsiteX466" fmla="*/ 0 w 7467600"/>
              <a:gd name="connsiteY466" fmla="*/ 5513472 h 6858000"/>
              <a:gd name="connsiteX467" fmla="*/ 174101 w 7467600"/>
              <a:gd name="connsiteY467" fmla="*/ 5620277 h 6858000"/>
              <a:gd name="connsiteX468" fmla="*/ 891800 w 7467600"/>
              <a:gd name="connsiteY468" fmla="*/ 6036935 h 6858000"/>
              <a:gd name="connsiteX469" fmla="*/ 1072219 w 7467600"/>
              <a:gd name="connsiteY469" fmla="*/ 6169443 h 6858000"/>
              <a:gd name="connsiteX470" fmla="*/ 1074117 w 7467600"/>
              <a:gd name="connsiteY470" fmla="*/ 6170301 h 6858000"/>
              <a:gd name="connsiteX471" fmla="*/ 1083114 w 7467600"/>
              <a:gd name="connsiteY471" fmla="*/ 6174131 h 6858000"/>
              <a:gd name="connsiteX472" fmla="*/ 1543010 w 7467600"/>
              <a:gd name="connsiteY472" fmla="*/ 6191140 h 6858000"/>
              <a:gd name="connsiteX473" fmla="*/ 1551080 w 7467600"/>
              <a:gd name="connsiteY473" fmla="*/ 6195006 h 6858000"/>
              <a:gd name="connsiteX474" fmla="*/ 2345443 w 7467600"/>
              <a:gd name="connsiteY474" fmla="*/ 5549882 h 6858000"/>
              <a:gd name="connsiteX475" fmla="*/ 1721499 w 7467600"/>
              <a:gd name="connsiteY475" fmla="*/ 5599969 h 6858000"/>
              <a:gd name="connsiteX476" fmla="*/ 767716 w 7467600"/>
              <a:gd name="connsiteY476" fmla="*/ 5472768 h 6858000"/>
              <a:gd name="connsiteX477" fmla="*/ 722147 w 7467600"/>
              <a:gd name="connsiteY477" fmla="*/ 5393091 h 6858000"/>
              <a:gd name="connsiteX478" fmla="*/ 1485552 w 7467600"/>
              <a:gd name="connsiteY478" fmla="*/ 5313202 h 6858000"/>
              <a:gd name="connsiteX479" fmla="*/ 2143004 w 7467600"/>
              <a:gd name="connsiteY479" fmla="*/ 5402420 h 6858000"/>
              <a:gd name="connsiteX480" fmla="*/ 1933391 w 7467600"/>
              <a:gd name="connsiteY480" fmla="*/ 5156971 h 6858000"/>
              <a:gd name="connsiteX481" fmla="*/ 1827118 w 7467600"/>
              <a:gd name="connsiteY481" fmla="*/ 4968410 h 6858000"/>
              <a:gd name="connsiteX482" fmla="*/ 1837349 w 7467600"/>
              <a:gd name="connsiteY482" fmla="*/ 4956357 h 6858000"/>
              <a:gd name="connsiteX483" fmla="*/ 2162835 w 7467600"/>
              <a:gd name="connsiteY483" fmla="*/ 5187853 h 6858000"/>
              <a:gd name="connsiteX484" fmla="*/ 2257167 w 7467600"/>
              <a:gd name="connsiteY484" fmla="*/ 5462123 h 6858000"/>
              <a:gd name="connsiteX485" fmla="*/ 2261598 w 7467600"/>
              <a:gd name="connsiteY485" fmla="*/ 5467998 h 6858000"/>
              <a:gd name="connsiteX486" fmla="*/ 2437177 w 7467600"/>
              <a:gd name="connsiteY486" fmla="*/ 5479608 h 6858000"/>
              <a:gd name="connsiteX487" fmla="*/ 2445247 w 7467600"/>
              <a:gd name="connsiteY487" fmla="*/ 5483476 h 6858000"/>
              <a:gd name="connsiteX488" fmla="*/ 2743626 w 7467600"/>
              <a:gd name="connsiteY488" fmla="*/ 5304819 h 6858000"/>
              <a:gd name="connsiteX489" fmla="*/ 3048102 w 7467600"/>
              <a:gd name="connsiteY489" fmla="*/ 5150595 h 6858000"/>
              <a:gd name="connsiteX490" fmla="*/ 1799414 w 7467600"/>
              <a:gd name="connsiteY490" fmla="*/ 4694732 h 6858000"/>
              <a:gd name="connsiteX491" fmla="*/ 1771735 w 7467600"/>
              <a:gd name="connsiteY491" fmla="*/ 4619929 h 6858000"/>
              <a:gd name="connsiteX492" fmla="*/ 3104273 w 7467600"/>
              <a:gd name="connsiteY492" fmla="*/ 5076159 h 6858000"/>
              <a:gd name="connsiteX493" fmla="*/ 3113245 w 7467600"/>
              <a:gd name="connsiteY493" fmla="*/ 5090705 h 6858000"/>
              <a:gd name="connsiteX494" fmla="*/ 3126294 w 7467600"/>
              <a:gd name="connsiteY494" fmla="*/ 5114400 h 6858000"/>
              <a:gd name="connsiteX495" fmla="*/ 3937433 w 7467600"/>
              <a:gd name="connsiteY495" fmla="*/ 4830473 h 6858000"/>
              <a:gd name="connsiteX496" fmla="*/ 3590475 w 7467600"/>
              <a:gd name="connsiteY496" fmla="*/ 4597974 h 6858000"/>
              <a:gd name="connsiteX497" fmla="*/ 3100264 w 7467600"/>
              <a:gd name="connsiteY497" fmla="*/ 4579845 h 6858000"/>
              <a:gd name="connsiteX498" fmla="*/ 2183576 w 7467600"/>
              <a:gd name="connsiteY498" fmla="*/ 4227150 h 6858000"/>
              <a:gd name="connsiteX499" fmla="*/ 2151029 w 7467600"/>
              <a:gd name="connsiteY499" fmla="*/ 4146947 h 6858000"/>
              <a:gd name="connsiteX500" fmla="*/ 3563434 w 7467600"/>
              <a:gd name="connsiteY500" fmla="*/ 4469115 h 6858000"/>
              <a:gd name="connsiteX501" fmla="*/ 3177952 w 7467600"/>
              <a:gd name="connsiteY501" fmla="*/ 3657386 h 6858000"/>
              <a:gd name="connsiteX502" fmla="*/ 3189263 w 7467600"/>
              <a:gd name="connsiteY502" fmla="*/ 3625726 h 6858000"/>
              <a:gd name="connsiteX503" fmla="*/ 3560912 w 7467600"/>
              <a:gd name="connsiteY503" fmla="*/ 4079863 h 6858000"/>
              <a:gd name="connsiteX504" fmla="*/ 3626636 w 7467600"/>
              <a:gd name="connsiteY504" fmla="*/ 4512230 h 6858000"/>
              <a:gd name="connsiteX505" fmla="*/ 3653088 w 7467600"/>
              <a:gd name="connsiteY505" fmla="*/ 4521417 h 6858000"/>
              <a:gd name="connsiteX506" fmla="*/ 3988128 w 7467600"/>
              <a:gd name="connsiteY506" fmla="*/ 4817267 h 6858000"/>
              <a:gd name="connsiteX507" fmla="*/ 4830582 w 7467600"/>
              <a:gd name="connsiteY507" fmla="*/ 4676000 h 6858000"/>
              <a:gd name="connsiteX508" fmla="*/ 4830100 w 7467600"/>
              <a:gd name="connsiteY508" fmla="*/ 4675554 h 6858000"/>
              <a:gd name="connsiteX509" fmla="*/ 4036318 w 7467600"/>
              <a:gd name="connsiteY509" fmla="*/ 4147013 h 6858000"/>
              <a:gd name="connsiteX510" fmla="*/ 3432098 w 7467600"/>
              <a:gd name="connsiteY510" fmla="*/ 3537312 h 6858000"/>
              <a:gd name="connsiteX511" fmla="*/ 3446761 w 7467600"/>
              <a:gd name="connsiteY511" fmla="*/ 3461278 h 6858000"/>
              <a:gd name="connsiteX512" fmla="*/ 4419733 w 7467600"/>
              <a:gd name="connsiteY512" fmla="*/ 3963555 h 6858000"/>
              <a:gd name="connsiteX513" fmla="*/ 4781371 w 7467600"/>
              <a:gd name="connsiteY513" fmla="*/ 4458604 h 6858000"/>
              <a:gd name="connsiteX514" fmla="*/ 4780440 w 7467600"/>
              <a:gd name="connsiteY514" fmla="*/ 4470290 h 6858000"/>
              <a:gd name="connsiteX515" fmla="*/ 4898954 w 7467600"/>
              <a:gd name="connsiteY515" fmla="*/ 4662092 h 6858000"/>
              <a:gd name="connsiteX516" fmla="*/ 4900699 w 7467600"/>
              <a:gd name="connsiteY516" fmla="*/ 4670867 h 6858000"/>
              <a:gd name="connsiteX517" fmla="*/ 5714511 w 7467600"/>
              <a:gd name="connsiteY517" fmla="*/ 4663483 h 6858000"/>
              <a:gd name="connsiteX518" fmla="*/ 5464793 w 7467600"/>
              <a:gd name="connsiteY518" fmla="*/ 4393556 h 6858000"/>
              <a:gd name="connsiteX519" fmla="*/ 5461897 w 7467600"/>
              <a:gd name="connsiteY519" fmla="*/ 4390879 h 6858000"/>
              <a:gd name="connsiteX520" fmla="*/ 4294126 w 7467600"/>
              <a:gd name="connsiteY520" fmla="*/ 3303048 h 6858000"/>
              <a:gd name="connsiteX521" fmla="*/ 4305321 w 7467600"/>
              <a:gd name="connsiteY521" fmla="*/ 3256953 h 6858000"/>
              <a:gd name="connsiteX522" fmla="*/ 4949299 w 7467600"/>
              <a:gd name="connsiteY522" fmla="*/ 3766336 h 6858000"/>
              <a:gd name="connsiteX523" fmla="*/ 5291452 w 7467600"/>
              <a:gd name="connsiteY523" fmla="*/ 4076801 h 6858000"/>
              <a:gd name="connsiteX524" fmla="*/ 5434998 w 7467600"/>
              <a:gd name="connsiteY524" fmla="*/ 4254100 h 6858000"/>
              <a:gd name="connsiteX525" fmla="*/ 5351015 w 7467600"/>
              <a:gd name="connsiteY525" fmla="*/ 3760989 h 6858000"/>
              <a:gd name="connsiteX526" fmla="*/ 5413780 w 7467600"/>
              <a:gd name="connsiteY526" fmla="*/ 2966265 h 6858000"/>
              <a:gd name="connsiteX527" fmla="*/ 5425627 w 7467600"/>
              <a:gd name="connsiteY527" fmla="*/ 2954192 h 6858000"/>
              <a:gd name="connsiteX528" fmla="*/ 6604735 w 7467600"/>
              <a:gd name="connsiteY528" fmla="*/ 2041381 h 6858000"/>
              <a:gd name="connsiteX529" fmla="*/ 7204487 w 7467600"/>
              <a:gd name="connsiteY529" fmla="*/ 2742112 h 6858000"/>
              <a:gd name="connsiteX530" fmla="*/ 7131592 w 7467600"/>
              <a:gd name="connsiteY530" fmla="*/ 2672096 h 6858000"/>
              <a:gd name="connsiteX531" fmla="*/ 6996344 w 7467600"/>
              <a:gd name="connsiteY531" fmla="*/ 2518310 h 6858000"/>
              <a:gd name="connsiteX532" fmla="*/ 6735495 w 7467600"/>
              <a:gd name="connsiteY532" fmla="*/ 2196890 h 6858000"/>
              <a:gd name="connsiteX533" fmla="*/ 6721901 w 7467600"/>
              <a:gd name="connsiteY533" fmla="*/ 2179274 h 6858000"/>
              <a:gd name="connsiteX534" fmla="*/ 6604735 w 7467600"/>
              <a:gd name="connsiteY534" fmla="*/ 2041381 h 6858000"/>
              <a:gd name="connsiteX535" fmla="*/ 6591670 w 7467600"/>
              <a:gd name="connsiteY535" fmla="*/ 1988277 h 6858000"/>
              <a:gd name="connsiteX536" fmla="*/ 6747349 w 7467600"/>
              <a:gd name="connsiteY536" fmla="*/ 2160069 h 6858000"/>
              <a:gd name="connsiteX537" fmla="*/ 6760943 w 7467600"/>
              <a:gd name="connsiteY537" fmla="*/ 2177686 h 6858000"/>
              <a:gd name="connsiteX538" fmla="*/ 7021065 w 7467600"/>
              <a:gd name="connsiteY538" fmla="*/ 2498102 h 6858000"/>
              <a:gd name="connsiteX539" fmla="*/ 7155223 w 7467600"/>
              <a:gd name="connsiteY539" fmla="*/ 2650386 h 6858000"/>
              <a:gd name="connsiteX540" fmla="*/ 7203167 w 7467600"/>
              <a:gd name="connsiteY540" fmla="*/ 2697288 h 6858000"/>
              <a:gd name="connsiteX541" fmla="*/ 6937703 w 7467600"/>
              <a:gd name="connsiteY541" fmla="*/ 2321981 h 6858000"/>
              <a:gd name="connsiteX542" fmla="*/ 6591670 w 7467600"/>
              <a:gd name="connsiteY542" fmla="*/ 1988277 h 6858000"/>
              <a:gd name="connsiteX543" fmla="*/ 5798671 w 7467600"/>
              <a:gd name="connsiteY543" fmla="*/ 1981601 h 6858000"/>
              <a:gd name="connsiteX544" fmla="*/ 5754709 w 7467600"/>
              <a:gd name="connsiteY544" fmla="*/ 2071454 h 6858000"/>
              <a:gd name="connsiteX545" fmla="*/ 5763044 w 7467600"/>
              <a:gd name="connsiteY545" fmla="*/ 2842206 h 6858000"/>
              <a:gd name="connsiteX546" fmla="*/ 5764974 w 7467600"/>
              <a:gd name="connsiteY546" fmla="*/ 2799609 h 6858000"/>
              <a:gd name="connsiteX547" fmla="*/ 5767665 w 7467600"/>
              <a:gd name="connsiteY547" fmla="*/ 2666409 h 6858000"/>
              <a:gd name="connsiteX548" fmla="*/ 5763055 w 7467600"/>
              <a:gd name="connsiteY548" fmla="*/ 2579705 h 6858000"/>
              <a:gd name="connsiteX549" fmla="*/ 5758079 w 7467600"/>
              <a:gd name="connsiteY549" fmla="*/ 2492508 h 6858000"/>
              <a:gd name="connsiteX550" fmla="*/ 5779325 w 7467600"/>
              <a:gd name="connsiteY550" fmla="*/ 2197069 h 6858000"/>
              <a:gd name="connsiteX551" fmla="*/ 5798671 w 7467600"/>
              <a:gd name="connsiteY551" fmla="*/ 1981601 h 6858000"/>
              <a:gd name="connsiteX552" fmla="*/ 5829202 w 7467600"/>
              <a:gd name="connsiteY552" fmla="*/ 1971679 h 6858000"/>
              <a:gd name="connsiteX553" fmla="*/ 5809558 w 7467600"/>
              <a:gd name="connsiteY553" fmla="*/ 2198043 h 6858000"/>
              <a:gd name="connsiteX554" fmla="*/ 5788653 w 7467600"/>
              <a:gd name="connsiteY554" fmla="*/ 2489430 h 6858000"/>
              <a:gd name="connsiteX555" fmla="*/ 5793439 w 7467600"/>
              <a:gd name="connsiteY555" fmla="*/ 2575235 h 6858000"/>
              <a:gd name="connsiteX556" fmla="*/ 5796837 w 7467600"/>
              <a:gd name="connsiteY556" fmla="*/ 2637633 h 6858000"/>
              <a:gd name="connsiteX557" fmla="*/ 5818614 w 7467600"/>
              <a:gd name="connsiteY557" fmla="*/ 2473055 h 6858000"/>
              <a:gd name="connsiteX558" fmla="*/ 5829202 w 7467600"/>
              <a:gd name="connsiteY558" fmla="*/ 1971679 h 6858000"/>
              <a:gd name="connsiteX559" fmla="*/ 5911389 w 7467600"/>
              <a:gd name="connsiteY559" fmla="*/ 1898371 h 6858000"/>
              <a:gd name="connsiteX560" fmla="*/ 6237627 w 7467600"/>
              <a:gd name="connsiteY560" fmla="*/ 2231921 h 6858000"/>
              <a:gd name="connsiteX561" fmla="*/ 5911389 w 7467600"/>
              <a:gd name="connsiteY561" fmla="*/ 1898371 h 6858000"/>
              <a:gd name="connsiteX562" fmla="*/ 6944437 w 7467600"/>
              <a:gd name="connsiteY562" fmla="*/ 1575402 h 6858000"/>
              <a:gd name="connsiteX563" fmla="*/ 6304730 w 7467600"/>
              <a:gd name="connsiteY563" fmla="*/ 1766654 h 6858000"/>
              <a:gd name="connsiteX564" fmla="*/ 6944437 w 7467600"/>
              <a:gd name="connsiteY564" fmla="*/ 1575402 h 6858000"/>
              <a:gd name="connsiteX565" fmla="*/ 7019523 w 7467600"/>
              <a:gd name="connsiteY565" fmla="*/ 1519450 h 6858000"/>
              <a:gd name="connsiteX566" fmla="*/ 6298091 w 7467600"/>
              <a:gd name="connsiteY566" fmla="*/ 1737122 h 6858000"/>
              <a:gd name="connsiteX567" fmla="*/ 7019523 w 7467600"/>
              <a:gd name="connsiteY567" fmla="*/ 1519450 h 6858000"/>
              <a:gd name="connsiteX568" fmla="*/ 2399523 w 7467600"/>
              <a:gd name="connsiteY568" fmla="*/ 1428234 h 6858000"/>
              <a:gd name="connsiteX569" fmla="*/ 2224982 w 7467600"/>
              <a:gd name="connsiteY569" fmla="*/ 1826201 h 6858000"/>
              <a:gd name="connsiteX570" fmla="*/ 2096099 w 7467600"/>
              <a:gd name="connsiteY570" fmla="*/ 2345900 h 6858000"/>
              <a:gd name="connsiteX571" fmla="*/ 2283317 w 7467600"/>
              <a:gd name="connsiteY571" fmla="*/ 1796925 h 6858000"/>
              <a:gd name="connsiteX572" fmla="*/ 2399523 w 7467600"/>
              <a:gd name="connsiteY572" fmla="*/ 1428234 h 6858000"/>
              <a:gd name="connsiteX573" fmla="*/ 2448558 w 7467600"/>
              <a:gd name="connsiteY573" fmla="*/ 1373435 h 6858000"/>
              <a:gd name="connsiteX574" fmla="*/ 2312521 w 7467600"/>
              <a:gd name="connsiteY574" fmla="*/ 1806140 h 6858000"/>
              <a:gd name="connsiteX575" fmla="*/ 2127533 w 7467600"/>
              <a:gd name="connsiteY575" fmla="*/ 2348380 h 6858000"/>
              <a:gd name="connsiteX576" fmla="*/ 2358080 w 7467600"/>
              <a:gd name="connsiteY576" fmla="*/ 1866134 h 6858000"/>
              <a:gd name="connsiteX577" fmla="*/ 2407436 w 7467600"/>
              <a:gd name="connsiteY577" fmla="*/ 1651070 h 6858000"/>
              <a:gd name="connsiteX578" fmla="*/ 2448558 w 7467600"/>
              <a:gd name="connsiteY578" fmla="*/ 1373435 h 6858000"/>
              <a:gd name="connsiteX579" fmla="*/ 278707 w 7467600"/>
              <a:gd name="connsiteY579" fmla="*/ 1352270 h 6858000"/>
              <a:gd name="connsiteX580" fmla="*/ 321570 w 7467600"/>
              <a:gd name="connsiteY580" fmla="*/ 1861610 h 6858000"/>
              <a:gd name="connsiteX581" fmla="*/ 294281 w 7467600"/>
              <a:gd name="connsiteY581" fmla="*/ 1440658 h 6858000"/>
              <a:gd name="connsiteX582" fmla="*/ 278707 w 7467600"/>
              <a:gd name="connsiteY582" fmla="*/ 1352270 h 6858000"/>
              <a:gd name="connsiteX583" fmla="*/ 1423821 w 7467600"/>
              <a:gd name="connsiteY583" fmla="*/ 1351958 h 6858000"/>
              <a:gd name="connsiteX584" fmla="*/ 1638521 w 7467600"/>
              <a:gd name="connsiteY584" fmla="*/ 1908470 h 6858000"/>
              <a:gd name="connsiteX585" fmla="*/ 1754199 w 7467600"/>
              <a:gd name="connsiteY585" fmla="*/ 2149284 h 6858000"/>
              <a:gd name="connsiteX586" fmla="*/ 1908359 w 7467600"/>
              <a:gd name="connsiteY586" fmla="*/ 2364988 h 6858000"/>
              <a:gd name="connsiteX587" fmla="*/ 1647661 w 7467600"/>
              <a:gd name="connsiteY587" fmla="*/ 1825945 h 6858000"/>
              <a:gd name="connsiteX588" fmla="*/ 1423821 w 7467600"/>
              <a:gd name="connsiteY588" fmla="*/ 1351958 h 6858000"/>
              <a:gd name="connsiteX589" fmla="*/ 1431890 w 7467600"/>
              <a:gd name="connsiteY589" fmla="*/ 1306475 h 6858000"/>
              <a:gd name="connsiteX590" fmla="*/ 1507597 w 7467600"/>
              <a:gd name="connsiteY590" fmla="*/ 1446132 h 6858000"/>
              <a:gd name="connsiteX591" fmla="*/ 1674586 w 7467600"/>
              <a:gd name="connsiteY591" fmla="*/ 1813832 h 6858000"/>
              <a:gd name="connsiteX592" fmla="*/ 1815950 w 7467600"/>
              <a:gd name="connsiteY592" fmla="*/ 2128564 h 6858000"/>
              <a:gd name="connsiteX593" fmla="*/ 1984242 w 7467600"/>
              <a:gd name="connsiteY593" fmla="*/ 2430829 h 6858000"/>
              <a:gd name="connsiteX594" fmla="*/ 2014023 w 7467600"/>
              <a:gd name="connsiteY594" fmla="*/ 2450995 h 6858000"/>
              <a:gd name="connsiteX595" fmla="*/ 1747337 w 7467600"/>
              <a:gd name="connsiteY595" fmla="*/ 1855264 h 6858000"/>
              <a:gd name="connsiteX596" fmla="*/ 1533749 w 7467600"/>
              <a:gd name="connsiteY596" fmla="*/ 1478656 h 6858000"/>
              <a:gd name="connsiteX597" fmla="*/ 1431890 w 7467600"/>
              <a:gd name="connsiteY597" fmla="*/ 1306475 h 6858000"/>
              <a:gd name="connsiteX598" fmla="*/ 5052692 w 7467600"/>
              <a:gd name="connsiteY598" fmla="*/ 1292994 h 6858000"/>
              <a:gd name="connsiteX599" fmla="*/ 5200661 w 7467600"/>
              <a:gd name="connsiteY599" fmla="*/ 1635186 h 6858000"/>
              <a:gd name="connsiteX600" fmla="*/ 5297138 w 7467600"/>
              <a:gd name="connsiteY600" fmla="*/ 1906351 h 6858000"/>
              <a:gd name="connsiteX601" fmla="*/ 5052692 w 7467600"/>
              <a:gd name="connsiteY601" fmla="*/ 1292994 h 6858000"/>
              <a:gd name="connsiteX602" fmla="*/ 5009948 w 7467600"/>
              <a:gd name="connsiteY602" fmla="*/ 1273619 h 6858000"/>
              <a:gd name="connsiteX603" fmla="*/ 5121777 w 7467600"/>
              <a:gd name="connsiteY603" fmla="*/ 1654213 h 6858000"/>
              <a:gd name="connsiteX604" fmla="*/ 5293545 w 7467600"/>
              <a:gd name="connsiteY604" fmla="*/ 2072247 h 6858000"/>
              <a:gd name="connsiteX605" fmla="*/ 5294042 w 7467600"/>
              <a:gd name="connsiteY605" fmla="*/ 2065019 h 6858000"/>
              <a:gd name="connsiteX606" fmla="*/ 5171936 w 7467600"/>
              <a:gd name="connsiteY606" fmla="*/ 1647613 h 6858000"/>
              <a:gd name="connsiteX607" fmla="*/ 5009948 w 7467600"/>
              <a:gd name="connsiteY607" fmla="*/ 1273619 h 6858000"/>
              <a:gd name="connsiteX608" fmla="*/ 655236 w 7467600"/>
              <a:gd name="connsiteY608" fmla="*/ 1268632 h 6858000"/>
              <a:gd name="connsiteX609" fmla="*/ 839521 w 7467600"/>
              <a:gd name="connsiteY609" fmla="*/ 1685315 h 6858000"/>
              <a:gd name="connsiteX610" fmla="*/ 1109416 w 7467600"/>
              <a:gd name="connsiteY610" fmla="*/ 2061663 h 6858000"/>
              <a:gd name="connsiteX611" fmla="*/ 1298300 w 7467600"/>
              <a:gd name="connsiteY611" fmla="*/ 2247742 h 6858000"/>
              <a:gd name="connsiteX612" fmla="*/ 1125871 w 7467600"/>
              <a:gd name="connsiteY612" fmla="*/ 1989513 h 6858000"/>
              <a:gd name="connsiteX613" fmla="*/ 981574 w 7467600"/>
              <a:gd name="connsiteY613" fmla="*/ 1783157 h 6858000"/>
              <a:gd name="connsiteX614" fmla="*/ 922198 w 7467600"/>
              <a:gd name="connsiteY614" fmla="*/ 1677437 h 6858000"/>
              <a:gd name="connsiteX615" fmla="*/ 869293 w 7467600"/>
              <a:gd name="connsiteY615" fmla="*/ 1583214 h 6858000"/>
              <a:gd name="connsiteX616" fmla="*/ 751431 w 7467600"/>
              <a:gd name="connsiteY616" fmla="*/ 1405731 h 6858000"/>
              <a:gd name="connsiteX617" fmla="*/ 655236 w 7467600"/>
              <a:gd name="connsiteY617" fmla="*/ 1268632 h 6858000"/>
              <a:gd name="connsiteX618" fmla="*/ 6516292 w 7467600"/>
              <a:gd name="connsiteY618" fmla="*/ 1263064 h 6858000"/>
              <a:gd name="connsiteX619" fmla="*/ 5736320 w 7467600"/>
              <a:gd name="connsiteY619" fmla="*/ 1501803 h 6858000"/>
              <a:gd name="connsiteX620" fmla="*/ 6516292 w 7467600"/>
              <a:gd name="connsiteY620" fmla="*/ 1263064 h 6858000"/>
              <a:gd name="connsiteX621" fmla="*/ 291466 w 7467600"/>
              <a:gd name="connsiteY621" fmla="*/ 1250369 h 6858000"/>
              <a:gd name="connsiteX622" fmla="*/ 323180 w 7467600"/>
              <a:gd name="connsiteY622" fmla="*/ 1435283 h 6858000"/>
              <a:gd name="connsiteX623" fmla="*/ 349381 w 7467600"/>
              <a:gd name="connsiteY623" fmla="*/ 1875041 h 6858000"/>
              <a:gd name="connsiteX624" fmla="*/ 374363 w 7467600"/>
              <a:gd name="connsiteY624" fmla="*/ 1506494 h 6858000"/>
              <a:gd name="connsiteX625" fmla="*/ 302168 w 7467600"/>
              <a:gd name="connsiteY625" fmla="*/ 1274495 h 6858000"/>
              <a:gd name="connsiteX626" fmla="*/ 291466 w 7467600"/>
              <a:gd name="connsiteY626" fmla="*/ 1250369 h 6858000"/>
              <a:gd name="connsiteX627" fmla="*/ 678222 w 7467600"/>
              <a:gd name="connsiteY627" fmla="*/ 1248670 h 6858000"/>
              <a:gd name="connsiteX628" fmla="*/ 775536 w 7467600"/>
              <a:gd name="connsiteY628" fmla="*/ 1388015 h 6858000"/>
              <a:gd name="connsiteX629" fmla="*/ 894529 w 7467600"/>
              <a:gd name="connsiteY629" fmla="*/ 1567739 h 6858000"/>
              <a:gd name="connsiteX630" fmla="*/ 948000 w 7467600"/>
              <a:gd name="connsiteY630" fmla="*/ 1663088 h 6858000"/>
              <a:gd name="connsiteX631" fmla="*/ 1006812 w 7467600"/>
              <a:gd name="connsiteY631" fmla="*/ 1767683 h 6858000"/>
              <a:gd name="connsiteX632" fmla="*/ 1149133 w 7467600"/>
              <a:gd name="connsiteY632" fmla="*/ 1971513 h 6858000"/>
              <a:gd name="connsiteX633" fmla="*/ 1333952 w 7467600"/>
              <a:gd name="connsiteY633" fmla="*/ 2251620 h 6858000"/>
              <a:gd name="connsiteX634" fmla="*/ 1337329 w 7467600"/>
              <a:gd name="connsiteY634" fmla="*/ 2258350 h 6858000"/>
              <a:gd name="connsiteX635" fmla="*/ 1014726 w 7467600"/>
              <a:gd name="connsiteY635" fmla="*/ 1615556 h 6858000"/>
              <a:gd name="connsiteX636" fmla="*/ 678222 w 7467600"/>
              <a:gd name="connsiteY636" fmla="*/ 1248670 h 6858000"/>
              <a:gd name="connsiteX637" fmla="*/ 6691602 w 7467600"/>
              <a:gd name="connsiteY637" fmla="*/ 1140573 h 6858000"/>
              <a:gd name="connsiteX638" fmla="*/ 6571100 w 7467600"/>
              <a:gd name="connsiteY638" fmla="*/ 1183662 h 6858000"/>
              <a:gd name="connsiteX639" fmla="*/ 6241687 w 7467600"/>
              <a:gd name="connsiteY639" fmla="*/ 1257600 h 6858000"/>
              <a:gd name="connsiteX640" fmla="*/ 5693009 w 7467600"/>
              <a:gd name="connsiteY640" fmla="*/ 1478256 h 6858000"/>
              <a:gd name="connsiteX641" fmla="*/ 6548420 w 7467600"/>
              <a:gd name="connsiteY641" fmla="*/ 1214599 h 6858000"/>
              <a:gd name="connsiteX642" fmla="*/ 6605473 w 7467600"/>
              <a:gd name="connsiteY642" fmla="*/ 1184686 h 6858000"/>
              <a:gd name="connsiteX643" fmla="*/ 6691602 w 7467600"/>
              <a:gd name="connsiteY643" fmla="*/ 1140573 h 6858000"/>
              <a:gd name="connsiteX644" fmla="*/ 4002475 w 7467600"/>
              <a:gd name="connsiteY644" fmla="*/ 1037802 h 6858000"/>
              <a:gd name="connsiteX645" fmla="*/ 4000324 w 7467600"/>
              <a:gd name="connsiteY645" fmla="*/ 1039362 h 6858000"/>
              <a:gd name="connsiteX646" fmla="*/ 4002862 w 7467600"/>
              <a:gd name="connsiteY646" fmla="*/ 1042866 h 6858000"/>
              <a:gd name="connsiteX647" fmla="*/ 4002475 w 7467600"/>
              <a:gd name="connsiteY647" fmla="*/ 1037802 h 6858000"/>
              <a:gd name="connsiteX648" fmla="*/ 506322 w 7467600"/>
              <a:gd name="connsiteY648" fmla="*/ 1020997 h 6858000"/>
              <a:gd name="connsiteX649" fmla="*/ 533068 w 7467600"/>
              <a:gd name="connsiteY649" fmla="*/ 1029409 h 6858000"/>
              <a:gd name="connsiteX650" fmla="*/ 1232525 w 7467600"/>
              <a:gd name="connsiteY650" fmla="*/ 1804675 h 6858000"/>
              <a:gd name="connsiteX651" fmla="*/ 1388858 w 7467600"/>
              <a:gd name="connsiteY651" fmla="*/ 2368011 h 6858000"/>
              <a:gd name="connsiteX652" fmla="*/ 1384098 w 7467600"/>
              <a:gd name="connsiteY652" fmla="*/ 2378125 h 6858000"/>
              <a:gd name="connsiteX653" fmla="*/ 1425393 w 7467600"/>
              <a:gd name="connsiteY653" fmla="*/ 2589124 h 6858000"/>
              <a:gd name="connsiteX654" fmla="*/ 1424001 w 7467600"/>
              <a:gd name="connsiteY654" fmla="*/ 2597541 h 6858000"/>
              <a:gd name="connsiteX655" fmla="*/ 2152729 w 7467600"/>
              <a:gd name="connsiteY655" fmla="*/ 2864487 h 6858000"/>
              <a:gd name="connsiteX656" fmla="*/ 2020609 w 7467600"/>
              <a:gd name="connsiteY656" fmla="*/ 2539671 h 6858000"/>
              <a:gd name="connsiteX657" fmla="*/ 2018920 w 7467600"/>
              <a:gd name="connsiteY657" fmla="*/ 2536309 h 6858000"/>
              <a:gd name="connsiteX658" fmla="*/ 1342441 w 7467600"/>
              <a:gd name="connsiteY658" fmla="*/ 1173017 h 6858000"/>
              <a:gd name="connsiteX659" fmla="*/ 1367925 w 7467600"/>
              <a:gd name="connsiteY659" fmla="*/ 1135648 h 6858000"/>
              <a:gd name="connsiteX660" fmla="*/ 1771401 w 7467600"/>
              <a:gd name="connsiteY660" fmla="*/ 1806673 h 6858000"/>
              <a:gd name="connsiteX661" fmla="*/ 1972385 w 7467600"/>
              <a:gd name="connsiteY661" fmla="*/ 2198735 h 6858000"/>
              <a:gd name="connsiteX662" fmla="*/ 2040892 w 7467600"/>
              <a:gd name="connsiteY662" fmla="*/ 2405205 h 6858000"/>
              <a:gd name="connsiteX663" fmla="*/ 2131689 w 7467600"/>
              <a:gd name="connsiteY663" fmla="*/ 1936926 h 6858000"/>
              <a:gd name="connsiteX664" fmla="*/ 2454820 w 7467600"/>
              <a:gd name="connsiteY664" fmla="*/ 1248808 h 6858000"/>
              <a:gd name="connsiteX665" fmla="*/ 2492512 w 7467600"/>
              <a:gd name="connsiteY665" fmla="*/ 1302920 h 6858000"/>
              <a:gd name="connsiteX666" fmla="*/ 2081216 w 7467600"/>
              <a:gd name="connsiteY666" fmla="*/ 2527513 h 6858000"/>
              <a:gd name="connsiteX667" fmla="*/ 2081211 w 7467600"/>
              <a:gd name="connsiteY667" fmla="*/ 2528916 h 6858000"/>
              <a:gd name="connsiteX668" fmla="*/ 2199067 w 7467600"/>
              <a:gd name="connsiteY668" fmla="*/ 2884061 h 6858000"/>
              <a:gd name="connsiteX669" fmla="*/ 3192586 w 7467600"/>
              <a:gd name="connsiteY669" fmla="*/ 3411496 h 6858000"/>
              <a:gd name="connsiteX670" fmla="*/ 3182620 w 7467600"/>
              <a:gd name="connsiteY670" fmla="*/ 3483279 h 6858000"/>
              <a:gd name="connsiteX671" fmla="*/ 2435119 w 7467600"/>
              <a:gd name="connsiteY671" fmla="*/ 3080173 h 6858000"/>
              <a:gd name="connsiteX672" fmla="*/ 2410152 w 7467600"/>
              <a:gd name="connsiteY672" fmla="*/ 3063751 h 6858000"/>
              <a:gd name="connsiteX673" fmla="*/ 2408099 w 7467600"/>
              <a:gd name="connsiteY673" fmla="*/ 3064403 h 6858000"/>
              <a:gd name="connsiteX674" fmla="*/ 2407218 w 7467600"/>
              <a:gd name="connsiteY674" fmla="*/ 3070324 h 6858000"/>
              <a:gd name="connsiteX675" fmla="*/ 2380138 w 7467600"/>
              <a:gd name="connsiteY675" fmla="*/ 3099341 h 6858000"/>
              <a:gd name="connsiteX676" fmla="*/ 1765923 w 7467600"/>
              <a:gd name="connsiteY676" fmla="*/ 3581043 h 6858000"/>
              <a:gd name="connsiteX677" fmla="*/ 1702258 w 7467600"/>
              <a:gd name="connsiteY677" fmla="*/ 3612286 h 6858000"/>
              <a:gd name="connsiteX678" fmla="*/ 1538370 w 7467600"/>
              <a:gd name="connsiteY678" fmla="*/ 3811804 h 6858000"/>
              <a:gd name="connsiteX679" fmla="*/ 542867 w 7467600"/>
              <a:gd name="connsiteY679" fmla="*/ 4944092 h 6858000"/>
              <a:gd name="connsiteX680" fmla="*/ 515800 w 7467600"/>
              <a:gd name="connsiteY680" fmla="*/ 4862180 h 6858000"/>
              <a:gd name="connsiteX681" fmla="*/ 909145 w 7467600"/>
              <a:gd name="connsiteY681" fmla="*/ 4199225 h 6858000"/>
              <a:gd name="connsiteX682" fmla="*/ 1214067 w 7467600"/>
              <a:gd name="connsiteY682" fmla="*/ 3908561 h 6858000"/>
              <a:gd name="connsiteX683" fmla="*/ 640967 w 7467600"/>
              <a:gd name="connsiteY683" fmla="*/ 4105601 h 6858000"/>
              <a:gd name="connsiteX684" fmla="*/ 112563 w 7467600"/>
              <a:gd name="connsiteY684" fmla="*/ 4396952 h 6858000"/>
              <a:gd name="connsiteX685" fmla="*/ 0 w 7467600"/>
              <a:gd name="connsiteY685" fmla="*/ 4466006 h 6858000"/>
              <a:gd name="connsiteX686" fmla="*/ 0 w 7467600"/>
              <a:gd name="connsiteY686" fmla="*/ 4233763 h 6858000"/>
              <a:gd name="connsiteX687" fmla="*/ 36881 w 7467600"/>
              <a:gd name="connsiteY687" fmla="*/ 4200118 h 6858000"/>
              <a:gd name="connsiteX688" fmla="*/ 910534 w 7467600"/>
              <a:gd name="connsiteY688" fmla="*/ 3629753 h 6858000"/>
              <a:gd name="connsiteX689" fmla="*/ 1578717 w 7467600"/>
              <a:gd name="connsiteY689" fmla="*/ 3575982 h 6858000"/>
              <a:gd name="connsiteX690" fmla="*/ 2338780 w 7467600"/>
              <a:gd name="connsiteY690" fmla="*/ 3033725 h 6858000"/>
              <a:gd name="connsiteX691" fmla="*/ 1807991 w 7467600"/>
              <a:gd name="connsiteY691" fmla="*/ 2807184 h 6858000"/>
              <a:gd name="connsiteX692" fmla="*/ 1416358 w 7467600"/>
              <a:gd name="connsiteY692" fmla="*/ 3112571 h 6858000"/>
              <a:gd name="connsiteX693" fmla="*/ 939066 w 7467600"/>
              <a:gd name="connsiteY693" fmla="*/ 3378798 h 6858000"/>
              <a:gd name="connsiteX694" fmla="*/ 115099 w 7467600"/>
              <a:gd name="connsiteY694" fmla="*/ 3607650 h 6858000"/>
              <a:gd name="connsiteX695" fmla="*/ 97284 w 7467600"/>
              <a:gd name="connsiteY695" fmla="*/ 3520393 h 6858000"/>
              <a:gd name="connsiteX696" fmla="*/ 922050 w 7467600"/>
              <a:gd name="connsiteY696" fmla="*/ 3074867 h 6858000"/>
              <a:gd name="connsiteX697" fmla="*/ 1405265 w 7467600"/>
              <a:gd name="connsiteY697" fmla="*/ 3016319 h 6858000"/>
              <a:gd name="connsiteX698" fmla="*/ 1407512 w 7467600"/>
              <a:gd name="connsiteY698" fmla="*/ 3018001 h 6858000"/>
              <a:gd name="connsiteX699" fmla="*/ 1726266 w 7467600"/>
              <a:gd name="connsiteY699" fmla="*/ 2777274 h 6858000"/>
              <a:gd name="connsiteX700" fmla="*/ 625390 w 7467600"/>
              <a:gd name="connsiteY700" fmla="*/ 2514541 h 6858000"/>
              <a:gd name="connsiteX701" fmla="*/ 619799 w 7467600"/>
              <a:gd name="connsiteY701" fmla="*/ 2527180 h 6858000"/>
              <a:gd name="connsiteX702" fmla="*/ 310030 w 7467600"/>
              <a:gd name="connsiteY702" fmla="*/ 2771818 h 6858000"/>
              <a:gd name="connsiteX703" fmla="*/ 173877 w 7467600"/>
              <a:gd name="connsiteY703" fmla="*/ 2937056 h 6858000"/>
              <a:gd name="connsiteX704" fmla="*/ 77889 w 7467600"/>
              <a:gd name="connsiteY704" fmla="*/ 3138440 h 6858000"/>
              <a:gd name="connsiteX705" fmla="*/ 0 w 7467600"/>
              <a:gd name="connsiteY705" fmla="*/ 3271395 h 6858000"/>
              <a:gd name="connsiteX706" fmla="*/ 0 w 7467600"/>
              <a:gd name="connsiteY706" fmla="*/ 3153002 h 6858000"/>
              <a:gd name="connsiteX707" fmla="*/ 2386 w 7467600"/>
              <a:gd name="connsiteY707" fmla="*/ 3149203 h 6858000"/>
              <a:gd name="connsiteX708" fmla="*/ 89753 w 7467600"/>
              <a:gd name="connsiteY708" fmla="*/ 2987702 h 6858000"/>
              <a:gd name="connsiteX709" fmla="*/ 76869 w 7467600"/>
              <a:gd name="connsiteY709" fmla="*/ 3005404 h 6858000"/>
              <a:gd name="connsiteX710" fmla="*/ 32049 w 7467600"/>
              <a:gd name="connsiteY710" fmla="*/ 3065814 h 6858000"/>
              <a:gd name="connsiteX711" fmla="*/ 0 w 7467600"/>
              <a:gd name="connsiteY711" fmla="*/ 3108744 h 6858000"/>
              <a:gd name="connsiteX712" fmla="*/ 0 w 7467600"/>
              <a:gd name="connsiteY712" fmla="*/ 3058059 h 6858000"/>
              <a:gd name="connsiteX713" fmla="*/ 7610 w 7467600"/>
              <a:gd name="connsiteY713" fmla="*/ 3047889 h 6858000"/>
              <a:gd name="connsiteX714" fmla="*/ 52419 w 7467600"/>
              <a:gd name="connsiteY714" fmla="*/ 2987479 h 6858000"/>
              <a:gd name="connsiteX715" fmla="*/ 59142 w 7467600"/>
              <a:gd name="connsiteY715" fmla="*/ 2978488 h 6858000"/>
              <a:gd name="connsiteX716" fmla="*/ 0 w 7467600"/>
              <a:gd name="connsiteY716" fmla="*/ 3015334 h 6858000"/>
              <a:gd name="connsiteX717" fmla="*/ 0 w 7467600"/>
              <a:gd name="connsiteY717" fmla="*/ 2914286 h 6858000"/>
              <a:gd name="connsiteX718" fmla="*/ 36383 w 7467600"/>
              <a:gd name="connsiteY718" fmla="*/ 2901128 h 6858000"/>
              <a:gd name="connsiteX719" fmla="*/ 156329 w 7467600"/>
              <a:gd name="connsiteY719" fmla="*/ 2840533 h 6858000"/>
              <a:gd name="connsiteX720" fmla="*/ 358355 w 7467600"/>
              <a:gd name="connsiteY720" fmla="*/ 2620471 h 6858000"/>
              <a:gd name="connsiteX721" fmla="*/ 510577 w 7467600"/>
              <a:gd name="connsiteY721" fmla="*/ 2501244 h 6858000"/>
              <a:gd name="connsiteX722" fmla="*/ 211967 w 7467600"/>
              <a:gd name="connsiteY722" fmla="*/ 2479171 h 6858000"/>
              <a:gd name="connsiteX723" fmla="*/ 0 w 7467600"/>
              <a:gd name="connsiteY723" fmla="*/ 2476398 h 6858000"/>
              <a:gd name="connsiteX724" fmla="*/ 0 w 7467600"/>
              <a:gd name="connsiteY724" fmla="*/ 2389189 h 6858000"/>
              <a:gd name="connsiteX725" fmla="*/ 103062 w 7467600"/>
              <a:gd name="connsiteY725" fmla="*/ 2389518 h 6858000"/>
              <a:gd name="connsiteX726" fmla="*/ 510734 w 7467600"/>
              <a:gd name="connsiteY726" fmla="*/ 2416201 h 6858000"/>
              <a:gd name="connsiteX727" fmla="*/ 279257 w 7467600"/>
              <a:gd name="connsiteY727" fmla="*/ 2092102 h 6858000"/>
              <a:gd name="connsiteX728" fmla="*/ 65265 w 7467600"/>
              <a:gd name="connsiteY728" fmla="*/ 2006049 h 6858000"/>
              <a:gd name="connsiteX729" fmla="*/ 0 w 7467600"/>
              <a:gd name="connsiteY729" fmla="*/ 1982532 h 6858000"/>
              <a:gd name="connsiteX730" fmla="*/ 0 w 7467600"/>
              <a:gd name="connsiteY730" fmla="*/ 1912789 h 6858000"/>
              <a:gd name="connsiteX731" fmla="*/ 97460 w 7467600"/>
              <a:gd name="connsiteY731" fmla="*/ 1953725 h 6858000"/>
              <a:gd name="connsiteX732" fmla="*/ 221272 w 7467600"/>
              <a:gd name="connsiteY732" fmla="*/ 1980766 h 6858000"/>
              <a:gd name="connsiteX733" fmla="*/ 116765 w 7467600"/>
              <a:gd name="connsiteY733" fmla="*/ 1911033 h 6858000"/>
              <a:gd name="connsiteX734" fmla="*/ 16405 w 7467600"/>
              <a:gd name="connsiteY734" fmla="*/ 1803412 h 6858000"/>
              <a:gd name="connsiteX735" fmla="*/ 0 w 7467600"/>
              <a:gd name="connsiteY735" fmla="*/ 1784777 h 6858000"/>
              <a:gd name="connsiteX736" fmla="*/ 0 w 7467600"/>
              <a:gd name="connsiteY736" fmla="*/ 1740082 h 6858000"/>
              <a:gd name="connsiteX737" fmla="*/ 39394 w 7467600"/>
              <a:gd name="connsiteY737" fmla="*/ 1784856 h 6858000"/>
              <a:gd name="connsiteX738" fmla="*/ 135813 w 7467600"/>
              <a:gd name="connsiteY738" fmla="*/ 1888838 h 6858000"/>
              <a:gd name="connsiteX739" fmla="*/ 242575 w 7467600"/>
              <a:gd name="connsiteY739" fmla="*/ 1958841 h 6858000"/>
              <a:gd name="connsiteX740" fmla="*/ 82197 w 7467600"/>
              <a:gd name="connsiteY740" fmla="*/ 1754826 h 6858000"/>
              <a:gd name="connsiteX741" fmla="*/ 0 w 7467600"/>
              <a:gd name="connsiteY741" fmla="*/ 1679650 h 6858000"/>
              <a:gd name="connsiteX742" fmla="*/ 0 w 7467600"/>
              <a:gd name="connsiteY742" fmla="*/ 1602463 h 6858000"/>
              <a:gd name="connsiteX743" fmla="*/ 84689 w 7467600"/>
              <a:gd name="connsiteY743" fmla="*/ 1677442 h 6858000"/>
              <a:gd name="connsiteX744" fmla="*/ 298437 w 7467600"/>
              <a:gd name="connsiteY744" fmla="*/ 1968019 h 6858000"/>
              <a:gd name="connsiteX745" fmla="*/ 227269 w 7467600"/>
              <a:gd name="connsiteY745" fmla="*/ 1114064 h 6858000"/>
              <a:gd name="connsiteX746" fmla="*/ 248003 w 7467600"/>
              <a:gd name="connsiteY746" fmla="*/ 1089613 h 6858000"/>
              <a:gd name="connsiteX747" fmla="*/ 427020 w 7467600"/>
              <a:gd name="connsiteY747" fmla="*/ 1619803 h 6858000"/>
              <a:gd name="connsiteX748" fmla="*/ 340345 w 7467600"/>
              <a:gd name="connsiteY748" fmla="*/ 2027739 h 6858000"/>
              <a:gd name="connsiteX749" fmla="*/ 360865 w 7467600"/>
              <a:gd name="connsiteY749" fmla="*/ 2044827 h 6858000"/>
              <a:gd name="connsiteX750" fmla="*/ 560414 w 7467600"/>
              <a:gd name="connsiteY750" fmla="*/ 2421457 h 6858000"/>
              <a:gd name="connsiteX751" fmla="*/ 1359703 w 7467600"/>
              <a:gd name="connsiteY751" fmla="*/ 2578554 h 6858000"/>
              <a:gd name="connsiteX752" fmla="*/ 1359422 w 7467600"/>
              <a:gd name="connsiteY752" fmla="*/ 2577994 h 6858000"/>
              <a:gd name="connsiteX753" fmla="*/ 828701 w 7467600"/>
              <a:gd name="connsiteY753" fmla="*/ 1839520 h 6858000"/>
              <a:gd name="connsiteX754" fmla="*/ 494427 w 7467600"/>
              <a:gd name="connsiteY754" fmla="*/ 1092333 h 6858000"/>
              <a:gd name="connsiteX755" fmla="*/ 506322 w 7467600"/>
              <a:gd name="connsiteY755" fmla="*/ 1020997 h 6858000"/>
              <a:gd name="connsiteX756" fmla="*/ 4570198 w 7467600"/>
              <a:gd name="connsiteY756" fmla="*/ 978081 h 6858000"/>
              <a:gd name="connsiteX757" fmla="*/ 4523691 w 7467600"/>
              <a:gd name="connsiteY757" fmla="*/ 1127776 h 6858000"/>
              <a:gd name="connsiteX758" fmla="*/ 4509875 w 7467600"/>
              <a:gd name="connsiteY758" fmla="*/ 1167552 h 6858000"/>
              <a:gd name="connsiteX759" fmla="*/ 4478168 w 7467600"/>
              <a:gd name="connsiteY759" fmla="*/ 1260735 h 6858000"/>
              <a:gd name="connsiteX760" fmla="*/ 4409309 w 7467600"/>
              <a:gd name="connsiteY760" fmla="*/ 1666996 h 6858000"/>
              <a:gd name="connsiteX761" fmla="*/ 4370031 w 7467600"/>
              <a:gd name="connsiteY761" fmla="*/ 1955666 h 6858000"/>
              <a:gd name="connsiteX762" fmla="*/ 4570198 w 7467600"/>
              <a:gd name="connsiteY762" fmla="*/ 978081 h 6858000"/>
              <a:gd name="connsiteX763" fmla="*/ 4557898 w 7467600"/>
              <a:gd name="connsiteY763" fmla="*/ 900011 h 6858000"/>
              <a:gd name="connsiteX764" fmla="*/ 4344840 w 7467600"/>
              <a:gd name="connsiteY764" fmla="*/ 1922038 h 6858000"/>
              <a:gd name="connsiteX765" fmla="*/ 4378710 w 7467600"/>
              <a:gd name="connsiteY765" fmla="*/ 1665516 h 6858000"/>
              <a:gd name="connsiteX766" fmla="*/ 4448798 w 7467600"/>
              <a:gd name="connsiteY766" fmla="*/ 1253024 h 6858000"/>
              <a:gd name="connsiteX767" fmla="*/ 4480315 w 7467600"/>
              <a:gd name="connsiteY767" fmla="*/ 1158454 h 6858000"/>
              <a:gd name="connsiteX768" fmla="*/ 4494133 w 7467600"/>
              <a:gd name="connsiteY768" fmla="*/ 1118676 h 6858000"/>
              <a:gd name="connsiteX769" fmla="*/ 4557898 w 7467600"/>
              <a:gd name="connsiteY769" fmla="*/ 900011 h 6858000"/>
              <a:gd name="connsiteX770" fmla="*/ 5870151 w 7467600"/>
              <a:gd name="connsiteY770" fmla="*/ 898890 h 6858000"/>
              <a:gd name="connsiteX771" fmla="*/ 5861335 w 7467600"/>
              <a:gd name="connsiteY771" fmla="*/ 899177 h 6858000"/>
              <a:gd name="connsiteX772" fmla="*/ 5843702 w 7467600"/>
              <a:gd name="connsiteY772" fmla="*/ 899748 h 6858000"/>
              <a:gd name="connsiteX773" fmla="*/ 5651107 w 7467600"/>
              <a:gd name="connsiteY773" fmla="*/ 920306 h 6858000"/>
              <a:gd name="connsiteX774" fmla="*/ 5459407 w 7467600"/>
              <a:gd name="connsiteY774" fmla="*/ 940975 h 6858000"/>
              <a:gd name="connsiteX775" fmla="*/ 5374846 w 7467600"/>
              <a:gd name="connsiteY775" fmla="*/ 941988 h 6858000"/>
              <a:gd name="connsiteX776" fmla="*/ 5256105 w 7467600"/>
              <a:gd name="connsiteY776" fmla="*/ 945632 h 6858000"/>
              <a:gd name="connsiteX777" fmla="*/ 5107071 w 7467600"/>
              <a:gd name="connsiteY777" fmla="*/ 969720 h 6858000"/>
              <a:gd name="connsiteX778" fmla="*/ 4998681 w 7467600"/>
              <a:gd name="connsiteY778" fmla="*/ 988771 h 6858000"/>
              <a:gd name="connsiteX779" fmla="*/ 5870151 w 7467600"/>
              <a:gd name="connsiteY779" fmla="*/ 898890 h 6858000"/>
              <a:gd name="connsiteX780" fmla="*/ 5504425 w 7467600"/>
              <a:gd name="connsiteY780" fmla="*/ 848067 h 6858000"/>
              <a:gd name="connsiteX781" fmla="*/ 4968849 w 7467600"/>
              <a:gd name="connsiteY781" fmla="*/ 962318 h 6858000"/>
              <a:gd name="connsiteX782" fmla="*/ 5104039 w 7467600"/>
              <a:gd name="connsiteY782" fmla="*/ 940634 h 6858000"/>
              <a:gd name="connsiteX783" fmla="*/ 5256311 w 7467600"/>
              <a:gd name="connsiteY783" fmla="*/ 916490 h 6858000"/>
              <a:gd name="connsiteX784" fmla="*/ 5377381 w 7467600"/>
              <a:gd name="connsiteY784" fmla="*/ 912671 h 6858000"/>
              <a:gd name="connsiteX785" fmla="*/ 5460148 w 7467600"/>
              <a:gd name="connsiteY785" fmla="*/ 911442 h 6858000"/>
              <a:gd name="connsiteX786" fmla="*/ 5648971 w 7467600"/>
              <a:gd name="connsiteY786" fmla="*/ 891331 h 6858000"/>
              <a:gd name="connsiteX787" fmla="*/ 5844807 w 7467600"/>
              <a:gd name="connsiteY787" fmla="*/ 870718 h 6858000"/>
              <a:gd name="connsiteX788" fmla="*/ 5862975 w 7467600"/>
              <a:gd name="connsiteY788" fmla="*/ 869756 h 6858000"/>
              <a:gd name="connsiteX789" fmla="*/ 5920887 w 7467600"/>
              <a:gd name="connsiteY789" fmla="*/ 865929 h 6858000"/>
              <a:gd name="connsiteX790" fmla="*/ 5504425 w 7467600"/>
              <a:gd name="connsiteY790" fmla="*/ 848067 h 6858000"/>
              <a:gd name="connsiteX791" fmla="*/ 3607114 w 7467600"/>
              <a:gd name="connsiteY791" fmla="*/ 467441 h 6858000"/>
              <a:gd name="connsiteX792" fmla="*/ 3296242 w 7467600"/>
              <a:gd name="connsiteY792" fmla="*/ 807991 h 6858000"/>
              <a:gd name="connsiteX793" fmla="*/ 3174674 w 7467600"/>
              <a:gd name="connsiteY793" fmla="*/ 919759 h 6858000"/>
              <a:gd name="connsiteX794" fmla="*/ 3042978 w 7467600"/>
              <a:gd name="connsiteY794" fmla="*/ 1054894 h 6858000"/>
              <a:gd name="connsiteX795" fmla="*/ 2968914 w 7467600"/>
              <a:gd name="connsiteY795" fmla="*/ 1133756 h 6858000"/>
              <a:gd name="connsiteX796" fmla="*/ 3103823 w 7467600"/>
              <a:gd name="connsiteY796" fmla="*/ 1026814 h 6858000"/>
              <a:gd name="connsiteX797" fmla="*/ 3607114 w 7467600"/>
              <a:gd name="connsiteY797" fmla="*/ 467441 h 6858000"/>
              <a:gd name="connsiteX798" fmla="*/ 3744487 w 7467600"/>
              <a:gd name="connsiteY798" fmla="*/ 383136 h 6858000"/>
              <a:gd name="connsiteX799" fmla="*/ 3970213 w 7467600"/>
              <a:gd name="connsiteY799" fmla="*/ 995559 h 6858000"/>
              <a:gd name="connsiteX800" fmla="*/ 3744487 w 7467600"/>
              <a:gd name="connsiteY800" fmla="*/ 383136 h 6858000"/>
              <a:gd name="connsiteX801" fmla="*/ 3624562 w 7467600"/>
              <a:gd name="connsiteY801" fmla="*/ 367041 h 6858000"/>
              <a:gd name="connsiteX802" fmla="*/ 3489712 w 7467600"/>
              <a:gd name="connsiteY802" fmla="*/ 485386 h 6858000"/>
              <a:gd name="connsiteX803" fmla="*/ 3182994 w 7467600"/>
              <a:gd name="connsiteY803" fmla="*/ 828265 h 6858000"/>
              <a:gd name="connsiteX804" fmla="*/ 2892114 w 7467600"/>
              <a:gd name="connsiteY804" fmla="*/ 1172635 h 6858000"/>
              <a:gd name="connsiteX805" fmla="*/ 3021459 w 7467600"/>
              <a:gd name="connsiteY805" fmla="*/ 1035385 h 6858000"/>
              <a:gd name="connsiteX806" fmla="*/ 3153873 w 7467600"/>
              <a:gd name="connsiteY806" fmla="*/ 898971 h 6858000"/>
              <a:gd name="connsiteX807" fmla="*/ 3276511 w 7467600"/>
              <a:gd name="connsiteY807" fmla="*/ 786423 h 6858000"/>
              <a:gd name="connsiteX808" fmla="*/ 3584154 w 7467600"/>
              <a:gd name="connsiteY808" fmla="*/ 448218 h 6858000"/>
              <a:gd name="connsiteX809" fmla="*/ 3624562 w 7467600"/>
              <a:gd name="connsiteY809" fmla="*/ 367041 h 6858000"/>
              <a:gd name="connsiteX810" fmla="*/ 3766672 w 7467600"/>
              <a:gd name="connsiteY810" fmla="*/ 359429 h 6858000"/>
              <a:gd name="connsiteX811" fmla="*/ 3996338 w 7467600"/>
              <a:gd name="connsiteY811" fmla="*/ 968237 h 6858000"/>
              <a:gd name="connsiteX812" fmla="*/ 3766672 w 7467600"/>
              <a:gd name="connsiteY812" fmla="*/ 359429 h 6858000"/>
              <a:gd name="connsiteX813" fmla="*/ 5805386 w 7467600"/>
              <a:gd name="connsiteY813" fmla="*/ 239240 h 6858000"/>
              <a:gd name="connsiteX814" fmla="*/ 5736947 w 7467600"/>
              <a:gd name="connsiteY814" fmla="*/ 261367 h 6858000"/>
              <a:gd name="connsiteX815" fmla="*/ 5427012 w 7467600"/>
              <a:gd name="connsiteY815" fmla="*/ 311272 h 6858000"/>
              <a:gd name="connsiteX816" fmla="*/ 5147818 w 7467600"/>
              <a:gd name="connsiteY816" fmla="*/ 322112 h 6858000"/>
              <a:gd name="connsiteX817" fmla="*/ 5060854 w 7467600"/>
              <a:gd name="connsiteY817" fmla="*/ 311882 h 6858000"/>
              <a:gd name="connsiteX818" fmla="*/ 4945989 w 7467600"/>
              <a:gd name="connsiteY818" fmla="*/ 300516 h 6858000"/>
              <a:gd name="connsiteX819" fmla="*/ 5410479 w 7467600"/>
              <a:gd name="connsiteY819" fmla="*/ 348434 h 6858000"/>
              <a:gd name="connsiteX820" fmla="*/ 5805386 w 7467600"/>
              <a:gd name="connsiteY820" fmla="*/ 239240 h 6858000"/>
              <a:gd name="connsiteX821" fmla="*/ 5905192 w 7467600"/>
              <a:gd name="connsiteY821" fmla="*/ 163079 h 6858000"/>
              <a:gd name="connsiteX822" fmla="*/ 5865655 w 7467600"/>
              <a:gd name="connsiteY822" fmla="*/ 171901 h 6858000"/>
              <a:gd name="connsiteX823" fmla="*/ 5259740 w 7467600"/>
              <a:gd name="connsiteY823" fmla="*/ 257013 h 6858000"/>
              <a:gd name="connsiteX824" fmla="*/ 5208466 w 7467600"/>
              <a:gd name="connsiteY824" fmla="*/ 257550 h 6858000"/>
              <a:gd name="connsiteX825" fmla="*/ 4980204 w 7467600"/>
              <a:gd name="connsiteY825" fmla="*/ 271903 h 6858000"/>
              <a:gd name="connsiteX826" fmla="*/ 5068068 w 7467600"/>
              <a:gd name="connsiteY826" fmla="*/ 282244 h 6858000"/>
              <a:gd name="connsiteX827" fmla="*/ 5153231 w 7467600"/>
              <a:gd name="connsiteY827" fmla="*/ 292240 h 6858000"/>
              <a:gd name="connsiteX828" fmla="*/ 5426491 w 7467600"/>
              <a:gd name="connsiteY828" fmla="*/ 281128 h 6858000"/>
              <a:gd name="connsiteX829" fmla="*/ 5731212 w 7467600"/>
              <a:gd name="connsiteY829" fmla="*/ 231951 h 6858000"/>
              <a:gd name="connsiteX830" fmla="*/ 5905192 w 7467600"/>
              <a:gd name="connsiteY830" fmla="*/ 163079 h 6858000"/>
              <a:gd name="connsiteX831" fmla="*/ 5944437 w 7467600"/>
              <a:gd name="connsiteY831" fmla="*/ 113829 h 6858000"/>
              <a:gd name="connsiteX832" fmla="*/ 5825032 w 7467600"/>
              <a:gd name="connsiteY832" fmla="*/ 146405 h 6858000"/>
              <a:gd name="connsiteX833" fmla="*/ 4955599 w 7467600"/>
              <a:gd name="connsiteY833" fmla="*/ 247008 h 6858000"/>
              <a:gd name="connsiteX834" fmla="*/ 5210104 w 7467600"/>
              <a:gd name="connsiteY834" fmla="*/ 228123 h 6858000"/>
              <a:gd name="connsiteX835" fmla="*/ 5261015 w 7467600"/>
              <a:gd name="connsiteY835" fmla="*/ 227087 h 6858000"/>
              <a:gd name="connsiteX836" fmla="*/ 5861181 w 7467600"/>
              <a:gd name="connsiteY836" fmla="*/ 143093 h 6858000"/>
              <a:gd name="connsiteX837" fmla="*/ 5961252 w 7467600"/>
              <a:gd name="connsiteY837" fmla="*/ 114820 h 6858000"/>
              <a:gd name="connsiteX838" fmla="*/ 5944437 w 7467600"/>
              <a:gd name="connsiteY838" fmla="*/ 113829 h 6858000"/>
              <a:gd name="connsiteX839" fmla="*/ 3882765 w 7467600"/>
              <a:gd name="connsiteY839" fmla="*/ 0 h 6858000"/>
              <a:gd name="connsiteX840" fmla="*/ 3995099 w 7467600"/>
              <a:gd name="connsiteY840" fmla="*/ 0 h 6858000"/>
              <a:gd name="connsiteX841" fmla="*/ 4163818 w 7467600"/>
              <a:gd name="connsiteY841" fmla="*/ 234104 h 6858000"/>
              <a:gd name="connsiteX842" fmla="*/ 4172099 w 7467600"/>
              <a:gd name="connsiteY842" fmla="*/ 234207 h 6858000"/>
              <a:gd name="connsiteX843" fmla="*/ 4784282 w 7467600"/>
              <a:gd name="connsiteY843" fmla="*/ 276561 h 6858000"/>
              <a:gd name="connsiteX844" fmla="*/ 4801687 w 7467600"/>
              <a:gd name="connsiteY844" fmla="*/ 267764 h 6858000"/>
              <a:gd name="connsiteX845" fmla="*/ 6082788 w 7467600"/>
              <a:gd name="connsiteY845" fmla="*/ 64119 h 6858000"/>
              <a:gd name="connsiteX846" fmla="*/ 6099442 w 7467600"/>
              <a:gd name="connsiteY846" fmla="*/ 82568 h 6858000"/>
              <a:gd name="connsiteX847" fmla="*/ 4804137 w 7467600"/>
              <a:gd name="connsiteY847" fmla="*/ 320931 h 6858000"/>
              <a:gd name="connsiteX848" fmla="*/ 4227047 w 7467600"/>
              <a:gd name="connsiteY848" fmla="*/ 313415 h 6858000"/>
              <a:gd name="connsiteX849" fmla="*/ 4346041 w 7467600"/>
              <a:gd name="connsiteY849" fmla="*/ 456086 h 6858000"/>
              <a:gd name="connsiteX850" fmla="*/ 4870967 w 7467600"/>
              <a:gd name="connsiteY850" fmla="*/ 963061 h 6858000"/>
              <a:gd name="connsiteX851" fmla="*/ 4889647 w 7467600"/>
              <a:gd name="connsiteY851" fmla="*/ 957147 h 6858000"/>
              <a:gd name="connsiteX852" fmla="*/ 5422504 w 7467600"/>
              <a:gd name="connsiteY852" fmla="*/ 805191 h 6858000"/>
              <a:gd name="connsiteX853" fmla="*/ 6087656 w 7467600"/>
              <a:gd name="connsiteY853" fmla="*/ 826703 h 6858000"/>
              <a:gd name="connsiteX854" fmla="*/ 6058717 w 7467600"/>
              <a:gd name="connsiteY854" fmla="*/ 865992 h 6858000"/>
              <a:gd name="connsiteX855" fmla="*/ 4974153 w 7467600"/>
              <a:gd name="connsiteY855" fmla="*/ 1045456 h 6858000"/>
              <a:gd name="connsiteX856" fmla="*/ 5627835 w 7467600"/>
              <a:gd name="connsiteY856" fmla="*/ 1472077 h 6858000"/>
              <a:gd name="connsiteX857" fmla="*/ 5629817 w 7467600"/>
              <a:gd name="connsiteY857" fmla="*/ 1471412 h 6858000"/>
              <a:gd name="connsiteX858" fmla="*/ 5634124 w 7467600"/>
              <a:gd name="connsiteY858" fmla="*/ 1470572 h 6858000"/>
              <a:gd name="connsiteX859" fmla="*/ 5755832 w 7467600"/>
              <a:gd name="connsiteY859" fmla="*/ 1383886 h 6858000"/>
              <a:gd name="connsiteX860" fmla="*/ 6014186 w 7467600"/>
              <a:gd name="connsiteY860" fmla="*/ 1279799 h 6858000"/>
              <a:gd name="connsiteX861" fmla="*/ 6901619 w 7467600"/>
              <a:gd name="connsiteY861" fmla="*/ 1047874 h 6858000"/>
              <a:gd name="connsiteX862" fmla="*/ 6931566 w 7467600"/>
              <a:gd name="connsiteY862" fmla="*/ 1062034 h 6858000"/>
              <a:gd name="connsiteX863" fmla="*/ 5790982 w 7467600"/>
              <a:gd name="connsiteY863" fmla="*/ 1561380 h 6858000"/>
              <a:gd name="connsiteX864" fmla="*/ 6188971 w 7467600"/>
              <a:gd name="connsiteY864" fmla="*/ 1755168 h 6858000"/>
              <a:gd name="connsiteX865" fmla="*/ 6202446 w 7467600"/>
              <a:gd name="connsiteY865" fmla="*/ 1752268 h 6858000"/>
              <a:gd name="connsiteX866" fmla="*/ 7179560 w 7467600"/>
              <a:gd name="connsiteY866" fmla="*/ 1467551 h 6858000"/>
              <a:gd name="connsiteX867" fmla="*/ 7158730 w 7467600"/>
              <a:gd name="connsiteY867" fmla="*/ 1507835 h 6858000"/>
              <a:gd name="connsiteX868" fmla="*/ 6326959 w 7467600"/>
              <a:gd name="connsiteY868" fmla="*/ 1817686 h 6858000"/>
              <a:gd name="connsiteX869" fmla="*/ 6537433 w 7467600"/>
              <a:gd name="connsiteY869" fmla="*/ 1907790 h 6858000"/>
              <a:gd name="connsiteX870" fmla="*/ 6550221 w 7467600"/>
              <a:gd name="connsiteY870" fmla="*/ 1910729 h 6858000"/>
              <a:gd name="connsiteX871" fmla="*/ 6964438 w 7467600"/>
              <a:gd name="connsiteY871" fmla="*/ 2209505 h 6858000"/>
              <a:gd name="connsiteX872" fmla="*/ 7367862 w 7467600"/>
              <a:gd name="connsiteY872" fmla="*/ 2806833 h 6858000"/>
              <a:gd name="connsiteX873" fmla="*/ 7364329 w 7467600"/>
              <a:gd name="connsiteY873" fmla="*/ 2826907 h 6858000"/>
              <a:gd name="connsiteX874" fmla="*/ 7290545 w 7467600"/>
              <a:gd name="connsiteY874" fmla="*/ 2850663 h 6858000"/>
              <a:gd name="connsiteX875" fmla="*/ 6472036 w 7467600"/>
              <a:gd name="connsiteY875" fmla="*/ 1959003 h 6858000"/>
              <a:gd name="connsiteX876" fmla="*/ 5792897 w 7467600"/>
              <a:gd name="connsiteY876" fmla="*/ 1647747 h 6858000"/>
              <a:gd name="connsiteX877" fmla="*/ 5842751 w 7467600"/>
              <a:gd name="connsiteY877" fmla="*/ 1816112 h 6858000"/>
              <a:gd name="connsiteX878" fmla="*/ 5847424 w 7467600"/>
              <a:gd name="connsiteY878" fmla="*/ 1815776 h 6858000"/>
              <a:gd name="connsiteX879" fmla="*/ 6399821 w 7467600"/>
              <a:gd name="connsiteY879" fmla="*/ 2344799 h 6858000"/>
              <a:gd name="connsiteX880" fmla="*/ 6323232 w 7467600"/>
              <a:gd name="connsiteY880" fmla="*/ 2389634 h 6858000"/>
              <a:gd name="connsiteX881" fmla="*/ 5942958 w 7467600"/>
              <a:gd name="connsiteY881" fmla="*/ 2077708 h 6858000"/>
              <a:gd name="connsiteX882" fmla="*/ 5921559 w 7467600"/>
              <a:gd name="connsiteY882" fmla="*/ 2378596 h 6858000"/>
              <a:gd name="connsiteX883" fmla="*/ 5817651 w 7467600"/>
              <a:gd name="connsiteY883" fmla="*/ 3023919 h 6858000"/>
              <a:gd name="connsiteX884" fmla="*/ 5729634 w 7467600"/>
              <a:gd name="connsiteY884" fmla="*/ 3051849 h 6858000"/>
              <a:gd name="connsiteX885" fmla="*/ 5611018 w 7467600"/>
              <a:gd name="connsiteY885" fmla="*/ 2316769 h 6858000"/>
              <a:gd name="connsiteX886" fmla="*/ 5687608 w 7467600"/>
              <a:gd name="connsiteY886" fmla="*/ 2039972 h 6858000"/>
              <a:gd name="connsiteX887" fmla="*/ 5657554 w 7467600"/>
              <a:gd name="connsiteY887" fmla="*/ 1576445 h 6858000"/>
              <a:gd name="connsiteX888" fmla="*/ 5150475 w 7467600"/>
              <a:gd name="connsiteY888" fmla="*/ 1274012 h 6858000"/>
              <a:gd name="connsiteX889" fmla="*/ 5349142 w 7467600"/>
              <a:gd name="connsiteY889" fmla="*/ 2204405 h 6858000"/>
              <a:gd name="connsiteX890" fmla="*/ 5262214 w 7467600"/>
              <a:gd name="connsiteY890" fmla="*/ 2233836 h 6858000"/>
              <a:gd name="connsiteX891" fmla="*/ 4981539 w 7467600"/>
              <a:gd name="connsiteY891" fmla="*/ 1542201 h 6858000"/>
              <a:gd name="connsiteX892" fmla="*/ 4958461 w 7467600"/>
              <a:gd name="connsiteY892" fmla="*/ 1136957 h 6858000"/>
              <a:gd name="connsiteX893" fmla="*/ 4655015 w 7467600"/>
              <a:gd name="connsiteY893" fmla="*/ 891426 h 6858000"/>
              <a:gd name="connsiteX894" fmla="*/ 4348002 w 7467600"/>
              <a:gd name="connsiteY894" fmla="*/ 2205895 h 6858000"/>
              <a:gd name="connsiteX895" fmla="*/ 4262250 w 7467600"/>
              <a:gd name="connsiteY895" fmla="*/ 2219972 h 6858000"/>
              <a:gd name="connsiteX896" fmla="*/ 4550611 w 7467600"/>
              <a:gd name="connsiteY896" fmla="*/ 817540 h 6858000"/>
              <a:gd name="connsiteX897" fmla="*/ 4564418 w 7467600"/>
              <a:gd name="connsiteY897" fmla="*/ 808293 h 6858000"/>
              <a:gd name="connsiteX898" fmla="*/ 4266388 w 7467600"/>
              <a:gd name="connsiteY898" fmla="*/ 500083 h 6858000"/>
              <a:gd name="connsiteX899" fmla="*/ 4032842 w 7467600"/>
              <a:gd name="connsiteY899" fmla="*/ 211809 h 6858000"/>
              <a:gd name="connsiteX900" fmla="*/ 3882765 w 7467600"/>
              <a:gd name="connsiteY900" fmla="*/ 0 h 6858000"/>
              <a:gd name="connsiteX901" fmla="*/ 3721337 w 7467600"/>
              <a:gd name="connsiteY901" fmla="*/ 0 h 6858000"/>
              <a:gd name="connsiteX902" fmla="*/ 3797544 w 7467600"/>
              <a:gd name="connsiteY902" fmla="*/ 0 h 6858000"/>
              <a:gd name="connsiteX903" fmla="*/ 3775734 w 7467600"/>
              <a:gd name="connsiteY903" fmla="*/ 95131 h 6858000"/>
              <a:gd name="connsiteX904" fmla="*/ 3724807 w 7467600"/>
              <a:gd name="connsiteY904" fmla="*/ 272257 h 6858000"/>
              <a:gd name="connsiteX905" fmla="*/ 3726844 w 7467600"/>
              <a:gd name="connsiteY905" fmla="*/ 282988 h 6858000"/>
              <a:gd name="connsiteX906" fmla="*/ 3742664 w 7467600"/>
              <a:gd name="connsiteY906" fmla="*/ 279918 h 6858000"/>
              <a:gd name="connsiteX907" fmla="*/ 4103910 w 7467600"/>
              <a:gd name="connsiteY907" fmla="*/ 1161917 h 6858000"/>
              <a:gd name="connsiteX908" fmla="*/ 4020269 w 7467600"/>
              <a:gd name="connsiteY908" fmla="*/ 1200406 h 6858000"/>
              <a:gd name="connsiteX909" fmla="*/ 3674882 w 7467600"/>
              <a:gd name="connsiteY909" fmla="*/ 488524 h 6858000"/>
              <a:gd name="connsiteX910" fmla="*/ 3132682 w 7467600"/>
              <a:gd name="connsiteY910" fmla="*/ 1072284 h 6858000"/>
              <a:gd name="connsiteX911" fmla="*/ 2716346 w 7467600"/>
              <a:gd name="connsiteY911" fmla="*/ 1276376 h 6858000"/>
              <a:gd name="connsiteX912" fmla="*/ 2716772 w 7467600"/>
              <a:gd name="connsiteY912" fmla="*/ 1255462 h 6858000"/>
              <a:gd name="connsiteX913" fmla="*/ 3471096 w 7467600"/>
              <a:gd name="connsiteY913" fmla="*/ 437072 h 6858000"/>
              <a:gd name="connsiteX914" fmla="*/ 3639057 w 7467600"/>
              <a:gd name="connsiteY914" fmla="*/ 286334 h 6858000"/>
              <a:gd name="connsiteX915" fmla="*/ 3640309 w 7467600"/>
              <a:gd name="connsiteY915" fmla="*/ 284664 h 6858000"/>
              <a:gd name="connsiteX916" fmla="*/ 3646022 w 7467600"/>
              <a:gd name="connsiteY916" fmla="*/ 276711 h 6858000"/>
              <a:gd name="connsiteX917" fmla="*/ 3707943 w 7467600"/>
              <a:gd name="connsiteY917" fmla="*/ 65958 h 6858000"/>
              <a:gd name="connsiteX918" fmla="*/ 3721337 w 7467600"/>
              <a:gd name="connsiteY918" fmla="*/ 0 h 6858000"/>
              <a:gd name="connsiteX919" fmla="*/ 2867960 w 7467600"/>
              <a:gd name="connsiteY919" fmla="*/ 0 h 6858000"/>
              <a:gd name="connsiteX920" fmla="*/ 2926351 w 7467600"/>
              <a:gd name="connsiteY920" fmla="*/ 0 h 6858000"/>
              <a:gd name="connsiteX921" fmla="*/ 2902823 w 7467600"/>
              <a:gd name="connsiteY921" fmla="*/ 262929 h 6858000"/>
              <a:gd name="connsiteX922" fmla="*/ 2940663 w 7467600"/>
              <a:gd name="connsiteY922" fmla="*/ 140884 h 6858000"/>
              <a:gd name="connsiteX923" fmla="*/ 2947039 w 7467600"/>
              <a:gd name="connsiteY923" fmla="*/ 122524 h 6858000"/>
              <a:gd name="connsiteX924" fmla="*/ 2984316 w 7467600"/>
              <a:gd name="connsiteY924" fmla="*/ 0 h 6858000"/>
              <a:gd name="connsiteX925" fmla="*/ 3016114 w 7467600"/>
              <a:gd name="connsiteY925" fmla="*/ 0 h 6858000"/>
              <a:gd name="connsiteX926" fmla="*/ 2979949 w 7467600"/>
              <a:gd name="connsiteY926" fmla="*/ 119274 h 6858000"/>
              <a:gd name="connsiteX927" fmla="*/ 3023879 w 7467600"/>
              <a:gd name="connsiteY927" fmla="*/ 0 h 6858000"/>
              <a:gd name="connsiteX928" fmla="*/ 3105400 w 7467600"/>
              <a:gd name="connsiteY928" fmla="*/ 0 h 6858000"/>
              <a:gd name="connsiteX929" fmla="*/ 3094669 w 7467600"/>
              <a:gd name="connsiteY929" fmla="*/ 30308 h 6858000"/>
              <a:gd name="connsiteX930" fmla="*/ 2901945 w 7467600"/>
              <a:gd name="connsiteY930" fmla="*/ 466538 h 6858000"/>
              <a:gd name="connsiteX931" fmla="*/ 2815209 w 7467600"/>
              <a:gd name="connsiteY931" fmla="*/ 497361 h 6858000"/>
              <a:gd name="connsiteX932" fmla="*/ 2844845 w 7467600"/>
              <a:gd name="connsiteY932" fmla="*/ 127638 h 6858000"/>
              <a:gd name="connsiteX933" fmla="*/ 2867960 w 7467600"/>
              <a:gd name="connsiteY933" fmla="*/ 0 h 6858000"/>
              <a:gd name="connsiteX934" fmla="*/ 1057230 w 7467600"/>
              <a:gd name="connsiteY934" fmla="*/ 0 h 6858000"/>
              <a:gd name="connsiteX935" fmla="*/ 1111003 w 7467600"/>
              <a:gd name="connsiteY935" fmla="*/ 0 h 6858000"/>
              <a:gd name="connsiteX936" fmla="*/ 1125553 w 7467600"/>
              <a:gd name="connsiteY936" fmla="*/ 52588 h 6858000"/>
              <a:gd name="connsiteX937" fmla="*/ 1304276 w 7467600"/>
              <a:gd name="connsiteY937" fmla="*/ 476275 h 6858000"/>
              <a:gd name="connsiteX938" fmla="*/ 1492066 w 7467600"/>
              <a:gd name="connsiteY938" fmla="*/ 886333 h 6858000"/>
              <a:gd name="connsiteX939" fmla="*/ 1423698 w 7467600"/>
              <a:gd name="connsiteY939" fmla="*/ 710817 h 6858000"/>
              <a:gd name="connsiteX940" fmla="*/ 1357609 w 7467600"/>
              <a:gd name="connsiteY940" fmla="*/ 532892 h 6858000"/>
              <a:gd name="connsiteX941" fmla="*/ 1309550 w 7467600"/>
              <a:gd name="connsiteY941" fmla="*/ 374031 h 6858000"/>
              <a:gd name="connsiteX942" fmla="*/ 1193673 w 7467600"/>
              <a:gd name="connsiteY942" fmla="*/ 49533 h 6858000"/>
              <a:gd name="connsiteX943" fmla="*/ 1164391 w 7467600"/>
              <a:gd name="connsiteY943" fmla="*/ 0 h 6858000"/>
              <a:gd name="connsiteX944" fmla="*/ 1200666 w 7467600"/>
              <a:gd name="connsiteY944" fmla="*/ 0 h 6858000"/>
              <a:gd name="connsiteX945" fmla="*/ 1223408 w 7467600"/>
              <a:gd name="connsiteY945" fmla="*/ 38996 h 6858000"/>
              <a:gd name="connsiteX946" fmla="*/ 1339635 w 7467600"/>
              <a:gd name="connsiteY946" fmla="*/ 365517 h 6858000"/>
              <a:gd name="connsiteX947" fmla="*/ 1387469 w 7467600"/>
              <a:gd name="connsiteY947" fmla="*/ 523079 h 6858000"/>
              <a:gd name="connsiteX948" fmla="*/ 1452685 w 7467600"/>
              <a:gd name="connsiteY948" fmla="*/ 699806 h 6858000"/>
              <a:gd name="connsiteX949" fmla="*/ 1492092 w 7467600"/>
              <a:gd name="connsiteY949" fmla="*/ 800424 h 6858000"/>
              <a:gd name="connsiteX950" fmla="*/ 1455302 w 7467600"/>
              <a:gd name="connsiteY950" fmla="*/ 632913 h 6858000"/>
              <a:gd name="connsiteX951" fmla="*/ 1222336 w 7467600"/>
              <a:gd name="connsiteY951" fmla="*/ 9480 h 6858000"/>
              <a:gd name="connsiteX952" fmla="*/ 1214634 w 7467600"/>
              <a:gd name="connsiteY952" fmla="*/ 0 h 6858000"/>
              <a:gd name="connsiteX953" fmla="*/ 1289827 w 7467600"/>
              <a:gd name="connsiteY953" fmla="*/ 0 h 6858000"/>
              <a:gd name="connsiteX954" fmla="*/ 1321076 w 7467600"/>
              <a:gd name="connsiteY954" fmla="*/ 59722 h 6858000"/>
              <a:gd name="connsiteX955" fmla="*/ 1512579 w 7467600"/>
              <a:gd name="connsiteY955" fmla="*/ 626441 h 6858000"/>
              <a:gd name="connsiteX956" fmla="*/ 1506076 w 7467600"/>
              <a:gd name="connsiteY956" fmla="*/ 1089289 h 6858000"/>
              <a:gd name="connsiteX957" fmla="*/ 1486346 w 7467600"/>
              <a:gd name="connsiteY957" fmla="*/ 1079919 h 6858000"/>
              <a:gd name="connsiteX958" fmla="*/ 1070511 w 7467600"/>
              <a:gd name="connsiteY958" fmla="*/ 48609 h 6858000"/>
              <a:gd name="connsiteX959" fmla="*/ 1057230 w 7467600"/>
              <a:gd name="connsiteY959" fmla="*/ 0 h 6858000"/>
              <a:gd name="connsiteX960" fmla="*/ 43151 w 7467600"/>
              <a:gd name="connsiteY960" fmla="*/ 0 h 6858000"/>
              <a:gd name="connsiteX961" fmla="*/ 95283 w 7467600"/>
              <a:gd name="connsiteY961" fmla="*/ 0 h 6858000"/>
              <a:gd name="connsiteX962" fmla="*/ 300708 w 7467600"/>
              <a:gd name="connsiteY962" fmla="*/ 154571 h 6858000"/>
              <a:gd name="connsiteX963" fmla="*/ 530414 w 7467600"/>
              <a:gd name="connsiteY963" fmla="*/ 354673 h 6858000"/>
              <a:gd name="connsiteX964" fmla="*/ 333785 w 7467600"/>
              <a:gd name="connsiteY964" fmla="*/ 161564 h 6858000"/>
              <a:gd name="connsiteX965" fmla="*/ 147005 w 7467600"/>
              <a:gd name="connsiteY965" fmla="*/ 0 h 6858000"/>
              <a:gd name="connsiteX966" fmla="*/ 272509 w 7467600"/>
              <a:gd name="connsiteY966" fmla="*/ 0 h 6858000"/>
              <a:gd name="connsiteX967" fmla="*/ 326276 w 7467600"/>
              <a:gd name="connsiteY967" fmla="*/ 45847 h 6858000"/>
              <a:gd name="connsiteX968" fmla="*/ 823759 w 7467600"/>
              <a:gd name="connsiteY968" fmla="*/ 574145 h 6858000"/>
              <a:gd name="connsiteX969" fmla="*/ 811254 w 7467600"/>
              <a:gd name="connsiteY969" fmla="*/ 665546 h 6858000"/>
              <a:gd name="connsiteX970" fmla="*/ 154042 w 7467600"/>
              <a:gd name="connsiteY970" fmla="*/ 261522 h 6858000"/>
              <a:gd name="connsiteX971" fmla="*/ 13550 w 7467600"/>
              <a:gd name="connsiteY971" fmla="*/ 158423 h 6858000"/>
              <a:gd name="connsiteX972" fmla="*/ 0 w 7467600"/>
              <a:gd name="connsiteY972" fmla="*/ 146618 h 6858000"/>
              <a:gd name="connsiteX973" fmla="*/ 0 w 7467600"/>
              <a:gd name="connsiteY973" fmla="*/ 59161 h 6858000"/>
              <a:gd name="connsiteX974" fmla="*/ 45427 w 7467600"/>
              <a:gd name="connsiteY974" fmla="*/ 101078 h 6858000"/>
              <a:gd name="connsiteX975" fmla="*/ 630103 w 7467600"/>
              <a:gd name="connsiteY975" fmla="*/ 485885 h 6858000"/>
              <a:gd name="connsiteX976" fmla="*/ 532040 w 7467600"/>
              <a:gd name="connsiteY976" fmla="*/ 399359 h 6858000"/>
              <a:gd name="connsiteX977" fmla="*/ 517618 w 7467600"/>
              <a:gd name="connsiteY977" fmla="*/ 385726 h 6858000"/>
              <a:gd name="connsiteX978" fmla="*/ 285074 w 7467600"/>
              <a:gd name="connsiteY978" fmla="*/ 182755 h 6858000"/>
              <a:gd name="connsiteX979" fmla="*/ 43151 w 7467600"/>
              <a:gd name="connsiteY97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356878 w 7467600"/>
              <a:gd name="connsiteY88" fmla="*/ 5981332 h 6858000"/>
              <a:gd name="connsiteX89" fmla="*/ 7467600 w 7467600"/>
              <a:gd name="connsiteY89" fmla="*/ 6117703 h 6858000"/>
              <a:gd name="connsiteX90" fmla="*/ 7467600 w 7467600"/>
              <a:gd name="connsiteY90" fmla="*/ 6163634 h 6858000"/>
              <a:gd name="connsiteX91" fmla="*/ 7403637 w 7467600"/>
              <a:gd name="connsiteY91" fmla="*/ 6083957 h 6858000"/>
              <a:gd name="connsiteX92" fmla="*/ 7254615 w 7467600"/>
              <a:gd name="connsiteY92" fmla="*/ 5911918 h 6858000"/>
              <a:gd name="connsiteX93" fmla="*/ 7312589 w 7467600"/>
              <a:gd name="connsiteY93" fmla="*/ 5982309 h 6858000"/>
              <a:gd name="connsiteX94" fmla="*/ 7448321 w 7467600"/>
              <a:gd name="connsiteY94" fmla="*/ 6190991 h 6858000"/>
              <a:gd name="connsiteX95" fmla="*/ 7467600 w 7467600"/>
              <a:gd name="connsiteY95" fmla="*/ 6221686 h 6858000"/>
              <a:gd name="connsiteX96" fmla="*/ 7467600 w 7467600"/>
              <a:gd name="connsiteY96" fmla="*/ 6334256 h 6858000"/>
              <a:gd name="connsiteX97" fmla="*/ 7454976 w 7467600"/>
              <a:gd name="connsiteY97" fmla="*/ 6318297 h 6858000"/>
              <a:gd name="connsiteX98" fmla="*/ 7042773 w 7467600"/>
              <a:gd name="connsiteY98" fmla="*/ 5734011 h 6858000"/>
              <a:gd name="connsiteX99" fmla="*/ 6844835 w 7467600"/>
              <a:gd name="connsiteY99" fmla="*/ 5424988 h 6858000"/>
              <a:gd name="connsiteX100" fmla="*/ 1456157 w 7467600"/>
              <a:gd name="connsiteY100" fmla="*/ 5371404 h 6858000"/>
              <a:gd name="connsiteX101" fmla="*/ 1244432 w 7467600"/>
              <a:gd name="connsiteY101" fmla="*/ 5385601 h 6858000"/>
              <a:gd name="connsiteX102" fmla="*/ 973990 w 7467600"/>
              <a:gd name="connsiteY102" fmla="*/ 5424940 h 6858000"/>
              <a:gd name="connsiteX103" fmla="*/ 1103809 w 7467600"/>
              <a:gd name="connsiteY103" fmla="*/ 5433720 h 6858000"/>
              <a:gd name="connsiteX104" fmla="*/ 1123454 w 7467600"/>
              <a:gd name="connsiteY104" fmla="*/ 5435727 h 6858000"/>
              <a:gd name="connsiteX105" fmla="*/ 1737017 w 7467600"/>
              <a:gd name="connsiteY105" fmla="*/ 5452183 h 6858000"/>
              <a:gd name="connsiteX106" fmla="*/ 1824397 w 7467600"/>
              <a:gd name="connsiteY106" fmla="*/ 5447757 h 6858000"/>
              <a:gd name="connsiteX107" fmla="*/ 2070059 w 7467600"/>
              <a:gd name="connsiteY107" fmla="*/ 5441660 h 6858000"/>
              <a:gd name="connsiteX108" fmla="*/ 1456157 w 7467600"/>
              <a:gd name="connsiteY108" fmla="*/ 5371404 h 6858000"/>
              <a:gd name="connsiteX109" fmla="*/ 4988186 w 7467600"/>
              <a:gd name="connsiteY109" fmla="*/ 5216467 h 6858000"/>
              <a:gd name="connsiteX110" fmla="*/ 4777334 w 7467600"/>
              <a:gd name="connsiteY110" fmla="*/ 5406072 h 6858000"/>
              <a:gd name="connsiteX111" fmla="*/ 4718341 w 7467600"/>
              <a:gd name="connsiteY111" fmla="*/ 5468043 h 6858000"/>
              <a:gd name="connsiteX112" fmla="*/ 4604655 w 7467600"/>
              <a:gd name="connsiteY112" fmla="*/ 5583434 h 6858000"/>
              <a:gd name="connsiteX113" fmla="*/ 4565074 w 7467600"/>
              <a:gd name="connsiteY113" fmla="*/ 5618550 h 6858000"/>
              <a:gd name="connsiteX114" fmla="*/ 4988186 w 7467600"/>
              <a:gd name="connsiteY114" fmla="*/ 5216467 h 6858000"/>
              <a:gd name="connsiteX115" fmla="*/ 4978032 w 7467600"/>
              <a:gd name="connsiteY115" fmla="*/ 5183809 h 6858000"/>
              <a:gd name="connsiteX116" fmla="*/ 4463413 w 7467600"/>
              <a:gd name="connsiteY116" fmla="*/ 5615162 h 6858000"/>
              <a:gd name="connsiteX117" fmla="*/ 4358134 w 7467600"/>
              <a:gd name="connsiteY117" fmla="*/ 5742791 h 6858000"/>
              <a:gd name="connsiteX118" fmla="*/ 4376219 w 7467600"/>
              <a:gd name="connsiteY118" fmla="*/ 5729027 h 6858000"/>
              <a:gd name="connsiteX119" fmla="*/ 4582340 w 7467600"/>
              <a:gd name="connsiteY119" fmla="*/ 5561037 h 6858000"/>
              <a:gd name="connsiteX120" fmla="*/ 4694684 w 7467600"/>
              <a:gd name="connsiteY120" fmla="*/ 5447098 h 6858000"/>
              <a:gd name="connsiteX121" fmla="*/ 4754123 w 7467600"/>
              <a:gd name="connsiteY121" fmla="*/ 5384643 h 6858000"/>
              <a:gd name="connsiteX122" fmla="*/ 4978032 w 7467600"/>
              <a:gd name="connsiteY122" fmla="*/ 5183809 h 6858000"/>
              <a:gd name="connsiteX123" fmla="*/ 1903353 w 7467600"/>
              <a:gd name="connsiteY123" fmla="*/ 5044827 h 6858000"/>
              <a:gd name="connsiteX124" fmla="*/ 1936931 w 7467600"/>
              <a:gd name="connsiteY124" fmla="*/ 5093954 h 6858000"/>
              <a:gd name="connsiteX125" fmla="*/ 2195868 w 7467600"/>
              <a:gd name="connsiteY125" fmla="*/ 5396574 h 6858000"/>
              <a:gd name="connsiteX126" fmla="*/ 2088852 w 7467600"/>
              <a:gd name="connsiteY126" fmla="*/ 5166123 h 6858000"/>
              <a:gd name="connsiteX127" fmla="*/ 1958241 w 7467600"/>
              <a:gd name="connsiteY127" fmla="*/ 5067955 h 6858000"/>
              <a:gd name="connsiteX128" fmla="*/ 1903353 w 7467600"/>
              <a:gd name="connsiteY128" fmla="*/ 5044827 h 6858000"/>
              <a:gd name="connsiteX129" fmla="*/ 1979378 w 7467600"/>
              <a:gd name="connsiteY129" fmla="*/ 4769504 h 6858000"/>
              <a:gd name="connsiteX130" fmla="*/ 2882120 w 7467600"/>
              <a:gd name="connsiteY130" fmla="*/ 5064547 h 6858000"/>
              <a:gd name="connsiteX131" fmla="*/ 2793103 w 7467600"/>
              <a:gd name="connsiteY131" fmla="*/ 5039699 h 6858000"/>
              <a:gd name="connsiteX132" fmla="*/ 2770041 w 7467600"/>
              <a:gd name="connsiteY132" fmla="*/ 5033634 h 6858000"/>
              <a:gd name="connsiteX133" fmla="*/ 1979378 w 7467600"/>
              <a:gd name="connsiteY133" fmla="*/ 4769504 h 6858000"/>
              <a:gd name="connsiteX134" fmla="*/ 1927410 w 7467600"/>
              <a:gd name="connsiteY134" fmla="*/ 4716164 h 6858000"/>
              <a:gd name="connsiteX135" fmla="*/ 1959587 w 7467600"/>
              <a:gd name="connsiteY135" fmla="*/ 4728849 h 6858000"/>
              <a:gd name="connsiteX136" fmla="*/ 2777707 w 7467600"/>
              <a:gd name="connsiteY136" fmla="*/ 5003991 h 6858000"/>
              <a:gd name="connsiteX137" fmla="*/ 2800768 w 7467600"/>
              <a:gd name="connsiteY137" fmla="*/ 5010056 h 6858000"/>
              <a:gd name="connsiteX138" fmla="*/ 2879408 w 7467600"/>
              <a:gd name="connsiteY138" fmla="*/ 5031590 h 6858000"/>
              <a:gd name="connsiteX139" fmla="*/ 2862295 w 7467600"/>
              <a:gd name="connsiteY139" fmla="*/ 5022958 h 6858000"/>
              <a:gd name="connsiteX140" fmla="*/ 2813343 w 7467600"/>
              <a:gd name="connsiteY140" fmla="*/ 4998369 h 6858000"/>
              <a:gd name="connsiteX141" fmla="*/ 2646245 w 7467600"/>
              <a:gd name="connsiteY141" fmla="*/ 4930999 h 6858000"/>
              <a:gd name="connsiteX142" fmla="*/ 1999243 w 7467600"/>
              <a:gd name="connsiteY142" fmla="*/ 4730524 h 6858000"/>
              <a:gd name="connsiteX143" fmla="*/ 1979527 w 7467600"/>
              <a:gd name="connsiteY143" fmla="*/ 4726651 h 6858000"/>
              <a:gd name="connsiteX144" fmla="*/ 1927410 w 7467600"/>
              <a:gd name="connsiteY144" fmla="*/ 4716164 h 6858000"/>
              <a:gd name="connsiteX145" fmla="*/ 1997014 w 7467600"/>
              <a:gd name="connsiteY145" fmla="*/ 4698007 h 6858000"/>
              <a:gd name="connsiteX146" fmla="*/ 2005458 w 7467600"/>
              <a:gd name="connsiteY146" fmla="*/ 4699540 h 6858000"/>
              <a:gd name="connsiteX147" fmla="*/ 2657186 w 7467600"/>
              <a:gd name="connsiteY147" fmla="*/ 4901687 h 6858000"/>
              <a:gd name="connsiteX148" fmla="*/ 2826662 w 7467600"/>
              <a:gd name="connsiteY148" fmla="*/ 4970362 h 6858000"/>
              <a:gd name="connsiteX149" fmla="*/ 2876100 w 7467600"/>
              <a:gd name="connsiteY149" fmla="*/ 4995397 h 6858000"/>
              <a:gd name="connsiteX150" fmla="*/ 3042600 w 7467600"/>
              <a:gd name="connsiteY150" fmla="*/ 5059532 h 6858000"/>
              <a:gd name="connsiteX151" fmla="*/ 1997014 w 7467600"/>
              <a:gd name="connsiteY151" fmla="*/ 4698007 h 6858000"/>
              <a:gd name="connsiteX152" fmla="*/ 2305292 w 7467600"/>
              <a:gd name="connsiteY152" fmla="*/ 4219492 h 6858000"/>
              <a:gd name="connsiteX153" fmla="*/ 3360922 w 7467600"/>
              <a:gd name="connsiteY153" fmla="*/ 4529373 h 6858000"/>
              <a:gd name="connsiteX154" fmla="*/ 3492420 w 7467600"/>
              <a:gd name="connsiteY154" fmla="*/ 4510145 h 6858000"/>
              <a:gd name="connsiteX155" fmla="*/ 3364086 w 7467600"/>
              <a:gd name="connsiteY155" fmla="*/ 4480340 h 6858000"/>
              <a:gd name="connsiteX156" fmla="*/ 3225818 w 7467600"/>
              <a:gd name="connsiteY156" fmla="*/ 4411822 h 6858000"/>
              <a:gd name="connsiteX157" fmla="*/ 3129696 w 7467600"/>
              <a:gd name="connsiteY157" fmla="*/ 4360704 h 6858000"/>
              <a:gd name="connsiteX158" fmla="*/ 2814545 w 7467600"/>
              <a:gd name="connsiteY158" fmla="*/ 4282955 h 6858000"/>
              <a:gd name="connsiteX159" fmla="*/ 2305292 w 7467600"/>
              <a:gd name="connsiteY159" fmla="*/ 4219492 h 6858000"/>
              <a:gd name="connsiteX160" fmla="*/ 2626982 w 7467600"/>
              <a:gd name="connsiteY160" fmla="*/ 4206450 h 6858000"/>
              <a:gd name="connsiteX161" fmla="*/ 2490617 w 7467600"/>
              <a:gd name="connsiteY161" fmla="*/ 4206951 h 6858000"/>
              <a:gd name="connsiteX162" fmla="*/ 2819869 w 7467600"/>
              <a:gd name="connsiteY162" fmla="*/ 4252936 h 6858000"/>
              <a:gd name="connsiteX163" fmla="*/ 3143018 w 7467600"/>
              <a:gd name="connsiteY163" fmla="*/ 4332698 h 6858000"/>
              <a:gd name="connsiteX164" fmla="*/ 3241520 w 7467600"/>
              <a:gd name="connsiteY164" fmla="*/ 4385112 h 6858000"/>
              <a:gd name="connsiteX165" fmla="*/ 3374575 w 7467600"/>
              <a:gd name="connsiteY165" fmla="*/ 4451517 h 6858000"/>
              <a:gd name="connsiteX166" fmla="*/ 3505221 w 7467600"/>
              <a:gd name="connsiteY166" fmla="*/ 4480757 h 6858000"/>
              <a:gd name="connsiteX167" fmla="*/ 2626982 w 7467600"/>
              <a:gd name="connsiteY167" fmla="*/ 4206450 h 6858000"/>
              <a:gd name="connsiteX168" fmla="*/ 1310106 w 7467600"/>
              <a:gd name="connsiteY168" fmla="*/ 3943217 h 6858000"/>
              <a:gd name="connsiteX169" fmla="*/ 854994 w 7467600"/>
              <a:gd name="connsiteY169" fmla="*/ 4399136 h 6858000"/>
              <a:gd name="connsiteX170" fmla="*/ 742462 w 7467600"/>
              <a:gd name="connsiteY170" fmla="*/ 4594648 h 6858000"/>
              <a:gd name="connsiteX171" fmla="*/ 820602 w 7467600"/>
              <a:gd name="connsiteY171" fmla="*/ 4485915 h 6858000"/>
              <a:gd name="connsiteX172" fmla="*/ 878295 w 7467600"/>
              <a:gd name="connsiteY172" fmla="*/ 4403594 h 6858000"/>
              <a:gd name="connsiteX173" fmla="*/ 1240607 w 7467600"/>
              <a:gd name="connsiteY173" fmla="*/ 4010401 h 6858000"/>
              <a:gd name="connsiteX174" fmla="*/ 1310106 w 7467600"/>
              <a:gd name="connsiteY174" fmla="*/ 3943217 h 6858000"/>
              <a:gd name="connsiteX175" fmla="*/ 1423113 w 7467600"/>
              <a:gd name="connsiteY175" fmla="*/ 3874565 h 6858000"/>
              <a:gd name="connsiteX176" fmla="*/ 1260565 w 7467600"/>
              <a:gd name="connsiteY176" fmla="*/ 4031982 h 6858000"/>
              <a:gd name="connsiteX177" fmla="*/ 901900 w 7467600"/>
              <a:gd name="connsiteY177" fmla="*/ 4421236 h 6858000"/>
              <a:gd name="connsiteX178" fmla="*/ 845044 w 7467600"/>
              <a:gd name="connsiteY178" fmla="*/ 4502436 h 6858000"/>
              <a:gd name="connsiteX179" fmla="*/ 685926 w 7467600"/>
              <a:gd name="connsiteY179" fmla="*/ 4703069 h 6858000"/>
              <a:gd name="connsiteX180" fmla="*/ 684248 w 7467600"/>
              <a:gd name="connsiteY180" fmla="*/ 4706721 h 6858000"/>
              <a:gd name="connsiteX181" fmla="*/ 1423113 w 7467600"/>
              <a:gd name="connsiteY181" fmla="*/ 3874565 h 6858000"/>
              <a:gd name="connsiteX182" fmla="*/ 3316479 w 7467600"/>
              <a:gd name="connsiteY182" fmla="*/ 3872136 h 6858000"/>
              <a:gd name="connsiteX183" fmla="*/ 3546806 w 7467600"/>
              <a:gd name="connsiteY183" fmla="*/ 4356139 h 6858000"/>
              <a:gd name="connsiteX184" fmla="*/ 3364433 w 7467600"/>
              <a:gd name="connsiteY184" fmla="*/ 3953121 h 6858000"/>
              <a:gd name="connsiteX185" fmla="*/ 3316479 w 7467600"/>
              <a:gd name="connsiteY185" fmla="*/ 3872136 h 6858000"/>
              <a:gd name="connsiteX186" fmla="*/ 3291335 w 7467600"/>
              <a:gd name="connsiteY186" fmla="*/ 3767420 h 6858000"/>
              <a:gd name="connsiteX187" fmla="*/ 3390805 w 7467600"/>
              <a:gd name="connsiteY187" fmla="*/ 3937163 h 6858000"/>
              <a:gd name="connsiteX188" fmla="*/ 3579062 w 7467600"/>
              <a:gd name="connsiteY188" fmla="*/ 4359040 h 6858000"/>
              <a:gd name="connsiteX189" fmla="*/ 3467355 w 7467600"/>
              <a:gd name="connsiteY189" fmla="*/ 3988130 h 6858000"/>
              <a:gd name="connsiteX190" fmla="*/ 3310753 w 7467600"/>
              <a:gd name="connsiteY190" fmla="*/ 3787140 h 6858000"/>
              <a:gd name="connsiteX191" fmla="*/ 3291335 w 7467600"/>
              <a:gd name="connsiteY191" fmla="*/ 3767420 h 6858000"/>
              <a:gd name="connsiteX192" fmla="*/ 1635889 w 7467600"/>
              <a:gd name="connsiteY192" fmla="*/ 3709494 h 6858000"/>
              <a:gd name="connsiteX193" fmla="*/ 1634800 w 7467600"/>
              <a:gd name="connsiteY193" fmla="*/ 3731111 h 6858000"/>
              <a:gd name="connsiteX194" fmla="*/ 1635889 w 7467600"/>
              <a:gd name="connsiteY194" fmla="*/ 3709494 h 6858000"/>
              <a:gd name="connsiteX195" fmla="*/ 1510397 w 7467600"/>
              <a:gd name="connsiteY195" fmla="*/ 3684705 h 6858000"/>
              <a:gd name="connsiteX196" fmla="*/ 1146550 w 7467600"/>
              <a:gd name="connsiteY196" fmla="*/ 3802012 h 6858000"/>
              <a:gd name="connsiteX197" fmla="*/ 698834 w 7467600"/>
              <a:gd name="connsiteY197" fmla="*/ 3952272 h 6858000"/>
              <a:gd name="connsiteX198" fmla="*/ 34256 w 7467600"/>
              <a:gd name="connsiteY198" fmla="*/ 4347603 h 6858000"/>
              <a:gd name="connsiteX199" fmla="*/ 527241 w 7467600"/>
              <a:gd name="connsiteY199" fmla="*/ 4065078 h 6858000"/>
              <a:gd name="connsiteX200" fmla="*/ 1510397 w 7467600"/>
              <a:gd name="connsiteY200" fmla="*/ 3684705 h 6858000"/>
              <a:gd name="connsiteX201" fmla="*/ 1313114 w 7467600"/>
              <a:gd name="connsiteY201" fmla="*/ 3655216 h 6858000"/>
              <a:gd name="connsiteX202" fmla="*/ 1109304 w 7467600"/>
              <a:gd name="connsiteY202" fmla="*/ 3669030 h 6858000"/>
              <a:gd name="connsiteX203" fmla="*/ 8129 w 7467600"/>
              <a:gd name="connsiteY203" fmla="*/ 4330519 h 6858000"/>
              <a:gd name="connsiteX204" fmla="*/ 687572 w 7467600"/>
              <a:gd name="connsiteY204" fmla="*/ 3925629 h 6858000"/>
              <a:gd name="connsiteX205" fmla="*/ 1138365 w 7467600"/>
              <a:gd name="connsiteY205" fmla="*/ 3774515 h 6858000"/>
              <a:gd name="connsiteX206" fmla="*/ 1505579 w 7467600"/>
              <a:gd name="connsiteY206" fmla="*/ 3655526 h 6858000"/>
              <a:gd name="connsiteX207" fmla="*/ 1313114 w 7467600"/>
              <a:gd name="connsiteY207" fmla="*/ 3655216 h 6858000"/>
              <a:gd name="connsiteX208" fmla="*/ 3655073 w 7467600"/>
              <a:gd name="connsiteY208" fmla="*/ 3650884 h 6858000"/>
              <a:gd name="connsiteX209" fmla="*/ 3989938 w 7467600"/>
              <a:gd name="connsiteY209" fmla="*/ 3991685 h 6858000"/>
              <a:gd name="connsiteX210" fmla="*/ 4393907 w 7467600"/>
              <a:gd name="connsiteY210" fmla="*/ 4261258 h 6858000"/>
              <a:gd name="connsiteX211" fmla="*/ 4648051 w 7467600"/>
              <a:gd name="connsiteY211" fmla="*/ 4374051 h 6858000"/>
              <a:gd name="connsiteX212" fmla="*/ 4383389 w 7467600"/>
              <a:gd name="connsiteY212" fmla="*/ 4184369 h 6858000"/>
              <a:gd name="connsiteX213" fmla="*/ 4165508 w 7467600"/>
              <a:gd name="connsiteY213" fmla="*/ 4035196 h 6858000"/>
              <a:gd name="connsiteX214" fmla="*/ 4068162 w 7467600"/>
              <a:gd name="connsiteY214" fmla="*/ 3953394 h 6858000"/>
              <a:gd name="connsiteX215" fmla="*/ 3981416 w 7467600"/>
              <a:gd name="connsiteY215" fmla="*/ 3880482 h 6858000"/>
              <a:gd name="connsiteX216" fmla="*/ 3800147 w 7467600"/>
              <a:gd name="connsiteY216" fmla="*/ 3749872 h 6858000"/>
              <a:gd name="connsiteX217" fmla="*/ 3655073 w 7467600"/>
              <a:gd name="connsiteY217" fmla="*/ 3650884 h 6858000"/>
              <a:gd name="connsiteX218" fmla="*/ 3670252 w 7467600"/>
              <a:gd name="connsiteY218" fmla="*/ 3622798 h 6858000"/>
              <a:gd name="connsiteX219" fmla="*/ 3817258 w 7467600"/>
              <a:gd name="connsiteY219" fmla="*/ 3723577 h 6858000"/>
              <a:gd name="connsiteX220" fmla="*/ 4000461 w 7467600"/>
              <a:gd name="connsiteY220" fmla="*/ 3855966 h 6858000"/>
              <a:gd name="connsiteX221" fmla="*/ 4088180 w 7467600"/>
              <a:gd name="connsiteY221" fmla="*/ 3929774 h 6858000"/>
              <a:gd name="connsiteX222" fmla="*/ 4184555 w 7467600"/>
              <a:gd name="connsiteY222" fmla="*/ 4010683 h 6858000"/>
              <a:gd name="connsiteX223" fmla="*/ 4399563 w 7467600"/>
              <a:gd name="connsiteY223" fmla="*/ 4158106 h 6858000"/>
              <a:gd name="connsiteX224" fmla="*/ 4684469 w 7467600"/>
              <a:gd name="connsiteY224" fmla="*/ 4364680 h 6858000"/>
              <a:gd name="connsiteX225" fmla="*/ 4690271 w 7467600"/>
              <a:gd name="connsiteY225" fmla="*/ 4370034 h 6858000"/>
              <a:gd name="connsiteX226" fmla="*/ 4136093 w 7467600"/>
              <a:gd name="connsiteY226" fmla="*/ 3858466 h 6858000"/>
              <a:gd name="connsiteX227" fmla="*/ 3670252 w 7467600"/>
              <a:gd name="connsiteY227" fmla="*/ 3622798 h 6858000"/>
              <a:gd name="connsiteX228" fmla="*/ 4440129 w 7467600"/>
              <a:gd name="connsiteY228" fmla="*/ 3448571 h 6858000"/>
              <a:gd name="connsiteX229" fmla="*/ 4856525 w 7467600"/>
              <a:gd name="connsiteY229" fmla="*/ 3915351 h 6858000"/>
              <a:gd name="connsiteX230" fmla="*/ 5059055 w 7467600"/>
              <a:gd name="connsiteY230" fmla="*/ 4108918 h 6858000"/>
              <a:gd name="connsiteX231" fmla="*/ 5290070 w 7467600"/>
              <a:gd name="connsiteY231" fmla="*/ 4263619 h 6858000"/>
              <a:gd name="connsiteX232" fmla="*/ 4834991 w 7467600"/>
              <a:gd name="connsiteY232" fmla="*/ 3830985 h 6858000"/>
              <a:gd name="connsiteX233" fmla="*/ 4440129 w 7467600"/>
              <a:gd name="connsiteY233" fmla="*/ 3448571 h 6858000"/>
              <a:gd name="connsiteX234" fmla="*/ 4441737 w 7467600"/>
              <a:gd name="connsiteY234" fmla="*/ 3399734 h 6858000"/>
              <a:gd name="connsiteX235" fmla="*/ 4431236 w 7467600"/>
              <a:gd name="connsiteY235" fmla="*/ 3400954 h 6858000"/>
              <a:gd name="connsiteX236" fmla="*/ 4557150 w 7467600"/>
              <a:gd name="connsiteY236" fmla="*/ 3510023 h 6858000"/>
              <a:gd name="connsiteX237" fmla="*/ 4856936 w 7467600"/>
              <a:gd name="connsiteY237" fmla="*/ 3809146 h 6858000"/>
              <a:gd name="connsiteX238" fmla="*/ 5111996 w 7467600"/>
              <a:gd name="connsiteY238" fmla="*/ 4065759 h 6858000"/>
              <a:gd name="connsiteX239" fmla="*/ 5388878 w 7467600"/>
              <a:gd name="connsiteY239" fmla="*/ 4300185 h 6858000"/>
              <a:gd name="connsiteX240" fmla="*/ 5425556 w 7467600"/>
              <a:gd name="connsiteY240" fmla="*/ 4308967 h 6858000"/>
              <a:gd name="connsiteX241" fmla="*/ 4943646 w 7467600"/>
              <a:gd name="connsiteY241" fmla="*/ 3822916 h 6858000"/>
              <a:gd name="connsiteX242" fmla="*/ 4594837 w 7467600"/>
              <a:gd name="connsiteY242" fmla="*/ 3532274 h 6858000"/>
              <a:gd name="connsiteX243" fmla="*/ 4441737 w 7467600"/>
              <a:gd name="connsiteY243" fmla="*/ 3399734 h 6858000"/>
              <a:gd name="connsiteX244" fmla="*/ 5425834 w 7467600"/>
              <a:gd name="connsiteY244" fmla="*/ 3162785 h 6858000"/>
              <a:gd name="connsiteX245" fmla="*/ 5401644 w 7467600"/>
              <a:gd name="connsiteY245" fmla="*/ 3617847 h 6858000"/>
              <a:gd name="connsiteX246" fmla="*/ 5467256 w 7467600"/>
              <a:gd name="connsiteY246" fmla="*/ 4175494 h 6858000"/>
              <a:gd name="connsiteX247" fmla="*/ 5448069 w 7467600"/>
              <a:gd name="connsiteY247" fmla="*/ 3567554 h 6858000"/>
              <a:gd name="connsiteX248" fmla="*/ 5425834 w 7467600"/>
              <a:gd name="connsiteY248" fmla="*/ 3162785 h 6858000"/>
              <a:gd name="connsiteX249" fmla="*/ 1318687 w 7467600"/>
              <a:gd name="connsiteY249" fmla="*/ 3113840 h 6858000"/>
              <a:gd name="connsiteX250" fmla="*/ 1066793 w 7467600"/>
              <a:gd name="connsiteY250" fmla="*/ 3212171 h 6858000"/>
              <a:gd name="connsiteX251" fmla="*/ 993319 w 7467600"/>
              <a:gd name="connsiteY251" fmla="*/ 3247648 h 6858000"/>
              <a:gd name="connsiteX252" fmla="*/ 853081 w 7467600"/>
              <a:gd name="connsiteY252" fmla="*/ 3312410 h 6858000"/>
              <a:gd name="connsiteX253" fmla="*/ 805957 w 7467600"/>
              <a:gd name="connsiteY253" fmla="*/ 3330443 h 6858000"/>
              <a:gd name="connsiteX254" fmla="*/ 1318687 w 7467600"/>
              <a:gd name="connsiteY254" fmla="*/ 3113840 h 6858000"/>
              <a:gd name="connsiteX255" fmla="*/ 5453702 w 7467600"/>
              <a:gd name="connsiteY255" fmla="*/ 3090882 h 6858000"/>
              <a:gd name="connsiteX256" fmla="*/ 5480135 w 7467600"/>
              <a:gd name="connsiteY256" fmla="*/ 3565802 h 6858000"/>
              <a:gd name="connsiteX257" fmla="*/ 5499023 w 7467600"/>
              <a:gd name="connsiteY257" fmla="*/ 4166310 h 6858000"/>
              <a:gd name="connsiteX258" fmla="*/ 5547022 w 7467600"/>
              <a:gd name="connsiteY258" fmla="*/ 3607838 h 6858000"/>
              <a:gd name="connsiteX259" fmla="*/ 5515964 w 7467600"/>
              <a:gd name="connsiteY259" fmla="*/ 3378541 h 6858000"/>
              <a:gd name="connsiteX260" fmla="*/ 5453702 w 7467600"/>
              <a:gd name="connsiteY260" fmla="*/ 3090882 h 6858000"/>
              <a:gd name="connsiteX261" fmla="*/ 1238695 w 7467600"/>
              <a:gd name="connsiteY261" fmla="*/ 3076820 h 6858000"/>
              <a:gd name="connsiteX262" fmla="*/ 716371 w 7467600"/>
              <a:gd name="connsiteY262" fmla="*/ 3293249 h 6858000"/>
              <a:gd name="connsiteX263" fmla="*/ 579522 w 7467600"/>
              <a:gd name="connsiteY263" fmla="*/ 3371759 h 6858000"/>
              <a:gd name="connsiteX264" fmla="*/ 600288 w 7467600"/>
              <a:gd name="connsiteY264" fmla="*/ 3365555 h 6858000"/>
              <a:gd name="connsiteX265" fmla="*/ 840692 w 7467600"/>
              <a:gd name="connsiteY265" fmla="*/ 3284921 h 6858000"/>
              <a:gd name="connsiteX266" fmla="*/ 979248 w 7467600"/>
              <a:gd name="connsiteY266" fmla="*/ 3221003 h 6858000"/>
              <a:gd name="connsiteX267" fmla="*/ 1053282 w 7467600"/>
              <a:gd name="connsiteY267" fmla="*/ 3185247 h 6858000"/>
              <a:gd name="connsiteX268" fmla="*/ 1320603 w 7467600"/>
              <a:gd name="connsiteY268" fmla="*/ 3081281 h 6858000"/>
              <a:gd name="connsiteX269" fmla="*/ 1238695 w 7467600"/>
              <a:gd name="connsiteY269" fmla="*/ 3076820 h 6858000"/>
              <a:gd name="connsiteX270" fmla="*/ 5425627 w 7467600"/>
              <a:gd name="connsiteY270" fmla="*/ 2954192 h 6858000"/>
              <a:gd name="connsiteX271" fmla="*/ 5470770 w 7467600"/>
              <a:gd name="connsiteY271" fmla="*/ 3005435 h 6858000"/>
              <a:gd name="connsiteX272" fmla="*/ 5519779 w 7467600"/>
              <a:gd name="connsiteY272" fmla="*/ 4359223 h 6858000"/>
              <a:gd name="connsiteX273" fmla="*/ 5520293 w 7467600"/>
              <a:gd name="connsiteY273" fmla="*/ 4360602 h 6858000"/>
              <a:gd name="connsiteX274" fmla="*/ 5767221 w 7467600"/>
              <a:gd name="connsiteY274" fmla="*/ 4665564 h 6858000"/>
              <a:gd name="connsiteX275" fmla="*/ 6937169 w 7467600"/>
              <a:gd name="connsiteY275" fmla="*/ 4815941 h 6858000"/>
              <a:gd name="connsiteX276" fmla="*/ 6953922 w 7467600"/>
              <a:gd name="connsiteY276" fmla="*/ 4890068 h 6858000"/>
              <a:gd name="connsiteX277" fmla="*/ 6071359 w 7467600"/>
              <a:gd name="connsiteY277" fmla="*/ 4770770 h 6858000"/>
              <a:gd name="connsiteX278" fmla="*/ 6038839 w 7467600"/>
              <a:gd name="connsiteY278" fmla="*/ 4764474 h 6858000"/>
              <a:gd name="connsiteX279" fmla="*/ 6038706 w 7467600"/>
              <a:gd name="connsiteY279" fmla="*/ 4763847 h 6858000"/>
              <a:gd name="connsiteX280" fmla="*/ 6037784 w 7467600"/>
              <a:gd name="connsiteY280" fmla="*/ 4764270 h 6858000"/>
              <a:gd name="connsiteX281" fmla="*/ 6038839 w 7467600"/>
              <a:gd name="connsiteY281" fmla="*/ 4764474 h 6858000"/>
              <a:gd name="connsiteX282" fmla="*/ 6040338 w 7467600"/>
              <a:gd name="connsiteY282" fmla="*/ 4771418 h 6858000"/>
              <a:gd name="connsiteX283" fmla="*/ 6024488 w 7467600"/>
              <a:gd name="connsiteY283" fmla="*/ 4809903 h 6858000"/>
              <a:gd name="connsiteX284" fmla="*/ 5599771 w 7467600"/>
              <a:gd name="connsiteY284" fmla="*/ 5509652 h 6858000"/>
              <a:gd name="connsiteX285" fmla="*/ 5548843 w 7467600"/>
              <a:gd name="connsiteY285" fmla="*/ 5563845 h 6858000"/>
              <a:gd name="connsiteX286" fmla="*/ 5940952 w 7467600"/>
              <a:gd name="connsiteY286" fmla="*/ 6250028 h 6858000"/>
              <a:gd name="connsiteX287" fmla="*/ 6043441 w 7467600"/>
              <a:gd name="connsiteY287" fmla="*/ 6665847 h 6858000"/>
              <a:gd name="connsiteX288" fmla="*/ 6093432 w 7467600"/>
              <a:gd name="connsiteY288" fmla="*/ 6858000 h 6858000"/>
              <a:gd name="connsiteX289" fmla="*/ 6034344 w 7467600"/>
              <a:gd name="connsiteY289" fmla="*/ 6858000 h 6858000"/>
              <a:gd name="connsiteX290" fmla="*/ 6026679 w 7467600"/>
              <a:gd name="connsiteY290" fmla="*/ 6836959 h 6858000"/>
              <a:gd name="connsiteX291" fmla="*/ 5800441 w 7467600"/>
              <a:gd name="connsiteY291" fmla="*/ 6335286 h 6858000"/>
              <a:gd name="connsiteX292" fmla="*/ 5526562 w 7467600"/>
              <a:gd name="connsiteY292" fmla="*/ 5705388 h 6858000"/>
              <a:gd name="connsiteX293" fmla="*/ 5519640 w 7467600"/>
              <a:gd name="connsiteY293" fmla="*/ 5683774 h 6858000"/>
              <a:gd name="connsiteX294" fmla="*/ 5844559 w 7467600"/>
              <a:gd name="connsiteY294" fmla="*/ 6553349 h 6858000"/>
              <a:gd name="connsiteX295" fmla="*/ 5975994 w 7467600"/>
              <a:gd name="connsiteY295" fmla="*/ 6858000 h 6858000"/>
              <a:gd name="connsiteX296" fmla="*/ 5898547 w 7467600"/>
              <a:gd name="connsiteY296" fmla="*/ 6858000 h 6858000"/>
              <a:gd name="connsiteX297" fmla="*/ 5682041 w 7467600"/>
              <a:gd name="connsiteY297" fmla="*/ 6355860 h 6858000"/>
              <a:gd name="connsiteX298" fmla="*/ 5461758 w 7467600"/>
              <a:gd name="connsiteY298" fmla="*/ 5820220 h 6858000"/>
              <a:gd name="connsiteX299" fmla="*/ 5237282 w 7467600"/>
              <a:gd name="connsiteY299" fmla="*/ 6579086 h 6858000"/>
              <a:gd name="connsiteX300" fmla="*/ 5115009 w 7467600"/>
              <a:gd name="connsiteY300" fmla="*/ 6858000 h 6858000"/>
              <a:gd name="connsiteX301" fmla="*/ 5028074 w 7467600"/>
              <a:gd name="connsiteY301" fmla="*/ 6858000 h 6858000"/>
              <a:gd name="connsiteX302" fmla="*/ 5079508 w 7467600"/>
              <a:gd name="connsiteY302" fmla="*/ 6749074 h 6858000"/>
              <a:gd name="connsiteX303" fmla="*/ 5371846 w 7467600"/>
              <a:gd name="connsiteY303" fmla="*/ 5924413 h 6858000"/>
              <a:gd name="connsiteX304" fmla="*/ 5270512 w 7467600"/>
              <a:gd name="connsiteY304" fmla="*/ 6138975 h 6858000"/>
              <a:gd name="connsiteX305" fmla="*/ 5062409 w 7467600"/>
              <a:gd name="connsiteY305" fmla="*/ 6653544 h 6858000"/>
              <a:gd name="connsiteX306" fmla="*/ 5036628 w 7467600"/>
              <a:gd name="connsiteY306" fmla="*/ 6754247 h 6858000"/>
              <a:gd name="connsiteX307" fmla="*/ 5009112 w 7467600"/>
              <a:gd name="connsiteY307" fmla="*/ 6858000 h 6858000"/>
              <a:gd name="connsiteX308" fmla="*/ 4976679 w 7467600"/>
              <a:gd name="connsiteY308" fmla="*/ 6858000 h 6858000"/>
              <a:gd name="connsiteX309" fmla="*/ 5006537 w 7467600"/>
              <a:gd name="connsiteY309" fmla="*/ 6747068 h 6858000"/>
              <a:gd name="connsiteX310" fmla="*/ 5032723 w 7467600"/>
              <a:gd name="connsiteY310" fmla="*/ 6644957 h 6858000"/>
              <a:gd name="connsiteX311" fmla="*/ 5242949 w 7467600"/>
              <a:gd name="connsiteY311" fmla="*/ 6125175 h 6858000"/>
              <a:gd name="connsiteX312" fmla="*/ 5286321 w 7467600"/>
              <a:gd name="connsiteY312" fmla="*/ 6033555 h 6858000"/>
              <a:gd name="connsiteX313" fmla="*/ 5008210 w 7467600"/>
              <a:gd name="connsiteY313" fmla="*/ 6649194 h 6858000"/>
              <a:gd name="connsiteX314" fmla="*/ 4986321 w 7467600"/>
              <a:gd name="connsiteY314" fmla="*/ 6765687 h 6858000"/>
              <a:gd name="connsiteX315" fmla="*/ 4973474 w 7467600"/>
              <a:gd name="connsiteY315" fmla="*/ 6858000 h 6858000"/>
              <a:gd name="connsiteX316" fmla="*/ 4907178 w 7467600"/>
              <a:gd name="connsiteY316" fmla="*/ 6858000 h 6858000"/>
              <a:gd name="connsiteX317" fmla="*/ 4910810 w 7467600"/>
              <a:gd name="connsiteY317" fmla="*/ 6829660 h 6858000"/>
              <a:gd name="connsiteX318" fmla="*/ 4987461 w 7467600"/>
              <a:gd name="connsiteY318" fmla="*/ 6432994 h 6858000"/>
              <a:gd name="connsiteX319" fmla="*/ 5179262 w 7467600"/>
              <a:gd name="connsiteY319" fmla="*/ 6035044 h 6858000"/>
              <a:gd name="connsiteX320" fmla="*/ 4689678 w 7467600"/>
              <a:gd name="connsiteY320" fmla="*/ 6440241 h 6858000"/>
              <a:gd name="connsiteX321" fmla="*/ 4477543 w 7467600"/>
              <a:gd name="connsiteY321" fmla="*/ 6674836 h 6858000"/>
              <a:gd name="connsiteX322" fmla="*/ 4329957 w 7467600"/>
              <a:gd name="connsiteY322" fmla="*/ 6858000 h 6858000"/>
              <a:gd name="connsiteX323" fmla="*/ 4218595 w 7467600"/>
              <a:gd name="connsiteY323" fmla="*/ 6858000 h 6858000"/>
              <a:gd name="connsiteX324" fmla="*/ 4368888 w 7467600"/>
              <a:gd name="connsiteY324" fmla="*/ 6668412 h 6858000"/>
              <a:gd name="connsiteX325" fmla="*/ 4563091 w 7467600"/>
              <a:gd name="connsiteY325" fmla="*/ 6442508 h 6858000"/>
              <a:gd name="connsiteX326" fmla="*/ 5387324 w 7467600"/>
              <a:gd name="connsiteY326" fmla="*/ 5705830 h 6858000"/>
              <a:gd name="connsiteX327" fmla="*/ 5073620 w 7467600"/>
              <a:gd name="connsiteY327" fmla="*/ 5955437 h 6858000"/>
              <a:gd name="connsiteX328" fmla="*/ 4689789 w 7467600"/>
              <a:gd name="connsiteY328" fmla="*/ 6268382 h 6858000"/>
              <a:gd name="connsiteX329" fmla="*/ 4418722 w 7467600"/>
              <a:gd name="connsiteY329" fmla="*/ 6570886 h 6858000"/>
              <a:gd name="connsiteX330" fmla="*/ 4214944 w 7467600"/>
              <a:gd name="connsiteY330" fmla="*/ 6858000 h 6858000"/>
              <a:gd name="connsiteX331" fmla="*/ 4177898 w 7467600"/>
              <a:gd name="connsiteY331" fmla="*/ 6858000 h 6858000"/>
              <a:gd name="connsiteX332" fmla="*/ 4391597 w 7467600"/>
              <a:gd name="connsiteY332" fmla="*/ 6556370 h 6858000"/>
              <a:gd name="connsiteX333" fmla="*/ 4668889 w 7467600"/>
              <a:gd name="connsiteY333" fmla="*/ 6246399 h 6858000"/>
              <a:gd name="connsiteX334" fmla="*/ 5055427 w 7467600"/>
              <a:gd name="connsiteY334" fmla="*/ 5931476 h 6858000"/>
              <a:gd name="connsiteX335" fmla="*/ 5371814 w 7467600"/>
              <a:gd name="connsiteY335" fmla="*/ 5678975 h 6858000"/>
              <a:gd name="connsiteX336" fmla="*/ 4987918 w 7467600"/>
              <a:gd name="connsiteY336" fmla="*/ 5838701 h 6858000"/>
              <a:gd name="connsiteX337" fmla="*/ 4317146 w 7467600"/>
              <a:gd name="connsiteY337" fmla="*/ 6587716 h 6858000"/>
              <a:gd name="connsiteX338" fmla="*/ 4171627 w 7467600"/>
              <a:gd name="connsiteY338" fmla="*/ 6858000 h 6858000"/>
              <a:gd name="connsiteX339" fmla="*/ 4081585 w 7467600"/>
              <a:gd name="connsiteY339" fmla="*/ 6858000 h 6858000"/>
              <a:gd name="connsiteX340" fmla="*/ 4238603 w 7467600"/>
              <a:gd name="connsiteY340" fmla="*/ 6559341 h 6858000"/>
              <a:gd name="connsiteX341" fmla="*/ 4778333 w 7467600"/>
              <a:gd name="connsiteY341" fmla="*/ 5873626 h 6858000"/>
              <a:gd name="connsiteX342" fmla="*/ 5414185 w 7467600"/>
              <a:gd name="connsiteY342" fmla="*/ 5573882 h 6858000"/>
              <a:gd name="connsiteX343" fmla="*/ 5959648 w 7467600"/>
              <a:gd name="connsiteY343" fmla="*/ 4760797 h 6858000"/>
              <a:gd name="connsiteX344" fmla="*/ 5355019 w 7467600"/>
              <a:gd name="connsiteY344" fmla="*/ 4734672 h 6858000"/>
              <a:gd name="connsiteX345" fmla="*/ 5083565 w 7467600"/>
              <a:gd name="connsiteY345" fmla="*/ 5179121 h 6858000"/>
              <a:gd name="connsiteX346" fmla="*/ 4713577 w 7467600"/>
              <a:gd name="connsiteY346" fmla="*/ 5616803 h 6858000"/>
              <a:gd name="connsiteX347" fmla="*/ 3989559 w 7467600"/>
              <a:gd name="connsiteY347" fmla="*/ 6145945 h 6858000"/>
              <a:gd name="connsiteX348" fmla="*/ 3939824 w 7467600"/>
              <a:gd name="connsiteY348" fmla="*/ 6066900 h 6858000"/>
              <a:gd name="connsiteX349" fmla="*/ 4584537 w 7467600"/>
              <a:gd name="connsiteY349" fmla="*/ 5324826 h 6858000"/>
              <a:gd name="connsiteX350" fmla="*/ 5037105 w 7467600"/>
              <a:gd name="connsiteY350" fmla="*/ 5088765 h 6858000"/>
              <a:gd name="connsiteX351" fmla="*/ 5039930 w 7467600"/>
              <a:gd name="connsiteY351" fmla="*/ 5089585 h 6858000"/>
              <a:gd name="connsiteX352" fmla="*/ 5263764 w 7467600"/>
              <a:gd name="connsiteY352" fmla="*/ 4735525 h 6858000"/>
              <a:gd name="connsiteX353" fmla="*/ 4086300 w 7467600"/>
              <a:gd name="connsiteY353" fmla="*/ 4884599 h 6858000"/>
              <a:gd name="connsiteX354" fmla="*/ 4085485 w 7467600"/>
              <a:gd name="connsiteY354" fmla="*/ 4899070 h 6858000"/>
              <a:gd name="connsiteX355" fmla="*/ 3871915 w 7467600"/>
              <a:gd name="connsiteY355" fmla="*/ 5253645 h 6858000"/>
              <a:gd name="connsiteX356" fmla="*/ 3799374 w 7467600"/>
              <a:gd name="connsiteY356" fmla="*/ 5466127 h 6858000"/>
              <a:gd name="connsiteX357" fmla="*/ 3498850 w 7467600"/>
              <a:gd name="connsiteY357" fmla="*/ 6661888 h 6858000"/>
              <a:gd name="connsiteX358" fmla="*/ 3399216 w 7467600"/>
              <a:gd name="connsiteY358" fmla="*/ 6858000 h 6858000"/>
              <a:gd name="connsiteX359" fmla="*/ 3303688 w 7467600"/>
              <a:gd name="connsiteY359" fmla="*/ 6858000 h 6858000"/>
              <a:gd name="connsiteX360" fmla="*/ 3391774 w 7467600"/>
              <a:gd name="connsiteY360" fmla="*/ 6697181 h 6858000"/>
              <a:gd name="connsiteX361" fmla="*/ 3735540 w 7467600"/>
              <a:gd name="connsiteY361" fmla="*/ 5546923 h 6858000"/>
              <a:gd name="connsiteX362" fmla="*/ 3729438 w 7467600"/>
              <a:gd name="connsiteY362" fmla="*/ 5569058 h 6858000"/>
              <a:gd name="connsiteX363" fmla="*/ 3707782 w 7467600"/>
              <a:gd name="connsiteY363" fmla="*/ 5644908 h 6858000"/>
              <a:gd name="connsiteX364" fmla="*/ 3583827 w 7467600"/>
              <a:gd name="connsiteY364" fmla="*/ 6039215 h 6858000"/>
              <a:gd name="connsiteX365" fmla="*/ 3547861 w 7467600"/>
              <a:gd name="connsiteY365" fmla="*/ 6129609 h 6858000"/>
              <a:gd name="connsiteX366" fmla="*/ 3490905 w 7467600"/>
              <a:gd name="connsiteY366" fmla="*/ 6277660 h 6858000"/>
              <a:gd name="connsiteX367" fmla="*/ 3455859 w 7467600"/>
              <a:gd name="connsiteY367" fmla="*/ 6391301 h 6858000"/>
              <a:gd name="connsiteX368" fmla="*/ 3429112 w 7467600"/>
              <a:gd name="connsiteY368" fmla="*/ 6479469 h 6858000"/>
              <a:gd name="connsiteX369" fmla="*/ 3304862 w 7467600"/>
              <a:gd name="connsiteY369" fmla="*/ 6796476 h 6858000"/>
              <a:gd name="connsiteX370" fmla="*/ 3276071 w 7467600"/>
              <a:gd name="connsiteY370" fmla="*/ 6858000 h 6858000"/>
              <a:gd name="connsiteX371" fmla="*/ 3240805 w 7467600"/>
              <a:gd name="connsiteY371" fmla="*/ 6858000 h 6858000"/>
              <a:gd name="connsiteX372" fmla="*/ 3275917 w 7467600"/>
              <a:gd name="connsiteY372" fmla="*/ 6783192 h 6858000"/>
              <a:gd name="connsiteX373" fmla="*/ 3399358 w 7467600"/>
              <a:gd name="connsiteY373" fmla="*/ 6469011 h 6858000"/>
              <a:gd name="connsiteX374" fmla="*/ 3425650 w 7467600"/>
              <a:gd name="connsiteY374" fmla="*/ 6381333 h 6858000"/>
              <a:gd name="connsiteX375" fmla="*/ 3460661 w 7467600"/>
              <a:gd name="connsiteY375" fmla="*/ 6266763 h 6858000"/>
              <a:gd name="connsiteX376" fmla="*/ 3518021 w 7467600"/>
              <a:gd name="connsiteY376" fmla="*/ 6117298 h 6858000"/>
              <a:gd name="connsiteX377" fmla="*/ 3554035 w 7467600"/>
              <a:gd name="connsiteY377" fmla="*/ 6027832 h 6858000"/>
              <a:gd name="connsiteX378" fmla="*/ 3677174 w 7467600"/>
              <a:gd name="connsiteY378" fmla="*/ 5636351 h 6858000"/>
              <a:gd name="connsiteX379" fmla="*/ 3698819 w 7467600"/>
              <a:gd name="connsiteY379" fmla="*/ 5560503 h 6858000"/>
              <a:gd name="connsiteX380" fmla="*/ 3702094 w 7467600"/>
              <a:gd name="connsiteY380" fmla="*/ 5549194 h 6858000"/>
              <a:gd name="connsiteX381" fmla="*/ 3398355 w 7467600"/>
              <a:gd name="connsiteY381" fmla="*/ 6094603 h 6858000"/>
              <a:gd name="connsiteX382" fmla="*/ 3193941 w 7467600"/>
              <a:gd name="connsiteY382" fmla="*/ 6798775 h 6858000"/>
              <a:gd name="connsiteX383" fmla="*/ 3184140 w 7467600"/>
              <a:gd name="connsiteY383" fmla="*/ 6858000 h 6858000"/>
              <a:gd name="connsiteX384" fmla="*/ 3099978 w 7467600"/>
              <a:gd name="connsiteY384" fmla="*/ 6858000 h 6858000"/>
              <a:gd name="connsiteX385" fmla="*/ 3101556 w 7467600"/>
              <a:gd name="connsiteY385" fmla="*/ 6843337 h 6858000"/>
              <a:gd name="connsiteX386" fmla="*/ 3370162 w 7467600"/>
              <a:gd name="connsiteY386" fmla="*/ 5785550 h 6858000"/>
              <a:gd name="connsiteX387" fmla="*/ 3746477 w 7467600"/>
              <a:gd name="connsiteY387" fmla="*/ 5377889 h 6858000"/>
              <a:gd name="connsiteX388" fmla="*/ 3863399 w 7467600"/>
              <a:gd name="connsiteY388" fmla="*/ 5087257 h 6858000"/>
              <a:gd name="connsiteX389" fmla="*/ 3968712 w 7467600"/>
              <a:gd name="connsiteY389" fmla="*/ 4913989 h 6858000"/>
              <a:gd name="connsiteX390" fmla="*/ 2792390 w 7467600"/>
              <a:gd name="connsiteY390" fmla="*/ 5382974 h 6858000"/>
              <a:gd name="connsiteX391" fmla="*/ 2714982 w 7467600"/>
              <a:gd name="connsiteY391" fmla="*/ 5427051 h 6858000"/>
              <a:gd name="connsiteX392" fmla="*/ 2813361 w 7467600"/>
              <a:gd name="connsiteY392" fmla="*/ 6023912 h 6858000"/>
              <a:gd name="connsiteX393" fmla="*/ 2688430 w 7467600"/>
              <a:gd name="connsiteY393" fmla="*/ 6801564 h 6858000"/>
              <a:gd name="connsiteX394" fmla="*/ 2629626 w 7467600"/>
              <a:gd name="connsiteY394" fmla="*/ 6763394 h 6858000"/>
              <a:gd name="connsiteX395" fmla="*/ 2565328 w 7467600"/>
              <a:gd name="connsiteY395" fmla="*/ 5516399 h 6858000"/>
              <a:gd name="connsiteX396" fmla="*/ 1922999 w 7467600"/>
              <a:gd name="connsiteY396" fmla="*/ 5980343 h 6858000"/>
              <a:gd name="connsiteX397" fmla="*/ 1950261 w 7467600"/>
              <a:gd name="connsiteY397" fmla="*/ 6405858 h 6858000"/>
              <a:gd name="connsiteX398" fmla="*/ 2365554 w 7467600"/>
              <a:gd name="connsiteY398" fmla="*/ 6759107 h 6858000"/>
              <a:gd name="connsiteX399" fmla="*/ 2424142 w 7467600"/>
              <a:gd name="connsiteY399" fmla="*/ 6858000 h 6858000"/>
              <a:gd name="connsiteX400" fmla="*/ 2395994 w 7467600"/>
              <a:gd name="connsiteY400" fmla="*/ 6858000 h 6858000"/>
              <a:gd name="connsiteX401" fmla="*/ 2392863 w 7467600"/>
              <a:gd name="connsiteY401" fmla="*/ 6852964 h 6858000"/>
              <a:gd name="connsiteX402" fmla="*/ 2017589 w 7467600"/>
              <a:gd name="connsiteY402" fmla="*/ 6493982 h 6858000"/>
              <a:gd name="connsiteX403" fmla="*/ 2147336 w 7467600"/>
              <a:gd name="connsiteY403" fmla="*/ 6594052 h 6858000"/>
              <a:gd name="connsiteX404" fmla="*/ 2207047 w 7467600"/>
              <a:gd name="connsiteY404" fmla="*/ 6654540 h 6858000"/>
              <a:gd name="connsiteX405" fmla="*/ 2299106 w 7467600"/>
              <a:gd name="connsiteY405" fmla="*/ 6778931 h 6858000"/>
              <a:gd name="connsiteX406" fmla="*/ 2314430 w 7467600"/>
              <a:gd name="connsiteY406" fmla="*/ 6801144 h 6858000"/>
              <a:gd name="connsiteX407" fmla="*/ 2352406 w 7467600"/>
              <a:gd name="connsiteY407" fmla="*/ 6858000 h 6858000"/>
              <a:gd name="connsiteX408" fmla="*/ 2314492 w 7467600"/>
              <a:gd name="connsiteY408" fmla="*/ 6858000 h 6858000"/>
              <a:gd name="connsiteX409" fmla="*/ 2288095 w 7467600"/>
              <a:gd name="connsiteY409" fmla="*/ 6818030 h 6858000"/>
              <a:gd name="connsiteX410" fmla="*/ 2272768 w 7467600"/>
              <a:gd name="connsiteY410" fmla="*/ 6795822 h 6858000"/>
              <a:gd name="connsiteX411" fmla="*/ 2182715 w 7467600"/>
              <a:gd name="connsiteY411" fmla="*/ 6675071 h 6858000"/>
              <a:gd name="connsiteX412" fmla="*/ 2032061 w 7467600"/>
              <a:gd name="connsiteY412" fmla="*/ 6541380 h 6858000"/>
              <a:gd name="connsiteX413" fmla="*/ 2257220 w 7467600"/>
              <a:gd name="connsiteY413" fmla="*/ 6826257 h 6858000"/>
              <a:gd name="connsiteX414" fmla="*/ 2281324 w 7467600"/>
              <a:gd name="connsiteY414" fmla="*/ 6858000 h 6858000"/>
              <a:gd name="connsiteX415" fmla="*/ 2242860 w 7467600"/>
              <a:gd name="connsiteY415" fmla="*/ 6858000 h 6858000"/>
              <a:gd name="connsiteX416" fmla="*/ 2232818 w 7467600"/>
              <a:gd name="connsiteY416" fmla="*/ 6844926 h 6858000"/>
              <a:gd name="connsiteX417" fmla="*/ 1990172 w 7467600"/>
              <a:gd name="connsiteY417" fmla="*/ 6542121 h 6858000"/>
              <a:gd name="connsiteX418" fmla="*/ 2124090 w 7467600"/>
              <a:gd name="connsiteY418" fmla="*/ 6761017 h 6858000"/>
              <a:gd name="connsiteX419" fmla="*/ 2200380 w 7467600"/>
              <a:gd name="connsiteY419" fmla="*/ 6858000 h 6858000"/>
              <a:gd name="connsiteX420" fmla="*/ 2147507 w 7467600"/>
              <a:gd name="connsiteY420" fmla="*/ 6858000 h 6858000"/>
              <a:gd name="connsiteX421" fmla="*/ 2070668 w 7467600"/>
              <a:gd name="connsiteY421" fmla="*/ 6761520 h 6858000"/>
              <a:gd name="connsiteX422" fmla="*/ 1975142 w 7467600"/>
              <a:gd name="connsiteY422" fmla="*/ 6585570 h 6858000"/>
              <a:gd name="connsiteX423" fmla="*/ 2050035 w 7467600"/>
              <a:gd name="connsiteY423" fmla="*/ 6813345 h 6858000"/>
              <a:gd name="connsiteX424" fmla="*/ 2063025 w 7467600"/>
              <a:gd name="connsiteY424" fmla="*/ 6858000 h 6858000"/>
              <a:gd name="connsiteX425" fmla="*/ 2021675 w 7467600"/>
              <a:gd name="connsiteY425" fmla="*/ 6858000 h 6858000"/>
              <a:gd name="connsiteX426" fmla="*/ 2019308 w 7467600"/>
              <a:gd name="connsiteY426" fmla="*/ 6847118 h 6858000"/>
              <a:gd name="connsiteX427" fmla="*/ 1938835 w 7467600"/>
              <a:gd name="connsiteY427" fmla="*/ 6551160 h 6858000"/>
              <a:gd name="connsiteX428" fmla="*/ 1953230 w 7467600"/>
              <a:gd name="connsiteY428" fmla="*/ 6759699 h 6858000"/>
              <a:gd name="connsiteX429" fmla="*/ 1956763 w 7467600"/>
              <a:gd name="connsiteY429" fmla="*/ 6778191 h 6858000"/>
              <a:gd name="connsiteX430" fmla="*/ 1967925 w 7467600"/>
              <a:gd name="connsiteY430" fmla="*/ 6858000 h 6858000"/>
              <a:gd name="connsiteX431" fmla="*/ 1936622 w 7467600"/>
              <a:gd name="connsiteY431" fmla="*/ 6858000 h 6858000"/>
              <a:gd name="connsiteX432" fmla="*/ 1926261 w 7467600"/>
              <a:gd name="connsiteY432" fmla="*/ 6784064 h 6858000"/>
              <a:gd name="connsiteX433" fmla="*/ 1922724 w 7467600"/>
              <a:gd name="connsiteY433" fmla="*/ 6765577 h 6858000"/>
              <a:gd name="connsiteX434" fmla="*/ 1904650 w 7467600"/>
              <a:gd name="connsiteY434" fmla="*/ 6639616 h 6858000"/>
              <a:gd name="connsiteX435" fmla="*/ 1885273 w 7467600"/>
              <a:gd name="connsiteY435" fmla="*/ 6858000 h 6858000"/>
              <a:gd name="connsiteX436" fmla="*/ 1854363 w 7467600"/>
              <a:gd name="connsiteY436" fmla="*/ 6858000 h 6858000"/>
              <a:gd name="connsiteX437" fmla="*/ 1880391 w 7467600"/>
              <a:gd name="connsiteY437" fmla="*/ 6603796 h 6858000"/>
              <a:gd name="connsiteX438" fmla="*/ 1818273 w 7467600"/>
              <a:gd name="connsiteY438" fmla="*/ 6715729 h 6858000"/>
              <a:gd name="connsiteX439" fmla="*/ 1794691 w 7467600"/>
              <a:gd name="connsiteY439" fmla="*/ 6843239 h 6858000"/>
              <a:gd name="connsiteX440" fmla="*/ 1794914 w 7467600"/>
              <a:gd name="connsiteY440" fmla="*/ 6858000 h 6858000"/>
              <a:gd name="connsiteX441" fmla="*/ 1746128 w 7467600"/>
              <a:gd name="connsiteY441" fmla="*/ 6858000 h 6858000"/>
              <a:gd name="connsiteX442" fmla="*/ 1753934 w 7467600"/>
              <a:gd name="connsiteY442" fmla="*/ 6724796 h 6858000"/>
              <a:gd name="connsiteX443" fmla="*/ 1792053 w 7467600"/>
              <a:gd name="connsiteY443" fmla="*/ 6572396 h 6858000"/>
              <a:gd name="connsiteX444" fmla="*/ 1862248 w 7467600"/>
              <a:gd name="connsiteY444" fmla="*/ 6266397 h 6858000"/>
              <a:gd name="connsiteX445" fmla="*/ 1862250 w 7467600"/>
              <a:gd name="connsiteY445" fmla="*/ 6033531 h 6858000"/>
              <a:gd name="connsiteX446" fmla="*/ 1211999 w 7467600"/>
              <a:gd name="connsiteY446" fmla="*/ 6683610 h 6858000"/>
              <a:gd name="connsiteX447" fmla="*/ 1213266 w 7467600"/>
              <a:gd name="connsiteY447" fmla="*/ 6691947 h 6858000"/>
              <a:gd name="connsiteX448" fmla="*/ 1203370 w 7467600"/>
              <a:gd name="connsiteY448" fmla="*/ 6850676 h 6858000"/>
              <a:gd name="connsiteX449" fmla="*/ 1203671 w 7467600"/>
              <a:gd name="connsiteY449" fmla="*/ 6858000 h 6858000"/>
              <a:gd name="connsiteX450" fmla="*/ 1143180 w 7467600"/>
              <a:gd name="connsiteY450" fmla="*/ 6858000 h 6858000"/>
              <a:gd name="connsiteX451" fmla="*/ 1142176 w 7467600"/>
              <a:gd name="connsiteY451" fmla="*/ 6766045 h 6858000"/>
              <a:gd name="connsiteX452" fmla="*/ 1067484 w 7467600"/>
              <a:gd name="connsiteY452" fmla="*/ 6858000 h 6858000"/>
              <a:gd name="connsiteX453" fmla="*/ 953928 w 7467600"/>
              <a:gd name="connsiteY453" fmla="*/ 6858000 h 6858000"/>
              <a:gd name="connsiteX454" fmla="*/ 959715 w 7467600"/>
              <a:gd name="connsiteY454" fmla="*/ 6850185 h 6858000"/>
              <a:gd name="connsiteX455" fmla="*/ 1483788 w 7467600"/>
              <a:gd name="connsiteY455" fmla="*/ 6259174 h 6858000"/>
              <a:gd name="connsiteX456" fmla="*/ 1100671 w 7467600"/>
              <a:gd name="connsiteY456" fmla="*/ 6252137 h 6858000"/>
              <a:gd name="connsiteX457" fmla="*/ 1090144 w 7467600"/>
              <a:gd name="connsiteY457" fmla="*/ 6256748 h 6858000"/>
              <a:gd name="connsiteX458" fmla="*/ 1095872 w 7467600"/>
              <a:gd name="connsiteY458" fmla="*/ 6271892 h 6858000"/>
              <a:gd name="connsiteX459" fmla="*/ 262785 w 7467600"/>
              <a:gd name="connsiteY459" fmla="*/ 6845450 h 6858000"/>
              <a:gd name="connsiteX460" fmla="*/ 209968 w 7467600"/>
              <a:gd name="connsiteY460" fmla="*/ 6770713 h 6858000"/>
              <a:gd name="connsiteX461" fmla="*/ 873460 w 7467600"/>
              <a:gd name="connsiteY461" fmla="*/ 6253768 h 6858000"/>
              <a:gd name="connsiteX462" fmla="*/ 192686 w 7467600"/>
              <a:gd name="connsiteY462" fmla="*/ 5849257 h 6858000"/>
              <a:gd name="connsiteX463" fmla="*/ 4696 w 7467600"/>
              <a:gd name="connsiteY463" fmla="*/ 5697668 h 6858000"/>
              <a:gd name="connsiteX464" fmla="*/ 0 w 7467600"/>
              <a:gd name="connsiteY464" fmla="*/ 5689984 h 6858000"/>
              <a:gd name="connsiteX465" fmla="*/ 0 w 7467600"/>
              <a:gd name="connsiteY465" fmla="*/ 5513472 h 6858000"/>
              <a:gd name="connsiteX466" fmla="*/ 174101 w 7467600"/>
              <a:gd name="connsiteY466" fmla="*/ 5620277 h 6858000"/>
              <a:gd name="connsiteX467" fmla="*/ 891800 w 7467600"/>
              <a:gd name="connsiteY467" fmla="*/ 6036935 h 6858000"/>
              <a:gd name="connsiteX468" fmla="*/ 1072219 w 7467600"/>
              <a:gd name="connsiteY468" fmla="*/ 6169443 h 6858000"/>
              <a:gd name="connsiteX469" fmla="*/ 1074117 w 7467600"/>
              <a:gd name="connsiteY469" fmla="*/ 6170301 h 6858000"/>
              <a:gd name="connsiteX470" fmla="*/ 1083114 w 7467600"/>
              <a:gd name="connsiteY470" fmla="*/ 6174131 h 6858000"/>
              <a:gd name="connsiteX471" fmla="*/ 1543010 w 7467600"/>
              <a:gd name="connsiteY471" fmla="*/ 6191140 h 6858000"/>
              <a:gd name="connsiteX472" fmla="*/ 1551080 w 7467600"/>
              <a:gd name="connsiteY472" fmla="*/ 6195006 h 6858000"/>
              <a:gd name="connsiteX473" fmla="*/ 2345443 w 7467600"/>
              <a:gd name="connsiteY473" fmla="*/ 5549882 h 6858000"/>
              <a:gd name="connsiteX474" fmla="*/ 1721499 w 7467600"/>
              <a:gd name="connsiteY474" fmla="*/ 5599969 h 6858000"/>
              <a:gd name="connsiteX475" fmla="*/ 767716 w 7467600"/>
              <a:gd name="connsiteY475" fmla="*/ 5472768 h 6858000"/>
              <a:gd name="connsiteX476" fmla="*/ 722147 w 7467600"/>
              <a:gd name="connsiteY476" fmla="*/ 5393091 h 6858000"/>
              <a:gd name="connsiteX477" fmla="*/ 1485552 w 7467600"/>
              <a:gd name="connsiteY477" fmla="*/ 5313202 h 6858000"/>
              <a:gd name="connsiteX478" fmla="*/ 2143004 w 7467600"/>
              <a:gd name="connsiteY478" fmla="*/ 5402420 h 6858000"/>
              <a:gd name="connsiteX479" fmla="*/ 1933391 w 7467600"/>
              <a:gd name="connsiteY479" fmla="*/ 5156971 h 6858000"/>
              <a:gd name="connsiteX480" fmla="*/ 1827118 w 7467600"/>
              <a:gd name="connsiteY480" fmla="*/ 4968410 h 6858000"/>
              <a:gd name="connsiteX481" fmla="*/ 1837349 w 7467600"/>
              <a:gd name="connsiteY481" fmla="*/ 4956357 h 6858000"/>
              <a:gd name="connsiteX482" fmla="*/ 2162835 w 7467600"/>
              <a:gd name="connsiteY482" fmla="*/ 5187853 h 6858000"/>
              <a:gd name="connsiteX483" fmla="*/ 2257167 w 7467600"/>
              <a:gd name="connsiteY483" fmla="*/ 5462123 h 6858000"/>
              <a:gd name="connsiteX484" fmla="*/ 2261598 w 7467600"/>
              <a:gd name="connsiteY484" fmla="*/ 5467998 h 6858000"/>
              <a:gd name="connsiteX485" fmla="*/ 2437177 w 7467600"/>
              <a:gd name="connsiteY485" fmla="*/ 5479608 h 6858000"/>
              <a:gd name="connsiteX486" fmla="*/ 2445247 w 7467600"/>
              <a:gd name="connsiteY486" fmla="*/ 5483476 h 6858000"/>
              <a:gd name="connsiteX487" fmla="*/ 2743626 w 7467600"/>
              <a:gd name="connsiteY487" fmla="*/ 5304819 h 6858000"/>
              <a:gd name="connsiteX488" fmla="*/ 3048102 w 7467600"/>
              <a:gd name="connsiteY488" fmla="*/ 5150595 h 6858000"/>
              <a:gd name="connsiteX489" fmla="*/ 1799414 w 7467600"/>
              <a:gd name="connsiteY489" fmla="*/ 4694732 h 6858000"/>
              <a:gd name="connsiteX490" fmla="*/ 1771735 w 7467600"/>
              <a:gd name="connsiteY490" fmla="*/ 4619929 h 6858000"/>
              <a:gd name="connsiteX491" fmla="*/ 3104273 w 7467600"/>
              <a:gd name="connsiteY491" fmla="*/ 5076159 h 6858000"/>
              <a:gd name="connsiteX492" fmla="*/ 3113245 w 7467600"/>
              <a:gd name="connsiteY492" fmla="*/ 5090705 h 6858000"/>
              <a:gd name="connsiteX493" fmla="*/ 3126294 w 7467600"/>
              <a:gd name="connsiteY493" fmla="*/ 5114400 h 6858000"/>
              <a:gd name="connsiteX494" fmla="*/ 3937433 w 7467600"/>
              <a:gd name="connsiteY494" fmla="*/ 4830473 h 6858000"/>
              <a:gd name="connsiteX495" fmla="*/ 3590475 w 7467600"/>
              <a:gd name="connsiteY495" fmla="*/ 4597974 h 6858000"/>
              <a:gd name="connsiteX496" fmla="*/ 3100264 w 7467600"/>
              <a:gd name="connsiteY496" fmla="*/ 4579845 h 6858000"/>
              <a:gd name="connsiteX497" fmla="*/ 2183576 w 7467600"/>
              <a:gd name="connsiteY497" fmla="*/ 4227150 h 6858000"/>
              <a:gd name="connsiteX498" fmla="*/ 2151029 w 7467600"/>
              <a:gd name="connsiteY498" fmla="*/ 4146947 h 6858000"/>
              <a:gd name="connsiteX499" fmla="*/ 3563434 w 7467600"/>
              <a:gd name="connsiteY499" fmla="*/ 4469115 h 6858000"/>
              <a:gd name="connsiteX500" fmla="*/ 3177952 w 7467600"/>
              <a:gd name="connsiteY500" fmla="*/ 3657386 h 6858000"/>
              <a:gd name="connsiteX501" fmla="*/ 3189263 w 7467600"/>
              <a:gd name="connsiteY501" fmla="*/ 3625726 h 6858000"/>
              <a:gd name="connsiteX502" fmla="*/ 3560912 w 7467600"/>
              <a:gd name="connsiteY502" fmla="*/ 4079863 h 6858000"/>
              <a:gd name="connsiteX503" fmla="*/ 3626636 w 7467600"/>
              <a:gd name="connsiteY503" fmla="*/ 4512230 h 6858000"/>
              <a:gd name="connsiteX504" fmla="*/ 3653088 w 7467600"/>
              <a:gd name="connsiteY504" fmla="*/ 4521417 h 6858000"/>
              <a:gd name="connsiteX505" fmla="*/ 3988128 w 7467600"/>
              <a:gd name="connsiteY505" fmla="*/ 4817267 h 6858000"/>
              <a:gd name="connsiteX506" fmla="*/ 4830582 w 7467600"/>
              <a:gd name="connsiteY506" fmla="*/ 4676000 h 6858000"/>
              <a:gd name="connsiteX507" fmla="*/ 4830100 w 7467600"/>
              <a:gd name="connsiteY507" fmla="*/ 4675554 h 6858000"/>
              <a:gd name="connsiteX508" fmla="*/ 4036318 w 7467600"/>
              <a:gd name="connsiteY508" fmla="*/ 4147013 h 6858000"/>
              <a:gd name="connsiteX509" fmla="*/ 3432098 w 7467600"/>
              <a:gd name="connsiteY509" fmla="*/ 3537312 h 6858000"/>
              <a:gd name="connsiteX510" fmla="*/ 3446761 w 7467600"/>
              <a:gd name="connsiteY510" fmla="*/ 3461278 h 6858000"/>
              <a:gd name="connsiteX511" fmla="*/ 4419733 w 7467600"/>
              <a:gd name="connsiteY511" fmla="*/ 3963555 h 6858000"/>
              <a:gd name="connsiteX512" fmla="*/ 4781371 w 7467600"/>
              <a:gd name="connsiteY512" fmla="*/ 4458604 h 6858000"/>
              <a:gd name="connsiteX513" fmla="*/ 4780440 w 7467600"/>
              <a:gd name="connsiteY513" fmla="*/ 4470290 h 6858000"/>
              <a:gd name="connsiteX514" fmla="*/ 4898954 w 7467600"/>
              <a:gd name="connsiteY514" fmla="*/ 4662092 h 6858000"/>
              <a:gd name="connsiteX515" fmla="*/ 4900699 w 7467600"/>
              <a:gd name="connsiteY515" fmla="*/ 4670867 h 6858000"/>
              <a:gd name="connsiteX516" fmla="*/ 5714511 w 7467600"/>
              <a:gd name="connsiteY516" fmla="*/ 4663483 h 6858000"/>
              <a:gd name="connsiteX517" fmla="*/ 5464793 w 7467600"/>
              <a:gd name="connsiteY517" fmla="*/ 4393556 h 6858000"/>
              <a:gd name="connsiteX518" fmla="*/ 5461897 w 7467600"/>
              <a:gd name="connsiteY518" fmla="*/ 4390879 h 6858000"/>
              <a:gd name="connsiteX519" fmla="*/ 4294126 w 7467600"/>
              <a:gd name="connsiteY519" fmla="*/ 3303048 h 6858000"/>
              <a:gd name="connsiteX520" fmla="*/ 4305321 w 7467600"/>
              <a:gd name="connsiteY520" fmla="*/ 3256953 h 6858000"/>
              <a:gd name="connsiteX521" fmla="*/ 4949299 w 7467600"/>
              <a:gd name="connsiteY521" fmla="*/ 3766336 h 6858000"/>
              <a:gd name="connsiteX522" fmla="*/ 5291452 w 7467600"/>
              <a:gd name="connsiteY522" fmla="*/ 4076801 h 6858000"/>
              <a:gd name="connsiteX523" fmla="*/ 5434998 w 7467600"/>
              <a:gd name="connsiteY523" fmla="*/ 4254100 h 6858000"/>
              <a:gd name="connsiteX524" fmla="*/ 5351015 w 7467600"/>
              <a:gd name="connsiteY524" fmla="*/ 3760989 h 6858000"/>
              <a:gd name="connsiteX525" fmla="*/ 5413780 w 7467600"/>
              <a:gd name="connsiteY525" fmla="*/ 2966265 h 6858000"/>
              <a:gd name="connsiteX526" fmla="*/ 5425627 w 7467600"/>
              <a:gd name="connsiteY526" fmla="*/ 2954192 h 6858000"/>
              <a:gd name="connsiteX527" fmla="*/ 6604735 w 7467600"/>
              <a:gd name="connsiteY527" fmla="*/ 2041381 h 6858000"/>
              <a:gd name="connsiteX528" fmla="*/ 7204487 w 7467600"/>
              <a:gd name="connsiteY528" fmla="*/ 2742112 h 6858000"/>
              <a:gd name="connsiteX529" fmla="*/ 7131592 w 7467600"/>
              <a:gd name="connsiteY529" fmla="*/ 2672096 h 6858000"/>
              <a:gd name="connsiteX530" fmla="*/ 6996344 w 7467600"/>
              <a:gd name="connsiteY530" fmla="*/ 2518310 h 6858000"/>
              <a:gd name="connsiteX531" fmla="*/ 6735495 w 7467600"/>
              <a:gd name="connsiteY531" fmla="*/ 2196890 h 6858000"/>
              <a:gd name="connsiteX532" fmla="*/ 6721901 w 7467600"/>
              <a:gd name="connsiteY532" fmla="*/ 2179274 h 6858000"/>
              <a:gd name="connsiteX533" fmla="*/ 6604735 w 7467600"/>
              <a:gd name="connsiteY533" fmla="*/ 2041381 h 6858000"/>
              <a:gd name="connsiteX534" fmla="*/ 6591670 w 7467600"/>
              <a:gd name="connsiteY534" fmla="*/ 1988277 h 6858000"/>
              <a:gd name="connsiteX535" fmla="*/ 6747349 w 7467600"/>
              <a:gd name="connsiteY535" fmla="*/ 2160069 h 6858000"/>
              <a:gd name="connsiteX536" fmla="*/ 6760943 w 7467600"/>
              <a:gd name="connsiteY536" fmla="*/ 2177686 h 6858000"/>
              <a:gd name="connsiteX537" fmla="*/ 7021065 w 7467600"/>
              <a:gd name="connsiteY537" fmla="*/ 2498102 h 6858000"/>
              <a:gd name="connsiteX538" fmla="*/ 7155223 w 7467600"/>
              <a:gd name="connsiteY538" fmla="*/ 2650386 h 6858000"/>
              <a:gd name="connsiteX539" fmla="*/ 7203167 w 7467600"/>
              <a:gd name="connsiteY539" fmla="*/ 2697288 h 6858000"/>
              <a:gd name="connsiteX540" fmla="*/ 6937703 w 7467600"/>
              <a:gd name="connsiteY540" fmla="*/ 2321981 h 6858000"/>
              <a:gd name="connsiteX541" fmla="*/ 6591670 w 7467600"/>
              <a:gd name="connsiteY541" fmla="*/ 1988277 h 6858000"/>
              <a:gd name="connsiteX542" fmla="*/ 5798671 w 7467600"/>
              <a:gd name="connsiteY542" fmla="*/ 1981601 h 6858000"/>
              <a:gd name="connsiteX543" fmla="*/ 5754709 w 7467600"/>
              <a:gd name="connsiteY543" fmla="*/ 2071454 h 6858000"/>
              <a:gd name="connsiteX544" fmla="*/ 5763044 w 7467600"/>
              <a:gd name="connsiteY544" fmla="*/ 2842206 h 6858000"/>
              <a:gd name="connsiteX545" fmla="*/ 5764974 w 7467600"/>
              <a:gd name="connsiteY545" fmla="*/ 2799609 h 6858000"/>
              <a:gd name="connsiteX546" fmla="*/ 5767665 w 7467600"/>
              <a:gd name="connsiteY546" fmla="*/ 2666409 h 6858000"/>
              <a:gd name="connsiteX547" fmla="*/ 5763055 w 7467600"/>
              <a:gd name="connsiteY547" fmla="*/ 2579705 h 6858000"/>
              <a:gd name="connsiteX548" fmla="*/ 5758079 w 7467600"/>
              <a:gd name="connsiteY548" fmla="*/ 2492508 h 6858000"/>
              <a:gd name="connsiteX549" fmla="*/ 5779325 w 7467600"/>
              <a:gd name="connsiteY549" fmla="*/ 2197069 h 6858000"/>
              <a:gd name="connsiteX550" fmla="*/ 5798671 w 7467600"/>
              <a:gd name="connsiteY550" fmla="*/ 1981601 h 6858000"/>
              <a:gd name="connsiteX551" fmla="*/ 5829202 w 7467600"/>
              <a:gd name="connsiteY551" fmla="*/ 1971679 h 6858000"/>
              <a:gd name="connsiteX552" fmla="*/ 5809558 w 7467600"/>
              <a:gd name="connsiteY552" fmla="*/ 2198043 h 6858000"/>
              <a:gd name="connsiteX553" fmla="*/ 5788653 w 7467600"/>
              <a:gd name="connsiteY553" fmla="*/ 2489430 h 6858000"/>
              <a:gd name="connsiteX554" fmla="*/ 5793439 w 7467600"/>
              <a:gd name="connsiteY554" fmla="*/ 2575235 h 6858000"/>
              <a:gd name="connsiteX555" fmla="*/ 5796837 w 7467600"/>
              <a:gd name="connsiteY555" fmla="*/ 2637633 h 6858000"/>
              <a:gd name="connsiteX556" fmla="*/ 5818614 w 7467600"/>
              <a:gd name="connsiteY556" fmla="*/ 2473055 h 6858000"/>
              <a:gd name="connsiteX557" fmla="*/ 5829202 w 7467600"/>
              <a:gd name="connsiteY557" fmla="*/ 1971679 h 6858000"/>
              <a:gd name="connsiteX558" fmla="*/ 5911389 w 7467600"/>
              <a:gd name="connsiteY558" fmla="*/ 1898371 h 6858000"/>
              <a:gd name="connsiteX559" fmla="*/ 6237627 w 7467600"/>
              <a:gd name="connsiteY559" fmla="*/ 2231921 h 6858000"/>
              <a:gd name="connsiteX560" fmla="*/ 5911389 w 7467600"/>
              <a:gd name="connsiteY560" fmla="*/ 1898371 h 6858000"/>
              <a:gd name="connsiteX561" fmla="*/ 6944437 w 7467600"/>
              <a:gd name="connsiteY561" fmla="*/ 1575402 h 6858000"/>
              <a:gd name="connsiteX562" fmla="*/ 6304730 w 7467600"/>
              <a:gd name="connsiteY562" fmla="*/ 1766654 h 6858000"/>
              <a:gd name="connsiteX563" fmla="*/ 6944437 w 7467600"/>
              <a:gd name="connsiteY563" fmla="*/ 1575402 h 6858000"/>
              <a:gd name="connsiteX564" fmla="*/ 7019523 w 7467600"/>
              <a:gd name="connsiteY564" fmla="*/ 1519450 h 6858000"/>
              <a:gd name="connsiteX565" fmla="*/ 6298091 w 7467600"/>
              <a:gd name="connsiteY565" fmla="*/ 1737122 h 6858000"/>
              <a:gd name="connsiteX566" fmla="*/ 7019523 w 7467600"/>
              <a:gd name="connsiteY566" fmla="*/ 1519450 h 6858000"/>
              <a:gd name="connsiteX567" fmla="*/ 2399523 w 7467600"/>
              <a:gd name="connsiteY567" fmla="*/ 1428234 h 6858000"/>
              <a:gd name="connsiteX568" fmla="*/ 2224982 w 7467600"/>
              <a:gd name="connsiteY568" fmla="*/ 1826201 h 6858000"/>
              <a:gd name="connsiteX569" fmla="*/ 2096099 w 7467600"/>
              <a:gd name="connsiteY569" fmla="*/ 2345900 h 6858000"/>
              <a:gd name="connsiteX570" fmla="*/ 2283317 w 7467600"/>
              <a:gd name="connsiteY570" fmla="*/ 1796925 h 6858000"/>
              <a:gd name="connsiteX571" fmla="*/ 2399523 w 7467600"/>
              <a:gd name="connsiteY571" fmla="*/ 1428234 h 6858000"/>
              <a:gd name="connsiteX572" fmla="*/ 2448558 w 7467600"/>
              <a:gd name="connsiteY572" fmla="*/ 1373435 h 6858000"/>
              <a:gd name="connsiteX573" fmla="*/ 2312521 w 7467600"/>
              <a:gd name="connsiteY573" fmla="*/ 1806140 h 6858000"/>
              <a:gd name="connsiteX574" fmla="*/ 2127533 w 7467600"/>
              <a:gd name="connsiteY574" fmla="*/ 2348380 h 6858000"/>
              <a:gd name="connsiteX575" fmla="*/ 2358080 w 7467600"/>
              <a:gd name="connsiteY575" fmla="*/ 1866134 h 6858000"/>
              <a:gd name="connsiteX576" fmla="*/ 2407436 w 7467600"/>
              <a:gd name="connsiteY576" fmla="*/ 1651070 h 6858000"/>
              <a:gd name="connsiteX577" fmla="*/ 2448558 w 7467600"/>
              <a:gd name="connsiteY577" fmla="*/ 1373435 h 6858000"/>
              <a:gd name="connsiteX578" fmla="*/ 278707 w 7467600"/>
              <a:gd name="connsiteY578" fmla="*/ 1352270 h 6858000"/>
              <a:gd name="connsiteX579" fmla="*/ 321570 w 7467600"/>
              <a:gd name="connsiteY579" fmla="*/ 1861610 h 6858000"/>
              <a:gd name="connsiteX580" fmla="*/ 294281 w 7467600"/>
              <a:gd name="connsiteY580" fmla="*/ 1440658 h 6858000"/>
              <a:gd name="connsiteX581" fmla="*/ 278707 w 7467600"/>
              <a:gd name="connsiteY581" fmla="*/ 1352270 h 6858000"/>
              <a:gd name="connsiteX582" fmla="*/ 1423821 w 7467600"/>
              <a:gd name="connsiteY582" fmla="*/ 1351958 h 6858000"/>
              <a:gd name="connsiteX583" fmla="*/ 1638521 w 7467600"/>
              <a:gd name="connsiteY583" fmla="*/ 1908470 h 6858000"/>
              <a:gd name="connsiteX584" fmla="*/ 1754199 w 7467600"/>
              <a:gd name="connsiteY584" fmla="*/ 2149284 h 6858000"/>
              <a:gd name="connsiteX585" fmla="*/ 1908359 w 7467600"/>
              <a:gd name="connsiteY585" fmla="*/ 2364988 h 6858000"/>
              <a:gd name="connsiteX586" fmla="*/ 1647661 w 7467600"/>
              <a:gd name="connsiteY586" fmla="*/ 1825945 h 6858000"/>
              <a:gd name="connsiteX587" fmla="*/ 1423821 w 7467600"/>
              <a:gd name="connsiteY587" fmla="*/ 1351958 h 6858000"/>
              <a:gd name="connsiteX588" fmla="*/ 1431890 w 7467600"/>
              <a:gd name="connsiteY588" fmla="*/ 1306475 h 6858000"/>
              <a:gd name="connsiteX589" fmla="*/ 1507597 w 7467600"/>
              <a:gd name="connsiteY589" fmla="*/ 1446132 h 6858000"/>
              <a:gd name="connsiteX590" fmla="*/ 1674586 w 7467600"/>
              <a:gd name="connsiteY590" fmla="*/ 1813832 h 6858000"/>
              <a:gd name="connsiteX591" fmla="*/ 1815950 w 7467600"/>
              <a:gd name="connsiteY591" fmla="*/ 2128564 h 6858000"/>
              <a:gd name="connsiteX592" fmla="*/ 1984242 w 7467600"/>
              <a:gd name="connsiteY592" fmla="*/ 2430829 h 6858000"/>
              <a:gd name="connsiteX593" fmla="*/ 2014023 w 7467600"/>
              <a:gd name="connsiteY593" fmla="*/ 2450995 h 6858000"/>
              <a:gd name="connsiteX594" fmla="*/ 1747337 w 7467600"/>
              <a:gd name="connsiteY594" fmla="*/ 1855264 h 6858000"/>
              <a:gd name="connsiteX595" fmla="*/ 1533749 w 7467600"/>
              <a:gd name="connsiteY595" fmla="*/ 1478656 h 6858000"/>
              <a:gd name="connsiteX596" fmla="*/ 1431890 w 7467600"/>
              <a:gd name="connsiteY596" fmla="*/ 1306475 h 6858000"/>
              <a:gd name="connsiteX597" fmla="*/ 5052692 w 7467600"/>
              <a:gd name="connsiteY597" fmla="*/ 1292994 h 6858000"/>
              <a:gd name="connsiteX598" fmla="*/ 5200661 w 7467600"/>
              <a:gd name="connsiteY598" fmla="*/ 1635186 h 6858000"/>
              <a:gd name="connsiteX599" fmla="*/ 5297138 w 7467600"/>
              <a:gd name="connsiteY599" fmla="*/ 1906351 h 6858000"/>
              <a:gd name="connsiteX600" fmla="*/ 5052692 w 7467600"/>
              <a:gd name="connsiteY600" fmla="*/ 1292994 h 6858000"/>
              <a:gd name="connsiteX601" fmla="*/ 5009948 w 7467600"/>
              <a:gd name="connsiteY601" fmla="*/ 1273619 h 6858000"/>
              <a:gd name="connsiteX602" fmla="*/ 5121777 w 7467600"/>
              <a:gd name="connsiteY602" fmla="*/ 1654213 h 6858000"/>
              <a:gd name="connsiteX603" fmla="*/ 5293545 w 7467600"/>
              <a:gd name="connsiteY603" fmla="*/ 2072247 h 6858000"/>
              <a:gd name="connsiteX604" fmla="*/ 5294042 w 7467600"/>
              <a:gd name="connsiteY604" fmla="*/ 2065019 h 6858000"/>
              <a:gd name="connsiteX605" fmla="*/ 5171936 w 7467600"/>
              <a:gd name="connsiteY605" fmla="*/ 1647613 h 6858000"/>
              <a:gd name="connsiteX606" fmla="*/ 5009948 w 7467600"/>
              <a:gd name="connsiteY606" fmla="*/ 1273619 h 6858000"/>
              <a:gd name="connsiteX607" fmla="*/ 655236 w 7467600"/>
              <a:gd name="connsiteY607" fmla="*/ 1268632 h 6858000"/>
              <a:gd name="connsiteX608" fmla="*/ 839521 w 7467600"/>
              <a:gd name="connsiteY608" fmla="*/ 1685315 h 6858000"/>
              <a:gd name="connsiteX609" fmla="*/ 1109416 w 7467600"/>
              <a:gd name="connsiteY609" fmla="*/ 2061663 h 6858000"/>
              <a:gd name="connsiteX610" fmla="*/ 1298300 w 7467600"/>
              <a:gd name="connsiteY610" fmla="*/ 2247742 h 6858000"/>
              <a:gd name="connsiteX611" fmla="*/ 1125871 w 7467600"/>
              <a:gd name="connsiteY611" fmla="*/ 1989513 h 6858000"/>
              <a:gd name="connsiteX612" fmla="*/ 981574 w 7467600"/>
              <a:gd name="connsiteY612" fmla="*/ 1783157 h 6858000"/>
              <a:gd name="connsiteX613" fmla="*/ 922198 w 7467600"/>
              <a:gd name="connsiteY613" fmla="*/ 1677437 h 6858000"/>
              <a:gd name="connsiteX614" fmla="*/ 869293 w 7467600"/>
              <a:gd name="connsiteY614" fmla="*/ 1583214 h 6858000"/>
              <a:gd name="connsiteX615" fmla="*/ 751431 w 7467600"/>
              <a:gd name="connsiteY615" fmla="*/ 1405731 h 6858000"/>
              <a:gd name="connsiteX616" fmla="*/ 655236 w 7467600"/>
              <a:gd name="connsiteY616" fmla="*/ 1268632 h 6858000"/>
              <a:gd name="connsiteX617" fmla="*/ 6516292 w 7467600"/>
              <a:gd name="connsiteY617" fmla="*/ 1263064 h 6858000"/>
              <a:gd name="connsiteX618" fmla="*/ 5736320 w 7467600"/>
              <a:gd name="connsiteY618" fmla="*/ 1501803 h 6858000"/>
              <a:gd name="connsiteX619" fmla="*/ 6516292 w 7467600"/>
              <a:gd name="connsiteY619" fmla="*/ 1263064 h 6858000"/>
              <a:gd name="connsiteX620" fmla="*/ 291466 w 7467600"/>
              <a:gd name="connsiteY620" fmla="*/ 1250369 h 6858000"/>
              <a:gd name="connsiteX621" fmla="*/ 323180 w 7467600"/>
              <a:gd name="connsiteY621" fmla="*/ 1435283 h 6858000"/>
              <a:gd name="connsiteX622" fmla="*/ 349381 w 7467600"/>
              <a:gd name="connsiteY622" fmla="*/ 1875041 h 6858000"/>
              <a:gd name="connsiteX623" fmla="*/ 374363 w 7467600"/>
              <a:gd name="connsiteY623" fmla="*/ 1506494 h 6858000"/>
              <a:gd name="connsiteX624" fmla="*/ 302168 w 7467600"/>
              <a:gd name="connsiteY624" fmla="*/ 1274495 h 6858000"/>
              <a:gd name="connsiteX625" fmla="*/ 291466 w 7467600"/>
              <a:gd name="connsiteY625" fmla="*/ 1250369 h 6858000"/>
              <a:gd name="connsiteX626" fmla="*/ 678222 w 7467600"/>
              <a:gd name="connsiteY626" fmla="*/ 1248670 h 6858000"/>
              <a:gd name="connsiteX627" fmla="*/ 775536 w 7467600"/>
              <a:gd name="connsiteY627" fmla="*/ 1388015 h 6858000"/>
              <a:gd name="connsiteX628" fmla="*/ 894529 w 7467600"/>
              <a:gd name="connsiteY628" fmla="*/ 1567739 h 6858000"/>
              <a:gd name="connsiteX629" fmla="*/ 948000 w 7467600"/>
              <a:gd name="connsiteY629" fmla="*/ 1663088 h 6858000"/>
              <a:gd name="connsiteX630" fmla="*/ 1006812 w 7467600"/>
              <a:gd name="connsiteY630" fmla="*/ 1767683 h 6858000"/>
              <a:gd name="connsiteX631" fmla="*/ 1149133 w 7467600"/>
              <a:gd name="connsiteY631" fmla="*/ 1971513 h 6858000"/>
              <a:gd name="connsiteX632" fmla="*/ 1333952 w 7467600"/>
              <a:gd name="connsiteY632" fmla="*/ 2251620 h 6858000"/>
              <a:gd name="connsiteX633" fmla="*/ 1337329 w 7467600"/>
              <a:gd name="connsiteY633" fmla="*/ 2258350 h 6858000"/>
              <a:gd name="connsiteX634" fmla="*/ 1014726 w 7467600"/>
              <a:gd name="connsiteY634" fmla="*/ 1615556 h 6858000"/>
              <a:gd name="connsiteX635" fmla="*/ 678222 w 7467600"/>
              <a:gd name="connsiteY635" fmla="*/ 1248670 h 6858000"/>
              <a:gd name="connsiteX636" fmla="*/ 6691602 w 7467600"/>
              <a:gd name="connsiteY636" fmla="*/ 1140573 h 6858000"/>
              <a:gd name="connsiteX637" fmla="*/ 6571100 w 7467600"/>
              <a:gd name="connsiteY637" fmla="*/ 1183662 h 6858000"/>
              <a:gd name="connsiteX638" fmla="*/ 6241687 w 7467600"/>
              <a:gd name="connsiteY638" fmla="*/ 1257600 h 6858000"/>
              <a:gd name="connsiteX639" fmla="*/ 5693009 w 7467600"/>
              <a:gd name="connsiteY639" fmla="*/ 1478256 h 6858000"/>
              <a:gd name="connsiteX640" fmla="*/ 6548420 w 7467600"/>
              <a:gd name="connsiteY640" fmla="*/ 1214599 h 6858000"/>
              <a:gd name="connsiteX641" fmla="*/ 6605473 w 7467600"/>
              <a:gd name="connsiteY641" fmla="*/ 1184686 h 6858000"/>
              <a:gd name="connsiteX642" fmla="*/ 6691602 w 7467600"/>
              <a:gd name="connsiteY642" fmla="*/ 1140573 h 6858000"/>
              <a:gd name="connsiteX643" fmla="*/ 4002475 w 7467600"/>
              <a:gd name="connsiteY643" fmla="*/ 1037802 h 6858000"/>
              <a:gd name="connsiteX644" fmla="*/ 4000324 w 7467600"/>
              <a:gd name="connsiteY644" fmla="*/ 1039362 h 6858000"/>
              <a:gd name="connsiteX645" fmla="*/ 4002862 w 7467600"/>
              <a:gd name="connsiteY645" fmla="*/ 1042866 h 6858000"/>
              <a:gd name="connsiteX646" fmla="*/ 4002475 w 7467600"/>
              <a:gd name="connsiteY646" fmla="*/ 1037802 h 6858000"/>
              <a:gd name="connsiteX647" fmla="*/ 506322 w 7467600"/>
              <a:gd name="connsiteY647" fmla="*/ 1020997 h 6858000"/>
              <a:gd name="connsiteX648" fmla="*/ 533068 w 7467600"/>
              <a:gd name="connsiteY648" fmla="*/ 1029409 h 6858000"/>
              <a:gd name="connsiteX649" fmla="*/ 1232525 w 7467600"/>
              <a:gd name="connsiteY649" fmla="*/ 1804675 h 6858000"/>
              <a:gd name="connsiteX650" fmla="*/ 1388858 w 7467600"/>
              <a:gd name="connsiteY650" fmla="*/ 2368011 h 6858000"/>
              <a:gd name="connsiteX651" fmla="*/ 1384098 w 7467600"/>
              <a:gd name="connsiteY651" fmla="*/ 2378125 h 6858000"/>
              <a:gd name="connsiteX652" fmla="*/ 1425393 w 7467600"/>
              <a:gd name="connsiteY652" fmla="*/ 2589124 h 6858000"/>
              <a:gd name="connsiteX653" fmla="*/ 1424001 w 7467600"/>
              <a:gd name="connsiteY653" fmla="*/ 2597541 h 6858000"/>
              <a:gd name="connsiteX654" fmla="*/ 2152729 w 7467600"/>
              <a:gd name="connsiteY654" fmla="*/ 2864487 h 6858000"/>
              <a:gd name="connsiteX655" fmla="*/ 2020609 w 7467600"/>
              <a:gd name="connsiteY655" fmla="*/ 2539671 h 6858000"/>
              <a:gd name="connsiteX656" fmla="*/ 2018920 w 7467600"/>
              <a:gd name="connsiteY656" fmla="*/ 2536309 h 6858000"/>
              <a:gd name="connsiteX657" fmla="*/ 1342441 w 7467600"/>
              <a:gd name="connsiteY657" fmla="*/ 1173017 h 6858000"/>
              <a:gd name="connsiteX658" fmla="*/ 1367925 w 7467600"/>
              <a:gd name="connsiteY658" fmla="*/ 1135648 h 6858000"/>
              <a:gd name="connsiteX659" fmla="*/ 1771401 w 7467600"/>
              <a:gd name="connsiteY659" fmla="*/ 1806673 h 6858000"/>
              <a:gd name="connsiteX660" fmla="*/ 1972385 w 7467600"/>
              <a:gd name="connsiteY660" fmla="*/ 2198735 h 6858000"/>
              <a:gd name="connsiteX661" fmla="*/ 2040892 w 7467600"/>
              <a:gd name="connsiteY661" fmla="*/ 2405205 h 6858000"/>
              <a:gd name="connsiteX662" fmla="*/ 2131689 w 7467600"/>
              <a:gd name="connsiteY662" fmla="*/ 1936926 h 6858000"/>
              <a:gd name="connsiteX663" fmla="*/ 2454820 w 7467600"/>
              <a:gd name="connsiteY663" fmla="*/ 1248808 h 6858000"/>
              <a:gd name="connsiteX664" fmla="*/ 2492512 w 7467600"/>
              <a:gd name="connsiteY664" fmla="*/ 1302920 h 6858000"/>
              <a:gd name="connsiteX665" fmla="*/ 2081216 w 7467600"/>
              <a:gd name="connsiteY665" fmla="*/ 2527513 h 6858000"/>
              <a:gd name="connsiteX666" fmla="*/ 2081211 w 7467600"/>
              <a:gd name="connsiteY666" fmla="*/ 2528916 h 6858000"/>
              <a:gd name="connsiteX667" fmla="*/ 2199067 w 7467600"/>
              <a:gd name="connsiteY667" fmla="*/ 2884061 h 6858000"/>
              <a:gd name="connsiteX668" fmla="*/ 3192586 w 7467600"/>
              <a:gd name="connsiteY668" fmla="*/ 3411496 h 6858000"/>
              <a:gd name="connsiteX669" fmla="*/ 3182620 w 7467600"/>
              <a:gd name="connsiteY669" fmla="*/ 3483279 h 6858000"/>
              <a:gd name="connsiteX670" fmla="*/ 2435119 w 7467600"/>
              <a:gd name="connsiteY670" fmla="*/ 3080173 h 6858000"/>
              <a:gd name="connsiteX671" fmla="*/ 2410152 w 7467600"/>
              <a:gd name="connsiteY671" fmla="*/ 3063751 h 6858000"/>
              <a:gd name="connsiteX672" fmla="*/ 2408099 w 7467600"/>
              <a:gd name="connsiteY672" fmla="*/ 3064403 h 6858000"/>
              <a:gd name="connsiteX673" fmla="*/ 2407218 w 7467600"/>
              <a:gd name="connsiteY673" fmla="*/ 3070324 h 6858000"/>
              <a:gd name="connsiteX674" fmla="*/ 2380138 w 7467600"/>
              <a:gd name="connsiteY674" fmla="*/ 3099341 h 6858000"/>
              <a:gd name="connsiteX675" fmla="*/ 1765923 w 7467600"/>
              <a:gd name="connsiteY675" fmla="*/ 3581043 h 6858000"/>
              <a:gd name="connsiteX676" fmla="*/ 1702258 w 7467600"/>
              <a:gd name="connsiteY676" fmla="*/ 3612286 h 6858000"/>
              <a:gd name="connsiteX677" fmla="*/ 1538370 w 7467600"/>
              <a:gd name="connsiteY677" fmla="*/ 3811804 h 6858000"/>
              <a:gd name="connsiteX678" fmla="*/ 542867 w 7467600"/>
              <a:gd name="connsiteY678" fmla="*/ 4944092 h 6858000"/>
              <a:gd name="connsiteX679" fmla="*/ 515800 w 7467600"/>
              <a:gd name="connsiteY679" fmla="*/ 4862180 h 6858000"/>
              <a:gd name="connsiteX680" fmla="*/ 909145 w 7467600"/>
              <a:gd name="connsiteY680" fmla="*/ 4199225 h 6858000"/>
              <a:gd name="connsiteX681" fmla="*/ 1214067 w 7467600"/>
              <a:gd name="connsiteY681" fmla="*/ 3908561 h 6858000"/>
              <a:gd name="connsiteX682" fmla="*/ 640967 w 7467600"/>
              <a:gd name="connsiteY682" fmla="*/ 4105601 h 6858000"/>
              <a:gd name="connsiteX683" fmla="*/ 112563 w 7467600"/>
              <a:gd name="connsiteY683" fmla="*/ 4396952 h 6858000"/>
              <a:gd name="connsiteX684" fmla="*/ 0 w 7467600"/>
              <a:gd name="connsiteY684" fmla="*/ 4466006 h 6858000"/>
              <a:gd name="connsiteX685" fmla="*/ 0 w 7467600"/>
              <a:gd name="connsiteY685" fmla="*/ 4233763 h 6858000"/>
              <a:gd name="connsiteX686" fmla="*/ 36881 w 7467600"/>
              <a:gd name="connsiteY686" fmla="*/ 4200118 h 6858000"/>
              <a:gd name="connsiteX687" fmla="*/ 910534 w 7467600"/>
              <a:gd name="connsiteY687" fmla="*/ 3629753 h 6858000"/>
              <a:gd name="connsiteX688" fmla="*/ 1578717 w 7467600"/>
              <a:gd name="connsiteY688" fmla="*/ 3575982 h 6858000"/>
              <a:gd name="connsiteX689" fmla="*/ 2338780 w 7467600"/>
              <a:gd name="connsiteY689" fmla="*/ 3033725 h 6858000"/>
              <a:gd name="connsiteX690" fmla="*/ 1807991 w 7467600"/>
              <a:gd name="connsiteY690" fmla="*/ 2807184 h 6858000"/>
              <a:gd name="connsiteX691" fmla="*/ 1416358 w 7467600"/>
              <a:gd name="connsiteY691" fmla="*/ 3112571 h 6858000"/>
              <a:gd name="connsiteX692" fmla="*/ 939066 w 7467600"/>
              <a:gd name="connsiteY692" fmla="*/ 3378798 h 6858000"/>
              <a:gd name="connsiteX693" fmla="*/ 115099 w 7467600"/>
              <a:gd name="connsiteY693" fmla="*/ 3607650 h 6858000"/>
              <a:gd name="connsiteX694" fmla="*/ 97284 w 7467600"/>
              <a:gd name="connsiteY694" fmla="*/ 3520393 h 6858000"/>
              <a:gd name="connsiteX695" fmla="*/ 922050 w 7467600"/>
              <a:gd name="connsiteY695" fmla="*/ 3074867 h 6858000"/>
              <a:gd name="connsiteX696" fmla="*/ 1405265 w 7467600"/>
              <a:gd name="connsiteY696" fmla="*/ 3016319 h 6858000"/>
              <a:gd name="connsiteX697" fmla="*/ 1407512 w 7467600"/>
              <a:gd name="connsiteY697" fmla="*/ 3018001 h 6858000"/>
              <a:gd name="connsiteX698" fmla="*/ 1726266 w 7467600"/>
              <a:gd name="connsiteY698" fmla="*/ 2777274 h 6858000"/>
              <a:gd name="connsiteX699" fmla="*/ 625390 w 7467600"/>
              <a:gd name="connsiteY699" fmla="*/ 2514541 h 6858000"/>
              <a:gd name="connsiteX700" fmla="*/ 619799 w 7467600"/>
              <a:gd name="connsiteY700" fmla="*/ 2527180 h 6858000"/>
              <a:gd name="connsiteX701" fmla="*/ 310030 w 7467600"/>
              <a:gd name="connsiteY701" fmla="*/ 2771818 h 6858000"/>
              <a:gd name="connsiteX702" fmla="*/ 173877 w 7467600"/>
              <a:gd name="connsiteY702" fmla="*/ 2937056 h 6858000"/>
              <a:gd name="connsiteX703" fmla="*/ 77889 w 7467600"/>
              <a:gd name="connsiteY703" fmla="*/ 3138440 h 6858000"/>
              <a:gd name="connsiteX704" fmla="*/ 0 w 7467600"/>
              <a:gd name="connsiteY704" fmla="*/ 3271395 h 6858000"/>
              <a:gd name="connsiteX705" fmla="*/ 0 w 7467600"/>
              <a:gd name="connsiteY705" fmla="*/ 3153002 h 6858000"/>
              <a:gd name="connsiteX706" fmla="*/ 2386 w 7467600"/>
              <a:gd name="connsiteY706" fmla="*/ 3149203 h 6858000"/>
              <a:gd name="connsiteX707" fmla="*/ 89753 w 7467600"/>
              <a:gd name="connsiteY707" fmla="*/ 2987702 h 6858000"/>
              <a:gd name="connsiteX708" fmla="*/ 76869 w 7467600"/>
              <a:gd name="connsiteY708" fmla="*/ 3005404 h 6858000"/>
              <a:gd name="connsiteX709" fmla="*/ 32049 w 7467600"/>
              <a:gd name="connsiteY709" fmla="*/ 3065814 h 6858000"/>
              <a:gd name="connsiteX710" fmla="*/ 0 w 7467600"/>
              <a:gd name="connsiteY710" fmla="*/ 3108744 h 6858000"/>
              <a:gd name="connsiteX711" fmla="*/ 0 w 7467600"/>
              <a:gd name="connsiteY711" fmla="*/ 3058059 h 6858000"/>
              <a:gd name="connsiteX712" fmla="*/ 7610 w 7467600"/>
              <a:gd name="connsiteY712" fmla="*/ 3047889 h 6858000"/>
              <a:gd name="connsiteX713" fmla="*/ 52419 w 7467600"/>
              <a:gd name="connsiteY713" fmla="*/ 2987479 h 6858000"/>
              <a:gd name="connsiteX714" fmla="*/ 59142 w 7467600"/>
              <a:gd name="connsiteY714" fmla="*/ 2978488 h 6858000"/>
              <a:gd name="connsiteX715" fmla="*/ 0 w 7467600"/>
              <a:gd name="connsiteY715" fmla="*/ 3015334 h 6858000"/>
              <a:gd name="connsiteX716" fmla="*/ 0 w 7467600"/>
              <a:gd name="connsiteY716" fmla="*/ 2914286 h 6858000"/>
              <a:gd name="connsiteX717" fmla="*/ 36383 w 7467600"/>
              <a:gd name="connsiteY717" fmla="*/ 2901128 h 6858000"/>
              <a:gd name="connsiteX718" fmla="*/ 156329 w 7467600"/>
              <a:gd name="connsiteY718" fmla="*/ 2840533 h 6858000"/>
              <a:gd name="connsiteX719" fmla="*/ 358355 w 7467600"/>
              <a:gd name="connsiteY719" fmla="*/ 2620471 h 6858000"/>
              <a:gd name="connsiteX720" fmla="*/ 510577 w 7467600"/>
              <a:gd name="connsiteY720" fmla="*/ 2501244 h 6858000"/>
              <a:gd name="connsiteX721" fmla="*/ 211967 w 7467600"/>
              <a:gd name="connsiteY721" fmla="*/ 2479171 h 6858000"/>
              <a:gd name="connsiteX722" fmla="*/ 0 w 7467600"/>
              <a:gd name="connsiteY722" fmla="*/ 2476398 h 6858000"/>
              <a:gd name="connsiteX723" fmla="*/ 0 w 7467600"/>
              <a:gd name="connsiteY723" fmla="*/ 2389189 h 6858000"/>
              <a:gd name="connsiteX724" fmla="*/ 103062 w 7467600"/>
              <a:gd name="connsiteY724" fmla="*/ 2389518 h 6858000"/>
              <a:gd name="connsiteX725" fmla="*/ 510734 w 7467600"/>
              <a:gd name="connsiteY725" fmla="*/ 2416201 h 6858000"/>
              <a:gd name="connsiteX726" fmla="*/ 279257 w 7467600"/>
              <a:gd name="connsiteY726" fmla="*/ 2092102 h 6858000"/>
              <a:gd name="connsiteX727" fmla="*/ 65265 w 7467600"/>
              <a:gd name="connsiteY727" fmla="*/ 2006049 h 6858000"/>
              <a:gd name="connsiteX728" fmla="*/ 0 w 7467600"/>
              <a:gd name="connsiteY728" fmla="*/ 1982532 h 6858000"/>
              <a:gd name="connsiteX729" fmla="*/ 0 w 7467600"/>
              <a:gd name="connsiteY729" fmla="*/ 1912789 h 6858000"/>
              <a:gd name="connsiteX730" fmla="*/ 97460 w 7467600"/>
              <a:gd name="connsiteY730" fmla="*/ 1953725 h 6858000"/>
              <a:gd name="connsiteX731" fmla="*/ 221272 w 7467600"/>
              <a:gd name="connsiteY731" fmla="*/ 1980766 h 6858000"/>
              <a:gd name="connsiteX732" fmla="*/ 116765 w 7467600"/>
              <a:gd name="connsiteY732" fmla="*/ 1911033 h 6858000"/>
              <a:gd name="connsiteX733" fmla="*/ 16405 w 7467600"/>
              <a:gd name="connsiteY733" fmla="*/ 1803412 h 6858000"/>
              <a:gd name="connsiteX734" fmla="*/ 0 w 7467600"/>
              <a:gd name="connsiteY734" fmla="*/ 1784777 h 6858000"/>
              <a:gd name="connsiteX735" fmla="*/ 0 w 7467600"/>
              <a:gd name="connsiteY735" fmla="*/ 1740082 h 6858000"/>
              <a:gd name="connsiteX736" fmla="*/ 39394 w 7467600"/>
              <a:gd name="connsiteY736" fmla="*/ 1784856 h 6858000"/>
              <a:gd name="connsiteX737" fmla="*/ 135813 w 7467600"/>
              <a:gd name="connsiteY737" fmla="*/ 1888838 h 6858000"/>
              <a:gd name="connsiteX738" fmla="*/ 242575 w 7467600"/>
              <a:gd name="connsiteY738" fmla="*/ 1958841 h 6858000"/>
              <a:gd name="connsiteX739" fmla="*/ 82197 w 7467600"/>
              <a:gd name="connsiteY739" fmla="*/ 1754826 h 6858000"/>
              <a:gd name="connsiteX740" fmla="*/ 0 w 7467600"/>
              <a:gd name="connsiteY740" fmla="*/ 1679650 h 6858000"/>
              <a:gd name="connsiteX741" fmla="*/ 0 w 7467600"/>
              <a:gd name="connsiteY741" fmla="*/ 1602463 h 6858000"/>
              <a:gd name="connsiteX742" fmla="*/ 84689 w 7467600"/>
              <a:gd name="connsiteY742" fmla="*/ 1677442 h 6858000"/>
              <a:gd name="connsiteX743" fmla="*/ 298437 w 7467600"/>
              <a:gd name="connsiteY743" fmla="*/ 1968019 h 6858000"/>
              <a:gd name="connsiteX744" fmla="*/ 227269 w 7467600"/>
              <a:gd name="connsiteY744" fmla="*/ 1114064 h 6858000"/>
              <a:gd name="connsiteX745" fmla="*/ 248003 w 7467600"/>
              <a:gd name="connsiteY745" fmla="*/ 1089613 h 6858000"/>
              <a:gd name="connsiteX746" fmla="*/ 427020 w 7467600"/>
              <a:gd name="connsiteY746" fmla="*/ 1619803 h 6858000"/>
              <a:gd name="connsiteX747" fmla="*/ 340345 w 7467600"/>
              <a:gd name="connsiteY747" fmla="*/ 2027739 h 6858000"/>
              <a:gd name="connsiteX748" fmla="*/ 360865 w 7467600"/>
              <a:gd name="connsiteY748" fmla="*/ 2044827 h 6858000"/>
              <a:gd name="connsiteX749" fmla="*/ 560414 w 7467600"/>
              <a:gd name="connsiteY749" fmla="*/ 2421457 h 6858000"/>
              <a:gd name="connsiteX750" fmla="*/ 1359703 w 7467600"/>
              <a:gd name="connsiteY750" fmla="*/ 2578554 h 6858000"/>
              <a:gd name="connsiteX751" fmla="*/ 1359422 w 7467600"/>
              <a:gd name="connsiteY751" fmla="*/ 2577994 h 6858000"/>
              <a:gd name="connsiteX752" fmla="*/ 828701 w 7467600"/>
              <a:gd name="connsiteY752" fmla="*/ 1839520 h 6858000"/>
              <a:gd name="connsiteX753" fmla="*/ 494427 w 7467600"/>
              <a:gd name="connsiteY753" fmla="*/ 1092333 h 6858000"/>
              <a:gd name="connsiteX754" fmla="*/ 506322 w 7467600"/>
              <a:gd name="connsiteY754" fmla="*/ 1020997 h 6858000"/>
              <a:gd name="connsiteX755" fmla="*/ 4570198 w 7467600"/>
              <a:gd name="connsiteY755" fmla="*/ 978081 h 6858000"/>
              <a:gd name="connsiteX756" fmla="*/ 4523691 w 7467600"/>
              <a:gd name="connsiteY756" fmla="*/ 1127776 h 6858000"/>
              <a:gd name="connsiteX757" fmla="*/ 4509875 w 7467600"/>
              <a:gd name="connsiteY757" fmla="*/ 1167552 h 6858000"/>
              <a:gd name="connsiteX758" fmla="*/ 4478168 w 7467600"/>
              <a:gd name="connsiteY758" fmla="*/ 1260735 h 6858000"/>
              <a:gd name="connsiteX759" fmla="*/ 4409309 w 7467600"/>
              <a:gd name="connsiteY759" fmla="*/ 1666996 h 6858000"/>
              <a:gd name="connsiteX760" fmla="*/ 4370031 w 7467600"/>
              <a:gd name="connsiteY760" fmla="*/ 1955666 h 6858000"/>
              <a:gd name="connsiteX761" fmla="*/ 4570198 w 7467600"/>
              <a:gd name="connsiteY761" fmla="*/ 978081 h 6858000"/>
              <a:gd name="connsiteX762" fmla="*/ 4557898 w 7467600"/>
              <a:gd name="connsiteY762" fmla="*/ 900011 h 6858000"/>
              <a:gd name="connsiteX763" fmla="*/ 4344840 w 7467600"/>
              <a:gd name="connsiteY763" fmla="*/ 1922038 h 6858000"/>
              <a:gd name="connsiteX764" fmla="*/ 4378710 w 7467600"/>
              <a:gd name="connsiteY764" fmla="*/ 1665516 h 6858000"/>
              <a:gd name="connsiteX765" fmla="*/ 4448798 w 7467600"/>
              <a:gd name="connsiteY765" fmla="*/ 1253024 h 6858000"/>
              <a:gd name="connsiteX766" fmla="*/ 4480315 w 7467600"/>
              <a:gd name="connsiteY766" fmla="*/ 1158454 h 6858000"/>
              <a:gd name="connsiteX767" fmla="*/ 4494133 w 7467600"/>
              <a:gd name="connsiteY767" fmla="*/ 1118676 h 6858000"/>
              <a:gd name="connsiteX768" fmla="*/ 4557898 w 7467600"/>
              <a:gd name="connsiteY768" fmla="*/ 900011 h 6858000"/>
              <a:gd name="connsiteX769" fmla="*/ 5870151 w 7467600"/>
              <a:gd name="connsiteY769" fmla="*/ 898890 h 6858000"/>
              <a:gd name="connsiteX770" fmla="*/ 5861335 w 7467600"/>
              <a:gd name="connsiteY770" fmla="*/ 899177 h 6858000"/>
              <a:gd name="connsiteX771" fmla="*/ 5843702 w 7467600"/>
              <a:gd name="connsiteY771" fmla="*/ 899748 h 6858000"/>
              <a:gd name="connsiteX772" fmla="*/ 5651107 w 7467600"/>
              <a:gd name="connsiteY772" fmla="*/ 920306 h 6858000"/>
              <a:gd name="connsiteX773" fmla="*/ 5459407 w 7467600"/>
              <a:gd name="connsiteY773" fmla="*/ 940975 h 6858000"/>
              <a:gd name="connsiteX774" fmla="*/ 5374846 w 7467600"/>
              <a:gd name="connsiteY774" fmla="*/ 941988 h 6858000"/>
              <a:gd name="connsiteX775" fmla="*/ 5256105 w 7467600"/>
              <a:gd name="connsiteY775" fmla="*/ 945632 h 6858000"/>
              <a:gd name="connsiteX776" fmla="*/ 5107071 w 7467600"/>
              <a:gd name="connsiteY776" fmla="*/ 969720 h 6858000"/>
              <a:gd name="connsiteX777" fmla="*/ 4998681 w 7467600"/>
              <a:gd name="connsiteY777" fmla="*/ 988771 h 6858000"/>
              <a:gd name="connsiteX778" fmla="*/ 5870151 w 7467600"/>
              <a:gd name="connsiteY778" fmla="*/ 898890 h 6858000"/>
              <a:gd name="connsiteX779" fmla="*/ 5504425 w 7467600"/>
              <a:gd name="connsiteY779" fmla="*/ 848067 h 6858000"/>
              <a:gd name="connsiteX780" fmla="*/ 4968849 w 7467600"/>
              <a:gd name="connsiteY780" fmla="*/ 962318 h 6858000"/>
              <a:gd name="connsiteX781" fmla="*/ 5104039 w 7467600"/>
              <a:gd name="connsiteY781" fmla="*/ 940634 h 6858000"/>
              <a:gd name="connsiteX782" fmla="*/ 5256311 w 7467600"/>
              <a:gd name="connsiteY782" fmla="*/ 916490 h 6858000"/>
              <a:gd name="connsiteX783" fmla="*/ 5377381 w 7467600"/>
              <a:gd name="connsiteY783" fmla="*/ 912671 h 6858000"/>
              <a:gd name="connsiteX784" fmla="*/ 5460148 w 7467600"/>
              <a:gd name="connsiteY784" fmla="*/ 911442 h 6858000"/>
              <a:gd name="connsiteX785" fmla="*/ 5648971 w 7467600"/>
              <a:gd name="connsiteY785" fmla="*/ 891331 h 6858000"/>
              <a:gd name="connsiteX786" fmla="*/ 5844807 w 7467600"/>
              <a:gd name="connsiteY786" fmla="*/ 870718 h 6858000"/>
              <a:gd name="connsiteX787" fmla="*/ 5862975 w 7467600"/>
              <a:gd name="connsiteY787" fmla="*/ 869756 h 6858000"/>
              <a:gd name="connsiteX788" fmla="*/ 5920887 w 7467600"/>
              <a:gd name="connsiteY788" fmla="*/ 865929 h 6858000"/>
              <a:gd name="connsiteX789" fmla="*/ 5504425 w 7467600"/>
              <a:gd name="connsiteY789" fmla="*/ 848067 h 6858000"/>
              <a:gd name="connsiteX790" fmla="*/ 3607114 w 7467600"/>
              <a:gd name="connsiteY790" fmla="*/ 467441 h 6858000"/>
              <a:gd name="connsiteX791" fmla="*/ 3296242 w 7467600"/>
              <a:gd name="connsiteY791" fmla="*/ 807991 h 6858000"/>
              <a:gd name="connsiteX792" fmla="*/ 3174674 w 7467600"/>
              <a:gd name="connsiteY792" fmla="*/ 919759 h 6858000"/>
              <a:gd name="connsiteX793" fmla="*/ 3042978 w 7467600"/>
              <a:gd name="connsiteY793" fmla="*/ 1054894 h 6858000"/>
              <a:gd name="connsiteX794" fmla="*/ 2968914 w 7467600"/>
              <a:gd name="connsiteY794" fmla="*/ 1133756 h 6858000"/>
              <a:gd name="connsiteX795" fmla="*/ 3103823 w 7467600"/>
              <a:gd name="connsiteY795" fmla="*/ 1026814 h 6858000"/>
              <a:gd name="connsiteX796" fmla="*/ 3607114 w 7467600"/>
              <a:gd name="connsiteY796" fmla="*/ 467441 h 6858000"/>
              <a:gd name="connsiteX797" fmla="*/ 3744487 w 7467600"/>
              <a:gd name="connsiteY797" fmla="*/ 383136 h 6858000"/>
              <a:gd name="connsiteX798" fmla="*/ 3970213 w 7467600"/>
              <a:gd name="connsiteY798" fmla="*/ 995559 h 6858000"/>
              <a:gd name="connsiteX799" fmla="*/ 3744487 w 7467600"/>
              <a:gd name="connsiteY799" fmla="*/ 383136 h 6858000"/>
              <a:gd name="connsiteX800" fmla="*/ 3624562 w 7467600"/>
              <a:gd name="connsiteY800" fmla="*/ 367041 h 6858000"/>
              <a:gd name="connsiteX801" fmla="*/ 3489712 w 7467600"/>
              <a:gd name="connsiteY801" fmla="*/ 485386 h 6858000"/>
              <a:gd name="connsiteX802" fmla="*/ 3182994 w 7467600"/>
              <a:gd name="connsiteY802" fmla="*/ 828265 h 6858000"/>
              <a:gd name="connsiteX803" fmla="*/ 2892114 w 7467600"/>
              <a:gd name="connsiteY803" fmla="*/ 1172635 h 6858000"/>
              <a:gd name="connsiteX804" fmla="*/ 3021459 w 7467600"/>
              <a:gd name="connsiteY804" fmla="*/ 1035385 h 6858000"/>
              <a:gd name="connsiteX805" fmla="*/ 3153873 w 7467600"/>
              <a:gd name="connsiteY805" fmla="*/ 898971 h 6858000"/>
              <a:gd name="connsiteX806" fmla="*/ 3276511 w 7467600"/>
              <a:gd name="connsiteY806" fmla="*/ 786423 h 6858000"/>
              <a:gd name="connsiteX807" fmla="*/ 3584154 w 7467600"/>
              <a:gd name="connsiteY807" fmla="*/ 448218 h 6858000"/>
              <a:gd name="connsiteX808" fmla="*/ 3624562 w 7467600"/>
              <a:gd name="connsiteY808" fmla="*/ 367041 h 6858000"/>
              <a:gd name="connsiteX809" fmla="*/ 3766672 w 7467600"/>
              <a:gd name="connsiteY809" fmla="*/ 359429 h 6858000"/>
              <a:gd name="connsiteX810" fmla="*/ 3996338 w 7467600"/>
              <a:gd name="connsiteY810" fmla="*/ 968237 h 6858000"/>
              <a:gd name="connsiteX811" fmla="*/ 3766672 w 7467600"/>
              <a:gd name="connsiteY811" fmla="*/ 359429 h 6858000"/>
              <a:gd name="connsiteX812" fmla="*/ 5805386 w 7467600"/>
              <a:gd name="connsiteY812" fmla="*/ 239240 h 6858000"/>
              <a:gd name="connsiteX813" fmla="*/ 5736947 w 7467600"/>
              <a:gd name="connsiteY813" fmla="*/ 261367 h 6858000"/>
              <a:gd name="connsiteX814" fmla="*/ 5427012 w 7467600"/>
              <a:gd name="connsiteY814" fmla="*/ 311272 h 6858000"/>
              <a:gd name="connsiteX815" fmla="*/ 5147818 w 7467600"/>
              <a:gd name="connsiteY815" fmla="*/ 322112 h 6858000"/>
              <a:gd name="connsiteX816" fmla="*/ 5060854 w 7467600"/>
              <a:gd name="connsiteY816" fmla="*/ 311882 h 6858000"/>
              <a:gd name="connsiteX817" fmla="*/ 4945989 w 7467600"/>
              <a:gd name="connsiteY817" fmla="*/ 300516 h 6858000"/>
              <a:gd name="connsiteX818" fmla="*/ 5410479 w 7467600"/>
              <a:gd name="connsiteY818" fmla="*/ 348434 h 6858000"/>
              <a:gd name="connsiteX819" fmla="*/ 5805386 w 7467600"/>
              <a:gd name="connsiteY819" fmla="*/ 239240 h 6858000"/>
              <a:gd name="connsiteX820" fmla="*/ 5905192 w 7467600"/>
              <a:gd name="connsiteY820" fmla="*/ 163079 h 6858000"/>
              <a:gd name="connsiteX821" fmla="*/ 5865655 w 7467600"/>
              <a:gd name="connsiteY821" fmla="*/ 171901 h 6858000"/>
              <a:gd name="connsiteX822" fmla="*/ 5259740 w 7467600"/>
              <a:gd name="connsiteY822" fmla="*/ 257013 h 6858000"/>
              <a:gd name="connsiteX823" fmla="*/ 5208466 w 7467600"/>
              <a:gd name="connsiteY823" fmla="*/ 257550 h 6858000"/>
              <a:gd name="connsiteX824" fmla="*/ 4980204 w 7467600"/>
              <a:gd name="connsiteY824" fmla="*/ 271903 h 6858000"/>
              <a:gd name="connsiteX825" fmla="*/ 5068068 w 7467600"/>
              <a:gd name="connsiteY825" fmla="*/ 282244 h 6858000"/>
              <a:gd name="connsiteX826" fmla="*/ 5153231 w 7467600"/>
              <a:gd name="connsiteY826" fmla="*/ 292240 h 6858000"/>
              <a:gd name="connsiteX827" fmla="*/ 5426491 w 7467600"/>
              <a:gd name="connsiteY827" fmla="*/ 281128 h 6858000"/>
              <a:gd name="connsiteX828" fmla="*/ 5731212 w 7467600"/>
              <a:gd name="connsiteY828" fmla="*/ 231951 h 6858000"/>
              <a:gd name="connsiteX829" fmla="*/ 5905192 w 7467600"/>
              <a:gd name="connsiteY829" fmla="*/ 163079 h 6858000"/>
              <a:gd name="connsiteX830" fmla="*/ 5944437 w 7467600"/>
              <a:gd name="connsiteY830" fmla="*/ 113829 h 6858000"/>
              <a:gd name="connsiteX831" fmla="*/ 5825032 w 7467600"/>
              <a:gd name="connsiteY831" fmla="*/ 146405 h 6858000"/>
              <a:gd name="connsiteX832" fmla="*/ 4955599 w 7467600"/>
              <a:gd name="connsiteY832" fmla="*/ 247008 h 6858000"/>
              <a:gd name="connsiteX833" fmla="*/ 5210104 w 7467600"/>
              <a:gd name="connsiteY833" fmla="*/ 228123 h 6858000"/>
              <a:gd name="connsiteX834" fmla="*/ 5261015 w 7467600"/>
              <a:gd name="connsiteY834" fmla="*/ 227087 h 6858000"/>
              <a:gd name="connsiteX835" fmla="*/ 5861181 w 7467600"/>
              <a:gd name="connsiteY835" fmla="*/ 143093 h 6858000"/>
              <a:gd name="connsiteX836" fmla="*/ 5961252 w 7467600"/>
              <a:gd name="connsiteY836" fmla="*/ 114820 h 6858000"/>
              <a:gd name="connsiteX837" fmla="*/ 5944437 w 7467600"/>
              <a:gd name="connsiteY837" fmla="*/ 113829 h 6858000"/>
              <a:gd name="connsiteX838" fmla="*/ 3882765 w 7467600"/>
              <a:gd name="connsiteY838" fmla="*/ 0 h 6858000"/>
              <a:gd name="connsiteX839" fmla="*/ 3995099 w 7467600"/>
              <a:gd name="connsiteY839" fmla="*/ 0 h 6858000"/>
              <a:gd name="connsiteX840" fmla="*/ 4163818 w 7467600"/>
              <a:gd name="connsiteY840" fmla="*/ 234104 h 6858000"/>
              <a:gd name="connsiteX841" fmla="*/ 4172099 w 7467600"/>
              <a:gd name="connsiteY841" fmla="*/ 234207 h 6858000"/>
              <a:gd name="connsiteX842" fmla="*/ 4784282 w 7467600"/>
              <a:gd name="connsiteY842" fmla="*/ 276561 h 6858000"/>
              <a:gd name="connsiteX843" fmla="*/ 4801687 w 7467600"/>
              <a:gd name="connsiteY843" fmla="*/ 267764 h 6858000"/>
              <a:gd name="connsiteX844" fmla="*/ 6082788 w 7467600"/>
              <a:gd name="connsiteY844" fmla="*/ 64119 h 6858000"/>
              <a:gd name="connsiteX845" fmla="*/ 6099442 w 7467600"/>
              <a:gd name="connsiteY845" fmla="*/ 82568 h 6858000"/>
              <a:gd name="connsiteX846" fmla="*/ 4804137 w 7467600"/>
              <a:gd name="connsiteY846" fmla="*/ 320931 h 6858000"/>
              <a:gd name="connsiteX847" fmla="*/ 4227047 w 7467600"/>
              <a:gd name="connsiteY847" fmla="*/ 313415 h 6858000"/>
              <a:gd name="connsiteX848" fmla="*/ 4346041 w 7467600"/>
              <a:gd name="connsiteY848" fmla="*/ 456086 h 6858000"/>
              <a:gd name="connsiteX849" fmla="*/ 4870967 w 7467600"/>
              <a:gd name="connsiteY849" fmla="*/ 963061 h 6858000"/>
              <a:gd name="connsiteX850" fmla="*/ 4889647 w 7467600"/>
              <a:gd name="connsiteY850" fmla="*/ 957147 h 6858000"/>
              <a:gd name="connsiteX851" fmla="*/ 5422504 w 7467600"/>
              <a:gd name="connsiteY851" fmla="*/ 805191 h 6858000"/>
              <a:gd name="connsiteX852" fmla="*/ 6087656 w 7467600"/>
              <a:gd name="connsiteY852" fmla="*/ 826703 h 6858000"/>
              <a:gd name="connsiteX853" fmla="*/ 6058717 w 7467600"/>
              <a:gd name="connsiteY853" fmla="*/ 865992 h 6858000"/>
              <a:gd name="connsiteX854" fmla="*/ 4974153 w 7467600"/>
              <a:gd name="connsiteY854" fmla="*/ 1045456 h 6858000"/>
              <a:gd name="connsiteX855" fmla="*/ 5627835 w 7467600"/>
              <a:gd name="connsiteY855" fmla="*/ 1472077 h 6858000"/>
              <a:gd name="connsiteX856" fmla="*/ 5629817 w 7467600"/>
              <a:gd name="connsiteY856" fmla="*/ 1471412 h 6858000"/>
              <a:gd name="connsiteX857" fmla="*/ 5634124 w 7467600"/>
              <a:gd name="connsiteY857" fmla="*/ 1470572 h 6858000"/>
              <a:gd name="connsiteX858" fmla="*/ 5755832 w 7467600"/>
              <a:gd name="connsiteY858" fmla="*/ 1383886 h 6858000"/>
              <a:gd name="connsiteX859" fmla="*/ 6014186 w 7467600"/>
              <a:gd name="connsiteY859" fmla="*/ 1279799 h 6858000"/>
              <a:gd name="connsiteX860" fmla="*/ 6901619 w 7467600"/>
              <a:gd name="connsiteY860" fmla="*/ 1047874 h 6858000"/>
              <a:gd name="connsiteX861" fmla="*/ 6931566 w 7467600"/>
              <a:gd name="connsiteY861" fmla="*/ 1062034 h 6858000"/>
              <a:gd name="connsiteX862" fmla="*/ 5790982 w 7467600"/>
              <a:gd name="connsiteY862" fmla="*/ 1561380 h 6858000"/>
              <a:gd name="connsiteX863" fmla="*/ 6188971 w 7467600"/>
              <a:gd name="connsiteY863" fmla="*/ 1755168 h 6858000"/>
              <a:gd name="connsiteX864" fmla="*/ 6202446 w 7467600"/>
              <a:gd name="connsiteY864" fmla="*/ 1752268 h 6858000"/>
              <a:gd name="connsiteX865" fmla="*/ 7179560 w 7467600"/>
              <a:gd name="connsiteY865" fmla="*/ 1467551 h 6858000"/>
              <a:gd name="connsiteX866" fmla="*/ 7158730 w 7467600"/>
              <a:gd name="connsiteY866" fmla="*/ 1507835 h 6858000"/>
              <a:gd name="connsiteX867" fmla="*/ 6326959 w 7467600"/>
              <a:gd name="connsiteY867" fmla="*/ 1817686 h 6858000"/>
              <a:gd name="connsiteX868" fmla="*/ 6537433 w 7467600"/>
              <a:gd name="connsiteY868" fmla="*/ 1907790 h 6858000"/>
              <a:gd name="connsiteX869" fmla="*/ 6550221 w 7467600"/>
              <a:gd name="connsiteY869" fmla="*/ 1910729 h 6858000"/>
              <a:gd name="connsiteX870" fmla="*/ 6964438 w 7467600"/>
              <a:gd name="connsiteY870" fmla="*/ 2209505 h 6858000"/>
              <a:gd name="connsiteX871" fmla="*/ 7367862 w 7467600"/>
              <a:gd name="connsiteY871" fmla="*/ 2806833 h 6858000"/>
              <a:gd name="connsiteX872" fmla="*/ 7364329 w 7467600"/>
              <a:gd name="connsiteY872" fmla="*/ 2826907 h 6858000"/>
              <a:gd name="connsiteX873" fmla="*/ 7290545 w 7467600"/>
              <a:gd name="connsiteY873" fmla="*/ 2850663 h 6858000"/>
              <a:gd name="connsiteX874" fmla="*/ 6472036 w 7467600"/>
              <a:gd name="connsiteY874" fmla="*/ 1959003 h 6858000"/>
              <a:gd name="connsiteX875" fmla="*/ 5792897 w 7467600"/>
              <a:gd name="connsiteY875" fmla="*/ 1647747 h 6858000"/>
              <a:gd name="connsiteX876" fmla="*/ 5842751 w 7467600"/>
              <a:gd name="connsiteY876" fmla="*/ 1816112 h 6858000"/>
              <a:gd name="connsiteX877" fmla="*/ 5847424 w 7467600"/>
              <a:gd name="connsiteY877" fmla="*/ 1815776 h 6858000"/>
              <a:gd name="connsiteX878" fmla="*/ 6399821 w 7467600"/>
              <a:gd name="connsiteY878" fmla="*/ 2344799 h 6858000"/>
              <a:gd name="connsiteX879" fmla="*/ 6323232 w 7467600"/>
              <a:gd name="connsiteY879" fmla="*/ 2389634 h 6858000"/>
              <a:gd name="connsiteX880" fmla="*/ 5942958 w 7467600"/>
              <a:gd name="connsiteY880" fmla="*/ 2077708 h 6858000"/>
              <a:gd name="connsiteX881" fmla="*/ 5921559 w 7467600"/>
              <a:gd name="connsiteY881" fmla="*/ 2378596 h 6858000"/>
              <a:gd name="connsiteX882" fmla="*/ 5817651 w 7467600"/>
              <a:gd name="connsiteY882" fmla="*/ 3023919 h 6858000"/>
              <a:gd name="connsiteX883" fmla="*/ 5729634 w 7467600"/>
              <a:gd name="connsiteY883" fmla="*/ 3051849 h 6858000"/>
              <a:gd name="connsiteX884" fmla="*/ 5611018 w 7467600"/>
              <a:gd name="connsiteY884" fmla="*/ 2316769 h 6858000"/>
              <a:gd name="connsiteX885" fmla="*/ 5687608 w 7467600"/>
              <a:gd name="connsiteY885" fmla="*/ 2039972 h 6858000"/>
              <a:gd name="connsiteX886" fmla="*/ 5657554 w 7467600"/>
              <a:gd name="connsiteY886" fmla="*/ 1576445 h 6858000"/>
              <a:gd name="connsiteX887" fmla="*/ 5150475 w 7467600"/>
              <a:gd name="connsiteY887" fmla="*/ 1274012 h 6858000"/>
              <a:gd name="connsiteX888" fmla="*/ 5349142 w 7467600"/>
              <a:gd name="connsiteY888" fmla="*/ 2204405 h 6858000"/>
              <a:gd name="connsiteX889" fmla="*/ 5262214 w 7467600"/>
              <a:gd name="connsiteY889" fmla="*/ 2233836 h 6858000"/>
              <a:gd name="connsiteX890" fmla="*/ 4981539 w 7467600"/>
              <a:gd name="connsiteY890" fmla="*/ 1542201 h 6858000"/>
              <a:gd name="connsiteX891" fmla="*/ 4958461 w 7467600"/>
              <a:gd name="connsiteY891" fmla="*/ 1136957 h 6858000"/>
              <a:gd name="connsiteX892" fmla="*/ 4655015 w 7467600"/>
              <a:gd name="connsiteY892" fmla="*/ 891426 h 6858000"/>
              <a:gd name="connsiteX893" fmla="*/ 4348002 w 7467600"/>
              <a:gd name="connsiteY893" fmla="*/ 2205895 h 6858000"/>
              <a:gd name="connsiteX894" fmla="*/ 4262250 w 7467600"/>
              <a:gd name="connsiteY894" fmla="*/ 2219972 h 6858000"/>
              <a:gd name="connsiteX895" fmla="*/ 4550611 w 7467600"/>
              <a:gd name="connsiteY895" fmla="*/ 817540 h 6858000"/>
              <a:gd name="connsiteX896" fmla="*/ 4564418 w 7467600"/>
              <a:gd name="connsiteY896" fmla="*/ 808293 h 6858000"/>
              <a:gd name="connsiteX897" fmla="*/ 4266388 w 7467600"/>
              <a:gd name="connsiteY897" fmla="*/ 500083 h 6858000"/>
              <a:gd name="connsiteX898" fmla="*/ 4032842 w 7467600"/>
              <a:gd name="connsiteY898" fmla="*/ 211809 h 6858000"/>
              <a:gd name="connsiteX899" fmla="*/ 3882765 w 7467600"/>
              <a:gd name="connsiteY899" fmla="*/ 0 h 6858000"/>
              <a:gd name="connsiteX900" fmla="*/ 3721337 w 7467600"/>
              <a:gd name="connsiteY900" fmla="*/ 0 h 6858000"/>
              <a:gd name="connsiteX901" fmla="*/ 3797544 w 7467600"/>
              <a:gd name="connsiteY901" fmla="*/ 0 h 6858000"/>
              <a:gd name="connsiteX902" fmla="*/ 3775734 w 7467600"/>
              <a:gd name="connsiteY902" fmla="*/ 95131 h 6858000"/>
              <a:gd name="connsiteX903" fmla="*/ 3724807 w 7467600"/>
              <a:gd name="connsiteY903" fmla="*/ 272257 h 6858000"/>
              <a:gd name="connsiteX904" fmla="*/ 3726844 w 7467600"/>
              <a:gd name="connsiteY904" fmla="*/ 282988 h 6858000"/>
              <a:gd name="connsiteX905" fmla="*/ 3742664 w 7467600"/>
              <a:gd name="connsiteY905" fmla="*/ 279918 h 6858000"/>
              <a:gd name="connsiteX906" fmla="*/ 4103910 w 7467600"/>
              <a:gd name="connsiteY906" fmla="*/ 1161917 h 6858000"/>
              <a:gd name="connsiteX907" fmla="*/ 4020269 w 7467600"/>
              <a:gd name="connsiteY907" fmla="*/ 1200406 h 6858000"/>
              <a:gd name="connsiteX908" fmla="*/ 3674882 w 7467600"/>
              <a:gd name="connsiteY908" fmla="*/ 488524 h 6858000"/>
              <a:gd name="connsiteX909" fmla="*/ 3132682 w 7467600"/>
              <a:gd name="connsiteY909" fmla="*/ 1072284 h 6858000"/>
              <a:gd name="connsiteX910" fmla="*/ 2716346 w 7467600"/>
              <a:gd name="connsiteY910" fmla="*/ 1276376 h 6858000"/>
              <a:gd name="connsiteX911" fmla="*/ 2716772 w 7467600"/>
              <a:gd name="connsiteY911" fmla="*/ 1255462 h 6858000"/>
              <a:gd name="connsiteX912" fmla="*/ 3471096 w 7467600"/>
              <a:gd name="connsiteY912" fmla="*/ 437072 h 6858000"/>
              <a:gd name="connsiteX913" fmla="*/ 3639057 w 7467600"/>
              <a:gd name="connsiteY913" fmla="*/ 286334 h 6858000"/>
              <a:gd name="connsiteX914" fmla="*/ 3640309 w 7467600"/>
              <a:gd name="connsiteY914" fmla="*/ 284664 h 6858000"/>
              <a:gd name="connsiteX915" fmla="*/ 3646022 w 7467600"/>
              <a:gd name="connsiteY915" fmla="*/ 276711 h 6858000"/>
              <a:gd name="connsiteX916" fmla="*/ 3707943 w 7467600"/>
              <a:gd name="connsiteY916" fmla="*/ 65958 h 6858000"/>
              <a:gd name="connsiteX917" fmla="*/ 3721337 w 7467600"/>
              <a:gd name="connsiteY917" fmla="*/ 0 h 6858000"/>
              <a:gd name="connsiteX918" fmla="*/ 2867960 w 7467600"/>
              <a:gd name="connsiteY918" fmla="*/ 0 h 6858000"/>
              <a:gd name="connsiteX919" fmla="*/ 2926351 w 7467600"/>
              <a:gd name="connsiteY919" fmla="*/ 0 h 6858000"/>
              <a:gd name="connsiteX920" fmla="*/ 2902823 w 7467600"/>
              <a:gd name="connsiteY920" fmla="*/ 262929 h 6858000"/>
              <a:gd name="connsiteX921" fmla="*/ 2940663 w 7467600"/>
              <a:gd name="connsiteY921" fmla="*/ 140884 h 6858000"/>
              <a:gd name="connsiteX922" fmla="*/ 2947039 w 7467600"/>
              <a:gd name="connsiteY922" fmla="*/ 122524 h 6858000"/>
              <a:gd name="connsiteX923" fmla="*/ 2984316 w 7467600"/>
              <a:gd name="connsiteY923" fmla="*/ 0 h 6858000"/>
              <a:gd name="connsiteX924" fmla="*/ 3016114 w 7467600"/>
              <a:gd name="connsiteY924" fmla="*/ 0 h 6858000"/>
              <a:gd name="connsiteX925" fmla="*/ 2979949 w 7467600"/>
              <a:gd name="connsiteY925" fmla="*/ 119274 h 6858000"/>
              <a:gd name="connsiteX926" fmla="*/ 3023879 w 7467600"/>
              <a:gd name="connsiteY926" fmla="*/ 0 h 6858000"/>
              <a:gd name="connsiteX927" fmla="*/ 3105400 w 7467600"/>
              <a:gd name="connsiteY927" fmla="*/ 0 h 6858000"/>
              <a:gd name="connsiteX928" fmla="*/ 3094669 w 7467600"/>
              <a:gd name="connsiteY928" fmla="*/ 30308 h 6858000"/>
              <a:gd name="connsiteX929" fmla="*/ 2901945 w 7467600"/>
              <a:gd name="connsiteY929" fmla="*/ 466538 h 6858000"/>
              <a:gd name="connsiteX930" fmla="*/ 2815209 w 7467600"/>
              <a:gd name="connsiteY930" fmla="*/ 497361 h 6858000"/>
              <a:gd name="connsiteX931" fmla="*/ 2844845 w 7467600"/>
              <a:gd name="connsiteY931" fmla="*/ 127638 h 6858000"/>
              <a:gd name="connsiteX932" fmla="*/ 2867960 w 7467600"/>
              <a:gd name="connsiteY932" fmla="*/ 0 h 6858000"/>
              <a:gd name="connsiteX933" fmla="*/ 1057230 w 7467600"/>
              <a:gd name="connsiteY933" fmla="*/ 0 h 6858000"/>
              <a:gd name="connsiteX934" fmla="*/ 1111003 w 7467600"/>
              <a:gd name="connsiteY934" fmla="*/ 0 h 6858000"/>
              <a:gd name="connsiteX935" fmla="*/ 1125553 w 7467600"/>
              <a:gd name="connsiteY935" fmla="*/ 52588 h 6858000"/>
              <a:gd name="connsiteX936" fmla="*/ 1304276 w 7467600"/>
              <a:gd name="connsiteY936" fmla="*/ 476275 h 6858000"/>
              <a:gd name="connsiteX937" fmla="*/ 1492066 w 7467600"/>
              <a:gd name="connsiteY937" fmla="*/ 886333 h 6858000"/>
              <a:gd name="connsiteX938" fmla="*/ 1423698 w 7467600"/>
              <a:gd name="connsiteY938" fmla="*/ 710817 h 6858000"/>
              <a:gd name="connsiteX939" fmla="*/ 1357609 w 7467600"/>
              <a:gd name="connsiteY939" fmla="*/ 532892 h 6858000"/>
              <a:gd name="connsiteX940" fmla="*/ 1309550 w 7467600"/>
              <a:gd name="connsiteY940" fmla="*/ 374031 h 6858000"/>
              <a:gd name="connsiteX941" fmla="*/ 1193673 w 7467600"/>
              <a:gd name="connsiteY941" fmla="*/ 49533 h 6858000"/>
              <a:gd name="connsiteX942" fmla="*/ 1164391 w 7467600"/>
              <a:gd name="connsiteY942" fmla="*/ 0 h 6858000"/>
              <a:gd name="connsiteX943" fmla="*/ 1200666 w 7467600"/>
              <a:gd name="connsiteY943" fmla="*/ 0 h 6858000"/>
              <a:gd name="connsiteX944" fmla="*/ 1223408 w 7467600"/>
              <a:gd name="connsiteY944" fmla="*/ 38996 h 6858000"/>
              <a:gd name="connsiteX945" fmla="*/ 1339635 w 7467600"/>
              <a:gd name="connsiteY945" fmla="*/ 365517 h 6858000"/>
              <a:gd name="connsiteX946" fmla="*/ 1387469 w 7467600"/>
              <a:gd name="connsiteY946" fmla="*/ 523079 h 6858000"/>
              <a:gd name="connsiteX947" fmla="*/ 1452685 w 7467600"/>
              <a:gd name="connsiteY947" fmla="*/ 699806 h 6858000"/>
              <a:gd name="connsiteX948" fmla="*/ 1492092 w 7467600"/>
              <a:gd name="connsiteY948" fmla="*/ 800424 h 6858000"/>
              <a:gd name="connsiteX949" fmla="*/ 1455302 w 7467600"/>
              <a:gd name="connsiteY949" fmla="*/ 632913 h 6858000"/>
              <a:gd name="connsiteX950" fmla="*/ 1222336 w 7467600"/>
              <a:gd name="connsiteY950" fmla="*/ 9480 h 6858000"/>
              <a:gd name="connsiteX951" fmla="*/ 1214634 w 7467600"/>
              <a:gd name="connsiteY951" fmla="*/ 0 h 6858000"/>
              <a:gd name="connsiteX952" fmla="*/ 1289827 w 7467600"/>
              <a:gd name="connsiteY952" fmla="*/ 0 h 6858000"/>
              <a:gd name="connsiteX953" fmla="*/ 1321076 w 7467600"/>
              <a:gd name="connsiteY953" fmla="*/ 59722 h 6858000"/>
              <a:gd name="connsiteX954" fmla="*/ 1512579 w 7467600"/>
              <a:gd name="connsiteY954" fmla="*/ 626441 h 6858000"/>
              <a:gd name="connsiteX955" fmla="*/ 1506076 w 7467600"/>
              <a:gd name="connsiteY955" fmla="*/ 1089289 h 6858000"/>
              <a:gd name="connsiteX956" fmla="*/ 1486346 w 7467600"/>
              <a:gd name="connsiteY956" fmla="*/ 1079919 h 6858000"/>
              <a:gd name="connsiteX957" fmla="*/ 1070511 w 7467600"/>
              <a:gd name="connsiteY957" fmla="*/ 48609 h 6858000"/>
              <a:gd name="connsiteX958" fmla="*/ 1057230 w 7467600"/>
              <a:gd name="connsiteY958" fmla="*/ 0 h 6858000"/>
              <a:gd name="connsiteX959" fmla="*/ 43151 w 7467600"/>
              <a:gd name="connsiteY959" fmla="*/ 0 h 6858000"/>
              <a:gd name="connsiteX960" fmla="*/ 95283 w 7467600"/>
              <a:gd name="connsiteY960" fmla="*/ 0 h 6858000"/>
              <a:gd name="connsiteX961" fmla="*/ 300708 w 7467600"/>
              <a:gd name="connsiteY961" fmla="*/ 154571 h 6858000"/>
              <a:gd name="connsiteX962" fmla="*/ 530414 w 7467600"/>
              <a:gd name="connsiteY962" fmla="*/ 354673 h 6858000"/>
              <a:gd name="connsiteX963" fmla="*/ 333785 w 7467600"/>
              <a:gd name="connsiteY963" fmla="*/ 161564 h 6858000"/>
              <a:gd name="connsiteX964" fmla="*/ 147005 w 7467600"/>
              <a:gd name="connsiteY964" fmla="*/ 0 h 6858000"/>
              <a:gd name="connsiteX965" fmla="*/ 272509 w 7467600"/>
              <a:gd name="connsiteY965" fmla="*/ 0 h 6858000"/>
              <a:gd name="connsiteX966" fmla="*/ 326276 w 7467600"/>
              <a:gd name="connsiteY966" fmla="*/ 45847 h 6858000"/>
              <a:gd name="connsiteX967" fmla="*/ 823759 w 7467600"/>
              <a:gd name="connsiteY967" fmla="*/ 574145 h 6858000"/>
              <a:gd name="connsiteX968" fmla="*/ 811254 w 7467600"/>
              <a:gd name="connsiteY968" fmla="*/ 665546 h 6858000"/>
              <a:gd name="connsiteX969" fmla="*/ 154042 w 7467600"/>
              <a:gd name="connsiteY969" fmla="*/ 261522 h 6858000"/>
              <a:gd name="connsiteX970" fmla="*/ 13550 w 7467600"/>
              <a:gd name="connsiteY970" fmla="*/ 158423 h 6858000"/>
              <a:gd name="connsiteX971" fmla="*/ 0 w 7467600"/>
              <a:gd name="connsiteY971" fmla="*/ 146618 h 6858000"/>
              <a:gd name="connsiteX972" fmla="*/ 0 w 7467600"/>
              <a:gd name="connsiteY972" fmla="*/ 59161 h 6858000"/>
              <a:gd name="connsiteX973" fmla="*/ 45427 w 7467600"/>
              <a:gd name="connsiteY973" fmla="*/ 101078 h 6858000"/>
              <a:gd name="connsiteX974" fmla="*/ 630103 w 7467600"/>
              <a:gd name="connsiteY974" fmla="*/ 485885 h 6858000"/>
              <a:gd name="connsiteX975" fmla="*/ 532040 w 7467600"/>
              <a:gd name="connsiteY975" fmla="*/ 399359 h 6858000"/>
              <a:gd name="connsiteX976" fmla="*/ 517618 w 7467600"/>
              <a:gd name="connsiteY976" fmla="*/ 385726 h 6858000"/>
              <a:gd name="connsiteX977" fmla="*/ 285074 w 7467600"/>
              <a:gd name="connsiteY977" fmla="*/ 182755 h 6858000"/>
              <a:gd name="connsiteX978" fmla="*/ 43151 w 7467600"/>
              <a:gd name="connsiteY97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6946849 w 7467600"/>
              <a:gd name="connsiteY84" fmla="*/ 5523271 h 6858000"/>
              <a:gd name="connsiteX85" fmla="*/ 6946972 w 7467600"/>
              <a:gd name="connsiteY85" fmla="*/ 5526491 h 6858000"/>
              <a:gd name="connsiteX86" fmla="*/ 7105827 w 7467600"/>
              <a:gd name="connsiteY86" fmla="*/ 5718700 h 6858000"/>
              <a:gd name="connsiteX87" fmla="*/ 7356878 w 7467600"/>
              <a:gd name="connsiteY87" fmla="*/ 5981332 h 6858000"/>
              <a:gd name="connsiteX88" fmla="*/ 7467600 w 7467600"/>
              <a:gd name="connsiteY88" fmla="*/ 6117703 h 6858000"/>
              <a:gd name="connsiteX89" fmla="*/ 7467600 w 7467600"/>
              <a:gd name="connsiteY89" fmla="*/ 6163634 h 6858000"/>
              <a:gd name="connsiteX90" fmla="*/ 7403637 w 7467600"/>
              <a:gd name="connsiteY90" fmla="*/ 6083957 h 6858000"/>
              <a:gd name="connsiteX91" fmla="*/ 7254615 w 7467600"/>
              <a:gd name="connsiteY91" fmla="*/ 5911918 h 6858000"/>
              <a:gd name="connsiteX92" fmla="*/ 7312589 w 7467600"/>
              <a:gd name="connsiteY92" fmla="*/ 5982309 h 6858000"/>
              <a:gd name="connsiteX93" fmla="*/ 7448321 w 7467600"/>
              <a:gd name="connsiteY93" fmla="*/ 6190991 h 6858000"/>
              <a:gd name="connsiteX94" fmla="*/ 7467600 w 7467600"/>
              <a:gd name="connsiteY94" fmla="*/ 6221686 h 6858000"/>
              <a:gd name="connsiteX95" fmla="*/ 7467600 w 7467600"/>
              <a:gd name="connsiteY95" fmla="*/ 6334256 h 6858000"/>
              <a:gd name="connsiteX96" fmla="*/ 7454976 w 7467600"/>
              <a:gd name="connsiteY96" fmla="*/ 6318297 h 6858000"/>
              <a:gd name="connsiteX97" fmla="*/ 7042773 w 7467600"/>
              <a:gd name="connsiteY97" fmla="*/ 5734011 h 6858000"/>
              <a:gd name="connsiteX98" fmla="*/ 6844835 w 7467600"/>
              <a:gd name="connsiteY98" fmla="*/ 5424988 h 6858000"/>
              <a:gd name="connsiteX99" fmla="*/ 1456157 w 7467600"/>
              <a:gd name="connsiteY99" fmla="*/ 5371404 h 6858000"/>
              <a:gd name="connsiteX100" fmla="*/ 1244432 w 7467600"/>
              <a:gd name="connsiteY100" fmla="*/ 5385601 h 6858000"/>
              <a:gd name="connsiteX101" fmla="*/ 973990 w 7467600"/>
              <a:gd name="connsiteY101" fmla="*/ 5424940 h 6858000"/>
              <a:gd name="connsiteX102" fmla="*/ 1103809 w 7467600"/>
              <a:gd name="connsiteY102" fmla="*/ 5433720 h 6858000"/>
              <a:gd name="connsiteX103" fmla="*/ 1123454 w 7467600"/>
              <a:gd name="connsiteY103" fmla="*/ 5435727 h 6858000"/>
              <a:gd name="connsiteX104" fmla="*/ 1737017 w 7467600"/>
              <a:gd name="connsiteY104" fmla="*/ 5452183 h 6858000"/>
              <a:gd name="connsiteX105" fmla="*/ 1824397 w 7467600"/>
              <a:gd name="connsiteY105" fmla="*/ 5447757 h 6858000"/>
              <a:gd name="connsiteX106" fmla="*/ 2070059 w 7467600"/>
              <a:gd name="connsiteY106" fmla="*/ 5441660 h 6858000"/>
              <a:gd name="connsiteX107" fmla="*/ 1456157 w 7467600"/>
              <a:gd name="connsiteY107" fmla="*/ 5371404 h 6858000"/>
              <a:gd name="connsiteX108" fmla="*/ 4988186 w 7467600"/>
              <a:gd name="connsiteY108" fmla="*/ 5216467 h 6858000"/>
              <a:gd name="connsiteX109" fmla="*/ 4777334 w 7467600"/>
              <a:gd name="connsiteY109" fmla="*/ 5406072 h 6858000"/>
              <a:gd name="connsiteX110" fmla="*/ 4718341 w 7467600"/>
              <a:gd name="connsiteY110" fmla="*/ 5468043 h 6858000"/>
              <a:gd name="connsiteX111" fmla="*/ 4604655 w 7467600"/>
              <a:gd name="connsiteY111" fmla="*/ 5583434 h 6858000"/>
              <a:gd name="connsiteX112" fmla="*/ 4565074 w 7467600"/>
              <a:gd name="connsiteY112" fmla="*/ 5618550 h 6858000"/>
              <a:gd name="connsiteX113" fmla="*/ 4988186 w 7467600"/>
              <a:gd name="connsiteY113" fmla="*/ 5216467 h 6858000"/>
              <a:gd name="connsiteX114" fmla="*/ 4978032 w 7467600"/>
              <a:gd name="connsiteY114" fmla="*/ 5183809 h 6858000"/>
              <a:gd name="connsiteX115" fmla="*/ 4463413 w 7467600"/>
              <a:gd name="connsiteY115" fmla="*/ 5615162 h 6858000"/>
              <a:gd name="connsiteX116" fmla="*/ 4358134 w 7467600"/>
              <a:gd name="connsiteY116" fmla="*/ 5742791 h 6858000"/>
              <a:gd name="connsiteX117" fmla="*/ 4376219 w 7467600"/>
              <a:gd name="connsiteY117" fmla="*/ 5729027 h 6858000"/>
              <a:gd name="connsiteX118" fmla="*/ 4582340 w 7467600"/>
              <a:gd name="connsiteY118" fmla="*/ 5561037 h 6858000"/>
              <a:gd name="connsiteX119" fmla="*/ 4694684 w 7467600"/>
              <a:gd name="connsiteY119" fmla="*/ 5447098 h 6858000"/>
              <a:gd name="connsiteX120" fmla="*/ 4754123 w 7467600"/>
              <a:gd name="connsiteY120" fmla="*/ 5384643 h 6858000"/>
              <a:gd name="connsiteX121" fmla="*/ 4978032 w 7467600"/>
              <a:gd name="connsiteY121" fmla="*/ 5183809 h 6858000"/>
              <a:gd name="connsiteX122" fmla="*/ 1903353 w 7467600"/>
              <a:gd name="connsiteY122" fmla="*/ 5044827 h 6858000"/>
              <a:gd name="connsiteX123" fmla="*/ 1936931 w 7467600"/>
              <a:gd name="connsiteY123" fmla="*/ 5093954 h 6858000"/>
              <a:gd name="connsiteX124" fmla="*/ 2195868 w 7467600"/>
              <a:gd name="connsiteY124" fmla="*/ 5396574 h 6858000"/>
              <a:gd name="connsiteX125" fmla="*/ 2088852 w 7467600"/>
              <a:gd name="connsiteY125" fmla="*/ 5166123 h 6858000"/>
              <a:gd name="connsiteX126" fmla="*/ 1958241 w 7467600"/>
              <a:gd name="connsiteY126" fmla="*/ 5067955 h 6858000"/>
              <a:gd name="connsiteX127" fmla="*/ 1903353 w 7467600"/>
              <a:gd name="connsiteY127" fmla="*/ 5044827 h 6858000"/>
              <a:gd name="connsiteX128" fmla="*/ 1979378 w 7467600"/>
              <a:gd name="connsiteY128" fmla="*/ 4769504 h 6858000"/>
              <a:gd name="connsiteX129" fmla="*/ 2882120 w 7467600"/>
              <a:gd name="connsiteY129" fmla="*/ 5064547 h 6858000"/>
              <a:gd name="connsiteX130" fmla="*/ 2793103 w 7467600"/>
              <a:gd name="connsiteY130" fmla="*/ 5039699 h 6858000"/>
              <a:gd name="connsiteX131" fmla="*/ 2770041 w 7467600"/>
              <a:gd name="connsiteY131" fmla="*/ 5033634 h 6858000"/>
              <a:gd name="connsiteX132" fmla="*/ 1979378 w 7467600"/>
              <a:gd name="connsiteY132" fmla="*/ 4769504 h 6858000"/>
              <a:gd name="connsiteX133" fmla="*/ 1927410 w 7467600"/>
              <a:gd name="connsiteY133" fmla="*/ 4716164 h 6858000"/>
              <a:gd name="connsiteX134" fmla="*/ 1959587 w 7467600"/>
              <a:gd name="connsiteY134" fmla="*/ 4728849 h 6858000"/>
              <a:gd name="connsiteX135" fmla="*/ 2777707 w 7467600"/>
              <a:gd name="connsiteY135" fmla="*/ 5003991 h 6858000"/>
              <a:gd name="connsiteX136" fmla="*/ 2800768 w 7467600"/>
              <a:gd name="connsiteY136" fmla="*/ 5010056 h 6858000"/>
              <a:gd name="connsiteX137" fmla="*/ 2879408 w 7467600"/>
              <a:gd name="connsiteY137" fmla="*/ 5031590 h 6858000"/>
              <a:gd name="connsiteX138" fmla="*/ 2862295 w 7467600"/>
              <a:gd name="connsiteY138" fmla="*/ 5022958 h 6858000"/>
              <a:gd name="connsiteX139" fmla="*/ 2813343 w 7467600"/>
              <a:gd name="connsiteY139" fmla="*/ 4998369 h 6858000"/>
              <a:gd name="connsiteX140" fmla="*/ 2646245 w 7467600"/>
              <a:gd name="connsiteY140" fmla="*/ 4930999 h 6858000"/>
              <a:gd name="connsiteX141" fmla="*/ 1999243 w 7467600"/>
              <a:gd name="connsiteY141" fmla="*/ 4730524 h 6858000"/>
              <a:gd name="connsiteX142" fmla="*/ 1979527 w 7467600"/>
              <a:gd name="connsiteY142" fmla="*/ 4726651 h 6858000"/>
              <a:gd name="connsiteX143" fmla="*/ 1927410 w 7467600"/>
              <a:gd name="connsiteY143" fmla="*/ 4716164 h 6858000"/>
              <a:gd name="connsiteX144" fmla="*/ 1997014 w 7467600"/>
              <a:gd name="connsiteY144" fmla="*/ 4698007 h 6858000"/>
              <a:gd name="connsiteX145" fmla="*/ 2005458 w 7467600"/>
              <a:gd name="connsiteY145" fmla="*/ 4699540 h 6858000"/>
              <a:gd name="connsiteX146" fmla="*/ 2657186 w 7467600"/>
              <a:gd name="connsiteY146" fmla="*/ 4901687 h 6858000"/>
              <a:gd name="connsiteX147" fmla="*/ 2826662 w 7467600"/>
              <a:gd name="connsiteY147" fmla="*/ 4970362 h 6858000"/>
              <a:gd name="connsiteX148" fmla="*/ 2876100 w 7467600"/>
              <a:gd name="connsiteY148" fmla="*/ 4995397 h 6858000"/>
              <a:gd name="connsiteX149" fmla="*/ 3042600 w 7467600"/>
              <a:gd name="connsiteY149" fmla="*/ 5059532 h 6858000"/>
              <a:gd name="connsiteX150" fmla="*/ 1997014 w 7467600"/>
              <a:gd name="connsiteY150" fmla="*/ 4698007 h 6858000"/>
              <a:gd name="connsiteX151" fmla="*/ 2305292 w 7467600"/>
              <a:gd name="connsiteY151" fmla="*/ 4219492 h 6858000"/>
              <a:gd name="connsiteX152" fmla="*/ 3360922 w 7467600"/>
              <a:gd name="connsiteY152" fmla="*/ 4529373 h 6858000"/>
              <a:gd name="connsiteX153" fmla="*/ 3492420 w 7467600"/>
              <a:gd name="connsiteY153" fmla="*/ 4510145 h 6858000"/>
              <a:gd name="connsiteX154" fmla="*/ 3364086 w 7467600"/>
              <a:gd name="connsiteY154" fmla="*/ 4480340 h 6858000"/>
              <a:gd name="connsiteX155" fmla="*/ 3225818 w 7467600"/>
              <a:gd name="connsiteY155" fmla="*/ 4411822 h 6858000"/>
              <a:gd name="connsiteX156" fmla="*/ 3129696 w 7467600"/>
              <a:gd name="connsiteY156" fmla="*/ 4360704 h 6858000"/>
              <a:gd name="connsiteX157" fmla="*/ 2814545 w 7467600"/>
              <a:gd name="connsiteY157" fmla="*/ 4282955 h 6858000"/>
              <a:gd name="connsiteX158" fmla="*/ 2305292 w 7467600"/>
              <a:gd name="connsiteY158" fmla="*/ 4219492 h 6858000"/>
              <a:gd name="connsiteX159" fmla="*/ 2626982 w 7467600"/>
              <a:gd name="connsiteY159" fmla="*/ 4206450 h 6858000"/>
              <a:gd name="connsiteX160" fmla="*/ 2490617 w 7467600"/>
              <a:gd name="connsiteY160" fmla="*/ 4206951 h 6858000"/>
              <a:gd name="connsiteX161" fmla="*/ 2819869 w 7467600"/>
              <a:gd name="connsiteY161" fmla="*/ 4252936 h 6858000"/>
              <a:gd name="connsiteX162" fmla="*/ 3143018 w 7467600"/>
              <a:gd name="connsiteY162" fmla="*/ 4332698 h 6858000"/>
              <a:gd name="connsiteX163" fmla="*/ 3241520 w 7467600"/>
              <a:gd name="connsiteY163" fmla="*/ 4385112 h 6858000"/>
              <a:gd name="connsiteX164" fmla="*/ 3374575 w 7467600"/>
              <a:gd name="connsiteY164" fmla="*/ 4451517 h 6858000"/>
              <a:gd name="connsiteX165" fmla="*/ 3505221 w 7467600"/>
              <a:gd name="connsiteY165" fmla="*/ 4480757 h 6858000"/>
              <a:gd name="connsiteX166" fmla="*/ 2626982 w 7467600"/>
              <a:gd name="connsiteY166" fmla="*/ 4206450 h 6858000"/>
              <a:gd name="connsiteX167" fmla="*/ 1310106 w 7467600"/>
              <a:gd name="connsiteY167" fmla="*/ 3943217 h 6858000"/>
              <a:gd name="connsiteX168" fmla="*/ 854994 w 7467600"/>
              <a:gd name="connsiteY168" fmla="*/ 4399136 h 6858000"/>
              <a:gd name="connsiteX169" fmla="*/ 742462 w 7467600"/>
              <a:gd name="connsiteY169" fmla="*/ 4594648 h 6858000"/>
              <a:gd name="connsiteX170" fmla="*/ 820602 w 7467600"/>
              <a:gd name="connsiteY170" fmla="*/ 4485915 h 6858000"/>
              <a:gd name="connsiteX171" fmla="*/ 878295 w 7467600"/>
              <a:gd name="connsiteY171" fmla="*/ 4403594 h 6858000"/>
              <a:gd name="connsiteX172" fmla="*/ 1240607 w 7467600"/>
              <a:gd name="connsiteY172" fmla="*/ 4010401 h 6858000"/>
              <a:gd name="connsiteX173" fmla="*/ 1310106 w 7467600"/>
              <a:gd name="connsiteY173" fmla="*/ 3943217 h 6858000"/>
              <a:gd name="connsiteX174" fmla="*/ 1423113 w 7467600"/>
              <a:gd name="connsiteY174" fmla="*/ 3874565 h 6858000"/>
              <a:gd name="connsiteX175" fmla="*/ 1260565 w 7467600"/>
              <a:gd name="connsiteY175" fmla="*/ 4031982 h 6858000"/>
              <a:gd name="connsiteX176" fmla="*/ 901900 w 7467600"/>
              <a:gd name="connsiteY176" fmla="*/ 4421236 h 6858000"/>
              <a:gd name="connsiteX177" fmla="*/ 845044 w 7467600"/>
              <a:gd name="connsiteY177" fmla="*/ 4502436 h 6858000"/>
              <a:gd name="connsiteX178" fmla="*/ 685926 w 7467600"/>
              <a:gd name="connsiteY178" fmla="*/ 4703069 h 6858000"/>
              <a:gd name="connsiteX179" fmla="*/ 684248 w 7467600"/>
              <a:gd name="connsiteY179" fmla="*/ 4706721 h 6858000"/>
              <a:gd name="connsiteX180" fmla="*/ 1423113 w 7467600"/>
              <a:gd name="connsiteY180" fmla="*/ 3874565 h 6858000"/>
              <a:gd name="connsiteX181" fmla="*/ 3316479 w 7467600"/>
              <a:gd name="connsiteY181" fmla="*/ 3872136 h 6858000"/>
              <a:gd name="connsiteX182" fmla="*/ 3546806 w 7467600"/>
              <a:gd name="connsiteY182" fmla="*/ 4356139 h 6858000"/>
              <a:gd name="connsiteX183" fmla="*/ 3364433 w 7467600"/>
              <a:gd name="connsiteY183" fmla="*/ 3953121 h 6858000"/>
              <a:gd name="connsiteX184" fmla="*/ 3316479 w 7467600"/>
              <a:gd name="connsiteY184" fmla="*/ 3872136 h 6858000"/>
              <a:gd name="connsiteX185" fmla="*/ 3291335 w 7467600"/>
              <a:gd name="connsiteY185" fmla="*/ 3767420 h 6858000"/>
              <a:gd name="connsiteX186" fmla="*/ 3390805 w 7467600"/>
              <a:gd name="connsiteY186" fmla="*/ 3937163 h 6858000"/>
              <a:gd name="connsiteX187" fmla="*/ 3579062 w 7467600"/>
              <a:gd name="connsiteY187" fmla="*/ 4359040 h 6858000"/>
              <a:gd name="connsiteX188" fmla="*/ 3467355 w 7467600"/>
              <a:gd name="connsiteY188" fmla="*/ 3988130 h 6858000"/>
              <a:gd name="connsiteX189" fmla="*/ 3310753 w 7467600"/>
              <a:gd name="connsiteY189" fmla="*/ 3787140 h 6858000"/>
              <a:gd name="connsiteX190" fmla="*/ 3291335 w 7467600"/>
              <a:gd name="connsiteY190" fmla="*/ 3767420 h 6858000"/>
              <a:gd name="connsiteX191" fmla="*/ 1635889 w 7467600"/>
              <a:gd name="connsiteY191" fmla="*/ 3709494 h 6858000"/>
              <a:gd name="connsiteX192" fmla="*/ 1634800 w 7467600"/>
              <a:gd name="connsiteY192" fmla="*/ 3731111 h 6858000"/>
              <a:gd name="connsiteX193" fmla="*/ 1635889 w 7467600"/>
              <a:gd name="connsiteY193" fmla="*/ 3709494 h 6858000"/>
              <a:gd name="connsiteX194" fmla="*/ 1510397 w 7467600"/>
              <a:gd name="connsiteY194" fmla="*/ 3684705 h 6858000"/>
              <a:gd name="connsiteX195" fmla="*/ 1146550 w 7467600"/>
              <a:gd name="connsiteY195" fmla="*/ 3802012 h 6858000"/>
              <a:gd name="connsiteX196" fmla="*/ 698834 w 7467600"/>
              <a:gd name="connsiteY196" fmla="*/ 3952272 h 6858000"/>
              <a:gd name="connsiteX197" fmla="*/ 34256 w 7467600"/>
              <a:gd name="connsiteY197" fmla="*/ 4347603 h 6858000"/>
              <a:gd name="connsiteX198" fmla="*/ 527241 w 7467600"/>
              <a:gd name="connsiteY198" fmla="*/ 4065078 h 6858000"/>
              <a:gd name="connsiteX199" fmla="*/ 1510397 w 7467600"/>
              <a:gd name="connsiteY199" fmla="*/ 3684705 h 6858000"/>
              <a:gd name="connsiteX200" fmla="*/ 1313114 w 7467600"/>
              <a:gd name="connsiteY200" fmla="*/ 3655216 h 6858000"/>
              <a:gd name="connsiteX201" fmla="*/ 1109304 w 7467600"/>
              <a:gd name="connsiteY201" fmla="*/ 3669030 h 6858000"/>
              <a:gd name="connsiteX202" fmla="*/ 8129 w 7467600"/>
              <a:gd name="connsiteY202" fmla="*/ 4330519 h 6858000"/>
              <a:gd name="connsiteX203" fmla="*/ 687572 w 7467600"/>
              <a:gd name="connsiteY203" fmla="*/ 3925629 h 6858000"/>
              <a:gd name="connsiteX204" fmla="*/ 1138365 w 7467600"/>
              <a:gd name="connsiteY204" fmla="*/ 3774515 h 6858000"/>
              <a:gd name="connsiteX205" fmla="*/ 1505579 w 7467600"/>
              <a:gd name="connsiteY205" fmla="*/ 3655526 h 6858000"/>
              <a:gd name="connsiteX206" fmla="*/ 1313114 w 7467600"/>
              <a:gd name="connsiteY206" fmla="*/ 3655216 h 6858000"/>
              <a:gd name="connsiteX207" fmla="*/ 3655073 w 7467600"/>
              <a:gd name="connsiteY207" fmla="*/ 3650884 h 6858000"/>
              <a:gd name="connsiteX208" fmla="*/ 3989938 w 7467600"/>
              <a:gd name="connsiteY208" fmla="*/ 3991685 h 6858000"/>
              <a:gd name="connsiteX209" fmla="*/ 4393907 w 7467600"/>
              <a:gd name="connsiteY209" fmla="*/ 4261258 h 6858000"/>
              <a:gd name="connsiteX210" fmla="*/ 4648051 w 7467600"/>
              <a:gd name="connsiteY210" fmla="*/ 4374051 h 6858000"/>
              <a:gd name="connsiteX211" fmla="*/ 4383389 w 7467600"/>
              <a:gd name="connsiteY211" fmla="*/ 4184369 h 6858000"/>
              <a:gd name="connsiteX212" fmla="*/ 4165508 w 7467600"/>
              <a:gd name="connsiteY212" fmla="*/ 4035196 h 6858000"/>
              <a:gd name="connsiteX213" fmla="*/ 4068162 w 7467600"/>
              <a:gd name="connsiteY213" fmla="*/ 3953394 h 6858000"/>
              <a:gd name="connsiteX214" fmla="*/ 3981416 w 7467600"/>
              <a:gd name="connsiteY214" fmla="*/ 3880482 h 6858000"/>
              <a:gd name="connsiteX215" fmla="*/ 3800147 w 7467600"/>
              <a:gd name="connsiteY215" fmla="*/ 3749872 h 6858000"/>
              <a:gd name="connsiteX216" fmla="*/ 3655073 w 7467600"/>
              <a:gd name="connsiteY216" fmla="*/ 3650884 h 6858000"/>
              <a:gd name="connsiteX217" fmla="*/ 3670252 w 7467600"/>
              <a:gd name="connsiteY217" fmla="*/ 3622798 h 6858000"/>
              <a:gd name="connsiteX218" fmla="*/ 3817258 w 7467600"/>
              <a:gd name="connsiteY218" fmla="*/ 3723577 h 6858000"/>
              <a:gd name="connsiteX219" fmla="*/ 4000461 w 7467600"/>
              <a:gd name="connsiteY219" fmla="*/ 3855966 h 6858000"/>
              <a:gd name="connsiteX220" fmla="*/ 4088180 w 7467600"/>
              <a:gd name="connsiteY220" fmla="*/ 3929774 h 6858000"/>
              <a:gd name="connsiteX221" fmla="*/ 4184555 w 7467600"/>
              <a:gd name="connsiteY221" fmla="*/ 4010683 h 6858000"/>
              <a:gd name="connsiteX222" fmla="*/ 4399563 w 7467600"/>
              <a:gd name="connsiteY222" fmla="*/ 4158106 h 6858000"/>
              <a:gd name="connsiteX223" fmla="*/ 4684469 w 7467600"/>
              <a:gd name="connsiteY223" fmla="*/ 4364680 h 6858000"/>
              <a:gd name="connsiteX224" fmla="*/ 4690271 w 7467600"/>
              <a:gd name="connsiteY224" fmla="*/ 4370034 h 6858000"/>
              <a:gd name="connsiteX225" fmla="*/ 4136093 w 7467600"/>
              <a:gd name="connsiteY225" fmla="*/ 3858466 h 6858000"/>
              <a:gd name="connsiteX226" fmla="*/ 3670252 w 7467600"/>
              <a:gd name="connsiteY226" fmla="*/ 3622798 h 6858000"/>
              <a:gd name="connsiteX227" fmla="*/ 4440129 w 7467600"/>
              <a:gd name="connsiteY227" fmla="*/ 3448571 h 6858000"/>
              <a:gd name="connsiteX228" fmla="*/ 4856525 w 7467600"/>
              <a:gd name="connsiteY228" fmla="*/ 3915351 h 6858000"/>
              <a:gd name="connsiteX229" fmla="*/ 5059055 w 7467600"/>
              <a:gd name="connsiteY229" fmla="*/ 4108918 h 6858000"/>
              <a:gd name="connsiteX230" fmla="*/ 5290070 w 7467600"/>
              <a:gd name="connsiteY230" fmla="*/ 4263619 h 6858000"/>
              <a:gd name="connsiteX231" fmla="*/ 4834991 w 7467600"/>
              <a:gd name="connsiteY231" fmla="*/ 3830985 h 6858000"/>
              <a:gd name="connsiteX232" fmla="*/ 4440129 w 7467600"/>
              <a:gd name="connsiteY232" fmla="*/ 3448571 h 6858000"/>
              <a:gd name="connsiteX233" fmla="*/ 4441737 w 7467600"/>
              <a:gd name="connsiteY233" fmla="*/ 3399734 h 6858000"/>
              <a:gd name="connsiteX234" fmla="*/ 4431236 w 7467600"/>
              <a:gd name="connsiteY234" fmla="*/ 3400954 h 6858000"/>
              <a:gd name="connsiteX235" fmla="*/ 4557150 w 7467600"/>
              <a:gd name="connsiteY235" fmla="*/ 3510023 h 6858000"/>
              <a:gd name="connsiteX236" fmla="*/ 4856936 w 7467600"/>
              <a:gd name="connsiteY236" fmla="*/ 3809146 h 6858000"/>
              <a:gd name="connsiteX237" fmla="*/ 5111996 w 7467600"/>
              <a:gd name="connsiteY237" fmla="*/ 4065759 h 6858000"/>
              <a:gd name="connsiteX238" fmla="*/ 5388878 w 7467600"/>
              <a:gd name="connsiteY238" fmla="*/ 4300185 h 6858000"/>
              <a:gd name="connsiteX239" fmla="*/ 5425556 w 7467600"/>
              <a:gd name="connsiteY239" fmla="*/ 4308967 h 6858000"/>
              <a:gd name="connsiteX240" fmla="*/ 4943646 w 7467600"/>
              <a:gd name="connsiteY240" fmla="*/ 3822916 h 6858000"/>
              <a:gd name="connsiteX241" fmla="*/ 4594837 w 7467600"/>
              <a:gd name="connsiteY241" fmla="*/ 3532274 h 6858000"/>
              <a:gd name="connsiteX242" fmla="*/ 4441737 w 7467600"/>
              <a:gd name="connsiteY242" fmla="*/ 3399734 h 6858000"/>
              <a:gd name="connsiteX243" fmla="*/ 5425834 w 7467600"/>
              <a:gd name="connsiteY243" fmla="*/ 3162785 h 6858000"/>
              <a:gd name="connsiteX244" fmla="*/ 5401644 w 7467600"/>
              <a:gd name="connsiteY244" fmla="*/ 3617847 h 6858000"/>
              <a:gd name="connsiteX245" fmla="*/ 5467256 w 7467600"/>
              <a:gd name="connsiteY245" fmla="*/ 4175494 h 6858000"/>
              <a:gd name="connsiteX246" fmla="*/ 5448069 w 7467600"/>
              <a:gd name="connsiteY246" fmla="*/ 3567554 h 6858000"/>
              <a:gd name="connsiteX247" fmla="*/ 5425834 w 7467600"/>
              <a:gd name="connsiteY247" fmla="*/ 3162785 h 6858000"/>
              <a:gd name="connsiteX248" fmla="*/ 1318687 w 7467600"/>
              <a:gd name="connsiteY248" fmla="*/ 3113840 h 6858000"/>
              <a:gd name="connsiteX249" fmla="*/ 1066793 w 7467600"/>
              <a:gd name="connsiteY249" fmla="*/ 3212171 h 6858000"/>
              <a:gd name="connsiteX250" fmla="*/ 993319 w 7467600"/>
              <a:gd name="connsiteY250" fmla="*/ 3247648 h 6858000"/>
              <a:gd name="connsiteX251" fmla="*/ 853081 w 7467600"/>
              <a:gd name="connsiteY251" fmla="*/ 3312410 h 6858000"/>
              <a:gd name="connsiteX252" fmla="*/ 805957 w 7467600"/>
              <a:gd name="connsiteY252" fmla="*/ 3330443 h 6858000"/>
              <a:gd name="connsiteX253" fmla="*/ 1318687 w 7467600"/>
              <a:gd name="connsiteY253" fmla="*/ 3113840 h 6858000"/>
              <a:gd name="connsiteX254" fmla="*/ 5453702 w 7467600"/>
              <a:gd name="connsiteY254" fmla="*/ 3090882 h 6858000"/>
              <a:gd name="connsiteX255" fmla="*/ 5480135 w 7467600"/>
              <a:gd name="connsiteY255" fmla="*/ 3565802 h 6858000"/>
              <a:gd name="connsiteX256" fmla="*/ 5499023 w 7467600"/>
              <a:gd name="connsiteY256" fmla="*/ 4166310 h 6858000"/>
              <a:gd name="connsiteX257" fmla="*/ 5547022 w 7467600"/>
              <a:gd name="connsiteY257" fmla="*/ 3607838 h 6858000"/>
              <a:gd name="connsiteX258" fmla="*/ 5515964 w 7467600"/>
              <a:gd name="connsiteY258" fmla="*/ 3378541 h 6858000"/>
              <a:gd name="connsiteX259" fmla="*/ 5453702 w 7467600"/>
              <a:gd name="connsiteY259" fmla="*/ 3090882 h 6858000"/>
              <a:gd name="connsiteX260" fmla="*/ 1238695 w 7467600"/>
              <a:gd name="connsiteY260" fmla="*/ 3076820 h 6858000"/>
              <a:gd name="connsiteX261" fmla="*/ 716371 w 7467600"/>
              <a:gd name="connsiteY261" fmla="*/ 3293249 h 6858000"/>
              <a:gd name="connsiteX262" fmla="*/ 579522 w 7467600"/>
              <a:gd name="connsiteY262" fmla="*/ 3371759 h 6858000"/>
              <a:gd name="connsiteX263" fmla="*/ 600288 w 7467600"/>
              <a:gd name="connsiteY263" fmla="*/ 3365555 h 6858000"/>
              <a:gd name="connsiteX264" fmla="*/ 840692 w 7467600"/>
              <a:gd name="connsiteY264" fmla="*/ 3284921 h 6858000"/>
              <a:gd name="connsiteX265" fmla="*/ 979248 w 7467600"/>
              <a:gd name="connsiteY265" fmla="*/ 3221003 h 6858000"/>
              <a:gd name="connsiteX266" fmla="*/ 1053282 w 7467600"/>
              <a:gd name="connsiteY266" fmla="*/ 3185247 h 6858000"/>
              <a:gd name="connsiteX267" fmla="*/ 1320603 w 7467600"/>
              <a:gd name="connsiteY267" fmla="*/ 3081281 h 6858000"/>
              <a:gd name="connsiteX268" fmla="*/ 1238695 w 7467600"/>
              <a:gd name="connsiteY268" fmla="*/ 3076820 h 6858000"/>
              <a:gd name="connsiteX269" fmla="*/ 5425627 w 7467600"/>
              <a:gd name="connsiteY269" fmla="*/ 2954192 h 6858000"/>
              <a:gd name="connsiteX270" fmla="*/ 5470770 w 7467600"/>
              <a:gd name="connsiteY270" fmla="*/ 3005435 h 6858000"/>
              <a:gd name="connsiteX271" fmla="*/ 5519779 w 7467600"/>
              <a:gd name="connsiteY271" fmla="*/ 4359223 h 6858000"/>
              <a:gd name="connsiteX272" fmla="*/ 5520293 w 7467600"/>
              <a:gd name="connsiteY272" fmla="*/ 4360602 h 6858000"/>
              <a:gd name="connsiteX273" fmla="*/ 5767221 w 7467600"/>
              <a:gd name="connsiteY273" fmla="*/ 4665564 h 6858000"/>
              <a:gd name="connsiteX274" fmla="*/ 6937169 w 7467600"/>
              <a:gd name="connsiteY274" fmla="*/ 4815941 h 6858000"/>
              <a:gd name="connsiteX275" fmla="*/ 6953922 w 7467600"/>
              <a:gd name="connsiteY275" fmla="*/ 4890068 h 6858000"/>
              <a:gd name="connsiteX276" fmla="*/ 6071359 w 7467600"/>
              <a:gd name="connsiteY276" fmla="*/ 4770770 h 6858000"/>
              <a:gd name="connsiteX277" fmla="*/ 6038839 w 7467600"/>
              <a:gd name="connsiteY277" fmla="*/ 4764474 h 6858000"/>
              <a:gd name="connsiteX278" fmla="*/ 6038706 w 7467600"/>
              <a:gd name="connsiteY278" fmla="*/ 4763847 h 6858000"/>
              <a:gd name="connsiteX279" fmla="*/ 6037784 w 7467600"/>
              <a:gd name="connsiteY279" fmla="*/ 4764270 h 6858000"/>
              <a:gd name="connsiteX280" fmla="*/ 6038839 w 7467600"/>
              <a:gd name="connsiteY280" fmla="*/ 4764474 h 6858000"/>
              <a:gd name="connsiteX281" fmla="*/ 6040338 w 7467600"/>
              <a:gd name="connsiteY281" fmla="*/ 4771418 h 6858000"/>
              <a:gd name="connsiteX282" fmla="*/ 6024488 w 7467600"/>
              <a:gd name="connsiteY282" fmla="*/ 4809903 h 6858000"/>
              <a:gd name="connsiteX283" fmla="*/ 5599771 w 7467600"/>
              <a:gd name="connsiteY283" fmla="*/ 5509652 h 6858000"/>
              <a:gd name="connsiteX284" fmla="*/ 5548843 w 7467600"/>
              <a:gd name="connsiteY284" fmla="*/ 5563845 h 6858000"/>
              <a:gd name="connsiteX285" fmla="*/ 5940952 w 7467600"/>
              <a:gd name="connsiteY285" fmla="*/ 6250028 h 6858000"/>
              <a:gd name="connsiteX286" fmla="*/ 6043441 w 7467600"/>
              <a:gd name="connsiteY286" fmla="*/ 6665847 h 6858000"/>
              <a:gd name="connsiteX287" fmla="*/ 6093432 w 7467600"/>
              <a:gd name="connsiteY287" fmla="*/ 6858000 h 6858000"/>
              <a:gd name="connsiteX288" fmla="*/ 6034344 w 7467600"/>
              <a:gd name="connsiteY288" fmla="*/ 6858000 h 6858000"/>
              <a:gd name="connsiteX289" fmla="*/ 6026679 w 7467600"/>
              <a:gd name="connsiteY289" fmla="*/ 6836959 h 6858000"/>
              <a:gd name="connsiteX290" fmla="*/ 5800441 w 7467600"/>
              <a:gd name="connsiteY290" fmla="*/ 6335286 h 6858000"/>
              <a:gd name="connsiteX291" fmla="*/ 5526562 w 7467600"/>
              <a:gd name="connsiteY291" fmla="*/ 5705388 h 6858000"/>
              <a:gd name="connsiteX292" fmla="*/ 5519640 w 7467600"/>
              <a:gd name="connsiteY292" fmla="*/ 5683774 h 6858000"/>
              <a:gd name="connsiteX293" fmla="*/ 5844559 w 7467600"/>
              <a:gd name="connsiteY293" fmla="*/ 6553349 h 6858000"/>
              <a:gd name="connsiteX294" fmla="*/ 5975994 w 7467600"/>
              <a:gd name="connsiteY294" fmla="*/ 6858000 h 6858000"/>
              <a:gd name="connsiteX295" fmla="*/ 5898547 w 7467600"/>
              <a:gd name="connsiteY295" fmla="*/ 6858000 h 6858000"/>
              <a:gd name="connsiteX296" fmla="*/ 5682041 w 7467600"/>
              <a:gd name="connsiteY296" fmla="*/ 6355860 h 6858000"/>
              <a:gd name="connsiteX297" fmla="*/ 5461758 w 7467600"/>
              <a:gd name="connsiteY297" fmla="*/ 5820220 h 6858000"/>
              <a:gd name="connsiteX298" fmla="*/ 5237282 w 7467600"/>
              <a:gd name="connsiteY298" fmla="*/ 6579086 h 6858000"/>
              <a:gd name="connsiteX299" fmla="*/ 5115009 w 7467600"/>
              <a:gd name="connsiteY299" fmla="*/ 6858000 h 6858000"/>
              <a:gd name="connsiteX300" fmla="*/ 5028074 w 7467600"/>
              <a:gd name="connsiteY300" fmla="*/ 6858000 h 6858000"/>
              <a:gd name="connsiteX301" fmla="*/ 5079508 w 7467600"/>
              <a:gd name="connsiteY301" fmla="*/ 6749074 h 6858000"/>
              <a:gd name="connsiteX302" fmla="*/ 5371846 w 7467600"/>
              <a:gd name="connsiteY302" fmla="*/ 5924413 h 6858000"/>
              <a:gd name="connsiteX303" fmla="*/ 5270512 w 7467600"/>
              <a:gd name="connsiteY303" fmla="*/ 6138975 h 6858000"/>
              <a:gd name="connsiteX304" fmla="*/ 5062409 w 7467600"/>
              <a:gd name="connsiteY304" fmla="*/ 6653544 h 6858000"/>
              <a:gd name="connsiteX305" fmla="*/ 5036628 w 7467600"/>
              <a:gd name="connsiteY305" fmla="*/ 6754247 h 6858000"/>
              <a:gd name="connsiteX306" fmla="*/ 5009112 w 7467600"/>
              <a:gd name="connsiteY306" fmla="*/ 6858000 h 6858000"/>
              <a:gd name="connsiteX307" fmla="*/ 4976679 w 7467600"/>
              <a:gd name="connsiteY307" fmla="*/ 6858000 h 6858000"/>
              <a:gd name="connsiteX308" fmla="*/ 5006537 w 7467600"/>
              <a:gd name="connsiteY308" fmla="*/ 6747068 h 6858000"/>
              <a:gd name="connsiteX309" fmla="*/ 5032723 w 7467600"/>
              <a:gd name="connsiteY309" fmla="*/ 6644957 h 6858000"/>
              <a:gd name="connsiteX310" fmla="*/ 5242949 w 7467600"/>
              <a:gd name="connsiteY310" fmla="*/ 6125175 h 6858000"/>
              <a:gd name="connsiteX311" fmla="*/ 5286321 w 7467600"/>
              <a:gd name="connsiteY311" fmla="*/ 6033555 h 6858000"/>
              <a:gd name="connsiteX312" fmla="*/ 5008210 w 7467600"/>
              <a:gd name="connsiteY312" fmla="*/ 6649194 h 6858000"/>
              <a:gd name="connsiteX313" fmla="*/ 4986321 w 7467600"/>
              <a:gd name="connsiteY313" fmla="*/ 6765687 h 6858000"/>
              <a:gd name="connsiteX314" fmla="*/ 4973474 w 7467600"/>
              <a:gd name="connsiteY314" fmla="*/ 6858000 h 6858000"/>
              <a:gd name="connsiteX315" fmla="*/ 4907178 w 7467600"/>
              <a:gd name="connsiteY315" fmla="*/ 6858000 h 6858000"/>
              <a:gd name="connsiteX316" fmla="*/ 4910810 w 7467600"/>
              <a:gd name="connsiteY316" fmla="*/ 6829660 h 6858000"/>
              <a:gd name="connsiteX317" fmla="*/ 4987461 w 7467600"/>
              <a:gd name="connsiteY317" fmla="*/ 6432994 h 6858000"/>
              <a:gd name="connsiteX318" fmla="*/ 5179262 w 7467600"/>
              <a:gd name="connsiteY318" fmla="*/ 6035044 h 6858000"/>
              <a:gd name="connsiteX319" fmla="*/ 4689678 w 7467600"/>
              <a:gd name="connsiteY319" fmla="*/ 6440241 h 6858000"/>
              <a:gd name="connsiteX320" fmla="*/ 4477543 w 7467600"/>
              <a:gd name="connsiteY320" fmla="*/ 6674836 h 6858000"/>
              <a:gd name="connsiteX321" fmla="*/ 4329957 w 7467600"/>
              <a:gd name="connsiteY321" fmla="*/ 6858000 h 6858000"/>
              <a:gd name="connsiteX322" fmla="*/ 4218595 w 7467600"/>
              <a:gd name="connsiteY322" fmla="*/ 6858000 h 6858000"/>
              <a:gd name="connsiteX323" fmla="*/ 4368888 w 7467600"/>
              <a:gd name="connsiteY323" fmla="*/ 6668412 h 6858000"/>
              <a:gd name="connsiteX324" fmla="*/ 4563091 w 7467600"/>
              <a:gd name="connsiteY324" fmla="*/ 6442508 h 6858000"/>
              <a:gd name="connsiteX325" fmla="*/ 5387324 w 7467600"/>
              <a:gd name="connsiteY325" fmla="*/ 5705830 h 6858000"/>
              <a:gd name="connsiteX326" fmla="*/ 5073620 w 7467600"/>
              <a:gd name="connsiteY326" fmla="*/ 5955437 h 6858000"/>
              <a:gd name="connsiteX327" fmla="*/ 4689789 w 7467600"/>
              <a:gd name="connsiteY327" fmla="*/ 6268382 h 6858000"/>
              <a:gd name="connsiteX328" fmla="*/ 4418722 w 7467600"/>
              <a:gd name="connsiteY328" fmla="*/ 6570886 h 6858000"/>
              <a:gd name="connsiteX329" fmla="*/ 4214944 w 7467600"/>
              <a:gd name="connsiteY329" fmla="*/ 6858000 h 6858000"/>
              <a:gd name="connsiteX330" fmla="*/ 4177898 w 7467600"/>
              <a:gd name="connsiteY330" fmla="*/ 6858000 h 6858000"/>
              <a:gd name="connsiteX331" fmla="*/ 4391597 w 7467600"/>
              <a:gd name="connsiteY331" fmla="*/ 6556370 h 6858000"/>
              <a:gd name="connsiteX332" fmla="*/ 4668889 w 7467600"/>
              <a:gd name="connsiteY332" fmla="*/ 6246399 h 6858000"/>
              <a:gd name="connsiteX333" fmla="*/ 5055427 w 7467600"/>
              <a:gd name="connsiteY333" fmla="*/ 5931476 h 6858000"/>
              <a:gd name="connsiteX334" fmla="*/ 5371814 w 7467600"/>
              <a:gd name="connsiteY334" fmla="*/ 5678975 h 6858000"/>
              <a:gd name="connsiteX335" fmla="*/ 4987918 w 7467600"/>
              <a:gd name="connsiteY335" fmla="*/ 5838701 h 6858000"/>
              <a:gd name="connsiteX336" fmla="*/ 4317146 w 7467600"/>
              <a:gd name="connsiteY336" fmla="*/ 6587716 h 6858000"/>
              <a:gd name="connsiteX337" fmla="*/ 4171627 w 7467600"/>
              <a:gd name="connsiteY337" fmla="*/ 6858000 h 6858000"/>
              <a:gd name="connsiteX338" fmla="*/ 4081585 w 7467600"/>
              <a:gd name="connsiteY338" fmla="*/ 6858000 h 6858000"/>
              <a:gd name="connsiteX339" fmla="*/ 4238603 w 7467600"/>
              <a:gd name="connsiteY339" fmla="*/ 6559341 h 6858000"/>
              <a:gd name="connsiteX340" fmla="*/ 4778333 w 7467600"/>
              <a:gd name="connsiteY340" fmla="*/ 5873626 h 6858000"/>
              <a:gd name="connsiteX341" fmla="*/ 5414185 w 7467600"/>
              <a:gd name="connsiteY341" fmla="*/ 5573882 h 6858000"/>
              <a:gd name="connsiteX342" fmla="*/ 5959648 w 7467600"/>
              <a:gd name="connsiteY342" fmla="*/ 4760797 h 6858000"/>
              <a:gd name="connsiteX343" fmla="*/ 5355019 w 7467600"/>
              <a:gd name="connsiteY343" fmla="*/ 4734672 h 6858000"/>
              <a:gd name="connsiteX344" fmla="*/ 5083565 w 7467600"/>
              <a:gd name="connsiteY344" fmla="*/ 5179121 h 6858000"/>
              <a:gd name="connsiteX345" fmla="*/ 4713577 w 7467600"/>
              <a:gd name="connsiteY345" fmla="*/ 5616803 h 6858000"/>
              <a:gd name="connsiteX346" fmla="*/ 3989559 w 7467600"/>
              <a:gd name="connsiteY346" fmla="*/ 6145945 h 6858000"/>
              <a:gd name="connsiteX347" fmla="*/ 3939824 w 7467600"/>
              <a:gd name="connsiteY347" fmla="*/ 6066900 h 6858000"/>
              <a:gd name="connsiteX348" fmla="*/ 4584537 w 7467600"/>
              <a:gd name="connsiteY348" fmla="*/ 5324826 h 6858000"/>
              <a:gd name="connsiteX349" fmla="*/ 5037105 w 7467600"/>
              <a:gd name="connsiteY349" fmla="*/ 5088765 h 6858000"/>
              <a:gd name="connsiteX350" fmla="*/ 5039930 w 7467600"/>
              <a:gd name="connsiteY350" fmla="*/ 5089585 h 6858000"/>
              <a:gd name="connsiteX351" fmla="*/ 5263764 w 7467600"/>
              <a:gd name="connsiteY351" fmla="*/ 4735525 h 6858000"/>
              <a:gd name="connsiteX352" fmla="*/ 4086300 w 7467600"/>
              <a:gd name="connsiteY352" fmla="*/ 4884599 h 6858000"/>
              <a:gd name="connsiteX353" fmla="*/ 4085485 w 7467600"/>
              <a:gd name="connsiteY353" fmla="*/ 4899070 h 6858000"/>
              <a:gd name="connsiteX354" fmla="*/ 3871915 w 7467600"/>
              <a:gd name="connsiteY354" fmla="*/ 5253645 h 6858000"/>
              <a:gd name="connsiteX355" fmla="*/ 3799374 w 7467600"/>
              <a:gd name="connsiteY355" fmla="*/ 5466127 h 6858000"/>
              <a:gd name="connsiteX356" fmla="*/ 3498850 w 7467600"/>
              <a:gd name="connsiteY356" fmla="*/ 6661888 h 6858000"/>
              <a:gd name="connsiteX357" fmla="*/ 3399216 w 7467600"/>
              <a:gd name="connsiteY357" fmla="*/ 6858000 h 6858000"/>
              <a:gd name="connsiteX358" fmla="*/ 3303688 w 7467600"/>
              <a:gd name="connsiteY358" fmla="*/ 6858000 h 6858000"/>
              <a:gd name="connsiteX359" fmla="*/ 3391774 w 7467600"/>
              <a:gd name="connsiteY359" fmla="*/ 6697181 h 6858000"/>
              <a:gd name="connsiteX360" fmla="*/ 3735540 w 7467600"/>
              <a:gd name="connsiteY360" fmla="*/ 5546923 h 6858000"/>
              <a:gd name="connsiteX361" fmla="*/ 3729438 w 7467600"/>
              <a:gd name="connsiteY361" fmla="*/ 5569058 h 6858000"/>
              <a:gd name="connsiteX362" fmla="*/ 3707782 w 7467600"/>
              <a:gd name="connsiteY362" fmla="*/ 5644908 h 6858000"/>
              <a:gd name="connsiteX363" fmla="*/ 3583827 w 7467600"/>
              <a:gd name="connsiteY363" fmla="*/ 6039215 h 6858000"/>
              <a:gd name="connsiteX364" fmla="*/ 3547861 w 7467600"/>
              <a:gd name="connsiteY364" fmla="*/ 6129609 h 6858000"/>
              <a:gd name="connsiteX365" fmla="*/ 3490905 w 7467600"/>
              <a:gd name="connsiteY365" fmla="*/ 6277660 h 6858000"/>
              <a:gd name="connsiteX366" fmla="*/ 3455859 w 7467600"/>
              <a:gd name="connsiteY366" fmla="*/ 6391301 h 6858000"/>
              <a:gd name="connsiteX367" fmla="*/ 3429112 w 7467600"/>
              <a:gd name="connsiteY367" fmla="*/ 6479469 h 6858000"/>
              <a:gd name="connsiteX368" fmla="*/ 3304862 w 7467600"/>
              <a:gd name="connsiteY368" fmla="*/ 6796476 h 6858000"/>
              <a:gd name="connsiteX369" fmla="*/ 3276071 w 7467600"/>
              <a:gd name="connsiteY369" fmla="*/ 6858000 h 6858000"/>
              <a:gd name="connsiteX370" fmla="*/ 3240805 w 7467600"/>
              <a:gd name="connsiteY370" fmla="*/ 6858000 h 6858000"/>
              <a:gd name="connsiteX371" fmla="*/ 3275917 w 7467600"/>
              <a:gd name="connsiteY371" fmla="*/ 6783192 h 6858000"/>
              <a:gd name="connsiteX372" fmla="*/ 3399358 w 7467600"/>
              <a:gd name="connsiteY372" fmla="*/ 6469011 h 6858000"/>
              <a:gd name="connsiteX373" fmla="*/ 3425650 w 7467600"/>
              <a:gd name="connsiteY373" fmla="*/ 6381333 h 6858000"/>
              <a:gd name="connsiteX374" fmla="*/ 3460661 w 7467600"/>
              <a:gd name="connsiteY374" fmla="*/ 6266763 h 6858000"/>
              <a:gd name="connsiteX375" fmla="*/ 3518021 w 7467600"/>
              <a:gd name="connsiteY375" fmla="*/ 6117298 h 6858000"/>
              <a:gd name="connsiteX376" fmla="*/ 3554035 w 7467600"/>
              <a:gd name="connsiteY376" fmla="*/ 6027832 h 6858000"/>
              <a:gd name="connsiteX377" fmla="*/ 3677174 w 7467600"/>
              <a:gd name="connsiteY377" fmla="*/ 5636351 h 6858000"/>
              <a:gd name="connsiteX378" fmla="*/ 3698819 w 7467600"/>
              <a:gd name="connsiteY378" fmla="*/ 5560503 h 6858000"/>
              <a:gd name="connsiteX379" fmla="*/ 3702094 w 7467600"/>
              <a:gd name="connsiteY379" fmla="*/ 5549194 h 6858000"/>
              <a:gd name="connsiteX380" fmla="*/ 3398355 w 7467600"/>
              <a:gd name="connsiteY380" fmla="*/ 6094603 h 6858000"/>
              <a:gd name="connsiteX381" fmla="*/ 3193941 w 7467600"/>
              <a:gd name="connsiteY381" fmla="*/ 6798775 h 6858000"/>
              <a:gd name="connsiteX382" fmla="*/ 3184140 w 7467600"/>
              <a:gd name="connsiteY382" fmla="*/ 6858000 h 6858000"/>
              <a:gd name="connsiteX383" fmla="*/ 3099978 w 7467600"/>
              <a:gd name="connsiteY383" fmla="*/ 6858000 h 6858000"/>
              <a:gd name="connsiteX384" fmla="*/ 3101556 w 7467600"/>
              <a:gd name="connsiteY384" fmla="*/ 6843337 h 6858000"/>
              <a:gd name="connsiteX385" fmla="*/ 3370162 w 7467600"/>
              <a:gd name="connsiteY385" fmla="*/ 5785550 h 6858000"/>
              <a:gd name="connsiteX386" fmla="*/ 3746477 w 7467600"/>
              <a:gd name="connsiteY386" fmla="*/ 5377889 h 6858000"/>
              <a:gd name="connsiteX387" fmla="*/ 3863399 w 7467600"/>
              <a:gd name="connsiteY387" fmla="*/ 5087257 h 6858000"/>
              <a:gd name="connsiteX388" fmla="*/ 3968712 w 7467600"/>
              <a:gd name="connsiteY388" fmla="*/ 4913989 h 6858000"/>
              <a:gd name="connsiteX389" fmla="*/ 2792390 w 7467600"/>
              <a:gd name="connsiteY389" fmla="*/ 5382974 h 6858000"/>
              <a:gd name="connsiteX390" fmla="*/ 2714982 w 7467600"/>
              <a:gd name="connsiteY390" fmla="*/ 5427051 h 6858000"/>
              <a:gd name="connsiteX391" fmla="*/ 2813361 w 7467600"/>
              <a:gd name="connsiteY391" fmla="*/ 6023912 h 6858000"/>
              <a:gd name="connsiteX392" fmla="*/ 2688430 w 7467600"/>
              <a:gd name="connsiteY392" fmla="*/ 6801564 h 6858000"/>
              <a:gd name="connsiteX393" fmla="*/ 2629626 w 7467600"/>
              <a:gd name="connsiteY393" fmla="*/ 6763394 h 6858000"/>
              <a:gd name="connsiteX394" fmla="*/ 2565328 w 7467600"/>
              <a:gd name="connsiteY394" fmla="*/ 5516399 h 6858000"/>
              <a:gd name="connsiteX395" fmla="*/ 1922999 w 7467600"/>
              <a:gd name="connsiteY395" fmla="*/ 5980343 h 6858000"/>
              <a:gd name="connsiteX396" fmla="*/ 1950261 w 7467600"/>
              <a:gd name="connsiteY396" fmla="*/ 6405858 h 6858000"/>
              <a:gd name="connsiteX397" fmla="*/ 2365554 w 7467600"/>
              <a:gd name="connsiteY397" fmla="*/ 6759107 h 6858000"/>
              <a:gd name="connsiteX398" fmla="*/ 2424142 w 7467600"/>
              <a:gd name="connsiteY398" fmla="*/ 6858000 h 6858000"/>
              <a:gd name="connsiteX399" fmla="*/ 2395994 w 7467600"/>
              <a:gd name="connsiteY399" fmla="*/ 6858000 h 6858000"/>
              <a:gd name="connsiteX400" fmla="*/ 2392863 w 7467600"/>
              <a:gd name="connsiteY400" fmla="*/ 6852964 h 6858000"/>
              <a:gd name="connsiteX401" fmla="*/ 2017589 w 7467600"/>
              <a:gd name="connsiteY401" fmla="*/ 6493982 h 6858000"/>
              <a:gd name="connsiteX402" fmla="*/ 2147336 w 7467600"/>
              <a:gd name="connsiteY402" fmla="*/ 6594052 h 6858000"/>
              <a:gd name="connsiteX403" fmla="*/ 2207047 w 7467600"/>
              <a:gd name="connsiteY403" fmla="*/ 6654540 h 6858000"/>
              <a:gd name="connsiteX404" fmla="*/ 2299106 w 7467600"/>
              <a:gd name="connsiteY404" fmla="*/ 6778931 h 6858000"/>
              <a:gd name="connsiteX405" fmla="*/ 2314430 w 7467600"/>
              <a:gd name="connsiteY405" fmla="*/ 6801144 h 6858000"/>
              <a:gd name="connsiteX406" fmla="*/ 2352406 w 7467600"/>
              <a:gd name="connsiteY406" fmla="*/ 6858000 h 6858000"/>
              <a:gd name="connsiteX407" fmla="*/ 2314492 w 7467600"/>
              <a:gd name="connsiteY407" fmla="*/ 6858000 h 6858000"/>
              <a:gd name="connsiteX408" fmla="*/ 2288095 w 7467600"/>
              <a:gd name="connsiteY408" fmla="*/ 6818030 h 6858000"/>
              <a:gd name="connsiteX409" fmla="*/ 2272768 w 7467600"/>
              <a:gd name="connsiteY409" fmla="*/ 6795822 h 6858000"/>
              <a:gd name="connsiteX410" fmla="*/ 2182715 w 7467600"/>
              <a:gd name="connsiteY410" fmla="*/ 6675071 h 6858000"/>
              <a:gd name="connsiteX411" fmla="*/ 2032061 w 7467600"/>
              <a:gd name="connsiteY411" fmla="*/ 6541380 h 6858000"/>
              <a:gd name="connsiteX412" fmla="*/ 2257220 w 7467600"/>
              <a:gd name="connsiteY412" fmla="*/ 6826257 h 6858000"/>
              <a:gd name="connsiteX413" fmla="*/ 2281324 w 7467600"/>
              <a:gd name="connsiteY413" fmla="*/ 6858000 h 6858000"/>
              <a:gd name="connsiteX414" fmla="*/ 2242860 w 7467600"/>
              <a:gd name="connsiteY414" fmla="*/ 6858000 h 6858000"/>
              <a:gd name="connsiteX415" fmla="*/ 2232818 w 7467600"/>
              <a:gd name="connsiteY415" fmla="*/ 6844926 h 6858000"/>
              <a:gd name="connsiteX416" fmla="*/ 1990172 w 7467600"/>
              <a:gd name="connsiteY416" fmla="*/ 6542121 h 6858000"/>
              <a:gd name="connsiteX417" fmla="*/ 2124090 w 7467600"/>
              <a:gd name="connsiteY417" fmla="*/ 6761017 h 6858000"/>
              <a:gd name="connsiteX418" fmla="*/ 2200380 w 7467600"/>
              <a:gd name="connsiteY418" fmla="*/ 6858000 h 6858000"/>
              <a:gd name="connsiteX419" fmla="*/ 2147507 w 7467600"/>
              <a:gd name="connsiteY419" fmla="*/ 6858000 h 6858000"/>
              <a:gd name="connsiteX420" fmla="*/ 2070668 w 7467600"/>
              <a:gd name="connsiteY420" fmla="*/ 6761520 h 6858000"/>
              <a:gd name="connsiteX421" fmla="*/ 1975142 w 7467600"/>
              <a:gd name="connsiteY421" fmla="*/ 6585570 h 6858000"/>
              <a:gd name="connsiteX422" fmla="*/ 2050035 w 7467600"/>
              <a:gd name="connsiteY422" fmla="*/ 6813345 h 6858000"/>
              <a:gd name="connsiteX423" fmla="*/ 2063025 w 7467600"/>
              <a:gd name="connsiteY423" fmla="*/ 6858000 h 6858000"/>
              <a:gd name="connsiteX424" fmla="*/ 2021675 w 7467600"/>
              <a:gd name="connsiteY424" fmla="*/ 6858000 h 6858000"/>
              <a:gd name="connsiteX425" fmla="*/ 2019308 w 7467600"/>
              <a:gd name="connsiteY425" fmla="*/ 6847118 h 6858000"/>
              <a:gd name="connsiteX426" fmla="*/ 1938835 w 7467600"/>
              <a:gd name="connsiteY426" fmla="*/ 6551160 h 6858000"/>
              <a:gd name="connsiteX427" fmla="*/ 1953230 w 7467600"/>
              <a:gd name="connsiteY427" fmla="*/ 6759699 h 6858000"/>
              <a:gd name="connsiteX428" fmla="*/ 1956763 w 7467600"/>
              <a:gd name="connsiteY428" fmla="*/ 6778191 h 6858000"/>
              <a:gd name="connsiteX429" fmla="*/ 1967925 w 7467600"/>
              <a:gd name="connsiteY429" fmla="*/ 6858000 h 6858000"/>
              <a:gd name="connsiteX430" fmla="*/ 1936622 w 7467600"/>
              <a:gd name="connsiteY430" fmla="*/ 6858000 h 6858000"/>
              <a:gd name="connsiteX431" fmla="*/ 1926261 w 7467600"/>
              <a:gd name="connsiteY431" fmla="*/ 6784064 h 6858000"/>
              <a:gd name="connsiteX432" fmla="*/ 1922724 w 7467600"/>
              <a:gd name="connsiteY432" fmla="*/ 6765577 h 6858000"/>
              <a:gd name="connsiteX433" fmla="*/ 1904650 w 7467600"/>
              <a:gd name="connsiteY433" fmla="*/ 6639616 h 6858000"/>
              <a:gd name="connsiteX434" fmla="*/ 1885273 w 7467600"/>
              <a:gd name="connsiteY434" fmla="*/ 6858000 h 6858000"/>
              <a:gd name="connsiteX435" fmla="*/ 1854363 w 7467600"/>
              <a:gd name="connsiteY435" fmla="*/ 6858000 h 6858000"/>
              <a:gd name="connsiteX436" fmla="*/ 1880391 w 7467600"/>
              <a:gd name="connsiteY436" fmla="*/ 6603796 h 6858000"/>
              <a:gd name="connsiteX437" fmla="*/ 1818273 w 7467600"/>
              <a:gd name="connsiteY437" fmla="*/ 6715729 h 6858000"/>
              <a:gd name="connsiteX438" fmla="*/ 1794691 w 7467600"/>
              <a:gd name="connsiteY438" fmla="*/ 6843239 h 6858000"/>
              <a:gd name="connsiteX439" fmla="*/ 1794914 w 7467600"/>
              <a:gd name="connsiteY439" fmla="*/ 6858000 h 6858000"/>
              <a:gd name="connsiteX440" fmla="*/ 1746128 w 7467600"/>
              <a:gd name="connsiteY440" fmla="*/ 6858000 h 6858000"/>
              <a:gd name="connsiteX441" fmla="*/ 1753934 w 7467600"/>
              <a:gd name="connsiteY441" fmla="*/ 6724796 h 6858000"/>
              <a:gd name="connsiteX442" fmla="*/ 1792053 w 7467600"/>
              <a:gd name="connsiteY442" fmla="*/ 6572396 h 6858000"/>
              <a:gd name="connsiteX443" fmla="*/ 1862248 w 7467600"/>
              <a:gd name="connsiteY443" fmla="*/ 6266397 h 6858000"/>
              <a:gd name="connsiteX444" fmla="*/ 1862250 w 7467600"/>
              <a:gd name="connsiteY444" fmla="*/ 6033531 h 6858000"/>
              <a:gd name="connsiteX445" fmla="*/ 1211999 w 7467600"/>
              <a:gd name="connsiteY445" fmla="*/ 6683610 h 6858000"/>
              <a:gd name="connsiteX446" fmla="*/ 1213266 w 7467600"/>
              <a:gd name="connsiteY446" fmla="*/ 6691947 h 6858000"/>
              <a:gd name="connsiteX447" fmla="*/ 1203370 w 7467600"/>
              <a:gd name="connsiteY447" fmla="*/ 6850676 h 6858000"/>
              <a:gd name="connsiteX448" fmla="*/ 1203671 w 7467600"/>
              <a:gd name="connsiteY448" fmla="*/ 6858000 h 6858000"/>
              <a:gd name="connsiteX449" fmla="*/ 1143180 w 7467600"/>
              <a:gd name="connsiteY449" fmla="*/ 6858000 h 6858000"/>
              <a:gd name="connsiteX450" fmla="*/ 1142176 w 7467600"/>
              <a:gd name="connsiteY450" fmla="*/ 6766045 h 6858000"/>
              <a:gd name="connsiteX451" fmla="*/ 1067484 w 7467600"/>
              <a:gd name="connsiteY451" fmla="*/ 6858000 h 6858000"/>
              <a:gd name="connsiteX452" fmla="*/ 953928 w 7467600"/>
              <a:gd name="connsiteY452" fmla="*/ 6858000 h 6858000"/>
              <a:gd name="connsiteX453" fmla="*/ 959715 w 7467600"/>
              <a:gd name="connsiteY453" fmla="*/ 6850185 h 6858000"/>
              <a:gd name="connsiteX454" fmla="*/ 1483788 w 7467600"/>
              <a:gd name="connsiteY454" fmla="*/ 6259174 h 6858000"/>
              <a:gd name="connsiteX455" fmla="*/ 1100671 w 7467600"/>
              <a:gd name="connsiteY455" fmla="*/ 6252137 h 6858000"/>
              <a:gd name="connsiteX456" fmla="*/ 1090144 w 7467600"/>
              <a:gd name="connsiteY456" fmla="*/ 6256748 h 6858000"/>
              <a:gd name="connsiteX457" fmla="*/ 1095872 w 7467600"/>
              <a:gd name="connsiteY457" fmla="*/ 6271892 h 6858000"/>
              <a:gd name="connsiteX458" fmla="*/ 262785 w 7467600"/>
              <a:gd name="connsiteY458" fmla="*/ 6845450 h 6858000"/>
              <a:gd name="connsiteX459" fmla="*/ 209968 w 7467600"/>
              <a:gd name="connsiteY459" fmla="*/ 6770713 h 6858000"/>
              <a:gd name="connsiteX460" fmla="*/ 873460 w 7467600"/>
              <a:gd name="connsiteY460" fmla="*/ 6253768 h 6858000"/>
              <a:gd name="connsiteX461" fmla="*/ 192686 w 7467600"/>
              <a:gd name="connsiteY461" fmla="*/ 5849257 h 6858000"/>
              <a:gd name="connsiteX462" fmla="*/ 4696 w 7467600"/>
              <a:gd name="connsiteY462" fmla="*/ 5697668 h 6858000"/>
              <a:gd name="connsiteX463" fmla="*/ 0 w 7467600"/>
              <a:gd name="connsiteY463" fmla="*/ 5689984 h 6858000"/>
              <a:gd name="connsiteX464" fmla="*/ 0 w 7467600"/>
              <a:gd name="connsiteY464" fmla="*/ 5513472 h 6858000"/>
              <a:gd name="connsiteX465" fmla="*/ 174101 w 7467600"/>
              <a:gd name="connsiteY465" fmla="*/ 5620277 h 6858000"/>
              <a:gd name="connsiteX466" fmla="*/ 891800 w 7467600"/>
              <a:gd name="connsiteY466" fmla="*/ 6036935 h 6858000"/>
              <a:gd name="connsiteX467" fmla="*/ 1072219 w 7467600"/>
              <a:gd name="connsiteY467" fmla="*/ 6169443 h 6858000"/>
              <a:gd name="connsiteX468" fmla="*/ 1074117 w 7467600"/>
              <a:gd name="connsiteY468" fmla="*/ 6170301 h 6858000"/>
              <a:gd name="connsiteX469" fmla="*/ 1083114 w 7467600"/>
              <a:gd name="connsiteY469" fmla="*/ 6174131 h 6858000"/>
              <a:gd name="connsiteX470" fmla="*/ 1543010 w 7467600"/>
              <a:gd name="connsiteY470" fmla="*/ 6191140 h 6858000"/>
              <a:gd name="connsiteX471" fmla="*/ 1551080 w 7467600"/>
              <a:gd name="connsiteY471" fmla="*/ 6195006 h 6858000"/>
              <a:gd name="connsiteX472" fmla="*/ 2345443 w 7467600"/>
              <a:gd name="connsiteY472" fmla="*/ 5549882 h 6858000"/>
              <a:gd name="connsiteX473" fmla="*/ 1721499 w 7467600"/>
              <a:gd name="connsiteY473" fmla="*/ 5599969 h 6858000"/>
              <a:gd name="connsiteX474" fmla="*/ 767716 w 7467600"/>
              <a:gd name="connsiteY474" fmla="*/ 5472768 h 6858000"/>
              <a:gd name="connsiteX475" fmla="*/ 722147 w 7467600"/>
              <a:gd name="connsiteY475" fmla="*/ 5393091 h 6858000"/>
              <a:gd name="connsiteX476" fmla="*/ 1485552 w 7467600"/>
              <a:gd name="connsiteY476" fmla="*/ 5313202 h 6858000"/>
              <a:gd name="connsiteX477" fmla="*/ 2143004 w 7467600"/>
              <a:gd name="connsiteY477" fmla="*/ 5402420 h 6858000"/>
              <a:gd name="connsiteX478" fmla="*/ 1933391 w 7467600"/>
              <a:gd name="connsiteY478" fmla="*/ 5156971 h 6858000"/>
              <a:gd name="connsiteX479" fmla="*/ 1827118 w 7467600"/>
              <a:gd name="connsiteY479" fmla="*/ 4968410 h 6858000"/>
              <a:gd name="connsiteX480" fmla="*/ 1837349 w 7467600"/>
              <a:gd name="connsiteY480" fmla="*/ 4956357 h 6858000"/>
              <a:gd name="connsiteX481" fmla="*/ 2162835 w 7467600"/>
              <a:gd name="connsiteY481" fmla="*/ 5187853 h 6858000"/>
              <a:gd name="connsiteX482" fmla="*/ 2257167 w 7467600"/>
              <a:gd name="connsiteY482" fmla="*/ 5462123 h 6858000"/>
              <a:gd name="connsiteX483" fmla="*/ 2261598 w 7467600"/>
              <a:gd name="connsiteY483" fmla="*/ 5467998 h 6858000"/>
              <a:gd name="connsiteX484" fmla="*/ 2437177 w 7467600"/>
              <a:gd name="connsiteY484" fmla="*/ 5479608 h 6858000"/>
              <a:gd name="connsiteX485" fmla="*/ 2445247 w 7467600"/>
              <a:gd name="connsiteY485" fmla="*/ 5483476 h 6858000"/>
              <a:gd name="connsiteX486" fmla="*/ 2743626 w 7467600"/>
              <a:gd name="connsiteY486" fmla="*/ 5304819 h 6858000"/>
              <a:gd name="connsiteX487" fmla="*/ 3048102 w 7467600"/>
              <a:gd name="connsiteY487" fmla="*/ 5150595 h 6858000"/>
              <a:gd name="connsiteX488" fmla="*/ 1799414 w 7467600"/>
              <a:gd name="connsiteY488" fmla="*/ 4694732 h 6858000"/>
              <a:gd name="connsiteX489" fmla="*/ 1771735 w 7467600"/>
              <a:gd name="connsiteY489" fmla="*/ 4619929 h 6858000"/>
              <a:gd name="connsiteX490" fmla="*/ 3104273 w 7467600"/>
              <a:gd name="connsiteY490" fmla="*/ 5076159 h 6858000"/>
              <a:gd name="connsiteX491" fmla="*/ 3113245 w 7467600"/>
              <a:gd name="connsiteY491" fmla="*/ 5090705 h 6858000"/>
              <a:gd name="connsiteX492" fmla="*/ 3126294 w 7467600"/>
              <a:gd name="connsiteY492" fmla="*/ 5114400 h 6858000"/>
              <a:gd name="connsiteX493" fmla="*/ 3937433 w 7467600"/>
              <a:gd name="connsiteY493" fmla="*/ 4830473 h 6858000"/>
              <a:gd name="connsiteX494" fmla="*/ 3590475 w 7467600"/>
              <a:gd name="connsiteY494" fmla="*/ 4597974 h 6858000"/>
              <a:gd name="connsiteX495" fmla="*/ 3100264 w 7467600"/>
              <a:gd name="connsiteY495" fmla="*/ 4579845 h 6858000"/>
              <a:gd name="connsiteX496" fmla="*/ 2183576 w 7467600"/>
              <a:gd name="connsiteY496" fmla="*/ 4227150 h 6858000"/>
              <a:gd name="connsiteX497" fmla="*/ 2151029 w 7467600"/>
              <a:gd name="connsiteY497" fmla="*/ 4146947 h 6858000"/>
              <a:gd name="connsiteX498" fmla="*/ 3563434 w 7467600"/>
              <a:gd name="connsiteY498" fmla="*/ 4469115 h 6858000"/>
              <a:gd name="connsiteX499" fmla="*/ 3177952 w 7467600"/>
              <a:gd name="connsiteY499" fmla="*/ 3657386 h 6858000"/>
              <a:gd name="connsiteX500" fmla="*/ 3189263 w 7467600"/>
              <a:gd name="connsiteY500" fmla="*/ 3625726 h 6858000"/>
              <a:gd name="connsiteX501" fmla="*/ 3560912 w 7467600"/>
              <a:gd name="connsiteY501" fmla="*/ 4079863 h 6858000"/>
              <a:gd name="connsiteX502" fmla="*/ 3626636 w 7467600"/>
              <a:gd name="connsiteY502" fmla="*/ 4512230 h 6858000"/>
              <a:gd name="connsiteX503" fmla="*/ 3653088 w 7467600"/>
              <a:gd name="connsiteY503" fmla="*/ 4521417 h 6858000"/>
              <a:gd name="connsiteX504" fmla="*/ 3988128 w 7467600"/>
              <a:gd name="connsiteY504" fmla="*/ 4817267 h 6858000"/>
              <a:gd name="connsiteX505" fmla="*/ 4830582 w 7467600"/>
              <a:gd name="connsiteY505" fmla="*/ 4676000 h 6858000"/>
              <a:gd name="connsiteX506" fmla="*/ 4830100 w 7467600"/>
              <a:gd name="connsiteY506" fmla="*/ 4675554 h 6858000"/>
              <a:gd name="connsiteX507" fmla="*/ 4036318 w 7467600"/>
              <a:gd name="connsiteY507" fmla="*/ 4147013 h 6858000"/>
              <a:gd name="connsiteX508" fmla="*/ 3432098 w 7467600"/>
              <a:gd name="connsiteY508" fmla="*/ 3537312 h 6858000"/>
              <a:gd name="connsiteX509" fmla="*/ 3446761 w 7467600"/>
              <a:gd name="connsiteY509" fmla="*/ 3461278 h 6858000"/>
              <a:gd name="connsiteX510" fmla="*/ 4419733 w 7467600"/>
              <a:gd name="connsiteY510" fmla="*/ 3963555 h 6858000"/>
              <a:gd name="connsiteX511" fmla="*/ 4781371 w 7467600"/>
              <a:gd name="connsiteY511" fmla="*/ 4458604 h 6858000"/>
              <a:gd name="connsiteX512" fmla="*/ 4780440 w 7467600"/>
              <a:gd name="connsiteY512" fmla="*/ 4470290 h 6858000"/>
              <a:gd name="connsiteX513" fmla="*/ 4898954 w 7467600"/>
              <a:gd name="connsiteY513" fmla="*/ 4662092 h 6858000"/>
              <a:gd name="connsiteX514" fmla="*/ 4900699 w 7467600"/>
              <a:gd name="connsiteY514" fmla="*/ 4670867 h 6858000"/>
              <a:gd name="connsiteX515" fmla="*/ 5714511 w 7467600"/>
              <a:gd name="connsiteY515" fmla="*/ 4663483 h 6858000"/>
              <a:gd name="connsiteX516" fmla="*/ 5464793 w 7467600"/>
              <a:gd name="connsiteY516" fmla="*/ 4393556 h 6858000"/>
              <a:gd name="connsiteX517" fmla="*/ 5461897 w 7467600"/>
              <a:gd name="connsiteY517" fmla="*/ 4390879 h 6858000"/>
              <a:gd name="connsiteX518" fmla="*/ 4294126 w 7467600"/>
              <a:gd name="connsiteY518" fmla="*/ 3303048 h 6858000"/>
              <a:gd name="connsiteX519" fmla="*/ 4305321 w 7467600"/>
              <a:gd name="connsiteY519" fmla="*/ 3256953 h 6858000"/>
              <a:gd name="connsiteX520" fmla="*/ 4949299 w 7467600"/>
              <a:gd name="connsiteY520" fmla="*/ 3766336 h 6858000"/>
              <a:gd name="connsiteX521" fmla="*/ 5291452 w 7467600"/>
              <a:gd name="connsiteY521" fmla="*/ 4076801 h 6858000"/>
              <a:gd name="connsiteX522" fmla="*/ 5434998 w 7467600"/>
              <a:gd name="connsiteY522" fmla="*/ 4254100 h 6858000"/>
              <a:gd name="connsiteX523" fmla="*/ 5351015 w 7467600"/>
              <a:gd name="connsiteY523" fmla="*/ 3760989 h 6858000"/>
              <a:gd name="connsiteX524" fmla="*/ 5413780 w 7467600"/>
              <a:gd name="connsiteY524" fmla="*/ 2966265 h 6858000"/>
              <a:gd name="connsiteX525" fmla="*/ 5425627 w 7467600"/>
              <a:gd name="connsiteY525" fmla="*/ 2954192 h 6858000"/>
              <a:gd name="connsiteX526" fmla="*/ 6604735 w 7467600"/>
              <a:gd name="connsiteY526" fmla="*/ 2041381 h 6858000"/>
              <a:gd name="connsiteX527" fmla="*/ 7204487 w 7467600"/>
              <a:gd name="connsiteY527" fmla="*/ 2742112 h 6858000"/>
              <a:gd name="connsiteX528" fmla="*/ 7131592 w 7467600"/>
              <a:gd name="connsiteY528" fmla="*/ 2672096 h 6858000"/>
              <a:gd name="connsiteX529" fmla="*/ 6996344 w 7467600"/>
              <a:gd name="connsiteY529" fmla="*/ 2518310 h 6858000"/>
              <a:gd name="connsiteX530" fmla="*/ 6735495 w 7467600"/>
              <a:gd name="connsiteY530" fmla="*/ 2196890 h 6858000"/>
              <a:gd name="connsiteX531" fmla="*/ 6721901 w 7467600"/>
              <a:gd name="connsiteY531" fmla="*/ 2179274 h 6858000"/>
              <a:gd name="connsiteX532" fmla="*/ 6604735 w 7467600"/>
              <a:gd name="connsiteY532" fmla="*/ 2041381 h 6858000"/>
              <a:gd name="connsiteX533" fmla="*/ 6591670 w 7467600"/>
              <a:gd name="connsiteY533" fmla="*/ 1988277 h 6858000"/>
              <a:gd name="connsiteX534" fmla="*/ 6747349 w 7467600"/>
              <a:gd name="connsiteY534" fmla="*/ 2160069 h 6858000"/>
              <a:gd name="connsiteX535" fmla="*/ 6760943 w 7467600"/>
              <a:gd name="connsiteY535" fmla="*/ 2177686 h 6858000"/>
              <a:gd name="connsiteX536" fmla="*/ 7021065 w 7467600"/>
              <a:gd name="connsiteY536" fmla="*/ 2498102 h 6858000"/>
              <a:gd name="connsiteX537" fmla="*/ 7155223 w 7467600"/>
              <a:gd name="connsiteY537" fmla="*/ 2650386 h 6858000"/>
              <a:gd name="connsiteX538" fmla="*/ 7203167 w 7467600"/>
              <a:gd name="connsiteY538" fmla="*/ 2697288 h 6858000"/>
              <a:gd name="connsiteX539" fmla="*/ 6937703 w 7467600"/>
              <a:gd name="connsiteY539" fmla="*/ 2321981 h 6858000"/>
              <a:gd name="connsiteX540" fmla="*/ 6591670 w 7467600"/>
              <a:gd name="connsiteY540" fmla="*/ 1988277 h 6858000"/>
              <a:gd name="connsiteX541" fmla="*/ 5798671 w 7467600"/>
              <a:gd name="connsiteY541" fmla="*/ 1981601 h 6858000"/>
              <a:gd name="connsiteX542" fmla="*/ 5754709 w 7467600"/>
              <a:gd name="connsiteY542" fmla="*/ 2071454 h 6858000"/>
              <a:gd name="connsiteX543" fmla="*/ 5763044 w 7467600"/>
              <a:gd name="connsiteY543" fmla="*/ 2842206 h 6858000"/>
              <a:gd name="connsiteX544" fmla="*/ 5764974 w 7467600"/>
              <a:gd name="connsiteY544" fmla="*/ 2799609 h 6858000"/>
              <a:gd name="connsiteX545" fmla="*/ 5767665 w 7467600"/>
              <a:gd name="connsiteY545" fmla="*/ 2666409 h 6858000"/>
              <a:gd name="connsiteX546" fmla="*/ 5763055 w 7467600"/>
              <a:gd name="connsiteY546" fmla="*/ 2579705 h 6858000"/>
              <a:gd name="connsiteX547" fmla="*/ 5758079 w 7467600"/>
              <a:gd name="connsiteY547" fmla="*/ 2492508 h 6858000"/>
              <a:gd name="connsiteX548" fmla="*/ 5779325 w 7467600"/>
              <a:gd name="connsiteY548" fmla="*/ 2197069 h 6858000"/>
              <a:gd name="connsiteX549" fmla="*/ 5798671 w 7467600"/>
              <a:gd name="connsiteY549" fmla="*/ 1981601 h 6858000"/>
              <a:gd name="connsiteX550" fmla="*/ 5829202 w 7467600"/>
              <a:gd name="connsiteY550" fmla="*/ 1971679 h 6858000"/>
              <a:gd name="connsiteX551" fmla="*/ 5809558 w 7467600"/>
              <a:gd name="connsiteY551" fmla="*/ 2198043 h 6858000"/>
              <a:gd name="connsiteX552" fmla="*/ 5788653 w 7467600"/>
              <a:gd name="connsiteY552" fmla="*/ 2489430 h 6858000"/>
              <a:gd name="connsiteX553" fmla="*/ 5793439 w 7467600"/>
              <a:gd name="connsiteY553" fmla="*/ 2575235 h 6858000"/>
              <a:gd name="connsiteX554" fmla="*/ 5796837 w 7467600"/>
              <a:gd name="connsiteY554" fmla="*/ 2637633 h 6858000"/>
              <a:gd name="connsiteX555" fmla="*/ 5818614 w 7467600"/>
              <a:gd name="connsiteY555" fmla="*/ 2473055 h 6858000"/>
              <a:gd name="connsiteX556" fmla="*/ 5829202 w 7467600"/>
              <a:gd name="connsiteY556" fmla="*/ 1971679 h 6858000"/>
              <a:gd name="connsiteX557" fmla="*/ 5911389 w 7467600"/>
              <a:gd name="connsiteY557" fmla="*/ 1898371 h 6858000"/>
              <a:gd name="connsiteX558" fmla="*/ 6237627 w 7467600"/>
              <a:gd name="connsiteY558" fmla="*/ 2231921 h 6858000"/>
              <a:gd name="connsiteX559" fmla="*/ 5911389 w 7467600"/>
              <a:gd name="connsiteY559" fmla="*/ 1898371 h 6858000"/>
              <a:gd name="connsiteX560" fmla="*/ 6944437 w 7467600"/>
              <a:gd name="connsiteY560" fmla="*/ 1575402 h 6858000"/>
              <a:gd name="connsiteX561" fmla="*/ 6304730 w 7467600"/>
              <a:gd name="connsiteY561" fmla="*/ 1766654 h 6858000"/>
              <a:gd name="connsiteX562" fmla="*/ 6944437 w 7467600"/>
              <a:gd name="connsiteY562" fmla="*/ 1575402 h 6858000"/>
              <a:gd name="connsiteX563" fmla="*/ 7019523 w 7467600"/>
              <a:gd name="connsiteY563" fmla="*/ 1519450 h 6858000"/>
              <a:gd name="connsiteX564" fmla="*/ 6298091 w 7467600"/>
              <a:gd name="connsiteY564" fmla="*/ 1737122 h 6858000"/>
              <a:gd name="connsiteX565" fmla="*/ 7019523 w 7467600"/>
              <a:gd name="connsiteY565" fmla="*/ 1519450 h 6858000"/>
              <a:gd name="connsiteX566" fmla="*/ 2399523 w 7467600"/>
              <a:gd name="connsiteY566" fmla="*/ 1428234 h 6858000"/>
              <a:gd name="connsiteX567" fmla="*/ 2224982 w 7467600"/>
              <a:gd name="connsiteY567" fmla="*/ 1826201 h 6858000"/>
              <a:gd name="connsiteX568" fmla="*/ 2096099 w 7467600"/>
              <a:gd name="connsiteY568" fmla="*/ 2345900 h 6858000"/>
              <a:gd name="connsiteX569" fmla="*/ 2283317 w 7467600"/>
              <a:gd name="connsiteY569" fmla="*/ 1796925 h 6858000"/>
              <a:gd name="connsiteX570" fmla="*/ 2399523 w 7467600"/>
              <a:gd name="connsiteY570" fmla="*/ 1428234 h 6858000"/>
              <a:gd name="connsiteX571" fmla="*/ 2448558 w 7467600"/>
              <a:gd name="connsiteY571" fmla="*/ 1373435 h 6858000"/>
              <a:gd name="connsiteX572" fmla="*/ 2312521 w 7467600"/>
              <a:gd name="connsiteY572" fmla="*/ 1806140 h 6858000"/>
              <a:gd name="connsiteX573" fmla="*/ 2127533 w 7467600"/>
              <a:gd name="connsiteY573" fmla="*/ 2348380 h 6858000"/>
              <a:gd name="connsiteX574" fmla="*/ 2358080 w 7467600"/>
              <a:gd name="connsiteY574" fmla="*/ 1866134 h 6858000"/>
              <a:gd name="connsiteX575" fmla="*/ 2407436 w 7467600"/>
              <a:gd name="connsiteY575" fmla="*/ 1651070 h 6858000"/>
              <a:gd name="connsiteX576" fmla="*/ 2448558 w 7467600"/>
              <a:gd name="connsiteY576" fmla="*/ 1373435 h 6858000"/>
              <a:gd name="connsiteX577" fmla="*/ 278707 w 7467600"/>
              <a:gd name="connsiteY577" fmla="*/ 1352270 h 6858000"/>
              <a:gd name="connsiteX578" fmla="*/ 321570 w 7467600"/>
              <a:gd name="connsiteY578" fmla="*/ 1861610 h 6858000"/>
              <a:gd name="connsiteX579" fmla="*/ 294281 w 7467600"/>
              <a:gd name="connsiteY579" fmla="*/ 1440658 h 6858000"/>
              <a:gd name="connsiteX580" fmla="*/ 278707 w 7467600"/>
              <a:gd name="connsiteY580" fmla="*/ 1352270 h 6858000"/>
              <a:gd name="connsiteX581" fmla="*/ 1423821 w 7467600"/>
              <a:gd name="connsiteY581" fmla="*/ 1351958 h 6858000"/>
              <a:gd name="connsiteX582" fmla="*/ 1638521 w 7467600"/>
              <a:gd name="connsiteY582" fmla="*/ 1908470 h 6858000"/>
              <a:gd name="connsiteX583" fmla="*/ 1754199 w 7467600"/>
              <a:gd name="connsiteY583" fmla="*/ 2149284 h 6858000"/>
              <a:gd name="connsiteX584" fmla="*/ 1908359 w 7467600"/>
              <a:gd name="connsiteY584" fmla="*/ 2364988 h 6858000"/>
              <a:gd name="connsiteX585" fmla="*/ 1647661 w 7467600"/>
              <a:gd name="connsiteY585" fmla="*/ 1825945 h 6858000"/>
              <a:gd name="connsiteX586" fmla="*/ 1423821 w 7467600"/>
              <a:gd name="connsiteY586" fmla="*/ 1351958 h 6858000"/>
              <a:gd name="connsiteX587" fmla="*/ 1431890 w 7467600"/>
              <a:gd name="connsiteY587" fmla="*/ 1306475 h 6858000"/>
              <a:gd name="connsiteX588" fmla="*/ 1507597 w 7467600"/>
              <a:gd name="connsiteY588" fmla="*/ 1446132 h 6858000"/>
              <a:gd name="connsiteX589" fmla="*/ 1674586 w 7467600"/>
              <a:gd name="connsiteY589" fmla="*/ 1813832 h 6858000"/>
              <a:gd name="connsiteX590" fmla="*/ 1815950 w 7467600"/>
              <a:gd name="connsiteY590" fmla="*/ 2128564 h 6858000"/>
              <a:gd name="connsiteX591" fmla="*/ 1984242 w 7467600"/>
              <a:gd name="connsiteY591" fmla="*/ 2430829 h 6858000"/>
              <a:gd name="connsiteX592" fmla="*/ 2014023 w 7467600"/>
              <a:gd name="connsiteY592" fmla="*/ 2450995 h 6858000"/>
              <a:gd name="connsiteX593" fmla="*/ 1747337 w 7467600"/>
              <a:gd name="connsiteY593" fmla="*/ 1855264 h 6858000"/>
              <a:gd name="connsiteX594" fmla="*/ 1533749 w 7467600"/>
              <a:gd name="connsiteY594" fmla="*/ 1478656 h 6858000"/>
              <a:gd name="connsiteX595" fmla="*/ 1431890 w 7467600"/>
              <a:gd name="connsiteY595" fmla="*/ 1306475 h 6858000"/>
              <a:gd name="connsiteX596" fmla="*/ 5052692 w 7467600"/>
              <a:gd name="connsiteY596" fmla="*/ 1292994 h 6858000"/>
              <a:gd name="connsiteX597" fmla="*/ 5200661 w 7467600"/>
              <a:gd name="connsiteY597" fmla="*/ 1635186 h 6858000"/>
              <a:gd name="connsiteX598" fmla="*/ 5297138 w 7467600"/>
              <a:gd name="connsiteY598" fmla="*/ 1906351 h 6858000"/>
              <a:gd name="connsiteX599" fmla="*/ 5052692 w 7467600"/>
              <a:gd name="connsiteY599" fmla="*/ 1292994 h 6858000"/>
              <a:gd name="connsiteX600" fmla="*/ 5009948 w 7467600"/>
              <a:gd name="connsiteY600" fmla="*/ 1273619 h 6858000"/>
              <a:gd name="connsiteX601" fmla="*/ 5121777 w 7467600"/>
              <a:gd name="connsiteY601" fmla="*/ 1654213 h 6858000"/>
              <a:gd name="connsiteX602" fmla="*/ 5293545 w 7467600"/>
              <a:gd name="connsiteY602" fmla="*/ 2072247 h 6858000"/>
              <a:gd name="connsiteX603" fmla="*/ 5294042 w 7467600"/>
              <a:gd name="connsiteY603" fmla="*/ 2065019 h 6858000"/>
              <a:gd name="connsiteX604" fmla="*/ 5171936 w 7467600"/>
              <a:gd name="connsiteY604" fmla="*/ 1647613 h 6858000"/>
              <a:gd name="connsiteX605" fmla="*/ 5009948 w 7467600"/>
              <a:gd name="connsiteY605" fmla="*/ 1273619 h 6858000"/>
              <a:gd name="connsiteX606" fmla="*/ 655236 w 7467600"/>
              <a:gd name="connsiteY606" fmla="*/ 1268632 h 6858000"/>
              <a:gd name="connsiteX607" fmla="*/ 839521 w 7467600"/>
              <a:gd name="connsiteY607" fmla="*/ 1685315 h 6858000"/>
              <a:gd name="connsiteX608" fmla="*/ 1109416 w 7467600"/>
              <a:gd name="connsiteY608" fmla="*/ 2061663 h 6858000"/>
              <a:gd name="connsiteX609" fmla="*/ 1298300 w 7467600"/>
              <a:gd name="connsiteY609" fmla="*/ 2247742 h 6858000"/>
              <a:gd name="connsiteX610" fmla="*/ 1125871 w 7467600"/>
              <a:gd name="connsiteY610" fmla="*/ 1989513 h 6858000"/>
              <a:gd name="connsiteX611" fmla="*/ 981574 w 7467600"/>
              <a:gd name="connsiteY611" fmla="*/ 1783157 h 6858000"/>
              <a:gd name="connsiteX612" fmla="*/ 922198 w 7467600"/>
              <a:gd name="connsiteY612" fmla="*/ 1677437 h 6858000"/>
              <a:gd name="connsiteX613" fmla="*/ 869293 w 7467600"/>
              <a:gd name="connsiteY613" fmla="*/ 1583214 h 6858000"/>
              <a:gd name="connsiteX614" fmla="*/ 751431 w 7467600"/>
              <a:gd name="connsiteY614" fmla="*/ 1405731 h 6858000"/>
              <a:gd name="connsiteX615" fmla="*/ 655236 w 7467600"/>
              <a:gd name="connsiteY615" fmla="*/ 1268632 h 6858000"/>
              <a:gd name="connsiteX616" fmla="*/ 6516292 w 7467600"/>
              <a:gd name="connsiteY616" fmla="*/ 1263064 h 6858000"/>
              <a:gd name="connsiteX617" fmla="*/ 5736320 w 7467600"/>
              <a:gd name="connsiteY617" fmla="*/ 1501803 h 6858000"/>
              <a:gd name="connsiteX618" fmla="*/ 6516292 w 7467600"/>
              <a:gd name="connsiteY618" fmla="*/ 1263064 h 6858000"/>
              <a:gd name="connsiteX619" fmla="*/ 291466 w 7467600"/>
              <a:gd name="connsiteY619" fmla="*/ 1250369 h 6858000"/>
              <a:gd name="connsiteX620" fmla="*/ 323180 w 7467600"/>
              <a:gd name="connsiteY620" fmla="*/ 1435283 h 6858000"/>
              <a:gd name="connsiteX621" fmla="*/ 349381 w 7467600"/>
              <a:gd name="connsiteY621" fmla="*/ 1875041 h 6858000"/>
              <a:gd name="connsiteX622" fmla="*/ 374363 w 7467600"/>
              <a:gd name="connsiteY622" fmla="*/ 1506494 h 6858000"/>
              <a:gd name="connsiteX623" fmla="*/ 302168 w 7467600"/>
              <a:gd name="connsiteY623" fmla="*/ 1274495 h 6858000"/>
              <a:gd name="connsiteX624" fmla="*/ 291466 w 7467600"/>
              <a:gd name="connsiteY624" fmla="*/ 1250369 h 6858000"/>
              <a:gd name="connsiteX625" fmla="*/ 678222 w 7467600"/>
              <a:gd name="connsiteY625" fmla="*/ 1248670 h 6858000"/>
              <a:gd name="connsiteX626" fmla="*/ 775536 w 7467600"/>
              <a:gd name="connsiteY626" fmla="*/ 1388015 h 6858000"/>
              <a:gd name="connsiteX627" fmla="*/ 894529 w 7467600"/>
              <a:gd name="connsiteY627" fmla="*/ 1567739 h 6858000"/>
              <a:gd name="connsiteX628" fmla="*/ 948000 w 7467600"/>
              <a:gd name="connsiteY628" fmla="*/ 1663088 h 6858000"/>
              <a:gd name="connsiteX629" fmla="*/ 1006812 w 7467600"/>
              <a:gd name="connsiteY629" fmla="*/ 1767683 h 6858000"/>
              <a:gd name="connsiteX630" fmla="*/ 1149133 w 7467600"/>
              <a:gd name="connsiteY630" fmla="*/ 1971513 h 6858000"/>
              <a:gd name="connsiteX631" fmla="*/ 1333952 w 7467600"/>
              <a:gd name="connsiteY631" fmla="*/ 2251620 h 6858000"/>
              <a:gd name="connsiteX632" fmla="*/ 1337329 w 7467600"/>
              <a:gd name="connsiteY632" fmla="*/ 2258350 h 6858000"/>
              <a:gd name="connsiteX633" fmla="*/ 1014726 w 7467600"/>
              <a:gd name="connsiteY633" fmla="*/ 1615556 h 6858000"/>
              <a:gd name="connsiteX634" fmla="*/ 678222 w 7467600"/>
              <a:gd name="connsiteY634" fmla="*/ 1248670 h 6858000"/>
              <a:gd name="connsiteX635" fmla="*/ 6691602 w 7467600"/>
              <a:gd name="connsiteY635" fmla="*/ 1140573 h 6858000"/>
              <a:gd name="connsiteX636" fmla="*/ 6571100 w 7467600"/>
              <a:gd name="connsiteY636" fmla="*/ 1183662 h 6858000"/>
              <a:gd name="connsiteX637" fmla="*/ 6241687 w 7467600"/>
              <a:gd name="connsiteY637" fmla="*/ 1257600 h 6858000"/>
              <a:gd name="connsiteX638" fmla="*/ 5693009 w 7467600"/>
              <a:gd name="connsiteY638" fmla="*/ 1478256 h 6858000"/>
              <a:gd name="connsiteX639" fmla="*/ 6548420 w 7467600"/>
              <a:gd name="connsiteY639" fmla="*/ 1214599 h 6858000"/>
              <a:gd name="connsiteX640" fmla="*/ 6605473 w 7467600"/>
              <a:gd name="connsiteY640" fmla="*/ 1184686 h 6858000"/>
              <a:gd name="connsiteX641" fmla="*/ 6691602 w 7467600"/>
              <a:gd name="connsiteY641" fmla="*/ 1140573 h 6858000"/>
              <a:gd name="connsiteX642" fmla="*/ 4002475 w 7467600"/>
              <a:gd name="connsiteY642" fmla="*/ 1037802 h 6858000"/>
              <a:gd name="connsiteX643" fmla="*/ 4000324 w 7467600"/>
              <a:gd name="connsiteY643" fmla="*/ 1039362 h 6858000"/>
              <a:gd name="connsiteX644" fmla="*/ 4002862 w 7467600"/>
              <a:gd name="connsiteY644" fmla="*/ 1042866 h 6858000"/>
              <a:gd name="connsiteX645" fmla="*/ 4002475 w 7467600"/>
              <a:gd name="connsiteY645" fmla="*/ 1037802 h 6858000"/>
              <a:gd name="connsiteX646" fmla="*/ 506322 w 7467600"/>
              <a:gd name="connsiteY646" fmla="*/ 1020997 h 6858000"/>
              <a:gd name="connsiteX647" fmla="*/ 533068 w 7467600"/>
              <a:gd name="connsiteY647" fmla="*/ 1029409 h 6858000"/>
              <a:gd name="connsiteX648" fmla="*/ 1232525 w 7467600"/>
              <a:gd name="connsiteY648" fmla="*/ 1804675 h 6858000"/>
              <a:gd name="connsiteX649" fmla="*/ 1388858 w 7467600"/>
              <a:gd name="connsiteY649" fmla="*/ 2368011 h 6858000"/>
              <a:gd name="connsiteX650" fmla="*/ 1384098 w 7467600"/>
              <a:gd name="connsiteY650" fmla="*/ 2378125 h 6858000"/>
              <a:gd name="connsiteX651" fmla="*/ 1425393 w 7467600"/>
              <a:gd name="connsiteY651" fmla="*/ 2589124 h 6858000"/>
              <a:gd name="connsiteX652" fmla="*/ 1424001 w 7467600"/>
              <a:gd name="connsiteY652" fmla="*/ 2597541 h 6858000"/>
              <a:gd name="connsiteX653" fmla="*/ 2152729 w 7467600"/>
              <a:gd name="connsiteY653" fmla="*/ 2864487 h 6858000"/>
              <a:gd name="connsiteX654" fmla="*/ 2020609 w 7467600"/>
              <a:gd name="connsiteY654" fmla="*/ 2539671 h 6858000"/>
              <a:gd name="connsiteX655" fmla="*/ 2018920 w 7467600"/>
              <a:gd name="connsiteY655" fmla="*/ 2536309 h 6858000"/>
              <a:gd name="connsiteX656" fmla="*/ 1342441 w 7467600"/>
              <a:gd name="connsiteY656" fmla="*/ 1173017 h 6858000"/>
              <a:gd name="connsiteX657" fmla="*/ 1367925 w 7467600"/>
              <a:gd name="connsiteY657" fmla="*/ 1135648 h 6858000"/>
              <a:gd name="connsiteX658" fmla="*/ 1771401 w 7467600"/>
              <a:gd name="connsiteY658" fmla="*/ 1806673 h 6858000"/>
              <a:gd name="connsiteX659" fmla="*/ 1972385 w 7467600"/>
              <a:gd name="connsiteY659" fmla="*/ 2198735 h 6858000"/>
              <a:gd name="connsiteX660" fmla="*/ 2040892 w 7467600"/>
              <a:gd name="connsiteY660" fmla="*/ 2405205 h 6858000"/>
              <a:gd name="connsiteX661" fmla="*/ 2131689 w 7467600"/>
              <a:gd name="connsiteY661" fmla="*/ 1936926 h 6858000"/>
              <a:gd name="connsiteX662" fmla="*/ 2454820 w 7467600"/>
              <a:gd name="connsiteY662" fmla="*/ 1248808 h 6858000"/>
              <a:gd name="connsiteX663" fmla="*/ 2492512 w 7467600"/>
              <a:gd name="connsiteY663" fmla="*/ 1302920 h 6858000"/>
              <a:gd name="connsiteX664" fmla="*/ 2081216 w 7467600"/>
              <a:gd name="connsiteY664" fmla="*/ 2527513 h 6858000"/>
              <a:gd name="connsiteX665" fmla="*/ 2081211 w 7467600"/>
              <a:gd name="connsiteY665" fmla="*/ 2528916 h 6858000"/>
              <a:gd name="connsiteX666" fmla="*/ 2199067 w 7467600"/>
              <a:gd name="connsiteY666" fmla="*/ 2884061 h 6858000"/>
              <a:gd name="connsiteX667" fmla="*/ 3192586 w 7467600"/>
              <a:gd name="connsiteY667" fmla="*/ 3411496 h 6858000"/>
              <a:gd name="connsiteX668" fmla="*/ 3182620 w 7467600"/>
              <a:gd name="connsiteY668" fmla="*/ 3483279 h 6858000"/>
              <a:gd name="connsiteX669" fmla="*/ 2435119 w 7467600"/>
              <a:gd name="connsiteY669" fmla="*/ 3080173 h 6858000"/>
              <a:gd name="connsiteX670" fmla="*/ 2410152 w 7467600"/>
              <a:gd name="connsiteY670" fmla="*/ 3063751 h 6858000"/>
              <a:gd name="connsiteX671" fmla="*/ 2408099 w 7467600"/>
              <a:gd name="connsiteY671" fmla="*/ 3064403 h 6858000"/>
              <a:gd name="connsiteX672" fmla="*/ 2407218 w 7467600"/>
              <a:gd name="connsiteY672" fmla="*/ 3070324 h 6858000"/>
              <a:gd name="connsiteX673" fmla="*/ 2380138 w 7467600"/>
              <a:gd name="connsiteY673" fmla="*/ 3099341 h 6858000"/>
              <a:gd name="connsiteX674" fmla="*/ 1765923 w 7467600"/>
              <a:gd name="connsiteY674" fmla="*/ 3581043 h 6858000"/>
              <a:gd name="connsiteX675" fmla="*/ 1702258 w 7467600"/>
              <a:gd name="connsiteY675" fmla="*/ 3612286 h 6858000"/>
              <a:gd name="connsiteX676" fmla="*/ 1538370 w 7467600"/>
              <a:gd name="connsiteY676" fmla="*/ 3811804 h 6858000"/>
              <a:gd name="connsiteX677" fmla="*/ 542867 w 7467600"/>
              <a:gd name="connsiteY677" fmla="*/ 4944092 h 6858000"/>
              <a:gd name="connsiteX678" fmla="*/ 515800 w 7467600"/>
              <a:gd name="connsiteY678" fmla="*/ 4862180 h 6858000"/>
              <a:gd name="connsiteX679" fmla="*/ 909145 w 7467600"/>
              <a:gd name="connsiteY679" fmla="*/ 4199225 h 6858000"/>
              <a:gd name="connsiteX680" fmla="*/ 1214067 w 7467600"/>
              <a:gd name="connsiteY680" fmla="*/ 3908561 h 6858000"/>
              <a:gd name="connsiteX681" fmla="*/ 640967 w 7467600"/>
              <a:gd name="connsiteY681" fmla="*/ 4105601 h 6858000"/>
              <a:gd name="connsiteX682" fmla="*/ 112563 w 7467600"/>
              <a:gd name="connsiteY682" fmla="*/ 4396952 h 6858000"/>
              <a:gd name="connsiteX683" fmla="*/ 0 w 7467600"/>
              <a:gd name="connsiteY683" fmla="*/ 4466006 h 6858000"/>
              <a:gd name="connsiteX684" fmla="*/ 0 w 7467600"/>
              <a:gd name="connsiteY684" fmla="*/ 4233763 h 6858000"/>
              <a:gd name="connsiteX685" fmla="*/ 36881 w 7467600"/>
              <a:gd name="connsiteY685" fmla="*/ 4200118 h 6858000"/>
              <a:gd name="connsiteX686" fmla="*/ 910534 w 7467600"/>
              <a:gd name="connsiteY686" fmla="*/ 3629753 h 6858000"/>
              <a:gd name="connsiteX687" fmla="*/ 1578717 w 7467600"/>
              <a:gd name="connsiteY687" fmla="*/ 3575982 h 6858000"/>
              <a:gd name="connsiteX688" fmla="*/ 2338780 w 7467600"/>
              <a:gd name="connsiteY688" fmla="*/ 3033725 h 6858000"/>
              <a:gd name="connsiteX689" fmla="*/ 1807991 w 7467600"/>
              <a:gd name="connsiteY689" fmla="*/ 2807184 h 6858000"/>
              <a:gd name="connsiteX690" fmla="*/ 1416358 w 7467600"/>
              <a:gd name="connsiteY690" fmla="*/ 3112571 h 6858000"/>
              <a:gd name="connsiteX691" fmla="*/ 939066 w 7467600"/>
              <a:gd name="connsiteY691" fmla="*/ 3378798 h 6858000"/>
              <a:gd name="connsiteX692" fmla="*/ 115099 w 7467600"/>
              <a:gd name="connsiteY692" fmla="*/ 3607650 h 6858000"/>
              <a:gd name="connsiteX693" fmla="*/ 97284 w 7467600"/>
              <a:gd name="connsiteY693" fmla="*/ 3520393 h 6858000"/>
              <a:gd name="connsiteX694" fmla="*/ 922050 w 7467600"/>
              <a:gd name="connsiteY694" fmla="*/ 3074867 h 6858000"/>
              <a:gd name="connsiteX695" fmla="*/ 1405265 w 7467600"/>
              <a:gd name="connsiteY695" fmla="*/ 3016319 h 6858000"/>
              <a:gd name="connsiteX696" fmla="*/ 1407512 w 7467600"/>
              <a:gd name="connsiteY696" fmla="*/ 3018001 h 6858000"/>
              <a:gd name="connsiteX697" fmla="*/ 1726266 w 7467600"/>
              <a:gd name="connsiteY697" fmla="*/ 2777274 h 6858000"/>
              <a:gd name="connsiteX698" fmla="*/ 625390 w 7467600"/>
              <a:gd name="connsiteY698" fmla="*/ 2514541 h 6858000"/>
              <a:gd name="connsiteX699" fmla="*/ 619799 w 7467600"/>
              <a:gd name="connsiteY699" fmla="*/ 2527180 h 6858000"/>
              <a:gd name="connsiteX700" fmla="*/ 310030 w 7467600"/>
              <a:gd name="connsiteY700" fmla="*/ 2771818 h 6858000"/>
              <a:gd name="connsiteX701" fmla="*/ 173877 w 7467600"/>
              <a:gd name="connsiteY701" fmla="*/ 2937056 h 6858000"/>
              <a:gd name="connsiteX702" fmla="*/ 77889 w 7467600"/>
              <a:gd name="connsiteY702" fmla="*/ 3138440 h 6858000"/>
              <a:gd name="connsiteX703" fmla="*/ 0 w 7467600"/>
              <a:gd name="connsiteY703" fmla="*/ 3271395 h 6858000"/>
              <a:gd name="connsiteX704" fmla="*/ 0 w 7467600"/>
              <a:gd name="connsiteY704" fmla="*/ 3153002 h 6858000"/>
              <a:gd name="connsiteX705" fmla="*/ 2386 w 7467600"/>
              <a:gd name="connsiteY705" fmla="*/ 3149203 h 6858000"/>
              <a:gd name="connsiteX706" fmla="*/ 89753 w 7467600"/>
              <a:gd name="connsiteY706" fmla="*/ 2987702 h 6858000"/>
              <a:gd name="connsiteX707" fmla="*/ 76869 w 7467600"/>
              <a:gd name="connsiteY707" fmla="*/ 3005404 h 6858000"/>
              <a:gd name="connsiteX708" fmla="*/ 32049 w 7467600"/>
              <a:gd name="connsiteY708" fmla="*/ 3065814 h 6858000"/>
              <a:gd name="connsiteX709" fmla="*/ 0 w 7467600"/>
              <a:gd name="connsiteY709" fmla="*/ 3108744 h 6858000"/>
              <a:gd name="connsiteX710" fmla="*/ 0 w 7467600"/>
              <a:gd name="connsiteY710" fmla="*/ 3058059 h 6858000"/>
              <a:gd name="connsiteX711" fmla="*/ 7610 w 7467600"/>
              <a:gd name="connsiteY711" fmla="*/ 3047889 h 6858000"/>
              <a:gd name="connsiteX712" fmla="*/ 52419 w 7467600"/>
              <a:gd name="connsiteY712" fmla="*/ 2987479 h 6858000"/>
              <a:gd name="connsiteX713" fmla="*/ 59142 w 7467600"/>
              <a:gd name="connsiteY713" fmla="*/ 2978488 h 6858000"/>
              <a:gd name="connsiteX714" fmla="*/ 0 w 7467600"/>
              <a:gd name="connsiteY714" fmla="*/ 3015334 h 6858000"/>
              <a:gd name="connsiteX715" fmla="*/ 0 w 7467600"/>
              <a:gd name="connsiteY715" fmla="*/ 2914286 h 6858000"/>
              <a:gd name="connsiteX716" fmla="*/ 36383 w 7467600"/>
              <a:gd name="connsiteY716" fmla="*/ 2901128 h 6858000"/>
              <a:gd name="connsiteX717" fmla="*/ 156329 w 7467600"/>
              <a:gd name="connsiteY717" fmla="*/ 2840533 h 6858000"/>
              <a:gd name="connsiteX718" fmla="*/ 358355 w 7467600"/>
              <a:gd name="connsiteY718" fmla="*/ 2620471 h 6858000"/>
              <a:gd name="connsiteX719" fmla="*/ 510577 w 7467600"/>
              <a:gd name="connsiteY719" fmla="*/ 2501244 h 6858000"/>
              <a:gd name="connsiteX720" fmla="*/ 211967 w 7467600"/>
              <a:gd name="connsiteY720" fmla="*/ 2479171 h 6858000"/>
              <a:gd name="connsiteX721" fmla="*/ 0 w 7467600"/>
              <a:gd name="connsiteY721" fmla="*/ 2476398 h 6858000"/>
              <a:gd name="connsiteX722" fmla="*/ 0 w 7467600"/>
              <a:gd name="connsiteY722" fmla="*/ 2389189 h 6858000"/>
              <a:gd name="connsiteX723" fmla="*/ 103062 w 7467600"/>
              <a:gd name="connsiteY723" fmla="*/ 2389518 h 6858000"/>
              <a:gd name="connsiteX724" fmla="*/ 510734 w 7467600"/>
              <a:gd name="connsiteY724" fmla="*/ 2416201 h 6858000"/>
              <a:gd name="connsiteX725" fmla="*/ 279257 w 7467600"/>
              <a:gd name="connsiteY725" fmla="*/ 2092102 h 6858000"/>
              <a:gd name="connsiteX726" fmla="*/ 65265 w 7467600"/>
              <a:gd name="connsiteY726" fmla="*/ 2006049 h 6858000"/>
              <a:gd name="connsiteX727" fmla="*/ 0 w 7467600"/>
              <a:gd name="connsiteY727" fmla="*/ 1982532 h 6858000"/>
              <a:gd name="connsiteX728" fmla="*/ 0 w 7467600"/>
              <a:gd name="connsiteY728" fmla="*/ 1912789 h 6858000"/>
              <a:gd name="connsiteX729" fmla="*/ 97460 w 7467600"/>
              <a:gd name="connsiteY729" fmla="*/ 1953725 h 6858000"/>
              <a:gd name="connsiteX730" fmla="*/ 221272 w 7467600"/>
              <a:gd name="connsiteY730" fmla="*/ 1980766 h 6858000"/>
              <a:gd name="connsiteX731" fmla="*/ 116765 w 7467600"/>
              <a:gd name="connsiteY731" fmla="*/ 1911033 h 6858000"/>
              <a:gd name="connsiteX732" fmla="*/ 16405 w 7467600"/>
              <a:gd name="connsiteY732" fmla="*/ 1803412 h 6858000"/>
              <a:gd name="connsiteX733" fmla="*/ 0 w 7467600"/>
              <a:gd name="connsiteY733" fmla="*/ 1784777 h 6858000"/>
              <a:gd name="connsiteX734" fmla="*/ 0 w 7467600"/>
              <a:gd name="connsiteY734" fmla="*/ 1740082 h 6858000"/>
              <a:gd name="connsiteX735" fmla="*/ 39394 w 7467600"/>
              <a:gd name="connsiteY735" fmla="*/ 1784856 h 6858000"/>
              <a:gd name="connsiteX736" fmla="*/ 135813 w 7467600"/>
              <a:gd name="connsiteY736" fmla="*/ 1888838 h 6858000"/>
              <a:gd name="connsiteX737" fmla="*/ 242575 w 7467600"/>
              <a:gd name="connsiteY737" fmla="*/ 1958841 h 6858000"/>
              <a:gd name="connsiteX738" fmla="*/ 82197 w 7467600"/>
              <a:gd name="connsiteY738" fmla="*/ 1754826 h 6858000"/>
              <a:gd name="connsiteX739" fmla="*/ 0 w 7467600"/>
              <a:gd name="connsiteY739" fmla="*/ 1679650 h 6858000"/>
              <a:gd name="connsiteX740" fmla="*/ 0 w 7467600"/>
              <a:gd name="connsiteY740" fmla="*/ 1602463 h 6858000"/>
              <a:gd name="connsiteX741" fmla="*/ 84689 w 7467600"/>
              <a:gd name="connsiteY741" fmla="*/ 1677442 h 6858000"/>
              <a:gd name="connsiteX742" fmla="*/ 298437 w 7467600"/>
              <a:gd name="connsiteY742" fmla="*/ 1968019 h 6858000"/>
              <a:gd name="connsiteX743" fmla="*/ 227269 w 7467600"/>
              <a:gd name="connsiteY743" fmla="*/ 1114064 h 6858000"/>
              <a:gd name="connsiteX744" fmla="*/ 248003 w 7467600"/>
              <a:gd name="connsiteY744" fmla="*/ 1089613 h 6858000"/>
              <a:gd name="connsiteX745" fmla="*/ 427020 w 7467600"/>
              <a:gd name="connsiteY745" fmla="*/ 1619803 h 6858000"/>
              <a:gd name="connsiteX746" fmla="*/ 340345 w 7467600"/>
              <a:gd name="connsiteY746" fmla="*/ 2027739 h 6858000"/>
              <a:gd name="connsiteX747" fmla="*/ 360865 w 7467600"/>
              <a:gd name="connsiteY747" fmla="*/ 2044827 h 6858000"/>
              <a:gd name="connsiteX748" fmla="*/ 560414 w 7467600"/>
              <a:gd name="connsiteY748" fmla="*/ 2421457 h 6858000"/>
              <a:gd name="connsiteX749" fmla="*/ 1359703 w 7467600"/>
              <a:gd name="connsiteY749" fmla="*/ 2578554 h 6858000"/>
              <a:gd name="connsiteX750" fmla="*/ 1359422 w 7467600"/>
              <a:gd name="connsiteY750" fmla="*/ 2577994 h 6858000"/>
              <a:gd name="connsiteX751" fmla="*/ 828701 w 7467600"/>
              <a:gd name="connsiteY751" fmla="*/ 1839520 h 6858000"/>
              <a:gd name="connsiteX752" fmla="*/ 494427 w 7467600"/>
              <a:gd name="connsiteY752" fmla="*/ 1092333 h 6858000"/>
              <a:gd name="connsiteX753" fmla="*/ 506322 w 7467600"/>
              <a:gd name="connsiteY753" fmla="*/ 1020997 h 6858000"/>
              <a:gd name="connsiteX754" fmla="*/ 4570198 w 7467600"/>
              <a:gd name="connsiteY754" fmla="*/ 978081 h 6858000"/>
              <a:gd name="connsiteX755" fmla="*/ 4523691 w 7467600"/>
              <a:gd name="connsiteY755" fmla="*/ 1127776 h 6858000"/>
              <a:gd name="connsiteX756" fmla="*/ 4509875 w 7467600"/>
              <a:gd name="connsiteY756" fmla="*/ 1167552 h 6858000"/>
              <a:gd name="connsiteX757" fmla="*/ 4478168 w 7467600"/>
              <a:gd name="connsiteY757" fmla="*/ 1260735 h 6858000"/>
              <a:gd name="connsiteX758" fmla="*/ 4409309 w 7467600"/>
              <a:gd name="connsiteY758" fmla="*/ 1666996 h 6858000"/>
              <a:gd name="connsiteX759" fmla="*/ 4370031 w 7467600"/>
              <a:gd name="connsiteY759" fmla="*/ 1955666 h 6858000"/>
              <a:gd name="connsiteX760" fmla="*/ 4570198 w 7467600"/>
              <a:gd name="connsiteY760" fmla="*/ 978081 h 6858000"/>
              <a:gd name="connsiteX761" fmla="*/ 4557898 w 7467600"/>
              <a:gd name="connsiteY761" fmla="*/ 900011 h 6858000"/>
              <a:gd name="connsiteX762" fmla="*/ 4344840 w 7467600"/>
              <a:gd name="connsiteY762" fmla="*/ 1922038 h 6858000"/>
              <a:gd name="connsiteX763" fmla="*/ 4378710 w 7467600"/>
              <a:gd name="connsiteY763" fmla="*/ 1665516 h 6858000"/>
              <a:gd name="connsiteX764" fmla="*/ 4448798 w 7467600"/>
              <a:gd name="connsiteY764" fmla="*/ 1253024 h 6858000"/>
              <a:gd name="connsiteX765" fmla="*/ 4480315 w 7467600"/>
              <a:gd name="connsiteY765" fmla="*/ 1158454 h 6858000"/>
              <a:gd name="connsiteX766" fmla="*/ 4494133 w 7467600"/>
              <a:gd name="connsiteY766" fmla="*/ 1118676 h 6858000"/>
              <a:gd name="connsiteX767" fmla="*/ 4557898 w 7467600"/>
              <a:gd name="connsiteY767" fmla="*/ 900011 h 6858000"/>
              <a:gd name="connsiteX768" fmla="*/ 5870151 w 7467600"/>
              <a:gd name="connsiteY768" fmla="*/ 898890 h 6858000"/>
              <a:gd name="connsiteX769" fmla="*/ 5861335 w 7467600"/>
              <a:gd name="connsiteY769" fmla="*/ 899177 h 6858000"/>
              <a:gd name="connsiteX770" fmla="*/ 5843702 w 7467600"/>
              <a:gd name="connsiteY770" fmla="*/ 899748 h 6858000"/>
              <a:gd name="connsiteX771" fmla="*/ 5651107 w 7467600"/>
              <a:gd name="connsiteY771" fmla="*/ 920306 h 6858000"/>
              <a:gd name="connsiteX772" fmla="*/ 5459407 w 7467600"/>
              <a:gd name="connsiteY772" fmla="*/ 940975 h 6858000"/>
              <a:gd name="connsiteX773" fmla="*/ 5374846 w 7467600"/>
              <a:gd name="connsiteY773" fmla="*/ 941988 h 6858000"/>
              <a:gd name="connsiteX774" fmla="*/ 5256105 w 7467600"/>
              <a:gd name="connsiteY774" fmla="*/ 945632 h 6858000"/>
              <a:gd name="connsiteX775" fmla="*/ 5107071 w 7467600"/>
              <a:gd name="connsiteY775" fmla="*/ 969720 h 6858000"/>
              <a:gd name="connsiteX776" fmla="*/ 4998681 w 7467600"/>
              <a:gd name="connsiteY776" fmla="*/ 988771 h 6858000"/>
              <a:gd name="connsiteX777" fmla="*/ 5870151 w 7467600"/>
              <a:gd name="connsiteY777" fmla="*/ 898890 h 6858000"/>
              <a:gd name="connsiteX778" fmla="*/ 5504425 w 7467600"/>
              <a:gd name="connsiteY778" fmla="*/ 848067 h 6858000"/>
              <a:gd name="connsiteX779" fmla="*/ 4968849 w 7467600"/>
              <a:gd name="connsiteY779" fmla="*/ 962318 h 6858000"/>
              <a:gd name="connsiteX780" fmla="*/ 5104039 w 7467600"/>
              <a:gd name="connsiteY780" fmla="*/ 940634 h 6858000"/>
              <a:gd name="connsiteX781" fmla="*/ 5256311 w 7467600"/>
              <a:gd name="connsiteY781" fmla="*/ 916490 h 6858000"/>
              <a:gd name="connsiteX782" fmla="*/ 5377381 w 7467600"/>
              <a:gd name="connsiteY782" fmla="*/ 912671 h 6858000"/>
              <a:gd name="connsiteX783" fmla="*/ 5460148 w 7467600"/>
              <a:gd name="connsiteY783" fmla="*/ 911442 h 6858000"/>
              <a:gd name="connsiteX784" fmla="*/ 5648971 w 7467600"/>
              <a:gd name="connsiteY784" fmla="*/ 891331 h 6858000"/>
              <a:gd name="connsiteX785" fmla="*/ 5844807 w 7467600"/>
              <a:gd name="connsiteY785" fmla="*/ 870718 h 6858000"/>
              <a:gd name="connsiteX786" fmla="*/ 5862975 w 7467600"/>
              <a:gd name="connsiteY786" fmla="*/ 869756 h 6858000"/>
              <a:gd name="connsiteX787" fmla="*/ 5920887 w 7467600"/>
              <a:gd name="connsiteY787" fmla="*/ 865929 h 6858000"/>
              <a:gd name="connsiteX788" fmla="*/ 5504425 w 7467600"/>
              <a:gd name="connsiteY788" fmla="*/ 848067 h 6858000"/>
              <a:gd name="connsiteX789" fmla="*/ 3607114 w 7467600"/>
              <a:gd name="connsiteY789" fmla="*/ 467441 h 6858000"/>
              <a:gd name="connsiteX790" fmla="*/ 3296242 w 7467600"/>
              <a:gd name="connsiteY790" fmla="*/ 807991 h 6858000"/>
              <a:gd name="connsiteX791" fmla="*/ 3174674 w 7467600"/>
              <a:gd name="connsiteY791" fmla="*/ 919759 h 6858000"/>
              <a:gd name="connsiteX792" fmla="*/ 3042978 w 7467600"/>
              <a:gd name="connsiteY792" fmla="*/ 1054894 h 6858000"/>
              <a:gd name="connsiteX793" fmla="*/ 2968914 w 7467600"/>
              <a:gd name="connsiteY793" fmla="*/ 1133756 h 6858000"/>
              <a:gd name="connsiteX794" fmla="*/ 3103823 w 7467600"/>
              <a:gd name="connsiteY794" fmla="*/ 1026814 h 6858000"/>
              <a:gd name="connsiteX795" fmla="*/ 3607114 w 7467600"/>
              <a:gd name="connsiteY795" fmla="*/ 467441 h 6858000"/>
              <a:gd name="connsiteX796" fmla="*/ 3744487 w 7467600"/>
              <a:gd name="connsiteY796" fmla="*/ 383136 h 6858000"/>
              <a:gd name="connsiteX797" fmla="*/ 3970213 w 7467600"/>
              <a:gd name="connsiteY797" fmla="*/ 995559 h 6858000"/>
              <a:gd name="connsiteX798" fmla="*/ 3744487 w 7467600"/>
              <a:gd name="connsiteY798" fmla="*/ 383136 h 6858000"/>
              <a:gd name="connsiteX799" fmla="*/ 3624562 w 7467600"/>
              <a:gd name="connsiteY799" fmla="*/ 367041 h 6858000"/>
              <a:gd name="connsiteX800" fmla="*/ 3489712 w 7467600"/>
              <a:gd name="connsiteY800" fmla="*/ 485386 h 6858000"/>
              <a:gd name="connsiteX801" fmla="*/ 3182994 w 7467600"/>
              <a:gd name="connsiteY801" fmla="*/ 828265 h 6858000"/>
              <a:gd name="connsiteX802" fmla="*/ 2892114 w 7467600"/>
              <a:gd name="connsiteY802" fmla="*/ 1172635 h 6858000"/>
              <a:gd name="connsiteX803" fmla="*/ 3021459 w 7467600"/>
              <a:gd name="connsiteY803" fmla="*/ 1035385 h 6858000"/>
              <a:gd name="connsiteX804" fmla="*/ 3153873 w 7467600"/>
              <a:gd name="connsiteY804" fmla="*/ 898971 h 6858000"/>
              <a:gd name="connsiteX805" fmla="*/ 3276511 w 7467600"/>
              <a:gd name="connsiteY805" fmla="*/ 786423 h 6858000"/>
              <a:gd name="connsiteX806" fmla="*/ 3584154 w 7467600"/>
              <a:gd name="connsiteY806" fmla="*/ 448218 h 6858000"/>
              <a:gd name="connsiteX807" fmla="*/ 3624562 w 7467600"/>
              <a:gd name="connsiteY807" fmla="*/ 367041 h 6858000"/>
              <a:gd name="connsiteX808" fmla="*/ 3766672 w 7467600"/>
              <a:gd name="connsiteY808" fmla="*/ 359429 h 6858000"/>
              <a:gd name="connsiteX809" fmla="*/ 3996338 w 7467600"/>
              <a:gd name="connsiteY809" fmla="*/ 968237 h 6858000"/>
              <a:gd name="connsiteX810" fmla="*/ 3766672 w 7467600"/>
              <a:gd name="connsiteY810" fmla="*/ 359429 h 6858000"/>
              <a:gd name="connsiteX811" fmla="*/ 5805386 w 7467600"/>
              <a:gd name="connsiteY811" fmla="*/ 239240 h 6858000"/>
              <a:gd name="connsiteX812" fmla="*/ 5736947 w 7467600"/>
              <a:gd name="connsiteY812" fmla="*/ 261367 h 6858000"/>
              <a:gd name="connsiteX813" fmla="*/ 5427012 w 7467600"/>
              <a:gd name="connsiteY813" fmla="*/ 311272 h 6858000"/>
              <a:gd name="connsiteX814" fmla="*/ 5147818 w 7467600"/>
              <a:gd name="connsiteY814" fmla="*/ 322112 h 6858000"/>
              <a:gd name="connsiteX815" fmla="*/ 5060854 w 7467600"/>
              <a:gd name="connsiteY815" fmla="*/ 311882 h 6858000"/>
              <a:gd name="connsiteX816" fmla="*/ 4945989 w 7467600"/>
              <a:gd name="connsiteY816" fmla="*/ 300516 h 6858000"/>
              <a:gd name="connsiteX817" fmla="*/ 5410479 w 7467600"/>
              <a:gd name="connsiteY817" fmla="*/ 348434 h 6858000"/>
              <a:gd name="connsiteX818" fmla="*/ 5805386 w 7467600"/>
              <a:gd name="connsiteY818" fmla="*/ 239240 h 6858000"/>
              <a:gd name="connsiteX819" fmla="*/ 5905192 w 7467600"/>
              <a:gd name="connsiteY819" fmla="*/ 163079 h 6858000"/>
              <a:gd name="connsiteX820" fmla="*/ 5865655 w 7467600"/>
              <a:gd name="connsiteY820" fmla="*/ 171901 h 6858000"/>
              <a:gd name="connsiteX821" fmla="*/ 5259740 w 7467600"/>
              <a:gd name="connsiteY821" fmla="*/ 257013 h 6858000"/>
              <a:gd name="connsiteX822" fmla="*/ 5208466 w 7467600"/>
              <a:gd name="connsiteY822" fmla="*/ 257550 h 6858000"/>
              <a:gd name="connsiteX823" fmla="*/ 4980204 w 7467600"/>
              <a:gd name="connsiteY823" fmla="*/ 271903 h 6858000"/>
              <a:gd name="connsiteX824" fmla="*/ 5068068 w 7467600"/>
              <a:gd name="connsiteY824" fmla="*/ 282244 h 6858000"/>
              <a:gd name="connsiteX825" fmla="*/ 5153231 w 7467600"/>
              <a:gd name="connsiteY825" fmla="*/ 292240 h 6858000"/>
              <a:gd name="connsiteX826" fmla="*/ 5426491 w 7467600"/>
              <a:gd name="connsiteY826" fmla="*/ 281128 h 6858000"/>
              <a:gd name="connsiteX827" fmla="*/ 5731212 w 7467600"/>
              <a:gd name="connsiteY827" fmla="*/ 231951 h 6858000"/>
              <a:gd name="connsiteX828" fmla="*/ 5905192 w 7467600"/>
              <a:gd name="connsiteY828" fmla="*/ 163079 h 6858000"/>
              <a:gd name="connsiteX829" fmla="*/ 5944437 w 7467600"/>
              <a:gd name="connsiteY829" fmla="*/ 113829 h 6858000"/>
              <a:gd name="connsiteX830" fmla="*/ 5825032 w 7467600"/>
              <a:gd name="connsiteY830" fmla="*/ 146405 h 6858000"/>
              <a:gd name="connsiteX831" fmla="*/ 4955599 w 7467600"/>
              <a:gd name="connsiteY831" fmla="*/ 247008 h 6858000"/>
              <a:gd name="connsiteX832" fmla="*/ 5210104 w 7467600"/>
              <a:gd name="connsiteY832" fmla="*/ 228123 h 6858000"/>
              <a:gd name="connsiteX833" fmla="*/ 5261015 w 7467600"/>
              <a:gd name="connsiteY833" fmla="*/ 227087 h 6858000"/>
              <a:gd name="connsiteX834" fmla="*/ 5861181 w 7467600"/>
              <a:gd name="connsiteY834" fmla="*/ 143093 h 6858000"/>
              <a:gd name="connsiteX835" fmla="*/ 5961252 w 7467600"/>
              <a:gd name="connsiteY835" fmla="*/ 114820 h 6858000"/>
              <a:gd name="connsiteX836" fmla="*/ 5944437 w 7467600"/>
              <a:gd name="connsiteY836" fmla="*/ 113829 h 6858000"/>
              <a:gd name="connsiteX837" fmla="*/ 3882765 w 7467600"/>
              <a:gd name="connsiteY837" fmla="*/ 0 h 6858000"/>
              <a:gd name="connsiteX838" fmla="*/ 3995099 w 7467600"/>
              <a:gd name="connsiteY838" fmla="*/ 0 h 6858000"/>
              <a:gd name="connsiteX839" fmla="*/ 4163818 w 7467600"/>
              <a:gd name="connsiteY839" fmla="*/ 234104 h 6858000"/>
              <a:gd name="connsiteX840" fmla="*/ 4172099 w 7467600"/>
              <a:gd name="connsiteY840" fmla="*/ 234207 h 6858000"/>
              <a:gd name="connsiteX841" fmla="*/ 4784282 w 7467600"/>
              <a:gd name="connsiteY841" fmla="*/ 276561 h 6858000"/>
              <a:gd name="connsiteX842" fmla="*/ 4801687 w 7467600"/>
              <a:gd name="connsiteY842" fmla="*/ 267764 h 6858000"/>
              <a:gd name="connsiteX843" fmla="*/ 6082788 w 7467600"/>
              <a:gd name="connsiteY843" fmla="*/ 64119 h 6858000"/>
              <a:gd name="connsiteX844" fmla="*/ 6099442 w 7467600"/>
              <a:gd name="connsiteY844" fmla="*/ 82568 h 6858000"/>
              <a:gd name="connsiteX845" fmla="*/ 4804137 w 7467600"/>
              <a:gd name="connsiteY845" fmla="*/ 320931 h 6858000"/>
              <a:gd name="connsiteX846" fmla="*/ 4227047 w 7467600"/>
              <a:gd name="connsiteY846" fmla="*/ 313415 h 6858000"/>
              <a:gd name="connsiteX847" fmla="*/ 4346041 w 7467600"/>
              <a:gd name="connsiteY847" fmla="*/ 456086 h 6858000"/>
              <a:gd name="connsiteX848" fmla="*/ 4870967 w 7467600"/>
              <a:gd name="connsiteY848" fmla="*/ 963061 h 6858000"/>
              <a:gd name="connsiteX849" fmla="*/ 4889647 w 7467600"/>
              <a:gd name="connsiteY849" fmla="*/ 957147 h 6858000"/>
              <a:gd name="connsiteX850" fmla="*/ 5422504 w 7467600"/>
              <a:gd name="connsiteY850" fmla="*/ 805191 h 6858000"/>
              <a:gd name="connsiteX851" fmla="*/ 6087656 w 7467600"/>
              <a:gd name="connsiteY851" fmla="*/ 826703 h 6858000"/>
              <a:gd name="connsiteX852" fmla="*/ 6058717 w 7467600"/>
              <a:gd name="connsiteY852" fmla="*/ 865992 h 6858000"/>
              <a:gd name="connsiteX853" fmla="*/ 4974153 w 7467600"/>
              <a:gd name="connsiteY853" fmla="*/ 1045456 h 6858000"/>
              <a:gd name="connsiteX854" fmla="*/ 5627835 w 7467600"/>
              <a:gd name="connsiteY854" fmla="*/ 1472077 h 6858000"/>
              <a:gd name="connsiteX855" fmla="*/ 5629817 w 7467600"/>
              <a:gd name="connsiteY855" fmla="*/ 1471412 h 6858000"/>
              <a:gd name="connsiteX856" fmla="*/ 5634124 w 7467600"/>
              <a:gd name="connsiteY856" fmla="*/ 1470572 h 6858000"/>
              <a:gd name="connsiteX857" fmla="*/ 5755832 w 7467600"/>
              <a:gd name="connsiteY857" fmla="*/ 1383886 h 6858000"/>
              <a:gd name="connsiteX858" fmla="*/ 6014186 w 7467600"/>
              <a:gd name="connsiteY858" fmla="*/ 1279799 h 6858000"/>
              <a:gd name="connsiteX859" fmla="*/ 6901619 w 7467600"/>
              <a:gd name="connsiteY859" fmla="*/ 1047874 h 6858000"/>
              <a:gd name="connsiteX860" fmla="*/ 6931566 w 7467600"/>
              <a:gd name="connsiteY860" fmla="*/ 1062034 h 6858000"/>
              <a:gd name="connsiteX861" fmla="*/ 5790982 w 7467600"/>
              <a:gd name="connsiteY861" fmla="*/ 1561380 h 6858000"/>
              <a:gd name="connsiteX862" fmla="*/ 6188971 w 7467600"/>
              <a:gd name="connsiteY862" fmla="*/ 1755168 h 6858000"/>
              <a:gd name="connsiteX863" fmla="*/ 6202446 w 7467600"/>
              <a:gd name="connsiteY863" fmla="*/ 1752268 h 6858000"/>
              <a:gd name="connsiteX864" fmla="*/ 7179560 w 7467600"/>
              <a:gd name="connsiteY864" fmla="*/ 1467551 h 6858000"/>
              <a:gd name="connsiteX865" fmla="*/ 7158730 w 7467600"/>
              <a:gd name="connsiteY865" fmla="*/ 1507835 h 6858000"/>
              <a:gd name="connsiteX866" fmla="*/ 6326959 w 7467600"/>
              <a:gd name="connsiteY866" fmla="*/ 1817686 h 6858000"/>
              <a:gd name="connsiteX867" fmla="*/ 6537433 w 7467600"/>
              <a:gd name="connsiteY867" fmla="*/ 1907790 h 6858000"/>
              <a:gd name="connsiteX868" fmla="*/ 6550221 w 7467600"/>
              <a:gd name="connsiteY868" fmla="*/ 1910729 h 6858000"/>
              <a:gd name="connsiteX869" fmla="*/ 6964438 w 7467600"/>
              <a:gd name="connsiteY869" fmla="*/ 2209505 h 6858000"/>
              <a:gd name="connsiteX870" fmla="*/ 7367862 w 7467600"/>
              <a:gd name="connsiteY870" fmla="*/ 2806833 h 6858000"/>
              <a:gd name="connsiteX871" fmla="*/ 7364329 w 7467600"/>
              <a:gd name="connsiteY871" fmla="*/ 2826907 h 6858000"/>
              <a:gd name="connsiteX872" fmla="*/ 7290545 w 7467600"/>
              <a:gd name="connsiteY872" fmla="*/ 2850663 h 6858000"/>
              <a:gd name="connsiteX873" fmla="*/ 6472036 w 7467600"/>
              <a:gd name="connsiteY873" fmla="*/ 1959003 h 6858000"/>
              <a:gd name="connsiteX874" fmla="*/ 5792897 w 7467600"/>
              <a:gd name="connsiteY874" fmla="*/ 1647747 h 6858000"/>
              <a:gd name="connsiteX875" fmla="*/ 5842751 w 7467600"/>
              <a:gd name="connsiteY875" fmla="*/ 1816112 h 6858000"/>
              <a:gd name="connsiteX876" fmla="*/ 5847424 w 7467600"/>
              <a:gd name="connsiteY876" fmla="*/ 1815776 h 6858000"/>
              <a:gd name="connsiteX877" fmla="*/ 6399821 w 7467600"/>
              <a:gd name="connsiteY877" fmla="*/ 2344799 h 6858000"/>
              <a:gd name="connsiteX878" fmla="*/ 6323232 w 7467600"/>
              <a:gd name="connsiteY878" fmla="*/ 2389634 h 6858000"/>
              <a:gd name="connsiteX879" fmla="*/ 5942958 w 7467600"/>
              <a:gd name="connsiteY879" fmla="*/ 2077708 h 6858000"/>
              <a:gd name="connsiteX880" fmla="*/ 5921559 w 7467600"/>
              <a:gd name="connsiteY880" fmla="*/ 2378596 h 6858000"/>
              <a:gd name="connsiteX881" fmla="*/ 5817651 w 7467600"/>
              <a:gd name="connsiteY881" fmla="*/ 3023919 h 6858000"/>
              <a:gd name="connsiteX882" fmla="*/ 5729634 w 7467600"/>
              <a:gd name="connsiteY882" fmla="*/ 3051849 h 6858000"/>
              <a:gd name="connsiteX883" fmla="*/ 5611018 w 7467600"/>
              <a:gd name="connsiteY883" fmla="*/ 2316769 h 6858000"/>
              <a:gd name="connsiteX884" fmla="*/ 5687608 w 7467600"/>
              <a:gd name="connsiteY884" fmla="*/ 2039972 h 6858000"/>
              <a:gd name="connsiteX885" fmla="*/ 5657554 w 7467600"/>
              <a:gd name="connsiteY885" fmla="*/ 1576445 h 6858000"/>
              <a:gd name="connsiteX886" fmla="*/ 5150475 w 7467600"/>
              <a:gd name="connsiteY886" fmla="*/ 1274012 h 6858000"/>
              <a:gd name="connsiteX887" fmla="*/ 5349142 w 7467600"/>
              <a:gd name="connsiteY887" fmla="*/ 2204405 h 6858000"/>
              <a:gd name="connsiteX888" fmla="*/ 5262214 w 7467600"/>
              <a:gd name="connsiteY888" fmla="*/ 2233836 h 6858000"/>
              <a:gd name="connsiteX889" fmla="*/ 4981539 w 7467600"/>
              <a:gd name="connsiteY889" fmla="*/ 1542201 h 6858000"/>
              <a:gd name="connsiteX890" fmla="*/ 4958461 w 7467600"/>
              <a:gd name="connsiteY890" fmla="*/ 1136957 h 6858000"/>
              <a:gd name="connsiteX891" fmla="*/ 4655015 w 7467600"/>
              <a:gd name="connsiteY891" fmla="*/ 891426 h 6858000"/>
              <a:gd name="connsiteX892" fmla="*/ 4348002 w 7467600"/>
              <a:gd name="connsiteY892" fmla="*/ 2205895 h 6858000"/>
              <a:gd name="connsiteX893" fmla="*/ 4262250 w 7467600"/>
              <a:gd name="connsiteY893" fmla="*/ 2219972 h 6858000"/>
              <a:gd name="connsiteX894" fmla="*/ 4550611 w 7467600"/>
              <a:gd name="connsiteY894" fmla="*/ 817540 h 6858000"/>
              <a:gd name="connsiteX895" fmla="*/ 4564418 w 7467600"/>
              <a:gd name="connsiteY895" fmla="*/ 808293 h 6858000"/>
              <a:gd name="connsiteX896" fmla="*/ 4266388 w 7467600"/>
              <a:gd name="connsiteY896" fmla="*/ 500083 h 6858000"/>
              <a:gd name="connsiteX897" fmla="*/ 4032842 w 7467600"/>
              <a:gd name="connsiteY897" fmla="*/ 211809 h 6858000"/>
              <a:gd name="connsiteX898" fmla="*/ 3882765 w 7467600"/>
              <a:gd name="connsiteY898" fmla="*/ 0 h 6858000"/>
              <a:gd name="connsiteX899" fmla="*/ 3721337 w 7467600"/>
              <a:gd name="connsiteY899" fmla="*/ 0 h 6858000"/>
              <a:gd name="connsiteX900" fmla="*/ 3797544 w 7467600"/>
              <a:gd name="connsiteY900" fmla="*/ 0 h 6858000"/>
              <a:gd name="connsiteX901" fmla="*/ 3775734 w 7467600"/>
              <a:gd name="connsiteY901" fmla="*/ 95131 h 6858000"/>
              <a:gd name="connsiteX902" fmla="*/ 3724807 w 7467600"/>
              <a:gd name="connsiteY902" fmla="*/ 272257 h 6858000"/>
              <a:gd name="connsiteX903" fmla="*/ 3726844 w 7467600"/>
              <a:gd name="connsiteY903" fmla="*/ 282988 h 6858000"/>
              <a:gd name="connsiteX904" fmla="*/ 3742664 w 7467600"/>
              <a:gd name="connsiteY904" fmla="*/ 279918 h 6858000"/>
              <a:gd name="connsiteX905" fmla="*/ 4103910 w 7467600"/>
              <a:gd name="connsiteY905" fmla="*/ 1161917 h 6858000"/>
              <a:gd name="connsiteX906" fmla="*/ 4020269 w 7467600"/>
              <a:gd name="connsiteY906" fmla="*/ 1200406 h 6858000"/>
              <a:gd name="connsiteX907" fmla="*/ 3674882 w 7467600"/>
              <a:gd name="connsiteY907" fmla="*/ 488524 h 6858000"/>
              <a:gd name="connsiteX908" fmla="*/ 3132682 w 7467600"/>
              <a:gd name="connsiteY908" fmla="*/ 1072284 h 6858000"/>
              <a:gd name="connsiteX909" fmla="*/ 2716346 w 7467600"/>
              <a:gd name="connsiteY909" fmla="*/ 1276376 h 6858000"/>
              <a:gd name="connsiteX910" fmla="*/ 2716772 w 7467600"/>
              <a:gd name="connsiteY910" fmla="*/ 1255462 h 6858000"/>
              <a:gd name="connsiteX911" fmla="*/ 3471096 w 7467600"/>
              <a:gd name="connsiteY911" fmla="*/ 437072 h 6858000"/>
              <a:gd name="connsiteX912" fmla="*/ 3639057 w 7467600"/>
              <a:gd name="connsiteY912" fmla="*/ 286334 h 6858000"/>
              <a:gd name="connsiteX913" fmla="*/ 3640309 w 7467600"/>
              <a:gd name="connsiteY913" fmla="*/ 284664 h 6858000"/>
              <a:gd name="connsiteX914" fmla="*/ 3646022 w 7467600"/>
              <a:gd name="connsiteY914" fmla="*/ 276711 h 6858000"/>
              <a:gd name="connsiteX915" fmla="*/ 3707943 w 7467600"/>
              <a:gd name="connsiteY915" fmla="*/ 65958 h 6858000"/>
              <a:gd name="connsiteX916" fmla="*/ 3721337 w 7467600"/>
              <a:gd name="connsiteY916" fmla="*/ 0 h 6858000"/>
              <a:gd name="connsiteX917" fmla="*/ 2867960 w 7467600"/>
              <a:gd name="connsiteY917" fmla="*/ 0 h 6858000"/>
              <a:gd name="connsiteX918" fmla="*/ 2926351 w 7467600"/>
              <a:gd name="connsiteY918" fmla="*/ 0 h 6858000"/>
              <a:gd name="connsiteX919" fmla="*/ 2902823 w 7467600"/>
              <a:gd name="connsiteY919" fmla="*/ 262929 h 6858000"/>
              <a:gd name="connsiteX920" fmla="*/ 2940663 w 7467600"/>
              <a:gd name="connsiteY920" fmla="*/ 140884 h 6858000"/>
              <a:gd name="connsiteX921" fmla="*/ 2947039 w 7467600"/>
              <a:gd name="connsiteY921" fmla="*/ 122524 h 6858000"/>
              <a:gd name="connsiteX922" fmla="*/ 2984316 w 7467600"/>
              <a:gd name="connsiteY922" fmla="*/ 0 h 6858000"/>
              <a:gd name="connsiteX923" fmla="*/ 3016114 w 7467600"/>
              <a:gd name="connsiteY923" fmla="*/ 0 h 6858000"/>
              <a:gd name="connsiteX924" fmla="*/ 2979949 w 7467600"/>
              <a:gd name="connsiteY924" fmla="*/ 119274 h 6858000"/>
              <a:gd name="connsiteX925" fmla="*/ 3023879 w 7467600"/>
              <a:gd name="connsiteY925" fmla="*/ 0 h 6858000"/>
              <a:gd name="connsiteX926" fmla="*/ 3105400 w 7467600"/>
              <a:gd name="connsiteY926" fmla="*/ 0 h 6858000"/>
              <a:gd name="connsiteX927" fmla="*/ 3094669 w 7467600"/>
              <a:gd name="connsiteY927" fmla="*/ 30308 h 6858000"/>
              <a:gd name="connsiteX928" fmla="*/ 2901945 w 7467600"/>
              <a:gd name="connsiteY928" fmla="*/ 466538 h 6858000"/>
              <a:gd name="connsiteX929" fmla="*/ 2815209 w 7467600"/>
              <a:gd name="connsiteY929" fmla="*/ 497361 h 6858000"/>
              <a:gd name="connsiteX930" fmla="*/ 2844845 w 7467600"/>
              <a:gd name="connsiteY930" fmla="*/ 127638 h 6858000"/>
              <a:gd name="connsiteX931" fmla="*/ 2867960 w 7467600"/>
              <a:gd name="connsiteY931" fmla="*/ 0 h 6858000"/>
              <a:gd name="connsiteX932" fmla="*/ 1057230 w 7467600"/>
              <a:gd name="connsiteY932" fmla="*/ 0 h 6858000"/>
              <a:gd name="connsiteX933" fmla="*/ 1111003 w 7467600"/>
              <a:gd name="connsiteY933" fmla="*/ 0 h 6858000"/>
              <a:gd name="connsiteX934" fmla="*/ 1125553 w 7467600"/>
              <a:gd name="connsiteY934" fmla="*/ 52588 h 6858000"/>
              <a:gd name="connsiteX935" fmla="*/ 1304276 w 7467600"/>
              <a:gd name="connsiteY935" fmla="*/ 476275 h 6858000"/>
              <a:gd name="connsiteX936" fmla="*/ 1492066 w 7467600"/>
              <a:gd name="connsiteY936" fmla="*/ 886333 h 6858000"/>
              <a:gd name="connsiteX937" fmla="*/ 1423698 w 7467600"/>
              <a:gd name="connsiteY937" fmla="*/ 710817 h 6858000"/>
              <a:gd name="connsiteX938" fmla="*/ 1357609 w 7467600"/>
              <a:gd name="connsiteY938" fmla="*/ 532892 h 6858000"/>
              <a:gd name="connsiteX939" fmla="*/ 1309550 w 7467600"/>
              <a:gd name="connsiteY939" fmla="*/ 374031 h 6858000"/>
              <a:gd name="connsiteX940" fmla="*/ 1193673 w 7467600"/>
              <a:gd name="connsiteY940" fmla="*/ 49533 h 6858000"/>
              <a:gd name="connsiteX941" fmla="*/ 1164391 w 7467600"/>
              <a:gd name="connsiteY941" fmla="*/ 0 h 6858000"/>
              <a:gd name="connsiteX942" fmla="*/ 1200666 w 7467600"/>
              <a:gd name="connsiteY942" fmla="*/ 0 h 6858000"/>
              <a:gd name="connsiteX943" fmla="*/ 1223408 w 7467600"/>
              <a:gd name="connsiteY943" fmla="*/ 38996 h 6858000"/>
              <a:gd name="connsiteX944" fmla="*/ 1339635 w 7467600"/>
              <a:gd name="connsiteY944" fmla="*/ 365517 h 6858000"/>
              <a:gd name="connsiteX945" fmla="*/ 1387469 w 7467600"/>
              <a:gd name="connsiteY945" fmla="*/ 523079 h 6858000"/>
              <a:gd name="connsiteX946" fmla="*/ 1452685 w 7467600"/>
              <a:gd name="connsiteY946" fmla="*/ 699806 h 6858000"/>
              <a:gd name="connsiteX947" fmla="*/ 1492092 w 7467600"/>
              <a:gd name="connsiteY947" fmla="*/ 800424 h 6858000"/>
              <a:gd name="connsiteX948" fmla="*/ 1455302 w 7467600"/>
              <a:gd name="connsiteY948" fmla="*/ 632913 h 6858000"/>
              <a:gd name="connsiteX949" fmla="*/ 1222336 w 7467600"/>
              <a:gd name="connsiteY949" fmla="*/ 9480 h 6858000"/>
              <a:gd name="connsiteX950" fmla="*/ 1214634 w 7467600"/>
              <a:gd name="connsiteY950" fmla="*/ 0 h 6858000"/>
              <a:gd name="connsiteX951" fmla="*/ 1289827 w 7467600"/>
              <a:gd name="connsiteY951" fmla="*/ 0 h 6858000"/>
              <a:gd name="connsiteX952" fmla="*/ 1321076 w 7467600"/>
              <a:gd name="connsiteY952" fmla="*/ 59722 h 6858000"/>
              <a:gd name="connsiteX953" fmla="*/ 1512579 w 7467600"/>
              <a:gd name="connsiteY953" fmla="*/ 626441 h 6858000"/>
              <a:gd name="connsiteX954" fmla="*/ 1506076 w 7467600"/>
              <a:gd name="connsiteY954" fmla="*/ 1089289 h 6858000"/>
              <a:gd name="connsiteX955" fmla="*/ 1486346 w 7467600"/>
              <a:gd name="connsiteY955" fmla="*/ 1079919 h 6858000"/>
              <a:gd name="connsiteX956" fmla="*/ 1070511 w 7467600"/>
              <a:gd name="connsiteY956" fmla="*/ 48609 h 6858000"/>
              <a:gd name="connsiteX957" fmla="*/ 1057230 w 7467600"/>
              <a:gd name="connsiteY957" fmla="*/ 0 h 6858000"/>
              <a:gd name="connsiteX958" fmla="*/ 43151 w 7467600"/>
              <a:gd name="connsiteY958" fmla="*/ 0 h 6858000"/>
              <a:gd name="connsiteX959" fmla="*/ 95283 w 7467600"/>
              <a:gd name="connsiteY959" fmla="*/ 0 h 6858000"/>
              <a:gd name="connsiteX960" fmla="*/ 300708 w 7467600"/>
              <a:gd name="connsiteY960" fmla="*/ 154571 h 6858000"/>
              <a:gd name="connsiteX961" fmla="*/ 530414 w 7467600"/>
              <a:gd name="connsiteY961" fmla="*/ 354673 h 6858000"/>
              <a:gd name="connsiteX962" fmla="*/ 333785 w 7467600"/>
              <a:gd name="connsiteY962" fmla="*/ 161564 h 6858000"/>
              <a:gd name="connsiteX963" fmla="*/ 147005 w 7467600"/>
              <a:gd name="connsiteY963" fmla="*/ 0 h 6858000"/>
              <a:gd name="connsiteX964" fmla="*/ 272509 w 7467600"/>
              <a:gd name="connsiteY964" fmla="*/ 0 h 6858000"/>
              <a:gd name="connsiteX965" fmla="*/ 326276 w 7467600"/>
              <a:gd name="connsiteY965" fmla="*/ 45847 h 6858000"/>
              <a:gd name="connsiteX966" fmla="*/ 823759 w 7467600"/>
              <a:gd name="connsiteY966" fmla="*/ 574145 h 6858000"/>
              <a:gd name="connsiteX967" fmla="*/ 811254 w 7467600"/>
              <a:gd name="connsiteY967" fmla="*/ 665546 h 6858000"/>
              <a:gd name="connsiteX968" fmla="*/ 154042 w 7467600"/>
              <a:gd name="connsiteY968" fmla="*/ 261522 h 6858000"/>
              <a:gd name="connsiteX969" fmla="*/ 13550 w 7467600"/>
              <a:gd name="connsiteY969" fmla="*/ 158423 h 6858000"/>
              <a:gd name="connsiteX970" fmla="*/ 0 w 7467600"/>
              <a:gd name="connsiteY970" fmla="*/ 146618 h 6858000"/>
              <a:gd name="connsiteX971" fmla="*/ 0 w 7467600"/>
              <a:gd name="connsiteY971" fmla="*/ 59161 h 6858000"/>
              <a:gd name="connsiteX972" fmla="*/ 45427 w 7467600"/>
              <a:gd name="connsiteY972" fmla="*/ 101078 h 6858000"/>
              <a:gd name="connsiteX973" fmla="*/ 630103 w 7467600"/>
              <a:gd name="connsiteY973" fmla="*/ 485885 h 6858000"/>
              <a:gd name="connsiteX974" fmla="*/ 532040 w 7467600"/>
              <a:gd name="connsiteY974" fmla="*/ 399359 h 6858000"/>
              <a:gd name="connsiteX975" fmla="*/ 517618 w 7467600"/>
              <a:gd name="connsiteY975" fmla="*/ 385726 h 6858000"/>
              <a:gd name="connsiteX976" fmla="*/ 285074 w 7467600"/>
              <a:gd name="connsiteY976" fmla="*/ 182755 h 6858000"/>
              <a:gd name="connsiteX977" fmla="*/ 43151 w 7467600"/>
              <a:gd name="connsiteY97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6012219 h 6858000"/>
              <a:gd name="connsiteX83" fmla="*/ 6946849 w 7467600"/>
              <a:gd name="connsiteY83" fmla="*/ 5523271 h 6858000"/>
              <a:gd name="connsiteX84" fmla="*/ 6946972 w 7467600"/>
              <a:gd name="connsiteY84" fmla="*/ 5526491 h 6858000"/>
              <a:gd name="connsiteX85" fmla="*/ 7105827 w 7467600"/>
              <a:gd name="connsiteY85" fmla="*/ 5718700 h 6858000"/>
              <a:gd name="connsiteX86" fmla="*/ 7356878 w 7467600"/>
              <a:gd name="connsiteY86" fmla="*/ 5981332 h 6858000"/>
              <a:gd name="connsiteX87" fmla="*/ 7467600 w 7467600"/>
              <a:gd name="connsiteY87" fmla="*/ 6117703 h 6858000"/>
              <a:gd name="connsiteX88" fmla="*/ 7467600 w 7467600"/>
              <a:gd name="connsiteY88" fmla="*/ 6163634 h 6858000"/>
              <a:gd name="connsiteX89" fmla="*/ 7403637 w 7467600"/>
              <a:gd name="connsiteY89" fmla="*/ 6083957 h 6858000"/>
              <a:gd name="connsiteX90" fmla="*/ 7254615 w 7467600"/>
              <a:gd name="connsiteY90" fmla="*/ 5911918 h 6858000"/>
              <a:gd name="connsiteX91" fmla="*/ 7312589 w 7467600"/>
              <a:gd name="connsiteY91" fmla="*/ 5982309 h 6858000"/>
              <a:gd name="connsiteX92" fmla="*/ 7448321 w 7467600"/>
              <a:gd name="connsiteY92" fmla="*/ 6190991 h 6858000"/>
              <a:gd name="connsiteX93" fmla="*/ 7467600 w 7467600"/>
              <a:gd name="connsiteY93" fmla="*/ 6221686 h 6858000"/>
              <a:gd name="connsiteX94" fmla="*/ 7467600 w 7467600"/>
              <a:gd name="connsiteY94" fmla="*/ 6334256 h 6858000"/>
              <a:gd name="connsiteX95" fmla="*/ 7454976 w 7467600"/>
              <a:gd name="connsiteY95" fmla="*/ 6318297 h 6858000"/>
              <a:gd name="connsiteX96" fmla="*/ 7042773 w 7467600"/>
              <a:gd name="connsiteY96" fmla="*/ 5734011 h 6858000"/>
              <a:gd name="connsiteX97" fmla="*/ 6844835 w 7467600"/>
              <a:gd name="connsiteY97" fmla="*/ 5424988 h 6858000"/>
              <a:gd name="connsiteX98" fmla="*/ 1456157 w 7467600"/>
              <a:gd name="connsiteY98" fmla="*/ 5371404 h 6858000"/>
              <a:gd name="connsiteX99" fmla="*/ 1244432 w 7467600"/>
              <a:gd name="connsiteY99" fmla="*/ 5385601 h 6858000"/>
              <a:gd name="connsiteX100" fmla="*/ 973990 w 7467600"/>
              <a:gd name="connsiteY100" fmla="*/ 5424940 h 6858000"/>
              <a:gd name="connsiteX101" fmla="*/ 1103809 w 7467600"/>
              <a:gd name="connsiteY101" fmla="*/ 5433720 h 6858000"/>
              <a:gd name="connsiteX102" fmla="*/ 1123454 w 7467600"/>
              <a:gd name="connsiteY102" fmla="*/ 5435727 h 6858000"/>
              <a:gd name="connsiteX103" fmla="*/ 1737017 w 7467600"/>
              <a:gd name="connsiteY103" fmla="*/ 5452183 h 6858000"/>
              <a:gd name="connsiteX104" fmla="*/ 1824397 w 7467600"/>
              <a:gd name="connsiteY104" fmla="*/ 5447757 h 6858000"/>
              <a:gd name="connsiteX105" fmla="*/ 2070059 w 7467600"/>
              <a:gd name="connsiteY105" fmla="*/ 5441660 h 6858000"/>
              <a:gd name="connsiteX106" fmla="*/ 1456157 w 7467600"/>
              <a:gd name="connsiteY106" fmla="*/ 5371404 h 6858000"/>
              <a:gd name="connsiteX107" fmla="*/ 4988186 w 7467600"/>
              <a:gd name="connsiteY107" fmla="*/ 5216467 h 6858000"/>
              <a:gd name="connsiteX108" fmla="*/ 4777334 w 7467600"/>
              <a:gd name="connsiteY108" fmla="*/ 5406072 h 6858000"/>
              <a:gd name="connsiteX109" fmla="*/ 4718341 w 7467600"/>
              <a:gd name="connsiteY109" fmla="*/ 5468043 h 6858000"/>
              <a:gd name="connsiteX110" fmla="*/ 4604655 w 7467600"/>
              <a:gd name="connsiteY110" fmla="*/ 5583434 h 6858000"/>
              <a:gd name="connsiteX111" fmla="*/ 4565074 w 7467600"/>
              <a:gd name="connsiteY111" fmla="*/ 5618550 h 6858000"/>
              <a:gd name="connsiteX112" fmla="*/ 4988186 w 7467600"/>
              <a:gd name="connsiteY112" fmla="*/ 5216467 h 6858000"/>
              <a:gd name="connsiteX113" fmla="*/ 4978032 w 7467600"/>
              <a:gd name="connsiteY113" fmla="*/ 5183809 h 6858000"/>
              <a:gd name="connsiteX114" fmla="*/ 4463413 w 7467600"/>
              <a:gd name="connsiteY114" fmla="*/ 5615162 h 6858000"/>
              <a:gd name="connsiteX115" fmla="*/ 4358134 w 7467600"/>
              <a:gd name="connsiteY115" fmla="*/ 5742791 h 6858000"/>
              <a:gd name="connsiteX116" fmla="*/ 4376219 w 7467600"/>
              <a:gd name="connsiteY116" fmla="*/ 5729027 h 6858000"/>
              <a:gd name="connsiteX117" fmla="*/ 4582340 w 7467600"/>
              <a:gd name="connsiteY117" fmla="*/ 5561037 h 6858000"/>
              <a:gd name="connsiteX118" fmla="*/ 4694684 w 7467600"/>
              <a:gd name="connsiteY118" fmla="*/ 5447098 h 6858000"/>
              <a:gd name="connsiteX119" fmla="*/ 4754123 w 7467600"/>
              <a:gd name="connsiteY119" fmla="*/ 5384643 h 6858000"/>
              <a:gd name="connsiteX120" fmla="*/ 4978032 w 7467600"/>
              <a:gd name="connsiteY120" fmla="*/ 5183809 h 6858000"/>
              <a:gd name="connsiteX121" fmla="*/ 1903353 w 7467600"/>
              <a:gd name="connsiteY121" fmla="*/ 5044827 h 6858000"/>
              <a:gd name="connsiteX122" fmla="*/ 1936931 w 7467600"/>
              <a:gd name="connsiteY122" fmla="*/ 5093954 h 6858000"/>
              <a:gd name="connsiteX123" fmla="*/ 2195868 w 7467600"/>
              <a:gd name="connsiteY123" fmla="*/ 5396574 h 6858000"/>
              <a:gd name="connsiteX124" fmla="*/ 2088852 w 7467600"/>
              <a:gd name="connsiteY124" fmla="*/ 5166123 h 6858000"/>
              <a:gd name="connsiteX125" fmla="*/ 1958241 w 7467600"/>
              <a:gd name="connsiteY125" fmla="*/ 5067955 h 6858000"/>
              <a:gd name="connsiteX126" fmla="*/ 1903353 w 7467600"/>
              <a:gd name="connsiteY126" fmla="*/ 5044827 h 6858000"/>
              <a:gd name="connsiteX127" fmla="*/ 1979378 w 7467600"/>
              <a:gd name="connsiteY127" fmla="*/ 4769504 h 6858000"/>
              <a:gd name="connsiteX128" fmla="*/ 2882120 w 7467600"/>
              <a:gd name="connsiteY128" fmla="*/ 5064547 h 6858000"/>
              <a:gd name="connsiteX129" fmla="*/ 2793103 w 7467600"/>
              <a:gd name="connsiteY129" fmla="*/ 5039699 h 6858000"/>
              <a:gd name="connsiteX130" fmla="*/ 2770041 w 7467600"/>
              <a:gd name="connsiteY130" fmla="*/ 5033634 h 6858000"/>
              <a:gd name="connsiteX131" fmla="*/ 1979378 w 7467600"/>
              <a:gd name="connsiteY131" fmla="*/ 4769504 h 6858000"/>
              <a:gd name="connsiteX132" fmla="*/ 1927410 w 7467600"/>
              <a:gd name="connsiteY132" fmla="*/ 4716164 h 6858000"/>
              <a:gd name="connsiteX133" fmla="*/ 1959587 w 7467600"/>
              <a:gd name="connsiteY133" fmla="*/ 4728849 h 6858000"/>
              <a:gd name="connsiteX134" fmla="*/ 2777707 w 7467600"/>
              <a:gd name="connsiteY134" fmla="*/ 5003991 h 6858000"/>
              <a:gd name="connsiteX135" fmla="*/ 2800768 w 7467600"/>
              <a:gd name="connsiteY135" fmla="*/ 5010056 h 6858000"/>
              <a:gd name="connsiteX136" fmla="*/ 2879408 w 7467600"/>
              <a:gd name="connsiteY136" fmla="*/ 5031590 h 6858000"/>
              <a:gd name="connsiteX137" fmla="*/ 2862295 w 7467600"/>
              <a:gd name="connsiteY137" fmla="*/ 5022958 h 6858000"/>
              <a:gd name="connsiteX138" fmla="*/ 2813343 w 7467600"/>
              <a:gd name="connsiteY138" fmla="*/ 4998369 h 6858000"/>
              <a:gd name="connsiteX139" fmla="*/ 2646245 w 7467600"/>
              <a:gd name="connsiteY139" fmla="*/ 4930999 h 6858000"/>
              <a:gd name="connsiteX140" fmla="*/ 1999243 w 7467600"/>
              <a:gd name="connsiteY140" fmla="*/ 4730524 h 6858000"/>
              <a:gd name="connsiteX141" fmla="*/ 1979527 w 7467600"/>
              <a:gd name="connsiteY141" fmla="*/ 4726651 h 6858000"/>
              <a:gd name="connsiteX142" fmla="*/ 1927410 w 7467600"/>
              <a:gd name="connsiteY142" fmla="*/ 4716164 h 6858000"/>
              <a:gd name="connsiteX143" fmla="*/ 1997014 w 7467600"/>
              <a:gd name="connsiteY143" fmla="*/ 4698007 h 6858000"/>
              <a:gd name="connsiteX144" fmla="*/ 2005458 w 7467600"/>
              <a:gd name="connsiteY144" fmla="*/ 4699540 h 6858000"/>
              <a:gd name="connsiteX145" fmla="*/ 2657186 w 7467600"/>
              <a:gd name="connsiteY145" fmla="*/ 4901687 h 6858000"/>
              <a:gd name="connsiteX146" fmla="*/ 2826662 w 7467600"/>
              <a:gd name="connsiteY146" fmla="*/ 4970362 h 6858000"/>
              <a:gd name="connsiteX147" fmla="*/ 2876100 w 7467600"/>
              <a:gd name="connsiteY147" fmla="*/ 4995397 h 6858000"/>
              <a:gd name="connsiteX148" fmla="*/ 3042600 w 7467600"/>
              <a:gd name="connsiteY148" fmla="*/ 5059532 h 6858000"/>
              <a:gd name="connsiteX149" fmla="*/ 1997014 w 7467600"/>
              <a:gd name="connsiteY149" fmla="*/ 4698007 h 6858000"/>
              <a:gd name="connsiteX150" fmla="*/ 2305292 w 7467600"/>
              <a:gd name="connsiteY150" fmla="*/ 4219492 h 6858000"/>
              <a:gd name="connsiteX151" fmla="*/ 3360922 w 7467600"/>
              <a:gd name="connsiteY151" fmla="*/ 4529373 h 6858000"/>
              <a:gd name="connsiteX152" fmla="*/ 3492420 w 7467600"/>
              <a:gd name="connsiteY152" fmla="*/ 4510145 h 6858000"/>
              <a:gd name="connsiteX153" fmla="*/ 3364086 w 7467600"/>
              <a:gd name="connsiteY153" fmla="*/ 4480340 h 6858000"/>
              <a:gd name="connsiteX154" fmla="*/ 3225818 w 7467600"/>
              <a:gd name="connsiteY154" fmla="*/ 4411822 h 6858000"/>
              <a:gd name="connsiteX155" fmla="*/ 3129696 w 7467600"/>
              <a:gd name="connsiteY155" fmla="*/ 4360704 h 6858000"/>
              <a:gd name="connsiteX156" fmla="*/ 2814545 w 7467600"/>
              <a:gd name="connsiteY156" fmla="*/ 4282955 h 6858000"/>
              <a:gd name="connsiteX157" fmla="*/ 2305292 w 7467600"/>
              <a:gd name="connsiteY157" fmla="*/ 4219492 h 6858000"/>
              <a:gd name="connsiteX158" fmla="*/ 2626982 w 7467600"/>
              <a:gd name="connsiteY158" fmla="*/ 4206450 h 6858000"/>
              <a:gd name="connsiteX159" fmla="*/ 2490617 w 7467600"/>
              <a:gd name="connsiteY159" fmla="*/ 4206951 h 6858000"/>
              <a:gd name="connsiteX160" fmla="*/ 2819869 w 7467600"/>
              <a:gd name="connsiteY160" fmla="*/ 4252936 h 6858000"/>
              <a:gd name="connsiteX161" fmla="*/ 3143018 w 7467600"/>
              <a:gd name="connsiteY161" fmla="*/ 4332698 h 6858000"/>
              <a:gd name="connsiteX162" fmla="*/ 3241520 w 7467600"/>
              <a:gd name="connsiteY162" fmla="*/ 4385112 h 6858000"/>
              <a:gd name="connsiteX163" fmla="*/ 3374575 w 7467600"/>
              <a:gd name="connsiteY163" fmla="*/ 4451517 h 6858000"/>
              <a:gd name="connsiteX164" fmla="*/ 3505221 w 7467600"/>
              <a:gd name="connsiteY164" fmla="*/ 4480757 h 6858000"/>
              <a:gd name="connsiteX165" fmla="*/ 2626982 w 7467600"/>
              <a:gd name="connsiteY165" fmla="*/ 4206450 h 6858000"/>
              <a:gd name="connsiteX166" fmla="*/ 1310106 w 7467600"/>
              <a:gd name="connsiteY166" fmla="*/ 3943217 h 6858000"/>
              <a:gd name="connsiteX167" fmla="*/ 854994 w 7467600"/>
              <a:gd name="connsiteY167" fmla="*/ 4399136 h 6858000"/>
              <a:gd name="connsiteX168" fmla="*/ 742462 w 7467600"/>
              <a:gd name="connsiteY168" fmla="*/ 4594648 h 6858000"/>
              <a:gd name="connsiteX169" fmla="*/ 820602 w 7467600"/>
              <a:gd name="connsiteY169" fmla="*/ 4485915 h 6858000"/>
              <a:gd name="connsiteX170" fmla="*/ 878295 w 7467600"/>
              <a:gd name="connsiteY170" fmla="*/ 4403594 h 6858000"/>
              <a:gd name="connsiteX171" fmla="*/ 1240607 w 7467600"/>
              <a:gd name="connsiteY171" fmla="*/ 4010401 h 6858000"/>
              <a:gd name="connsiteX172" fmla="*/ 1310106 w 7467600"/>
              <a:gd name="connsiteY172" fmla="*/ 3943217 h 6858000"/>
              <a:gd name="connsiteX173" fmla="*/ 1423113 w 7467600"/>
              <a:gd name="connsiteY173" fmla="*/ 3874565 h 6858000"/>
              <a:gd name="connsiteX174" fmla="*/ 1260565 w 7467600"/>
              <a:gd name="connsiteY174" fmla="*/ 4031982 h 6858000"/>
              <a:gd name="connsiteX175" fmla="*/ 901900 w 7467600"/>
              <a:gd name="connsiteY175" fmla="*/ 4421236 h 6858000"/>
              <a:gd name="connsiteX176" fmla="*/ 845044 w 7467600"/>
              <a:gd name="connsiteY176" fmla="*/ 4502436 h 6858000"/>
              <a:gd name="connsiteX177" fmla="*/ 685926 w 7467600"/>
              <a:gd name="connsiteY177" fmla="*/ 4703069 h 6858000"/>
              <a:gd name="connsiteX178" fmla="*/ 684248 w 7467600"/>
              <a:gd name="connsiteY178" fmla="*/ 4706721 h 6858000"/>
              <a:gd name="connsiteX179" fmla="*/ 1423113 w 7467600"/>
              <a:gd name="connsiteY179" fmla="*/ 3874565 h 6858000"/>
              <a:gd name="connsiteX180" fmla="*/ 3316479 w 7467600"/>
              <a:gd name="connsiteY180" fmla="*/ 3872136 h 6858000"/>
              <a:gd name="connsiteX181" fmla="*/ 3546806 w 7467600"/>
              <a:gd name="connsiteY181" fmla="*/ 4356139 h 6858000"/>
              <a:gd name="connsiteX182" fmla="*/ 3364433 w 7467600"/>
              <a:gd name="connsiteY182" fmla="*/ 3953121 h 6858000"/>
              <a:gd name="connsiteX183" fmla="*/ 3316479 w 7467600"/>
              <a:gd name="connsiteY183" fmla="*/ 3872136 h 6858000"/>
              <a:gd name="connsiteX184" fmla="*/ 3291335 w 7467600"/>
              <a:gd name="connsiteY184" fmla="*/ 3767420 h 6858000"/>
              <a:gd name="connsiteX185" fmla="*/ 3390805 w 7467600"/>
              <a:gd name="connsiteY185" fmla="*/ 3937163 h 6858000"/>
              <a:gd name="connsiteX186" fmla="*/ 3579062 w 7467600"/>
              <a:gd name="connsiteY186" fmla="*/ 4359040 h 6858000"/>
              <a:gd name="connsiteX187" fmla="*/ 3467355 w 7467600"/>
              <a:gd name="connsiteY187" fmla="*/ 3988130 h 6858000"/>
              <a:gd name="connsiteX188" fmla="*/ 3310753 w 7467600"/>
              <a:gd name="connsiteY188" fmla="*/ 3787140 h 6858000"/>
              <a:gd name="connsiteX189" fmla="*/ 3291335 w 7467600"/>
              <a:gd name="connsiteY189" fmla="*/ 3767420 h 6858000"/>
              <a:gd name="connsiteX190" fmla="*/ 1635889 w 7467600"/>
              <a:gd name="connsiteY190" fmla="*/ 3709494 h 6858000"/>
              <a:gd name="connsiteX191" fmla="*/ 1634800 w 7467600"/>
              <a:gd name="connsiteY191" fmla="*/ 3731111 h 6858000"/>
              <a:gd name="connsiteX192" fmla="*/ 1635889 w 7467600"/>
              <a:gd name="connsiteY192" fmla="*/ 3709494 h 6858000"/>
              <a:gd name="connsiteX193" fmla="*/ 1510397 w 7467600"/>
              <a:gd name="connsiteY193" fmla="*/ 3684705 h 6858000"/>
              <a:gd name="connsiteX194" fmla="*/ 1146550 w 7467600"/>
              <a:gd name="connsiteY194" fmla="*/ 3802012 h 6858000"/>
              <a:gd name="connsiteX195" fmla="*/ 698834 w 7467600"/>
              <a:gd name="connsiteY195" fmla="*/ 3952272 h 6858000"/>
              <a:gd name="connsiteX196" fmla="*/ 34256 w 7467600"/>
              <a:gd name="connsiteY196" fmla="*/ 4347603 h 6858000"/>
              <a:gd name="connsiteX197" fmla="*/ 527241 w 7467600"/>
              <a:gd name="connsiteY197" fmla="*/ 4065078 h 6858000"/>
              <a:gd name="connsiteX198" fmla="*/ 1510397 w 7467600"/>
              <a:gd name="connsiteY198" fmla="*/ 3684705 h 6858000"/>
              <a:gd name="connsiteX199" fmla="*/ 1313114 w 7467600"/>
              <a:gd name="connsiteY199" fmla="*/ 3655216 h 6858000"/>
              <a:gd name="connsiteX200" fmla="*/ 1109304 w 7467600"/>
              <a:gd name="connsiteY200" fmla="*/ 3669030 h 6858000"/>
              <a:gd name="connsiteX201" fmla="*/ 8129 w 7467600"/>
              <a:gd name="connsiteY201" fmla="*/ 4330519 h 6858000"/>
              <a:gd name="connsiteX202" fmla="*/ 687572 w 7467600"/>
              <a:gd name="connsiteY202" fmla="*/ 3925629 h 6858000"/>
              <a:gd name="connsiteX203" fmla="*/ 1138365 w 7467600"/>
              <a:gd name="connsiteY203" fmla="*/ 3774515 h 6858000"/>
              <a:gd name="connsiteX204" fmla="*/ 1505579 w 7467600"/>
              <a:gd name="connsiteY204" fmla="*/ 3655526 h 6858000"/>
              <a:gd name="connsiteX205" fmla="*/ 1313114 w 7467600"/>
              <a:gd name="connsiteY205" fmla="*/ 3655216 h 6858000"/>
              <a:gd name="connsiteX206" fmla="*/ 3655073 w 7467600"/>
              <a:gd name="connsiteY206" fmla="*/ 3650884 h 6858000"/>
              <a:gd name="connsiteX207" fmla="*/ 3989938 w 7467600"/>
              <a:gd name="connsiteY207" fmla="*/ 3991685 h 6858000"/>
              <a:gd name="connsiteX208" fmla="*/ 4393907 w 7467600"/>
              <a:gd name="connsiteY208" fmla="*/ 4261258 h 6858000"/>
              <a:gd name="connsiteX209" fmla="*/ 4648051 w 7467600"/>
              <a:gd name="connsiteY209" fmla="*/ 4374051 h 6858000"/>
              <a:gd name="connsiteX210" fmla="*/ 4383389 w 7467600"/>
              <a:gd name="connsiteY210" fmla="*/ 4184369 h 6858000"/>
              <a:gd name="connsiteX211" fmla="*/ 4165508 w 7467600"/>
              <a:gd name="connsiteY211" fmla="*/ 4035196 h 6858000"/>
              <a:gd name="connsiteX212" fmla="*/ 4068162 w 7467600"/>
              <a:gd name="connsiteY212" fmla="*/ 3953394 h 6858000"/>
              <a:gd name="connsiteX213" fmla="*/ 3981416 w 7467600"/>
              <a:gd name="connsiteY213" fmla="*/ 3880482 h 6858000"/>
              <a:gd name="connsiteX214" fmla="*/ 3800147 w 7467600"/>
              <a:gd name="connsiteY214" fmla="*/ 3749872 h 6858000"/>
              <a:gd name="connsiteX215" fmla="*/ 3655073 w 7467600"/>
              <a:gd name="connsiteY215" fmla="*/ 3650884 h 6858000"/>
              <a:gd name="connsiteX216" fmla="*/ 3670252 w 7467600"/>
              <a:gd name="connsiteY216" fmla="*/ 3622798 h 6858000"/>
              <a:gd name="connsiteX217" fmla="*/ 3817258 w 7467600"/>
              <a:gd name="connsiteY217" fmla="*/ 3723577 h 6858000"/>
              <a:gd name="connsiteX218" fmla="*/ 4000461 w 7467600"/>
              <a:gd name="connsiteY218" fmla="*/ 3855966 h 6858000"/>
              <a:gd name="connsiteX219" fmla="*/ 4088180 w 7467600"/>
              <a:gd name="connsiteY219" fmla="*/ 3929774 h 6858000"/>
              <a:gd name="connsiteX220" fmla="*/ 4184555 w 7467600"/>
              <a:gd name="connsiteY220" fmla="*/ 4010683 h 6858000"/>
              <a:gd name="connsiteX221" fmla="*/ 4399563 w 7467600"/>
              <a:gd name="connsiteY221" fmla="*/ 4158106 h 6858000"/>
              <a:gd name="connsiteX222" fmla="*/ 4684469 w 7467600"/>
              <a:gd name="connsiteY222" fmla="*/ 4364680 h 6858000"/>
              <a:gd name="connsiteX223" fmla="*/ 4690271 w 7467600"/>
              <a:gd name="connsiteY223" fmla="*/ 4370034 h 6858000"/>
              <a:gd name="connsiteX224" fmla="*/ 4136093 w 7467600"/>
              <a:gd name="connsiteY224" fmla="*/ 3858466 h 6858000"/>
              <a:gd name="connsiteX225" fmla="*/ 3670252 w 7467600"/>
              <a:gd name="connsiteY225" fmla="*/ 3622798 h 6858000"/>
              <a:gd name="connsiteX226" fmla="*/ 4440129 w 7467600"/>
              <a:gd name="connsiteY226" fmla="*/ 3448571 h 6858000"/>
              <a:gd name="connsiteX227" fmla="*/ 4856525 w 7467600"/>
              <a:gd name="connsiteY227" fmla="*/ 3915351 h 6858000"/>
              <a:gd name="connsiteX228" fmla="*/ 5059055 w 7467600"/>
              <a:gd name="connsiteY228" fmla="*/ 4108918 h 6858000"/>
              <a:gd name="connsiteX229" fmla="*/ 5290070 w 7467600"/>
              <a:gd name="connsiteY229" fmla="*/ 4263619 h 6858000"/>
              <a:gd name="connsiteX230" fmla="*/ 4834991 w 7467600"/>
              <a:gd name="connsiteY230" fmla="*/ 3830985 h 6858000"/>
              <a:gd name="connsiteX231" fmla="*/ 4440129 w 7467600"/>
              <a:gd name="connsiteY231" fmla="*/ 3448571 h 6858000"/>
              <a:gd name="connsiteX232" fmla="*/ 4441737 w 7467600"/>
              <a:gd name="connsiteY232" fmla="*/ 3399734 h 6858000"/>
              <a:gd name="connsiteX233" fmla="*/ 4431236 w 7467600"/>
              <a:gd name="connsiteY233" fmla="*/ 3400954 h 6858000"/>
              <a:gd name="connsiteX234" fmla="*/ 4557150 w 7467600"/>
              <a:gd name="connsiteY234" fmla="*/ 3510023 h 6858000"/>
              <a:gd name="connsiteX235" fmla="*/ 4856936 w 7467600"/>
              <a:gd name="connsiteY235" fmla="*/ 3809146 h 6858000"/>
              <a:gd name="connsiteX236" fmla="*/ 5111996 w 7467600"/>
              <a:gd name="connsiteY236" fmla="*/ 4065759 h 6858000"/>
              <a:gd name="connsiteX237" fmla="*/ 5388878 w 7467600"/>
              <a:gd name="connsiteY237" fmla="*/ 4300185 h 6858000"/>
              <a:gd name="connsiteX238" fmla="*/ 5425556 w 7467600"/>
              <a:gd name="connsiteY238" fmla="*/ 4308967 h 6858000"/>
              <a:gd name="connsiteX239" fmla="*/ 4943646 w 7467600"/>
              <a:gd name="connsiteY239" fmla="*/ 3822916 h 6858000"/>
              <a:gd name="connsiteX240" fmla="*/ 4594837 w 7467600"/>
              <a:gd name="connsiteY240" fmla="*/ 3532274 h 6858000"/>
              <a:gd name="connsiteX241" fmla="*/ 4441737 w 7467600"/>
              <a:gd name="connsiteY241" fmla="*/ 3399734 h 6858000"/>
              <a:gd name="connsiteX242" fmla="*/ 5425834 w 7467600"/>
              <a:gd name="connsiteY242" fmla="*/ 3162785 h 6858000"/>
              <a:gd name="connsiteX243" fmla="*/ 5401644 w 7467600"/>
              <a:gd name="connsiteY243" fmla="*/ 3617847 h 6858000"/>
              <a:gd name="connsiteX244" fmla="*/ 5467256 w 7467600"/>
              <a:gd name="connsiteY244" fmla="*/ 4175494 h 6858000"/>
              <a:gd name="connsiteX245" fmla="*/ 5448069 w 7467600"/>
              <a:gd name="connsiteY245" fmla="*/ 3567554 h 6858000"/>
              <a:gd name="connsiteX246" fmla="*/ 5425834 w 7467600"/>
              <a:gd name="connsiteY246" fmla="*/ 3162785 h 6858000"/>
              <a:gd name="connsiteX247" fmla="*/ 1318687 w 7467600"/>
              <a:gd name="connsiteY247" fmla="*/ 3113840 h 6858000"/>
              <a:gd name="connsiteX248" fmla="*/ 1066793 w 7467600"/>
              <a:gd name="connsiteY248" fmla="*/ 3212171 h 6858000"/>
              <a:gd name="connsiteX249" fmla="*/ 993319 w 7467600"/>
              <a:gd name="connsiteY249" fmla="*/ 3247648 h 6858000"/>
              <a:gd name="connsiteX250" fmla="*/ 853081 w 7467600"/>
              <a:gd name="connsiteY250" fmla="*/ 3312410 h 6858000"/>
              <a:gd name="connsiteX251" fmla="*/ 805957 w 7467600"/>
              <a:gd name="connsiteY251" fmla="*/ 3330443 h 6858000"/>
              <a:gd name="connsiteX252" fmla="*/ 1318687 w 7467600"/>
              <a:gd name="connsiteY252" fmla="*/ 3113840 h 6858000"/>
              <a:gd name="connsiteX253" fmla="*/ 5453702 w 7467600"/>
              <a:gd name="connsiteY253" fmla="*/ 3090882 h 6858000"/>
              <a:gd name="connsiteX254" fmla="*/ 5480135 w 7467600"/>
              <a:gd name="connsiteY254" fmla="*/ 3565802 h 6858000"/>
              <a:gd name="connsiteX255" fmla="*/ 5499023 w 7467600"/>
              <a:gd name="connsiteY255" fmla="*/ 4166310 h 6858000"/>
              <a:gd name="connsiteX256" fmla="*/ 5547022 w 7467600"/>
              <a:gd name="connsiteY256" fmla="*/ 3607838 h 6858000"/>
              <a:gd name="connsiteX257" fmla="*/ 5515964 w 7467600"/>
              <a:gd name="connsiteY257" fmla="*/ 3378541 h 6858000"/>
              <a:gd name="connsiteX258" fmla="*/ 5453702 w 7467600"/>
              <a:gd name="connsiteY258" fmla="*/ 3090882 h 6858000"/>
              <a:gd name="connsiteX259" fmla="*/ 1238695 w 7467600"/>
              <a:gd name="connsiteY259" fmla="*/ 3076820 h 6858000"/>
              <a:gd name="connsiteX260" fmla="*/ 716371 w 7467600"/>
              <a:gd name="connsiteY260" fmla="*/ 3293249 h 6858000"/>
              <a:gd name="connsiteX261" fmla="*/ 579522 w 7467600"/>
              <a:gd name="connsiteY261" fmla="*/ 3371759 h 6858000"/>
              <a:gd name="connsiteX262" fmla="*/ 600288 w 7467600"/>
              <a:gd name="connsiteY262" fmla="*/ 3365555 h 6858000"/>
              <a:gd name="connsiteX263" fmla="*/ 840692 w 7467600"/>
              <a:gd name="connsiteY263" fmla="*/ 3284921 h 6858000"/>
              <a:gd name="connsiteX264" fmla="*/ 979248 w 7467600"/>
              <a:gd name="connsiteY264" fmla="*/ 3221003 h 6858000"/>
              <a:gd name="connsiteX265" fmla="*/ 1053282 w 7467600"/>
              <a:gd name="connsiteY265" fmla="*/ 3185247 h 6858000"/>
              <a:gd name="connsiteX266" fmla="*/ 1320603 w 7467600"/>
              <a:gd name="connsiteY266" fmla="*/ 3081281 h 6858000"/>
              <a:gd name="connsiteX267" fmla="*/ 1238695 w 7467600"/>
              <a:gd name="connsiteY267" fmla="*/ 3076820 h 6858000"/>
              <a:gd name="connsiteX268" fmla="*/ 5425627 w 7467600"/>
              <a:gd name="connsiteY268" fmla="*/ 2954192 h 6858000"/>
              <a:gd name="connsiteX269" fmla="*/ 5470770 w 7467600"/>
              <a:gd name="connsiteY269" fmla="*/ 3005435 h 6858000"/>
              <a:gd name="connsiteX270" fmla="*/ 5519779 w 7467600"/>
              <a:gd name="connsiteY270" fmla="*/ 4359223 h 6858000"/>
              <a:gd name="connsiteX271" fmla="*/ 5520293 w 7467600"/>
              <a:gd name="connsiteY271" fmla="*/ 4360602 h 6858000"/>
              <a:gd name="connsiteX272" fmla="*/ 5767221 w 7467600"/>
              <a:gd name="connsiteY272" fmla="*/ 4665564 h 6858000"/>
              <a:gd name="connsiteX273" fmla="*/ 6937169 w 7467600"/>
              <a:gd name="connsiteY273" fmla="*/ 4815941 h 6858000"/>
              <a:gd name="connsiteX274" fmla="*/ 6953922 w 7467600"/>
              <a:gd name="connsiteY274" fmla="*/ 4890068 h 6858000"/>
              <a:gd name="connsiteX275" fmla="*/ 6071359 w 7467600"/>
              <a:gd name="connsiteY275" fmla="*/ 4770770 h 6858000"/>
              <a:gd name="connsiteX276" fmla="*/ 6038839 w 7467600"/>
              <a:gd name="connsiteY276" fmla="*/ 4764474 h 6858000"/>
              <a:gd name="connsiteX277" fmla="*/ 6038706 w 7467600"/>
              <a:gd name="connsiteY277" fmla="*/ 4763847 h 6858000"/>
              <a:gd name="connsiteX278" fmla="*/ 6037784 w 7467600"/>
              <a:gd name="connsiteY278" fmla="*/ 4764270 h 6858000"/>
              <a:gd name="connsiteX279" fmla="*/ 6038839 w 7467600"/>
              <a:gd name="connsiteY279" fmla="*/ 4764474 h 6858000"/>
              <a:gd name="connsiteX280" fmla="*/ 6040338 w 7467600"/>
              <a:gd name="connsiteY280" fmla="*/ 4771418 h 6858000"/>
              <a:gd name="connsiteX281" fmla="*/ 6024488 w 7467600"/>
              <a:gd name="connsiteY281" fmla="*/ 4809903 h 6858000"/>
              <a:gd name="connsiteX282" fmla="*/ 5599771 w 7467600"/>
              <a:gd name="connsiteY282" fmla="*/ 5509652 h 6858000"/>
              <a:gd name="connsiteX283" fmla="*/ 5548843 w 7467600"/>
              <a:gd name="connsiteY283" fmla="*/ 5563845 h 6858000"/>
              <a:gd name="connsiteX284" fmla="*/ 5940952 w 7467600"/>
              <a:gd name="connsiteY284" fmla="*/ 6250028 h 6858000"/>
              <a:gd name="connsiteX285" fmla="*/ 6043441 w 7467600"/>
              <a:gd name="connsiteY285" fmla="*/ 6665847 h 6858000"/>
              <a:gd name="connsiteX286" fmla="*/ 6093432 w 7467600"/>
              <a:gd name="connsiteY286" fmla="*/ 6858000 h 6858000"/>
              <a:gd name="connsiteX287" fmla="*/ 6034344 w 7467600"/>
              <a:gd name="connsiteY287" fmla="*/ 6858000 h 6858000"/>
              <a:gd name="connsiteX288" fmla="*/ 6026679 w 7467600"/>
              <a:gd name="connsiteY288" fmla="*/ 6836959 h 6858000"/>
              <a:gd name="connsiteX289" fmla="*/ 5800441 w 7467600"/>
              <a:gd name="connsiteY289" fmla="*/ 6335286 h 6858000"/>
              <a:gd name="connsiteX290" fmla="*/ 5526562 w 7467600"/>
              <a:gd name="connsiteY290" fmla="*/ 5705388 h 6858000"/>
              <a:gd name="connsiteX291" fmla="*/ 5519640 w 7467600"/>
              <a:gd name="connsiteY291" fmla="*/ 5683774 h 6858000"/>
              <a:gd name="connsiteX292" fmla="*/ 5844559 w 7467600"/>
              <a:gd name="connsiteY292" fmla="*/ 6553349 h 6858000"/>
              <a:gd name="connsiteX293" fmla="*/ 5975994 w 7467600"/>
              <a:gd name="connsiteY293" fmla="*/ 6858000 h 6858000"/>
              <a:gd name="connsiteX294" fmla="*/ 5898547 w 7467600"/>
              <a:gd name="connsiteY294" fmla="*/ 6858000 h 6858000"/>
              <a:gd name="connsiteX295" fmla="*/ 5682041 w 7467600"/>
              <a:gd name="connsiteY295" fmla="*/ 6355860 h 6858000"/>
              <a:gd name="connsiteX296" fmla="*/ 5461758 w 7467600"/>
              <a:gd name="connsiteY296" fmla="*/ 5820220 h 6858000"/>
              <a:gd name="connsiteX297" fmla="*/ 5237282 w 7467600"/>
              <a:gd name="connsiteY297" fmla="*/ 6579086 h 6858000"/>
              <a:gd name="connsiteX298" fmla="*/ 5115009 w 7467600"/>
              <a:gd name="connsiteY298" fmla="*/ 6858000 h 6858000"/>
              <a:gd name="connsiteX299" fmla="*/ 5028074 w 7467600"/>
              <a:gd name="connsiteY299" fmla="*/ 6858000 h 6858000"/>
              <a:gd name="connsiteX300" fmla="*/ 5079508 w 7467600"/>
              <a:gd name="connsiteY300" fmla="*/ 6749074 h 6858000"/>
              <a:gd name="connsiteX301" fmla="*/ 5371846 w 7467600"/>
              <a:gd name="connsiteY301" fmla="*/ 5924413 h 6858000"/>
              <a:gd name="connsiteX302" fmla="*/ 5270512 w 7467600"/>
              <a:gd name="connsiteY302" fmla="*/ 6138975 h 6858000"/>
              <a:gd name="connsiteX303" fmla="*/ 5062409 w 7467600"/>
              <a:gd name="connsiteY303" fmla="*/ 6653544 h 6858000"/>
              <a:gd name="connsiteX304" fmla="*/ 5036628 w 7467600"/>
              <a:gd name="connsiteY304" fmla="*/ 6754247 h 6858000"/>
              <a:gd name="connsiteX305" fmla="*/ 5009112 w 7467600"/>
              <a:gd name="connsiteY305" fmla="*/ 6858000 h 6858000"/>
              <a:gd name="connsiteX306" fmla="*/ 4976679 w 7467600"/>
              <a:gd name="connsiteY306" fmla="*/ 6858000 h 6858000"/>
              <a:gd name="connsiteX307" fmla="*/ 5006537 w 7467600"/>
              <a:gd name="connsiteY307" fmla="*/ 6747068 h 6858000"/>
              <a:gd name="connsiteX308" fmla="*/ 5032723 w 7467600"/>
              <a:gd name="connsiteY308" fmla="*/ 6644957 h 6858000"/>
              <a:gd name="connsiteX309" fmla="*/ 5242949 w 7467600"/>
              <a:gd name="connsiteY309" fmla="*/ 6125175 h 6858000"/>
              <a:gd name="connsiteX310" fmla="*/ 5286321 w 7467600"/>
              <a:gd name="connsiteY310" fmla="*/ 6033555 h 6858000"/>
              <a:gd name="connsiteX311" fmla="*/ 5008210 w 7467600"/>
              <a:gd name="connsiteY311" fmla="*/ 6649194 h 6858000"/>
              <a:gd name="connsiteX312" fmla="*/ 4986321 w 7467600"/>
              <a:gd name="connsiteY312" fmla="*/ 6765687 h 6858000"/>
              <a:gd name="connsiteX313" fmla="*/ 4973474 w 7467600"/>
              <a:gd name="connsiteY313" fmla="*/ 6858000 h 6858000"/>
              <a:gd name="connsiteX314" fmla="*/ 4907178 w 7467600"/>
              <a:gd name="connsiteY314" fmla="*/ 6858000 h 6858000"/>
              <a:gd name="connsiteX315" fmla="*/ 4910810 w 7467600"/>
              <a:gd name="connsiteY315" fmla="*/ 6829660 h 6858000"/>
              <a:gd name="connsiteX316" fmla="*/ 4987461 w 7467600"/>
              <a:gd name="connsiteY316" fmla="*/ 6432994 h 6858000"/>
              <a:gd name="connsiteX317" fmla="*/ 5179262 w 7467600"/>
              <a:gd name="connsiteY317" fmla="*/ 6035044 h 6858000"/>
              <a:gd name="connsiteX318" fmla="*/ 4689678 w 7467600"/>
              <a:gd name="connsiteY318" fmla="*/ 6440241 h 6858000"/>
              <a:gd name="connsiteX319" fmla="*/ 4477543 w 7467600"/>
              <a:gd name="connsiteY319" fmla="*/ 6674836 h 6858000"/>
              <a:gd name="connsiteX320" fmla="*/ 4329957 w 7467600"/>
              <a:gd name="connsiteY320" fmla="*/ 6858000 h 6858000"/>
              <a:gd name="connsiteX321" fmla="*/ 4218595 w 7467600"/>
              <a:gd name="connsiteY321" fmla="*/ 6858000 h 6858000"/>
              <a:gd name="connsiteX322" fmla="*/ 4368888 w 7467600"/>
              <a:gd name="connsiteY322" fmla="*/ 6668412 h 6858000"/>
              <a:gd name="connsiteX323" fmla="*/ 4563091 w 7467600"/>
              <a:gd name="connsiteY323" fmla="*/ 6442508 h 6858000"/>
              <a:gd name="connsiteX324" fmla="*/ 5387324 w 7467600"/>
              <a:gd name="connsiteY324" fmla="*/ 5705830 h 6858000"/>
              <a:gd name="connsiteX325" fmla="*/ 5073620 w 7467600"/>
              <a:gd name="connsiteY325" fmla="*/ 5955437 h 6858000"/>
              <a:gd name="connsiteX326" fmla="*/ 4689789 w 7467600"/>
              <a:gd name="connsiteY326" fmla="*/ 6268382 h 6858000"/>
              <a:gd name="connsiteX327" fmla="*/ 4418722 w 7467600"/>
              <a:gd name="connsiteY327" fmla="*/ 6570886 h 6858000"/>
              <a:gd name="connsiteX328" fmla="*/ 4214944 w 7467600"/>
              <a:gd name="connsiteY328" fmla="*/ 6858000 h 6858000"/>
              <a:gd name="connsiteX329" fmla="*/ 4177898 w 7467600"/>
              <a:gd name="connsiteY329" fmla="*/ 6858000 h 6858000"/>
              <a:gd name="connsiteX330" fmla="*/ 4391597 w 7467600"/>
              <a:gd name="connsiteY330" fmla="*/ 6556370 h 6858000"/>
              <a:gd name="connsiteX331" fmla="*/ 4668889 w 7467600"/>
              <a:gd name="connsiteY331" fmla="*/ 6246399 h 6858000"/>
              <a:gd name="connsiteX332" fmla="*/ 5055427 w 7467600"/>
              <a:gd name="connsiteY332" fmla="*/ 5931476 h 6858000"/>
              <a:gd name="connsiteX333" fmla="*/ 5371814 w 7467600"/>
              <a:gd name="connsiteY333" fmla="*/ 5678975 h 6858000"/>
              <a:gd name="connsiteX334" fmla="*/ 4987918 w 7467600"/>
              <a:gd name="connsiteY334" fmla="*/ 5838701 h 6858000"/>
              <a:gd name="connsiteX335" fmla="*/ 4317146 w 7467600"/>
              <a:gd name="connsiteY335" fmla="*/ 6587716 h 6858000"/>
              <a:gd name="connsiteX336" fmla="*/ 4171627 w 7467600"/>
              <a:gd name="connsiteY336" fmla="*/ 6858000 h 6858000"/>
              <a:gd name="connsiteX337" fmla="*/ 4081585 w 7467600"/>
              <a:gd name="connsiteY337" fmla="*/ 6858000 h 6858000"/>
              <a:gd name="connsiteX338" fmla="*/ 4238603 w 7467600"/>
              <a:gd name="connsiteY338" fmla="*/ 6559341 h 6858000"/>
              <a:gd name="connsiteX339" fmla="*/ 4778333 w 7467600"/>
              <a:gd name="connsiteY339" fmla="*/ 5873626 h 6858000"/>
              <a:gd name="connsiteX340" fmla="*/ 5414185 w 7467600"/>
              <a:gd name="connsiteY340" fmla="*/ 5573882 h 6858000"/>
              <a:gd name="connsiteX341" fmla="*/ 5959648 w 7467600"/>
              <a:gd name="connsiteY341" fmla="*/ 4760797 h 6858000"/>
              <a:gd name="connsiteX342" fmla="*/ 5355019 w 7467600"/>
              <a:gd name="connsiteY342" fmla="*/ 4734672 h 6858000"/>
              <a:gd name="connsiteX343" fmla="*/ 5083565 w 7467600"/>
              <a:gd name="connsiteY343" fmla="*/ 5179121 h 6858000"/>
              <a:gd name="connsiteX344" fmla="*/ 4713577 w 7467600"/>
              <a:gd name="connsiteY344" fmla="*/ 5616803 h 6858000"/>
              <a:gd name="connsiteX345" fmla="*/ 3989559 w 7467600"/>
              <a:gd name="connsiteY345" fmla="*/ 6145945 h 6858000"/>
              <a:gd name="connsiteX346" fmla="*/ 3939824 w 7467600"/>
              <a:gd name="connsiteY346" fmla="*/ 6066900 h 6858000"/>
              <a:gd name="connsiteX347" fmla="*/ 4584537 w 7467600"/>
              <a:gd name="connsiteY347" fmla="*/ 5324826 h 6858000"/>
              <a:gd name="connsiteX348" fmla="*/ 5037105 w 7467600"/>
              <a:gd name="connsiteY348" fmla="*/ 5088765 h 6858000"/>
              <a:gd name="connsiteX349" fmla="*/ 5039930 w 7467600"/>
              <a:gd name="connsiteY349" fmla="*/ 5089585 h 6858000"/>
              <a:gd name="connsiteX350" fmla="*/ 5263764 w 7467600"/>
              <a:gd name="connsiteY350" fmla="*/ 4735525 h 6858000"/>
              <a:gd name="connsiteX351" fmla="*/ 4086300 w 7467600"/>
              <a:gd name="connsiteY351" fmla="*/ 4884599 h 6858000"/>
              <a:gd name="connsiteX352" fmla="*/ 4085485 w 7467600"/>
              <a:gd name="connsiteY352" fmla="*/ 4899070 h 6858000"/>
              <a:gd name="connsiteX353" fmla="*/ 3871915 w 7467600"/>
              <a:gd name="connsiteY353" fmla="*/ 5253645 h 6858000"/>
              <a:gd name="connsiteX354" fmla="*/ 3799374 w 7467600"/>
              <a:gd name="connsiteY354" fmla="*/ 5466127 h 6858000"/>
              <a:gd name="connsiteX355" fmla="*/ 3498850 w 7467600"/>
              <a:gd name="connsiteY355" fmla="*/ 6661888 h 6858000"/>
              <a:gd name="connsiteX356" fmla="*/ 3399216 w 7467600"/>
              <a:gd name="connsiteY356" fmla="*/ 6858000 h 6858000"/>
              <a:gd name="connsiteX357" fmla="*/ 3303688 w 7467600"/>
              <a:gd name="connsiteY357" fmla="*/ 6858000 h 6858000"/>
              <a:gd name="connsiteX358" fmla="*/ 3391774 w 7467600"/>
              <a:gd name="connsiteY358" fmla="*/ 6697181 h 6858000"/>
              <a:gd name="connsiteX359" fmla="*/ 3735540 w 7467600"/>
              <a:gd name="connsiteY359" fmla="*/ 5546923 h 6858000"/>
              <a:gd name="connsiteX360" fmla="*/ 3729438 w 7467600"/>
              <a:gd name="connsiteY360" fmla="*/ 5569058 h 6858000"/>
              <a:gd name="connsiteX361" fmla="*/ 3707782 w 7467600"/>
              <a:gd name="connsiteY361" fmla="*/ 5644908 h 6858000"/>
              <a:gd name="connsiteX362" fmla="*/ 3583827 w 7467600"/>
              <a:gd name="connsiteY362" fmla="*/ 6039215 h 6858000"/>
              <a:gd name="connsiteX363" fmla="*/ 3547861 w 7467600"/>
              <a:gd name="connsiteY363" fmla="*/ 6129609 h 6858000"/>
              <a:gd name="connsiteX364" fmla="*/ 3490905 w 7467600"/>
              <a:gd name="connsiteY364" fmla="*/ 6277660 h 6858000"/>
              <a:gd name="connsiteX365" fmla="*/ 3455859 w 7467600"/>
              <a:gd name="connsiteY365" fmla="*/ 6391301 h 6858000"/>
              <a:gd name="connsiteX366" fmla="*/ 3429112 w 7467600"/>
              <a:gd name="connsiteY366" fmla="*/ 6479469 h 6858000"/>
              <a:gd name="connsiteX367" fmla="*/ 3304862 w 7467600"/>
              <a:gd name="connsiteY367" fmla="*/ 6796476 h 6858000"/>
              <a:gd name="connsiteX368" fmla="*/ 3276071 w 7467600"/>
              <a:gd name="connsiteY368" fmla="*/ 6858000 h 6858000"/>
              <a:gd name="connsiteX369" fmla="*/ 3240805 w 7467600"/>
              <a:gd name="connsiteY369" fmla="*/ 6858000 h 6858000"/>
              <a:gd name="connsiteX370" fmla="*/ 3275917 w 7467600"/>
              <a:gd name="connsiteY370" fmla="*/ 6783192 h 6858000"/>
              <a:gd name="connsiteX371" fmla="*/ 3399358 w 7467600"/>
              <a:gd name="connsiteY371" fmla="*/ 6469011 h 6858000"/>
              <a:gd name="connsiteX372" fmla="*/ 3425650 w 7467600"/>
              <a:gd name="connsiteY372" fmla="*/ 6381333 h 6858000"/>
              <a:gd name="connsiteX373" fmla="*/ 3460661 w 7467600"/>
              <a:gd name="connsiteY373" fmla="*/ 6266763 h 6858000"/>
              <a:gd name="connsiteX374" fmla="*/ 3518021 w 7467600"/>
              <a:gd name="connsiteY374" fmla="*/ 6117298 h 6858000"/>
              <a:gd name="connsiteX375" fmla="*/ 3554035 w 7467600"/>
              <a:gd name="connsiteY375" fmla="*/ 6027832 h 6858000"/>
              <a:gd name="connsiteX376" fmla="*/ 3677174 w 7467600"/>
              <a:gd name="connsiteY376" fmla="*/ 5636351 h 6858000"/>
              <a:gd name="connsiteX377" fmla="*/ 3698819 w 7467600"/>
              <a:gd name="connsiteY377" fmla="*/ 5560503 h 6858000"/>
              <a:gd name="connsiteX378" fmla="*/ 3702094 w 7467600"/>
              <a:gd name="connsiteY378" fmla="*/ 5549194 h 6858000"/>
              <a:gd name="connsiteX379" fmla="*/ 3398355 w 7467600"/>
              <a:gd name="connsiteY379" fmla="*/ 6094603 h 6858000"/>
              <a:gd name="connsiteX380" fmla="*/ 3193941 w 7467600"/>
              <a:gd name="connsiteY380" fmla="*/ 6798775 h 6858000"/>
              <a:gd name="connsiteX381" fmla="*/ 3184140 w 7467600"/>
              <a:gd name="connsiteY381" fmla="*/ 6858000 h 6858000"/>
              <a:gd name="connsiteX382" fmla="*/ 3099978 w 7467600"/>
              <a:gd name="connsiteY382" fmla="*/ 6858000 h 6858000"/>
              <a:gd name="connsiteX383" fmla="*/ 3101556 w 7467600"/>
              <a:gd name="connsiteY383" fmla="*/ 6843337 h 6858000"/>
              <a:gd name="connsiteX384" fmla="*/ 3370162 w 7467600"/>
              <a:gd name="connsiteY384" fmla="*/ 5785550 h 6858000"/>
              <a:gd name="connsiteX385" fmla="*/ 3746477 w 7467600"/>
              <a:gd name="connsiteY385" fmla="*/ 5377889 h 6858000"/>
              <a:gd name="connsiteX386" fmla="*/ 3863399 w 7467600"/>
              <a:gd name="connsiteY386" fmla="*/ 5087257 h 6858000"/>
              <a:gd name="connsiteX387" fmla="*/ 3968712 w 7467600"/>
              <a:gd name="connsiteY387" fmla="*/ 4913989 h 6858000"/>
              <a:gd name="connsiteX388" fmla="*/ 2792390 w 7467600"/>
              <a:gd name="connsiteY388" fmla="*/ 5382974 h 6858000"/>
              <a:gd name="connsiteX389" fmla="*/ 2714982 w 7467600"/>
              <a:gd name="connsiteY389" fmla="*/ 5427051 h 6858000"/>
              <a:gd name="connsiteX390" fmla="*/ 2813361 w 7467600"/>
              <a:gd name="connsiteY390" fmla="*/ 6023912 h 6858000"/>
              <a:gd name="connsiteX391" fmla="*/ 2688430 w 7467600"/>
              <a:gd name="connsiteY391" fmla="*/ 6801564 h 6858000"/>
              <a:gd name="connsiteX392" fmla="*/ 2629626 w 7467600"/>
              <a:gd name="connsiteY392" fmla="*/ 6763394 h 6858000"/>
              <a:gd name="connsiteX393" fmla="*/ 2565328 w 7467600"/>
              <a:gd name="connsiteY393" fmla="*/ 5516399 h 6858000"/>
              <a:gd name="connsiteX394" fmla="*/ 1922999 w 7467600"/>
              <a:gd name="connsiteY394" fmla="*/ 5980343 h 6858000"/>
              <a:gd name="connsiteX395" fmla="*/ 1950261 w 7467600"/>
              <a:gd name="connsiteY395" fmla="*/ 6405858 h 6858000"/>
              <a:gd name="connsiteX396" fmla="*/ 2365554 w 7467600"/>
              <a:gd name="connsiteY396" fmla="*/ 6759107 h 6858000"/>
              <a:gd name="connsiteX397" fmla="*/ 2424142 w 7467600"/>
              <a:gd name="connsiteY397" fmla="*/ 6858000 h 6858000"/>
              <a:gd name="connsiteX398" fmla="*/ 2395994 w 7467600"/>
              <a:gd name="connsiteY398" fmla="*/ 6858000 h 6858000"/>
              <a:gd name="connsiteX399" fmla="*/ 2392863 w 7467600"/>
              <a:gd name="connsiteY399" fmla="*/ 6852964 h 6858000"/>
              <a:gd name="connsiteX400" fmla="*/ 2017589 w 7467600"/>
              <a:gd name="connsiteY400" fmla="*/ 6493982 h 6858000"/>
              <a:gd name="connsiteX401" fmla="*/ 2147336 w 7467600"/>
              <a:gd name="connsiteY401" fmla="*/ 6594052 h 6858000"/>
              <a:gd name="connsiteX402" fmla="*/ 2207047 w 7467600"/>
              <a:gd name="connsiteY402" fmla="*/ 6654540 h 6858000"/>
              <a:gd name="connsiteX403" fmla="*/ 2299106 w 7467600"/>
              <a:gd name="connsiteY403" fmla="*/ 6778931 h 6858000"/>
              <a:gd name="connsiteX404" fmla="*/ 2314430 w 7467600"/>
              <a:gd name="connsiteY404" fmla="*/ 6801144 h 6858000"/>
              <a:gd name="connsiteX405" fmla="*/ 2352406 w 7467600"/>
              <a:gd name="connsiteY405" fmla="*/ 6858000 h 6858000"/>
              <a:gd name="connsiteX406" fmla="*/ 2314492 w 7467600"/>
              <a:gd name="connsiteY406" fmla="*/ 6858000 h 6858000"/>
              <a:gd name="connsiteX407" fmla="*/ 2288095 w 7467600"/>
              <a:gd name="connsiteY407" fmla="*/ 6818030 h 6858000"/>
              <a:gd name="connsiteX408" fmla="*/ 2272768 w 7467600"/>
              <a:gd name="connsiteY408" fmla="*/ 6795822 h 6858000"/>
              <a:gd name="connsiteX409" fmla="*/ 2182715 w 7467600"/>
              <a:gd name="connsiteY409" fmla="*/ 6675071 h 6858000"/>
              <a:gd name="connsiteX410" fmla="*/ 2032061 w 7467600"/>
              <a:gd name="connsiteY410" fmla="*/ 6541380 h 6858000"/>
              <a:gd name="connsiteX411" fmla="*/ 2257220 w 7467600"/>
              <a:gd name="connsiteY411" fmla="*/ 6826257 h 6858000"/>
              <a:gd name="connsiteX412" fmla="*/ 2281324 w 7467600"/>
              <a:gd name="connsiteY412" fmla="*/ 6858000 h 6858000"/>
              <a:gd name="connsiteX413" fmla="*/ 2242860 w 7467600"/>
              <a:gd name="connsiteY413" fmla="*/ 6858000 h 6858000"/>
              <a:gd name="connsiteX414" fmla="*/ 2232818 w 7467600"/>
              <a:gd name="connsiteY414" fmla="*/ 6844926 h 6858000"/>
              <a:gd name="connsiteX415" fmla="*/ 1990172 w 7467600"/>
              <a:gd name="connsiteY415" fmla="*/ 6542121 h 6858000"/>
              <a:gd name="connsiteX416" fmla="*/ 2124090 w 7467600"/>
              <a:gd name="connsiteY416" fmla="*/ 6761017 h 6858000"/>
              <a:gd name="connsiteX417" fmla="*/ 2200380 w 7467600"/>
              <a:gd name="connsiteY417" fmla="*/ 6858000 h 6858000"/>
              <a:gd name="connsiteX418" fmla="*/ 2147507 w 7467600"/>
              <a:gd name="connsiteY418" fmla="*/ 6858000 h 6858000"/>
              <a:gd name="connsiteX419" fmla="*/ 2070668 w 7467600"/>
              <a:gd name="connsiteY419" fmla="*/ 6761520 h 6858000"/>
              <a:gd name="connsiteX420" fmla="*/ 1975142 w 7467600"/>
              <a:gd name="connsiteY420" fmla="*/ 6585570 h 6858000"/>
              <a:gd name="connsiteX421" fmla="*/ 2050035 w 7467600"/>
              <a:gd name="connsiteY421" fmla="*/ 6813345 h 6858000"/>
              <a:gd name="connsiteX422" fmla="*/ 2063025 w 7467600"/>
              <a:gd name="connsiteY422" fmla="*/ 6858000 h 6858000"/>
              <a:gd name="connsiteX423" fmla="*/ 2021675 w 7467600"/>
              <a:gd name="connsiteY423" fmla="*/ 6858000 h 6858000"/>
              <a:gd name="connsiteX424" fmla="*/ 2019308 w 7467600"/>
              <a:gd name="connsiteY424" fmla="*/ 6847118 h 6858000"/>
              <a:gd name="connsiteX425" fmla="*/ 1938835 w 7467600"/>
              <a:gd name="connsiteY425" fmla="*/ 6551160 h 6858000"/>
              <a:gd name="connsiteX426" fmla="*/ 1953230 w 7467600"/>
              <a:gd name="connsiteY426" fmla="*/ 6759699 h 6858000"/>
              <a:gd name="connsiteX427" fmla="*/ 1956763 w 7467600"/>
              <a:gd name="connsiteY427" fmla="*/ 6778191 h 6858000"/>
              <a:gd name="connsiteX428" fmla="*/ 1967925 w 7467600"/>
              <a:gd name="connsiteY428" fmla="*/ 6858000 h 6858000"/>
              <a:gd name="connsiteX429" fmla="*/ 1936622 w 7467600"/>
              <a:gd name="connsiteY429" fmla="*/ 6858000 h 6858000"/>
              <a:gd name="connsiteX430" fmla="*/ 1926261 w 7467600"/>
              <a:gd name="connsiteY430" fmla="*/ 6784064 h 6858000"/>
              <a:gd name="connsiteX431" fmla="*/ 1922724 w 7467600"/>
              <a:gd name="connsiteY431" fmla="*/ 6765577 h 6858000"/>
              <a:gd name="connsiteX432" fmla="*/ 1904650 w 7467600"/>
              <a:gd name="connsiteY432" fmla="*/ 6639616 h 6858000"/>
              <a:gd name="connsiteX433" fmla="*/ 1885273 w 7467600"/>
              <a:gd name="connsiteY433" fmla="*/ 6858000 h 6858000"/>
              <a:gd name="connsiteX434" fmla="*/ 1854363 w 7467600"/>
              <a:gd name="connsiteY434" fmla="*/ 6858000 h 6858000"/>
              <a:gd name="connsiteX435" fmla="*/ 1880391 w 7467600"/>
              <a:gd name="connsiteY435" fmla="*/ 6603796 h 6858000"/>
              <a:gd name="connsiteX436" fmla="*/ 1818273 w 7467600"/>
              <a:gd name="connsiteY436" fmla="*/ 6715729 h 6858000"/>
              <a:gd name="connsiteX437" fmla="*/ 1794691 w 7467600"/>
              <a:gd name="connsiteY437" fmla="*/ 6843239 h 6858000"/>
              <a:gd name="connsiteX438" fmla="*/ 1794914 w 7467600"/>
              <a:gd name="connsiteY438" fmla="*/ 6858000 h 6858000"/>
              <a:gd name="connsiteX439" fmla="*/ 1746128 w 7467600"/>
              <a:gd name="connsiteY439" fmla="*/ 6858000 h 6858000"/>
              <a:gd name="connsiteX440" fmla="*/ 1753934 w 7467600"/>
              <a:gd name="connsiteY440" fmla="*/ 6724796 h 6858000"/>
              <a:gd name="connsiteX441" fmla="*/ 1792053 w 7467600"/>
              <a:gd name="connsiteY441" fmla="*/ 6572396 h 6858000"/>
              <a:gd name="connsiteX442" fmla="*/ 1862248 w 7467600"/>
              <a:gd name="connsiteY442" fmla="*/ 6266397 h 6858000"/>
              <a:gd name="connsiteX443" fmla="*/ 1862250 w 7467600"/>
              <a:gd name="connsiteY443" fmla="*/ 6033531 h 6858000"/>
              <a:gd name="connsiteX444" fmla="*/ 1211999 w 7467600"/>
              <a:gd name="connsiteY444" fmla="*/ 6683610 h 6858000"/>
              <a:gd name="connsiteX445" fmla="*/ 1213266 w 7467600"/>
              <a:gd name="connsiteY445" fmla="*/ 6691947 h 6858000"/>
              <a:gd name="connsiteX446" fmla="*/ 1203370 w 7467600"/>
              <a:gd name="connsiteY446" fmla="*/ 6850676 h 6858000"/>
              <a:gd name="connsiteX447" fmla="*/ 1203671 w 7467600"/>
              <a:gd name="connsiteY447" fmla="*/ 6858000 h 6858000"/>
              <a:gd name="connsiteX448" fmla="*/ 1143180 w 7467600"/>
              <a:gd name="connsiteY448" fmla="*/ 6858000 h 6858000"/>
              <a:gd name="connsiteX449" fmla="*/ 1142176 w 7467600"/>
              <a:gd name="connsiteY449" fmla="*/ 6766045 h 6858000"/>
              <a:gd name="connsiteX450" fmla="*/ 1067484 w 7467600"/>
              <a:gd name="connsiteY450" fmla="*/ 6858000 h 6858000"/>
              <a:gd name="connsiteX451" fmla="*/ 953928 w 7467600"/>
              <a:gd name="connsiteY451" fmla="*/ 6858000 h 6858000"/>
              <a:gd name="connsiteX452" fmla="*/ 959715 w 7467600"/>
              <a:gd name="connsiteY452" fmla="*/ 6850185 h 6858000"/>
              <a:gd name="connsiteX453" fmla="*/ 1483788 w 7467600"/>
              <a:gd name="connsiteY453" fmla="*/ 6259174 h 6858000"/>
              <a:gd name="connsiteX454" fmla="*/ 1100671 w 7467600"/>
              <a:gd name="connsiteY454" fmla="*/ 6252137 h 6858000"/>
              <a:gd name="connsiteX455" fmla="*/ 1090144 w 7467600"/>
              <a:gd name="connsiteY455" fmla="*/ 6256748 h 6858000"/>
              <a:gd name="connsiteX456" fmla="*/ 1095872 w 7467600"/>
              <a:gd name="connsiteY456" fmla="*/ 6271892 h 6858000"/>
              <a:gd name="connsiteX457" fmla="*/ 262785 w 7467600"/>
              <a:gd name="connsiteY457" fmla="*/ 6845450 h 6858000"/>
              <a:gd name="connsiteX458" fmla="*/ 209968 w 7467600"/>
              <a:gd name="connsiteY458" fmla="*/ 6770713 h 6858000"/>
              <a:gd name="connsiteX459" fmla="*/ 873460 w 7467600"/>
              <a:gd name="connsiteY459" fmla="*/ 6253768 h 6858000"/>
              <a:gd name="connsiteX460" fmla="*/ 192686 w 7467600"/>
              <a:gd name="connsiteY460" fmla="*/ 5849257 h 6858000"/>
              <a:gd name="connsiteX461" fmla="*/ 4696 w 7467600"/>
              <a:gd name="connsiteY461" fmla="*/ 5697668 h 6858000"/>
              <a:gd name="connsiteX462" fmla="*/ 0 w 7467600"/>
              <a:gd name="connsiteY462" fmla="*/ 5689984 h 6858000"/>
              <a:gd name="connsiteX463" fmla="*/ 0 w 7467600"/>
              <a:gd name="connsiteY463" fmla="*/ 5513472 h 6858000"/>
              <a:gd name="connsiteX464" fmla="*/ 174101 w 7467600"/>
              <a:gd name="connsiteY464" fmla="*/ 5620277 h 6858000"/>
              <a:gd name="connsiteX465" fmla="*/ 891800 w 7467600"/>
              <a:gd name="connsiteY465" fmla="*/ 6036935 h 6858000"/>
              <a:gd name="connsiteX466" fmla="*/ 1072219 w 7467600"/>
              <a:gd name="connsiteY466" fmla="*/ 6169443 h 6858000"/>
              <a:gd name="connsiteX467" fmla="*/ 1074117 w 7467600"/>
              <a:gd name="connsiteY467" fmla="*/ 6170301 h 6858000"/>
              <a:gd name="connsiteX468" fmla="*/ 1083114 w 7467600"/>
              <a:gd name="connsiteY468" fmla="*/ 6174131 h 6858000"/>
              <a:gd name="connsiteX469" fmla="*/ 1543010 w 7467600"/>
              <a:gd name="connsiteY469" fmla="*/ 6191140 h 6858000"/>
              <a:gd name="connsiteX470" fmla="*/ 1551080 w 7467600"/>
              <a:gd name="connsiteY470" fmla="*/ 6195006 h 6858000"/>
              <a:gd name="connsiteX471" fmla="*/ 2345443 w 7467600"/>
              <a:gd name="connsiteY471" fmla="*/ 5549882 h 6858000"/>
              <a:gd name="connsiteX472" fmla="*/ 1721499 w 7467600"/>
              <a:gd name="connsiteY472" fmla="*/ 5599969 h 6858000"/>
              <a:gd name="connsiteX473" fmla="*/ 767716 w 7467600"/>
              <a:gd name="connsiteY473" fmla="*/ 5472768 h 6858000"/>
              <a:gd name="connsiteX474" fmla="*/ 722147 w 7467600"/>
              <a:gd name="connsiteY474" fmla="*/ 5393091 h 6858000"/>
              <a:gd name="connsiteX475" fmla="*/ 1485552 w 7467600"/>
              <a:gd name="connsiteY475" fmla="*/ 5313202 h 6858000"/>
              <a:gd name="connsiteX476" fmla="*/ 2143004 w 7467600"/>
              <a:gd name="connsiteY476" fmla="*/ 5402420 h 6858000"/>
              <a:gd name="connsiteX477" fmla="*/ 1933391 w 7467600"/>
              <a:gd name="connsiteY477" fmla="*/ 5156971 h 6858000"/>
              <a:gd name="connsiteX478" fmla="*/ 1827118 w 7467600"/>
              <a:gd name="connsiteY478" fmla="*/ 4968410 h 6858000"/>
              <a:gd name="connsiteX479" fmla="*/ 1837349 w 7467600"/>
              <a:gd name="connsiteY479" fmla="*/ 4956357 h 6858000"/>
              <a:gd name="connsiteX480" fmla="*/ 2162835 w 7467600"/>
              <a:gd name="connsiteY480" fmla="*/ 5187853 h 6858000"/>
              <a:gd name="connsiteX481" fmla="*/ 2257167 w 7467600"/>
              <a:gd name="connsiteY481" fmla="*/ 5462123 h 6858000"/>
              <a:gd name="connsiteX482" fmla="*/ 2261598 w 7467600"/>
              <a:gd name="connsiteY482" fmla="*/ 5467998 h 6858000"/>
              <a:gd name="connsiteX483" fmla="*/ 2437177 w 7467600"/>
              <a:gd name="connsiteY483" fmla="*/ 5479608 h 6858000"/>
              <a:gd name="connsiteX484" fmla="*/ 2445247 w 7467600"/>
              <a:gd name="connsiteY484" fmla="*/ 5483476 h 6858000"/>
              <a:gd name="connsiteX485" fmla="*/ 2743626 w 7467600"/>
              <a:gd name="connsiteY485" fmla="*/ 5304819 h 6858000"/>
              <a:gd name="connsiteX486" fmla="*/ 3048102 w 7467600"/>
              <a:gd name="connsiteY486" fmla="*/ 5150595 h 6858000"/>
              <a:gd name="connsiteX487" fmla="*/ 1799414 w 7467600"/>
              <a:gd name="connsiteY487" fmla="*/ 4694732 h 6858000"/>
              <a:gd name="connsiteX488" fmla="*/ 1771735 w 7467600"/>
              <a:gd name="connsiteY488" fmla="*/ 4619929 h 6858000"/>
              <a:gd name="connsiteX489" fmla="*/ 3104273 w 7467600"/>
              <a:gd name="connsiteY489" fmla="*/ 5076159 h 6858000"/>
              <a:gd name="connsiteX490" fmla="*/ 3113245 w 7467600"/>
              <a:gd name="connsiteY490" fmla="*/ 5090705 h 6858000"/>
              <a:gd name="connsiteX491" fmla="*/ 3126294 w 7467600"/>
              <a:gd name="connsiteY491" fmla="*/ 5114400 h 6858000"/>
              <a:gd name="connsiteX492" fmla="*/ 3937433 w 7467600"/>
              <a:gd name="connsiteY492" fmla="*/ 4830473 h 6858000"/>
              <a:gd name="connsiteX493" fmla="*/ 3590475 w 7467600"/>
              <a:gd name="connsiteY493" fmla="*/ 4597974 h 6858000"/>
              <a:gd name="connsiteX494" fmla="*/ 3100264 w 7467600"/>
              <a:gd name="connsiteY494" fmla="*/ 4579845 h 6858000"/>
              <a:gd name="connsiteX495" fmla="*/ 2183576 w 7467600"/>
              <a:gd name="connsiteY495" fmla="*/ 4227150 h 6858000"/>
              <a:gd name="connsiteX496" fmla="*/ 2151029 w 7467600"/>
              <a:gd name="connsiteY496" fmla="*/ 4146947 h 6858000"/>
              <a:gd name="connsiteX497" fmla="*/ 3563434 w 7467600"/>
              <a:gd name="connsiteY497" fmla="*/ 4469115 h 6858000"/>
              <a:gd name="connsiteX498" fmla="*/ 3177952 w 7467600"/>
              <a:gd name="connsiteY498" fmla="*/ 3657386 h 6858000"/>
              <a:gd name="connsiteX499" fmla="*/ 3189263 w 7467600"/>
              <a:gd name="connsiteY499" fmla="*/ 3625726 h 6858000"/>
              <a:gd name="connsiteX500" fmla="*/ 3560912 w 7467600"/>
              <a:gd name="connsiteY500" fmla="*/ 4079863 h 6858000"/>
              <a:gd name="connsiteX501" fmla="*/ 3626636 w 7467600"/>
              <a:gd name="connsiteY501" fmla="*/ 4512230 h 6858000"/>
              <a:gd name="connsiteX502" fmla="*/ 3653088 w 7467600"/>
              <a:gd name="connsiteY502" fmla="*/ 4521417 h 6858000"/>
              <a:gd name="connsiteX503" fmla="*/ 3988128 w 7467600"/>
              <a:gd name="connsiteY503" fmla="*/ 4817267 h 6858000"/>
              <a:gd name="connsiteX504" fmla="*/ 4830582 w 7467600"/>
              <a:gd name="connsiteY504" fmla="*/ 4676000 h 6858000"/>
              <a:gd name="connsiteX505" fmla="*/ 4830100 w 7467600"/>
              <a:gd name="connsiteY505" fmla="*/ 4675554 h 6858000"/>
              <a:gd name="connsiteX506" fmla="*/ 4036318 w 7467600"/>
              <a:gd name="connsiteY506" fmla="*/ 4147013 h 6858000"/>
              <a:gd name="connsiteX507" fmla="*/ 3432098 w 7467600"/>
              <a:gd name="connsiteY507" fmla="*/ 3537312 h 6858000"/>
              <a:gd name="connsiteX508" fmla="*/ 3446761 w 7467600"/>
              <a:gd name="connsiteY508" fmla="*/ 3461278 h 6858000"/>
              <a:gd name="connsiteX509" fmla="*/ 4419733 w 7467600"/>
              <a:gd name="connsiteY509" fmla="*/ 3963555 h 6858000"/>
              <a:gd name="connsiteX510" fmla="*/ 4781371 w 7467600"/>
              <a:gd name="connsiteY510" fmla="*/ 4458604 h 6858000"/>
              <a:gd name="connsiteX511" fmla="*/ 4780440 w 7467600"/>
              <a:gd name="connsiteY511" fmla="*/ 4470290 h 6858000"/>
              <a:gd name="connsiteX512" fmla="*/ 4898954 w 7467600"/>
              <a:gd name="connsiteY512" fmla="*/ 4662092 h 6858000"/>
              <a:gd name="connsiteX513" fmla="*/ 4900699 w 7467600"/>
              <a:gd name="connsiteY513" fmla="*/ 4670867 h 6858000"/>
              <a:gd name="connsiteX514" fmla="*/ 5714511 w 7467600"/>
              <a:gd name="connsiteY514" fmla="*/ 4663483 h 6858000"/>
              <a:gd name="connsiteX515" fmla="*/ 5464793 w 7467600"/>
              <a:gd name="connsiteY515" fmla="*/ 4393556 h 6858000"/>
              <a:gd name="connsiteX516" fmla="*/ 5461897 w 7467600"/>
              <a:gd name="connsiteY516" fmla="*/ 4390879 h 6858000"/>
              <a:gd name="connsiteX517" fmla="*/ 4294126 w 7467600"/>
              <a:gd name="connsiteY517" fmla="*/ 3303048 h 6858000"/>
              <a:gd name="connsiteX518" fmla="*/ 4305321 w 7467600"/>
              <a:gd name="connsiteY518" fmla="*/ 3256953 h 6858000"/>
              <a:gd name="connsiteX519" fmla="*/ 4949299 w 7467600"/>
              <a:gd name="connsiteY519" fmla="*/ 3766336 h 6858000"/>
              <a:gd name="connsiteX520" fmla="*/ 5291452 w 7467600"/>
              <a:gd name="connsiteY520" fmla="*/ 4076801 h 6858000"/>
              <a:gd name="connsiteX521" fmla="*/ 5434998 w 7467600"/>
              <a:gd name="connsiteY521" fmla="*/ 4254100 h 6858000"/>
              <a:gd name="connsiteX522" fmla="*/ 5351015 w 7467600"/>
              <a:gd name="connsiteY522" fmla="*/ 3760989 h 6858000"/>
              <a:gd name="connsiteX523" fmla="*/ 5413780 w 7467600"/>
              <a:gd name="connsiteY523" fmla="*/ 2966265 h 6858000"/>
              <a:gd name="connsiteX524" fmla="*/ 5425627 w 7467600"/>
              <a:gd name="connsiteY524" fmla="*/ 2954192 h 6858000"/>
              <a:gd name="connsiteX525" fmla="*/ 6604735 w 7467600"/>
              <a:gd name="connsiteY525" fmla="*/ 2041381 h 6858000"/>
              <a:gd name="connsiteX526" fmla="*/ 7204487 w 7467600"/>
              <a:gd name="connsiteY526" fmla="*/ 2742112 h 6858000"/>
              <a:gd name="connsiteX527" fmla="*/ 7131592 w 7467600"/>
              <a:gd name="connsiteY527" fmla="*/ 2672096 h 6858000"/>
              <a:gd name="connsiteX528" fmla="*/ 6996344 w 7467600"/>
              <a:gd name="connsiteY528" fmla="*/ 2518310 h 6858000"/>
              <a:gd name="connsiteX529" fmla="*/ 6735495 w 7467600"/>
              <a:gd name="connsiteY529" fmla="*/ 2196890 h 6858000"/>
              <a:gd name="connsiteX530" fmla="*/ 6721901 w 7467600"/>
              <a:gd name="connsiteY530" fmla="*/ 2179274 h 6858000"/>
              <a:gd name="connsiteX531" fmla="*/ 6604735 w 7467600"/>
              <a:gd name="connsiteY531" fmla="*/ 2041381 h 6858000"/>
              <a:gd name="connsiteX532" fmla="*/ 6591670 w 7467600"/>
              <a:gd name="connsiteY532" fmla="*/ 1988277 h 6858000"/>
              <a:gd name="connsiteX533" fmla="*/ 6747349 w 7467600"/>
              <a:gd name="connsiteY533" fmla="*/ 2160069 h 6858000"/>
              <a:gd name="connsiteX534" fmla="*/ 6760943 w 7467600"/>
              <a:gd name="connsiteY534" fmla="*/ 2177686 h 6858000"/>
              <a:gd name="connsiteX535" fmla="*/ 7021065 w 7467600"/>
              <a:gd name="connsiteY535" fmla="*/ 2498102 h 6858000"/>
              <a:gd name="connsiteX536" fmla="*/ 7155223 w 7467600"/>
              <a:gd name="connsiteY536" fmla="*/ 2650386 h 6858000"/>
              <a:gd name="connsiteX537" fmla="*/ 7203167 w 7467600"/>
              <a:gd name="connsiteY537" fmla="*/ 2697288 h 6858000"/>
              <a:gd name="connsiteX538" fmla="*/ 6937703 w 7467600"/>
              <a:gd name="connsiteY538" fmla="*/ 2321981 h 6858000"/>
              <a:gd name="connsiteX539" fmla="*/ 6591670 w 7467600"/>
              <a:gd name="connsiteY539" fmla="*/ 1988277 h 6858000"/>
              <a:gd name="connsiteX540" fmla="*/ 5798671 w 7467600"/>
              <a:gd name="connsiteY540" fmla="*/ 1981601 h 6858000"/>
              <a:gd name="connsiteX541" fmla="*/ 5754709 w 7467600"/>
              <a:gd name="connsiteY541" fmla="*/ 2071454 h 6858000"/>
              <a:gd name="connsiteX542" fmla="*/ 5763044 w 7467600"/>
              <a:gd name="connsiteY542" fmla="*/ 2842206 h 6858000"/>
              <a:gd name="connsiteX543" fmla="*/ 5764974 w 7467600"/>
              <a:gd name="connsiteY543" fmla="*/ 2799609 h 6858000"/>
              <a:gd name="connsiteX544" fmla="*/ 5767665 w 7467600"/>
              <a:gd name="connsiteY544" fmla="*/ 2666409 h 6858000"/>
              <a:gd name="connsiteX545" fmla="*/ 5763055 w 7467600"/>
              <a:gd name="connsiteY545" fmla="*/ 2579705 h 6858000"/>
              <a:gd name="connsiteX546" fmla="*/ 5758079 w 7467600"/>
              <a:gd name="connsiteY546" fmla="*/ 2492508 h 6858000"/>
              <a:gd name="connsiteX547" fmla="*/ 5779325 w 7467600"/>
              <a:gd name="connsiteY547" fmla="*/ 2197069 h 6858000"/>
              <a:gd name="connsiteX548" fmla="*/ 5798671 w 7467600"/>
              <a:gd name="connsiteY548" fmla="*/ 1981601 h 6858000"/>
              <a:gd name="connsiteX549" fmla="*/ 5829202 w 7467600"/>
              <a:gd name="connsiteY549" fmla="*/ 1971679 h 6858000"/>
              <a:gd name="connsiteX550" fmla="*/ 5809558 w 7467600"/>
              <a:gd name="connsiteY550" fmla="*/ 2198043 h 6858000"/>
              <a:gd name="connsiteX551" fmla="*/ 5788653 w 7467600"/>
              <a:gd name="connsiteY551" fmla="*/ 2489430 h 6858000"/>
              <a:gd name="connsiteX552" fmla="*/ 5793439 w 7467600"/>
              <a:gd name="connsiteY552" fmla="*/ 2575235 h 6858000"/>
              <a:gd name="connsiteX553" fmla="*/ 5796837 w 7467600"/>
              <a:gd name="connsiteY553" fmla="*/ 2637633 h 6858000"/>
              <a:gd name="connsiteX554" fmla="*/ 5818614 w 7467600"/>
              <a:gd name="connsiteY554" fmla="*/ 2473055 h 6858000"/>
              <a:gd name="connsiteX555" fmla="*/ 5829202 w 7467600"/>
              <a:gd name="connsiteY555" fmla="*/ 1971679 h 6858000"/>
              <a:gd name="connsiteX556" fmla="*/ 5911389 w 7467600"/>
              <a:gd name="connsiteY556" fmla="*/ 1898371 h 6858000"/>
              <a:gd name="connsiteX557" fmla="*/ 6237627 w 7467600"/>
              <a:gd name="connsiteY557" fmla="*/ 2231921 h 6858000"/>
              <a:gd name="connsiteX558" fmla="*/ 5911389 w 7467600"/>
              <a:gd name="connsiteY558" fmla="*/ 1898371 h 6858000"/>
              <a:gd name="connsiteX559" fmla="*/ 6944437 w 7467600"/>
              <a:gd name="connsiteY559" fmla="*/ 1575402 h 6858000"/>
              <a:gd name="connsiteX560" fmla="*/ 6304730 w 7467600"/>
              <a:gd name="connsiteY560" fmla="*/ 1766654 h 6858000"/>
              <a:gd name="connsiteX561" fmla="*/ 6944437 w 7467600"/>
              <a:gd name="connsiteY561" fmla="*/ 1575402 h 6858000"/>
              <a:gd name="connsiteX562" fmla="*/ 7019523 w 7467600"/>
              <a:gd name="connsiteY562" fmla="*/ 1519450 h 6858000"/>
              <a:gd name="connsiteX563" fmla="*/ 6298091 w 7467600"/>
              <a:gd name="connsiteY563" fmla="*/ 1737122 h 6858000"/>
              <a:gd name="connsiteX564" fmla="*/ 7019523 w 7467600"/>
              <a:gd name="connsiteY564" fmla="*/ 1519450 h 6858000"/>
              <a:gd name="connsiteX565" fmla="*/ 2399523 w 7467600"/>
              <a:gd name="connsiteY565" fmla="*/ 1428234 h 6858000"/>
              <a:gd name="connsiteX566" fmla="*/ 2224982 w 7467600"/>
              <a:gd name="connsiteY566" fmla="*/ 1826201 h 6858000"/>
              <a:gd name="connsiteX567" fmla="*/ 2096099 w 7467600"/>
              <a:gd name="connsiteY567" fmla="*/ 2345900 h 6858000"/>
              <a:gd name="connsiteX568" fmla="*/ 2283317 w 7467600"/>
              <a:gd name="connsiteY568" fmla="*/ 1796925 h 6858000"/>
              <a:gd name="connsiteX569" fmla="*/ 2399523 w 7467600"/>
              <a:gd name="connsiteY569" fmla="*/ 1428234 h 6858000"/>
              <a:gd name="connsiteX570" fmla="*/ 2448558 w 7467600"/>
              <a:gd name="connsiteY570" fmla="*/ 1373435 h 6858000"/>
              <a:gd name="connsiteX571" fmla="*/ 2312521 w 7467600"/>
              <a:gd name="connsiteY571" fmla="*/ 1806140 h 6858000"/>
              <a:gd name="connsiteX572" fmla="*/ 2127533 w 7467600"/>
              <a:gd name="connsiteY572" fmla="*/ 2348380 h 6858000"/>
              <a:gd name="connsiteX573" fmla="*/ 2358080 w 7467600"/>
              <a:gd name="connsiteY573" fmla="*/ 1866134 h 6858000"/>
              <a:gd name="connsiteX574" fmla="*/ 2407436 w 7467600"/>
              <a:gd name="connsiteY574" fmla="*/ 1651070 h 6858000"/>
              <a:gd name="connsiteX575" fmla="*/ 2448558 w 7467600"/>
              <a:gd name="connsiteY575" fmla="*/ 1373435 h 6858000"/>
              <a:gd name="connsiteX576" fmla="*/ 278707 w 7467600"/>
              <a:gd name="connsiteY576" fmla="*/ 1352270 h 6858000"/>
              <a:gd name="connsiteX577" fmla="*/ 321570 w 7467600"/>
              <a:gd name="connsiteY577" fmla="*/ 1861610 h 6858000"/>
              <a:gd name="connsiteX578" fmla="*/ 294281 w 7467600"/>
              <a:gd name="connsiteY578" fmla="*/ 1440658 h 6858000"/>
              <a:gd name="connsiteX579" fmla="*/ 278707 w 7467600"/>
              <a:gd name="connsiteY579" fmla="*/ 1352270 h 6858000"/>
              <a:gd name="connsiteX580" fmla="*/ 1423821 w 7467600"/>
              <a:gd name="connsiteY580" fmla="*/ 1351958 h 6858000"/>
              <a:gd name="connsiteX581" fmla="*/ 1638521 w 7467600"/>
              <a:gd name="connsiteY581" fmla="*/ 1908470 h 6858000"/>
              <a:gd name="connsiteX582" fmla="*/ 1754199 w 7467600"/>
              <a:gd name="connsiteY582" fmla="*/ 2149284 h 6858000"/>
              <a:gd name="connsiteX583" fmla="*/ 1908359 w 7467600"/>
              <a:gd name="connsiteY583" fmla="*/ 2364988 h 6858000"/>
              <a:gd name="connsiteX584" fmla="*/ 1647661 w 7467600"/>
              <a:gd name="connsiteY584" fmla="*/ 1825945 h 6858000"/>
              <a:gd name="connsiteX585" fmla="*/ 1423821 w 7467600"/>
              <a:gd name="connsiteY585" fmla="*/ 1351958 h 6858000"/>
              <a:gd name="connsiteX586" fmla="*/ 1431890 w 7467600"/>
              <a:gd name="connsiteY586" fmla="*/ 1306475 h 6858000"/>
              <a:gd name="connsiteX587" fmla="*/ 1507597 w 7467600"/>
              <a:gd name="connsiteY587" fmla="*/ 1446132 h 6858000"/>
              <a:gd name="connsiteX588" fmla="*/ 1674586 w 7467600"/>
              <a:gd name="connsiteY588" fmla="*/ 1813832 h 6858000"/>
              <a:gd name="connsiteX589" fmla="*/ 1815950 w 7467600"/>
              <a:gd name="connsiteY589" fmla="*/ 2128564 h 6858000"/>
              <a:gd name="connsiteX590" fmla="*/ 1984242 w 7467600"/>
              <a:gd name="connsiteY590" fmla="*/ 2430829 h 6858000"/>
              <a:gd name="connsiteX591" fmla="*/ 2014023 w 7467600"/>
              <a:gd name="connsiteY591" fmla="*/ 2450995 h 6858000"/>
              <a:gd name="connsiteX592" fmla="*/ 1747337 w 7467600"/>
              <a:gd name="connsiteY592" fmla="*/ 1855264 h 6858000"/>
              <a:gd name="connsiteX593" fmla="*/ 1533749 w 7467600"/>
              <a:gd name="connsiteY593" fmla="*/ 1478656 h 6858000"/>
              <a:gd name="connsiteX594" fmla="*/ 1431890 w 7467600"/>
              <a:gd name="connsiteY594" fmla="*/ 1306475 h 6858000"/>
              <a:gd name="connsiteX595" fmla="*/ 5052692 w 7467600"/>
              <a:gd name="connsiteY595" fmla="*/ 1292994 h 6858000"/>
              <a:gd name="connsiteX596" fmla="*/ 5200661 w 7467600"/>
              <a:gd name="connsiteY596" fmla="*/ 1635186 h 6858000"/>
              <a:gd name="connsiteX597" fmla="*/ 5297138 w 7467600"/>
              <a:gd name="connsiteY597" fmla="*/ 1906351 h 6858000"/>
              <a:gd name="connsiteX598" fmla="*/ 5052692 w 7467600"/>
              <a:gd name="connsiteY598" fmla="*/ 1292994 h 6858000"/>
              <a:gd name="connsiteX599" fmla="*/ 5009948 w 7467600"/>
              <a:gd name="connsiteY599" fmla="*/ 1273619 h 6858000"/>
              <a:gd name="connsiteX600" fmla="*/ 5121777 w 7467600"/>
              <a:gd name="connsiteY600" fmla="*/ 1654213 h 6858000"/>
              <a:gd name="connsiteX601" fmla="*/ 5293545 w 7467600"/>
              <a:gd name="connsiteY601" fmla="*/ 2072247 h 6858000"/>
              <a:gd name="connsiteX602" fmla="*/ 5294042 w 7467600"/>
              <a:gd name="connsiteY602" fmla="*/ 2065019 h 6858000"/>
              <a:gd name="connsiteX603" fmla="*/ 5171936 w 7467600"/>
              <a:gd name="connsiteY603" fmla="*/ 1647613 h 6858000"/>
              <a:gd name="connsiteX604" fmla="*/ 5009948 w 7467600"/>
              <a:gd name="connsiteY604" fmla="*/ 1273619 h 6858000"/>
              <a:gd name="connsiteX605" fmla="*/ 655236 w 7467600"/>
              <a:gd name="connsiteY605" fmla="*/ 1268632 h 6858000"/>
              <a:gd name="connsiteX606" fmla="*/ 839521 w 7467600"/>
              <a:gd name="connsiteY606" fmla="*/ 1685315 h 6858000"/>
              <a:gd name="connsiteX607" fmla="*/ 1109416 w 7467600"/>
              <a:gd name="connsiteY607" fmla="*/ 2061663 h 6858000"/>
              <a:gd name="connsiteX608" fmla="*/ 1298300 w 7467600"/>
              <a:gd name="connsiteY608" fmla="*/ 2247742 h 6858000"/>
              <a:gd name="connsiteX609" fmla="*/ 1125871 w 7467600"/>
              <a:gd name="connsiteY609" fmla="*/ 1989513 h 6858000"/>
              <a:gd name="connsiteX610" fmla="*/ 981574 w 7467600"/>
              <a:gd name="connsiteY610" fmla="*/ 1783157 h 6858000"/>
              <a:gd name="connsiteX611" fmla="*/ 922198 w 7467600"/>
              <a:gd name="connsiteY611" fmla="*/ 1677437 h 6858000"/>
              <a:gd name="connsiteX612" fmla="*/ 869293 w 7467600"/>
              <a:gd name="connsiteY612" fmla="*/ 1583214 h 6858000"/>
              <a:gd name="connsiteX613" fmla="*/ 751431 w 7467600"/>
              <a:gd name="connsiteY613" fmla="*/ 1405731 h 6858000"/>
              <a:gd name="connsiteX614" fmla="*/ 655236 w 7467600"/>
              <a:gd name="connsiteY614" fmla="*/ 1268632 h 6858000"/>
              <a:gd name="connsiteX615" fmla="*/ 6516292 w 7467600"/>
              <a:gd name="connsiteY615" fmla="*/ 1263064 h 6858000"/>
              <a:gd name="connsiteX616" fmla="*/ 5736320 w 7467600"/>
              <a:gd name="connsiteY616" fmla="*/ 1501803 h 6858000"/>
              <a:gd name="connsiteX617" fmla="*/ 6516292 w 7467600"/>
              <a:gd name="connsiteY617" fmla="*/ 1263064 h 6858000"/>
              <a:gd name="connsiteX618" fmla="*/ 291466 w 7467600"/>
              <a:gd name="connsiteY618" fmla="*/ 1250369 h 6858000"/>
              <a:gd name="connsiteX619" fmla="*/ 323180 w 7467600"/>
              <a:gd name="connsiteY619" fmla="*/ 1435283 h 6858000"/>
              <a:gd name="connsiteX620" fmla="*/ 349381 w 7467600"/>
              <a:gd name="connsiteY620" fmla="*/ 1875041 h 6858000"/>
              <a:gd name="connsiteX621" fmla="*/ 374363 w 7467600"/>
              <a:gd name="connsiteY621" fmla="*/ 1506494 h 6858000"/>
              <a:gd name="connsiteX622" fmla="*/ 302168 w 7467600"/>
              <a:gd name="connsiteY622" fmla="*/ 1274495 h 6858000"/>
              <a:gd name="connsiteX623" fmla="*/ 291466 w 7467600"/>
              <a:gd name="connsiteY623" fmla="*/ 1250369 h 6858000"/>
              <a:gd name="connsiteX624" fmla="*/ 678222 w 7467600"/>
              <a:gd name="connsiteY624" fmla="*/ 1248670 h 6858000"/>
              <a:gd name="connsiteX625" fmla="*/ 775536 w 7467600"/>
              <a:gd name="connsiteY625" fmla="*/ 1388015 h 6858000"/>
              <a:gd name="connsiteX626" fmla="*/ 894529 w 7467600"/>
              <a:gd name="connsiteY626" fmla="*/ 1567739 h 6858000"/>
              <a:gd name="connsiteX627" fmla="*/ 948000 w 7467600"/>
              <a:gd name="connsiteY627" fmla="*/ 1663088 h 6858000"/>
              <a:gd name="connsiteX628" fmla="*/ 1006812 w 7467600"/>
              <a:gd name="connsiteY628" fmla="*/ 1767683 h 6858000"/>
              <a:gd name="connsiteX629" fmla="*/ 1149133 w 7467600"/>
              <a:gd name="connsiteY629" fmla="*/ 1971513 h 6858000"/>
              <a:gd name="connsiteX630" fmla="*/ 1333952 w 7467600"/>
              <a:gd name="connsiteY630" fmla="*/ 2251620 h 6858000"/>
              <a:gd name="connsiteX631" fmla="*/ 1337329 w 7467600"/>
              <a:gd name="connsiteY631" fmla="*/ 2258350 h 6858000"/>
              <a:gd name="connsiteX632" fmla="*/ 1014726 w 7467600"/>
              <a:gd name="connsiteY632" fmla="*/ 1615556 h 6858000"/>
              <a:gd name="connsiteX633" fmla="*/ 678222 w 7467600"/>
              <a:gd name="connsiteY633" fmla="*/ 1248670 h 6858000"/>
              <a:gd name="connsiteX634" fmla="*/ 6691602 w 7467600"/>
              <a:gd name="connsiteY634" fmla="*/ 1140573 h 6858000"/>
              <a:gd name="connsiteX635" fmla="*/ 6571100 w 7467600"/>
              <a:gd name="connsiteY635" fmla="*/ 1183662 h 6858000"/>
              <a:gd name="connsiteX636" fmla="*/ 6241687 w 7467600"/>
              <a:gd name="connsiteY636" fmla="*/ 1257600 h 6858000"/>
              <a:gd name="connsiteX637" fmla="*/ 5693009 w 7467600"/>
              <a:gd name="connsiteY637" fmla="*/ 1478256 h 6858000"/>
              <a:gd name="connsiteX638" fmla="*/ 6548420 w 7467600"/>
              <a:gd name="connsiteY638" fmla="*/ 1214599 h 6858000"/>
              <a:gd name="connsiteX639" fmla="*/ 6605473 w 7467600"/>
              <a:gd name="connsiteY639" fmla="*/ 1184686 h 6858000"/>
              <a:gd name="connsiteX640" fmla="*/ 6691602 w 7467600"/>
              <a:gd name="connsiteY640" fmla="*/ 1140573 h 6858000"/>
              <a:gd name="connsiteX641" fmla="*/ 4002475 w 7467600"/>
              <a:gd name="connsiteY641" fmla="*/ 1037802 h 6858000"/>
              <a:gd name="connsiteX642" fmla="*/ 4000324 w 7467600"/>
              <a:gd name="connsiteY642" fmla="*/ 1039362 h 6858000"/>
              <a:gd name="connsiteX643" fmla="*/ 4002862 w 7467600"/>
              <a:gd name="connsiteY643" fmla="*/ 1042866 h 6858000"/>
              <a:gd name="connsiteX644" fmla="*/ 4002475 w 7467600"/>
              <a:gd name="connsiteY644" fmla="*/ 1037802 h 6858000"/>
              <a:gd name="connsiteX645" fmla="*/ 506322 w 7467600"/>
              <a:gd name="connsiteY645" fmla="*/ 1020997 h 6858000"/>
              <a:gd name="connsiteX646" fmla="*/ 533068 w 7467600"/>
              <a:gd name="connsiteY646" fmla="*/ 1029409 h 6858000"/>
              <a:gd name="connsiteX647" fmla="*/ 1232525 w 7467600"/>
              <a:gd name="connsiteY647" fmla="*/ 1804675 h 6858000"/>
              <a:gd name="connsiteX648" fmla="*/ 1388858 w 7467600"/>
              <a:gd name="connsiteY648" fmla="*/ 2368011 h 6858000"/>
              <a:gd name="connsiteX649" fmla="*/ 1384098 w 7467600"/>
              <a:gd name="connsiteY649" fmla="*/ 2378125 h 6858000"/>
              <a:gd name="connsiteX650" fmla="*/ 1425393 w 7467600"/>
              <a:gd name="connsiteY650" fmla="*/ 2589124 h 6858000"/>
              <a:gd name="connsiteX651" fmla="*/ 1424001 w 7467600"/>
              <a:gd name="connsiteY651" fmla="*/ 2597541 h 6858000"/>
              <a:gd name="connsiteX652" fmla="*/ 2152729 w 7467600"/>
              <a:gd name="connsiteY652" fmla="*/ 2864487 h 6858000"/>
              <a:gd name="connsiteX653" fmla="*/ 2020609 w 7467600"/>
              <a:gd name="connsiteY653" fmla="*/ 2539671 h 6858000"/>
              <a:gd name="connsiteX654" fmla="*/ 2018920 w 7467600"/>
              <a:gd name="connsiteY654" fmla="*/ 2536309 h 6858000"/>
              <a:gd name="connsiteX655" fmla="*/ 1342441 w 7467600"/>
              <a:gd name="connsiteY655" fmla="*/ 1173017 h 6858000"/>
              <a:gd name="connsiteX656" fmla="*/ 1367925 w 7467600"/>
              <a:gd name="connsiteY656" fmla="*/ 1135648 h 6858000"/>
              <a:gd name="connsiteX657" fmla="*/ 1771401 w 7467600"/>
              <a:gd name="connsiteY657" fmla="*/ 1806673 h 6858000"/>
              <a:gd name="connsiteX658" fmla="*/ 1972385 w 7467600"/>
              <a:gd name="connsiteY658" fmla="*/ 2198735 h 6858000"/>
              <a:gd name="connsiteX659" fmla="*/ 2040892 w 7467600"/>
              <a:gd name="connsiteY659" fmla="*/ 2405205 h 6858000"/>
              <a:gd name="connsiteX660" fmla="*/ 2131689 w 7467600"/>
              <a:gd name="connsiteY660" fmla="*/ 1936926 h 6858000"/>
              <a:gd name="connsiteX661" fmla="*/ 2454820 w 7467600"/>
              <a:gd name="connsiteY661" fmla="*/ 1248808 h 6858000"/>
              <a:gd name="connsiteX662" fmla="*/ 2492512 w 7467600"/>
              <a:gd name="connsiteY662" fmla="*/ 1302920 h 6858000"/>
              <a:gd name="connsiteX663" fmla="*/ 2081216 w 7467600"/>
              <a:gd name="connsiteY663" fmla="*/ 2527513 h 6858000"/>
              <a:gd name="connsiteX664" fmla="*/ 2081211 w 7467600"/>
              <a:gd name="connsiteY664" fmla="*/ 2528916 h 6858000"/>
              <a:gd name="connsiteX665" fmla="*/ 2199067 w 7467600"/>
              <a:gd name="connsiteY665" fmla="*/ 2884061 h 6858000"/>
              <a:gd name="connsiteX666" fmla="*/ 3192586 w 7467600"/>
              <a:gd name="connsiteY666" fmla="*/ 3411496 h 6858000"/>
              <a:gd name="connsiteX667" fmla="*/ 3182620 w 7467600"/>
              <a:gd name="connsiteY667" fmla="*/ 3483279 h 6858000"/>
              <a:gd name="connsiteX668" fmla="*/ 2435119 w 7467600"/>
              <a:gd name="connsiteY668" fmla="*/ 3080173 h 6858000"/>
              <a:gd name="connsiteX669" fmla="*/ 2410152 w 7467600"/>
              <a:gd name="connsiteY669" fmla="*/ 3063751 h 6858000"/>
              <a:gd name="connsiteX670" fmla="*/ 2408099 w 7467600"/>
              <a:gd name="connsiteY670" fmla="*/ 3064403 h 6858000"/>
              <a:gd name="connsiteX671" fmla="*/ 2407218 w 7467600"/>
              <a:gd name="connsiteY671" fmla="*/ 3070324 h 6858000"/>
              <a:gd name="connsiteX672" fmla="*/ 2380138 w 7467600"/>
              <a:gd name="connsiteY672" fmla="*/ 3099341 h 6858000"/>
              <a:gd name="connsiteX673" fmla="*/ 1765923 w 7467600"/>
              <a:gd name="connsiteY673" fmla="*/ 3581043 h 6858000"/>
              <a:gd name="connsiteX674" fmla="*/ 1702258 w 7467600"/>
              <a:gd name="connsiteY674" fmla="*/ 3612286 h 6858000"/>
              <a:gd name="connsiteX675" fmla="*/ 1538370 w 7467600"/>
              <a:gd name="connsiteY675" fmla="*/ 3811804 h 6858000"/>
              <a:gd name="connsiteX676" fmla="*/ 542867 w 7467600"/>
              <a:gd name="connsiteY676" fmla="*/ 4944092 h 6858000"/>
              <a:gd name="connsiteX677" fmla="*/ 515800 w 7467600"/>
              <a:gd name="connsiteY677" fmla="*/ 4862180 h 6858000"/>
              <a:gd name="connsiteX678" fmla="*/ 909145 w 7467600"/>
              <a:gd name="connsiteY678" fmla="*/ 4199225 h 6858000"/>
              <a:gd name="connsiteX679" fmla="*/ 1214067 w 7467600"/>
              <a:gd name="connsiteY679" fmla="*/ 3908561 h 6858000"/>
              <a:gd name="connsiteX680" fmla="*/ 640967 w 7467600"/>
              <a:gd name="connsiteY680" fmla="*/ 4105601 h 6858000"/>
              <a:gd name="connsiteX681" fmla="*/ 112563 w 7467600"/>
              <a:gd name="connsiteY681" fmla="*/ 4396952 h 6858000"/>
              <a:gd name="connsiteX682" fmla="*/ 0 w 7467600"/>
              <a:gd name="connsiteY682" fmla="*/ 4466006 h 6858000"/>
              <a:gd name="connsiteX683" fmla="*/ 0 w 7467600"/>
              <a:gd name="connsiteY683" fmla="*/ 4233763 h 6858000"/>
              <a:gd name="connsiteX684" fmla="*/ 36881 w 7467600"/>
              <a:gd name="connsiteY684" fmla="*/ 4200118 h 6858000"/>
              <a:gd name="connsiteX685" fmla="*/ 910534 w 7467600"/>
              <a:gd name="connsiteY685" fmla="*/ 3629753 h 6858000"/>
              <a:gd name="connsiteX686" fmla="*/ 1578717 w 7467600"/>
              <a:gd name="connsiteY686" fmla="*/ 3575982 h 6858000"/>
              <a:gd name="connsiteX687" fmla="*/ 2338780 w 7467600"/>
              <a:gd name="connsiteY687" fmla="*/ 3033725 h 6858000"/>
              <a:gd name="connsiteX688" fmla="*/ 1807991 w 7467600"/>
              <a:gd name="connsiteY688" fmla="*/ 2807184 h 6858000"/>
              <a:gd name="connsiteX689" fmla="*/ 1416358 w 7467600"/>
              <a:gd name="connsiteY689" fmla="*/ 3112571 h 6858000"/>
              <a:gd name="connsiteX690" fmla="*/ 939066 w 7467600"/>
              <a:gd name="connsiteY690" fmla="*/ 3378798 h 6858000"/>
              <a:gd name="connsiteX691" fmla="*/ 115099 w 7467600"/>
              <a:gd name="connsiteY691" fmla="*/ 3607650 h 6858000"/>
              <a:gd name="connsiteX692" fmla="*/ 97284 w 7467600"/>
              <a:gd name="connsiteY692" fmla="*/ 3520393 h 6858000"/>
              <a:gd name="connsiteX693" fmla="*/ 922050 w 7467600"/>
              <a:gd name="connsiteY693" fmla="*/ 3074867 h 6858000"/>
              <a:gd name="connsiteX694" fmla="*/ 1405265 w 7467600"/>
              <a:gd name="connsiteY694" fmla="*/ 3016319 h 6858000"/>
              <a:gd name="connsiteX695" fmla="*/ 1407512 w 7467600"/>
              <a:gd name="connsiteY695" fmla="*/ 3018001 h 6858000"/>
              <a:gd name="connsiteX696" fmla="*/ 1726266 w 7467600"/>
              <a:gd name="connsiteY696" fmla="*/ 2777274 h 6858000"/>
              <a:gd name="connsiteX697" fmla="*/ 625390 w 7467600"/>
              <a:gd name="connsiteY697" fmla="*/ 2514541 h 6858000"/>
              <a:gd name="connsiteX698" fmla="*/ 619799 w 7467600"/>
              <a:gd name="connsiteY698" fmla="*/ 2527180 h 6858000"/>
              <a:gd name="connsiteX699" fmla="*/ 310030 w 7467600"/>
              <a:gd name="connsiteY699" fmla="*/ 2771818 h 6858000"/>
              <a:gd name="connsiteX700" fmla="*/ 173877 w 7467600"/>
              <a:gd name="connsiteY700" fmla="*/ 2937056 h 6858000"/>
              <a:gd name="connsiteX701" fmla="*/ 77889 w 7467600"/>
              <a:gd name="connsiteY701" fmla="*/ 3138440 h 6858000"/>
              <a:gd name="connsiteX702" fmla="*/ 0 w 7467600"/>
              <a:gd name="connsiteY702" fmla="*/ 3271395 h 6858000"/>
              <a:gd name="connsiteX703" fmla="*/ 0 w 7467600"/>
              <a:gd name="connsiteY703" fmla="*/ 3153002 h 6858000"/>
              <a:gd name="connsiteX704" fmla="*/ 2386 w 7467600"/>
              <a:gd name="connsiteY704" fmla="*/ 3149203 h 6858000"/>
              <a:gd name="connsiteX705" fmla="*/ 89753 w 7467600"/>
              <a:gd name="connsiteY705" fmla="*/ 2987702 h 6858000"/>
              <a:gd name="connsiteX706" fmla="*/ 76869 w 7467600"/>
              <a:gd name="connsiteY706" fmla="*/ 3005404 h 6858000"/>
              <a:gd name="connsiteX707" fmla="*/ 32049 w 7467600"/>
              <a:gd name="connsiteY707" fmla="*/ 3065814 h 6858000"/>
              <a:gd name="connsiteX708" fmla="*/ 0 w 7467600"/>
              <a:gd name="connsiteY708" fmla="*/ 3108744 h 6858000"/>
              <a:gd name="connsiteX709" fmla="*/ 0 w 7467600"/>
              <a:gd name="connsiteY709" fmla="*/ 3058059 h 6858000"/>
              <a:gd name="connsiteX710" fmla="*/ 7610 w 7467600"/>
              <a:gd name="connsiteY710" fmla="*/ 3047889 h 6858000"/>
              <a:gd name="connsiteX711" fmla="*/ 52419 w 7467600"/>
              <a:gd name="connsiteY711" fmla="*/ 2987479 h 6858000"/>
              <a:gd name="connsiteX712" fmla="*/ 59142 w 7467600"/>
              <a:gd name="connsiteY712" fmla="*/ 2978488 h 6858000"/>
              <a:gd name="connsiteX713" fmla="*/ 0 w 7467600"/>
              <a:gd name="connsiteY713" fmla="*/ 3015334 h 6858000"/>
              <a:gd name="connsiteX714" fmla="*/ 0 w 7467600"/>
              <a:gd name="connsiteY714" fmla="*/ 2914286 h 6858000"/>
              <a:gd name="connsiteX715" fmla="*/ 36383 w 7467600"/>
              <a:gd name="connsiteY715" fmla="*/ 2901128 h 6858000"/>
              <a:gd name="connsiteX716" fmla="*/ 156329 w 7467600"/>
              <a:gd name="connsiteY716" fmla="*/ 2840533 h 6858000"/>
              <a:gd name="connsiteX717" fmla="*/ 358355 w 7467600"/>
              <a:gd name="connsiteY717" fmla="*/ 2620471 h 6858000"/>
              <a:gd name="connsiteX718" fmla="*/ 510577 w 7467600"/>
              <a:gd name="connsiteY718" fmla="*/ 2501244 h 6858000"/>
              <a:gd name="connsiteX719" fmla="*/ 211967 w 7467600"/>
              <a:gd name="connsiteY719" fmla="*/ 2479171 h 6858000"/>
              <a:gd name="connsiteX720" fmla="*/ 0 w 7467600"/>
              <a:gd name="connsiteY720" fmla="*/ 2476398 h 6858000"/>
              <a:gd name="connsiteX721" fmla="*/ 0 w 7467600"/>
              <a:gd name="connsiteY721" fmla="*/ 2389189 h 6858000"/>
              <a:gd name="connsiteX722" fmla="*/ 103062 w 7467600"/>
              <a:gd name="connsiteY722" fmla="*/ 2389518 h 6858000"/>
              <a:gd name="connsiteX723" fmla="*/ 510734 w 7467600"/>
              <a:gd name="connsiteY723" fmla="*/ 2416201 h 6858000"/>
              <a:gd name="connsiteX724" fmla="*/ 279257 w 7467600"/>
              <a:gd name="connsiteY724" fmla="*/ 2092102 h 6858000"/>
              <a:gd name="connsiteX725" fmla="*/ 65265 w 7467600"/>
              <a:gd name="connsiteY725" fmla="*/ 2006049 h 6858000"/>
              <a:gd name="connsiteX726" fmla="*/ 0 w 7467600"/>
              <a:gd name="connsiteY726" fmla="*/ 1982532 h 6858000"/>
              <a:gd name="connsiteX727" fmla="*/ 0 w 7467600"/>
              <a:gd name="connsiteY727" fmla="*/ 1912789 h 6858000"/>
              <a:gd name="connsiteX728" fmla="*/ 97460 w 7467600"/>
              <a:gd name="connsiteY728" fmla="*/ 1953725 h 6858000"/>
              <a:gd name="connsiteX729" fmla="*/ 221272 w 7467600"/>
              <a:gd name="connsiteY729" fmla="*/ 1980766 h 6858000"/>
              <a:gd name="connsiteX730" fmla="*/ 116765 w 7467600"/>
              <a:gd name="connsiteY730" fmla="*/ 1911033 h 6858000"/>
              <a:gd name="connsiteX731" fmla="*/ 16405 w 7467600"/>
              <a:gd name="connsiteY731" fmla="*/ 1803412 h 6858000"/>
              <a:gd name="connsiteX732" fmla="*/ 0 w 7467600"/>
              <a:gd name="connsiteY732" fmla="*/ 1784777 h 6858000"/>
              <a:gd name="connsiteX733" fmla="*/ 0 w 7467600"/>
              <a:gd name="connsiteY733" fmla="*/ 1740082 h 6858000"/>
              <a:gd name="connsiteX734" fmla="*/ 39394 w 7467600"/>
              <a:gd name="connsiteY734" fmla="*/ 1784856 h 6858000"/>
              <a:gd name="connsiteX735" fmla="*/ 135813 w 7467600"/>
              <a:gd name="connsiteY735" fmla="*/ 1888838 h 6858000"/>
              <a:gd name="connsiteX736" fmla="*/ 242575 w 7467600"/>
              <a:gd name="connsiteY736" fmla="*/ 1958841 h 6858000"/>
              <a:gd name="connsiteX737" fmla="*/ 82197 w 7467600"/>
              <a:gd name="connsiteY737" fmla="*/ 1754826 h 6858000"/>
              <a:gd name="connsiteX738" fmla="*/ 0 w 7467600"/>
              <a:gd name="connsiteY738" fmla="*/ 1679650 h 6858000"/>
              <a:gd name="connsiteX739" fmla="*/ 0 w 7467600"/>
              <a:gd name="connsiteY739" fmla="*/ 1602463 h 6858000"/>
              <a:gd name="connsiteX740" fmla="*/ 84689 w 7467600"/>
              <a:gd name="connsiteY740" fmla="*/ 1677442 h 6858000"/>
              <a:gd name="connsiteX741" fmla="*/ 298437 w 7467600"/>
              <a:gd name="connsiteY741" fmla="*/ 1968019 h 6858000"/>
              <a:gd name="connsiteX742" fmla="*/ 227269 w 7467600"/>
              <a:gd name="connsiteY742" fmla="*/ 1114064 h 6858000"/>
              <a:gd name="connsiteX743" fmla="*/ 248003 w 7467600"/>
              <a:gd name="connsiteY743" fmla="*/ 1089613 h 6858000"/>
              <a:gd name="connsiteX744" fmla="*/ 427020 w 7467600"/>
              <a:gd name="connsiteY744" fmla="*/ 1619803 h 6858000"/>
              <a:gd name="connsiteX745" fmla="*/ 340345 w 7467600"/>
              <a:gd name="connsiteY745" fmla="*/ 2027739 h 6858000"/>
              <a:gd name="connsiteX746" fmla="*/ 360865 w 7467600"/>
              <a:gd name="connsiteY746" fmla="*/ 2044827 h 6858000"/>
              <a:gd name="connsiteX747" fmla="*/ 560414 w 7467600"/>
              <a:gd name="connsiteY747" fmla="*/ 2421457 h 6858000"/>
              <a:gd name="connsiteX748" fmla="*/ 1359703 w 7467600"/>
              <a:gd name="connsiteY748" fmla="*/ 2578554 h 6858000"/>
              <a:gd name="connsiteX749" fmla="*/ 1359422 w 7467600"/>
              <a:gd name="connsiteY749" fmla="*/ 2577994 h 6858000"/>
              <a:gd name="connsiteX750" fmla="*/ 828701 w 7467600"/>
              <a:gd name="connsiteY750" fmla="*/ 1839520 h 6858000"/>
              <a:gd name="connsiteX751" fmla="*/ 494427 w 7467600"/>
              <a:gd name="connsiteY751" fmla="*/ 1092333 h 6858000"/>
              <a:gd name="connsiteX752" fmla="*/ 506322 w 7467600"/>
              <a:gd name="connsiteY752" fmla="*/ 1020997 h 6858000"/>
              <a:gd name="connsiteX753" fmla="*/ 4570198 w 7467600"/>
              <a:gd name="connsiteY753" fmla="*/ 978081 h 6858000"/>
              <a:gd name="connsiteX754" fmla="*/ 4523691 w 7467600"/>
              <a:gd name="connsiteY754" fmla="*/ 1127776 h 6858000"/>
              <a:gd name="connsiteX755" fmla="*/ 4509875 w 7467600"/>
              <a:gd name="connsiteY755" fmla="*/ 1167552 h 6858000"/>
              <a:gd name="connsiteX756" fmla="*/ 4478168 w 7467600"/>
              <a:gd name="connsiteY756" fmla="*/ 1260735 h 6858000"/>
              <a:gd name="connsiteX757" fmla="*/ 4409309 w 7467600"/>
              <a:gd name="connsiteY757" fmla="*/ 1666996 h 6858000"/>
              <a:gd name="connsiteX758" fmla="*/ 4370031 w 7467600"/>
              <a:gd name="connsiteY758" fmla="*/ 1955666 h 6858000"/>
              <a:gd name="connsiteX759" fmla="*/ 4570198 w 7467600"/>
              <a:gd name="connsiteY759" fmla="*/ 978081 h 6858000"/>
              <a:gd name="connsiteX760" fmla="*/ 4557898 w 7467600"/>
              <a:gd name="connsiteY760" fmla="*/ 900011 h 6858000"/>
              <a:gd name="connsiteX761" fmla="*/ 4344840 w 7467600"/>
              <a:gd name="connsiteY761" fmla="*/ 1922038 h 6858000"/>
              <a:gd name="connsiteX762" fmla="*/ 4378710 w 7467600"/>
              <a:gd name="connsiteY762" fmla="*/ 1665516 h 6858000"/>
              <a:gd name="connsiteX763" fmla="*/ 4448798 w 7467600"/>
              <a:gd name="connsiteY763" fmla="*/ 1253024 h 6858000"/>
              <a:gd name="connsiteX764" fmla="*/ 4480315 w 7467600"/>
              <a:gd name="connsiteY764" fmla="*/ 1158454 h 6858000"/>
              <a:gd name="connsiteX765" fmla="*/ 4494133 w 7467600"/>
              <a:gd name="connsiteY765" fmla="*/ 1118676 h 6858000"/>
              <a:gd name="connsiteX766" fmla="*/ 4557898 w 7467600"/>
              <a:gd name="connsiteY766" fmla="*/ 900011 h 6858000"/>
              <a:gd name="connsiteX767" fmla="*/ 5870151 w 7467600"/>
              <a:gd name="connsiteY767" fmla="*/ 898890 h 6858000"/>
              <a:gd name="connsiteX768" fmla="*/ 5861335 w 7467600"/>
              <a:gd name="connsiteY768" fmla="*/ 899177 h 6858000"/>
              <a:gd name="connsiteX769" fmla="*/ 5843702 w 7467600"/>
              <a:gd name="connsiteY769" fmla="*/ 899748 h 6858000"/>
              <a:gd name="connsiteX770" fmla="*/ 5651107 w 7467600"/>
              <a:gd name="connsiteY770" fmla="*/ 920306 h 6858000"/>
              <a:gd name="connsiteX771" fmla="*/ 5459407 w 7467600"/>
              <a:gd name="connsiteY771" fmla="*/ 940975 h 6858000"/>
              <a:gd name="connsiteX772" fmla="*/ 5374846 w 7467600"/>
              <a:gd name="connsiteY772" fmla="*/ 941988 h 6858000"/>
              <a:gd name="connsiteX773" fmla="*/ 5256105 w 7467600"/>
              <a:gd name="connsiteY773" fmla="*/ 945632 h 6858000"/>
              <a:gd name="connsiteX774" fmla="*/ 5107071 w 7467600"/>
              <a:gd name="connsiteY774" fmla="*/ 969720 h 6858000"/>
              <a:gd name="connsiteX775" fmla="*/ 4998681 w 7467600"/>
              <a:gd name="connsiteY775" fmla="*/ 988771 h 6858000"/>
              <a:gd name="connsiteX776" fmla="*/ 5870151 w 7467600"/>
              <a:gd name="connsiteY776" fmla="*/ 898890 h 6858000"/>
              <a:gd name="connsiteX777" fmla="*/ 5504425 w 7467600"/>
              <a:gd name="connsiteY777" fmla="*/ 848067 h 6858000"/>
              <a:gd name="connsiteX778" fmla="*/ 4968849 w 7467600"/>
              <a:gd name="connsiteY778" fmla="*/ 962318 h 6858000"/>
              <a:gd name="connsiteX779" fmla="*/ 5104039 w 7467600"/>
              <a:gd name="connsiteY779" fmla="*/ 940634 h 6858000"/>
              <a:gd name="connsiteX780" fmla="*/ 5256311 w 7467600"/>
              <a:gd name="connsiteY780" fmla="*/ 916490 h 6858000"/>
              <a:gd name="connsiteX781" fmla="*/ 5377381 w 7467600"/>
              <a:gd name="connsiteY781" fmla="*/ 912671 h 6858000"/>
              <a:gd name="connsiteX782" fmla="*/ 5460148 w 7467600"/>
              <a:gd name="connsiteY782" fmla="*/ 911442 h 6858000"/>
              <a:gd name="connsiteX783" fmla="*/ 5648971 w 7467600"/>
              <a:gd name="connsiteY783" fmla="*/ 891331 h 6858000"/>
              <a:gd name="connsiteX784" fmla="*/ 5844807 w 7467600"/>
              <a:gd name="connsiteY784" fmla="*/ 870718 h 6858000"/>
              <a:gd name="connsiteX785" fmla="*/ 5862975 w 7467600"/>
              <a:gd name="connsiteY785" fmla="*/ 869756 h 6858000"/>
              <a:gd name="connsiteX786" fmla="*/ 5920887 w 7467600"/>
              <a:gd name="connsiteY786" fmla="*/ 865929 h 6858000"/>
              <a:gd name="connsiteX787" fmla="*/ 5504425 w 7467600"/>
              <a:gd name="connsiteY787" fmla="*/ 848067 h 6858000"/>
              <a:gd name="connsiteX788" fmla="*/ 3607114 w 7467600"/>
              <a:gd name="connsiteY788" fmla="*/ 467441 h 6858000"/>
              <a:gd name="connsiteX789" fmla="*/ 3296242 w 7467600"/>
              <a:gd name="connsiteY789" fmla="*/ 807991 h 6858000"/>
              <a:gd name="connsiteX790" fmla="*/ 3174674 w 7467600"/>
              <a:gd name="connsiteY790" fmla="*/ 919759 h 6858000"/>
              <a:gd name="connsiteX791" fmla="*/ 3042978 w 7467600"/>
              <a:gd name="connsiteY791" fmla="*/ 1054894 h 6858000"/>
              <a:gd name="connsiteX792" fmla="*/ 2968914 w 7467600"/>
              <a:gd name="connsiteY792" fmla="*/ 1133756 h 6858000"/>
              <a:gd name="connsiteX793" fmla="*/ 3103823 w 7467600"/>
              <a:gd name="connsiteY793" fmla="*/ 1026814 h 6858000"/>
              <a:gd name="connsiteX794" fmla="*/ 3607114 w 7467600"/>
              <a:gd name="connsiteY794" fmla="*/ 467441 h 6858000"/>
              <a:gd name="connsiteX795" fmla="*/ 3744487 w 7467600"/>
              <a:gd name="connsiteY795" fmla="*/ 383136 h 6858000"/>
              <a:gd name="connsiteX796" fmla="*/ 3970213 w 7467600"/>
              <a:gd name="connsiteY796" fmla="*/ 995559 h 6858000"/>
              <a:gd name="connsiteX797" fmla="*/ 3744487 w 7467600"/>
              <a:gd name="connsiteY797" fmla="*/ 383136 h 6858000"/>
              <a:gd name="connsiteX798" fmla="*/ 3624562 w 7467600"/>
              <a:gd name="connsiteY798" fmla="*/ 367041 h 6858000"/>
              <a:gd name="connsiteX799" fmla="*/ 3489712 w 7467600"/>
              <a:gd name="connsiteY799" fmla="*/ 485386 h 6858000"/>
              <a:gd name="connsiteX800" fmla="*/ 3182994 w 7467600"/>
              <a:gd name="connsiteY800" fmla="*/ 828265 h 6858000"/>
              <a:gd name="connsiteX801" fmla="*/ 2892114 w 7467600"/>
              <a:gd name="connsiteY801" fmla="*/ 1172635 h 6858000"/>
              <a:gd name="connsiteX802" fmla="*/ 3021459 w 7467600"/>
              <a:gd name="connsiteY802" fmla="*/ 1035385 h 6858000"/>
              <a:gd name="connsiteX803" fmla="*/ 3153873 w 7467600"/>
              <a:gd name="connsiteY803" fmla="*/ 898971 h 6858000"/>
              <a:gd name="connsiteX804" fmla="*/ 3276511 w 7467600"/>
              <a:gd name="connsiteY804" fmla="*/ 786423 h 6858000"/>
              <a:gd name="connsiteX805" fmla="*/ 3584154 w 7467600"/>
              <a:gd name="connsiteY805" fmla="*/ 448218 h 6858000"/>
              <a:gd name="connsiteX806" fmla="*/ 3624562 w 7467600"/>
              <a:gd name="connsiteY806" fmla="*/ 367041 h 6858000"/>
              <a:gd name="connsiteX807" fmla="*/ 3766672 w 7467600"/>
              <a:gd name="connsiteY807" fmla="*/ 359429 h 6858000"/>
              <a:gd name="connsiteX808" fmla="*/ 3996338 w 7467600"/>
              <a:gd name="connsiteY808" fmla="*/ 968237 h 6858000"/>
              <a:gd name="connsiteX809" fmla="*/ 3766672 w 7467600"/>
              <a:gd name="connsiteY809" fmla="*/ 359429 h 6858000"/>
              <a:gd name="connsiteX810" fmla="*/ 5805386 w 7467600"/>
              <a:gd name="connsiteY810" fmla="*/ 239240 h 6858000"/>
              <a:gd name="connsiteX811" fmla="*/ 5736947 w 7467600"/>
              <a:gd name="connsiteY811" fmla="*/ 261367 h 6858000"/>
              <a:gd name="connsiteX812" fmla="*/ 5427012 w 7467600"/>
              <a:gd name="connsiteY812" fmla="*/ 311272 h 6858000"/>
              <a:gd name="connsiteX813" fmla="*/ 5147818 w 7467600"/>
              <a:gd name="connsiteY813" fmla="*/ 322112 h 6858000"/>
              <a:gd name="connsiteX814" fmla="*/ 5060854 w 7467600"/>
              <a:gd name="connsiteY814" fmla="*/ 311882 h 6858000"/>
              <a:gd name="connsiteX815" fmla="*/ 4945989 w 7467600"/>
              <a:gd name="connsiteY815" fmla="*/ 300516 h 6858000"/>
              <a:gd name="connsiteX816" fmla="*/ 5410479 w 7467600"/>
              <a:gd name="connsiteY816" fmla="*/ 348434 h 6858000"/>
              <a:gd name="connsiteX817" fmla="*/ 5805386 w 7467600"/>
              <a:gd name="connsiteY817" fmla="*/ 239240 h 6858000"/>
              <a:gd name="connsiteX818" fmla="*/ 5905192 w 7467600"/>
              <a:gd name="connsiteY818" fmla="*/ 163079 h 6858000"/>
              <a:gd name="connsiteX819" fmla="*/ 5865655 w 7467600"/>
              <a:gd name="connsiteY819" fmla="*/ 171901 h 6858000"/>
              <a:gd name="connsiteX820" fmla="*/ 5259740 w 7467600"/>
              <a:gd name="connsiteY820" fmla="*/ 257013 h 6858000"/>
              <a:gd name="connsiteX821" fmla="*/ 5208466 w 7467600"/>
              <a:gd name="connsiteY821" fmla="*/ 257550 h 6858000"/>
              <a:gd name="connsiteX822" fmla="*/ 4980204 w 7467600"/>
              <a:gd name="connsiteY822" fmla="*/ 271903 h 6858000"/>
              <a:gd name="connsiteX823" fmla="*/ 5068068 w 7467600"/>
              <a:gd name="connsiteY823" fmla="*/ 282244 h 6858000"/>
              <a:gd name="connsiteX824" fmla="*/ 5153231 w 7467600"/>
              <a:gd name="connsiteY824" fmla="*/ 292240 h 6858000"/>
              <a:gd name="connsiteX825" fmla="*/ 5426491 w 7467600"/>
              <a:gd name="connsiteY825" fmla="*/ 281128 h 6858000"/>
              <a:gd name="connsiteX826" fmla="*/ 5731212 w 7467600"/>
              <a:gd name="connsiteY826" fmla="*/ 231951 h 6858000"/>
              <a:gd name="connsiteX827" fmla="*/ 5905192 w 7467600"/>
              <a:gd name="connsiteY827" fmla="*/ 163079 h 6858000"/>
              <a:gd name="connsiteX828" fmla="*/ 5944437 w 7467600"/>
              <a:gd name="connsiteY828" fmla="*/ 113829 h 6858000"/>
              <a:gd name="connsiteX829" fmla="*/ 5825032 w 7467600"/>
              <a:gd name="connsiteY829" fmla="*/ 146405 h 6858000"/>
              <a:gd name="connsiteX830" fmla="*/ 4955599 w 7467600"/>
              <a:gd name="connsiteY830" fmla="*/ 247008 h 6858000"/>
              <a:gd name="connsiteX831" fmla="*/ 5210104 w 7467600"/>
              <a:gd name="connsiteY831" fmla="*/ 228123 h 6858000"/>
              <a:gd name="connsiteX832" fmla="*/ 5261015 w 7467600"/>
              <a:gd name="connsiteY832" fmla="*/ 227087 h 6858000"/>
              <a:gd name="connsiteX833" fmla="*/ 5861181 w 7467600"/>
              <a:gd name="connsiteY833" fmla="*/ 143093 h 6858000"/>
              <a:gd name="connsiteX834" fmla="*/ 5961252 w 7467600"/>
              <a:gd name="connsiteY834" fmla="*/ 114820 h 6858000"/>
              <a:gd name="connsiteX835" fmla="*/ 5944437 w 7467600"/>
              <a:gd name="connsiteY835" fmla="*/ 113829 h 6858000"/>
              <a:gd name="connsiteX836" fmla="*/ 3882765 w 7467600"/>
              <a:gd name="connsiteY836" fmla="*/ 0 h 6858000"/>
              <a:gd name="connsiteX837" fmla="*/ 3995099 w 7467600"/>
              <a:gd name="connsiteY837" fmla="*/ 0 h 6858000"/>
              <a:gd name="connsiteX838" fmla="*/ 4163818 w 7467600"/>
              <a:gd name="connsiteY838" fmla="*/ 234104 h 6858000"/>
              <a:gd name="connsiteX839" fmla="*/ 4172099 w 7467600"/>
              <a:gd name="connsiteY839" fmla="*/ 234207 h 6858000"/>
              <a:gd name="connsiteX840" fmla="*/ 4784282 w 7467600"/>
              <a:gd name="connsiteY840" fmla="*/ 276561 h 6858000"/>
              <a:gd name="connsiteX841" fmla="*/ 4801687 w 7467600"/>
              <a:gd name="connsiteY841" fmla="*/ 267764 h 6858000"/>
              <a:gd name="connsiteX842" fmla="*/ 6082788 w 7467600"/>
              <a:gd name="connsiteY842" fmla="*/ 64119 h 6858000"/>
              <a:gd name="connsiteX843" fmla="*/ 6099442 w 7467600"/>
              <a:gd name="connsiteY843" fmla="*/ 82568 h 6858000"/>
              <a:gd name="connsiteX844" fmla="*/ 4804137 w 7467600"/>
              <a:gd name="connsiteY844" fmla="*/ 320931 h 6858000"/>
              <a:gd name="connsiteX845" fmla="*/ 4227047 w 7467600"/>
              <a:gd name="connsiteY845" fmla="*/ 313415 h 6858000"/>
              <a:gd name="connsiteX846" fmla="*/ 4346041 w 7467600"/>
              <a:gd name="connsiteY846" fmla="*/ 456086 h 6858000"/>
              <a:gd name="connsiteX847" fmla="*/ 4870967 w 7467600"/>
              <a:gd name="connsiteY847" fmla="*/ 963061 h 6858000"/>
              <a:gd name="connsiteX848" fmla="*/ 4889647 w 7467600"/>
              <a:gd name="connsiteY848" fmla="*/ 957147 h 6858000"/>
              <a:gd name="connsiteX849" fmla="*/ 5422504 w 7467600"/>
              <a:gd name="connsiteY849" fmla="*/ 805191 h 6858000"/>
              <a:gd name="connsiteX850" fmla="*/ 6087656 w 7467600"/>
              <a:gd name="connsiteY850" fmla="*/ 826703 h 6858000"/>
              <a:gd name="connsiteX851" fmla="*/ 6058717 w 7467600"/>
              <a:gd name="connsiteY851" fmla="*/ 865992 h 6858000"/>
              <a:gd name="connsiteX852" fmla="*/ 4974153 w 7467600"/>
              <a:gd name="connsiteY852" fmla="*/ 1045456 h 6858000"/>
              <a:gd name="connsiteX853" fmla="*/ 5627835 w 7467600"/>
              <a:gd name="connsiteY853" fmla="*/ 1472077 h 6858000"/>
              <a:gd name="connsiteX854" fmla="*/ 5629817 w 7467600"/>
              <a:gd name="connsiteY854" fmla="*/ 1471412 h 6858000"/>
              <a:gd name="connsiteX855" fmla="*/ 5634124 w 7467600"/>
              <a:gd name="connsiteY855" fmla="*/ 1470572 h 6858000"/>
              <a:gd name="connsiteX856" fmla="*/ 5755832 w 7467600"/>
              <a:gd name="connsiteY856" fmla="*/ 1383886 h 6858000"/>
              <a:gd name="connsiteX857" fmla="*/ 6014186 w 7467600"/>
              <a:gd name="connsiteY857" fmla="*/ 1279799 h 6858000"/>
              <a:gd name="connsiteX858" fmla="*/ 6901619 w 7467600"/>
              <a:gd name="connsiteY858" fmla="*/ 1047874 h 6858000"/>
              <a:gd name="connsiteX859" fmla="*/ 6931566 w 7467600"/>
              <a:gd name="connsiteY859" fmla="*/ 1062034 h 6858000"/>
              <a:gd name="connsiteX860" fmla="*/ 5790982 w 7467600"/>
              <a:gd name="connsiteY860" fmla="*/ 1561380 h 6858000"/>
              <a:gd name="connsiteX861" fmla="*/ 6188971 w 7467600"/>
              <a:gd name="connsiteY861" fmla="*/ 1755168 h 6858000"/>
              <a:gd name="connsiteX862" fmla="*/ 6202446 w 7467600"/>
              <a:gd name="connsiteY862" fmla="*/ 1752268 h 6858000"/>
              <a:gd name="connsiteX863" fmla="*/ 7179560 w 7467600"/>
              <a:gd name="connsiteY863" fmla="*/ 1467551 h 6858000"/>
              <a:gd name="connsiteX864" fmla="*/ 7158730 w 7467600"/>
              <a:gd name="connsiteY864" fmla="*/ 1507835 h 6858000"/>
              <a:gd name="connsiteX865" fmla="*/ 6326959 w 7467600"/>
              <a:gd name="connsiteY865" fmla="*/ 1817686 h 6858000"/>
              <a:gd name="connsiteX866" fmla="*/ 6537433 w 7467600"/>
              <a:gd name="connsiteY866" fmla="*/ 1907790 h 6858000"/>
              <a:gd name="connsiteX867" fmla="*/ 6550221 w 7467600"/>
              <a:gd name="connsiteY867" fmla="*/ 1910729 h 6858000"/>
              <a:gd name="connsiteX868" fmla="*/ 6964438 w 7467600"/>
              <a:gd name="connsiteY868" fmla="*/ 2209505 h 6858000"/>
              <a:gd name="connsiteX869" fmla="*/ 7367862 w 7467600"/>
              <a:gd name="connsiteY869" fmla="*/ 2806833 h 6858000"/>
              <a:gd name="connsiteX870" fmla="*/ 7364329 w 7467600"/>
              <a:gd name="connsiteY870" fmla="*/ 2826907 h 6858000"/>
              <a:gd name="connsiteX871" fmla="*/ 7290545 w 7467600"/>
              <a:gd name="connsiteY871" fmla="*/ 2850663 h 6858000"/>
              <a:gd name="connsiteX872" fmla="*/ 6472036 w 7467600"/>
              <a:gd name="connsiteY872" fmla="*/ 1959003 h 6858000"/>
              <a:gd name="connsiteX873" fmla="*/ 5792897 w 7467600"/>
              <a:gd name="connsiteY873" fmla="*/ 1647747 h 6858000"/>
              <a:gd name="connsiteX874" fmla="*/ 5842751 w 7467600"/>
              <a:gd name="connsiteY874" fmla="*/ 1816112 h 6858000"/>
              <a:gd name="connsiteX875" fmla="*/ 5847424 w 7467600"/>
              <a:gd name="connsiteY875" fmla="*/ 1815776 h 6858000"/>
              <a:gd name="connsiteX876" fmla="*/ 6399821 w 7467600"/>
              <a:gd name="connsiteY876" fmla="*/ 2344799 h 6858000"/>
              <a:gd name="connsiteX877" fmla="*/ 6323232 w 7467600"/>
              <a:gd name="connsiteY877" fmla="*/ 2389634 h 6858000"/>
              <a:gd name="connsiteX878" fmla="*/ 5942958 w 7467600"/>
              <a:gd name="connsiteY878" fmla="*/ 2077708 h 6858000"/>
              <a:gd name="connsiteX879" fmla="*/ 5921559 w 7467600"/>
              <a:gd name="connsiteY879" fmla="*/ 2378596 h 6858000"/>
              <a:gd name="connsiteX880" fmla="*/ 5817651 w 7467600"/>
              <a:gd name="connsiteY880" fmla="*/ 3023919 h 6858000"/>
              <a:gd name="connsiteX881" fmla="*/ 5729634 w 7467600"/>
              <a:gd name="connsiteY881" fmla="*/ 3051849 h 6858000"/>
              <a:gd name="connsiteX882" fmla="*/ 5611018 w 7467600"/>
              <a:gd name="connsiteY882" fmla="*/ 2316769 h 6858000"/>
              <a:gd name="connsiteX883" fmla="*/ 5687608 w 7467600"/>
              <a:gd name="connsiteY883" fmla="*/ 2039972 h 6858000"/>
              <a:gd name="connsiteX884" fmla="*/ 5657554 w 7467600"/>
              <a:gd name="connsiteY884" fmla="*/ 1576445 h 6858000"/>
              <a:gd name="connsiteX885" fmla="*/ 5150475 w 7467600"/>
              <a:gd name="connsiteY885" fmla="*/ 1274012 h 6858000"/>
              <a:gd name="connsiteX886" fmla="*/ 5349142 w 7467600"/>
              <a:gd name="connsiteY886" fmla="*/ 2204405 h 6858000"/>
              <a:gd name="connsiteX887" fmla="*/ 5262214 w 7467600"/>
              <a:gd name="connsiteY887" fmla="*/ 2233836 h 6858000"/>
              <a:gd name="connsiteX888" fmla="*/ 4981539 w 7467600"/>
              <a:gd name="connsiteY888" fmla="*/ 1542201 h 6858000"/>
              <a:gd name="connsiteX889" fmla="*/ 4958461 w 7467600"/>
              <a:gd name="connsiteY889" fmla="*/ 1136957 h 6858000"/>
              <a:gd name="connsiteX890" fmla="*/ 4655015 w 7467600"/>
              <a:gd name="connsiteY890" fmla="*/ 891426 h 6858000"/>
              <a:gd name="connsiteX891" fmla="*/ 4348002 w 7467600"/>
              <a:gd name="connsiteY891" fmla="*/ 2205895 h 6858000"/>
              <a:gd name="connsiteX892" fmla="*/ 4262250 w 7467600"/>
              <a:gd name="connsiteY892" fmla="*/ 2219972 h 6858000"/>
              <a:gd name="connsiteX893" fmla="*/ 4550611 w 7467600"/>
              <a:gd name="connsiteY893" fmla="*/ 817540 h 6858000"/>
              <a:gd name="connsiteX894" fmla="*/ 4564418 w 7467600"/>
              <a:gd name="connsiteY894" fmla="*/ 808293 h 6858000"/>
              <a:gd name="connsiteX895" fmla="*/ 4266388 w 7467600"/>
              <a:gd name="connsiteY895" fmla="*/ 500083 h 6858000"/>
              <a:gd name="connsiteX896" fmla="*/ 4032842 w 7467600"/>
              <a:gd name="connsiteY896" fmla="*/ 211809 h 6858000"/>
              <a:gd name="connsiteX897" fmla="*/ 3882765 w 7467600"/>
              <a:gd name="connsiteY897" fmla="*/ 0 h 6858000"/>
              <a:gd name="connsiteX898" fmla="*/ 3721337 w 7467600"/>
              <a:gd name="connsiteY898" fmla="*/ 0 h 6858000"/>
              <a:gd name="connsiteX899" fmla="*/ 3797544 w 7467600"/>
              <a:gd name="connsiteY899" fmla="*/ 0 h 6858000"/>
              <a:gd name="connsiteX900" fmla="*/ 3775734 w 7467600"/>
              <a:gd name="connsiteY900" fmla="*/ 95131 h 6858000"/>
              <a:gd name="connsiteX901" fmla="*/ 3724807 w 7467600"/>
              <a:gd name="connsiteY901" fmla="*/ 272257 h 6858000"/>
              <a:gd name="connsiteX902" fmla="*/ 3726844 w 7467600"/>
              <a:gd name="connsiteY902" fmla="*/ 282988 h 6858000"/>
              <a:gd name="connsiteX903" fmla="*/ 3742664 w 7467600"/>
              <a:gd name="connsiteY903" fmla="*/ 279918 h 6858000"/>
              <a:gd name="connsiteX904" fmla="*/ 4103910 w 7467600"/>
              <a:gd name="connsiteY904" fmla="*/ 1161917 h 6858000"/>
              <a:gd name="connsiteX905" fmla="*/ 4020269 w 7467600"/>
              <a:gd name="connsiteY905" fmla="*/ 1200406 h 6858000"/>
              <a:gd name="connsiteX906" fmla="*/ 3674882 w 7467600"/>
              <a:gd name="connsiteY906" fmla="*/ 488524 h 6858000"/>
              <a:gd name="connsiteX907" fmla="*/ 3132682 w 7467600"/>
              <a:gd name="connsiteY907" fmla="*/ 1072284 h 6858000"/>
              <a:gd name="connsiteX908" fmla="*/ 2716346 w 7467600"/>
              <a:gd name="connsiteY908" fmla="*/ 1276376 h 6858000"/>
              <a:gd name="connsiteX909" fmla="*/ 2716772 w 7467600"/>
              <a:gd name="connsiteY909" fmla="*/ 1255462 h 6858000"/>
              <a:gd name="connsiteX910" fmla="*/ 3471096 w 7467600"/>
              <a:gd name="connsiteY910" fmla="*/ 437072 h 6858000"/>
              <a:gd name="connsiteX911" fmla="*/ 3639057 w 7467600"/>
              <a:gd name="connsiteY911" fmla="*/ 286334 h 6858000"/>
              <a:gd name="connsiteX912" fmla="*/ 3640309 w 7467600"/>
              <a:gd name="connsiteY912" fmla="*/ 284664 h 6858000"/>
              <a:gd name="connsiteX913" fmla="*/ 3646022 w 7467600"/>
              <a:gd name="connsiteY913" fmla="*/ 276711 h 6858000"/>
              <a:gd name="connsiteX914" fmla="*/ 3707943 w 7467600"/>
              <a:gd name="connsiteY914" fmla="*/ 65958 h 6858000"/>
              <a:gd name="connsiteX915" fmla="*/ 3721337 w 7467600"/>
              <a:gd name="connsiteY915" fmla="*/ 0 h 6858000"/>
              <a:gd name="connsiteX916" fmla="*/ 2867960 w 7467600"/>
              <a:gd name="connsiteY916" fmla="*/ 0 h 6858000"/>
              <a:gd name="connsiteX917" fmla="*/ 2926351 w 7467600"/>
              <a:gd name="connsiteY917" fmla="*/ 0 h 6858000"/>
              <a:gd name="connsiteX918" fmla="*/ 2902823 w 7467600"/>
              <a:gd name="connsiteY918" fmla="*/ 262929 h 6858000"/>
              <a:gd name="connsiteX919" fmla="*/ 2940663 w 7467600"/>
              <a:gd name="connsiteY919" fmla="*/ 140884 h 6858000"/>
              <a:gd name="connsiteX920" fmla="*/ 2947039 w 7467600"/>
              <a:gd name="connsiteY920" fmla="*/ 122524 h 6858000"/>
              <a:gd name="connsiteX921" fmla="*/ 2984316 w 7467600"/>
              <a:gd name="connsiteY921" fmla="*/ 0 h 6858000"/>
              <a:gd name="connsiteX922" fmla="*/ 3016114 w 7467600"/>
              <a:gd name="connsiteY922" fmla="*/ 0 h 6858000"/>
              <a:gd name="connsiteX923" fmla="*/ 2979949 w 7467600"/>
              <a:gd name="connsiteY923" fmla="*/ 119274 h 6858000"/>
              <a:gd name="connsiteX924" fmla="*/ 3023879 w 7467600"/>
              <a:gd name="connsiteY924" fmla="*/ 0 h 6858000"/>
              <a:gd name="connsiteX925" fmla="*/ 3105400 w 7467600"/>
              <a:gd name="connsiteY925" fmla="*/ 0 h 6858000"/>
              <a:gd name="connsiteX926" fmla="*/ 3094669 w 7467600"/>
              <a:gd name="connsiteY926" fmla="*/ 30308 h 6858000"/>
              <a:gd name="connsiteX927" fmla="*/ 2901945 w 7467600"/>
              <a:gd name="connsiteY927" fmla="*/ 466538 h 6858000"/>
              <a:gd name="connsiteX928" fmla="*/ 2815209 w 7467600"/>
              <a:gd name="connsiteY928" fmla="*/ 497361 h 6858000"/>
              <a:gd name="connsiteX929" fmla="*/ 2844845 w 7467600"/>
              <a:gd name="connsiteY929" fmla="*/ 127638 h 6858000"/>
              <a:gd name="connsiteX930" fmla="*/ 2867960 w 7467600"/>
              <a:gd name="connsiteY930" fmla="*/ 0 h 6858000"/>
              <a:gd name="connsiteX931" fmla="*/ 1057230 w 7467600"/>
              <a:gd name="connsiteY931" fmla="*/ 0 h 6858000"/>
              <a:gd name="connsiteX932" fmla="*/ 1111003 w 7467600"/>
              <a:gd name="connsiteY932" fmla="*/ 0 h 6858000"/>
              <a:gd name="connsiteX933" fmla="*/ 1125553 w 7467600"/>
              <a:gd name="connsiteY933" fmla="*/ 52588 h 6858000"/>
              <a:gd name="connsiteX934" fmla="*/ 1304276 w 7467600"/>
              <a:gd name="connsiteY934" fmla="*/ 476275 h 6858000"/>
              <a:gd name="connsiteX935" fmla="*/ 1492066 w 7467600"/>
              <a:gd name="connsiteY935" fmla="*/ 886333 h 6858000"/>
              <a:gd name="connsiteX936" fmla="*/ 1423698 w 7467600"/>
              <a:gd name="connsiteY936" fmla="*/ 710817 h 6858000"/>
              <a:gd name="connsiteX937" fmla="*/ 1357609 w 7467600"/>
              <a:gd name="connsiteY937" fmla="*/ 532892 h 6858000"/>
              <a:gd name="connsiteX938" fmla="*/ 1309550 w 7467600"/>
              <a:gd name="connsiteY938" fmla="*/ 374031 h 6858000"/>
              <a:gd name="connsiteX939" fmla="*/ 1193673 w 7467600"/>
              <a:gd name="connsiteY939" fmla="*/ 49533 h 6858000"/>
              <a:gd name="connsiteX940" fmla="*/ 1164391 w 7467600"/>
              <a:gd name="connsiteY940" fmla="*/ 0 h 6858000"/>
              <a:gd name="connsiteX941" fmla="*/ 1200666 w 7467600"/>
              <a:gd name="connsiteY941" fmla="*/ 0 h 6858000"/>
              <a:gd name="connsiteX942" fmla="*/ 1223408 w 7467600"/>
              <a:gd name="connsiteY942" fmla="*/ 38996 h 6858000"/>
              <a:gd name="connsiteX943" fmla="*/ 1339635 w 7467600"/>
              <a:gd name="connsiteY943" fmla="*/ 365517 h 6858000"/>
              <a:gd name="connsiteX944" fmla="*/ 1387469 w 7467600"/>
              <a:gd name="connsiteY944" fmla="*/ 523079 h 6858000"/>
              <a:gd name="connsiteX945" fmla="*/ 1452685 w 7467600"/>
              <a:gd name="connsiteY945" fmla="*/ 699806 h 6858000"/>
              <a:gd name="connsiteX946" fmla="*/ 1492092 w 7467600"/>
              <a:gd name="connsiteY946" fmla="*/ 800424 h 6858000"/>
              <a:gd name="connsiteX947" fmla="*/ 1455302 w 7467600"/>
              <a:gd name="connsiteY947" fmla="*/ 632913 h 6858000"/>
              <a:gd name="connsiteX948" fmla="*/ 1222336 w 7467600"/>
              <a:gd name="connsiteY948" fmla="*/ 9480 h 6858000"/>
              <a:gd name="connsiteX949" fmla="*/ 1214634 w 7467600"/>
              <a:gd name="connsiteY949" fmla="*/ 0 h 6858000"/>
              <a:gd name="connsiteX950" fmla="*/ 1289827 w 7467600"/>
              <a:gd name="connsiteY950" fmla="*/ 0 h 6858000"/>
              <a:gd name="connsiteX951" fmla="*/ 1321076 w 7467600"/>
              <a:gd name="connsiteY951" fmla="*/ 59722 h 6858000"/>
              <a:gd name="connsiteX952" fmla="*/ 1512579 w 7467600"/>
              <a:gd name="connsiteY952" fmla="*/ 626441 h 6858000"/>
              <a:gd name="connsiteX953" fmla="*/ 1506076 w 7467600"/>
              <a:gd name="connsiteY953" fmla="*/ 1089289 h 6858000"/>
              <a:gd name="connsiteX954" fmla="*/ 1486346 w 7467600"/>
              <a:gd name="connsiteY954" fmla="*/ 1079919 h 6858000"/>
              <a:gd name="connsiteX955" fmla="*/ 1070511 w 7467600"/>
              <a:gd name="connsiteY955" fmla="*/ 48609 h 6858000"/>
              <a:gd name="connsiteX956" fmla="*/ 1057230 w 7467600"/>
              <a:gd name="connsiteY956" fmla="*/ 0 h 6858000"/>
              <a:gd name="connsiteX957" fmla="*/ 43151 w 7467600"/>
              <a:gd name="connsiteY957" fmla="*/ 0 h 6858000"/>
              <a:gd name="connsiteX958" fmla="*/ 95283 w 7467600"/>
              <a:gd name="connsiteY958" fmla="*/ 0 h 6858000"/>
              <a:gd name="connsiteX959" fmla="*/ 300708 w 7467600"/>
              <a:gd name="connsiteY959" fmla="*/ 154571 h 6858000"/>
              <a:gd name="connsiteX960" fmla="*/ 530414 w 7467600"/>
              <a:gd name="connsiteY960" fmla="*/ 354673 h 6858000"/>
              <a:gd name="connsiteX961" fmla="*/ 333785 w 7467600"/>
              <a:gd name="connsiteY961" fmla="*/ 161564 h 6858000"/>
              <a:gd name="connsiteX962" fmla="*/ 147005 w 7467600"/>
              <a:gd name="connsiteY962" fmla="*/ 0 h 6858000"/>
              <a:gd name="connsiteX963" fmla="*/ 272509 w 7467600"/>
              <a:gd name="connsiteY963" fmla="*/ 0 h 6858000"/>
              <a:gd name="connsiteX964" fmla="*/ 326276 w 7467600"/>
              <a:gd name="connsiteY964" fmla="*/ 45847 h 6858000"/>
              <a:gd name="connsiteX965" fmla="*/ 823759 w 7467600"/>
              <a:gd name="connsiteY965" fmla="*/ 574145 h 6858000"/>
              <a:gd name="connsiteX966" fmla="*/ 811254 w 7467600"/>
              <a:gd name="connsiteY966" fmla="*/ 665546 h 6858000"/>
              <a:gd name="connsiteX967" fmla="*/ 154042 w 7467600"/>
              <a:gd name="connsiteY967" fmla="*/ 261522 h 6858000"/>
              <a:gd name="connsiteX968" fmla="*/ 13550 w 7467600"/>
              <a:gd name="connsiteY968" fmla="*/ 158423 h 6858000"/>
              <a:gd name="connsiteX969" fmla="*/ 0 w 7467600"/>
              <a:gd name="connsiteY969" fmla="*/ 146618 h 6858000"/>
              <a:gd name="connsiteX970" fmla="*/ 0 w 7467600"/>
              <a:gd name="connsiteY970" fmla="*/ 59161 h 6858000"/>
              <a:gd name="connsiteX971" fmla="*/ 45427 w 7467600"/>
              <a:gd name="connsiteY971" fmla="*/ 101078 h 6858000"/>
              <a:gd name="connsiteX972" fmla="*/ 630103 w 7467600"/>
              <a:gd name="connsiteY972" fmla="*/ 485885 h 6858000"/>
              <a:gd name="connsiteX973" fmla="*/ 532040 w 7467600"/>
              <a:gd name="connsiteY973" fmla="*/ 399359 h 6858000"/>
              <a:gd name="connsiteX974" fmla="*/ 517618 w 7467600"/>
              <a:gd name="connsiteY974" fmla="*/ 385726 h 6858000"/>
              <a:gd name="connsiteX975" fmla="*/ 285074 w 7467600"/>
              <a:gd name="connsiteY975" fmla="*/ 182755 h 6858000"/>
              <a:gd name="connsiteX976" fmla="*/ 43151 w 7467600"/>
              <a:gd name="connsiteY97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6844835 w 7467600"/>
              <a:gd name="connsiteY96" fmla="*/ 5424988 h 6858000"/>
              <a:gd name="connsiteX97" fmla="*/ 1456157 w 7467600"/>
              <a:gd name="connsiteY97" fmla="*/ 5371404 h 6858000"/>
              <a:gd name="connsiteX98" fmla="*/ 1244432 w 7467600"/>
              <a:gd name="connsiteY98" fmla="*/ 5385601 h 6858000"/>
              <a:gd name="connsiteX99" fmla="*/ 973990 w 7467600"/>
              <a:gd name="connsiteY99" fmla="*/ 5424940 h 6858000"/>
              <a:gd name="connsiteX100" fmla="*/ 1103809 w 7467600"/>
              <a:gd name="connsiteY100" fmla="*/ 5433720 h 6858000"/>
              <a:gd name="connsiteX101" fmla="*/ 1123454 w 7467600"/>
              <a:gd name="connsiteY101" fmla="*/ 5435727 h 6858000"/>
              <a:gd name="connsiteX102" fmla="*/ 1737017 w 7467600"/>
              <a:gd name="connsiteY102" fmla="*/ 5452183 h 6858000"/>
              <a:gd name="connsiteX103" fmla="*/ 1824397 w 7467600"/>
              <a:gd name="connsiteY103" fmla="*/ 5447757 h 6858000"/>
              <a:gd name="connsiteX104" fmla="*/ 2070059 w 7467600"/>
              <a:gd name="connsiteY104" fmla="*/ 5441660 h 6858000"/>
              <a:gd name="connsiteX105" fmla="*/ 1456157 w 7467600"/>
              <a:gd name="connsiteY105" fmla="*/ 5371404 h 6858000"/>
              <a:gd name="connsiteX106" fmla="*/ 4988186 w 7467600"/>
              <a:gd name="connsiteY106" fmla="*/ 5216467 h 6858000"/>
              <a:gd name="connsiteX107" fmla="*/ 4777334 w 7467600"/>
              <a:gd name="connsiteY107" fmla="*/ 5406072 h 6858000"/>
              <a:gd name="connsiteX108" fmla="*/ 4718341 w 7467600"/>
              <a:gd name="connsiteY108" fmla="*/ 5468043 h 6858000"/>
              <a:gd name="connsiteX109" fmla="*/ 4604655 w 7467600"/>
              <a:gd name="connsiteY109" fmla="*/ 5583434 h 6858000"/>
              <a:gd name="connsiteX110" fmla="*/ 4565074 w 7467600"/>
              <a:gd name="connsiteY110" fmla="*/ 5618550 h 6858000"/>
              <a:gd name="connsiteX111" fmla="*/ 4988186 w 7467600"/>
              <a:gd name="connsiteY111" fmla="*/ 5216467 h 6858000"/>
              <a:gd name="connsiteX112" fmla="*/ 4978032 w 7467600"/>
              <a:gd name="connsiteY112" fmla="*/ 5183809 h 6858000"/>
              <a:gd name="connsiteX113" fmla="*/ 4463413 w 7467600"/>
              <a:gd name="connsiteY113" fmla="*/ 5615162 h 6858000"/>
              <a:gd name="connsiteX114" fmla="*/ 4358134 w 7467600"/>
              <a:gd name="connsiteY114" fmla="*/ 5742791 h 6858000"/>
              <a:gd name="connsiteX115" fmla="*/ 4376219 w 7467600"/>
              <a:gd name="connsiteY115" fmla="*/ 5729027 h 6858000"/>
              <a:gd name="connsiteX116" fmla="*/ 4582340 w 7467600"/>
              <a:gd name="connsiteY116" fmla="*/ 5561037 h 6858000"/>
              <a:gd name="connsiteX117" fmla="*/ 4694684 w 7467600"/>
              <a:gd name="connsiteY117" fmla="*/ 5447098 h 6858000"/>
              <a:gd name="connsiteX118" fmla="*/ 4754123 w 7467600"/>
              <a:gd name="connsiteY118" fmla="*/ 5384643 h 6858000"/>
              <a:gd name="connsiteX119" fmla="*/ 4978032 w 7467600"/>
              <a:gd name="connsiteY119" fmla="*/ 5183809 h 6858000"/>
              <a:gd name="connsiteX120" fmla="*/ 1903353 w 7467600"/>
              <a:gd name="connsiteY120" fmla="*/ 5044827 h 6858000"/>
              <a:gd name="connsiteX121" fmla="*/ 1936931 w 7467600"/>
              <a:gd name="connsiteY121" fmla="*/ 5093954 h 6858000"/>
              <a:gd name="connsiteX122" fmla="*/ 2195868 w 7467600"/>
              <a:gd name="connsiteY122" fmla="*/ 5396574 h 6858000"/>
              <a:gd name="connsiteX123" fmla="*/ 2088852 w 7467600"/>
              <a:gd name="connsiteY123" fmla="*/ 5166123 h 6858000"/>
              <a:gd name="connsiteX124" fmla="*/ 1958241 w 7467600"/>
              <a:gd name="connsiteY124" fmla="*/ 5067955 h 6858000"/>
              <a:gd name="connsiteX125" fmla="*/ 1903353 w 7467600"/>
              <a:gd name="connsiteY125" fmla="*/ 5044827 h 6858000"/>
              <a:gd name="connsiteX126" fmla="*/ 1979378 w 7467600"/>
              <a:gd name="connsiteY126" fmla="*/ 4769504 h 6858000"/>
              <a:gd name="connsiteX127" fmla="*/ 2882120 w 7467600"/>
              <a:gd name="connsiteY127" fmla="*/ 5064547 h 6858000"/>
              <a:gd name="connsiteX128" fmla="*/ 2793103 w 7467600"/>
              <a:gd name="connsiteY128" fmla="*/ 5039699 h 6858000"/>
              <a:gd name="connsiteX129" fmla="*/ 2770041 w 7467600"/>
              <a:gd name="connsiteY129" fmla="*/ 5033634 h 6858000"/>
              <a:gd name="connsiteX130" fmla="*/ 1979378 w 7467600"/>
              <a:gd name="connsiteY130" fmla="*/ 4769504 h 6858000"/>
              <a:gd name="connsiteX131" fmla="*/ 1927410 w 7467600"/>
              <a:gd name="connsiteY131" fmla="*/ 4716164 h 6858000"/>
              <a:gd name="connsiteX132" fmla="*/ 1959587 w 7467600"/>
              <a:gd name="connsiteY132" fmla="*/ 4728849 h 6858000"/>
              <a:gd name="connsiteX133" fmla="*/ 2777707 w 7467600"/>
              <a:gd name="connsiteY133" fmla="*/ 5003991 h 6858000"/>
              <a:gd name="connsiteX134" fmla="*/ 2800768 w 7467600"/>
              <a:gd name="connsiteY134" fmla="*/ 5010056 h 6858000"/>
              <a:gd name="connsiteX135" fmla="*/ 2879408 w 7467600"/>
              <a:gd name="connsiteY135" fmla="*/ 5031590 h 6858000"/>
              <a:gd name="connsiteX136" fmla="*/ 2862295 w 7467600"/>
              <a:gd name="connsiteY136" fmla="*/ 5022958 h 6858000"/>
              <a:gd name="connsiteX137" fmla="*/ 2813343 w 7467600"/>
              <a:gd name="connsiteY137" fmla="*/ 4998369 h 6858000"/>
              <a:gd name="connsiteX138" fmla="*/ 2646245 w 7467600"/>
              <a:gd name="connsiteY138" fmla="*/ 4930999 h 6858000"/>
              <a:gd name="connsiteX139" fmla="*/ 1999243 w 7467600"/>
              <a:gd name="connsiteY139" fmla="*/ 4730524 h 6858000"/>
              <a:gd name="connsiteX140" fmla="*/ 1979527 w 7467600"/>
              <a:gd name="connsiteY140" fmla="*/ 4726651 h 6858000"/>
              <a:gd name="connsiteX141" fmla="*/ 1927410 w 7467600"/>
              <a:gd name="connsiteY141" fmla="*/ 4716164 h 6858000"/>
              <a:gd name="connsiteX142" fmla="*/ 1997014 w 7467600"/>
              <a:gd name="connsiteY142" fmla="*/ 4698007 h 6858000"/>
              <a:gd name="connsiteX143" fmla="*/ 2005458 w 7467600"/>
              <a:gd name="connsiteY143" fmla="*/ 4699540 h 6858000"/>
              <a:gd name="connsiteX144" fmla="*/ 2657186 w 7467600"/>
              <a:gd name="connsiteY144" fmla="*/ 4901687 h 6858000"/>
              <a:gd name="connsiteX145" fmla="*/ 2826662 w 7467600"/>
              <a:gd name="connsiteY145" fmla="*/ 4970362 h 6858000"/>
              <a:gd name="connsiteX146" fmla="*/ 2876100 w 7467600"/>
              <a:gd name="connsiteY146" fmla="*/ 4995397 h 6858000"/>
              <a:gd name="connsiteX147" fmla="*/ 3042600 w 7467600"/>
              <a:gd name="connsiteY147" fmla="*/ 5059532 h 6858000"/>
              <a:gd name="connsiteX148" fmla="*/ 1997014 w 7467600"/>
              <a:gd name="connsiteY148" fmla="*/ 4698007 h 6858000"/>
              <a:gd name="connsiteX149" fmla="*/ 2305292 w 7467600"/>
              <a:gd name="connsiteY149" fmla="*/ 4219492 h 6858000"/>
              <a:gd name="connsiteX150" fmla="*/ 3360922 w 7467600"/>
              <a:gd name="connsiteY150" fmla="*/ 4529373 h 6858000"/>
              <a:gd name="connsiteX151" fmla="*/ 3492420 w 7467600"/>
              <a:gd name="connsiteY151" fmla="*/ 4510145 h 6858000"/>
              <a:gd name="connsiteX152" fmla="*/ 3364086 w 7467600"/>
              <a:gd name="connsiteY152" fmla="*/ 4480340 h 6858000"/>
              <a:gd name="connsiteX153" fmla="*/ 3225818 w 7467600"/>
              <a:gd name="connsiteY153" fmla="*/ 4411822 h 6858000"/>
              <a:gd name="connsiteX154" fmla="*/ 3129696 w 7467600"/>
              <a:gd name="connsiteY154" fmla="*/ 4360704 h 6858000"/>
              <a:gd name="connsiteX155" fmla="*/ 2814545 w 7467600"/>
              <a:gd name="connsiteY155" fmla="*/ 4282955 h 6858000"/>
              <a:gd name="connsiteX156" fmla="*/ 2305292 w 7467600"/>
              <a:gd name="connsiteY156" fmla="*/ 4219492 h 6858000"/>
              <a:gd name="connsiteX157" fmla="*/ 2626982 w 7467600"/>
              <a:gd name="connsiteY157" fmla="*/ 4206450 h 6858000"/>
              <a:gd name="connsiteX158" fmla="*/ 2490617 w 7467600"/>
              <a:gd name="connsiteY158" fmla="*/ 4206951 h 6858000"/>
              <a:gd name="connsiteX159" fmla="*/ 2819869 w 7467600"/>
              <a:gd name="connsiteY159" fmla="*/ 4252936 h 6858000"/>
              <a:gd name="connsiteX160" fmla="*/ 3143018 w 7467600"/>
              <a:gd name="connsiteY160" fmla="*/ 4332698 h 6858000"/>
              <a:gd name="connsiteX161" fmla="*/ 3241520 w 7467600"/>
              <a:gd name="connsiteY161" fmla="*/ 4385112 h 6858000"/>
              <a:gd name="connsiteX162" fmla="*/ 3374575 w 7467600"/>
              <a:gd name="connsiteY162" fmla="*/ 4451517 h 6858000"/>
              <a:gd name="connsiteX163" fmla="*/ 3505221 w 7467600"/>
              <a:gd name="connsiteY163" fmla="*/ 4480757 h 6858000"/>
              <a:gd name="connsiteX164" fmla="*/ 2626982 w 7467600"/>
              <a:gd name="connsiteY164" fmla="*/ 4206450 h 6858000"/>
              <a:gd name="connsiteX165" fmla="*/ 1310106 w 7467600"/>
              <a:gd name="connsiteY165" fmla="*/ 3943217 h 6858000"/>
              <a:gd name="connsiteX166" fmla="*/ 854994 w 7467600"/>
              <a:gd name="connsiteY166" fmla="*/ 4399136 h 6858000"/>
              <a:gd name="connsiteX167" fmla="*/ 742462 w 7467600"/>
              <a:gd name="connsiteY167" fmla="*/ 4594648 h 6858000"/>
              <a:gd name="connsiteX168" fmla="*/ 820602 w 7467600"/>
              <a:gd name="connsiteY168" fmla="*/ 4485915 h 6858000"/>
              <a:gd name="connsiteX169" fmla="*/ 878295 w 7467600"/>
              <a:gd name="connsiteY169" fmla="*/ 4403594 h 6858000"/>
              <a:gd name="connsiteX170" fmla="*/ 1240607 w 7467600"/>
              <a:gd name="connsiteY170" fmla="*/ 4010401 h 6858000"/>
              <a:gd name="connsiteX171" fmla="*/ 1310106 w 7467600"/>
              <a:gd name="connsiteY171" fmla="*/ 3943217 h 6858000"/>
              <a:gd name="connsiteX172" fmla="*/ 1423113 w 7467600"/>
              <a:gd name="connsiteY172" fmla="*/ 3874565 h 6858000"/>
              <a:gd name="connsiteX173" fmla="*/ 1260565 w 7467600"/>
              <a:gd name="connsiteY173" fmla="*/ 4031982 h 6858000"/>
              <a:gd name="connsiteX174" fmla="*/ 901900 w 7467600"/>
              <a:gd name="connsiteY174" fmla="*/ 4421236 h 6858000"/>
              <a:gd name="connsiteX175" fmla="*/ 845044 w 7467600"/>
              <a:gd name="connsiteY175" fmla="*/ 4502436 h 6858000"/>
              <a:gd name="connsiteX176" fmla="*/ 685926 w 7467600"/>
              <a:gd name="connsiteY176" fmla="*/ 4703069 h 6858000"/>
              <a:gd name="connsiteX177" fmla="*/ 684248 w 7467600"/>
              <a:gd name="connsiteY177" fmla="*/ 4706721 h 6858000"/>
              <a:gd name="connsiteX178" fmla="*/ 1423113 w 7467600"/>
              <a:gd name="connsiteY178" fmla="*/ 3874565 h 6858000"/>
              <a:gd name="connsiteX179" fmla="*/ 3316479 w 7467600"/>
              <a:gd name="connsiteY179" fmla="*/ 3872136 h 6858000"/>
              <a:gd name="connsiteX180" fmla="*/ 3546806 w 7467600"/>
              <a:gd name="connsiteY180" fmla="*/ 4356139 h 6858000"/>
              <a:gd name="connsiteX181" fmla="*/ 3364433 w 7467600"/>
              <a:gd name="connsiteY181" fmla="*/ 3953121 h 6858000"/>
              <a:gd name="connsiteX182" fmla="*/ 3316479 w 7467600"/>
              <a:gd name="connsiteY182" fmla="*/ 3872136 h 6858000"/>
              <a:gd name="connsiteX183" fmla="*/ 3291335 w 7467600"/>
              <a:gd name="connsiteY183" fmla="*/ 3767420 h 6858000"/>
              <a:gd name="connsiteX184" fmla="*/ 3390805 w 7467600"/>
              <a:gd name="connsiteY184" fmla="*/ 3937163 h 6858000"/>
              <a:gd name="connsiteX185" fmla="*/ 3579062 w 7467600"/>
              <a:gd name="connsiteY185" fmla="*/ 4359040 h 6858000"/>
              <a:gd name="connsiteX186" fmla="*/ 3467355 w 7467600"/>
              <a:gd name="connsiteY186" fmla="*/ 3988130 h 6858000"/>
              <a:gd name="connsiteX187" fmla="*/ 3310753 w 7467600"/>
              <a:gd name="connsiteY187" fmla="*/ 3787140 h 6858000"/>
              <a:gd name="connsiteX188" fmla="*/ 3291335 w 7467600"/>
              <a:gd name="connsiteY188" fmla="*/ 3767420 h 6858000"/>
              <a:gd name="connsiteX189" fmla="*/ 1635889 w 7467600"/>
              <a:gd name="connsiteY189" fmla="*/ 3709494 h 6858000"/>
              <a:gd name="connsiteX190" fmla="*/ 1634800 w 7467600"/>
              <a:gd name="connsiteY190" fmla="*/ 3731111 h 6858000"/>
              <a:gd name="connsiteX191" fmla="*/ 1635889 w 7467600"/>
              <a:gd name="connsiteY191" fmla="*/ 3709494 h 6858000"/>
              <a:gd name="connsiteX192" fmla="*/ 1510397 w 7467600"/>
              <a:gd name="connsiteY192" fmla="*/ 3684705 h 6858000"/>
              <a:gd name="connsiteX193" fmla="*/ 1146550 w 7467600"/>
              <a:gd name="connsiteY193" fmla="*/ 3802012 h 6858000"/>
              <a:gd name="connsiteX194" fmla="*/ 698834 w 7467600"/>
              <a:gd name="connsiteY194" fmla="*/ 3952272 h 6858000"/>
              <a:gd name="connsiteX195" fmla="*/ 34256 w 7467600"/>
              <a:gd name="connsiteY195" fmla="*/ 4347603 h 6858000"/>
              <a:gd name="connsiteX196" fmla="*/ 527241 w 7467600"/>
              <a:gd name="connsiteY196" fmla="*/ 4065078 h 6858000"/>
              <a:gd name="connsiteX197" fmla="*/ 1510397 w 7467600"/>
              <a:gd name="connsiteY197" fmla="*/ 3684705 h 6858000"/>
              <a:gd name="connsiteX198" fmla="*/ 1313114 w 7467600"/>
              <a:gd name="connsiteY198" fmla="*/ 3655216 h 6858000"/>
              <a:gd name="connsiteX199" fmla="*/ 1109304 w 7467600"/>
              <a:gd name="connsiteY199" fmla="*/ 3669030 h 6858000"/>
              <a:gd name="connsiteX200" fmla="*/ 8129 w 7467600"/>
              <a:gd name="connsiteY200" fmla="*/ 4330519 h 6858000"/>
              <a:gd name="connsiteX201" fmla="*/ 687572 w 7467600"/>
              <a:gd name="connsiteY201" fmla="*/ 3925629 h 6858000"/>
              <a:gd name="connsiteX202" fmla="*/ 1138365 w 7467600"/>
              <a:gd name="connsiteY202" fmla="*/ 3774515 h 6858000"/>
              <a:gd name="connsiteX203" fmla="*/ 1505579 w 7467600"/>
              <a:gd name="connsiteY203" fmla="*/ 3655526 h 6858000"/>
              <a:gd name="connsiteX204" fmla="*/ 1313114 w 7467600"/>
              <a:gd name="connsiteY204" fmla="*/ 3655216 h 6858000"/>
              <a:gd name="connsiteX205" fmla="*/ 3655073 w 7467600"/>
              <a:gd name="connsiteY205" fmla="*/ 3650884 h 6858000"/>
              <a:gd name="connsiteX206" fmla="*/ 3989938 w 7467600"/>
              <a:gd name="connsiteY206" fmla="*/ 3991685 h 6858000"/>
              <a:gd name="connsiteX207" fmla="*/ 4393907 w 7467600"/>
              <a:gd name="connsiteY207" fmla="*/ 4261258 h 6858000"/>
              <a:gd name="connsiteX208" fmla="*/ 4648051 w 7467600"/>
              <a:gd name="connsiteY208" fmla="*/ 4374051 h 6858000"/>
              <a:gd name="connsiteX209" fmla="*/ 4383389 w 7467600"/>
              <a:gd name="connsiteY209" fmla="*/ 4184369 h 6858000"/>
              <a:gd name="connsiteX210" fmla="*/ 4165508 w 7467600"/>
              <a:gd name="connsiteY210" fmla="*/ 4035196 h 6858000"/>
              <a:gd name="connsiteX211" fmla="*/ 4068162 w 7467600"/>
              <a:gd name="connsiteY211" fmla="*/ 3953394 h 6858000"/>
              <a:gd name="connsiteX212" fmla="*/ 3981416 w 7467600"/>
              <a:gd name="connsiteY212" fmla="*/ 3880482 h 6858000"/>
              <a:gd name="connsiteX213" fmla="*/ 3800147 w 7467600"/>
              <a:gd name="connsiteY213" fmla="*/ 3749872 h 6858000"/>
              <a:gd name="connsiteX214" fmla="*/ 3655073 w 7467600"/>
              <a:gd name="connsiteY214" fmla="*/ 3650884 h 6858000"/>
              <a:gd name="connsiteX215" fmla="*/ 3670252 w 7467600"/>
              <a:gd name="connsiteY215" fmla="*/ 3622798 h 6858000"/>
              <a:gd name="connsiteX216" fmla="*/ 3817258 w 7467600"/>
              <a:gd name="connsiteY216" fmla="*/ 3723577 h 6858000"/>
              <a:gd name="connsiteX217" fmla="*/ 4000461 w 7467600"/>
              <a:gd name="connsiteY217" fmla="*/ 3855966 h 6858000"/>
              <a:gd name="connsiteX218" fmla="*/ 4088180 w 7467600"/>
              <a:gd name="connsiteY218" fmla="*/ 3929774 h 6858000"/>
              <a:gd name="connsiteX219" fmla="*/ 4184555 w 7467600"/>
              <a:gd name="connsiteY219" fmla="*/ 4010683 h 6858000"/>
              <a:gd name="connsiteX220" fmla="*/ 4399563 w 7467600"/>
              <a:gd name="connsiteY220" fmla="*/ 4158106 h 6858000"/>
              <a:gd name="connsiteX221" fmla="*/ 4684469 w 7467600"/>
              <a:gd name="connsiteY221" fmla="*/ 4364680 h 6858000"/>
              <a:gd name="connsiteX222" fmla="*/ 4690271 w 7467600"/>
              <a:gd name="connsiteY222" fmla="*/ 4370034 h 6858000"/>
              <a:gd name="connsiteX223" fmla="*/ 4136093 w 7467600"/>
              <a:gd name="connsiteY223" fmla="*/ 3858466 h 6858000"/>
              <a:gd name="connsiteX224" fmla="*/ 3670252 w 7467600"/>
              <a:gd name="connsiteY224" fmla="*/ 3622798 h 6858000"/>
              <a:gd name="connsiteX225" fmla="*/ 4440129 w 7467600"/>
              <a:gd name="connsiteY225" fmla="*/ 3448571 h 6858000"/>
              <a:gd name="connsiteX226" fmla="*/ 4856525 w 7467600"/>
              <a:gd name="connsiteY226" fmla="*/ 3915351 h 6858000"/>
              <a:gd name="connsiteX227" fmla="*/ 5059055 w 7467600"/>
              <a:gd name="connsiteY227" fmla="*/ 4108918 h 6858000"/>
              <a:gd name="connsiteX228" fmla="*/ 5290070 w 7467600"/>
              <a:gd name="connsiteY228" fmla="*/ 4263619 h 6858000"/>
              <a:gd name="connsiteX229" fmla="*/ 4834991 w 7467600"/>
              <a:gd name="connsiteY229" fmla="*/ 3830985 h 6858000"/>
              <a:gd name="connsiteX230" fmla="*/ 4440129 w 7467600"/>
              <a:gd name="connsiteY230" fmla="*/ 3448571 h 6858000"/>
              <a:gd name="connsiteX231" fmla="*/ 4441737 w 7467600"/>
              <a:gd name="connsiteY231" fmla="*/ 3399734 h 6858000"/>
              <a:gd name="connsiteX232" fmla="*/ 4431236 w 7467600"/>
              <a:gd name="connsiteY232" fmla="*/ 3400954 h 6858000"/>
              <a:gd name="connsiteX233" fmla="*/ 4557150 w 7467600"/>
              <a:gd name="connsiteY233" fmla="*/ 3510023 h 6858000"/>
              <a:gd name="connsiteX234" fmla="*/ 4856936 w 7467600"/>
              <a:gd name="connsiteY234" fmla="*/ 3809146 h 6858000"/>
              <a:gd name="connsiteX235" fmla="*/ 5111996 w 7467600"/>
              <a:gd name="connsiteY235" fmla="*/ 4065759 h 6858000"/>
              <a:gd name="connsiteX236" fmla="*/ 5388878 w 7467600"/>
              <a:gd name="connsiteY236" fmla="*/ 4300185 h 6858000"/>
              <a:gd name="connsiteX237" fmla="*/ 5425556 w 7467600"/>
              <a:gd name="connsiteY237" fmla="*/ 4308967 h 6858000"/>
              <a:gd name="connsiteX238" fmla="*/ 4943646 w 7467600"/>
              <a:gd name="connsiteY238" fmla="*/ 3822916 h 6858000"/>
              <a:gd name="connsiteX239" fmla="*/ 4594837 w 7467600"/>
              <a:gd name="connsiteY239" fmla="*/ 3532274 h 6858000"/>
              <a:gd name="connsiteX240" fmla="*/ 4441737 w 7467600"/>
              <a:gd name="connsiteY240" fmla="*/ 3399734 h 6858000"/>
              <a:gd name="connsiteX241" fmla="*/ 5425834 w 7467600"/>
              <a:gd name="connsiteY241" fmla="*/ 3162785 h 6858000"/>
              <a:gd name="connsiteX242" fmla="*/ 5401644 w 7467600"/>
              <a:gd name="connsiteY242" fmla="*/ 3617847 h 6858000"/>
              <a:gd name="connsiteX243" fmla="*/ 5467256 w 7467600"/>
              <a:gd name="connsiteY243" fmla="*/ 4175494 h 6858000"/>
              <a:gd name="connsiteX244" fmla="*/ 5448069 w 7467600"/>
              <a:gd name="connsiteY244" fmla="*/ 3567554 h 6858000"/>
              <a:gd name="connsiteX245" fmla="*/ 5425834 w 7467600"/>
              <a:gd name="connsiteY245" fmla="*/ 3162785 h 6858000"/>
              <a:gd name="connsiteX246" fmla="*/ 1318687 w 7467600"/>
              <a:gd name="connsiteY246" fmla="*/ 3113840 h 6858000"/>
              <a:gd name="connsiteX247" fmla="*/ 1066793 w 7467600"/>
              <a:gd name="connsiteY247" fmla="*/ 3212171 h 6858000"/>
              <a:gd name="connsiteX248" fmla="*/ 993319 w 7467600"/>
              <a:gd name="connsiteY248" fmla="*/ 3247648 h 6858000"/>
              <a:gd name="connsiteX249" fmla="*/ 853081 w 7467600"/>
              <a:gd name="connsiteY249" fmla="*/ 3312410 h 6858000"/>
              <a:gd name="connsiteX250" fmla="*/ 805957 w 7467600"/>
              <a:gd name="connsiteY250" fmla="*/ 3330443 h 6858000"/>
              <a:gd name="connsiteX251" fmla="*/ 1318687 w 7467600"/>
              <a:gd name="connsiteY251" fmla="*/ 3113840 h 6858000"/>
              <a:gd name="connsiteX252" fmla="*/ 5453702 w 7467600"/>
              <a:gd name="connsiteY252" fmla="*/ 3090882 h 6858000"/>
              <a:gd name="connsiteX253" fmla="*/ 5480135 w 7467600"/>
              <a:gd name="connsiteY253" fmla="*/ 3565802 h 6858000"/>
              <a:gd name="connsiteX254" fmla="*/ 5499023 w 7467600"/>
              <a:gd name="connsiteY254" fmla="*/ 4166310 h 6858000"/>
              <a:gd name="connsiteX255" fmla="*/ 5547022 w 7467600"/>
              <a:gd name="connsiteY255" fmla="*/ 3607838 h 6858000"/>
              <a:gd name="connsiteX256" fmla="*/ 5515964 w 7467600"/>
              <a:gd name="connsiteY256" fmla="*/ 3378541 h 6858000"/>
              <a:gd name="connsiteX257" fmla="*/ 5453702 w 7467600"/>
              <a:gd name="connsiteY257" fmla="*/ 3090882 h 6858000"/>
              <a:gd name="connsiteX258" fmla="*/ 1238695 w 7467600"/>
              <a:gd name="connsiteY258" fmla="*/ 3076820 h 6858000"/>
              <a:gd name="connsiteX259" fmla="*/ 716371 w 7467600"/>
              <a:gd name="connsiteY259" fmla="*/ 3293249 h 6858000"/>
              <a:gd name="connsiteX260" fmla="*/ 579522 w 7467600"/>
              <a:gd name="connsiteY260" fmla="*/ 3371759 h 6858000"/>
              <a:gd name="connsiteX261" fmla="*/ 600288 w 7467600"/>
              <a:gd name="connsiteY261" fmla="*/ 3365555 h 6858000"/>
              <a:gd name="connsiteX262" fmla="*/ 840692 w 7467600"/>
              <a:gd name="connsiteY262" fmla="*/ 3284921 h 6858000"/>
              <a:gd name="connsiteX263" fmla="*/ 979248 w 7467600"/>
              <a:gd name="connsiteY263" fmla="*/ 3221003 h 6858000"/>
              <a:gd name="connsiteX264" fmla="*/ 1053282 w 7467600"/>
              <a:gd name="connsiteY264" fmla="*/ 3185247 h 6858000"/>
              <a:gd name="connsiteX265" fmla="*/ 1320603 w 7467600"/>
              <a:gd name="connsiteY265" fmla="*/ 3081281 h 6858000"/>
              <a:gd name="connsiteX266" fmla="*/ 1238695 w 7467600"/>
              <a:gd name="connsiteY266" fmla="*/ 3076820 h 6858000"/>
              <a:gd name="connsiteX267" fmla="*/ 5425627 w 7467600"/>
              <a:gd name="connsiteY267" fmla="*/ 2954192 h 6858000"/>
              <a:gd name="connsiteX268" fmla="*/ 5470770 w 7467600"/>
              <a:gd name="connsiteY268" fmla="*/ 3005435 h 6858000"/>
              <a:gd name="connsiteX269" fmla="*/ 5519779 w 7467600"/>
              <a:gd name="connsiteY269" fmla="*/ 4359223 h 6858000"/>
              <a:gd name="connsiteX270" fmla="*/ 5520293 w 7467600"/>
              <a:gd name="connsiteY270" fmla="*/ 4360602 h 6858000"/>
              <a:gd name="connsiteX271" fmla="*/ 5767221 w 7467600"/>
              <a:gd name="connsiteY271" fmla="*/ 4665564 h 6858000"/>
              <a:gd name="connsiteX272" fmla="*/ 6937169 w 7467600"/>
              <a:gd name="connsiteY272" fmla="*/ 4815941 h 6858000"/>
              <a:gd name="connsiteX273" fmla="*/ 6953922 w 7467600"/>
              <a:gd name="connsiteY273" fmla="*/ 4890068 h 6858000"/>
              <a:gd name="connsiteX274" fmla="*/ 6071359 w 7467600"/>
              <a:gd name="connsiteY274" fmla="*/ 4770770 h 6858000"/>
              <a:gd name="connsiteX275" fmla="*/ 6038839 w 7467600"/>
              <a:gd name="connsiteY275" fmla="*/ 4764474 h 6858000"/>
              <a:gd name="connsiteX276" fmla="*/ 6038706 w 7467600"/>
              <a:gd name="connsiteY276" fmla="*/ 4763847 h 6858000"/>
              <a:gd name="connsiteX277" fmla="*/ 6037784 w 7467600"/>
              <a:gd name="connsiteY277" fmla="*/ 4764270 h 6858000"/>
              <a:gd name="connsiteX278" fmla="*/ 6038839 w 7467600"/>
              <a:gd name="connsiteY278" fmla="*/ 4764474 h 6858000"/>
              <a:gd name="connsiteX279" fmla="*/ 6040338 w 7467600"/>
              <a:gd name="connsiteY279" fmla="*/ 4771418 h 6858000"/>
              <a:gd name="connsiteX280" fmla="*/ 6024488 w 7467600"/>
              <a:gd name="connsiteY280" fmla="*/ 4809903 h 6858000"/>
              <a:gd name="connsiteX281" fmla="*/ 5599771 w 7467600"/>
              <a:gd name="connsiteY281" fmla="*/ 5509652 h 6858000"/>
              <a:gd name="connsiteX282" fmla="*/ 5548843 w 7467600"/>
              <a:gd name="connsiteY282" fmla="*/ 5563845 h 6858000"/>
              <a:gd name="connsiteX283" fmla="*/ 5940952 w 7467600"/>
              <a:gd name="connsiteY283" fmla="*/ 6250028 h 6858000"/>
              <a:gd name="connsiteX284" fmla="*/ 6043441 w 7467600"/>
              <a:gd name="connsiteY284" fmla="*/ 6665847 h 6858000"/>
              <a:gd name="connsiteX285" fmla="*/ 6093432 w 7467600"/>
              <a:gd name="connsiteY285" fmla="*/ 6858000 h 6858000"/>
              <a:gd name="connsiteX286" fmla="*/ 6034344 w 7467600"/>
              <a:gd name="connsiteY286" fmla="*/ 6858000 h 6858000"/>
              <a:gd name="connsiteX287" fmla="*/ 6026679 w 7467600"/>
              <a:gd name="connsiteY287" fmla="*/ 6836959 h 6858000"/>
              <a:gd name="connsiteX288" fmla="*/ 5800441 w 7467600"/>
              <a:gd name="connsiteY288" fmla="*/ 6335286 h 6858000"/>
              <a:gd name="connsiteX289" fmla="*/ 5526562 w 7467600"/>
              <a:gd name="connsiteY289" fmla="*/ 5705388 h 6858000"/>
              <a:gd name="connsiteX290" fmla="*/ 5519640 w 7467600"/>
              <a:gd name="connsiteY290" fmla="*/ 5683774 h 6858000"/>
              <a:gd name="connsiteX291" fmla="*/ 5844559 w 7467600"/>
              <a:gd name="connsiteY291" fmla="*/ 6553349 h 6858000"/>
              <a:gd name="connsiteX292" fmla="*/ 5975994 w 7467600"/>
              <a:gd name="connsiteY292" fmla="*/ 6858000 h 6858000"/>
              <a:gd name="connsiteX293" fmla="*/ 5898547 w 7467600"/>
              <a:gd name="connsiteY293" fmla="*/ 6858000 h 6858000"/>
              <a:gd name="connsiteX294" fmla="*/ 5682041 w 7467600"/>
              <a:gd name="connsiteY294" fmla="*/ 6355860 h 6858000"/>
              <a:gd name="connsiteX295" fmla="*/ 5461758 w 7467600"/>
              <a:gd name="connsiteY295" fmla="*/ 5820220 h 6858000"/>
              <a:gd name="connsiteX296" fmla="*/ 5237282 w 7467600"/>
              <a:gd name="connsiteY296" fmla="*/ 6579086 h 6858000"/>
              <a:gd name="connsiteX297" fmla="*/ 5115009 w 7467600"/>
              <a:gd name="connsiteY297" fmla="*/ 6858000 h 6858000"/>
              <a:gd name="connsiteX298" fmla="*/ 5028074 w 7467600"/>
              <a:gd name="connsiteY298" fmla="*/ 6858000 h 6858000"/>
              <a:gd name="connsiteX299" fmla="*/ 5079508 w 7467600"/>
              <a:gd name="connsiteY299" fmla="*/ 6749074 h 6858000"/>
              <a:gd name="connsiteX300" fmla="*/ 5371846 w 7467600"/>
              <a:gd name="connsiteY300" fmla="*/ 5924413 h 6858000"/>
              <a:gd name="connsiteX301" fmla="*/ 5270512 w 7467600"/>
              <a:gd name="connsiteY301" fmla="*/ 6138975 h 6858000"/>
              <a:gd name="connsiteX302" fmla="*/ 5062409 w 7467600"/>
              <a:gd name="connsiteY302" fmla="*/ 6653544 h 6858000"/>
              <a:gd name="connsiteX303" fmla="*/ 5036628 w 7467600"/>
              <a:gd name="connsiteY303" fmla="*/ 6754247 h 6858000"/>
              <a:gd name="connsiteX304" fmla="*/ 5009112 w 7467600"/>
              <a:gd name="connsiteY304" fmla="*/ 6858000 h 6858000"/>
              <a:gd name="connsiteX305" fmla="*/ 4976679 w 7467600"/>
              <a:gd name="connsiteY305" fmla="*/ 6858000 h 6858000"/>
              <a:gd name="connsiteX306" fmla="*/ 5006537 w 7467600"/>
              <a:gd name="connsiteY306" fmla="*/ 6747068 h 6858000"/>
              <a:gd name="connsiteX307" fmla="*/ 5032723 w 7467600"/>
              <a:gd name="connsiteY307" fmla="*/ 6644957 h 6858000"/>
              <a:gd name="connsiteX308" fmla="*/ 5242949 w 7467600"/>
              <a:gd name="connsiteY308" fmla="*/ 6125175 h 6858000"/>
              <a:gd name="connsiteX309" fmla="*/ 5286321 w 7467600"/>
              <a:gd name="connsiteY309" fmla="*/ 6033555 h 6858000"/>
              <a:gd name="connsiteX310" fmla="*/ 5008210 w 7467600"/>
              <a:gd name="connsiteY310" fmla="*/ 6649194 h 6858000"/>
              <a:gd name="connsiteX311" fmla="*/ 4986321 w 7467600"/>
              <a:gd name="connsiteY311" fmla="*/ 6765687 h 6858000"/>
              <a:gd name="connsiteX312" fmla="*/ 4973474 w 7467600"/>
              <a:gd name="connsiteY312" fmla="*/ 6858000 h 6858000"/>
              <a:gd name="connsiteX313" fmla="*/ 4907178 w 7467600"/>
              <a:gd name="connsiteY313" fmla="*/ 6858000 h 6858000"/>
              <a:gd name="connsiteX314" fmla="*/ 4910810 w 7467600"/>
              <a:gd name="connsiteY314" fmla="*/ 6829660 h 6858000"/>
              <a:gd name="connsiteX315" fmla="*/ 4987461 w 7467600"/>
              <a:gd name="connsiteY315" fmla="*/ 6432994 h 6858000"/>
              <a:gd name="connsiteX316" fmla="*/ 5179262 w 7467600"/>
              <a:gd name="connsiteY316" fmla="*/ 6035044 h 6858000"/>
              <a:gd name="connsiteX317" fmla="*/ 4689678 w 7467600"/>
              <a:gd name="connsiteY317" fmla="*/ 6440241 h 6858000"/>
              <a:gd name="connsiteX318" fmla="*/ 4477543 w 7467600"/>
              <a:gd name="connsiteY318" fmla="*/ 6674836 h 6858000"/>
              <a:gd name="connsiteX319" fmla="*/ 4329957 w 7467600"/>
              <a:gd name="connsiteY319" fmla="*/ 6858000 h 6858000"/>
              <a:gd name="connsiteX320" fmla="*/ 4218595 w 7467600"/>
              <a:gd name="connsiteY320" fmla="*/ 6858000 h 6858000"/>
              <a:gd name="connsiteX321" fmla="*/ 4368888 w 7467600"/>
              <a:gd name="connsiteY321" fmla="*/ 6668412 h 6858000"/>
              <a:gd name="connsiteX322" fmla="*/ 4563091 w 7467600"/>
              <a:gd name="connsiteY322" fmla="*/ 6442508 h 6858000"/>
              <a:gd name="connsiteX323" fmla="*/ 5387324 w 7467600"/>
              <a:gd name="connsiteY323" fmla="*/ 5705830 h 6858000"/>
              <a:gd name="connsiteX324" fmla="*/ 5073620 w 7467600"/>
              <a:gd name="connsiteY324" fmla="*/ 5955437 h 6858000"/>
              <a:gd name="connsiteX325" fmla="*/ 4689789 w 7467600"/>
              <a:gd name="connsiteY325" fmla="*/ 6268382 h 6858000"/>
              <a:gd name="connsiteX326" fmla="*/ 4418722 w 7467600"/>
              <a:gd name="connsiteY326" fmla="*/ 6570886 h 6858000"/>
              <a:gd name="connsiteX327" fmla="*/ 4214944 w 7467600"/>
              <a:gd name="connsiteY327" fmla="*/ 6858000 h 6858000"/>
              <a:gd name="connsiteX328" fmla="*/ 4177898 w 7467600"/>
              <a:gd name="connsiteY328" fmla="*/ 6858000 h 6858000"/>
              <a:gd name="connsiteX329" fmla="*/ 4391597 w 7467600"/>
              <a:gd name="connsiteY329" fmla="*/ 6556370 h 6858000"/>
              <a:gd name="connsiteX330" fmla="*/ 4668889 w 7467600"/>
              <a:gd name="connsiteY330" fmla="*/ 6246399 h 6858000"/>
              <a:gd name="connsiteX331" fmla="*/ 5055427 w 7467600"/>
              <a:gd name="connsiteY331" fmla="*/ 5931476 h 6858000"/>
              <a:gd name="connsiteX332" fmla="*/ 5371814 w 7467600"/>
              <a:gd name="connsiteY332" fmla="*/ 5678975 h 6858000"/>
              <a:gd name="connsiteX333" fmla="*/ 4987918 w 7467600"/>
              <a:gd name="connsiteY333" fmla="*/ 5838701 h 6858000"/>
              <a:gd name="connsiteX334" fmla="*/ 4317146 w 7467600"/>
              <a:gd name="connsiteY334" fmla="*/ 6587716 h 6858000"/>
              <a:gd name="connsiteX335" fmla="*/ 4171627 w 7467600"/>
              <a:gd name="connsiteY335" fmla="*/ 6858000 h 6858000"/>
              <a:gd name="connsiteX336" fmla="*/ 4081585 w 7467600"/>
              <a:gd name="connsiteY336" fmla="*/ 6858000 h 6858000"/>
              <a:gd name="connsiteX337" fmla="*/ 4238603 w 7467600"/>
              <a:gd name="connsiteY337" fmla="*/ 6559341 h 6858000"/>
              <a:gd name="connsiteX338" fmla="*/ 4778333 w 7467600"/>
              <a:gd name="connsiteY338" fmla="*/ 5873626 h 6858000"/>
              <a:gd name="connsiteX339" fmla="*/ 5414185 w 7467600"/>
              <a:gd name="connsiteY339" fmla="*/ 5573882 h 6858000"/>
              <a:gd name="connsiteX340" fmla="*/ 5959648 w 7467600"/>
              <a:gd name="connsiteY340" fmla="*/ 4760797 h 6858000"/>
              <a:gd name="connsiteX341" fmla="*/ 5355019 w 7467600"/>
              <a:gd name="connsiteY341" fmla="*/ 4734672 h 6858000"/>
              <a:gd name="connsiteX342" fmla="*/ 5083565 w 7467600"/>
              <a:gd name="connsiteY342" fmla="*/ 5179121 h 6858000"/>
              <a:gd name="connsiteX343" fmla="*/ 4713577 w 7467600"/>
              <a:gd name="connsiteY343" fmla="*/ 5616803 h 6858000"/>
              <a:gd name="connsiteX344" fmla="*/ 3989559 w 7467600"/>
              <a:gd name="connsiteY344" fmla="*/ 6145945 h 6858000"/>
              <a:gd name="connsiteX345" fmla="*/ 3939824 w 7467600"/>
              <a:gd name="connsiteY345" fmla="*/ 6066900 h 6858000"/>
              <a:gd name="connsiteX346" fmla="*/ 4584537 w 7467600"/>
              <a:gd name="connsiteY346" fmla="*/ 5324826 h 6858000"/>
              <a:gd name="connsiteX347" fmla="*/ 5037105 w 7467600"/>
              <a:gd name="connsiteY347" fmla="*/ 5088765 h 6858000"/>
              <a:gd name="connsiteX348" fmla="*/ 5039930 w 7467600"/>
              <a:gd name="connsiteY348" fmla="*/ 5089585 h 6858000"/>
              <a:gd name="connsiteX349" fmla="*/ 5263764 w 7467600"/>
              <a:gd name="connsiteY349" fmla="*/ 4735525 h 6858000"/>
              <a:gd name="connsiteX350" fmla="*/ 4086300 w 7467600"/>
              <a:gd name="connsiteY350" fmla="*/ 4884599 h 6858000"/>
              <a:gd name="connsiteX351" fmla="*/ 4085485 w 7467600"/>
              <a:gd name="connsiteY351" fmla="*/ 4899070 h 6858000"/>
              <a:gd name="connsiteX352" fmla="*/ 3871915 w 7467600"/>
              <a:gd name="connsiteY352" fmla="*/ 5253645 h 6858000"/>
              <a:gd name="connsiteX353" fmla="*/ 3799374 w 7467600"/>
              <a:gd name="connsiteY353" fmla="*/ 5466127 h 6858000"/>
              <a:gd name="connsiteX354" fmla="*/ 3498850 w 7467600"/>
              <a:gd name="connsiteY354" fmla="*/ 6661888 h 6858000"/>
              <a:gd name="connsiteX355" fmla="*/ 3399216 w 7467600"/>
              <a:gd name="connsiteY355" fmla="*/ 6858000 h 6858000"/>
              <a:gd name="connsiteX356" fmla="*/ 3303688 w 7467600"/>
              <a:gd name="connsiteY356" fmla="*/ 6858000 h 6858000"/>
              <a:gd name="connsiteX357" fmla="*/ 3391774 w 7467600"/>
              <a:gd name="connsiteY357" fmla="*/ 6697181 h 6858000"/>
              <a:gd name="connsiteX358" fmla="*/ 3735540 w 7467600"/>
              <a:gd name="connsiteY358" fmla="*/ 5546923 h 6858000"/>
              <a:gd name="connsiteX359" fmla="*/ 3729438 w 7467600"/>
              <a:gd name="connsiteY359" fmla="*/ 5569058 h 6858000"/>
              <a:gd name="connsiteX360" fmla="*/ 3707782 w 7467600"/>
              <a:gd name="connsiteY360" fmla="*/ 5644908 h 6858000"/>
              <a:gd name="connsiteX361" fmla="*/ 3583827 w 7467600"/>
              <a:gd name="connsiteY361" fmla="*/ 6039215 h 6858000"/>
              <a:gd name="connsiteX362" fmla="*/ 3547861 w 7467600"/>
              <a:gd name="connsiteY362" fmla="*/ 6129609 h 6858000"/>
              <a:gd name="connsiteX363" fmla="*/ 3490905 w 7467600"/>
              <a:gd name="connsiteY363" fmla="*/ 6277660 h 6858000"/>
              <a:gd name="connsiteX364" fmla="*/ 3455859 w 7467600"/>
              <a:gd name="connsiteY364" fmla="*/ 6391301 h 6858000"/>
              <a:gd name="connsiteX365" fmla="*/ 3429112 w 7467600"/>
              <a:gd name="connsiteY365" fmla="*/ 6479469 h 6858000"/>
              <a:gd name="connsiteX366" fmla="*/ 3304862 w 7467600"/>
              <a:gd name="connsiteY366" fmla="*/ 6796476 h 6858000"/>
              <a:gd name="connsiteX367" fmla="*/ 3276071 w 7467600"/>
              <a:gd name="connsiteY367" fmla="*/ 6858000 h 6858000"/>
              <a:gd name="connsiteX368" fmla="*/ 3240805 w 7467600"/>
              <a:gd name="connsiteY368" fmla="*/ 6858000 h 6858000"/>
              <a:gd name="connsiteX369" fmla="*/ 3275917 w 7467600"/>
              <a:gd name="connsiteY369" fmla="*/ 6783192 h 6858000"/>
              <a:gd name="connsiteX370" fmla="*/ 3399358 w 7467600"/>
              <a:gd name="connsiteY370" fmla="*/ 6469011 h 6858000"/>
              <a:gd name="connsiteX371" fmla="*/ 3425650 w 7467600"/>
              <a:gd name="connsiteY371" fmla="*/ 6381333 h 6858000"/>
              <a:gd name="connsiteX372" fmla="*/ 3460661 w 7467600"/>
              <a:gd name="connsiteY372" fmla="*/ 6266763 h 6858000"/>
              <a:gd name="connsiteX373" fmla="*/ 3518021 w 7467600"/>
              <a:gd name="connsiteY373" fmla="*/ 6117298 h 6858000"/>
              <a:gd name="connsiteX374" fmla="*/ 3554035 w 7467600"/>
              <a:gd name="connsiteY374" fmla="*/ 6027832 h 6858000"/>
              <a:gd name="connsiteX375" fmla="*/ 3677174 w 7467600"/>
              <a:gd name="connsiteY375" fmla="*/ 5636351 h 6858000"/>
              <a:gd name="connsiteX376" fmla="*/ 3698819 w 7467600"/>
              <a:gd name="connsiteY376" fmla="*/ 5560503 h 6858000"/>
              <a:gd name="connsiteX377" fmla="*/ 3702094 w 7467600"/>
              <a:gd name="connsiteY377" fmla="*/ 5549194 h 6858000"/>
              <a:gd name="connsiteX378" fmla="*/ 3398355 w 7467600"/>
              <a:gd name="connsiteY378" fmla="*/ 6094603 h 6858000"/>
              <a:gd name="connsiteX379" fmla="*/ 3193941 w 7467600"/>
              <a:gd name="connsiteY379" fmla="*/ 6798775 h 6858000"/>
              <a:gd name="connsiteX380" fmla="*/ 3184140 w 7467600"/>
              <a:gd name="connsiteY380" fmla="*/ 6858000 h 6858000"/>
              <a:gd name="connsiteX381" fmla="*/ 3099978 w 7467600"/>
              <a:gd name="connsiteY381" fmla="*/ 6858000 h 6858000"/>
              <a:gd name="connsiteX382" fmla="*/ 3101556 w 7467600"/>
              <a:gd name="connsiteY382" fmla="*/ 6843337 h 6858000"/>
              <a:gd name="connsiteX383" fmla="*/ 3370162 w 7467600"/>
              <a:gd name="connsiteY383" fmla="*/ 5785550 h 6858000"/>
              <a:gd name="connsiteX384" fmla="*/ 3746477 w 7467600"/>
              <a:gd name="connsiteY384" fmla="*/ 5377889 h 6858000"/>
              <a:gd name="connsiteX385" fmla="*/ 3863399 w 7467600"/>
              <a:gd name="connsiteY385" fmla="*/ 5087257 h 6858000"/>
              <a:gd name="connsiteX386" fmla="*/ 3968712 w 7467600"/>
              <a:gd name="connsiteY386" fmla="*/ 4913989 h 6858000"/>
              <a:gd name="connsiteX387" fmla="*/ 2792390 w 7467600"/>
              <a:gd name="connsiteY387" fmla="*/ 5382974 h 6858000"/>
              <a:gd name="connsiteX388" fmla="*/ 2714982 w 7467600"/>
              <a:gd name="connsiteY388" fmla="*/ 5427051 h 6858000"/>
              <a:gd name="connsiteX389" fmla="*/ 2813361 w 7467600"/>
              <a:gd name="connsiteY389" fmla="*/ 6023912 h 6858000"/>
              <a:gd name="connsiteX390" fmla="*/ 2688430 w 7467600"/>
              <a:gd name="connsiteY390" fmla="*/ 6801564 h 6858000"/>
              <a:gd name="connsiteX391" fmla="*/ 2629626 w 7467600"/>
              <a:gd name="connsiteY391" fmla="*/ 6763394 h 6858000"/>
              <a:gd name="connsiteX392" fmla="*/ 2565328 w 7467600"/>
              <a:gd name="connsiteY392" fmla="*/ 5516399 h 6858000"/>
              <a:gd name="connsiteX393" fmla="*/ 1922999 w 7467600"/>
              <a:gd name="connsiteY393" fmla="*/ 5980343 h 6858000"/>
              <a:gd name="connsiteX394" fmla="*/ 1950261 w 7467600"/>
              <a:gd name="connsiteY394" fmla="*/ 6405858 h 6858000"/>
              <a:gd name="connsiteX395" fmla="*/ 2365554 w 7467600"/>
              <a:gd name="connsiteY395" fmla="*/ 6759107 h 6858000"/>
              <a:gd name="connsiteX396" fmla="*/ 2424142 w 7467600"/>
              <a:gd name="connsiteY396" fmla="*/ 6858000 h 6858000"/>
              <a:gd name="connsiteX397" fmla="*/ 2395994 w 7467600"/>
              <a:gd name="connsiteY397" fmla="*/ 6858000 h 6858000"/>
              <a:gd name="connsiteX398" fmla="*/ 2392863 w 7467600"/>
              <a:gd name="connsiteY398" fmla="*/ 6852964 h 6858000"/>
              <a:gd name="connsiteX399" fmla="*/ 2017589 w 7467600"/>
              <a:gd name="connsiteY399" fmla="*/ 6493982 h 6858000"/>
              <a:gd name="connsiteX400" fmla="*/ 2147336 w 7467600"/>
              <a:gd name="connsiteY400" fmla="*/ 6594052 h 6858000"/>
              <a:gd name="connsiteX401" fmla="*/ 2207047 w 7467600"/>
              <a:gd name="connsiteY401" fmla="*/ 6654540 h 6858000"/>
              <a:gd name="connsiteX402" fmla="*/ 2299106 w 7467600"/>
              <a:gd name="connsiteY402" fmla="*/ 6778931 h 6858000"/>
              <a:gd name="connsiteX403" fmla="*/ 2314430 w 7467600"/>
              <a:gd name="connsiteY403" fmla="*/ 6801144 h 6858000"/>
              <a:gd name="connsiteX404" fmla="*/ 2352406 w 7467600"/>
              <a:gd name="connsiteY404" fmla="*/ 6858000 h 6858000"/>
              <a:gd name="connsiteX405" fmla="*/ 2314492 w 7467600"/>
              <a:gd name="connsiteY405" fmla="*/ 6858000 h 6858000"/>
              <a:gd name="connsiteX406" fmla="*/ 2288095 w 7467600"/>
              <a:gd name="connsiteY406" fmla="*/ 6818030 h 6858000"/>
              <a:gd name="connsiteX407" fmla="*/ 2272768 w 7467600"/>
              <a:gd name="connsiteY407" fmla="*/ 6795822 h 6858000"/>
              <a:gd name="connsiteX408" fmla="*/ 2182715 w 7467600"/>
              <a:gd name="connsiteY408" fmla="*/ 6675071 h 6858000"/>
              <a:gd name="connsiteX409" fmla="*/ 2032061 w 7467600"/>
              <a:gd name="connsiteY409" fmla="*/ 6541380 h 6858000"/>
              <a:gd name="connsiteX410" fmla="*/ 2257220 w 7467600"/>
              <a:gd name="connsiteY410" fmla="*/ 6826257 h 6858000"/>
              <a:gd name="connsiteX411" fmla="*/ 2281324 w 7467600"/>
              <a:gd name="connsiteY411" fmla="*/ 6858000 h 6858000"/>
              <a:gd name="connsiteX412" fmla="*/ 2242860 w 7467600"/>
              <a:gd name="connsiteY412" fmla="*/ 6858000 h 6858000"/>
              <a:gd name="connsiteX413" fmla="*/ 2232818 w 7467600"/>
              <a:gd name="connsiteY413" fmla="*/ 6844926 h 6858000"/>
              <a:gd name="connsiteX414" fmla="*/ 1990172 w 7467600"/>
              <a:gd name="connsiteY414" fmla="*/ 6542121 h 6858000"/>
              <a:gd name="connsiteX415" fmla="*/ 2124090 w 7467600"/>
              <a:gd name="connsiteY415" fmla="*/ 6761017 h 6858000"/>
              <a:gd name="connsiteX416" fmla="*/ 2200380 w 7467600"/>
              <a:gd name="connsiteY416" fmla="*/ 6858000 h 6858000"/>
              <a:gd name="connsiteX417" fmla="*/ 2147507 w 7467600"/>
              <a:gd name="connsiteY417" fmla="*/ 6858000 h 6858000"/>
              <a:gd name="connsiteX418" fmla="*/ 2070668 w 7467600"/>
              <a:gd name="connsiteY418" fmla="*/ 6761520 h 6858000"/>
              <a:gd name="connsiteX419" fmla="*/ 1975142 w 7467600"/>
              <a:gd name="connsiteY419" fmla="*/ 6585570 h 6858000"/>
              <a:gd name="connsiteX420" fmla="*/ 2050035 w 7467600"/>
              <a:gd name="connsiteY420" fmla="*/ 6813345 h 6858000"/>
              <a:gd name="connsiteX421" fmla="*/ 2063025 w 7467600"/>
              <a:gd name="connsiteY421" fmla="*/ 6858000 h 6858000"/>
              <a:gd name="connsiteX422" fmla="*/ 2021675 w 7467600"/>
              <a:gd name="connsiteY422" fmla="*/ 6858000 h 6858000"/>
              <a:gd name="connsiteX423" fmla="*/ 2019308 w 7467600"/>
              <a:gd name="connsiteY423" fmla="*/ 6847118 h 6858000"/>
              <a:gd name="connsiteX424" fmla="*/ 1938835 w 7467600"/>
              <a:gd name="connsiteY424" fmla="*/ 6551160 h 6858000"/>
              <a:gd name="connsiteX425" fmla="*/ 1953230 w 7467600"/>
              <a:gd name="connsiteY425" fmla="*/ 6759699 h 6858000"/>
              <a:gd name="connsiteX426" fmla="*/ 1956763 w 7467600"/>
              <a:gd name="connsiteY426" fmla="*/ 6778191 h 6858000"/>
              <a:gd name="connsiteX427" fmla="*/ 1967925 w 7467600"/>
              <a:gd name="connsiteY427" fmla="*/ 6858000 h 6858000"/>
              <a:gd name="connsiteX428" fmla="*/ 1936622 w 7467600"/>
              <a:gd name="connsiteY428" fmla="*/ 6858000 h 6858000"/>
              <a:gd name="connsiteX429" fmla="*/ 1926261 w 7467600"/>
              <a:gd name="connsiteY429" fmla="*/ 6784064 h 6858000"/>
              <a:gd name="connsiteX430" fmla="*/ 1922724 w 7467600"/>
              <a:gd name="connsiteY430" fmla="*/ 6765577 h 6858000"/>
              <a:gd name="connsiteX431" fmla="*/ 1904650 w 7467600"/>
              <a:gd name="connsiteY431" fmla="*/ 6639616 h 6858000"/>
              <a:gd name="connsiteX432" fmla="*/ 1885273 w 7467600"/>
              <a:gd name="connsiteY432" fmla="*/ 6858000 h 6858000"/>
              <a:gd name="connsiteX433" fmla="*/ 1854363 w 7467600"/>
              <a:gd name="connsiteY433" fmla="*/ 6858000 h 6858000"/>
              <a:gd name="connsiteX434" fmla="*/ 1880391 w 7467600"/>
              <a:gd name="connsiteY434" fmla="*/ 6603796 h 6858000"/>
              <a:gd name="connsiteX435" fmla="*/ 1818273 w 7467600"/>
              <a:gd name="connsiteY435" fmla="*/ 6715729 h 6858000"/>
              <a:gd name="connsiteX436" fmla="*/ 1794691 w 7467600"/>
              <a:gd name="connsiteY436" fmla="*/ 6843239 h 6858000"/>
              <a:gd name="connsiteX437" fmla="*/ 1794914 w 7467600"/>
              <a:gd name="connsiteY437" fmla="*/ 6858000 h 6858000"/>
              <a:gd name="connsiteX438" fmla="*/ 1746128 w 7467600"/>
              <a:gd name="connsiteY438" fmla="*/ 6858000 h 6858000"/>
              <a:gd name="connsiteX439" fmla="*/ 1753934 w 7467600"/>
              <a:gd name="connsiteY439" fmla="*/ 6724796 h 6858000"/>
              <a:gd name="connsiteX440" fmla="*/ 1792053 w 7467600"/>
              <a:gd name="connsiteY440" fmla="*/ 6572396 h 6858000"/>
              <a:gd name="connsiteX441" fmla="*/ 1862248 w 7467600"/>
              <a:gd name="connsiteY441" fmla="*/ 6266397 h 6858000"/>
              <a:gd name="connsiteX442" fmla="*/ 1862250 w 7467600"/>
              <a:gd name="connsiteY442" fmla="*/ 6033531 h 6858000"/>
              <a:gd name="connsiteX443" fmla="*/ 1211999 w 7467600"/>
              <a:gd name="connsiteY443" fmla="*/ 6683610 h 6858000"/>
              <a:gd name="connsiteX444" fmla="*/ 1213266 w 7467600"/>
              <a:gd name="connsiteY444" fmla="*/ 6691947 h 6858000"/>
              <a:gd name="connsiteX445" fmla="*/ 1203370 w 7467600"/>
              <a:gd name="connsiteY445" fmla="*/ 6850676 h 6858000"/>
              <a:gd name="connsiteX446" fmla="*/ 1203671 w 7467600"/>
              <a:gd name="connsiteY446" fmla="*/ 6858000 h 6858000"/>
              <a:gd name="connsiteX447" fmla="*/ 1143180 w 7467600"/>
              <a:gd name="connsiteY447" fmla="*/ 6858000 h 6858000"/>
              <a:gd name="connsiteX448" fmla="*/ 1142176 w 7467600"/>
              <a:gd name="connsiteY448" fmla="*/ 6766045 h 6858000"/>
              <a:gd name="connsiteX449" fmla="*/ 1067484 w 7467600"/>
              <a:gd name="connsiteY449" fmla="*/ 6858000 h 6858000"/>
              <a:gd name="connsiteX450" fmla="*/ 953928 w 7467600"/>
              <a:gd name="connsiteY450" fmla="*/ 6858000 h 6858000"/>
              <a:gd name="connsiteX451" fmla="*/ 959715 w 7467600"/>
              <a:gd name="connsiteY451" fmla="*/ 6850185 h 6858000"/>
              <a:gd name="connsiteX452" fmla="*/ 1483788 w 7467600"/>
              <a:gd name="connsiteY452" fmla="*/ 6259174 h 6858000"/>
              <a:gd name="connsiteX453" fmla="*/ 1100671 w 7467600"/>
              <a:gd name="connsiteY453" fmla="*/ 6252137 h 6858000"/>
              <a:gd name="connsiteX454" fmla="*/ 1090144 w 7467600"/>
              <a:gd name="connsiteY454" fmla="*/ 6256748 h 6858000"/>
              <a:gd name="connsiteX455" fmla="*/ 1095872 w 7467600"/>
              <a:gd name="connsiteY455" fmla="*/ 6271892 h 6858000"/>
              <a:gd name="connsiteX456" fmla="*/ 262785 w 7467600"/>
              <a:gd name="connsiteY456" fmla="*/ 6845450 h 6858000"/>
              <a:gd name="connsiteX457" fmla="*/ 209968 w 7467600"/>
              <a:gd name="connsiteY457" fmla="*/ 6770713 h 6858000"/>
              <a:gd name="connsiteX458" fmla="*/ 873460 w 7467600"/>
              <a:gd name="connsiteY458" fmla="*/ 6253768 h 6858000"/>
              <a:gd name="connsiteX459" fmla="*/ 192686 w 7467600"/>
              <a:gd name="connsiteY459" fmla="*/ 5849257 h 6858000"/>
              <a:gd name="connsiteX460" fmla="*/ 4696 w 7467600"/>
              <a:gd name="connsiteY460" fmla="*/ 5697668 h 6858000"/>
              <a:gd name="connsiteX461" fmla="*/ 0 w 7467600"/>
              <a:gd name="connsiteY461" fmla="*/ 5689984 h 6858000"/>
              <a:gd name="connsiteX462" fmla="*/ 0 w 7467600"/>
              <a:gd name="connsiteY462" fmla="*/ 5513472 h 6858000"/>
              <a:gd name="connsiteX463" fmla="*/ 174101 w 7467600"/>
              <a:gd name="connsiteY463" fmla="*/ 5620277 h 6858000"/>
              <a:gd name="connsiteX464" fmla="*/ 891800 w 7467600"/>
              <a:gd name="connsiteY464" fmla="*/ 6036935 h 6858000"/>
              <a:gd name="connsiteX465" fmla="*/ 1072219 w 7467600"/>
              <a:gd name="connsiteY465" fmla="*/ 6169443 h 6858000"/>
              <a:gd name="connsiteX466" fmla="*/ 1074117 w 7467600"/>
              <a:gd name="connsiteY466" fmla="*/ 6170301 h 6858000"/>
              <a:gd name="connsiteX467" fmla="*/ 1083114 w 7467600"/>
              <a:gd name="connsiteY467" fmla="*/ 6174131 h 6858000"/>
              <a:gd name="connsiteX468" fmla="*/ 1543010 w 7467600"/>
              <a:gd name="connsiteY468" fmla="*/ 6191140 h 6858000"/>
              <a:gd name="connsiteX469" fmla="*/ 1551080 w 7467600"/>
              <a:gd name="connsiteY469" fmla="*/ 6195006 h 6858000"/>
              <a:gd name="connsiteX470" fmla="*/ 2345443 w 7467600"/>
              <a:gd name="connsiteY470" fmla="*/ 5549882 h 6858000"/>
              <a:gd name="connsiteX471" fmla="*/ 1721499 w 7467600"/>
              <a:gd name="connsiteY471" fmla="*/ 5599969 h 6858000"/>
              <a:gd name="connsiteX472" fmla="*/ 767716 w 7467600"/>
              <a:gd name="connsiteY472" fmla="*/ 5472768 h 6858000"/>
              <a:gd name="connsiteX473" fmla="*/ 722147 w 7467600"/>
              <a:gd name="connsiteY473" fmla="*/ 5393091 h 6858000"/>
              <a:gd name="connsiteX474" fmla="*/ 1485552 w 7467600"/>
              <a:gd name="connsiteY474" fmla="*/ 5313202 h 6858000"/>
              <a:gd name="connsiteX475" fmla="*/ 2143004 w 7467600"/>
              <a:gd name="connsiteY475" fmla="*/ 5402420 h 6858000"/>
              <a:gd name="connsiteX476" fmla="*/ 1933391 w 7467600"/>
              <a:gd name="connsiteY476" fmla="*/ 5156971 h 6858000"/>
              <a:gd name="connsiteX477" fmla="*/ 1827118 w 7467600"/>
              <a:gd name="connsiteY477" fmla="*/ 4968410 h 6858000"/>
              <a:gd name="connsiteX478" fmla="*/ 1837349 w 7467600"/>
              <a:gd name="connsiteY478" fmla="*/ 4956357 h 6858000"/>
              <a:gd name="connsiteX479" fmla="*/ 2162835 w 7467600"/>
              <a:gd name="connsiteY479" fmla="*/ 5187853 h 6858000"/>
              <a:gd name="connsiteX480" fmla="*/ 2257167 w 7467600"/>
              <a:gd name="connsiteY480" fmla="*/ 5462123 h 6858000"/>
              <a:gd name="connsiteX481" fmla="*/ 2261598 w 7467600"/>
              <a:gd name="connsiteY481" fmla="*/ 5467998 h 6858000"/>
              <a:gd name="connsiteX482" fmla="*/ 2437177 w 7467600"/>
              <a:gd name="connsiteY482" fmla="*/ 5479608 h 6858000"/>
              <a:gd name="connsiteX483" fmla="*/ 2445247 w 7467600"/>
              <a:gd name="connsiteY483" fmla="*/ 5483476 h 6858000"/>
              <a:gd name="connsiteX484" fmla="*/ 2743626 w 7467600"/>
              <a:gd name="connsiteY484" fmla="*/ 5304819 h 6858000"/>
              <a:gd name="connsiteX485" fmla="*/ 3048102 w 7467600"/>
              <a:gd name="connsiteY485" fmla="*/ 5150595 h 6858000"/>
              <a:gd name="connsiteX486" fmla="*/ 1799414 w 7467600"/>
              <a:gd name="connsiteY486" fmla="*/ 4694732 h 6858000"/>
              <a:gd name="connsiteX487" fmla="*/ 1771735 w 7467600"/>
              <a:gd name="connsiteY487" fmla="*/ 4619929 h 6858000"/>
              <a:gd name="connsiteX488" fmla="*/ 3104273 w 7467600"/>
              <a:gd name="connsiteY488" fmla="*/ 5076159 h 6858000"/>
              <a:gd name="connsiteX489" fmla="*/ 3113245 w 7467600"/>
              <a:gd name="connsiteY489" fmla="*/ 5090705 h 6858000"/>
              <a:gd name="connsiteX490" fmla="*/ 3126294 w 7467600"/>
              <a:gd name="connsiteY490" fmla="*/ 5114400 h 6858000"/>
              <a:gd name="connsiteX491" fmla="*/ 3937433 w 7467600"/>
              <a:gd name="connsiteY491" fmla="*/ 4830473 h 6858000"/>
              <a:gd name="connsiteX492" fmla="*/ 3590475 w 7467600"/>
              <a:gd name="connsiteY492" fmla="*/ 4597974 h 6858000"/>
              <a:gd name="connsiteX493" fmla="*/ 3100264 w 7467600"/>
              <a:gd name="connsiteY493" fmla="*/ 4579845 h 6858000"/>
              <a:gd name="connsiteX494" fmla="*/ 2183576 w 7467600"/>
              <a:gd name="connsiteY494" fmla="*/ 4227150 h 6858000"/>
              <a:gd name="connsiteX495" fmla="*/ 2151029 w 7467600"/>
              <a:gd name="connsiteY495" fmla="*/ 4146947 h 6858000"/>
              <a:gd name="connsiteX496" fmla="*/ 3563434 w 7467600"/>
              <a:gd name="connsiteY496" fmla="*/ 4469115 h 6858000"/>
              <a:gd name="connsiteX497" fmla="*/ 3177952 w 7467600"/>
              <a:gd name="connsiteY497" fmla="*/ 3657386 h 6858000"/>
              <a:gd name="connsiteX498" fmla="*/ 3189263 w 7467600"/>
              <a:gd name="connsiteY498" fmla="*/ 3625726 h 6858000"/>
              <a:gd name="connsiteX499" fmla="*/ 3560912 w 7467600"/>
              <a:gd name="connsiteY499" fmla="*/ 4079863 h 6858000"/>
              <a:gd name="connsiteX500" fmla="*/ 3626636 w 7467600"/>
              <a:gd name="connsiteY500" fmla="*/ 4512230 h 6858000"/>
              <a:gd name="connsiteX501" fmla="*/ 3653088 w 7467600"/>
              <a:gd name="connsiteY501" fmla="*/ 4521417 h 6858000"/>
              <a:gd name="connsiteX502" fmla="*/ 3988128 w 7467600"/>
              <a:gd name="connsiteY502" fmla="*/ 4817267 h 6858000"/>
              <a:gd name="connsiteX503" fmla="*/ 4830582 w 7467600"/>
              <a:gd name="connsiteY503" fmla="*/ 4676000 h 6858000"/>
              <a:gd name="connsiteX504" fmla="*/ 4830100 w 7467600"/>
              <a:gd name="connsiteY504" fmla="*/ 4675554 h 6858000"/>
              <a:gd name="connsiteX505" fmla="*/ 4036318 w 7467600"/>
              <a:gd name="connsiteY505" fmla="*/ 4147013 h 6858000"/>
              <a:gd name="connsiteX506" fmla="*/ 3432098 w 7467600"/>
              <a:gd name="connsiteY506" fmla="*/ 3537312 h 6858000"/>
              <a:gd name="connsiteX507" fmla="*/ 3446761 w 7467600"/>
              <a:gd name="connsiteY507" fmla="*/ 3461278 h 6858000"/>
              <a:gd name="connsiteX508" fmla="*/ 4419733 w 7467600"/>
              <a:gd name="connsiteY508" fmla="*/ 3963555 h 6858000"/>
              <a:gd name="connsiteX509" fmla="*/ 4781371 w 7467600"/>
              <a:gd name="connsiteY509" fmla="*/ 4458604 h 6858000"/>
              <a:gd name="connsiteX510" fmla="*/ 4780440 w 7467600"/>
              <a:gd name="connsiteY510" fmla="*/ 4470290 h 6858000"/>
              <a:gd name="connsiteX511" fmla="*/ 4898954 w 7467600"/>
              <a:gd name="connsiteY511" fmla="*/ 4662092 h 6858000"/>
              <a:gd name="connsiteX512" fmla="*/ 4900699 w 7467600"/>
              <a:gd name="connsiteY512" fmla="*/ 4670867 h 6858000"/>
              <a:gd name="connsiteX513" fmla="*/ 5714511 w 7467600"/>
              <a:gd name="connsiteY513" fmla="*/ 4663483 h 6858000"/>
              <a:gd name="connsiteX514" fmla="*/ 5464793 w 7467600"/>
              <a:gd name="connsiteY514" fmla="*/ 4393556 h 6858000"/>
              <a:gd name="connsiteX515" fmla="*/ 5461897 w 7467600"/>
              <a:gd name="connsiteY515" fmla="*/ 4390879 h 6858000"/>
              <a:gd name="connsiteX516" fmla="*/ 4294126 w 7467600"/>
              <a:gd name="connsiteY516" fmla="*/ 3303048 h 6858000"/>
              <a:gd name="connsiteX517" fmla="*/ 4305321 w 7467600"/>
              <a:gd name="connsiteY517" fmla="*/ 3256953 h 6858000"/>
              <a:gd name="connsiteX518" fmla="*/ 4949299 w 7467600"/>
              <a:gd name="connsiteY518" fmla="*/ 3766336 h 6858000"/>
              <a:gd name="connsiteX519" fmla="*/ 5291452 w 7467600"/>
              <a:gd name="connsiteY519" fmla="*/ 4076801 h 6858000"/>
              <a:gd name="connsiteX520" fmla="*/ 5434998 w 7467600"/>
              <a:gd name="connsiteY520" fmla="*/ 4254100 h 6858000"/>
              <a:gd name="connsiteX521" fmla="*/ 5351015 w 7467600"/>
              <a:gd name="connsiteY521" fmla="*/ 3760989 h 6858000"/>
              <a:gd name="connsiteX522" fmla="*/ 5413780 w 7467600"/>
              <a:gd name="connsiteY522" fmla="*/ 2966265 h 6858000"/>
              <a:gd name="connsiteX523" fmla="*/ 5425627 w 7467600"/>
              <a:gd name="connsiteY523" fmla="*/ 2954192 h 6858000"/>
              <a:gd name="connsiteX524" fmla="*/ 6604735 w 7467600"/>
              <a:gd name="connsiteY524" fmla="*/ 2041381 h 6858000"/>
              <a:gd name="connsiteX525" fmla="*/ 7204487 w 7467600"/>
              <a:gd name="connsiteY525" fmla="*/ 2742112 h 6858000"/>
              <a:gd name="connsiteX526" fmla="*/ 7131592 w 7467600"/>
              <a:gd name="connsiteY526" fmla="*/ 2672096 h 6858000"/>
              <a:gd name="connsiteX527" fmla="*/ 6996344 w 7467600"/>
              <a:gd name="connsiteY527" fmla="*/ 2518310 h 6858000"/>
              <a:gd name="connsiteX528" fmla="*/ 6735495 w 7467600"/>
              <a:gd name="connsiteY528" fmla="*/ 2196890 h 6858000"/>
              <a:gd name="connsiteX529" fmla="*/ 6721901 w 7467600"/>
              <a:gd name="connsiteY529" fmla="*/ 2179274 h 6858000"/>
              <a:gd name="connsiteX530" fmla="*/ 6604735 w 7467600"/>
              <a:gd name="connsiteY530" fmla="*/ 2041381 h 6858000"/>
              <a:gd name="connsiteX531" fmla="*/ 6591670 w 7467600"/>
              <a:gd name="connsiteY531" fmla="*/ 1988277 h 6858000"/>
              <a:gd name="connsiteX532" fmla="*/ 6747349 w 7467600"/>
              <a:gd name="connsiteY532" fmla="*/ 2160069 h 6858000"/>
              <a:gd name="connsiteX533" fmla="*/ 6760943 w 7467600"/>
              <a:gd name="connsiteY533" fmla="*/ 2177686 h 6858000"/>
              <a:gd name="connsiteX534" fmla="*/ 7021065 w 7467600"/>
              <a:gd name="connsiteY534" fmla="*/ 2498102 h 6858000"/>
              <a:gd name="connsiteX535" fmla="*/ 7155223 w 7467600"/>
              <a:gd name="connsiteY535" fmla="*/ 2650386 h 6858000"/>
              <a:gd name="connsiteX536" fmla="*/ 7203167 w 7467600"/>
              <a:gd name="connsiteY536" fmla="*/ 2697288 h 6858000"/>
              <a:gd name="connsiteX537" fmla="*/ 6937703 w 7467600"/>
              <a:gd name="connsiteY537" fmla="*/ 2321981 h 6858000"/>
              <a:gd name="connsiteX538" fmla="*/ 6591670 w 7467600"/>
              <a:gd name="connsiteY538" fmla="*/ 1988277 h 6858000"/>
              <a:gd name="connsiteX539" fmla="*/ 5798671 w 7467600"/>
              <a:gd name="connsiteY539" fmla="*/ 1981601 h 6858000"/>
              <a:gd name="connsiteX540" fmla="*/ 5754709 w 7467600"/>
              <a:gd name="connsiteY540" fmla="*/ 2071454 h 6858000"/>
              <a:gd name="connsiteX541" fmla="*/ 5763044 w 7467600"/>
              <a:gd name="connsiteY541" fmla="*/ 2842206 h 6858000"/>
              <a:gd name="connsiteX542" fmla="*/ 5764974 w 7467600"/>
              <a:gd name="connsiteY542" fmla="*/ 2799609 h 6858000"/>
              <a:gd name="connsiteX543" fmla="*/ 5767665 w 7467600"/>
              <a:gd name="connsiteY543" fmla="*/ 2666409 h 6858000"/>
              <a:gd name="connsiteX544" fmla="*/ 5763055 w 7467600"/>
              <a:gd name="connsiteY544" fmla="*/ 2579705 h 6858000"/>
              <a:gd name="connsiteX545" fmla="*/ 5758079 w 7467600"/>
              <a:gd name="connsiteY545" fmla="*/ 2492508 h 6858000"/>
              <a:gd name="connsiteX546" fmla="*/ 5779325 w 7467600"/>
              <a:gd name="connsiteY546" fmla="*/ 2197069 h 6858000"/>
              <a:gd name="connsiteX547" fmla="*/ 5798671 w 7467600"/>
              <a:gd name="connsiteY547" fmla="*/ 1981601 h 6858000"/>
              <a:gd name="connsiteX548" fmla="*/ 5829202 w 7467600"/>
              <a:gd name="connsiteY548" fmla="*/ 1971679 h 6858000"/>
              <a:gd name="connsiteX549" fmla="*/ 5809558 w 7467600"/>
              <a:gd name="connsiteY549" fmla="*/ 2198043 h 6858000"/>
              <a:gd name="connsiteX550" fmla="*/ 5788653 w 7467600"/>
              <a:gd name="connsiteY550" fmla="*/ 2489430 h 6858000"/>
              <a:gd name="connsiteX551" fmla="*/ 5793439 w 7467600"/>
              <a:gd name="connsiteY551" fmla="*/ 2575235 h 6858000"/>
              <a:gd name="connsiteX552" fmla="*/ 5796837 w 7467600"/>
              <a:gd name="connsiteY552" fmla="*/ 2637633 h 6858000"/>
              <a:gd name="connsiteX553" fmla="*/ 5818614 w 7467600"/>
              <a:gd name="connsiteY553" fmla="*/ 2473055 h 6858000"/>
              <a:gd name="connsiteX554" fmla="*/ 5829202 w 7467600"/>
              <a:gd name="connsiteY554" fmla="*/ 1971679 h 6858000"/>
              <a:gd name="connsiteX555" fmla="*/ 5911389 w 7467600"/>
              <a:gd name="connsiteY555" fmla="*/ 1898371 h 6858000"/>
              <a:gd name="connsiteX556" fmla="*/ 6237627 w 7467600"/>
              <a:gd name="connsiteY556" fmla="*/ 2231921 h 6858000"/>
              <a:gd name="connsiteX557" fmla="*/ 5911389 w 7467600"/>
              <a:gd name="connsiteY557" fmla="*/ 1898371 h 6858000"/>
              <a:gd name="connsiteX558" fmla="*/ 6944437 w 7467600"/>
              <a:gd name="connsiteY558" fmla="*/ 1575402 h 6858000"/>
              <a:gd name="connsiteX559" fmla="*/ 6304730 w 7467600"/>
              <a:gd name="connsiteY559" fmla="*/ 1766654 h 6858000"/>
              <a:gd name="connsiteX560" fmla="*/ 6944437 w 7467600"/>
              <a:gd name="connsiteY560" fmla="*/ 1575402 h 6858000"/>
              <a:gd name="connsiteX561" fmla="*/ 7019523 w 7467600"/>
              <a:gd name="connsiteY561" fmla="*/ 1519450 h 6858000"/>
              <a:gd name="connsiteX562" fmla="*/ 6298091 w 7467600"/>
              <a:gd name="connsiteY562" fmla="*/ 1737122 h 6858000"/>
              <a:gd name="connsiteX563" fmla="*/ 7019523 w 7467600"/>
              <a:gd name="connsiteY563" fmla="*/ 1519450 h 6858000"/>
              <a:gd name="connsiteX564" fmla="*/ 2399523 w 7467600"/>
              <a:gd name="connsiteY564" fmla="*/ 1428234 h 6858000"/>
              <a:gd name="connsiteX565" fmla="*/ 2224982 w 7467600"/>
              <a:gd name="connsiteY565" fmla="*/ 1826201 h 6858000"/>
              <a:gd name="connsiteX566" fmla="*/ 2096099 w 7467600"/>
              <a:gd name="connsiteY566" fmla="*/ 2345900 h 6858000"/>
              <a:gd name="connsiteX567" fmla="*/ 2283317 w 7467600"/>
              <a:gd name="connsiteY567" fmla="*/ 1796925 h 6858000"/>
              <a:gd name="connsiteX568" fmla="*/ 2399523 w 7467600"/>
              <a:gd name="connsiteY568" fmla="*/ 1428234 h 6858000"/>
              <a:gd name="connsiteX569" fmla="*/ 2448558 w 7467600"/>
              <a:gd name="connsiteY569" fmla="*/ 1373435 h 6858000"/>
              <a:gd name="connsiteX570" fmla="*/ 2312521 w 7467600"/>
              <a:gd name="connsiteY570" fmla="*/ 1806140 h 6858000"/>
              <a:gd name="connsiteX571" fmla="*/ 2127533 w 7467600"/>
              <a:gd name="connsiteY571" fmla="*/ 2348380 h 6858000"/>
              <a:gd name="connsiteX572" fmla="*/ 2358080 w 7467600"/>
              <a:gd name="connsiteY572" fmla="*/ 1866134 h 6858000"/>
              <a:gd name="connsiteX573" fmla="*/ 2407436 w 7467600"/>
              <a:gd name="connsiteY573" fmla="*/ 1651070 h 6858000"/>
              <a:gd name="connsiteX574" fmla="*/ 2448558 w 7467600"/>
              <a:gd name="connsiteY574" fmla="*/ 1373435 h 6858000"/>
              <a:gd name="connsiteX575" fmla="*/ 278707 w 7467600"/>
              <a:gd name="connsiteY575" fmla="*/ 1352270 h 6858000"/>
              <a:gd name="connsiteX576" fmla="*/ 321570 w 7467600"/>
              <a:gd name="connsiteY576" fmla="*/ 1861610 h 6858000"/>
              <a:gd name="connsiteX577" fmla="*/ 294281 w 7467600"/>
              <a:gd name="connsiteY577" fmla="*/ 1440658 h 6858000"/>
              <a:gd name="connsiteX578" fmla="*/ 278707 w 7467600"/>
              <a:gd name="connsiteY578" fmla="*/ 1352270 h 6858000"/>
              <a:gd name="connsiteX579" fmla="*/ 1423821 w 7467600"/>
              <a:gd name="connsiteY579" fmla="*/ 1351958 h 6858000"/>
              <a:gd name="connsiteX580" fmla="*/ 1638521 w 7467600"/>
              <a:gd name="connsiteY580" fmla="*/ 1908470 h 6858000"/>
              <a:gd name="connsiteX581" fmla="*/ 1754199 w 7467600"/>
              <a:gd name="connsiteY581" fmla="*/ 2149284 h 6858000"/>
              <a:gd name="connsiteX582" fmla="*/ 1908359 w 7467600"/>
              <a:gd name="connsiteY582" fmla="*/ 2364988 h 6858000"/>
              <a:gd name="connsiteX583" fmla="*/ 1647661 w 7467600"/>
              <a:gd name="connsiteY583" fmla="*/ 1825945 h 6858000"/>
              <a:gd name="connsiteX584" fmla="*/ 1423821 w 7467600"/>
              <a:gd name="connsiteY584" fmla="*/ 1351958 h 6858000"/>
              <a:gd name="connsiteX585" fmla="*/ 1431890 w 7467600"/>
              <a:gd name="connsiteY585" fmla="*/ 1306475 h 6858000"/>
              <a:gd name="connsiteX586" fmla="*/ 1507597 w 7467600"/>
              <a:gd name="connsiteY586" fmla="*/ 1446132 h 6858000"/>
              <a:gd name="connsiteX587" fmla="*/ 1674586 w 7467600"/>
              <a:gd name="connsiteY587" fmla="*/ 1813832 h 6858000"/>
              <a:gd name="connsiteX588" fmla="*/ 1815950 w 7467600"/>
              <a:gd name="connsiteY588" fmla="*/ 2128564 h 6858000"/>
              <a:gd name="connsiteX589" fmla="*/ 1984242 w 7467600"/>
              <a:gd name="connsiteY589" fmla="*/ 2430829 h 6858000"/>
              <a:gd name="connsiteX590" fmla="*/ 2014023 w 7467600"/>
              <a:gd name="connsiteY590" fmla="*/ 2450995 h 6858000"/>
              <a:gd name="connsiteX591" fmla="*/ 1747337 w 7467600"/>
              <a:gd name="connsiteY591" fmla="*/ 1855264 h 6858000"/>
              <a:gd name="connsiteX592" fmla="*/ 1533749 w 7467600"/>
              <a:gd name="connsiteY592" fmla="*/ 1478656 h 6858000"/>
              <a:gd name="connsiteX593" fmla="*/ 1431890 w 7467600"/>
              <a:gd name="connsiteY593" fmla="*/ 1306475 h 6858000"/>
              <a:gd name="connsiteX594" fmla="*/ 5052692 w 7467600"/>
              <a:gd name="connsiteY594" fmla="*/ 1292994 h 6858000"/>
              <a:gd name="connsiteX595" fmla="*/ 5200661 w 7467600"/>
              <a:gd name="connsiteY595" fmla="*/ 1635186 h 6858000"/>
              <a:gd name="connsiteX596" fmla="*/ 5297138 w 7467600"/>
              <a:gd name="connsiteY596" fmla="*/ 1906351 h 6858000"/>
              <a:gd name="connsiteX597" fmla="*/ 5052692 w 7467600"/>
              <a:gd name="connsiteY597" fmla="*/ 1292994 h 6858000"/>
              <a:gd name="connsiteX598" fmla="*/ 5009948 w 7467600"/>
              <a:gd name="connsiteY598" fmla="*/ 1273619 h 6858000"/>
              <a:gd name="connsiteX599" fmla="*/ 5121777 w 7467600"/>
              <a:gd name="connsiteY599" fmla="*/ 1654213 h 6858000"/>
              <a:gd name="connsiteX600" fmla="*/ 5293545 w 7467600"/>
              <a:gd name="connsiteY600" fmla="*/ 2072247 h 6858000"/>
              <a:gd name="connsiteX601" fmla="*/ 5294042 w 7467600"/>
              <a:gd name="connsiteY601" fmla="*/ 2065019 h 6858000"/>
              <a:gd name="connsiteX602" fmla="*/ 5171936 w 7467600"/>
              <a:gd name="connsiteY602" fmla="*/ 1647613 h 6858000"/>
              <a:gd name="connsiteX603" fmla="*/ 5009948 w 7467600"/>
              <a:gd name="connsiteY603" fmla="*/ 1273619 h 6858000"/>
              <a:gd name="connsiteX604" fmla="*/ 655236 w 7467600"/>
              <a:gd name="connsiteY604" fmla="*/ 1268632 h 6858000"/>
              <a:gd name="connsiteX605" fmla="*/ 839521 w 7467600"/>
              <a:gd name="connsiteY605" fmla="*/ 1685315 h 6858000"/>
              <a:gd name="connsiteX606" fmla="*/ 1109416 w 7467600"/>
              <a:gd name="connsiteY606" fmla="*/ 2061663 h 6858000"/>
              <a:gd name="connsiteX607" fmla="*/ 1298300 w 7467600"/>
              <a:gd name="connsiteY607" fmla="*/ 2247742 h 6858000"/>
              <a:gd name="connsiteX608" fmla="*/ 1125871 w 7467600"/>
              <a:gd name="connsiteY608" fmla="*/ 1989513 h 6858000"/>
              <a:gd name="connsiteX609" fmla="*/ 981574 w 7467600"/>
              <a:gd name="connsiteY609" fmla="*/ 1783157 h 6858000"/>
              <a:gd name="connsiteX610" fmla="*/ 922198 w 7467600"/>
              <a:gd name="connsiteY610" fmla="*/ 1677437 h 6858000"/>
              <a:gd name="connsiteX611" fmla="*/ 869293 w 7467600"/>
              <a:gd name="connsiteY611" fmla="*/ 1583214 h 6858000"/>
              <a:gd name="connsiteX612" fmla="*/ 751431 w 7467600"/>
              <a:gd name="connsiteY612" fmla="*/ 1405731 h 6858000"/>
              <a:gd name="connsiteX613" fmla="*/ 655236 w 7467600"/>
              <a:gd name="connsiteY613" fmla="*/ 1268632 h 6858000"/>
              <a:gd name="connsiteX614" fmla="*/ 6516292 w 7467600"/>
              <a:gd name="connsiteY614" fmla="*/ 1263064 h 6858000"/>
              <a:gd name="connsiteX615" fmla="*/ 5736320 w 7467600"/>
              <a:gd name="connsiteY615" fmla="*/ 1501803 h 6858000"/>
              <a:gd name="connsiteX616" fmla="*/ 6516292 w 7467600"/>
              <a:gd name="connsiteY616" fmla="*/ 1263064 h 6858000"/>
              <a:gd name="connsiteX617" fmla="*/ 291466 w 7467600"/>
              <a:gd name="connsiteY617" fmla="*/ 1250369 h 6858000"/>
              <a:gd name="connsiteX618" fmla="*/ 323180 w 7467600"/>
              <a:gd name="connsiteY618" fmla="*/ 1435283 h 6858000"/>
              <a:gd name="connsiteX619" fmla="*/ 349381 w 7467600"/>
              <a:gd name="connsiteY619" fmla="*/ 1875041 h 6858000"/>
              <a:gd name="connsiteX620" fmla="*/ 374363 w 7467600"/>
              <a:gd name="connsiteY620" fmla="*/ 1506494 h 6858000"/>
              <a:gd name="connsiteX621" fmla="*/ 302168 w 7467600"/>
              <a:gd name="connsiteY621" fmla="*/ 1274495 h 6858000"/>
              <a:gd name="connsiteX622" fmla="*/ 291466 w 7467600"/>
              <a:gd name="connsiteY622" fmla="*/ 1250369 h 6858000"/>
              <a:gd name="connsiteX623" fmla="*/ 678222 w 7467600"/>
              <a:gd name="connsiteY623" fmla="*/ 1248670 h 6858000"/>
              <a:gd name="connsiteX624" fmla="*/ 775536 w 7467600"/>
              <a:gd name="connsiteY624" fmla="*/ 1388015 h 6858000"/>
              <a:gd name="connsiteX625" fmla="*/ 894529 w 7467600"/>
              <a:gd name="connsiteY625" fmla="*/ 1567739 h 6858000"/>
              <a:gd name="connsiteX626" fmla="*/ 948000 w 7467600"/>
              <a:gd name="connsiteY626" fmla="*/ 1663088 h 6858000"/>
              <a:gd name="connsiteX627" fmla="*/ 1006812 w 7467600"/>
              <a:gd name="connsiteY627" fmla="*/ 1767683 h 6858000"/>
              <a:gd name="connsiteX628" fmla="*/ 1149133 w 7467600"/>
              <a:gd name="connsiteY628" fmla="*/ 1971513 h 6858000"/>
              <a:gd name="connsiteX629" fmla="*/ 1333952 w 7467600"/>
              <a:gd name="connsiteY629" fmla="*/ 2251620 h 6858000"/>
              <a:gd name="connsiteX630" fmla="*/ 1337329 w 7467600"/>
              <a:gd name="connsiteY630" fmla="*/ 2258350 h 6858000"/>
              <a:gd name="connsiteX631" fmla="*/ 1014726 w 7467600"/>
              <a:gd name="connsiteY631" fmla="*/ 1615556 h 6858000"/>
              <a:gd name="connsiteX632" fmla="*/ 678222 w 7467600"/>
              <a:gd name="connsiteY632" fmla="*/ 1248670 h 6858000"/>
              <a:gd name="connsiteX633" fmla="*/ 6691602 w 7467600"/>
              <a:gd name="connsiteY633" fmla="*/ 1140573 h 6858000"/>
              <a:gd name="connsiteX634" fmla="*/ 6571100 w 7467600"/>
              <a:gd name="connsiteY634" fmla="*/ 1183662 h 6858000"/>
              <a:gd name="connsiteX635" fmla="*/ 6241687 w 7467600"/>
              <a:gd name="connsiteY635" fmla="*/ 1257600 h 6858000"/>
              <a:gd name="connsiteX636" fmla="*/ 5693009 w 7467600"/>
              <a:gd name="connsiteY636" fmla="*/ 1478256 h 6858000"/>
              <a:gd name="connsiteX637" fmla="*/ 6548420 w 7467600"/>
              <a:gd name="connsiteY637" fmla="*/ 1214599 h 6858000"/>
              <a:gd name="connsiteX638" fmla="*/ 6605473 w 7467600"/>
              <a:gd name="connsiteY638" fmla="*/ 1184686 h 6858000"/>
              <a:gd name="connsiteX639" fmla="*/ 6691602 w 7467600"/>
              <a:gd name="connsiteY639" fmla="*/ 1140573 h 6858000"/>
              <a:gd name="connsiteX640" fmla="*/ 4002475 w 7467600"/>
              <a:gd name="connsiteY640" fmla="*/ 1037802 h 6858000"/>
              <a:gd name="connsiteX641" fmla="*/ 4000324 w 7467600"/>
              <a:gd name="connsiteY641" fmla="*/ 1039362 h 6858000"/>
              <a:gd name="connsiteX642" fmla="*/ 4002862 w 7467600"/>
              <a:gd name="connsiteY642" fmla="*/ 1042866 h 6858000"/>
              <a:gd name="connsiteX643" fmla="*/ 4002475 w 7467600"/>
              <a:gd name="connsiteY643" fmla="*/ 1037802 h 6858000"/>
              <a:gd name="connsiteX644" fmla="*/ 506322 w 7467600"/>
              <a:gd name="connsiteY644" fmla="*/ 1020997 h 6858000"/>
              <a:gd name="connsiteX645" fmla="*/ 533068 w 7467600"/>
              <a:gd name="connsiteY645" fmla="*/ 1029409 h 6858000"/>
              <a:gd name="connsiteX646" fmla="*/ 1232525 w 7467600"/>
              <a:gd name="connsiteY646" fmla="*/ 1804675 h 6858000"/>
              <a:gd name="connsiteX647" fmla="*/ 1388858 w 7467600"/>
              <a:gd name="connsiteY647" fmla="*/ 2368011 h 6858000"/>
              <a:gd name="connsiteX648" fmla="*/ 1384098 w 7467600"/>
              <a:gd name="connsiteY648" fmla="*/ 2378125 h 6858000"/>
              <a:gd name="connsiteX649" fmla="*/ 1425393 w 7467600"/>
              <a:gd name="connsiteY649" fmla="*/ 2589124 h 6858000"/>
              <a:gd name="connsiteX650" fmla="*/ 1424001 w 7467600"/>
              <a:gd name="connsiteY650" fmla="*/ 2597541 h 6858000"/>
              <a:gd name="connsiteX651" fmla="*/ 2152729 w 7467600"/>
              <a:gd name="connsiteY651" fmla="*/ 2864487 h 6858000"/>
              <a:gd name="connsiteX652" fmla="*/ 2020609 w 7467600"/>
              <a:gd name="connsiteY652" fmla="*/ 2539671 h 6858000"/>
              <a:gd name="connsiteX653" fmla="*/ 2018920 w 7467600"/>
              <a:gd name="connsiteY653" fmla="*/ 2536309 h 6858000"/>
              <a:gd name="connsiteX654" fmla="*/ 1342441 w 7467600"/>
              <a:gd name="connsiteY654" fmla="*/ 1173017 h 6858000"/>
              <a:gd name="connsiteX655" fmla="*/ 1367925 w 7467600"/>
              <a:gd name="connsiteY655" fmla="*/ 1135648 h 6858000"/>
              <a:gd name="connsiteX656" fmla="*/ 1771401 w 7467600"/>
              <a:gd name="connsiteY656" fmla="*/ 1806673 h 6858000"/>
              <a:gd name="connsiteX657" fmla="*/ 1972385 w 7467600"/>
              <a:gd name="connsiteY657" fmla="*/ 2198735 h 6858000"/>
              <a:gd name="connsiteX658" fmla="*/ 2040892 w 7467600"/>
              <a:gd name="connsiteY658" fmla="*/ 2405205 h 6858000"/>
              <a:gd name="connsiteX659" fmla="*/ 2131689 w 7467600"/>
              <a:gd name="connsiteY659" fmla="*/ 1936926 h 6858000"/>
              <a:gd name="connsiteX660" fmla="*/ 2454820 w 7467600"/>
              <a:gd name="connsiteY660" fmla="*/ 1248808 h 6858000"/>
              <a:gd name="connsiteX661" fmla="*/ 2492512 w 7467600"/>
              <a:gd name="connsiteY661" fmla="*/ 1302920 h 6858000"/>
              <a:gd name="connsiteX662" fmla="*/ 2081216 w 7467600"/>
              <a:gd name="connsiteY662" fmla="*/ 2527513 h 6858000"/>
              <a:gd name="connsiteX663" fmla="*/ 2081211 w 7467600"/>
              <a:gd name="connsiteY663" fmla="*/ 2528916 h 6858000"/>
              <a:gd name="connsiteX664" fmla="*/ 2199067 w 7467600"/>
              <a:gd name="connsiteY664" fmla="*/ 2884061 h 6858000"/>
              <a:gd name="connsiteX665" fmla="*/ 3192586 w 7467600"/>
              <a:gd name="connsiteY665" fmla="*/ 3411496 h 6858000"/>
              <a:gd name="connsiteX666" fmla="*/ 3182620 w 7467600"/>
              <a:gd name="connsiteY666" fmla="*/ 3483279 h 6858000"/>
              <a:gd name="connsiteX667" fmla="*/ 2435119 w 7467600"/>
              <a:gd name="connsiteY667" fmla="*/ 3080173 h 6858000"/>
              <a:gd name="connsiteX668" fmla="*/ 2410152 w 7467600"/>
              <a:gd name="connsiteY668" fmla="*/ 3063751 h 6858000"/>
              <a:gd name="connsiteX669" fmla="*/ 2408099 w 7467600"/>
              <a:gd name="connsiteY669" fmla="*/ 3064403 h 6858000"/>
              <a:gd name="connsiteX670" fmla="*/ 2407218 w 7467600"/>
              <a:gd name="connsiteY670" fmla="*/ 3070324 h 6858000"/>
              <a:gd name="connsiteX671" fmla="*/ 2380138 w 7467600"/>
              <a:gd name="connsiteY671" fmla="*/ 3099341 h 6858000"/>
              <a:gd name="connsiteX672" fmla="*/ 1765923 w 7467600"/>
              <a:gd name="connsiteY672" fmla="*/ 3581043 h 6858000"/>
              <a:gd name="connsiteX673" fmla="*/ 1702258 w 7467600"/>
              <a:gd name="connsiteY673" fmla="*/ 3612286 h 6858000"/>
              <a:gd name="connsiteX674" fmla="*/ 1538370 w 7467600"/>
              <a:gd name="connsiteY674" fmla="*/ 3811804 h 6858000"/>
              <a:gd name="connsiteX675" fmla="*/ 542867 w 7467600"/>
              <a:gd name="connsiteY675" fmla="*/ 4944092 h 6858000"/>
              <a:gd name="connsiteX676" fmla="*/ 515800 w 7467600"/>
              <a:gd name="connsiteY676" fmla="*/ 4862180 h 6858000"/>
              <a:gd name="connsiteX677" fmla="*/ 909145 w 7467600"/>
              <a:gd name="connsiteY677" fmla="*/ 4199225 h 6858000"/>
              <a:gd name="connsiteX678" fmla="*/ 1214067 w 7467600"/>
              <a:gd name="connsiteY678" fmla="*/ 3908561 h 6858000"/>
              <a:gd name="connsiteX679" fmla="*/ 640967 w 7467600"/>
              <a:gd name="connsiteY679" fmla="*/ 4105601 h 6858000"/>
              <a:gd name="connsiteX680" fmla="*/ 112563 w 7467600"/>
              <a:gd name="connsiteY680" fmla="*/ 4396952 h 6858000"/>
              <a:gd name="connsiteX681" fmla="*/ 0 w 7467600"/>
              <a:gd name="connsiteY681" fmla="*/ 4466006 h 6858000"/>
              <a:gd name="connsiteX682" fmla="*/ 0 w 7467600"/>
              <a:gd name="connsiteY682" fmla="*/ 4233763 h 6858000"/>
              <a:gd name="connsiteX683" fmla="*/ 36881 w 7467600"/>
              <a:gd name="connsiteY683" fmla="*/ 4200118 h 6858000"/>
              <a:gd name="connsiteX684" fmla="*/ 910534 w 7467600"/>
              <a:gd name="connsiteY684" fmla="*/ 3629753 h 6858000"/>
              <a:gd name="connsiteX685" fmla="*/ 1578717 w 7467600"/>
              <a:gd name="connsiteY685" fmla="*/ 3575982 h 6858000"/>
              <a:gd name="connsiteX686" fmla="*/ 2338780 w 7467600"/>
              <a:gd name="connsiteY686" fmla="*/ 3033725 h 6858000"/>
              <a:gd name="connsiteX687" fmla="*/ 1807991 w 7467600"/>
              <a:gd name="connsiteY687" fmla="*/ 2807184 h 6858000"/>
              <a:gd name="connsiteX688" fmla="*/ 1416358 w 7467600"/>
              <a:gd name="connsiteY688" fmla="*/ 3112571 h 6858000"/>
              <a:gd name="connsiteX689" fmla="*/ 939066 w 7467600"/>
              <a:gd name="connsiteY689" fmla="*/ 3378798 h 6858000"/>
              <a:gd name="connsiteX690" fmla="*/ 115099 w 7467600"/>
              <a:gd name="connsiteY690" fmla="*/ 3607650 h 6858000"/>
              <a:gd name="connsiteX691" fmla="*/ 97284 w 7467600"/>
              <a:gd name="connsiteY691" fmla="*/ 3520393 h 6858000"/>
              <a:gd name="connsiteX692" fmla="*/ 922050 w 7467600"/>
              <a:gd name="connsiteY692" fmla="*/ 3074867 h 6858000"/>
              <a:gd name="connsiteX693" fmla="*/ 1405265 w 7467600"/>
              <a:gd name="connsiteY693" fmla="*/ 3016319 h 6858000"/>
              <a:gd name="connsiteX694" fmla="*/ 1407512 w 7467600"/>
              <a:gd name="connsiteY694" fmla="*/ 3018001 h 6858000"/>
              <a:gd name="connsiteX695" fmla="*/ 1726266 w 7467600"/>
              <a:gd name="connsiteY695" fmla="*/ 2777274 h 6858000"/>
              <a:gd name="connsiteX696" fmla="*/ 625390 w 7467600"/>
              <a:gd name="connsiteY696" fmla="*/ 2514541 h 6858000"/>
              <a:gd name="connsiteX697" fmla="*/ 619799 w 7467600"/>
              <a:gd name="connsiteY697" fmla="*/ 2527180 h 6858000"/>
              <a:gd name="connsiteX698" fmla="*/ 310030 w 7467600"/>
              <a:gd name="connsiteY698" fmla="*/ 2771818 h 6858000"/>
              <a:gd name="connsiteX699" fmla="*/ 173877 w 7467600"/>
              <a:gd name="connsiteY699" fmla="*/ 2937056 h 6858000"/>
              <a:gd name="connsiteX700" fmla="*/ 77889 w 7467600"/>
              <a:gd name="connsiteY700" fmla="*/ 3138440 h 6858000"/>
              <a:gd name="connsiteX701" fmla="*/ 0 w 7467600"/>
              <a:gd name="connsiteY701" fmla="*/ 3271395 h 6858000"/>
              <a:gd name="connsiteX702" fmla="*/ 0 w 7467600"/>
              <a:gd name="connsiteY702" fmla="*/ 3153002 h 6858000"/>
              <a:gd name="connsiteX703" fmla="*/ 2386 w 7467600"/>
              <a:gd name="connsiteY703" fmla="*/ 3149203 h 6858000"/>
              <a:gd name="connsiteX704" fmla="*/ 89753 w 7467600"/>
              <a:gd name="connsiteY704" fmla="*/ 2987702 h 6858000"/>
              <a:gd name="connsiteX705" fmla="*/ 76869 w 7467600"/>
              <a:gd name="connsiteY705" fmla="*/ 3005404 h 6858000"/>
              <a:gd name="connsiteX706" fmla="*/ 32049 w 7467600"/>
              <a:gd name="connsiteY706" fmla="*/ 3065814 h 6858000"/>
              <a:gd name="connsiteX707" fmla="*/ 0 w 7467600"/>
              <a:gd name="connsiteY707" fmla="*/ 3108744 h 6858000"/>
              <a:gd name="connsiteX708" fmla="*/ 0 w 7467600"/>
              <a:gd name="connsiteY708" fmla="*/ 3058059 h 6858000"/>
              <a:gd name="connsiteX709" fmla="*/ 7610 w 7467600"/>
              <a:gd name="connsiteY709" fmla="*/ 3047889 h 6858000"/>
              <a:gd name="connsiteX710" fmla="*/ 52419 w 7467600"/>
              <a:gd name="connsiteY710" fmla="*/ 2987479 h 6858000"/>
              <a:gd name="connsiteX711" fmla="*/ 59142 w 7467600"/>
              <a:gd name="connsiteY711" fmla="*/ 2978488 h 6858000"/>
              <a:gd name="connsiteX712" fmla="*/ 0 w 7467600"/>
              <a:gd name="connsiteY712" fmla="*/ 3015334 h 6858000"/>
              <a:gd name="connsiteX713" fmla="*/ 0 w 7467600"/>
              <a:gd name="connsiteY713" fmla="*/ 2914286 h 6858000"/>
              <a:gd name="connsiteX714" fmla="*/ 36383 w 7467600"/>
              <a:gd name="connsiteY714" fmla="*/ 2901128 h 6858000"/>
              <a:gd name="connsiteX715" fmla="*/ 156329 w 7467600"/>
              <a:gd name="connsiteY715" fmla="*/ 2840533 h 6858000"/>
              <a:gd name="connsiteX716" fmla="*/ 358355 w 7467600"/>
              <a:gd name="connsiteY716" fmla="*/ 2620471 h 6858000"/>
              <a:gd name="connsiteX717" fmla="*/ 510577 w 7467600"/>
              <a:gd name="connsiteY717" fmla="*/ 2501244 h 6858000"/>
              <a:gd name="connsiteX718" fmla="*/ 211967 w 7467600"/>
              <a:gd name="connsiteY718" fmla="*/ 2479171 h 6858000"/>
              <a:gd name="connsiteX719" fmla="*/ 0 w 7467600"/>
              <a:gd name="connsiteY719" fmla="*/ 2476398 h 6858000"/>
              <a:gd name="connsiteX720" fmla="*/ 0 w 7467600"/>
              <a:gd name="connsiteY720" fmla="*/ 2389189 h 6858000"/>
              <a:gd name="connsiteX721" fmla="*/ 103062 w 7467600"/>
              <a:gd name="connsiteY721" fmla="*/ 2389518 h 6858000"/>
              <a:gd name="connsiteX722" fmla="*/ 510734 w 7467600"/>
              <a:gd name="connsiteY722" fmla="*/ 2416201 h 6858000"/>
              <a:gd name="connsiteX723" fmla="*/ 279257 w 7467600"/>
              <a:gd name="connsiteY723" fmla="*/ 2092102 h 6858000"/>
              <a:gd name="connsiteX724" fmla="*/ 65265 w 7467600"/>
              <a:gd name="connsiteY724" fmla="*/ 2006049 h 6858000"/>
              <a:gd name="connsiteX725" fmla="*/ 0 w 7467600"/>
              <a:gd name="connsiteY725" fmla="*/ 1982532 h 6858000"/>
              <a:gd name="connsiteX726" fmla="*/ 0 w 7467600"/>
              <a:gd name="connsiteY726" fmla="*/ 1912789 h 6858000"/>
              <a:gd name="connsiteX727" fmla="*/ 97460 w 7467600"/>
              <a:gd name="connsiteY727" fmla="*/ 1953725 h 6858000"/>
              <a:gd name="connsiteX728" fmla="*/ 221272 w 7467600"/>
              <a:gd name="connsiteY728" fmla="*/ 1980766 h 6858000"/>
              <a:gd name="connsiteX729" fmla="*/ 116765 w 7467600"/>
              <a:gd name="connsiteY729" fmla="*/ 1911033 h 6858000"/>
              <a:gd name="connsiteX730" fmla="*/ 16405 w 7467600"/>
              <a:gd name="connsiteY730" fmla="*/ 1803412 h 6858000"/>
              <a:gd name="connsiteX731" fmla="*/ 0 w 7467600"/>
              <a:gd name="connsiteY731" fmla="*/ 1784777 h 6858000"/>
              <a:gd name="connsiteX732" fmla="*/ 0 w 7467600"/>
              <a:gd name="connsiteY732" fmla="*/ 1740082 h 6858000"/>
              <a:gd name="connsiteX733" fmla="*/ 39394 w 7467600"/>
              <a:gd name="connsiteY733" fmla="*/ 1784856 h 6858000"/>
              <a:gd name="connsiteX734" fmla="*/ 135813 w 7467600"/>
              <a:gd name="connsiteY734" fmla="*/ 1888838 h 6858000"/>
              <a:gd name="connsiteX735" fmla="*/ 242575 w 7467600"/>
              <a:gd name="connsiteY735" fmla="*/ 1958841 h 6858000"/>
              <a:gd name="connsiteX736" fmla="*/ 82197 w 7467600"/>
              <a:gd name="connsiteY736" fmla="*/ 1754826 h 6858000"/>
              <a:gd name="connsiteX737" fmla="*/ 0 w 7467600"/>
              <a:gd name="connsiteY737" fmla="*/ 1679650 h 6858000"/>
              <a:gd name="connsiteX738" fmla="*/ 0 w 7467600"/>
              <a:gd name="connsiteY738" fmla="*/ 1602463 h 6858000"/>
              <a:gd name="connsiteX739" fmla="*/ 84689 w 7467600"/>
              <a:gd name="connsiteY739" fmla="*/ 1677442 h 6858000"/>
              <a:gd name="connsiteX740" fmla="*/ 298437 w 7467600"/>
              <a:gd name="connsiteY740" fmla="*/ 1968019 h 6858000"/>
              <a:gd name="connsiteX741" fmla="*/ 227269 w 7467600"/>
              <a:gd name="connsiteY741" fmla="*/ 1114064 h 6858000"/>
              <a:gd name="connsiteX742" fmla="*/ 248003 w 7467600"/>
              <a:gd name="connsiteY742" fmla="*/ 1089613 h 6858000"/>
              <a:gd name="connsiteX743" fmla="*/ 427020 w 7467600"/>
              <a:gd name="connsiteY743" fmla="*/ 1619803 h 6858000"/>
              <a:gd name="connsiteX744" fmla="*/ 340345 w 7467600"/>
              <a:gd name="connsiteY744" fmla="*/ 2027739 h 6858000"/>
              <a:gd name="connsiteX745" fmla="*/ 360865 w 7467600"/>
              <a:gd name="connsiteY745" fmla="*/ 2044827 h 6858000"/>
              <a:gd name="connsiteX746" fmla="*/ 560414 w 7467600"/>
              <a:gd name="connsiteY746" fmla="*/ 2421457 h 6858000"/>
              <a:gd name="connsiteX747" fmla="*/ 1359703 w 7467600"/>
              <a:gd name="connsiteY747" fmla="*/ 2578554 h 6858000"/>
              <a:gd name="connsiteX748" fmla="*/ 1359422 w 7467600"/>
              <a:gd name="connsiteY748" fmla="*/ 2577994 h 6858000"/>
              <a:gd name="connsiteX749" fmla="*/ 828701 w 7467600"/>
              <a:gd name="connsiteY749" fmla="*/ 1839520 h 6858000"/>
              <a:gd name="connsiteX750" fmla="*/ 494427 w 7467600"/>
              <a:gd name="connsiteY750" fmla="*/ 1092333 h 6858000"/>
              <a:gd name="connsiteX751" fmla="*/ 506322 w 7467600"/>
              <a:gd name="connsiteY751" fmla="*/ 1020997 h 6858000"/>
              <a:gd name="connsiteX752" fmla="*/ 4570198 w 7467600"/>
              <a:gd name="connsiteY752" fmla="*/ 978081 h 6858000"/>
              <a:gd name="connsiteX753" fmla="*/ 4523691 w 7467600"/>
              <a:gd name="connsiteY753" fmla="*/ 1127776 h 6858000"/>
              <a:gd name="connsiteX754" fmla="*/ 4509875 w 7467600"/>
              <a:gd name="connsiteY754" fmla="*/ 1167552 h 6858000"/>
              <a:gd name="connsiteX755" fmla="*/ 4478168 w 7467600"/>
              <a:gd name="connsiteY755" fmla="*/ 1260735 h 6858000"/>
              <a:gd name="connsiteX756" fmla="*/ 4409309 w 7467600"/>
              <a:gd name="connsiteY756" fmla="*/ 1666996 h 6858000"/>
              <a:gd name="connsiteX757" fmla="*/ 4370031 w 7467600"/>
              <a:gd name="connsiteY757" fmla="*/ 1955666 h 6858000"/>
              <a:gd name="connsiteX758" fmla="*/ 4570198 w 7467600"/>
              <a:gd name="connsiteY758" fmla="*/ 978081 h 6858000"/>
              <a:gd name="connsiteX759" fmla="*/ 4557898 w 7467600"/>
              <a:gd name="connsiteY759" fmla="*/ 900011 h 6858000"/>
              <a:gd name="connsiteX760" fmla="*/ 4344840 w 7467600"/>
              <a:gd name="connsiteY760" fmla="*/ 1922038 h 6858000"/>
              <a:gd name="connsiteX761" fmla="*/ 4378710 w 7467600"/>
              <a:gd name="connsiteY761" fmla="*/ 1665516 h 6858000"/>
              <a:gd name="connsiteX762" fmla="*/ 4448798 w 7467600"/>
              <a:gd name="connsiteY762" fmla="*/ 1253024 h 6858000"/>
              <a:gd name="connsiteX763" fmla="*/ 4480315 w 7467600"/>
              <a:gd name="connsiteY763" fmla="*/ 1158454 h 6858000"/>
              <a:gd name="connsiteX764" fmla="*/ 4494133 w 7467600"/>
              <a:gd name="connsiteY764" fmla="*/ 1118676 h 6858000"/>
              <a:gd name="connsiteX765" fmla="*/ 4557898 w 7467600"/>
              <a:gd name="connsiteY765" fmla="*/ 900011 h 6858000"/>
              <a:gd name="connsiteX766" fmla="*/ 5870151 w 7467600"/>
              <a:gd name="connsiteY766" fmla="*/ 898890 h 6858000"/>
              <a:gd name="connsiteX767" fmla="*/ 5861335 w 7467600"/>
              <a:gd name="connsiteY767" fmla="*/ 899177 h 6858000"/>
              <a:gd name="connsiteX768" fmla="*/ 5843702 w 7467600"/>
              <a:gd name="connsiteY768" fmla="*/ 899748 h 6858000"/>
              <a:gd name="connsiteX769" fmla="*/ 5651107 w 7467600"/>
              <a:gd name="connsiteY769" fmla="*/ 920306 h 6858000"/>
              <a:gd name="connsiteX770" fmla="*/ 5459407 w 7467600"/>
              <a:gd name="connsiteY770" fmla="*/ 940975 h 6858000"/>
              <a:gd name="connsiteX771" fmla="*/ 5374846 w 7467600"/>
              <a:gd name="connsiteY771" fmla="*/ 941988 h 6858000"/>
              <a:gd name="connsiteX772" fmla="*/ 5256105 w 7467600"/>
              <a:gd name="connsiteY772" fmla="*/ 945632 h 6858000"/>
              <a:gd name="connsiteX773" fmla="*/ 5107071 w 7467600"/>
              <a:gd name="connsiteY773" fmla="*/ 969720 h 6858000"/>
              <a:gd name="connsiteX774" fmla="*/ 4998681 w 7467600"/>
              <a:gd name="connsiteY774" fmla="*/ 988771 h 6858000"/>
              <a:gd name="connsiteX775" fmla="*/ 5870151 w 7467600"/>
              <a:gd name="connsiteY775" fmla="*/ 898890 h 6858000"/>
              <a:gd name="connsiteX776" fmla="*/ 5504425 w 7467600"/>
              <a:gd name="connsiteY776" fmla="*/ 848067 h 6858000"/>
              <a:gd name="connsiteX777" fmla="*/ 4968849 w 7467600"/>
              <a:gd name="connsiteY777" fmla="*/ 962318 h 6858000"/>
              <a:gd name="connsiteX778" fmla="*/ 5104039 w 7467600"/>
              <a:gd name="connsiteY778" fmla="*/ 940634 h 6858000"/>
              <a:gd name="connsiteX779" fmla="*/ 5256311 w 7467600"/>
              <a:gd name="connsiteY779" fmla="*/ 916490 h 6858000"/>
              <a:gd name="connsiteX780" fmla="*/ 5377381 w 7467600"/>
              <a:gd name="connsiteY780" fmla="*/ 912671 h 6858000"/>
              <a:gd name="connsiteX781" fmla="*/ 5460148 w 7467600"/>
              <a:gd name="connsiteY781" fmla="*/ 911442 h 6858000"/>
              <a:gd name="connsiteX782" fmla="*/ 5648971 w 7467600"/>
              <a:gd name="connsiteY782" fmla="*/ 891331 h 6858000"/>
              <a:gd name="connsiteX783" fmla="*/ 5844807 w 7467600"/>
              <a:gd name="connsiteY783" fmla="*/ 870718 h 6858000"/>
              <a:gd name="connsiteX784" fmla="*/ 5862975 w 7467600"/>
              <a:gd name="connsiteY784" fmla="*/ 869756 h 6858000"/>
              <a:gd name="connsiteX785" fmla="*/ 5920887 w 7467600"/>
              <a:gd name="connsiteY785" fmla="*/ 865929 h 6858000"/>
              <a:gd name="connsiteX786" fmla="*/ 5504425 w 7467600"/>
              <a:gd name="connsiteY786" fmla="*/ 848067 h 6858000"/>
              <a:gd name="connsiteX787" fmla="*/ 3607114 w 7467600"/>
              <a:gd name="connsiteY787" fmla="*/ 467441 h 6858000"/>
              <a:gd name="connsiteX788" fmla="*/ 3296242 w 7467600"/>
              <a:gd name="connsiteY788" fmla="*/ 807991 h 6858000"/>
              <a:gd name="connsiteX789" fmla="*/ 3174674 w 7467600"/>
              <a:gd name="connsiteY789" fmla="*/ 919759 h 6858000"/>
              <a:gd name="connsiteX790" fmla="*/ 3042978 w 7467600"/>
              <a:gd name="connsiteY790" fmla="*/ 1054894 h 6858000"/>
              <a:gd name="connsiteX791" fmla="*/ 2968914 w 7467600"/>
              <a:gd name="connsiteY791" fmla="*/ 1133756 h 6858000"/>
              <a:gd name="connsiteX792" fmla="*/ 3103823 w 7467600"/>
              <a:gd name="connsiteY792" fmla="*/ 1026814 h 6858000"/>
              <a:gd name="connsiteX793" fmla="*/ 3607114 w 7467600"/>
              <a:gd name="connsiteY793" fmla="*/ 467441 h 6858000"/>
              <a:gd name="connsiteX794" fmla="*/ 3744487 w 7467600"/>
              <a:gd name="connsiteY794" fmla="*/ 383136 h 6858000"/>
              <a:gd name="connsiteX795" fmla="*/ 3970213 w 7467600"/>
              <a:gd name="connsiteY795" fmla="*/ 995559 h 6858000"/>
              <a:gd name="connsiteX796" fmla="*/ 3744487 w 7467600"/>
              <a:gd name="connsiteY796" fmla="*/ 383136 h 6858000"/>
              <a:gd name="connsiteX797" fmla="*/ 3624562 w 7467600"/>
              <a:gd name="connsiteY797" fmla="*/ 367041 h 6858000"/>
              <a:gd name="connsiteX798" fmla="*/ 3489712 w 7467600"/>
              <a:gd name="connsiteY798" fmla="*/ 485386 h 6858000"/>
              <a:gd name="connsiteX799" fmla="*/ 3182994 w 7467600"/>
              <a:gd name="connsiteY799" fmla="*/ 828265 h 6858000"/>
              <a:gd name="connsiteX800" fmla="*/ 2892114 w 7467600"/>
              <a:gd name="connsiteY800" fmla="*/ 1172635 h 6858000"/>
              <a:gd name="connsiteX801" fmla="*/ 3021459 w 7467600"/>
              <a:gd name="connsiteY801" fmla="*/ 1035385 h 6858000"/>
              <a:gd name="connsiteX802" fmla="*/ 3153873 w 7467600"/>
              <a:gd name="connsiteY802" fmla="*/ 898971 h 6858000"/>
              <a:gd name="connsiteX803" fmla="*/ 3276511 w 7467600"/>
              <a:gd name="connsiteY803" fmla="*/ 786423 h 6858000"/>
              <a:gd name="connsiteX804" fmla="*/ 3584154 w 7467600"/>
              <a:gd name="connsiteY804" fmla="*/ 448218 h 6858000"/>
              <a:gd name="connsiteX805" fmla="*/ 3624562 w 7467600"/>
              <a:gd name="connsiteY805" fmla="*/ 367041 h 6858000"/>
              <a:gd name="connsiteX806" fmla="*/ 3766672 w 7467600"/>
              <a:gd name="connsiteY806" fmla="*/ 359429 h 6858000"/>
              <a:gd name="connsiteX807" fmla="*/ 3996338 w 7467600"/>
              <a:gd name="connsiteY807" fmla="*/ 968237 h 6858000"/>
              <a:gd name="connsiteX808" fmla="*/ 3766672 w 7467600"/>
              <a:gd name="connsiteY808" fmla="*/ 359429 h 6858000"/>
              <a:gd name="connsiteX809" fmla="*/ 5805386 w 7467600"/>
              <a:gd name="connsiteY809" fmla="*/ 239240 h 6858000"/>
              <a:gd name="connsiteX810" fmla="*/ 5736947 w 7467600"/>
              <a:gd name="connsiteY810" fmla="*/ 261367 h 6858000"/>
              <a:gd name="connsiteX811" fmla="*/ 5427012 w 7467600"/>
              <a:gd name="connsiteY811" fmla="*/ 311272 h 6858000"/>
              <a:gd name="connsiteX812" fmla="*/ 5147818 w 7467600"/>
              <a:gd name="connsiteY812" fmla="*/ 322112 h 6858000"/>
              <a:gd name="connsiteX813" fmla="*/ 5060854 w 7467600"/>
              <a:gd name="connsiteY813" fmla="*/ 311882 h 6858000"/>
              <a:gd name="connsiteX814" fmla="*/ 4945989 w 7467600"/>
              <a:gd name="connsiteY814" fmla="*/ 300516 h 6858000"/>
              <a:gd name="connsiteX815" fmla="*/ 5410479 w 7467600"/>
              <a:gd name="connsiteY815" fmla="*/ 348434 h 6858000"/>
              <a:gd name="connsiteX816" fmla="*/ 5805386 w 7467600"/>
              <a:gd name="connsiteY816" fmla="*/ 239240 h 6858000"/>
              <a:gd name="connsiteX817" fmla="*/ 5905192 w 7467600"/>
              <a:gd name="connsiteY817" fmla="*/ 163079 h 6858000"/>
              <a:gd name="connsiteX818" fmla="*/ 5865655 w 7467600"/>
              <a:gd name="connsiteY818" fmla="*/ 171901 h 6858000"/>
              <a:gd name="connsiteX819" fmla="*/ 5259740 w 7467600"/>
              <a:gd name="connsiteY819" fmla="*/ 257013 h 6858000"/>
              <a:gd name="connsiteX820" fmla="*/ 5208466 w 7467600"/>
              <a:gd name="connsiteY820" fmla="*/ 257550 h 6858000"/>
              <a:gd name="connsiteX821" fmla="*/ 4980204 w 7467600"/>
              <a:gd name="connsiteY821" fmla="*/ 271903 h 6858000"/>
              <a:gd name="connsiteX822" fmla="*/ 5068068 w 7467600"/>
              <a:gd name="connsiteY822" fmla="*/ 282244 h 6858000"/>
              <a:gd name="connsiteX823" fmla="*/ 5153231 w 7467600"/>
              <a:gd name="connsiteY823" fmla="*/ 292240 h 6858000"/>
              <a:gd name="connsiteX824" fmla="*/ 5426491 w 7467600"/>
              <a:gd name="connsiteY824" fmla="*/ 281128 h 6858000"/>
              <a:gd name="connsiteX825" fmla="*/ 5731212 w 7467600"/>
              <a:gd name="connsiteY825" fmla="*/ 231951 h 6858000"/>
              <a:gd name="connsiteX826" fmla="*/ 5905192 w 7467600"/>
              <a:gd name="connsiteY826" fmla="*/ 163079 h 6858000"/>
              <a:gd name="connsiteX827" fmla="*/ 5944437 w 7467600"/>
              <a:gd name="connsiteY827" fmla="*/ 113829 h 6858000"/>
              <a:gd name="connsiteX828" fmla="*/ 5825032 w 7467600"/>
              <a:gd name="connsiteY828" fmla="*/ 146405 h 6858000"/>
              <a:gd name="connsiteX829" fmla="*/ 4955599 w 7467600"/>
              <a:gd name="connsiteY829" fmla="*/ 247008 h 6858000"/>
              <a:gd name="connsiteX830" fmla="*/ 5210104 w 7467600"/>
              <a:gd name="connsiteY830" fmla="*/ 228123 h 6858000"/>
              <a:gd name="connsiteX831" fmla="*/ 5261015 w 7467600"/>
              <a:gd name="connsiteY831" fmla="*/ 227087 h 6858000"/>
              <a:gd name="connsiteX832" fmla="*/ 5861181 w 7467600"/>
              <a:gd name="connsiteY832" fmla="*/ 143093 h 6858000"/>
              <a:gd name="connsiteX833" fmla="*/ 5961252 w 7467600"/>
              <a:gd name="connsiteY833" fmla="*/ 114820 h 6858000"/>
              <a:gd name="connsiteX834" fmla="*/ 5944437 w 7467600"/>
              <a:gd name="connsiteY834" fmla="*/ 113829 h 6858000"/>
              <a:gd name="connsiteX835" fmla="*/ 3882765 w 7467600"/>
              <a:gd name="connsiteY835" fmla="*/ 0 h 6858000"/>
              <a:gd name="connsiteX836" fmla="*/ 3995099 w 7467600"/>
              <a:gd name="connsiteY836" fmla="*/ 0 h 6858000"/>
              <a:gd name="connsiteX837" fmla="*/ 4163818 w 7467600"/>
              <a:gd name="connsiteY837" fmla="*/ 234104 h 6858000"/>
              <a:gd name="connsiteX838" fmla="*/ 4172099 w 7467600"/>
              <a:gd name="connsiteY838" fmla="*/ 234207 h 6858000"/>
              <a:gd name="connsiteX839" fmla="*/ 4784282 w 7467600"/>
              <a:gd name="connsiteY839" fmla="*/ 276561 h 6858000"/>
              <a:gd name="connsiteX840" fmla="*/ 4801687 w 7467600"/>
              <a:gd name="connsiteY840" fmla="*/ 267764 h 6858000"/>
              <a:gd name="connsiteX841" fmla="*/ 6082788 w 7467600"/>
              <a:gd name="connsiteY841" fmla="*/ 64119 h 6858000"/>
              <a:gd name="connsiteX842" fmla="*/ 6099442 w 7467600"/>
              <a:gd name="connsiteY842" fmla="*/ 82568 h 6858000"/>
              <a:gd name="connsiteX843" fmla="*/ 4804137 w 7467600"/>
              <a:gd name="connsiteY843" fmla="*/ 320931 h 6858000"/>
              <a:gd name="connsiteX844" fmla="*/ 4227047 w 7467600"/>
              <a:gd name="connsiteY844" fmla="*/ 313415 h 6858000"/>
              <a:gd name="connsiteX845" fmla="*/ 4346041 w 7467600"/>
              <a:gd name="connsiteY845" fmla="*/ 456086 h 6858000"/>
              <a:gd name="connsiteX846" fmla="*/ 4870967 w 7467600"/>
              <a:gd name="connsiteY846" fmla="*/ 963061 h 6858000"/>
              <a:gd name="connsiteX847" fmla="*/ 4889647 w 7467600"/>
              <a:gd name="connsiteY847" fmla="*/ 957147 h 6858000"/>
              <a:gd name="connsiteX848" fmla="*/ 5422504 w 7467600"/>
              <a:gd name="connsiteY848" fmla="*/ 805191 h 6858000"/>
              <a:gd name="connsiteX849" fmla="*/ 6087656 w 7467600"/>
              <a:gd name="connsiteY849" fmla="*/ 826703 h 6858000"/>
              <a:gd name="connsiteX850" fmla="*/ 6058717 w 7467600"/>
              <a:gd name="connsiteY850" fmla="*/ 865992 h 6858000"/>
              <a:gd name="connsiteX851" fmla="*/ 4974153 w 7467600"/>
              <a:gd name="connsiteY851" fmla="*/ 1045456 h 6858000"/>
              <a:gd name="connsiteX852" fmla="*/ 5627835 w 7467600"/>
              <a:gd name="connsiteY852" fmla="*/ 1472077 h 6858000"/>
              <a:gd name="connsiteX853" fmla="*/ 5629817 w 7467600"/>
              <a:gd name="connsiteY853" fmla="*/ 1471412 h 6858000"/>
              <a:gd name="connsiteX854" fmla="*/ 5634124 w 7467600"/>
              <a:gd name="connsiteY854" fmla="*/ 1470572 h 6858000"/>
              <a:gd name="connsiteX855" fmla="*/ 5755832 w 7467600"/>
              <a:gd name="connsiteY855" fmla="*/ 1383886 h 6858000"/>
              <a:gd name="connsiteX856" fmla="*/ 6014186 w 7467600"/>
              <a:gd name="connsiteY856" fmla="*/ 1279799 h 6858000"/>
              <a:gd name="connsiteX857" fmla="*/ 6901619 w 7467600"/>
              <a:gd name="connsiteY857" fmla="*/ 1047874 h 6858000"/>
              <a:gd name="connsiteX858" fmla="*/ 6931566 w 7467600"/>
              <a:gd name="connsiteY858" fmla="*/ 1062034 h 6858000"/>
              <a:gd name="connsiteX859" fmla="*/ 5790982 w 7467600"/>
              <a:gd name="connsiteY859" fmla="*/ 1561380 h 6858000"/>
              <a:gd name="connsiteX860" fmla="*/ 6188971 w 7467600"/>
              <a:gd name="connsiteY860" fmla="*/ 1755168 h 6858000"/>
              <a:gd name="connsiteX861" fmla="*/ 6202446 w 7467600"/>
              <a:gd name="connsiteY861" fmla="*/ 1752268 h 6858000"/>
              <a:gd name="connsiteX862" fmla="*/ 7179560 w 7467600"/>
              <a:gd name="connsiteY862" fmla="*/ 1467551 h 6858000"/>
              <a:gd name="connsiteX863" fmla="*/ 7158730 w 7467600"/>
              <a:gd name="connsiteY863" fmla="*/ 1507835 h 6858000"/>
              <a:gd name="connsiteX864" fmla="*/ 6326959 w 7467600"/>
              <a:gd name="connsiteY864" fmla="*/ 1817686 h 6858000"/>
              <a:gd name="connsiteX865" fmla="*/ 6537433 w 7467600"/>
              <a:gd name="connsiteY865" fmla="*/ 1907790 h 6858000"/>
              <a:gd name="connsiteX866" fmla="*/ 6550221 w 7467600"/>
              <a:gd name="connsiteY866" fmla="*/ 1910729 h 6858000"/>
              <a:gd name="connsiteX867" fmla="*/ 6964438 w 7467600"/>
              <a:gd name="connsiteY867" fmla="*/ 2209505 h 6858000"/>
              <a:gd name="connsiteX868" fmla="*/ 7367862 w 7467600"/>
              <a:gd name="connsiteY868" fmla="*/ 2806833 h 6858000"/>
              <a:gd name="connsiteX869" fmla="*/ 7364329 w 7467600"/>
              <a:gd name="connsiteY869" fmla="*/ 2826907 h 6858000"/>
              <a:gd name="connsiteX870" fmla="*/ 7290545 w 7467600"/>
              <a:gd name="connsiteY870" fmla="*/ 2850663 h 6858000"/>
              <a:gd name="connsiteX871" fmla="*/ 6472036 w 7467600"/>
              <a:gd name="connsiteY871" fmla="*/ 1959003 h 6858000"/>
              <a:gd name="connsiteX872" fmla="*/ 5792897 w 7467600"/>
              <a:gd name="connsiteY872" fmla="*/ 1647747 h 6858000"/>
              <a:gd name="connsiteX873" fmla="*/ 5842751 w 7467600"/>
              <a:gd name="connsiteY873" fmla="*/ 1816112 h 6858000"/>
              <a:gd name="connsiteX874" fmla="*/ 5847424 w 7467600"/>
              <a:gd name="connsiteY874" fmla="*/ 1815776 h 6858000"/>
              <a:gd name="connsiteX875" fmla="*/ 6399821 w 7467600"/>
              <a:gd name="connsiteY875" fmla="*/ 2344799 h 6858000"/>
              <a:gd name="connsiteX876" fmla="*/ 6323232 w 7467600"/>
              <a:gd name="connsiteY876" fmla="*/ 2389634 h 6858000"/>
              <a:gd name="connsiteX877" fmla="*/ 5942958 w 7467600"/>
              <a:gd name="connsiteY877" fmla="*/ 2077708 h 6858000"/>
              <a:gd name="connsiteX878" fmla="*/ 5921559 w 7467600"/>
              <a:gd name="connsiteY878" fmla="*/ 2378596 h 6858000"/>
              <a:gd name="connsiteX879" fmla="*/ 5817651 w 7467600"/>
              <a:gd name="connsiteY879" fmla="*/ 3023919 h 6858000"/>
              <a:gd name="connsiteX880" fmla="*/ 5729634 w 7467600"/>
              <a:gd name="connsiteY880" fmla="*/ 3051849 h 6858000"/>
              <a:gd name="connsiteX881" fmla="*/ 5611018 w 7467600"/>
              <a:gd name="connsiteY881" fmla="*/ 2316769 h 6858000"/>
              <a:gd name="connsiteX882" fmla="*/ 5687608 w 7467600"/>
              <a:gd name="connsiteY882" fmla="*/ 2039972 h 6858000"/>
              <a:gd name="connsiteX883" fmla="*/ 5657554 w 7467600"/>
              <a:gd name="connsiteY883" fmla="*/ 1576445 h 6858000"/>
              <a:gd name="connsiteX884" fmla="*/ 5150475 w 7467600"/>
              <a:gd name="connsiteY884" fmla="*/ 1274012 h 6858000"/>
              <a:gd name="connsiteX885" fmla="*/ 5349142 w 7467600"/>
              <a:gd name="connsiteY885" fmla="*/ 2204405 h 6858000"/>
              <a:gd name="connsiteX886" fmla="*/ 5262214 w 7467600"/>
              <a:gd name="connsiteY886" fmla="*/ 2233836 h 6858000"/>
              <a:gd name="connsiteX887" fmla="*/ 4981539 w 7467600"/>
              <a:gd name="connsiteY887" fmla="*/ 1542201 h 6858000"/>
              <a:gd name="connsiteX888" fmla="*/ 4958461 w 7467600"/>
              <a:gd name="connsiteY888" fmla="*/ 1136957 h 6858000"/>
              <a:gd name="connsiteX889" fmla="*/ 4655015 w 7467600"/>
              <a:gd name="connsiteY889" fmla="*/ 891426 h 6858000"/>
              <a:gd name="connsiteX890" fmla="*/ 4348002 w 7467600"/>
              <a:gd name="connsiteY890" fmla="*/ 2205895 h 6858000"/>
              <a:gd name="connsiteX891" fmla="*/ 4262250 w 7467600"/>
              <a:gd name="connsiteY891" fmla="*/ 2219972 h 6858000"/>
              <a:gd name="connsiteX892" fmla="*/ 4550611 w 7467600"/>
              <a:gd name="connsiteY892" fmla="*/ 817540 h 6858000"/>
              <a:gd name="connsiteX893" fmla="*/ 4564418 w 7467600"/>
              <a:gd name="connsiteY893" fmla="*/ 808293 h 6858000"/>
              <a:gd name="connsiteX894" fmla="*/ 4266388 w 7467600"/>
              <a:gd name="connsiteY894" fmla="*/ 500083 h 6858000"/>
              <a:gd name="connsiteX895" fmla="*/ 4032842 w 7467600"/>
              <a:gd name="connsiteY895" fmla="*/ 211809 h 6858000"/>
              <a:gd name="connsiteX896" fmla="*/ 3882765 w 7467600"/>
              <a:gd name="connsiteY896" fmla="*/ 0 h 6858000"/>
              <a:gd name="connsiteX897" fmla="*/ 3721337 w 7467600"/>
              <a:gd name="connsiteY897" fmla="*/ 0 h 6858000"/>
              <a:gd name="connsiteX898" fmla="*/ 3797544 w 7467600"/>
              <a:gd name="connsiteY898" fmla="*/ 0 h 6858000"/>
              <a:gd name="connsiteX899" fmla="*/ 3775734 w 7467600"/>
              <a:gd name="connsiteY899" fmla="*/ 95131 h 6858000"/>
              <a:gd name="connsiteX900" fmla="*/ 3724807 w 7467600"/>
              <a:gd name="connsiteY900" fmla="*/ 272257 h 6858000"/>
              <a:gd name="connsiteX901" fmla="*/ 3726844 w 7467600"/>
              <a:gd name="connsiteY901" fmla="*/ 282988 h 6858000"/>
              <a:gd name="connsiteX902" fmla="*/ 3742664 w 7467600"/>
              <a:gd name="connsiteY902" fmla="*/ 279918 h 6858000"/>
              <a:gd name="connsiteX903" fmla="*/ 4103910 w 7467600"/>
              <a:gd name="connsiteY903" fmla="*/ 1161917 h 6858000"/>
              <a:gd name="connsiteX904" fmla="*/ 4020269 w 7467600"/>
              <a:gd name="connsiteY904" fmla="*/ 1200406 h 6858000"/>
              <a:gd name="connsiteX905" fmla="*/ 3674882 w 7467600"/>
              <a:gd name="connsiteY905" fmla="*/ 488524 h 6858000"/>
              <a:gd name="connsiteX906" fmla="*/ 3132682 w 7467600"/>
              <a:gd name="connsiteY906" fmla="*/ 1072284 h 6858000"/>
              <a:gd name="connsiteX907" fmla="*/ 2716346 w 7467600"/>
              <a:gd name="connsiteY907" fmla="*/ 1276376 h 6858000"/>
              <a:gd name="connsiteX908" fmla="*/ 2716772 w 7467600"/>
              <a:gd name="connsiteY908" fmla="*/ 1255462 h 6858000"/>
              <a:gd name="connsiteX909" fmla="*/ 3471096 w 7467600"/>
              <a:gd name="connsiteY909" fmla="*/ 437072 h 6858000"/>
              <a:gd name="connsiteX910" fmla="*/ 3639057 w 7467600"/>
              <a:gd name="connsiteY910" fmla="*/ 286334 h 6858000"/>
              <a:gd name="connsiteX911" fmla="*/ 3640309 w 7467600"/>
              <a:gd name="connsiteY911" fmla="*/ 284664 h 6858000"/>
              <a:gd name="connsiteX912" fmla="*/ 3646022 w 7467600"/>
              <a:gd name="connsiteY912" fmla="*/ 276711 h 6858000"/>
              <a:gd name="connsiteX913" fmla="*/ 3707943 w 7467600"/>
              <a:gd name="connsiteY913" fmla="*/ 65958 h 6858000"/>
              <a:gd name="connsiteX914" fmla="*/ 3721337 w 7467600"/>
              <a:gd name="connsiteY914" fmla="*/ 0 h 6858000"/>
              <a:gd name="connsiteX915" fmla="*/ 2867960 w 7467600"/>
              <a:gd name="connsiteY915" fmla="*/ 0 h 6858000"/>
              <a:gd name="connsiteX916" fmla="*/ 2926351 w 7467600"/>
              <a:gd name="connsiteY916" fmla="*/ 0 h 6858000"/>
              <a:gd name="connsiteX917" fmla="*/ 2902823 w 7467600"/>
              <a:gd name="connsiteY917" fmla="*/ 262929 h 6858000"/>
              <a:gd name="connsiteX918" fmla="*/ 2940663 w 7467600"/>
              <a:gd name="connsiteY918" fmla="*/ 140884 h 6858000"/>
              <a:gd name="connsiteX919" fmla="*/ 2947039 w 7467600"/>
              <a:gd name="connsiteY919" fmla="*/ 122524 h 6858000"/>
              <a:gd name="connsiteX920" fmla="*/ 2984316 w 7467600"/>
              <a:gd name="connsiteY920" fmla="*/ 0 h 6858000"/>
              <a:gd name="connsiteX921" fmla="*/ 3016114 w 7467600"/>
              <a:gd name="connsiteY921" fmla="*/ 0 h 6858000"/>
              <a:gd name="connsiteX922" fmla="*/ 2979949 w 7467600"/>
              <a:gd name="connsiteY922" fmla="*/ 119274 h 6858000"/>
              <a:gd name="connsiteX923" fmla="*/ 3023879 w 7467600"/>
              <a:gd name="connsiteY923" fmla="*/ 0 h 6858000"/>
              <a:gd name="connsiteX924" fmla="*/ 3105400 w 7467600"/>
              <a:gd name="connsiteY924" fmla="*/ 0 h 6858000"/>
              <a:gd name="connsiteX925" fmla="*/ 3094669 w 7467600"/>
              <a:gd name="connsiteY925" fmla="*/ 30308 h 6858000"/>
              <a:gd name="connsiteX926" fmla="*/ 2901945 w 7467600"/>
              <a:gd name="connsiteY926" fmla="*/ 466538 h 6858000"/>
              <a:gd name="connsiteX927" fmla="*/ 2815209 w 7467600"/>
              <a:gd name="connsiteY927" fmla="*/ 497361 h 6858000"/>
              <a:gd name="connsiteX928" fmla="*/ 2844845 w 7467600"/>
              <a:gd name="connsiteY928" fmla="*/ 127638 h 6858000"/>
              <a:gd name="connsiteX929" fmla="*/ 2867960 w 7467600"/>
              <a:gd name="connsiteY929" fmla="*/ 0 h 6858000"/>
              <a:gd name="connsiteX930" fmla="*/ 1057230 w 7467600"/>
              <a:gd name="connsiteY930" fmla="*/ 0 h 6858000"/>
              <a:gd name="connsiteX931" fmla="*/ 1111003 w 7467600"/>
              <a:gd name="connsiteY931" fmla="*/ 0 h 6858000"/>
              <a:gd name="connsiteX932" fmla="*/ 1125553 w 7467600"/>
              <a:gd name="connsiteY932" fmla="*/ 52588 h 6858000"/>
              <a:gd name="connsiteX933" fmla="*/ 1304276 w 7467600"/>
              <a:gd name="connsiteY933" fmla="*/ 476275 h 6858000"/>
              <a:gd name="connsiteX934" fmla="*/ 1492066 w 7467600"/>
              <a:gd name="connsiteY934" fmla="*/ 886333 h 6858000"/>
              <a:gd name="connsiteX935" fmla="*/ 1423698 w 7467600"/>
              <a:gd name="connsiteY935" fmla="*/ 710817 h 6858000"/>
              <a:gd name="connsiteX936" fmla="*/ 1357609 w 7467600"/>
              <a:gd name="connsiteY936" fmla="*/ 532892 h 6858000"/>
              <a:gd name="connsiteX937" fmla="*/ 1309550 w 7467600"/>
              <a:gd name="connsiteY937" fmla="*/ 374031 h 6858000"/>
              <a:gd name="connsiteX938" fmla="*/ 1193673 w 7467600"/>
              <a:gd name="connsiteY938" fmla="*/ 49533 h 6858000"/>
              <a:gd name="connsiteX939" fmla="*/ 1164391 w 7467600"/>
              <a:gd name="connsiteY939" fmla="*/ 0 h 6858000"/>
              <a:gd name="connsiteX940" fmla="*/ 1200666 w 7467600"/>
              <a:gd name="connsiteY940" fmla="*/ 0 h 6858000"/>
              <a:gd name="connsiteX941" fmla="*/ 1223408 w 7467600"/>
              <a:gd name="connsiteY941" fmla="*/ 38996 h 6858000"/>
              <a:gd name="connsiteX942" fmla="*/ 1339635 w 7467600"/>
              <a:gd name="connsiteY942" fmla="*/ 365517 h 6858000"/>
              <a:gd name="connsiteX943" fmla="*/ 1387469 w 7467600"/>
              <a:gd name="connsiteY943" fmla="*/ 523079 h 6858000"/>
              <a:gd name="connsiteX944" fmla="*/ 1452685 w 7467600"/>
              <a:gd name="connsiteY944" fmla="*/ 699806 h 6858000"/>
              <a:gd name="connsiteX945" fmla="*/ 1492092 w 7467600"/>
              <a:gd name="connsiteY945" fmla="*/ 800424 h 6858000"/>
              <a:gd name="connsiteX946" fmla="*/ 1455302 w 7467600"/>
              <a:gd name="connsiteY946" fmla="*/ 632913 h 6858000"/>
              <a:gd name="connsiteX947" fmla="*/ 1222336 w 7467600"/>
              <a:gd name="connsiteY947" fmla="*/ 9480 h 6858000"/>
              <a:gd name="connsiteX948" fmla="*/ 1214634 w 7467600"/>
              <a:gd name="connsiteY948" fmla="*/ 0 h 6858000"/>
              <a:gd name="connsiteX949" fmla="*/ 1289827 w 7467600"/>
              <a:gd name="connsiteY949" fmla="*/ 0 h 6858000"/>
              <a:gd name="connsiteX950" fmla="*/ 1321076 w 7467600"/>
              <a:gd name="connsiteY950" fmla="*/ 59722 h 6858000"/>
              <a:gd name="connsiteX951" fmla="*/ 1512579 w 7467600"/>
              <a:gd name="connsiteY951" fmla="*/ 626441 h 6858000"/>
              <a:gd name="connsiteX952" fmla="*/ 1506076 w 7467600"/>
              <a:gd name="connsiteY952" fmla="*/ 1089289 h 6858000"/>
              <a:gd name="connsiteX953" fmla="*/ 1486346 w 7467600"/>
              <a:gd name="connsiteY953" fmla="*/ 1079919 h 6858000"/>
              <a:gd name="connsiteX954" fmla="*/ 1070511 w 7467600"/>
              <a:gd name="connsiteY954" fmla="*/ 48609 h 6858000"/>
              <a:gd name="connsiteX955" fmla="*/ 1057230 w 7467600"/>
              <a:gd name="connsiteY955" fmla="*/ 0 h 6858000"/>
              <a:gd name="connsiteX956" fmla="*/ 43151 w 7467600"/>
              <a:gd name="connsiteY956" fmla="*/ 0 h 6858000"/>
              <a:gd name="connsiteX957" fmla="*/ 95283 w 7467600"/>
              <a:gd name="connsiteY957" fmla="*/ 0 h 6858000"/>
              <a:gd name="connsiteX958" fmla="*/ 300708 w 7467600"/>
              <a:gd name="connsiteY958" fmla="*/ 154571 h 6858000"/>
              <a:gd name="connsiteX959" fmla="*/ 530414 w 7467600"/>
              <a:gd name="connsiteY959" fmla="*/ 354673 h 6858000"/>
              <a:gd name="connsiteX960" fmla="*/ 333785 w 7467600"/>
              <a:gd name="connsiteY960" fmla="*/ 161564 h 6858000"/>
              <a:gd name="connsiteX961" fmla="*/ 147005 w 7467600"/>
              <a:gd name="connsiteY961" fmla="*/ 0 h 6858000"/>
              <a:gd name="connsiteX962" fmla="*/ 272509 w 7467600"/>
              <a:gd name="connsiteY962" fmla="*/ 0 h 6858000"/>
              <a:gd name="connsiteX963" fmla="*/ 326276 w 7467600"/>
              <a:gd name="connsiteY963" fmla="*/ 45847 h 6858000"/>
              <a:gd name="connsiteX964" fmla="*/ 823759 w 7467600"/>
              <a:gd name="connsiteY964" fmla="*/ 574145 h 6858000"/>
              <a:gd name="connsiteX965" fmla="*/ 811254 w 7467600"/>
              <a:gd name="connsiteY965" fmla="*/ 665546 h 6858000"/>
              <a:gd name="connsiteX966" fmla="*/ 154042 w 7467600"/>
              <a:gd name="connsiteY966" fmla="*/ 261522 h 6858000"/>
              <a:gd name="connsiteX967" fmla="*/ 13550 w 7467600"/>
              <a:gd name="connsiteY967" fmla="*/ 158423 h 6858000"/>
              <a:gd name="connsiteX968" fmla="*/ 0 w 7467600"/>
              <a:gd name="connsiteY968" fmla="*/ 146618 h 6858000"/>
              <a:gd name="connsiteX969" fmla="*/ 0 w 7467600"/>
              <a:gd name="connsiteY969" fmla="*/ 59161 h 6858000"/>
              <a:gd name="connsiteX970" fmla="*/ 45427 w 7467600"/>
              <a:gd name="connsiteY970" fmla="*/ 101078 h 6858000"/>
              <a:gd name="connsiteX971" fmla="*/ 630103 w 7467600"/>
              <a:gd name="connsiteY971" fmla="*/ 485885 h 6858000"/>
              <a:gd name="connsiteX972" fmla="*/ 532040 w 7467600"/>
              <a:gd name="connsiteY972" fmla="*/ 399359 h 6858000"/>
              <a:gd name="connsiteX973" fmla="*/ 517618 w 7467600"/>
              <a:gd name="connsiteY973" fmla="*/ 385726 h 6858000"/>
              <a:gd name="connsiteX974" fmla="*/ 285074 w 7467600"/>
              <a:gd name="connsiteY974" fmla="*/ 182755 h 6858000"/>
              <a:gd name="connsiteX975" fmla="*/ 43151 w 7467600"/>
              <a:gd name="connsiteY97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1456157 w 7467600"/>
              <a:gd name="connsiteY96" fmla="*/ 5371404 h 6858000"/>
              <a:gd name="connsiteX97" fmla="*/ 1244432 w 7467600"/>
              <a:gd name="connsiteY97" fmla="*/ 5385601 h 6858000"/>
              <a:gd name="connsiteX98" fmla="*/ 973990 w 7467600"/>
              <a:gd name="connsiteY98" fmla="*/ 5424940 h 6858000"/>
              <a:gd name="connsiteX99" fmla="*/ 1103809 w 7467600"/>
              <a:gd name="connsiteY99" fmla="*/ 5433720 h 6858000"/>
              <a:gd name="connsiteX100" fmla="*/ 1123454 w 7467600"/>
              <a:gd name="connsiteY100" fmla="*/ 5435727 h 6858000"/>
              <a:gd name="connsiteX101" fmla="*/ 1737017 w 7467600"/>
              <a:gd name="connsiteY101" fmla="*/ 5452183 h 6858000"/>
              <a:gd name="connsiteX102" fmla="*/ 1824397 w 7467600"/>
              <a:gd name="connsiteY102" fmla="*/ 5447757 h 6858000"/>
              <a:gd name="connsiteX103" fmla="*/ 2070059 w 7467600"/>
              <a:gd name="connsiteY103" fmla="*/ 5441660 h 6858000"/>
              <a:gd name="connsiteX104" fmla="*/ 1456157 w 7467600"/>
              <a:gd name="connsiteY104" fmla="*/ 5371404 h 6858000"/>
              <a:gd name="connsiteX105" fmla="*/ 4988186 w 7467600"/>
              <a:gd name="connsiteY105" fmla="*/ 5216467 h 6858000"/>
              <a:gd name="connsiteX106" fmla="*/ 4777334 w 7467600"/>
              <a:gd name="connsiteY106" fmla="*/ 5406072 h 6858000"/>
              <a:gd name="connsiteX107" fmla="*/ 4718341 w 7467600"/>
              <a:gd name="connsiteY107" fmla="*/ 5468043 h 6858000"/>
              <a:gd name="connsiteX108" fmla="*/ 4604655 w 7467600"/>
              <a:gd name="connsiteY108" fmla="*/ 5583434 h 6858000"/>
              <a:gd name="connsiteX109" fmla="*/ 4565074 w 7467600"/>
              <a:gd name="connsiteY109" fmla="*/ 5618550 h 6858000"/>
              <a:gd name="connsiteX110" fmla="*/ 4988186 w 7467600"/>
              <a:gd name="connsiteY110" fmla="*/ 5216467 h 6858000"/>
              <a:gd name="connsiteX111" fmla="*/ 4978032 w 7467600"/>
              <a:gd name="connsiteY111" fmla="*/ 5183809 h 6858000"/>
              <a:gd name="connsiteX112" fmla="*/ 4463413 w 7467600"/>
              <a:gd name="connsiteY112" fmla="*/ 5615162 h 6858000"/>
              <a:gd name="connsiteX113" fmla="*/ 4358134 w 7467600"/>
              <a:gd name="connsiteY113" fmla="*/ 5742791 h 6858000"/>
              <a:gd name="connsiteX114" fmla="*/ 4376219 w 7467600"/>
              <a:gd name="connsiteY114" fmla="*/ 5729027 h 6858000"/>
              <a:gd name="connsiteX115" fmla="*/ 4582340 w 7467600"/>
              <a:gd name="connsiteY115" fmla="*/ 5561037 h 6858000"/>
              <a:gd name="connsiteX116" fmla="*/ 4694684 w 7467600"/>
              <a:gd name="connsiteY116" fmla="*/ 5447098 h 6858000"/>
              <a:gd name="connsiteX117" fmla="*/ 4754123 w 7467600"/>
              <a:gd name="connsiteY117" fmla="*/ 5384643 h 6858000"/>
              <a:gd name="connsiteX118" fmla="*/ 4978032 w 7467600"/>
              <a:gd name="connsiteY118" fmla="*/ 5183809 h 6858000"/>
              <a:gd name="connsiteX119" fmla="*/ 1903353 w 7467600"/>
              <a:gd name="connsiteY119" fmla="*/ 5044827 h 6858000"/>
              <a:gd name="connsiteX120" fmla="*/ 1936931 w 7467600"/>
              <a:gd name="connsiteY120" fmla="*/ 5093954 h 6858000"/>
              <a:gd name="connsiteX121" fmla="*/ 2195868 w 7467600"/>
              <a:gd name="connsiteY121" fmla="*/ 5396574 h 6858000"/>
              <a:gd name="connsiteX122" fmla="*/ 2088852 w 7467600"/>
              <a:gd name="connsiteY122" fmla="*/ 5166123 h 6858000"/>
              <a:gd name="connsiteX123" fmla="*/ 1958241 w 7467600"/>
              <a:gd name="connsiteY123" fmla="*/ 5067955 h 6858000"/>
              <a:gd name="connsiteX124" fmla="*/ 1903353 w 7467600"/>
              <a:gd name="connsiteY124" fmla="*/ 5044827 h 6858000"/>
              <a:gd name="connsiteX125" fmla="*/ 1979378 w 7467600"/>
              <a:gd name="connsiteY125" fmla="*/ 4769504 h 6858000"/>
              <a:gd name="connsiteX126" fmla="*/ 2882120 w 7467600"/>
              <a:gd name="connsiteY126" fmla="*/ 5064547 h 6858000"/>
              <a:gd name="connsiteX127" fmla="*/ 2793103 w 7467600"/>
              <a:gd name="connsiteY127" fmla="*/ 5039699 h 6858000"/>
              <a:gd name="connsiteX128" fmla="*/ 2770041 w 7467600"/>
              <a:gd name="connsiteY128" fmla="*/ 5033634 h 6858000"/>
              <a:gd name="connsiteX129" fmla="*/ 1979378 w 7467600"/>
              <a:gd name="connsiteY129" fmla="*/ 4769504 h 6858000"/>
              <a:gd name="connsiteX130" fmla="*/ 1927410 w 7467600"/>
              <a:gd name="connsiteY130" fmla="*/ 4716164 h 6858000"/>
              <a:gd name="connsiteX131" fmla="*/ 1959587 w 7467600"/>
              <a:gd name="connsiteY131" fmla="*/ 4728849 h 6858000"/>
              <a:gd name="connsiteX132" fmla="*/ 2777707 w 7467600"/>
              <a:gd name="connsiteY132" fmla="*/ 5003991 h 6858000"/>
              <a:gd name="connsiteX133" fmla="*/ 2800768 w 7467600"/>
              <a:gd name="connsiteY133" fmla="*/ 5010056 h 6858000"/>
              <a:gd name="connsiteX134" fmla="*/ 2879408 w 7467600"/>
              <a:gd name="connsiteY134" fmla="*/ 5031590 h 6858000"/>
              <a:gd name="connsiteX135" fmla="*/ 2862295 w 7467600"/>
              <a:gd name="connsiteY135" fmla="*/ 5022958 h 6858000"/>
              <a:gd name="connsiteX136" fmla="*/ 2813343 w 7467600"/>
              <a:gd name="connsiteY136" fmla="*/ 4998369 h 6858000"/>
              <a:gd name="connsiteX137" fmla="*/ 2646245 w 7467600"/>
              <a:gd name="connsiteY137" fmla="*/ 4930999 h 6858000"/>
              <a:gd name="connsiteX138" fmla="*/ 1999243 w 7467600"/>
              <a:gd name="connsiteY138" fmla="*/ 4730524 h 6858000"/>
              <a:gd name="connsiteX139" fmla="*/ 1979527 w 7467600"/>
              <a:gd name="connsiteY139" fmla="*/ 4726651 h 6858000"/>
              <a:gd name="connsiteX140" fmla="*/ 1927410 w 7467600"/>
              <a:gd name="connsiteY140" fmla="*/ 4716164 h 6858000"/>
              <a:gd name="connsiteX141" fmla="*/ 1997014 w 7467600"/>
              <a:gd name="connsiteY141" fmla="*/ 4698007 h 6858000"/>
              <a:gd name="connsiteX142" fmla="*/ 2005458 w 7467600"/>
              <a:gd name="connsiteY142" fmla="*/ 4699540 h 6858000"/>
              <a:gd name="connsiteX143" fmla="*/ 2657186 w 7467600"/>
              <a:gd name="connsiteY143" fmla="*/ 4901687 h 6858000"/>
              <a:gd name="connsiteX144" fmla="*/ 2826662 w 7467600"/>
              <a:gd name="connsiteY144" fmla="*/ 4970362 h 6858000"/>
              <a:gd name="connsiteX145" fmla="*/ 2876100 w 7467600"/>
              <a:gd name="connsiteY145" fmla="*/ 4995397 h 6858000"/>
              <a:gd name="connsiteX146" fmla="*/ 3042600 w 7467600"/>
              <a:gd name="connsiteY146" fmla="*/ 5059532 h 6858000"/>
              <a:gd name="connsiteX147" fmla="*/ 1997014 w 7467600"/>
              <a:gd name="connsiteY147" fmla="*/ 4698007 h 6858000"/>
              <a:gd name="connsiteX148" fmla="*/ 2305292 w 7467600"/>
              <a:gd name="connsiteY148" fmla="*/ 4219492 h 6858000"/>
              <a:gd name="connsiteX149" fmla="*/ 3360922 w 7467600"/>
              <a:gd name="connsiteY149" fmla="*/ 4529373 h 6858000"/>
              <a:gd name="connsiteX150" fmla="*/ 3492420 w 7467600"/>
              <a:gd name="connsiteY150" fmla="*/ 4510145 h 6858000"/>
              <a:gd name="connsiteX151" fmla="*/ 3364086 w 7467600"/>
              <a:gd name="connsiteY151" fmla="*/ 4480340 h 6858000"/>
              <a:gd name="connsiteX152" fmla="*/ 3225818 w 7467600"/>
              <a:gd name="connsiteY152" fmla="*/ 4411822 h 6858000"/>
              <a:gd name="connsiteX153" fmla="*/ 3129696 w 7467600"/>
              <a:gd name="connsiteY153" fmla="*/ 4360704 h 6858000"/>
              <a:gd name="connsiteX154" fmla="*/ 2814545 w 7467600"/>
              <a:gd name="connsiteY154" fmla="*/ 4282955 h 6858000"/>
              <a:gd name="connsiteX155" fmla="*/ 2305292 w 7467600"/>
              <a:gd name="connsiteY155" fmla="*/ 4219492 h 6858000"/>
              <a:gd name="connsiteX156" fmla="*/ 2626982 w 7467600"/>
              <a:gd name="connsiteY156" fmla="*/ 4206450 h 6858000"/>
              <a:gd name="connsiteX157" fmla="*/ 2490617 w 7467600"/>
              <a:gd name="connsiteY157" fmla="*/ 4206951 h 6858000"/>
              <a:gd name="connsiteX158" fmla="*/ 2819869 w 7467600"/>
              <a:gd name="connsiteY158" fmla="*/ 4252936 h 6858000"/>
              <a:gd name="connsiteX159" fmla="*/ 3143018 w 7467600"/>
              <a:gd name="connsiteY159" fmla="*/ 4332698 h 6858000"/>
              <a:gd name="connsiteX160" fmla="*/ 3241520 w 7467600"/>
              <a:gd name="connsiteY160" fmla="*/ 4385112 h 6858000"/>
              <a:gd name="connsiteX161" fmla="*/ 3374575 w 7467600"/>
              <a:gd name="connsiteY161" fmla="*/ 4451517 h 6858000"/>
              <a:gd name="connsiteX162" fmla="*/ 3505221 w 7467600"/>
              <a:gd name="connsiteY162" fmla="*/ 4480757 h 6858000"/>
              <a:gd name="connsiteX163" fmla="*/ 2626982 w 7467600"/>
              <a:gd name="connsiteY163" fmla="*/ 4206450 h 6858000"/>
              <a:gd name="connsiteX164" fmla="*/ 1310106 w 7467600"/>
              <a:gd name="connsiteY164" fmla="*/ 3943217 h 6858000"/>
              <a:gd name="connsiteX165" fmla="*/ 854994 w 7467600"/>
              <a:gd name="connsiteY165" fmla="*/ 4399136 h 6858000"/>
              <a:gd name="connsiteX166" fmla="*/ 742462 w 7467600"/>
              <a:gd name="connsiteY166" fmla="*/ 4594648 h 6858000"/>
              <a:gd name="connsiteX167" fmla="*/ 820602 w 7467600"/>
              <a:gd name="connsiteY167" fmla="*/ 4485915 h 6858000"/>
              <a:gd name="connsiteX168" fmla="*/ 878295 w 7467600"/>
              <a:gd name="connsiteY168" fmla="*/ 4403594 h 6858000"/>
              <a:gd name="connsiteX169" fmla="*/ 1240607 w 7467600"/>
              <a:gd name="connsiteY169" fmla="*/ 4010401 h 6858000"/>
              <a:gd name="connsiteX170" fmla="*/ 1310106 w 7467600"/>
              <a:gd name="connsiteY170" fmla="*/ 3943217 h 6858000"/>
              <a:gd name="connsiteX171" fmla="*/ 1423113 w 7467600"/>
              <a:gd name="connsiteY171" fmla="*/ 3874565 h 6858000"/>
              <a:gd name="connsiteX172" fmla="*/ 1260565 w 7467600"/>
              <a:gd name="connsiteY172" fmla="*/ 4031982 h 6858000"/>
              <a:gd name="connsiteX173" fmla="*/ 901900 w 7467600"/>
              <a:gd name="connsiteY173" fmla="*/ 4421236 h 6858000"/>
              <a:gd name="connsiteX174" fmla="*/ 845044 w 7467600"/>
              <a:gd name="connsiteY174" fmla="*/ 4502436 h 6858000"/>
              <a:gd name="connsiteX175" fmla="*/ 685926 w 7467600"/>
              <a:gd name="connsiteY175" fmla="*/ 4703069 h 6858000"/>
              <a:gd name="connsiteX176" fmla="*/ 684248 w 7467600"/>
              <a:gd name="connsiteY176" fmla="*/ 4706721 h 6858000"/>
              <a:gd name="connsiteX177" fmla="*/ 1423113 w 7467600"/>
              <a:gd name="connsiteY177" fmla="*/ 3874565 h 6858000"/>
              <a:gd name="connsiteX178" fmla="*/ 3316479 w 7467600"/>
              <a:gd name="connsiteY178" fmla="*/ 3872136 h 6858000"/>
              <a:gd name="connsiteX179" fmla="*/ 3546806 w 7467600"/>
              <a:gd name="connsiteY179" fmla="*/ 4356139 h 6858000"/>
              <a:gd name="connsiteX180" fmla="*/ 3364433 w 7467600"/>
              <a:gd name="connsiteY180" fmla="*/ 3953121 h 6858000"/>
              <a:gd name="connsiteX181" fmla="*/ 3316479 w 7467600"/>
              <a:gd name="connsiteY181" fmla="*/ 3872136 h 6858000"/>
              <a:gd name="connsiteX182" fmla="*/ 3291335 w 7467600"/>
              <a:gd name="connsiteY182" fmla="*/ 3767420 h 6858000"/>
              <a:gd name="connsiteX183" fmla="*/ 3390805 w 7467600"/>
              <a:gd name="connsiteY183" fmla="*/ 3937163 h 6858000"/>
              <a:gd name="connsiteX184" fmla="*/ 3579062 w 7467600"/>
              <a:gd name="connsiteY184" fmla="*/ 4359040 h 6858000"/>
              <a:gd name="connsiteX185" fmla="*/ 3467355 w 7467600"/>
              <a:gd name="connsiteY185" fmla="*/ 3988130 h 6858000"/>
              <a:gd name="connsiteX186" fmla="*/ 3310753 w 7467600"/>
              <a:gd name="connsiteY186" fmla="*/ 3787140 h 6858000"/>
              <a:gd name="connsiteX187" fmla="*/ 3291335 w 7467600"/>
              <a:gd name="connsiteY187" fmla="*/ 3767420 h 6858000"/>
              <a:gd name="connsiteX188" fmla="*/ 1635889 w 7467600"/>
              <a:gd name="connsiteY188" fmla="*/ 3709494 h 6858000"/>
              <a:gd name="connsiteX189" fmla="*/ 1634800 w 7467600"/>
              <a:gd name="connsiteY189" fmla="*/ 3731111 h 6858000"/>
              <a:gd name="connsiteX190" fmla="*/ 1635889 w 7467600"/>
              <a:gd name="connsiteY190" fmla="*/ 3709494 h 6858000"/>
              <a:gd name="connsiteX191" fmla="*/ 1510397 w 7467600"/>
              <a:gd name="connsiteY191" fmla="*/ 3684705 h 6858000"/>
              <a:gd name="connsiteX192" fmla="*/ 1146550 w 7467600"/>
              <a:gd name="connsiteY192" fmla="*/ 3802012 h 6858000"/>
              <a:gd name="connsiteX193" fmla="*/ 698834 w 7467600"/>
              <a:gd name="connsiteY193" fmla="*/ 3952272 h 6858000"/>
              <a:gd name="connsiteX194" fmla="*/ 34256 w 7467600"/>
              <a:gd name="connsiteY194" fmla="*/ 4347603 h 6858000"/>
              <a:gd name="connsiteX195" fmla="*/ 527241 w 7467600"/>
              <a:gd name="connsiteY195" fmla="*/ 4065078 h 6858000"/>
              <a:gd name="connsiteX196" fmla="*/ 1510397 w 7467600"/>
              <a:gd name="connsiteY196" fmla="*/ 3684705 h 6858000"/>
              <a:gd name="connsiteX197" fmla="*/ 1313114 w 7467600"/>
              <a:gd name="connsiteY197" fmla="*/ 3655216 h 6858000"/>
              <a:gd name="connsiteX198" fmla="*/ 1109304 w 7467600"/>
              <a:gd name="connsiteY198" fmla="*/ 3669030 h 6858000"/>
              <a:gd name="connsiteX199" fmla="*/ 8129 w 7467600"/>
              <a:gd name="connsiteY199" fmla="*/ 4330519 h 6858000"/>
              <a:gd name="connsiteX200" fmla="*/ 687572 w 7467600"/>
              <a:gd name="connsiteY200" fmla="*/ 3925629 h 6858000"/>
              <a:gd name="connsiteX201" fmla="*/ 1138365 w 7467600"/>
              <a:gd name="connsiteY201" fmla="*/ 3774515 h 6858000"/>
              <a:gd name="connsiteX202" fmla="*/ 1505579 w 7467600"/>
              <a:gd name="connsiteY202" fmla="*/ 3655526 h 6858000"/>
              <a:gd name="connsiteX203" fmla="*/ 1313114 w 7467600"/>
              <a:gd name="connsiteY203" fmla="*/ 3655216 h 6858000"/>
              <a:gd name="connsiteX204" fmla="*/ 3655073 w 7467600"/>
              <a:gd name="connsiteY204" fmla="*/ 3650884 h 6858000"/>
              <a:gd name="connsiteX205" fmla="*/ 3989938 w 7467600"/>
              <a:gd name="connsiteY205" fmla="*/ 3991685 h 6858000"/>
              <a:gd name="connsiteX206" fmla="*/ 4393907 w 7467600"/>
              <a:gd name="connsiteY206" fmla="*/ 4261258 h 6858000"/>
              <a:gd name="connsiteX207" fmla="*/ 4648051 w 7467600"/>
              <a:gd name="connsiteY207" fmla="*/ 4374051 h 6858000"/>
              <a:gd name="connsiteX208" fmla="*/ 4383389 w 7467600"/>
              <a:gd name="connsiteY208" fmla="*/ 4184369 h 6858000"/>
              <a:gd name="connsiteX209" fmla="*/ 4165508 w 7467600"/>
              <a:gd name="connsiteY209" fmla="*/ 4035196 h 6858000"/>
              <a:gd name="connsiteX210" fmla="*/ 4068162 w 7467600"/>
              <a:gd name="connsiteY210" fmla="*/ 3953394 h 6858000"/>
              <a:gd name="connsiteX211" fmla="*/ 3981416 w 7467600"/>
              <a:gd name="connsiteY211" fmla="*/ 3880482 h 6858000"/>
              <a:gd name="connsiteX212" fmla="*/ 3800147 w 7467600"/>
              <a:gd name="connsiteY212" fmla="*/ 3749872 h 6858000"/>
              <a:gd name="connsiteX213" fmla="*/ 3655073 w 7467600"/>
              <a:gd name="connsiteY213" fmla="*/ 3650884 h 6858000"/>
              <a:gd name="connsiteX214" fmla="*/ 3670252 w 7467600"/>
              <a:gd name="connsiteY214" fmla="*/ 3622798 h 6858000"/>
              <a:gd name="connsiteX215" fmla="*/ 3817258 w 7467600"/>
              <a:gd name="connsiteY215" fmla="*/ 3723577 h 6858000"/>
              <a:gd name="connsiteX216" fmla="*/ 4000461 w 7467600"/>
              <a:gd name="connsiteY216" fmla="*/ 3855966 h 6858000"/>
              <a:gd name="connsiteX217" fmla="*/ 4088180 w 7467600"/>
              <a:gd name="connsiteY217" fmla="*/ 3929774 h 6858000"/>
              <a:gd name="connsiteX218" fmla="*/ 4184555 w 7467600"/>
              <a:gd name="connsiteY218" fmla="*/ 4010683 h 6858000"/>
              <a:gd name="connsiteX219" fmla="*/ 4399563 w 7467600"/>
              <a:gd name="connsiteY219" fmla="*/ 4158106 h 6858000"/>
              <a:gd name="connsiteX220" fmla="*/ 4684469 w 7467600"/>
              <a:gd name="connsiteY220" fmla="*/ 4364680 h 6858000"/>
              <a:gd name="connsiteX221" fmla="*/ 4690271 w 7467600"/>
              <a:gd name="connsiteY221" fmla="*/ 4370034 h 6858000"/>
              <a:gd name="connsiteX222" fmla="*/ 4136093 w 7467600"/>
              <a:gd name="connsiteY222" fmla="*/ 3858466 h 6858000"/>
              <a:gd name="connsiteX223" fmla="*/ 3670252 w 7467600"/>
              <a:gd name="connsiteY223" fmla="*/ 3622798 h 6858000"/>
              <a:gd name="connsiteX224" fmla="*/ 4440129 w 7467600"/>
              <a:gd name="connsiteY224" fmla="*/ 3448571 h 6858000"/>
              <a:gd name="connsiteX225" fmla="*/ 4856525 w 7467600"/>
              <a:gd name="connsiteY225" fmla="*/ 3915351 h 6858000"/>
              <a:gd name="connsiteX226" fmla="*/ 5059055 w 7467600"/>
              <a:gd name="connsiteY226" fmla="*/ 4108918 h 6858000"/>
              <a:gd name="connsiteX227" fmla="*/ 5290070 w 7467600"/>
              <a:gd name="connsiteY227" fmla="*/ 4263619 h 6858000"/>
              <a:gd name="connsiteX228" fmla="*/ 4834991 w 7467600"/>
              <a:gd name="connsiteY228" fmla="*/ 3830985 h 6858000"/>
              <a:gd name="connsiteX229" fmla="*/ 4440129 w 7467600"/>
              <a:gd name="connsiteY229" fmla="*/ 3448571 h 6858000"/>
              <a:gd name="connsiteX230" fmla="*/ 4441737 w 7467600"/>
              <a:gd name="connsiteY230" fmla="*/ 3399734 h 6858000"/>
              <a:gd name="connsiteX231" fmla="*/ 4431236 w 7467600"/>
              <a:gd name="connsiteY231" fmla="*/ 3400954 h 6858000"/>
              <a:gd name="connsiteX232" fmla="*/ 4557150 w 7467600"/>
              <a:gd name="connsiteY232" fmla="*/ 3510023 h 6858000"/>
              <a:gd name="connsiteX233" fmla="*/ 4856936 w 7467600"/>
              <a:gd name="connsiteY233" fmla="*/ 3809146 h 6858000"/>
              <a:gd name="connsiteX234" fmla="*/ 5111996 w 7467600"/>
              <a:gd name="connsiteY234" fmla="*/ 4065759 h 6858000"/>
              <a:gd name="connsiteX235" fmla="*/ 5388878 w 7467600"/>
              <a:gd name="connsiteY235" fmla="*/ 4300185 h 6858000"/>
              <a:gd name="connsiteX236" fmla="*/ 5425556 w 7467600"/>
              <a:gd name="connsiteY236" fmla="*/ 4308967 h 6858000"/>
              <a:gd name="connsiteX237" fmla="*/ 4943646 w 7467600"/>
              <a:gd name="connsiteY237" fmla="*/ 3822916 h 6858000"/>
              <a:gd name="connsiteX238" fmla="*/ 4594837 w 7467600"/>
              <a:gd name="connsiteY238" fmla="*/ 3532274 h 6858000"/>
              <a:gd name="connsiteX239" fmla="*/ 4441737 w 7467600"/>
              <a:gd name="connsiteY239" fmla="*/ 3399734 h 6858000"/>
              <a:gd name="connsiteX240" fmla="*/ 5425834 w 7467600"/>
              <a:gd name="connsiteY240" fmla="*/ 3162785 h 6858000"/>
              <a:gd name="connsiteX241" fmla="*/ 5401644 w 7467600"/>
              <a:gd name="connsiteY241" fmla="*/ 3617847 h 6858000"/>
              <a:gd name="connsiteX242" fmla="*/ 5467256 w 7467600"/>
              <a:gd name="connsiteY242" fmla="*/ 4175494 h 6858000"/>
              <a:gd name="connsiteX243" fmla="*/ 5448069 w 7467600"/>
              <a:gd name="connsiteY243" fmla="*/ 3567554 h 6858000"/>
              <a:gd name="connsiteX244" fmla="*/ 5425834 w 7467600"/>
              <a:gd name="connsiteY244" fmla="*/ 3162785 h 6858000"/>
              <a:gd name="connsiteX245" fmla="*/ 1318687 w 7467600"/>
              <a:gd name="connsiteY245" fmla="*/ 3113840 h 6858000"/>
              <a:gd name="connsiteX246" fmla="*/ 1066793 w 7467600"/>
              <a:gd name="connsiteY246" fmla="*/ 3212171 h 6858000"/>
              <a:gd name="connsiteX247" fmla="*/ 993319 w 7467600"/>
              <a:gd name="connsiteY247" fmla="*/ 3247648 h 6858000"/>
              <a:gd name="connsiteX248" fmla="*/ 853081 w 7467600"/>
              <a:gd name="connsiteY248" fmla="*/ 3312410 h 6858000"/>
              <a:gd name="connsiteX249" fmla="*/ 805957 w 7467600"/>
              <a:gd name="connsiteY249" fmla="*/ 3330443 h 6858000"/>
              <a:gd name="connsiteX250" fmla="*/ 1318687 w 7467600"/>
              <a:gd name="connsiteY250" fmla="*/ 3113840 h 6858000"/>
              <a:gd name="connsiteX251" fmla="*/ 5453702 w 7467600"/>
              <a:gd name="connsiteY251" fmla="*/ 3090882 h 6858000"/>
              <a:gd name="connsiteX252" fmla="*/ 5480135 w 7467600"/>
              <a:gd name="connsiteY252" fmla="*/ 3565802 h 6858000"/>
              <a:gd name="connsiteX253" fmla="*/ 5499023 w 7467600"/>
              <a:gd name="connsiteY253" fmla="*/ 4166310 h 6858000"/>
              <a:gd name="connsiteX254" fmla="*/ 5547022 w 7467600"/>
              <a:gd name="connsiteY254" fmla="*/ 3607838 h 6858000"/>
              <a:gd name="connsiteX255" fmla="*/ 5515964 w 7467600"/>
              <a:gd name="connsiteY255" fmla="*/ 3378541 h 6858000"/>
              <a:gd name="connsiteX256" fmla="*/ 5453702 w 7467600"/>
              <a:gd name="connsiteY256" fmla="*/ 3090882 h 6858000"/>
              <a:gd name="connsiteX257" fmla="*/ 1238695 w 7467600"/>
              <a:gd name="connsiteY257" fmla="*/ 3076820 h 6858000"/>
              <a:gd name="connsiteX258" fmla="*/ 716371 w 7467600"/>
              <a:gd name="connsiteY258" fmla="*/ 3293249 h 6858000"/>
              <a:gd name="connsiteX259" fmla="*/ 579522 w 7467600"/>
              <a:gd name="connsiteY259" fmla="*/ 3371759 h 6858000"/>
              <a:gd name="connsiteX260" fmla="*/ 600288 w 7467600"/>
              <a:gd name="connsiteY260" fmla="*/ 3365555 h 6858000"/>
              <a:gd name="connsiteX261" fmla="*/ 840692 w 7467600"/>
              <a:gd name="connsiteY261" fmla="*/ 3284921 h 6858000"/>
              <a:gd name="connsiteX262" fmla="*/ 979248 w 7467600"/>
              <a:gd name="connsiteY262" fmla="*/ 3221003 h 6858000"/>
              <a:gd name="connsiteX263" fmla="*/ 1053282 w 7467600"/>
              <a:gd name="connsiteY263" fmla="*/ 3185247 h 6858000"/>
              <a:gd name="connsiteX264" fmla="*/ 1320603 w 7467600"/>
              <a:gd name="connsiteY264" fmla="*/ 3081281 h 6858000"/>
              <a:gd name="connsiteX265" fmla="*/ 1238695 w 7467600"/>
              <a:gd name="connsiteY265" fmla="*/ 3076820 h 6858000"/>
              <a:gd name="connsiteX266" fmla="*/ 5425627 w 7467600"/>
              <a:gd name="connsiteY266" fmla="*/ 2954192 h 6858000"/>
              <a:gd name="connsiteX267" fmla="*/ 5470770 w 7467600"/>
              <a:gd name="connsiteY267" fmla="*/ 3005435 h 6858000"/>
              <a:gd name="connsiteX268" fmla="*/ 5519779 w 7467600"/>
              <a:gd name="connsiteY268" fmla="*/ 4359223 h 6858000"/>
              <a:gd name="connsiteX269" fmla="*/ 5520293 w 7467600"/>
              <a:gd name="connsiteY269" fmla="*/ 4360602 h 6858000"/>
              <a:gd name="connsiteX270" fmla="*/ 5767221 w 7467600"/>
              <a:gd name="connsiteY270" fmla="*/ 4665564 h 6858000"/>
              <a:gd name="connsiteX271" fmla="*/ 6937169 w 7467600"/>
              <a:gd name="connsiteY271" fmla="*/ 4815941 h 6858000"/>
              <a:gd name="connsiteX272" fmla="*/ 6953922 w 7467600"/>
              <a:gd name="connsiteY272" fmla="*/ 4890068 h 6858000"/>
              <a:gd name="connsiteX273" fmla="*/ 6071359 w 7467600"/>
              <a:gd name="connsiteY273" fmla="*/ 4770770 h 6858000"/>
              <a:gd name="connsiteX274" fmla="*/ 6038839 w 7467600"/>
              <a:gd name="connsiteY274" fmla="*/ 4764474 h 6858000"/>
              <a:gd name="connsiteX275" fmla="*/ 6038706 w 7467600"/>
              <a:gd name="connsiteY275" fmla="*/ 4763847 h 6858000"/>
              <a:gd name="connsiteX276" fmla="*/ 6037784 w 7467600"/>
              <a:gd name="connsiteY276" fmla="*/ 4764270 h 6858000"/>
              <a:gd name="connsiteX277" fmla="*/ 6038839 w 7467600"/>
              <a:gd name="connsiteY277" fmla="*/ 4764474 h 6858000"/>
              <a:gd name="connsiteX278" fmla="*/ 6040338 w 7467600"/>
              <a:gd name="connsiteY278" fmla="*/ 4771418 h 6858000"/>
              <a:gd name="connsiteX279" fmla="*/ 6024488 w 7467600"/>
              <a:gd name="connsiteY279" fmla="*/ 4809903 h 6858000"/>
              <a:gd name="connsiteX280" fmla="*/ 5599771 w 7467600"/>
              <a:gd name="connsiteY280" fmla="*/ 5509652 h 6858000"/>
              <a:gd name="connsiteX281" fmla="*/ 5548843 w 7467600"/>
              <a:gd name="connsiteY281" fmla="*/ 5563845 h 6858000"/>
              <a:gd name="connsiteX282" fmla="*/ 5940952 w 7467600"/>
              <a:gd name="connsiteY282" fmla="*/ 6250028 h 6858000"/>
              <a:gd name="connsiteX283" fmla="*/ 6043441 w 7467600"/>
              <a:gd name="connsiteY283" fmla="*/ 6665847 h 6858000"/>
              <a:gd name="connsiteX284" fmla="*/ 6093432 w 7467600"/>
              <a:gd name="connsiteY284" fmla="*/ 6858000 h 6858000"/>
              <a:gd name="connsiteX285" fmla="*/ 6034344 w 7467600"/>
              <a:gd name="connsiteY285" fmla="*/ 6858000 h 6858000"/>
              <a:gd name="connsiteX286" fmla="*/ 6026679 w 7467600"/>
              <a:gd name="connsiteY286" fmla="*/ 6836959 h 6858000"/>
              <a:gd name="connsiteX287" fmla="*/ 5800441 w 7467600"/>
              <a:gd name="connsiteY287" fmla="*/ 6335286 h 6858000"/>
              <a:gd name="connsiteX288" fmla="*/ 5526562 w 7467600"/>
              <a:gd name="connsiteY288" fmla="*/ 5705388 h 6858000"/>
              <a:gd name="connsiteX289" fmla="*/ 5519640 w 7467600"/>
              <a:gd name="connsiteY289" fmla="*/ 5683774 h 6858000"/>
              <a:gd name="connsiteX290" fmla="*/ 5844559 w 7467600"/>
              <a:gd name="connsiteY290" fmla="*/ 6553349 h 6858000"/>
              <a:gd name="connsiteX291" fmla="*/ 5975994 w 7467600"/>
              <a:gd name="connsiteY291" fmla="*/ 6858000 h 6858000"/>
              <a:gd name="connsiteX292" fmla="*/ 5898547 w 7467600"/>
              <a:gd name="connsiteY292" fmla="*/ 6858000 h 6858000"/>
              <a:gd name="connsiteX293" fmla="*/ 5682041 w 7467600"/>
              <a:gd name="connsiteY293" fmla="*/ 6355860 h 6858000"/>
              <a:gd name="connsiteX294" fmla="*/ 5461758 w 7467600"/>
              <a:gd name="connsiteY294" fmla="*/ 5820220 h 6858000"/>
              <a:gd name="connsiteX295" fmla="*/ 5237282 w 7467600"/>
              <a:gd name="connsiteY295" fmla="*/ 6579086 h 6858000"/>
              <a:gd name="connsiteX296" fmla="*/ 5115009 w 7467600"/>
              <a:gd name="connsiteY296" fmla="*/ 6858000 h 6858000"/>
              <a:gd name="connsiteX297" fmla="*/ 5028074 w 7467600"/>
              <a:gd name="connsiteY297" fmla="*/ 6858000 h 6858000"/>
              <a:gd name="connsiteX298" fmla="*/ 5079508 w 7467600"/>
              <a:gd name="connsiteY298" fmla="*/ 6749074 h 6858000"/>
              <a:gd name="connsiteX299" fmla="*/ 5371846 w 7467600"/>
              <a:gd name="connsiteY299" fmla="*/ 5924413 h 6858000"/>
              <a:gd name="connsiteX300" fmla="*/ 5270512 w 7467600"/>
              <a:gd name="connsiteY300" fmla="*/ 6138975 h 6858000"/>
              <a:gd name="connsiteX301" fmla="*/ 5062409 w 7467600"/>
              <a:gd name="connsiteY301" fmla="*/ 6653544 h 6858000"/>
              <a:gd name="connsiteX302" fmla="*/ 5036628 w 7467600"/>
              <a:gd name="connsiteY302" fmla="*/ 6754247 h 6858000"/>
              <a:gd name="connsiteX303" fmla="*/ 5009112 w 7467600"/>
              <a:gd name="connsiteY303" fmla="*/ 6858000 h 6858000"/>
              <a:gd name="connsiteX304" fmla="*/ 4976679 w 7467600"/>
              <a:gd name="connsiteY304" fmla="*/ 6858000 h 6858000"/>
              <a:gd name="connsiteX305" fmla="*/ 5006537 w 7467600"/>
              <a:gd name="connsiteY305" fmla="*/ 6747068 h 6858000"/>
              <a:gd name="connsiteX306" fmla="*/ 5032723 w 7467600"/>
              <a:gd name="connsiteY306" fmla="*/ 6644957 h 6858000"/>
              <a:gd name="connsiteX307" fmla="*/ 5242949 w 7467600"/>
              <a:gd name="connsiteY307" fmla="*/ 6125175 h 6858000"/>
              <a:gd name="connsiteX308" fmla="*/ 5286321 w 7467600"/>
              <a:gd name="connsiteY308" fmla="*/ 6033555 h 6858000"/>
              <a:gd name="connsiteX309" fmla="*/ 5008210 w 7467600"/>
              <a:gd name="connsiteY309" fmla="*/ 6649194 h 6858000"/>
              <a:gd name="connsiteX310" fmla="*/ 4986321 w 7467600"/>
              <a:gd name="connsiteY310" fmla="*/ 6765687 h 6858000"/>
              <a:gd name="connsiteX311" fmla="*/ 4973474 w 7467600"/>
              <a:gd name="connsiteY311" fmla="*/ 6858000 h 6858000"/>
              <a:gd name="connsiteX312" fmla="*/ 4907178 w 7467600"/>
              <a:gd name="connsiteY312" fmla="*/ 6858000 h 6858000"/>
              <a:gd name="connsiteX313" fmla="*/ 4910810 w 7467600"/>
              <a:gd name="connsiteY313" fmla="*/ 6829660 h 6858000"/>
              <a:gd name="connsiteX314" fmla="*/ 4987461 w 7467600"/>
              <a:gd name="connsiteY314" fmla="*/ 6432994 h 6858000"/>
              <a:gd name="connsiteX315" fmla="*/ 5179262 w 7467600"/>
              <a:gd name="connsiteY315" fmla="*/ 6035044 h 6858000"/>
              <a:gd name="connsiteX316" fmla="*/ 4689678 w 7467600"/>
              <a:gd name="connsiteY316" fmla="*/ 6440241 h 6858000"/>
              <a:gd name="connsiteX317" fmla="*/ 4477543 w 7467600"/>
              <a:gd name="connsiteY317" fmla="*/ 6674836 h 6858000"/>
              <a:gd name="connsiteX318" fmla="*/ 4329957 w 7467600"/>
              <a:gd name="connsiteY318" fmla="*/ 6858000 h 6858000"/>
              <a:gd name="connsiteX319" fmla="*/ 4218595 w 7467600"/>
              <a:gd name="connsiteY319" fmla="*/ 6858000 h 6858000"/>
              <a:gd name="connsiteX320" fmla="*/ 4368888 w 7467600"/>
              <a:gd name="connsiteY320" fmla="*/ 6668412 h 6858000"/>
              <a:gd name="connsiteX321" fmla="*/ 4563091 w 7467600"/>
              <a:gd name="connsiteY321" fmla="*/ 6442508 h 6858000"/>
              <a:gd name="connsiteX322" fmla="*/ 5387324 w 7467600"/>
              <a:gd name="connsiteY322" fmla="*/ 5705830 h 6858000"/>
              <a:gd name="connsiteX323" fmla="*/ 5073620 w 7467600"/>
              <a:gd name="connsiteY323" fmla="*/ 5955437 h 6858000"/>
              <a:gd name="connsiteX324" fmla="*/ 4689789 w 7467600"/>
              <a:gd name="connsiteY324" fmla="*/ 6268382 h 6858000"/>
              <a:gd name="connsiteX325" fmla="*/ 4418722 w 7467600"/>
              <a:gd name="connsiteY325" fmla="*/ 6570886 h 6858000"/>
              <a:gd name="connsiteX326" fmla="*/ 4214944 w 7467600"/>
              <a:gd name="connsiteY326" fmla="*/ 6858000 h 6858000"/>
              <a:gd name="connsiteX327" fmla="*/ 4177898 w 7467600"/>
              <a:gd name="connsiteY327" fmla="*/ 6858000 h 6858000"/>
              <a:gd name="connsiteX328" fmla="*/ 4391597 w 7467600"/>
              <a:gd name="connsiteY328" fmla="*/ 6556370 h 6858000"/>
              <a:gd name="connsiteX329" fmla="*/ 4668889 w 7467600"/>
              <a:gd name="connsiteY329" fmla="*/ 6246399 h 6858000"/>
              <a:gd name="connsiteX330" fmla="*/ 5055427 w 7467600"/>
              <a:gd name="connsiteY330" fmla="*/ 5931476 h 6858000"/>
              <a:gd name="connsiteX331" fmla="*/ 5371814 w 7467600"/>
              <a:gd name="connsiteY331" fmla="*/ 5678975 h 6858000"/>
              <a:gd name="connsiteX332" fmla="*/ 4987918 w 7467600"/>
              <a:gd name="connsiteY332" fmla="*/ 5838701 h 6858000"/>
              <a:gd name="connsiteX333" fmla="*/ 4317146 w 7467600"/>
              <a:gd name="connsiteY333" fmla="*/ 6587716 h 6858000"/>
              <a:gd name="connsiteX334" fmla="*/ 4171627 w 7467600"/>
              <a:gd name="connsiteY334" fmla="*/ 6858000 h 6858000"/>
              <a:gd name="connsiteX335" fmla="*/ 4081585 w 7467600"/>
              <a:gd name="connsiteY335" fmla="*/ 6858000 h 6858000"/>
              <a:gd name="connsiteX336" fmla="*/ 4238603 w 7467600"/>
              <a:gd name="connsiteY336" fmla="*/ 6559341 h 6858000"/>
              <a:gd name="connsiteX337" fmla="*/ 4778333 w 7467600"/>
              <a:gd name="connsiteY337" fmla="*/ 5873626 h 6858000"/>
              <a:gd name="connsiteX338" fmla="*/ 5414185 w 7467600"/>
              <a:gd name="connsiteY338" fmla="*/ 5573882 h 6858000"/>
              <a:gd name="connsiteX339" fmla="*/ 5959648 w 7467600"/>
              <a:gd name="connsiteY339" fmla="*/ 4760797 h 6858000"/>
              <a:gd name="connsiteX340" fmla="*/ 5355019 w 7467600"/>
              <a:gd name="connsiteY340" fmla="*/ 4734672 h 6858000"/>
              <a:gd name="connsiteX341" fmla="*/ 5083565 w 7467600"/>
              <a:gd name="connsiteY341" fmla="*/ 5179121 h 6858000"/>
              <a:gd name="connsiteX342" fmla="*/ 4713577 w 7467600"/>
              <a:gd name="connsiteY342" fmla="*/ 5616803 h 6858000"/>
              <a:gd name="connsiteX343" fmla="*/ 3989559 w 7467600"/>
              <a:gd name="connsiteY343" fmla="*/ 6145945 h 6858000"/>
              <a:gd name="connsiteX344" fmla="*/ 3939824 w 7467600"/>
              <a:gd name="connsiteY344" fmla="*/ 6066900 h 6858000"/>
              <a:gd name="connsiteX345" fmla="*/ 4584537 w 7467600"/>
              <a:gd name="connsiteY345" fmla="*/ 5324826 h 6858000"/>
              <a:gd name="connsiteX346" fmla="*/ 5037105 w 7467600"/>
              <a:gd name="connsiteY346" fmla="*/ 5088765 h 6858000"/>
              <a:gd name="connsiteX347" fmla="*/ 5039930 w 7467600"/>
              <a:gd name="connsiteY347" fmla="*/ 5089585 h 6858000"/>
              <a:gd name="connsiteX348" fmla="*/ 5263764 w 7467600"/>
              <a:gd name="connsiteY348" fmla="*/ 4735525 h 6858000"/>
              <a:gd name="connsiteX349" fmla="*/ 4086300 w 7467600"/>
              <a:gd name="connsiteY349" fmla="*/ 4884599 h 6858000"/>
              <a:gd name="connsiteX350" fmla="*/ 4085485 w 7467600"/>
              <a:gd name="connsiteY350" fmla="*/ 4899070 h 6858000"/>
              <a:gd name="connsiteX351" fmla="*/ 3871915 w 7467600"/>
              <a:gd name="connsiteY351" fmla="*/ 5253645 h 6858000"/>
              <a:gd name="connsiteX352" fmla="*/ 3799374 w 7467600"/>
              <a:gd name="connsiteY352" fmla="*/ 5466127 h 6858000"/>
              <a:gd name="connsiteX353" fmla="*/ 3498850 w 7467600"/>
              <a:gd name="connsiteY353" fmla="*/ 6661888 h 6858000"/>
              <a:gd name="connsiteX354" fmla="*/ 3399216 w 7467600"/>
              <a:gd name="connsiteY354" fmla="*/ 6858000 h 6858000"/>
              <a:gd name="connsiteX355" fmla="*/ 3303688 w 7467600"/>
              <a:gd name="connsiteY355" fmla="*/ 6858000 h 6858000"/>
              <a:gd name="connsiteX356" fmla="*/ 3391774 w 7467600"/>
              <a:gd name="connsiteY356" fmla="*/ 6697181 h 6858000"/>
              <a:gd name="connsiteX357" fmla="*/ 3735540 w 7467600"/>
              <a:gd name="connsiteY357" fmla="*/ 5546923 h 6858000"/>
              <a:gd name="connsiteX358" fmla="*/ 3729438 w 7467600"/>
              <a:gd name="connsiteY358" fmla="*/ 5569058 h 6858000"/>
              <a:gd name="connsiteX359" fmla="*/ 3707782 w 7467600"/>
              <a:gd name="connsiteY359" fmla="*/ 5644908 h 6858000"/>
              <a:gd name="connsiteX360" fmla="*/ 3583827 w 7467600"/>
              <a:gd name="connsiteY360" fmla="*/ 6039215 h 6858000"/>
              <a:gd name="connsiteX361" fmla="*/ 3547861 w 7467600"/>
              <a:gd name="connsiteY361" fmla="*/ 6129609 h 6858000"/>
              <a:gd name="connsiteX362" fmla="*/ 3490905 w 7467600"/>
              <a:gd name="connsiteY362" fmla="*/ 6277660 h 6858000"/>
              <a:gd name="connsiteX363" fmla="*/ 3455859 w 7467600"/>
              <a:gd name="connsiteY363" fmla="*/ 6391301 h 6858000"/>
              <a:gd name="connsiteX364" fmla="*/ 3429112 w 7467600"/>
              <a:gd name="connsiteY364" fmla="*/ 6479469 h 6858000"/>
              <a:gd name="connsiteX365" fmla="*/ 3304862 w 7467600"/>
              <a:gd name="connsiteY365" fmla="*/ 6796476 h 6858000"/>
              <a:gd name="connsiteX366" fmla="*/ 3276071 w 7467600"/>
              <a:gd name="connsiteY366" fmla="*/ 6858000 h 6858000"/>
              <a:gd name="connsiteX367" fmla="*/ 3240805 w 7467600"/>
              <a:gd name="connsiteY367" fmla="*/ 6858000 h 6858000"/>
              <a:gd name="connsiteX368" fmla="*/ 3275917 w 7467600"/>
              <a:gd name="connsiteY368" fmla="*/ 6783192 h 6858000"/>
              <a:gd name="connsiteX369" fmla="*/ 3399358 w 7467600"/>
              <a:gd name="connsiteY369" fmla="*/ 6469011 h 6858000"/>
              <a:gd name="connsiteX370" fmla="*/ 3425650 w 7467600"/>
              <a:gd name="connsiteY370" fmla="*/ 6381333 h 6858000"/>
              <a:gd name="connsiteX371" fmla="*/ 3460661 w 7467600"/>
              <a:gd name="connsiteY371" fmla="*/ 6266763 h 6858000"/>
              <a:gd name="connsiteX372" fmla="*/ 3518021 w 7467600"/>
              <a:gd name="connsiteY372" fmla="*/ 6117298 h 6858000"/>
              <a:gd name="connsiteX373" fmla="*/ 3554035 w 7467600"/>
              <a:gd name="connsiteY373" fmla="*/ 6027832 h 6858000"/>
              <a:gd name="connsiteX374" fmla="*/ 3677174 w 7467600"/>
              <a:gd name="connsiteY374" fmla="*/ 5636351 h 6858000"/>
              <a:gd name="connsiteX375" fmla="*/ 3698819 w 7467600"/>
              <a:gd name="connsiteY375" fmla="*/ 5560503 h 6858000"/>
              <a:gd name="connsiteX376" fmla="*/ 3702094 w 7467600"/>
              <a:gd name="connsiteY376" fmla="*/ 5549194 h 6858000"/>
              <a:gd name="connsiteX377" fmla="*/ 3398355 w 7467600"/>
              <a:gd name="connsiteY377" fmla="*/ 6094603 h 6858000"/>
              <a:gd name="connsiteX378" fmla="*/ 3193941 w 7467600"/>
              <a:gd name="connsiteY378" fmla="*/ 6798775 h 6858000"/>
              <a:gd name="connsiteX379" fmla="*/ 3184140 w 7467600"/>
              <a:gd name="connsiteY379" fmla="*/ 6858000 h 6858000"/>
              <a:gd name="connsiteX380" fmla="*/ 3099978 w 7467600"/>
              <a:gd name="connsiteY380" fmla="*/ 6858000 h 6858000"/>
              <a:gd name="connsiteX381" fmla="*/ 3101556 w 7467600"/>
              <a:gd name="connsiteY381" fmla="*/ 6843337 h 6858000"/>
              <a:gd name="connsiteX382" fmla="*/ 3370162 w 7467600"/>
              <a:gd name="connsiteY382" fmla="*/ 5785550 h 6858000"/>
              <a:gd name="connsiteX383" fmla="*/ 3746477 w 7467600"/>
              <a:gd name="connsiteY383" fmla="*/ 5377889 h 6858000"/>
              <a:gd name="connsiteX384" fmla="*/ 3863399 w 7467600"/>
              <a:gd name="connsiteY384" fmla="*/ 5087257 h 6858000"/>
              <a:gd name="connsiteX385" fmla="*/ 3968712 w 7467600"/>
              <a:gd name="connsiteY385" fmla="*/ 4913989 h 6858000"/>
              <a:gd name="connsiteX386" fmla="*/ 2792390 w 7467600"/>
              <a:gd name="connsiteY386" fmla="*/ 5382974 h 6858000"/>
              <a:gd name="connsiteX387" fmla="*/ 2714982 w 7467600"/>
              <a:gd name="connsiteY387" fmla="*/ 5427051 h 6858000"/>
              <a:gd name="connsiteX388" fmla="*/ 2813361 w 7467600"/>
              <a:gd name="connsiteY388" fmla="*/ 6023912 h 6858000"/>
              <a:gd name="connsiteX389" fmla="*/ 2688430 w 7467600"/>
              <a:gd name="connsiteY389" fmla="*/ 6801564 h 6858000"/>
              <a:gd name="connsiteX390" fmla="*/ 2629626 w 7467600"/>
              <a:gd name="connsiteY390" fmla="*/ 6763394 h 6858000"/>
              <a:gd name="connsiteX391" fmla="*/ 2565328 w 7467600"/>
              <a:gd name="connsiteY391" fmla="*/ 5516399 h 6858000"/>
              <a:gd name="connsiteX392" fmla="*/ 1922999 w 7467600"/>
              <a:gd name="connsiteY392" fmla="*/ 5980343 h 6858000"/>
              <a:gd name="connsiteX393" fmla="*/ 1950261 w 7467600"/>
              <a:gd name="connsiteY393" fmla="*/ 6405858 h 6858000"/>
              <a:gd name="connsiteX394" fmla="*/ 2365554 w 7467600"/>
              <a:gd name="connsiteY394" fmla="*/ 6759107 h 6858000"/>
              <a:gd name="connsiteX395" fmla="*/ 2424142 w 7467600"/>
              <a:gd name="connsiteY395" fmla="*/ 6858000 h 6858000"/>
              <a:gd name="connsiteX396" fmla="*/ 2395994 w 7467600"/>
              <a:gd name="connsiteY396" fmla="*/ 6858000 h 6858000"/>
              <a:gd name="connsiteX397" fmla="*/ 2392863 w 7467600"/>
              <a:gd name="connsiteY397" fmla="*/ 6852964 h 6858000"/>
              <a:gd name="connsiteX398" fmla="*/ 2017589 w 7467600"/>
              <a:gd name="connsiteY398" fmla="*/ 6493982 h 6858000"/>
              <a:gd name="connsiteX399" fmla="*/ 2147336 w 7467600"/>
              <a:gd name="connsiteY399" fmla="*/ 6594052 h 6858000"/>
              <a:gd name="connsiteX400" fmla="*/ 2207047 w 7467600"/>
              <a:gd name="connsiteY400" fmla="*/ 6654540 h 6858000"/>
              <a:gd name="connsiteX401" fmla="*/ 2299106 w 7467600"/>
              <a:gd name="connsiteY401" fmla="*/ 6778931 h 6858000"/>
              <a:gd name="connsiteX402" fmla="*/ 2314430 w 7467600"/>
              <a:gd name="connsiteY402" fmla="*/ 6801144 h 6858000"/>
              <a:gd name="connsiteX403" fmla="*/ 2352406 w 7467600"/>
              <a:gd name="connsiteY403" fmla="*/ 6858000 h 6858000"/>
              <a:gd name="connsiteX404" fmla="*/ 2314492 w 7467600"/>
              <a:gd name="connsiteY404" fmla="*/ 6858000 h 6858000"/>
              <a:gd name="connsiteX405" fmla="*/ 2288095 w 7467600"/>
              <a:gd name="connsiteY405" fmla="*/ 6818030 h 6858000"/>
              <a:gd name="connsiteX406" fmla="*/ 2272768 w 7467600"/>
              <a:gd name="connsiteY406" fmla="*/ 6795822 h 6858000"/>
              <a:gd name="connsiteX407" fmla="*/ 2182715 w 7467600"/>
              <a:gd name="connsiteY407" fmla="*/ 6675071 h 6858000"/>
              <a:gd name="connsiteX408" fmla="*/ 2032061 w 7467600"/>
              <a:gd name="connsiteY408" fmla="*/ 6541380 h 6858000"/>
              <a:gd name="connsiteX409" fmla="*/ 2257220 w 7467600"/>
              <a:gd name="connsiteY409" fmla="*/ 6826257 h 6858000"/>
              <a:gd name="connsiteX410" fmla="*/ 2281324 w 7467600"/>
              <a:gd name="connsiteY410" fmla="*/ 6858000 h 6858000"/>
              <a:gd name="connsiteX411" fmla="*/ 2242860 w 7467600"/>
              <a:gd name="connsiteY411" fmla="*/ 6858000 h 6858000"/>
              <a:gd name="connsiteX412" fmla="*/ 2232818 w 7467600"/>
              <a:gd name="connsiteY412" fmla="*/ 6844926 h 6858000"/>
              <a:gd name="connsiteX413" fmla="*/ 1990172 w 7467600"/>
              <a:gd name="connsiteY413" fmla="*/ 6542121 h 6858000"/>
              <a:gd name="connsiteX414" fmla="*/ 2124090 w 7467600"/>
              <a:gd name="connsiteY414" fmla="*/ 6761017 h 6858000"/>
              <a:gd name="connsiteX415" fmla="*/ 2200380 w 7467600"/>
              <a:gd name="connsiteY415" fmla="*/ 6858000 h 6858000"/>
              <a:gd name="connsiteX416" fmla="*/ 2147507 w 7467600"/>
              <a:gd name="connsiteY416" fmla="*/ 6858000 h 6858000"/>
              <a:gd name="connsiteX417" fmla="*/ 2070668 w 7467600"/>
              <a:gd name="connsiteY417" fmla="*/ 6761520 h 6858000"/>
              <a:gd name="connsiteX418" fmla="*/ 1975142 w 7467600"/>
              <a:gd name="connsiteY418" fmla="*/ 6585570 h 6858000"/>
              <a:gd name="connsiteX419" fmla="*/ 2050035 w 7467600"/>
              <a:gd name="connsiteY419" fmla="*/ 6813345 h 6858000"/>
              <a:gd name="connsiteX420" fmla="*/ 2063025 w 7467600"/>
              <a:gd name="connsiteY420" fmla="*/ 6858000 h 6858000"/>
              <a:gd name="connsiteX421" fmla="*/ 2021675 w 7467600"/>
              <a:gd name="connsiteY421" fmla="*/ 6858000 h 6858000"/>
              <a:gd name="connsiteX422" fmla="*/ 2019308 w 7467600"/>
              <a:gd name="connsiteY422" fmla="*/ 6847118 h 6858000"/>
              <a:gd name="connsiteX423" fmla="*/ 1938835 w 7467600"/>
              <a:gd name="connsiteY423" fmla="*/ 6551160 h 6858000"/>
              <a:gd name="connsiteX424" fmla="*/ 1953230 w 7467600"/>
              <a:gd name="connsiteY424" fmla="*/ 6759699 h 6858000"/>
              <a:gd name="connsiteX425" fmla="*/ 1956763 w 7467600"/>
              <a:gd name="connsiteY425" fmla="*/ 6778191 h 6858000"/>
              <a:gd name="connsiteX426" fmla="*/ 1967925 w 7467600"/>
              <a:gd name="connsiteY426" fmla="*/ 6858000 h 6858000"/>
              <a:gd name="connsiteX427" fmla="*/ 1936622 w 7467600"/>
              <a:gd name="connsiteY427" fmla="*/ 6858000 h 6858000"/>
              <a:gd name="connsiteX428" fmla="*/ 1926261 w 7467600"/>
              <a:gd name="connsiteY428" fmla="*/ 6784064 h 6858000"/>
              <a:gd name="connsiteX429" fmla="*/ 1922724 w 7467600"/>
              <a:gd name="connsiteY429" fmla="*/ 6765577 h 6858000"/>
              <a:gd name="connsiteX430" fmla="*/ 1904650 w 7467600"/>
              <a:gd name="connsiteY430" fmla="*/ 6639616 h 6858000"/>
              <a:gd name="connsiteX431" fmla="*/ 1885273 w 7467600"/>
              <a:gd name="connsiteY431" fmla="*/ 6858000 h 6858000"/>
              <a:gd name="connsiteX432" fmla="*/ 1854363 w 7467600"/>
              <a:gd name="connsiteY432" fmla="*/ 6858000 h 6858000"/>
              <a:gd name="connsiteX433" fmla="*/ 1880391 w 7467600"/>
              <a:gd name="connsiteY433" fmla="*/ 6603796 h 6858000"/>
              <a:gd name="connsiteX434" fmla="*/ 1818273 w 7467600"/>
              <a:gd name="connsiteY434" fmla="*/ 6715729 h 6858000"/>
              <a:gd name="connsiteX435" fmla="*/ 1794691 w 7467600"/>
              <a:gd name="connsiteY435" fmla="*/ 6843239 h 6858000"/>
              <a:gd name="connsiteX436" fmla="*/ 1794914 w 7467600"/>
              <a:gd name="connsiteY436" fmla="*/ 6858000 h 6858000"/>
              <a:gd name="connsiteX437" fmla="*/ 1746128 w 7467600"/>
              <a:gd name="connsiteY437" fmla="*/ 6858000 h 6858000"/>
              <a:gd name="connsiteX438" fmla="*/ 1753934 w 7467600"/>
              <a:gd name="connsiteY438" fmla="*/ 6724796 h 6858000"/>
              <a:gd name="connsiteX439" fmla="*/ 1792053 w 7467600"/>
              <a:gd name="connsiteY439" fmla="*/ 6572396 h 6858000"/>
              <a:gd name="connsiteX440" fmla="*/ 1862248 w 7467600"/>
              <a:gd name="connsiteY440" fmla="*/ 6266397 h 6858000"/>
              <a:gd name="connsiteX441" fmla="*/ 1862250 w 7467600"/>
              <a:gd name="connsiteY441" fmla="*/ 6033531 h 6858000"/>
              <a:gd name="connsiteX442" fmla="*/ 1211999 w 7467600"/>
              <a:gd name="connsiteY442" fmla="*/ 6683610 h 6858000"/>
              <a:gd name="connsiteX443" fmla="*/ 1213266 w 7467600"/>
              <a:gd name="connsiteY443" fmla="*/ 6691947 h 6858000"/>
              <a:gd name="connsiteX444" fmla="*/ 1203370 w 7467600"/>
              <a:gd name="connsiteY444" fmla="*/ 6850676 h 6858000"/>
              <a:gd name="connsiteX445" fmla="*/ 1203671 w 7467600"/>
              <a:gd name="connsiteY445" fmla="*/ 6858000 h 6858000"/>
              <a:gd name="connsiteX446" fmla="*/ 1143180 w 7467600"/>
              <a:gd name="connsiteY446" fmla="*/ 6858000 h 6858000"/>
              <a:gd name="connsiteX447" fmla="*/ 1142176 w 7467600"/>
              <a:gd name="connsiteY447" fmla="*/ 6766045 h 6858000"/>
              <a:gd name="connsiteX448" fmla="*/ 1067484 w 7467600"/>
              <a:gd name="connsiteY448" fmla="*/ 6858000 h 6858000"/>
              <a:gd name="connsiteX449" fmla="*/ 953928 w 7467600"/>
              <a:gd name="connsiteY449" fmla="*/ 6858000 h 6858000"/>
              <a:gd name="connsiteX450" fmla="*/ 959715 w 7467600"/>
              <a:gd name="connsiteY450" fmla="*/ 6850185 h 6858000"/>
              <a:gd name="connsiteX451" fmla="*/ 1483788 w 7467600"/>
              <a:gd name="connsiteY451" fmla="*/ 6259174 h 6858000"/>
              <a:gd name="connsiteX452" fmla="*/ 1100671 w 7467600"/>
              <a:gd name="connsiteY452" fmla="*/ 6252137 h 6858000"/>
              <a:gd name="connsiteX453" fmla="*/ 1090144 w 7467600"/>
              <a:gd name="connsiteY453" fmla="*/ 6256748 h 6858000"/>
              <a:gd name="connsiteX454" fmla="*/ 1095872 w 7467600"/>
              <a:gd name="connsiteY454" fmla="*/ 6271892 h 6858000"/>
              <a:gd name="connsiteX455" fmla="*/ 262785 w 7467600"/>
              <a:gd name="connsiteY455" fmla="*/ 6845450 h 6858000"/>
              <a:gd name="connsiteX456" fmla="*/ 209968 w 7467600"/>
              <a:gd name="connsiteY456" fmla="*/ 6770713 h 6858000"/>
              <a:gd name="connsiteX457" fmla="*/ 873460 w 7467600"/>
              <a:gd name="connsiteY457" fmla="*/ 6253768 h 6858000"/>
              <a:gd name="connsiteX458" fmla="*/ 192686 w 7467600"/>
              <a:gd name="connsiteY458" fmla="*/ 5849257 h 6858000"/>
              <a:gd name="connsiteX459" fmla="*/ 4696 w 7467600"/>
              <a:gd name="connsiteY459" fmla="*/ 5697668 h 6858000"/>
              <a:gd name="connsiteX460" fmla="*/ 0 w 7467600"/>
              <a:gd name="connsiteY460" fmla="*/ 5689984 h 6858000"/>
              <a:gd name="connsiteX461" fmla="*/ 0 w 7467600"/>
              <a:gd name="connsiteY461" fmla="*/ 5513472 h 6858000"/>
              <a:gd name="connsiteX462" fmla="*/ 174101 w 7467600"/>
              <a:gd name="connsiteY462" fmla="*/ 5620277 h 6858000"/>
              <a:gd name="connsiteX463" fmla="*/ 891800 w 7467600"/>
              <a:gd name="connsiteY463" fmla="*/ 6036935 h 6858000"/>
              <a:gd name="connsiteX464" fmla="*/ 1072219 w 7467600"/>
              <a:gd name="connsiteY464" fmla="*/ 6169443 h 6858000"/>
              <a:gd name="connsiteX465" fmla="*/ 1074117 w 7467600"/>
              <a:gd name="connsiteY465" fmla="*/ 6170301 h 6858000"/>
              <a:gd name="connsiteX466" fmla="*/ 1083114 w 7467600"/>
              <a:gd name="connsiteY466" fmla="*/ 6174131 h 6858000"/>
              <a:gd name="connsiteX467" fmla="*/ 1543010 w 7467600"/>
              <a:gd name="connsiteY467" fmla="*/ 6191140 h 6858000"/>
              <a:gd name="connsiteX468" fmla="*/ 1551080 w 7467600"/>
              <a:gd name="connsiteY468" fmla="*/ 6195006 h 6858000"/>
              <a:gd name="connsiteX469" fmla="*/ 2345443 w 7467600"/>
              <a:gd name="connsiteY469" fmla="*/ 5549882 h 6858000"/>
              <a:gd name="connsiteX470" fmla="*/ 1721499 w 7467600"/>
              <a:gd name="connsiteY470" fmla="*/ 5599969 h 6858000"/>
              <a:gd name="connsiteX471" fmla="*/ 767716 w 7467600"/>
              <a:gd name="connsiteY471" fmla="*/ 5472768 h 6858000"/>
              <a:gd name="connsiteX472" fmla="*/ 722147 w 7467600"/>
              <a:gd name="connsiteY472" fmla="*/ 5393091 h 6858000"/>
              <a:gd name="connsiteX473" fmla="*/ 1485552 w 7467600"/>
              <a:gd name="connsiteY473" fmla="*/ 5313202 h 6858000"/>
              <a:gd name="connsiteX474" fmla="*/ 2143004 w 7467600"/>
              <a:gd name="connsiteY474" fmla="*/ 5402420 h 6858000"/>
              <a:gd name="connsiteX475" fmla="*/ 1933391 w 7467600"/>
              <a:gd name="connsiteY475" fmla="*/ 5156971 h 6858000"/>
              <a:gd name="connsiteX476" fmla="*/ 1827118 w 7467600"/>
              <a:gd name="connsiteY476" fmla="*/ 4968410 h 6858000"/>
              <a:gd name="connsiteX477" fmla="*/ 1837349 w 7467600"/>
              <a:gd name="connsiteY477" fmla="*/ 4956357 h 6858000"/>
              <a:gd name="connsiteX478" fmla="*/ 2162835 w 7467600"/>
              <a:gd name="connsiteY478" fmla="*/ 5187853 h 6858000"/>
              <a:gd name="connsiteX479" fmla="*/ 2257167 w 7467600"/>
              <a:gd name="connsiteY479" fmla="*/ 5462123 h 6858000"/>
              <a:gd name="connsiteX480" fmla="*/ 2261598 w 7467600"/>
              <a:gd name="connsiteY480" fmla="*/ 5467998 h 6858000"/>
              <a:gd name="connsiteX481" fmla="*/ 2437177 w 7467600"/>
              <a:gd name="connsiteY481" fmla="*/ 5479608 h 6858000"/>
              <a:gd name="connsiteX482" fmla="*/ 2445247 w 7467600"/>
              <a:gd name="connsiteY482" fmla="*/ 5483476 h 6858000"/>
              <a:gd name="connsiteX483" fmla="*/ 2743626 w 7467600"/>
              <a:gd name="connsiteY483" fmla="*/ 5304819 h 6858000"/>
              <a:gd name="connsiteX484" fmla="*/ 3048102 w 7467600"/>
              <a:gd name="connsiteY484" fmla="*/ 5150595 h 6858000"/>
              <a:gd name="connsiteX485" fmla="*/ 1799414 w 7467600"/>
              <a:gd name="connsiteY485" fmla="*/ 4694732 h 6858000"/>
              <a:gd name="connsiteX486" fmla="*/ 1771735 w 7467600"/>
              <a:gd name="connsiteY486" fmla="*/ 4619929 h 6858000"/>
              <a:gd name="connsiteX487" fmla="*/ 3104273 w 7467600"/>
              <a:gd name="connsiteY487" fmla="*/ 5076159 h 6858000"/>
              <a:gd name="connsiteX488" fmla="*/ 3113245 w 7467600"/>
              <a:gd name="connsiteY488" fmla="*/ 5090705 h 6858000"/>
              <a:gd name="connsiteX489" fmla="*/ 3126294 w 7467600"/>
              <a:gd name="connsiteY489" fmla="*/ 5114400 h 6858000"/>
              <a:gd name="connsiteX490" fmla="*/ 3937433 w 7467600"/>
              <a:gd name="connsiteY490" fmla="*/ 4830473 h 6858000"/>
              <a:gd name="connsiteX491" fmla="*/ 3590475 w 7467600"/>
              <a:gd name="connsiteY491" fmla="*/ 4597974 h 6858000"/>
              <a:gd name="connsiteX492" fmla="*/ 3100264 w 7467600"/>
              <a:gd name="connsiteY492" fmla="*/ 4579845 h 6858000"/>
              <a:gd name="connsiteX493" fmla="*/ 2183576 w 7467600"/>
              <a:gd name="connsiteY493" fmla="*/ 4227150 h 6858000"/>
              <a:gd name="connsiteX494" fmla="*/ 2151029 w 7467600"/>
              <a:gd name="connsiteY494" fmla="*/ 4146947 h 6858000"/>
              <a:gd name="connsiteX495" fmla="*/ 3563434 w 7467600"/>
              <a:gd name="connsiteY495" fmla="*/ 4469115 h 6858000"/>
              <a:gd name="connsiteX496" fmla="*/ 3177952 w 7467600"/>
              <a:gd name="connsiteY496" fmla="*/ 3657386 h 6858000"/>
              <a:gd name="connsiteX497" fmla="*/ 3189263 w 7467600"/>
              <a:gd name="connsiteY497" fmla="*/ 3625726 h 6858000"/>
              <a:gd name="connsiteX498" fmla="*/ 3560912 w 7467600"/>
              <a:gd name="connsiteY498" fmla="*/ 4079863 h 6858000"/>
              <a:gd name="connsiteX499" fmla="*/ 3626636 w 7467600"/>
              <a:gd name="connsiteY499" fmla="*/ 4512230 h 6858000"/>
              <a:gd name="connsiteX500" fmla="*/ 3653088 w 7467600"/>
              <a:gd name="connsiteY500" fmla="*/ 4521417 h 6858000"/>
              <a:gd name="connsiteX501" fmla="*/ 3988128 w 7467600"/>
              <a:gd name="connsiteY501" fmla="*/ 4817267 h 6858000"/>
              <a:gd name="connsiteX502" fmla="*/ 4830582 w 7467600"/>
              <a:gd name="connsiteY502" fmla="*/ 4676000 h 6858000"/>
              <a:gd name="connsiteX503" fmla="*/ 4830100 w 7467600"/>
              <a:gd name="connsiteY503" fmla="*/ 4675554 h 6858000"/>
              <a:gd name="connsiteX504" fmla="*/ 4036318 w 7467600"/>
              <a:gd name="connsiteY504" fmla="*/ 4147013 h 6858000"/>
              <a:gd name="connsiteX505" fmla="*/ 3432098 w 7467600"/>
              <a:gd name="connsiteY505" fmla="*/ 3537312 h 6858000"/>
              <a:gd name="connsiteX506" fmla="*/ 3446761 w 7467600"/>
              <a:gd name="connsiteY506" fmla="*/ 3461278 h 6858000"/>
              <a:gd name="connsiteX507" fmla="*/ 4419733 w 7467600"/>
              <a:gd name="connsiteY507" fmla="*/ 3963555 h 6858000"/>
              <a:gd name="connsiteX508" fmla="*/ 4781371 w 7467600"/>
              <a:gd name="connsiteY508" fmla="*/ 4458604 h 6858000"/>
              <a:gd name="connsiteX509" fmla="*/ 4780440 w 7467600"/>
              <a:gd name="connsiteY509" fmla="*/ 4470290 h 6858000"/>
              <a:gd name="connsiteX510" fmla="*/ 4898954 w 7467600"/>
              <a:gd name="connsiteY510" fmla="*/ 4662092 h 6858000"/>
              <a:gd name="connsiteX511" fmla="*/ 4900699 w 7467600"/>
              <a:gd name="connsiteY511" fmla="*/ 4670867 h 6858000"/>
              <a:gd name="connsiteX512" fmla="*/ 5714511 w 7467600"/>
              <a:gd name="connsiteY512" fmla="*/ 4663483 h 6858000"/>
              <a:gd name="connsiteX513" fmla="*/ 5464793 w 7467600"/>
              <a:gd name="connsiteY513" fmla="*/ 4393556 h 6858000"/>
              <a:gd name="connsiteX514" fmla="*/ 5461897 w 7467600"/>
              <a:gd name="connsiteY514" fmla="*/ 4390879 h 6858000"/>
              <a:gd name="connsiteX515" fmla="*/ 4294126 w 7467600"/>
              <a:gd name="connsiteY515" fmla="*/ 3303048 h 6858000"/>
              <a:gd name="connsiteX516" fmla="*/ 4305321 w 7467600"/>
              <a:gd name="connsiteY516" fmla="*/ 3256953 h 6858000"/>
              <a:gd name="connsiteX517" fmla="*/ 4949299 w 7467600"/>
              <a:gd name="connsiteY517" fmla="*/ 3766336 h 6858000"/>
              <a:gd name="connsiteX518" fmla="*/ 5291452 w 7467600"/>
              <a:gd name="connsiteY518" fmla="*/ 4076801 h 6858000"/>
              <a:gd name="connsiteX519" fmla="*/ 5434998 w 7467600"/>
              <a:gd name="connsiteY519" fmla="*/ 4254100 h 6858000"/>
              <a:gd name="connsiteX520" fmla="*/ 5351015 w 7467600"/>
              <a:gd name="connsiteY520" fmla="*/ 3760989 h 6858000"/>
              <a:gd name="connsiteX521" fmla="*/ 5413780 w 7467600"/>
              <a:gd name="connsiteY521" fmla="*/ 2966265 h 6858000"/>
              <a:gd name="connsiteX522" fmla="*/ 5425627 w 7467600"/>
              <a:gd name="connsiteY522" fmla="*/ 2954192 h 6858000"/>
              <a:gd name="connsiteX523" fmla="*/ 6604735 w 7467600"/>
              <a:gd name="connsiteY523" fmla="*/ 2041381 h 6858000"/>
              <a:gd name="connsiteX524" fmla="*/ 7204487 w 7467600"/>
              <a:gd name="connsiteY524" fmla="*/ 2742112 h 6858000"/>
              <a:gd name="connsiteX525" fmla="*/ 7131592 w 7467600"/>
              <a:gd name="connsiteY525" fmla="*/ 2672096 h 6858000"/>
              <a:gd name="connsiteX526" fmla="*/ 6996344 w 7467600"/>
              <a:gd name="connsiteY526" fmla="*/ 2518310 h 6858000"/>
              <a:gd name="connsiteX527" fmla="*/ 6735495 w 7467600"/>
              <a:gd name="connsiteY527" fmla="*/ 2196890 h 6858000"/>
              <a:gd name="connsiteX528" fmla="*/ 6721901 w 7467600"/>
              <a:gd name="connsiteY528" fmla="*/ 2179274 h 6858000"/>
              <a:gd name="connsiteX529" fmla="*/ 6604735 w 7467600"/>
              <a:gd name="connsiteY529" fmla="*/ 2041381 h 6858000"/>
              <a:gd name="connsiteX530" fmla="*/ 6591670 w 7467600"/>
              <a:gd name="connsiteY530" fmla="*/ 1988277 h 6858000"/>
              <a:gd name="connsiteX531" fmla="*/ 6747349 w 7467600"/>
              <a:gd name="connsiteY531" fmla="*/ 2160069 h 6858000"/>
              <a:gd name="connsiteX532" fmla="*/ 6760943 w 7467600"/>
              <a:gd name="connsiteY532" fmla="*/ 2177686 h 6858000"/>
              <a:gd name="connsiteX533" fmla="*/ 7021065 w 7467600"/>
              <a:gd name="connsiteY533" fmla="*/ 2498102 h 6858000"/>
              <a:gd name="connsiteX534" fmla="*/ 7155223 w 7467600"/>
              <a:gd name="connsiteY534" fmla="*/ 2650386 h 6858000"/>
              <a:gd name="connsiteX535" fmla="*/ 7203167 w 7467600"/>
              <a:gd name="connsiteY535" fmla="*/ 2697288 h 6858000"/>
              <a:gd name="connsiteX536" fmla="*/ 6937703 w 7467600"/>
              <a:gd name="connsiteY536" fmla="*/ 2321981 h 6858000"/>
              <a:gd name="connsiteX537" fmla="*/ 6591670 w 7467600"/>
              <a:gd name="connsiteY537" fmla="*/ 1988277 h 6858000"/>
              <a:gd name="connsiteX538" fmla="*/ 5798671 w 7467600"/>
              <a:gd name="connsiteY538" fmla="*/ 1981601 h 6858000"/>
              <a:gd name="connsiteX539" fmla="*/ 5754709 w 7467600"/>
              <a:gd name="connsiteY539" fmla="*/ 2071454 h 6858000"/>
              <a:gd name="connsiteX540" fmla="*/ 5763044 w 7467600"/>
              <a:gd name="connsiteY540" fmla="*/ 2842206 h 6858000"/>
              <a:gd name="connsiteX541" fmla="*/ 5764974 w 7467600"/>
              <a:gd name="connsiteY541" fmla="*/ 2799609 h 6858000"/>
              <a:gd name="connsiteX542" fmla="*/ 5767665 w 7467600"/>
              <a:gd name="connsiteY542" fmla="*/ 2666409 h 6858000"/>
              <a:gd name="connsiteX543" fmla="*/ 5763055 w 7467600"/>
              <a:gd name="connsiteY543" fmla="*/ 2579705 h 6858000"/>
              <a:gd name="connsiteX544" fmla="*/ 5758079 w 7467600"/>
              <a:gd name="connsiteY544" fmla="*/ 2492508 h 6858000"/>
              <a:gd name="connsiteX545" fmla="*/ 5779325 w 7467600"/>
              <a:gd name="connsiteY545" fmla="*/ 2197069 h 6858000"/>
              <a:gd name="connsiteX546" fmla="*/ 5798671 w 7467600"/>
              <a:gd name="connsiteY546" fmla="*/ 1981601 h 6858000"/>
              <a:gd name="connsiteX547" fmla="*/ 5829202 w 7467600"/>
              <a:gd name="connsiteY547" fmla="*/ 1971679 h 6858000"/>
              <a:gd name="connsiteX548" fmla="*/ 5809558 w 7467600"/>
              <a:gd name="connsiteY548" fmla="*/ 2198043 h 6858000"/>
              <a:gd name="connsiteX549" fmla="*/ 5788653 w 7467600"/>
              <a:gd name="connsiteY549" fmla="*/ 2489430 h 6858000"/>
              <a:gd name="connsiteX550" fmla="*/ 5793439 w 7467600"/>
              <a:gd name="connsiteY550" fmla="*/ 2575235 h 6858000"/>
              <a:gd name="connsiteX551" fmla="*/ 5796837 w 7467600"/>
              <a:gd name="connsiteY551" fmla="*/ 2637633 h 6858000"/>
              <a:gd name="connsiteX552" fmla="*/ 5818614 w 7467600"/>
              <a:gd name="connsiteY552" fmla="*/ 2473055 h 6858000"/>
              <a:gd name="connsiteX553" fmla="*/ 5829202 w 7467600"/>
              <a:gd name="connsiteY553" fmla="*/ 1971679 h 6858000"/>
              <a:gd name="connsiteX554" fmla="*/ 5911389 w 7467600"/>
              <a:gd name="connsiteY554" fmla="*/ 1898371 h 6858000"/>
              <a:gd name="connsiteX555" fmla="*/ 6237627 w 7467600"/>
              <a:gd name="connsiteY555" fmla="*/ 2231921 h 6858000"/>
              <a:gd name="connsiteX556" fmla="*/ 5911389 w 7467600"/>
              <a:gd name="connsiteY556" fmla="*/ 1898371 h 6858000"/>
              <a:gd name="connsiteX557" fmla="*/ 6944437 w 7467600"/>
              <a:gd name="connsiteY557" fmla="*/ 1575402 h 6858000"/>
              <a:gd name="connsiteX558" fmla="*/ 6304730 w 7467600"/>
              <a:gd name="connsiteY558" fmla="*/ 1766654 h 6858000"/>
              <a:gd name="connsiteX559" fmla="*/ 6944437 w 7467600"/>
              <a:gd name="connsiteY559" fmla="*/ 1575402 h 6858000"/>
              <a:gd name="connsiteX560" fmla="*/ 7019523 w 7467600"/>
              <a:gd name="connsiteY560" fmla="*/ 1519450 h 6858000"/>
              <a:gd name="connsiteX561" fmla="*/ 6298091 w 7467600"/>
              <a:gd name="connsiteY561" fmla="*/ 1737122 h 6858000"/>
              <a:gd name="connsiteX562" fmla="*/ 7019523 w 7467600"/>
              <a:gd name="connsiteY562" fmla="*/ 1519450 h 6858000"/>
              <a:gd name="connsiteX563" fmla="*/ 2399523 w 7467600"/>
              <a:gd name="connsiteY563" fmla="*/ 1428234 h 6858000"/>
              <a:gd name="connsiteX564" fmla="*/ 2224982 w 7467600"/>
              <a:gd name="connsiteY564" fmla="*/ 1826201 h 6858000"/>
              <a:gd name="connsiteX565" fmla="*/ 2096099 w 7467600"/>
              <a:gd name="connsiteY565" fmla="*/ 2345900 h 6858000"/>
              <a:gd name="connsiteX566" fmla="*/ 2283317 w 7467600"/>
              <a:gd name="connsiteY566" fmla="*/ 1796925 h 6858000"/>
              <a:gd name="connsiteX567" fmla="*/ 2399523 w 7467600"/>
              <a:gd name="connsiteY567" fmla="*/ 1428234 h 6858000"/>
              <a:gd name="connsiteX568" fmla="*/ 2448558 w 7467600"/>
              <a:gd name="connsiteY568" fmla="*/ 1373435 h 6858000"/>
              <a:gd name="connsiteX569" fmla="*/ 2312521 w 7467600"/>
              <a:gd name="connsiteY569" fmla="*/ 1806140 h 6858000"/>
              <a:gd name="connsiteX570" fmla="*/ 2127533 w 7467600"/>
              <a:gd name="connsiteY570" fmla="*/ 2348380 h 6858000"/>
              <a:gd name="connsiteX571" fmla="*/ 2358080 w 7467600"/>
              <a:gd name="connsiteY571" fmla="*/ 1866134 h 6858000"/>
              <a:gd name="connsiteX572" fmla="*/ 2407436 w 7467600"/>
              <a:gd name="connsiteY572" fmla="*/ 1651070 h 6858000"/>
              <a:gd name="connsiteX573" fmla="*/ 2448558 w 7467600"/>
              <a:gd name="connsiteY573" fmla="*/ 1373435 h 6858000"/>
              <a:gd name="connsiteX574" fmla="*/ 278707 w 7467600"/>
              <a:gd name="connsiteY574" fmla="*/ 1352270 h 6858000"/>
              <a:gd name="connsiteX575" fmla="*/ 321570 w 7467600"/>
              <a:gd name="connsiteY575" fmla="*/ 1861610 h 6858000"/>
              <a:gd name="connsiteX576" fmla="*/ 294281 w 7467600"/>
              <a:gd name="connsiteY576" fmla="*/ 1440658 h 6858000"/>
              <a:gd name="connsiteX577" fmla="*/ 278707 w 7467600"/>
              <a:gd name="connsiteY577" fmla="*/ 1352270 h 6858000"/>
              <a:gd name="connsiteX578" fmla="*/ 1423821 w 7467600"/>
              <a:gd name="connsiteY578" fmla="*/ 1351958 h 6858000"/>
              <a:gd name="connsiteX579" fmla="*/ 1638521 w 7467600"/>
              <a:gd name="connsiteY579" fmla="*/ 1908470 h 6858000"/>
              <a:gd name="connsiteX580" fmla="*/ 1754199 w 7467600"/>
              <a:gd name="connsiteY580" fmla="*/ 2149284 h 6858000"/>
              <a:gd name="connsiteX581" fmla="*/ 1908359 w 7467600"/>
              <a:gd name="connsiteY581" fmla="*/ 2364988 h 6858000"/>
              <a:gd name="connsiteX582" fmla="*/ 1647661 w 7467600"/>
              <a:gd name="connsiteY582" fmla="*/ 1825945 h 6858000"/>
              <a:gd name="connsiteX583" fmla="*/ 1423821 w 7467600"/>
              <a:gd name="connsiteY583" fmla="*/ 1351958 h 6858000"/>
              <a:gd name="connsiteX584" fmla="*/ 1431890 w 7467600"/>
              <a:gd name="connsiteY584" fmla="*/ 1306475 h 6858000"/>
              <a:gd name="connsiteX585" fmla="*/ 1507597 w 7467600"/>
              <a:gd name="connsiteY585" fmla="*/ 1446132 h 6858000"/>
              <a:gd name="connsiteX586" fmla="*/ 1674586 w 7467600"/>
              <a:gd name="connsiteY586" fmla="*/ 1813832 h 6858000"/>
              <a:gd name="connsiteX587" fmla="*/ 1815950 w 7467600"/>
              <a:gd name="connsiteY587" fmla="*/ 2128564 h 6858000"/>
              <a:gd name="connsiteX588" fmla="*/ 1984242 w 7467600"/>
              <a:gd name="connsiteY588" fmla="*/ 2430829 h 6858000"/>
              <a:gd name="connsiteX589" fmla="*/ 2014023 w 7467600"/>
              <a:gd name="connsiteY589" fmla="*/ 2450995 h 6858000"/>
              <a:gd name="connsiteX590" fmla="*/ 1747337 w 7467600"/>
              <a:gd name="connsiteY590" fmla="*/ 1855264 h 6858000"/>
              <a:gd name="connsiteX591" fmla="*/ 1533749 w 7467600"/>
              <a:gd name="connsiteY591" fmla="*/ 1478656 h 6858000"/>
              <a:gd name="connsiteX592" fmla="*/ 1431890 w 7467600"/>
              <a:gd name="connsiteY592" fmla="*/ 1306475 h 6858000"/>
              <a:gd name="connsiteX593" fmla="*/ 5052692 w 7467600"/>
              <a:gd name="connsiteY593" fmla="*/ 1292994 h 6858000"/>
              <a:gd name="connsiteX594" fmla="*/ 5200661 w 7467600"/>
              <a:gd name="connsiteY594" fmla="*/ 1635186 h 6858000"/>
              <a:gd name="connsiteX595" fmla="*/ 5297138 w 7467600"/>
              <a:gd name="connsiteY595" fmla="*/ 1906351 h 6858000"/>
              <a:gd name="connsiteX596" fmla="*/ 5052692 w 7467600"/>
              <a:gd name="connsiteY596" fmla="*/ 1292994 h 6858000"/>
              <a:gd name="connsiteX597" fmla="*/ 5009948 w 7467600"/>
              <a:gd name="connsiteY597" fmla="*/ 1273619 h 6858000"/>
              <a:gd name="connsiteX598" fmla="*/ 5121777 w 7467600"/>
              <a:gd name="connsiteY598" fmla="*/ 1654213 h 6858000"/>
              <a:gd name="connsiteX599" fmla="*/ 5293545 w 7467600"/>
              <a:gd name="connsiteY599" fmla="*/ 2072247 h 6858000"/>
              <a:gd name="connsiteX600" fmla="*/ 5294042 w 7467600"/>
              <a:gd name="connsiteY600" fmla="*/ 2065019 h 6858000"/>
              <a:gd name="connsiteX601" fmla="*/ 5171936 w 7467600"/>
              <a:gd name="connsiteY601" fmla="*/ 1647613 h 6858000"/>
              <a:gd name="connsiteX602" fmla="*/ 5009948 w 7467600"/>
              <a:gd name="connsiteY602" fmla="*/ 1273619 h 6858000"/>
              <a:gd name="connsiteX603" fmla="*/ 655236 w 7467600"/>
              <a:gd name="connsiteY603" fmla="*/ 1268632 h 6858000"/>
              <a:gd name="connsiteX604" fmla="*/ 839521 w 7467600"/>
              <a:gd name="connsiteY604" fmla="*/ 1685315 h 6858000"/>
              <a:gd name="connsiteX605" fmla="*/ 1109416 w 7467600"/>
              <a:gd name="connsiteY605" fmla="*/ 2061663 h 6858000"/>
              <a:gd name="connsiteX606" fmla="*/ 1298300 w 7467600"/>
              <a:gd name="connsiteY606" fmla="*/ 2247742 h 6858000"/>
              <a:gd name="connsiteX607" fmla="*/ 1125871 w 7467600"/>
              <a:gd name="connsiteY607" fmla="*/ 1989513 h 6858000"/>
              <a:gd name="connsiteX608" fmla="*/ 981574 w 7467600"/>
              <a:gd name="connsiteY608" fmla="*/ 1783157 h 6858000"/>
              <a:gd name="connsiteX609" fmla="*/ 922198 w 7467600"/>
              <a:gd name="connsiteY609" fmla="*/ 1677437 h 6858000"/>
              <a:gd name="connsiteX610" fmla="*/ 869293 w 7467600"/>
              <a:gd name="connsiteY610" fmla="*/ 1583214 h 6858000"/>
              <a:gd name="connsiteX611" fmla="*/ 751431 w 7467600"/>
              <a:gd name="connsiteY611" fmla="*/ 1405731 h 6858000"/>
              <a:gd name="connsiteX612" fmla="*/ 655236 w 7467600"/>
              <a:gd name="connsiteY612" fmla="*/ 1268632 h 6858000"/>
              <a:gd name="connsiteX613" fmla="*/ 6516292 w 7467600"/>
              <a:gd name="connsiteY613" fmla="*/ 1263064 h 6858000"/>
              <a:gd name="connsiteX614" fmla="*/ 5736320 w 7467600"/>
              <a:gd name="connsiteY614" fmla="*/ 1501803 h 6858000"/>
              <a:gd name="connsiteX615" fmla="*/ 6516292 w 7467600"/>
              <a:gd name="connsiteY615" fmla="*/ 1263064 h 6858000"/>
              <a:gd name="connsiteX616" fmla="*/ 291466 w 7467600"/>
              <a:gd name="connsiteY616" fmla="*/ 1250369 h 6858000"/>
              <a:gd name="connsiteX617" fmla="*/ 323180 w 7467600"/>
              <a:gd name="connsiteY617" fmla="*/ 1435283 h 6858000"/>
              <a:gd name="connsiteX618" fmla="*/ 349381 w 7467600"/>
              <a:gd name="connsiteY618" fmla="*/ 1875041 h 6858000"/>
              <a:gd name="connsiteX619" fmla="*/ 374363 w 7467600"/>
              <a:gd name="connsiteY619" fmla="*/ 1506494 h 6858000"/>
              <a:gd name="connsiteX620" fmla="*/ 302168 w 7467600"/>
              <a:gd name="connsiteY620" fmla="*/ 1274495 h 6858000"/>
              <a:gd name="connsiteX621" fmla="*/ 291466 w 7467600"/>
              <a:gd name="connsiteY621" fmla="*/ 1250369 h 6858000"/>
              <a:gd name="connsiteX622" fmla="*/ 678222 w 7467600"/>
              <a:gd name="connsiteY622" fmla="*/ 1248670 h 6858000"/>
              <a:gd name="connsiteX623" fmla="*/ 775536 w 7467600"/>
              <a:gd name="connsiteY623" fmla="*/ 1388015 h 6858000"/>
              <a:gd name="connsiteX624" fmla="*/ 894529 w 7467600"/>
              <a:gd name="connsiteY624" fmla="*/ 1567739 h 6858000"/>
              <a:gd name="connsiteX625" fmla="*/ 948000 w 7467600"/>
              <a:gd name="connsiteY625" fmla="*/ 1663088 h 6858000"/>
              <a:gd name="connsiteX626" fmla="*/ 1006812 w 7467600"/>
              <a:gd name="connsiteY626" fmla="*/ 1767683 h 6858000"/>
              <a:gd name="connsiteX627" fmla="*/ 1149133 w 7467600"/>
              <a:gd name="connsiteY627" fmla="*/ 1971513 h 6858000"/>
              <a:gd name="connsiteX628" fmla="*/ 1333952 w 7467600"/>
              <a:gd name="connsiteY628" fmla="*/ 2251620 h 6858000"/>
              <a:gd name="connsiteX629" fmla="*/ 1337329 w 7467600"/>
              <a:gd name="connsiteY629" fmla="*/ 2258350 h 6858000"/>
              <a:gd name="connsiteX630" fmla="*/ 1014726 w 7467600"/>
              <a:gd name="connsiteY630" fmla="*/ 1615556 h 6858000"/>
              <a:gd name="connsiteX631" fmla="*/ 678222 w 7467600"/>
              <a:gd name="connsiteY631" fmla="*/ 1248670 h 6858000"/>
              <a:gd name="connsiteX632" fmla="*/ 6691602 w 7467600"/>
              <a:gd name="connsiteY632" fmla="*/ 1140573 h 6858000"/>
              <a:gd name="connsiteX633" fmla="*/ 6571100 w 7467600"/>
              <a:gd name="connsiteY633" fmla="*/ 1183662 h 6858000"/>
              <a:gd name="connsiteX634" fmla="*/ 6241687 w 7467600"/>
              <a:gd name="connsiteY634" fmla="*/ 1257600 h 6858000"/>
              <a:gd name="connsiteX635" fmla="*/ 5693009 w 7467600"/>
              <a:gd name="connsiteY635" fmla="*/ 1478256 h 6858000"/>
              <a:gd name="connsiteX636" fmla="*/ 6548420 w 7467600"/>
              <a:gd name="connsiteY636" fmla="*/ 1214599 h 6858000"/>
              <a:gd name="connsiteX637" fmla="*/ 6605473 w 7467600"/>
              <a:gd name="connsiteY637" fmla="*/ 1184686 h 6858000"/>
              <a:gd name="connsiteX638" fmla="*/ 6691602 w 7467600"/>
              <a:gd name="connsiteY638" fmla="*/ 1140573 h 6858000"/>
              <a:gd name="connsiteX639" fmla="*/ 4002475 w 7467600"/>
              <a:gd name="connsiteY639" fmla="*/ 1037802 h 6858000"/>
              <a:gd name="connsiteX640" fmla="*/ 4000324 w 7467600"/>
              <a:gd name="connsiteY640" fmla="*/ 1039362 h 6858000"/>
              <a:gd name="connsiteX641" fmla="*/ 4002862 w 7467600"/>
              <a:gd name="connsiteY641" fmla="*/ 1042866 h 6858000"/>
              <a:gd name="connsiteX642" fmla="*/ 4002475 w 7467600"/>
              <a:gd name="connsiteY642" fmla="*/ 1037802 h 6858000"/>
              <a:gd name="connsiteX643" fmla="*/ 506322 w 7467600"/>
              <a:gd name="connsiteY643" fmla="*/ 1020997 h 6858000"/>
              <a:gd name="connsiteX644" fmla="*/ 533068 w 7467600"/>
              <a:gd name="connsiteY644" fmla="*/ 1029409 h 6858000"/>
              <a:gd name="connsiteX645" fmla="*/ 1232525 w 7467600"/>
              <a:gd name="connsiteY645" fmla="*/ 1804675 h 6858000"/>
              <a:gd name="connsiteX646" fmla="*/ 1388858 w 7467600"/>
              <a:gd name="connsiteY646" fmla="*/ 2368011 h 6858000"/>
              <a:gd name="connsiteX647" fmla="*/ 1384098 w 7467600"/>
              <a:gd name="connsiteY647" fmla="*/ 2378125 h 6858000"/>
              <a:gd name="connsiteX648" fmla="*/ 1425393 w 7467600"/>
              <a:gd name="connsiteY648" fmla="*/ 2589124 h 6858000"/>
              <a:gd name="connsiteX649" fmla="*/ 1424001 w 7467600"/>
              <a:gd name="connsiteY649" fmla="*/ 2597541 h 6858000"/>
              <a:gd name="connsiteX650" fmla="*/ 2152729 w 7467600"/>
              <a:gd name="connsiteY650" fmla="*/ 2864487 h 6858000"/>
              <a:gd name="connsiteX651" fmla="*/ 2020609 w 7467600"/>
              <a:gd name="connsiteY651" fmla="*/ 2539671 h 6858000"/>
              <a:gd name="connsiteX652" fmla="*/ 2018920 w 7467600"/>
              <a:gd name="connsiteY652" fmla="*/ 2536309 h 6858000"/>
              <a:gd name="connsiteX653" fmla="*/ 1342441 w 7467600"/>
              <a:gd name="connsiteY653" fmla="*/ 1173017 h 6858000"/>
              <a:gd name="connsiteX654" fmla="*/ 1367925 w 7467600"/>
              <a:gd name="connsiteY654" fmla="*/ 1135648 h 6858000"/>
              <a:gd name="connsiteX655" fmla="*/ 1771401 w 7467600"/>
              <a:gd name="connsiteY655" fmla="*/ 1806673 h 6858000"/>
              <a:gd name="connsiteX656" fmla="*/ 1972385 w 7467600"/>
              <a:gd name="connsiteY656" fmla="*/ 2198735 h 6858000"/>
              <a:gd name="connsiteX657" fmla="*/ 2040892 w 7467600"/>
              <a:gd name="connsiteY657" fmla="*/ 2405205 h 6858000"/>
              <a:gd name="connsiteX658" fmla="*/ 2131689 w 7467600"/>
              <a:gd name="connsiteY658" fmla="*/ 1936926 h 6858000"/>
              <a:gd name="connsiteX659" fmla="*/ 2454820 w 7467600"/>
              <a:gd name="connsiteY659" fmla="*/ 1248808 h 6858000"/>
              <a:gd name="connsiteX660" fmla="*/ 2492512 w 7467600"/>
              <a:gd name="connsiteY660" fmla="*/ 1302920 h 6858000"/>
              <a:gd name="connsiteX661" fmla="*/ 2081216 w 7467600"/>
              <a:gd name="connsiteY661" fmla="*/ 2527513 h 6858000"/>
              <a:gd name="connsiteX662" fmla="*/ 2081211 w 7467600"/>
              <a:gd name="connsiteY662" fmla="*/ 2528916 h 6858000"/>
              <a:gd name="connsiteX663" fmla="*/ 2199067 w 7467600"/>
              <a:gd name="connsiteY663" fmla="*/ 2884061 h 6858000"/>
              <a:gd name="connsiteX664" fmla="*/ 3192586 w 7467600"/>
              <a:gd name="connsiteY664" fmla="*/ 3411496 h 6858000"/>
              <a:gd name="connsiteX665" fmla="*/ 3182620 w 7467600"/>
              <a:gd name="connsiteY665" fmla="*/ 3483279 h 6858000"/>
              <a:gd name="connsiteX666" fmla="*/ 2435119 w 7467600"/>
              <a:gd name="connsiteY666" fmla="*/ 3080173 h 6858000"/>
              <a:gd name="connsiteX667" fmla="*/ 2410152 w 7467600"/>
              <a:gd name="connsiteY667" fmla="*/ 3063751 h 6858000"/>
              <a:gd name="connsiteX668" fmla="*/ 2408099 w 7467600"/>
              <a:gd name="connsiteY668" fmla="*/ 3064403 h 6858000"/>
              <a:gd name="connsiteX669" fmla="*/ 2407218 w 7467600"/>
              <a:gd name="connsiteY669" fmla="*/ 3070324 h 6858000"/>
              <a:gd name="connsiteX670" fmla="*/ 2380138 w 7467600"/>
              <a:gd name="connsiteY670" fmla="*/ 3099341 h 6858000"/>
              <a:gd name="connsiteX671" fmla="*/ 1765923 w 7467600"/>
              <a:gd name="connsiteY671" fmla="*/ 3581043 h 6858000"/>
              <a:gd name="connsiteX672" fmla="*/ 1702258 w 7467600"/>
              <a:gd name="connsiteY672" fmla="*/ 3612286 h 6858000"/>
              <a:gd name="connsiteX673" fmla="*/ 1538370 w 7467600"/>
              <a:gd name="connsiteY673" fmla="*/ 3811804 h 6858000"/>
              <a:gd name="connsiteX674" fmla="*/ 542867 w 7467600"/>
              <a:gd name="connsiteY674" fmla="*/ 4944092 h 6858000"/>
              <a:gd name="connsiteX675" fmla="*/ 515800 w 7467600"/>
              <a:gd name="connsiteY675" fmla="*/ 4862180 h 6858000"/>
              <a:gd name="connsiteX676" fmla="*/ 909145 w 7467600"/>
              <a:gd name="connsiteY676" fmla="*/ 4199225 h 6858000"/>
              <a:gd name="connsiteX677" fmla="*/ 1214067 w 7467600"/>
              <a:gd name="connsiteY677" fmla="*/ 3908561 h 6858000"/>
              <a:gd name="connsiteX678" fmla="*/ 640967 w 7467600"/>
              <a:gd name="connsiteY678" fmla="*/ 4105601 h 6858000"/>
              <a:gd name="connsiteX679" fmla="*/ 112563 w 7467600"/>
              <a:gd name="connsiteY679" fmla="*/ 4396952 h 6858000"/>
              <a:gd name="connsiteX680" fmla="*/ 0 w 7467600"/>
              <a:gd name="connsiteY680" fmla="*/ 4466006 h 6858000"/>
              <a:gd name="connsiteX681" fmla="*/ 0 w 7467600"/>
              <a:gd name="connsiteY681" fmla="*/ 4233763 h 6858000"/>
              <a:gd name="connsiteX682" fmla="*/ 36881 w 7467600"/>
              <a:gd name="connsiteY682" fmla="*/ 4200118 h 6858000"/>
              <a:gd name="connsiteX683" fmla="*/ 910534 w 7467600"/>
              <a:gd name="connsiteY683" fmla="*/ 3629753 h 6858000"/>
              <a:gd name="connsiteX684" fmla="*/ 1578717 w 7467600"/>
              <a:gd name="connsiteY684" fmla="*/ 3575982 h 6858000"/>
              <a:gd name="connsiteX685" fmla="*/ 2338780 w 7467600"/>
              <a:gd name="connsiteY685" fmla="*/ 3033725 h 6858000"/>
              <a:gd name="connsiteX686" fmla="*/ 1807991 w 7467600"/>
              <a:gd name="connsiteY686" fmla="*/ 2807184 h 6858000"/>
              <a:gd name="connsiteX687" fmla="*/ 1416358 w 7467600"/>
              <a:gd name="connsiteY687" fmla="*/ 3112571 h 6858000"/>
              <a:gd name="connsiteX688" fmla="*/ 939066 w 7467600"/>
              <a:gd name="connsiteY688" fmla="*/ 3378798 h 6858000"/>
              <a:gd name="connsiteX689" fmla="*/ 115099 w 7467600"/>
              <a:gd name="connsiteY689" fmla="*/ 3607650 h 6858000"/>
              <a:gd name="connsiteX690" fmla="*/ 97284 w 7467600"/>
              <a:gd name="connsiteY690" fmla="*/ 3520393 h 6858000"/>
              <a:gd name="connsiteX691" fmla="*/ 922050 w 7467600"/>
              <a:gd name="connsiteY691" fmla="*/ 3074867 h 6858000"/>
              <a:gd name="connsiteX692" fmla="*/ 1405265 w 7467600"/>
              <a:gd name="connsiteY692" fmla="*/ 3016319 h 6858000"/>
              <a:gd name="connsiteX693" fmla="*/ 1407512 w 7467600"/>
              <a:gd name="connsiteY693" fmla="*/ 3018001 h 6858000"/>
              <a:gd name="connsiteX694" fmla="*/ 1726266 w 7467600"/>
              <a:gd name="connsiteY694" fmla="*/ 2777274 h 6858000"/>
              <a:gd name="connsiteX695" fmla="*/ 625390 w 7467600"/>
              <a:gd name="connsiteY695" fmla="*/ 2514541 h 6858000"/>
              <a:gd name="connsiteX696" fmla="*/ 619799 w 7467600"/>
              <a:gd name="connsiteY696" fmla="*/ 2527180 h 6858000"/>
              <a:gd name="connsiteX697" fmla="*/ 310030 w 7467600"/>
              <a:gd name="connsiteY697" fmla="*/ 2771818 h 6858000"/>
              <a:gd name="connsiteX698" fmla="*/ 173877 w 7467600"/>
              <a:gd name="connsiteY698" fmla="*/ 2937056 h 6858000"/>
              <a:gd name="connsiteX699" fmla="*/ 77889 w 7467600"/>
              <a:gd name="connsiteY699" fmla="*/ 3138440 h 6858000"/>
              <a:gd name="connsiteX700" fmla="*/ 0 w 7467600"/>
              <a:gd name="connsiteY700" fmla="*/ 3271395 h 6858000"/>
              <a:gd name="connsiteX701" fmla="*/ 0 w 7467600"/>
              <a:gd name="connsiteY701" fmla="*/ 3153002 h 6858000"/>
              <a:gd name="connsiteX702" fmla="*/ 2386 w 7467600"/>
              <a:gd name="connsiteY702" fmla="*/ 3149203 h 6858000"/>
              <a:gd name="connsiteX703" fmla="*/ 89753 w 7467600"/>
              <a:gd name="connsiteY703" fmla="*/ 2987702 h 6858000"/>
              <a:gd name="connsiteX704" fmla="*/ 76869 w 7467600"/>
              <a:gd name="connsiteY704" fmla="*/ 3005404 h 6858000"/>
              <a:gd name="connsiteX705" fmla="*/ 32049 w 7467600"/>
              <a:gd name="connsiteY705" fmla="*/ 3065814 h 6858000"/>
              <a:gd name="connsiteX706" fmla="*/ 0 w 7467600"/>
              <a:gd name="connsiteY706" fmla="*/ 3108744 h 6858000"/>
              <a:gd name="connsiteX707" fmla="*/ 0 w 7467600"/>
              <a:gd name="connsiteY707" fmla="*/ 3058059 h 6858000"/>
              <a:gd name="connsiteX708" fmla="*/ 7610 w 7467600"/>
              <a:gd name="connsiteY708" fmla="*/ 3047889 h 6858000"/>
              <a:gd name="connsiteX709" fmla="*/ 52419 w 7467600"/>
              <a:gd name="connsiteY709" fmla="*/ 2987479 h 6858000"/>
              <a:gd name="connsiteX710" fmla="*/ 59142 w 7467600"/>
              <a:gd name="connsiteY710" fmla="*/ 2978488 h 6858000"/>
              <a:gd name="connsiteX711" fmla="*/ 0 w 7467600"/>
              <a:gd name="connsiteY711" fmla="*/ 3015334 h 6858000"/>
              <a:gd name="connsiteX712" fmla="*/ 0 w 7467600"/>
              <a:gd name="connsiteY712" fmla="*/ 2914286 h 6858000"/>
              <a:gd name="connsiteX713" fmla="*/ 36383 w 7467600"/>
              <a:gd name="connsiteY713" fmla="*/ 2901128 h 6858000"/>
              <a:gd name="connsiteX714" fmla="*/ 156329 w 7467600"/>
              <a:gd name="connsiteY714" fmla="*/ 2840533 h 6858000"/>
              <a:gd name="connsiteX715" fmla="*/ 358355 w 7467600"/>
              <a:gd name="connsiteY715" fmla="*/ 2620471 h 6858000"/>
              <a:gd name="connsiteX716" fmla="*/ 510577 w 7467600"/>
              <a:gd name="connsiteY716" fmla="*/ 2501244 h 6858000"/>
              <a:gd name="connsiteX717" fmla="*/ 211967 w 7467600"/>
              <a:gd name="connsiteY717" fmla="*/ 2479171 h 6858000"/>
              <a:gd name="connsiteX718" fmla="*/ 0 w 7467600"/>
              <a:gd name="connsiteY718" fmla="*/ 2476398 h 6858000"/>
              <a:gd name="connsiteX719" fmla="*/ 0 w 7467600"/>
              <a:gd name="connsiteY719" fmla="*/ 2389189 h 6858000"/>
              <a:gd name="connsiteX720" fmla="*/ 103062 w 7467600"/>
              <a:gd name="connsiteY720" fmla="*/ 2389518 h 6858000"/>
              <a:gd name="connsiteX721" fmla="*/ 510734 w 7467600"/>
              <a:gd name="connsiteY721" fmla="*/ 2416201 h 6858000"/>
              <a:gd name="connsiteX722" fmla="*/ 279257 w 7467600"/>
              <a:gd name="connsiteY722" fmla="*/ 2092102 h 6858000"/>
              <a:gd name="connsiteX723" fmla="*/ 65265 w 7467600"/>
              <a:gd name="connsiteY723" fmla="*/ 2006049 h 6858000"/>
              <a:gd name="connsiteX724" fmla="*/ 0 w 7467600"/>
              <a:gd name="connsiteY724" fmla="*/ 1982532 h 6858000"/>
              <a:gd name="connsiteX725" fmla="*/ 0 w 7467600"/>
              <a:gd name="connsiteY725" fmla="*/ 1912789 h 6858000"/>
              <a:gd name="connsiteX726" fmla="*/ 97460 w 7467600"/>
              <a:gd name="connsiteY726" fmla="*/ 1953725 h 6858000"/>
              <a:gd name="connsiteX727" fmla="*/ 221272 w 7467600"/>
              <a:gd name="connsiteY727" fmla="*/ 1980766 h 6858000"/>
              <a:gd name="connsiteX728" fmla="*/ 116765 w 7467600"/>
              <a:gd name="connsiteY728" fmla="*/ 1911033 h 6858000"/>
              <a:gd name="connsiteX729" fmla="*/ 16405 w 7467600"/>
              <a:gd name="connsiteY729" fmla="*/ 1803412 h 6858000"/>
              <a:gd name="connsiteX730" fmla="*/ 0 w 7467600"/>
              <a:gd name="connsiteY730" fmla="*/ 1784777 h 6858000"/>
              <a:gd name="connsiteX731" fmla="*/ 0 w 7467600"/>
              <a:gd name="connsiteY731" fmla="*/ 1740082 h 6858000"/>
              <a:gd name="connsiteX732" fmla="*/ 39394 w 7467600"/>
              <a:gd name="connsiteY732" fmla="*/ 1784856 h 6858000"/>
              <a:gd name="connsiteX733" fmla="*/ 135813 w 7467600"/>
              <a:gd name="connsiteY733" fmla="*/ 1888838 h 6858000"/>
              <a:gd name="connsiteX734" fmla="*/ 242575 w 7467600"/>
              <a:gd name="connsiteY734" fmla="*/ 1958841 h 6858000"/>
              <a:gd name="connsiteX735" fmla="*/ 82197 w 7467600"/>
              <a:gd name="connsiteY735" fmla="*/ 1754826 h 6858000"/>
              <a:gd name="connsiteX736" fmla="*/ 0 w 7467600"/>
              <a:gd name="connsiteY736" fmla="*/ 1679650 h 6858000"/>
              <a:gd name="connsiteX737" fmla="*/ 0 w 7467600"/>
              <a:gd name="connsiteY737" fmla="*/ 1602463 h 6858000"/>
              <a:gd name="connsiteX738" fmla="*/ 84689 w 7467600"/>
              <a:gd name="connsiteY738" fmla="*/ 1677442 h 6858000"/>
              <a:gd name="connsiteX739" fmla="*/ 298437 w 7467600"/>
              <a:gd name="connsiteY739" fmla="*/ 1968019 h 6858000"/>
              <a:gd name="connsiteX740" fmla="*/ 227269 w 7467600"/>
              <a:gd name="connsiteY740" fmla="*/ 1114064 h 6858000"/>
              <a:gd name="connsiteX741" fmla="*/ 248003 w 7467600"/>
              <a:gd name="connsiteY741" fmla="*/ 1089613 h 6858000"/>
              <a:gd name="connsiteX742" fmla="*/ 427020 w 7467600"/>
              <a:gd name="connsiteY742" fmla="*/ 1619803 h 6858000"/>
              <a:gd name="connsiteX743" fmla="*/ 340345 w 7467600"/>
              <a:gd name="connsiteY743" fmla="*/ 2027739 h 6858000"/>
              <a:gd name="connsiteX744" fmla="*/ 360865 w 7467600"/>
              <a:gd name="connsiteY744" fmla="*/ 2044827 h 6858000"/>
              <a:gd name="connsiteX745" fmla="*/ 560414 w 7467600"/>
              <a:gd name="connsiteY745" fmla="*/ 2421457 h 6858000"/>
              <a:gd name="connsiteX746" fmla="*/ 1359703 w 7467600"/>
              <a:gd name="connsiteY746" fmla="*/ 2578554 h 6858000"/>
              <a:gd name="connsiteX747" fmla="*/ 1359422 w 7467600"/>
              <a:gd name="connsiteY747" fmla="*/ 2577994 h 6858000"/>
              <a:gd name="connsiteX748" fmla="*/ 828701 w 7467600"/>
              <a:gd name="connsiteY748" fmla="*/ 1839520 h 6858000"/>
              <a:gd name="connsiteX749" fmla="*/ 494427 w 7467600"/>
              <a:gd name="connsiteY749" fmla="*/ 1092333 h 6858000"/>
              <a:gd name="connsiteX750" fmla="*/ 506322 w 7467600"/>
              <a:gd name="connsiteY750" fmla="*/ 1020997 h 6858000"/>
              <a:gd name="connsiteX751" fmla="*/ 4570198 w 7467600"/>
              <a:gd name="connsiteY751" fmla="*/ 978081 h 6858000"/>
              <a:gd name="connsiteX752" fmla="*/ 4523691 w 7467600"/>
              <a:gd name="connsiteY752" fmla="*/ 1127776 h 6858000"/>
              <a:gd name="connsiteX753" fmla="*/ 4509875 w 7467600"/>
              <a:gd name="connsiteY753" fmla="*/ 1167552 h 6858000"/>
              <a:gd name="connsiteX754" fmla="*/ 4478168 w 7467600"/>
              <a:gd name="connsiteY754" fmla="*/ 1260735 h 6858000"/>
              <a:gd name="connsiteX755" fmla="*/ 4409309 w 7467600"/>
              <a:gd name="connsiteY755" fmla="*/ 1666996 h 6858000"/>
              <a:gd name="connsiteX756" fmla="*/ 4370031 w 7467600"/>
              <a:gd name="connsiteY756" fmla="*/ 1955666 h 6858000"/>
              <a:gd name="connsiteX757" fmla="*/ 4570198 w 7467600"/>
              <a:gd name="connsiteY757" fmla="*/ 978081 h 6858000"/>
              <a:gd name="connsiteX758" fmla="*/ 4557898 w 7467600"/>
              <a:gd name="connsiteY758" fmla="*/ 900011 h 6858000"/>
              <a:gd name="connsiteX759" fmla="*/ 4344840 w 7467600"/>
              <a:gd name="connsiteY759" fmla="*/ 1922038 h 6858000"/>
              <a:gd name="connsiteX760" fmla="*/ 4378710 w 7467600"/>
              <a:gd name="connsiteY760" fmla="*/ 1665516 h 6858000"/>
              <a:gd name="connsiteX761" fmla="*/ 4448798 w 7467600"/>
              <a:gd name="connsiteY761" fmla="*/ 1253024 h 6858000"/>
              <a:gd name="connsiteX762" fmla="*/ 4480315 w 7467600"/>
              <a:gd name="connsiteY762" fmla="*/ 1158454 h 6858000"/>
              <a:gd name="connsiteX763" fmla="*/ 4494133 w 7467600"/>
              <a:gd name="connsiteY763" fmla="*/ 1118676 h 6858000"/>
              <a:gd name="connsiteX764" fmla="*/ 4557898 w 7467600"/>
              <a:gd name="connsiteY764" fmla="*/ 900011 h 6858000"/>
              <a:gd name="connsiteX765" fmla="*/ 5870151 w 7467600"/>
              <a:gd name="connsiteY765" fmla="*/ 898890 h 6858000"/>
              <a:gd name="connsiteX766" fmla="*/ 5861335 w 7467600"/>
              <a:gd name="connsiteY766" fmla="*/ 899177 h 6858000"/>
              <a:gd name="connsiteX767" fmla="*/ 5843702 w 7467600"/>
              <a:gd name="connsiteY767" fmla="*/ 899748 h 6858000"/>
              <a:gd name="connsiteX768" fmla="*/ 5651107 w 7467600"/>
              <a:gd name="connsiteY768" fmla="*/ 920306 h 6858000"/>
              <a:gd name="connsiteX769" fmla="*/ 5459407 w 7467600"/>
              <a:gd name="connsiteY769" fmla="*/ 940975 h 6858000"/>
              <a:gd name="connsiteX770" fmla="*/ 5374846 w 7467600"/>
              <a:gd name="connsiteY770" fmla="*/ 941988 h 6858000"/>
              <a:gd name="connsiteX771" fmla="*/ 5256105 w 7467600"/>
              <a:gd name="connsiteY771" fmla="*/ 945632 h 6858000"/>
              <a:gd name="connsiteX772" fmla="*/ 5107071 w 7467600"/>
              <a:gd name="connsiteY772" fmla="*/ 969720 h 6858000"/>
              <a:gd name="connsiteX773" fmla="*/ 4998681 w 7467600"/>
              <a:gd name="connsiteY773" fmla="*/ 988771 h 6858000"/>
              <a:gd name="connsiteX774" fmla="*/ 5870151 w 7467600"/>
              <a:gd name="connsiteY774" fmla="*/ 898890 h 6858000"/>
              <a:gd name="connsiteX775" fmla="*/ 5504425 w 7467600"/>
              <a:gd name="connsiteY775" fmla="*/ 848067 h 6858000"/>
              <a:gd name="connsiteX776" fmla="*/ 4968849 w 7467600"/>
              <a:gd name="connsiteY776" fmla="*/ 962318 h 6858000"/>
              <a:gd name="connsiteX777" fmla="*/ 5104039 w 7467600"/>
              <a:gd name="connsiteY777" fmla="*/ 940634 h 6858000"/>
              <a:gd name="connsiteX778" fmla="*/ 5256311 w 7467600"/>
              <a:gd name="connsiteY778" fmla="*/ 916490 h 6858000"/>
              <a:gd name="connsiteX779" fmla="*/ 5377381 w 7467600"/>
              <a:gd name="connsiteY779" fmla="*/ 912671 h 6858000"/>
              <a:gd name="connsiteX780" fmla="*/ 5460148 w 7467600"/>
              <a:gd name="connsiteY780" fmla="*/ 911442 h 6858000"/>
              <a:gd name="connsiteX781" fmla="*/ 5648971 w 7467600"/>
              <a:gd name="connsiteY781" fmla="*/ 891331 h 6858000"/>
              <a:gd name="connsiteX782" fmla="*/ 5844807 w 7467600"/>
              <a:gd name="connsiteY782" fmla="*/ 870718 h 6858000"/>
              <a:gd name="connsiteX783" fmla="*/ 5862975 w 7467600"/>
              <a:gd name="connsiteY783" fmla="*/ 869756 h 6858000"/>
              <a:gd name="connsiteX784" fmla="*/ 5920887 w 7467600"/>
              <a:gd name="connsiteY784" fmla="*/ 865929 h 6858000"/>
              <a:gd name="connsiteX785" fmla="*/ 5504425 w 7467600"/>
              <a:gd name="connsiteY785" fmla="*/ 848067 h 6858000"/>
              <a:gd name="connsiteX786" fmla="*/ 3607114 w 7467600"/>
              <a:gd name="connsiteY786" fmla="*/ 467441 h 6858000"/>
              <a:gd name="connsiteX787" fmla="*/ 3296242 w 7467600"/>
              <a:gd name="connsiteY787" fmla="*/ 807991 h 6858000"/>
              <a:gd name="connsiteX788" fmla="*/ 3174674 w 7467600"/>
              <a:gd name="connsiteY788" fmla="*/ 919759 h 6858000"/>
              <a:gd name="connsiteX789" fmla="*/ 3042978 w 7467600"/>
              <a:gd name="connsiteY789" fmla="*/ 1054894 h 6858000"/>
              <a:gd name="connsiteX790" fmla="*/ 2968914 w 7467600"/>
              <a:gd name="connsiteY790" fmla="*/ 1133756 h 6858000"/>
              <a:gd name="connsiteX791" fmla="*/ 3103823 w 7467600"/>
              <a:gd name="connsiteY791" fmla="*/ 1026814 h 6858000"/>
              <a:gd name="connsiteX792" fmla="*/ 3607114 w 7467600"/>
              <a:gd name="connsiteY792" fmla="*/ 467441 h 6858000"/>
              <a:gd name="connsiteX793" fmla="*/ 3744487 w 7467600"/>
              <a:gd name="connsiteY793" fmla="*/ 383136 h 6858000"/>
              <a:gd name="connsiteX794" fmla="*/ 3970213 w 7467600"/>
              <a:gd name="connsiteY794" fmla="*/ 995559 h 6858000"/>
              <a:gd name="connsiteX795" fmla="*/ 3744487 w 7467600"/>
              <a:gd name="connsiteY795" fmla="*/ 383136 h 6858000"/>
              <a:gd name="connsiteX796" fmla="*/ 3624562 w 7467600"/>
              <a:gd name="connsiteY796" fmla="*/ 367041 h 6858000"/>
              <a:gd name="connsiteX797" fmla="*/ 3489712 w 7467600"/>
              <a:gd name="connsiteY797" fmla="*/ 485386 h 6858000"/>
              <a:gd name="connsiteX798" fmla="*/ 3182994 w 7467600"/>
              <a:gd name="connsiteY798" fmla="*/ 828265 h 6858000"/>
              <a:gd name="connsiteX799" fmla="*/ 2892114 w 7467600"/>
              <a:gd name="connsiteY799" fmla="*/ 1172635 h 6858000"/>
              <a:gd name="connsiteX800" fmla="*/ 3021459 w 7467600"/>
              <a:gd name="connsiteY800" fmla="*/ 1035385 h 6858000"/>
              <a:gd name="connsiteX801" fmla="*/ 3153873 w 7467600"/>
              <a:gd name="connsiteY801" fmla="*/ 898971 h 6858000"/>
              <a:gd name="connsiteX802" fmla="*/ 3276511 w 7467600"/>
              <a:gd name="connsiteY802" fmla="*/ 786423 h 6858000"/>
              <a:gd name="connsiteX803" fmla="*/ 3584154 w 7467600"/>
              <a:gd name="connsiteY803" fmla="*/ 448218 h 6858000"/>
              <a:gd name="connsiteX804" fmla="*/ 3624562 w 7467600"/>
              <a:gd name="connsiteY804" fmla="*/ 367041 h 6858000"/>
              <a:gd name="connsiteX805" fmla="*/ 3766672 w 7467600"/>
              <a:gd name="connsiteY805" fmla="*/ 359429 h 6858000"/>
              <a:gd name="connsiteX806" fmla="*/ 3996338 w 7467600"/>
              <a:gd name="connsiteY806" fmla="*/ 968237 h 6858000"/>
              <a:gd name="connsiteX807" fmla="*/ 3766672 w 7467600"/>
              <a:gd name="connsiteY807" fmla="*/ 359429 h 6858000"/>
              <a:gd name="connsiteX808" fmla="*/ 5805386 w 7467600"/>
              <a:gd name="connsiteY808" fmla="*/ 239240 h 6858000"/>
              <a:gd name="connsiteX809" fmla="*/ 5736947 w 7467600"/>
              <a:gd name="connsiteY809" fmla="*/ 261367 h 6858000"/>
              <a:gd name="connsiteX810" fmla="*/ 5427012 w 7467600"/>
              <a:gd name="connsiteY810" fmla="*/ 311272 h 6858000"/>
              <a:gd name="connsiteX811" fmla="*/ 5147818 w 7467600"/>
              <a:gd name="connsiteY811" fmla="*/ 322112 h 6858000"/>
              <a:gd name="connsiteX812" fmla="*/ 5060854 w 7467600"/>
              <a:gd name="connsiteY812" fmla="*/ 311882 h 6858000"/>
              <a:gd name="connsiteX813" fmla="*/ 4945989 w 7467600"/>
              <a:gd name="connsiteY813" fmla="*/ 300516 h 6858000"/>
              <a:gd name="connsiteX814" fmla="*/ 5410479 w 7467600"/>
              <a:gd name="connsiteY814" fmla="*/ 348434 h 6858000"/>
              <a:gd name="connsiteX815" fmla="*/ 5805386 w 7467600"/>
              <a:gd name="connsiteY815" fmla="*/ 239240 h 6858000"/>
              <a:gd name="connsiteX816" fmla="*/ 5905192 w 7467600"/>
              <a:gd name="connsiteY816" fmla="*/ 163079 h 6858000"/>
              <a:gd name="connsiteX817" fmla="*/ 5865655 w 7467600"/>
              <a:gd name="connsiteY817" fmla="*/ 171901 h 6858000"/>
              <a:gd name="connsiteX818" fmla="*/ 5259740 w 7467600"/>
              <a:gd name="connsiteY818" fmla="*/ 257013 h 6858000"/>
              <a:gd name="connsiteX819" fmla="*/ 5208466 w 7467600"/>
              <a:gd name="connsiteY819" fmla="*/ 257550 h 6858000"/>
              <a:gd name="connsiteX820" fmla="*/ 4980204 w 7467600"/>
              <a:gd name="connsiteY820" fmla="*/ 271903 h 6858000"/>
              <a:gd name="connsiteX821" fmla="*/ 5068068 w 7467600"/>
              <a:gd name="connsiteY821" fmla="*/ 282244 h 6858000"/>
              <a:gd name="connsiteX822" fmla="*/ 5153231 w 7467600"/>
              <a:gd name="connsiteY822" fmla="*/ 292240 h 6858000"/>
              <a:gd name="connsiteX823" fmla="*/ 5426491 w 7467600"/>
              <a:gd name="connsiteY823" fmla="*/ 281128 h 6858000"/>
              <a:gd name="connsiteX824" fmla="*/ 5731212 w 7467600"/>
              <a:gd name="connsiteY824" fmla="*/ 231951 h 6858000"/>
              <a:gd name="connsiteX825" fmla="*/ 5905192 w 7467600"/>
              <a:gd name="connsiteY825" fmla="*/ 163079 h 6858000"/>
              <a:gd name="connsiteX826" fmla="*/ 5944437 w 7467600"/>
              <a:gd name="connsiteY826" fmla="*/ 113829 h 6858000"/>
              <a:gd name="connsiteX827" fmla="*/ 5825032 w 7467600"/>
              <a:gd name="connsiteY827" fmla="*/ 146405 h 6858000"/>
              <a:gd name="connsiteX828" fmla="*/ 4955599 w 7467600"/>
              <a:gd name="connsiteY828" fmla="*/ 247008 h 6858000"/>
              <a:gd name="connsiteX829" fmla="*/ 5210104 w 7467600"/>
              <a:gd name="connsiteY829" fmla="*/ 228123 h 6858000"/>
              <a:gd name="connsiteX830" fmla="*/ 5261015 w 7467600"/>
              <a:gd name="connsiteY830" fmla="*/ 227087 h 6858000"/>
              <a:gd name="connsiteX831" fmla="*/ 5861181 w 7467600"/>
              <a:gd name="connsiteY831" fmla="*/ 143093 h 6858000"/>
              <a:gd name="connsiteX832" fmla="*/ 5961252 w 7467600"/>
              <a:gd name="connsiteY832" fmla="*/ 114820 h 6858000"/>
              <a:gd name="connsiteX833" fmla="*/ 5944437 w 7467600"/>
              <a:gd name="connsiteY833" fmla="*/ 113829 h 6858000"/>
              <a:gd name="connsiteX834" fmla="*/ 3882765 w 7467600"/>
              <a:gd name="connsiteY834" fmla="*/ 0 h 6858000"/>
              <a:gd name="connsiteX835" fmla="*/ 3995099 w 7467600"/>
              <a:gd name="connsiteY835" fmla="*/ 0 h 6858000"/>
              <a:gd name="connsiteX836" fmla="*/ 4163818 w 7467600"/>
              <a:gd name="connsiteY836" fmla="*/ 234104 h 6858000"/>
              <a:gd name="connsiteX837" fmla="*/ 4172099 w 7467600"/>
              <a:gd name="connsiteY837" fmla="*/ 234207 h 6858000"/>
              <a:gd name="connsiteX838" fmla="*/ 4784282 w 7467600"/>
              <a:gd name="connsiteY838" fmla="*/ 276561 h 6858000"/>
              <a:gd name="connsiteX839" fmla="*/ 4801687 w 7467600"/>
              <a:gd name="connsiteY839" fmla="*/ 267764 h 6858000"/>
              <a:gd name="connsiteX840" fmla="*/ 6082788 w 7467600"/>
              <a:gd name="connsiteY840" fmla="*/ 64119 h 6858000"/>
              <a:gd name="connsiteX841" fmla="*/ 6099442 w 7467600"/>
              <a:gd name="connsiteY841" fmla="*/ 82568 h 6858000"/>
              <a:gd name="connsiteX842" fmla="*/ 4804137 w 7467600"/>
              <a:gd name="connsiteY842" fmla="*/ 320931 h 6858000"/>
              <a:gd name="connsiteX843" fmla="*/ 4227047 w 7467600"/>
              <a:gd name="connsiteY843" fmla="*/ 313415 h 6858000"/>
              <a:gd name="connsiteX844" fmla="*/ 4346041 w 7467600"/>
              <a:gd name="connsiteY844" fmla="*/ 456086 h 6858000"/>
              <a:gd name="connsiteX845" fmla="*/ 4870967 w 7467600"/>
              <a:gd name="connsiteY845" fmla="*/ 963061 h 6858000"/>
              <a:gd name="connsiteX846" fmla="*/ 4889647 w 7467600"/>
              <a:gd name="connsiteY846" fmla="*/ 957147 h 6858000"/>
              <a:gd name="connsiteX847" fmla="*/ 5422504 w 7467600"/>
              <a:gd name="connsiteY847" fmla="*/ 805191 h 6858000"/>
              <a:gd name="connsiteX848" fmla="*/ 6087656 w 7467600"/>
              <a:gd name="connsiteY848" fmla="*/ 826703 h 6858000"/>
              <a:gd name="connsiteX849" fmla="*/ 6058717 w 7467600"/>
              <a:gd name="connsiteY849" fmla="*/ 865992 h 6858000"/>
              <a:gd name="connsiteX850" fmla="*/ 4974153 w 7467600"/>
              <a:gd name="connsiteY850" fmla="*/ 1045456 h 6858000"/>
              <a:gd name="connsiteX851" fmla="*/ 5627835 w 7467600"/>
              <a:gd name="connsiteY851" fmla="*/ 1472077 h 6858000"/>
              <a:gd name="connsiteX852" fmla="*/ 5629817 w 7467600"/>
              <a:gd name="connsiteY852" fmla="*/ 1471412 h 6858000"/>
              <a:gd name="connsiteX853" fmla="*/ 5634124 w 7467600"/>
              <a:gd name="connsiteY853" fmla="*/ 1470572 h 6858000"/>
              <a:gd name="connsiteX854" fmla="*/ 5755832 w 7467600"/>
              <a:gd name="connsiteY854" fmla="*/ 1383886 h 6858000"/>
              <a:gd name="connsiteX855" fmla="*/ 6014186 w 7467600"/>
              <a:gd name="connsiteY855" fmla="*/ 1279799 h 6858000"/>
              <a:gd name="connsiteX856" fmla="*/ 6901619 w 7467600"/>
              <a:gd name="connsiteY856" fmla="*/ 1047874 h 6858000"/>
              <a:gd name="connsiteX857" fmla="*/ 6931566 w 7467600"/>
              <a:gd name="connsiteY857" fmla="*/ 1062034 h 6858000"/>
              <a:gd name="connsiteX858" fmla="*/ 5790982 w 7467600"/>
              <a:gd name="connsiteY858" fmla="*/ 1561380 h 6858000"/>
              <a:gd name="connsiteX859" fmla="*/ 6188971 w 7467600"/>
              <a:gd name="connsiteY859" fmla="*/ 1755168 h 6858000"/>
              <a:gd name="connsiteX860" fmla="*/ 6202446 w 7467600"/>
              <a:gd name="connsiteY860" fmla="*/ 1752268 h 6858000"/>
              <a:gd name="connsiteX861" fmla="*/ 7179560 w 7467600"/>
              <a:gd name="connsiteY861" fmla="*/ 1467551 h 6858000"/>
              <a:gd name="connsiteX862" fmla="*/ 7158730 w 7467600"/>
              <a:gd name="connsiteY862" fmla="*/ 1507835 h 6858000"/>
              <a:gd name="connsiteX863" fmla="*/ 6326959 w 7467600"/>
              <a:gd name="connsiteY863" fmla="*/ 1817686 h 6858000"/>
              <a:gd name="connsiteX864" fmla="*/ 6537433 w 7467600"/>
              <a:gd name="connsiteY864" fmla="*/ 1907790 h 6858000"/>
              <a:gd name="connsiteX865" fmla="*/ 6550221 w 7467600"/>
              <a:gd name="connsiteY865" fmla="*/ 1910729 h 6858000"/>
              <a:gd name="connsiteX866" fmla="*/ 6964438 w 7467600"/>
              <a:gd name="connsiteY866" fmla="*/ 2209505 h 6858000"/>
              <a:gd name="connsiteX867" fmla="*/ 7367862 w 7467600"/>
              <a:gd name="connsiteY867" fmla="*/ 2806833 h 6858000"/>
              <a:gd name="connsiteX868" fmla="*/ 7364329 w 7467600"/>
              <a:gd name="connsiteY868" fmla="*/ 2826907 h 6858000"/>
              <a:gd name="connsiteX869" fmla="*/ 7290545 w 7467600"/>
              <a:gd name="connsiteY869" fmla="*/ 2850663 h 6858000"/>
              <a:gd name="connsiteX870" fmla="*/ 6472036 w 7467600"/>
              <a:gd name="connsiteY870" fmla="*/ 1959003 h 6858000"/>
              <a:gd name="connsiteX871" fmla="*/ 5792897 w 7467600"/>
              <a:gd name="connsiteY871" fmla="*/ 1647747 h 6858000"/>
              <a:gd name="connsiteX872" fmla="*/ 5842751 w 7467600"/>
              <a:gd name="connsiteY872" fmla="*/ 1816112 h 6858000"/>
              <a:gd name="connsiteX873" fmla="*/ 5847424 w 7467600"/>
              <a:gd name="connsiteY873" fmla="*/ 1815776 h 6858000"/>
              <a:gd name="connsiteX874" fmla="*/ 6399821 w 7467600"/>
              <a:gd name="connsiteY874" fmla="*/ 2344799 h 6858000"/>
              <a:gd name="connsiteX875" fmla="*/ 6323232 w 7467600"/>
              <a:gd name="connsiteY875" fmla="*/ 2389634 h 6858000"/>
              <a:gd name="connsiteX876" fmla="*/ 5942958 w 7467600"/>
              <a:gd name="connsiteY876" fmla="*/ 2077708 h 6858000"/>
              <a:gd name="connsiteX877" fmla="*/ 5921559 w 7467600"/>
              <a:gd name="connsiteY877" fmla="*/ 2378596 h 6858000"/>
              <a:gd name="connsiteX878" fmla="*/ 5817651 w 7467600"/>
              <a:gd name="connsiteY878" fmla="*/ 3023919 h 6858000"/>
              <a:gd name="connsiteX879" fmla="*/ 5729634 w 7467600"/>
              <a:gd name="connsiteY879" fmla="*/ 3051849 h 6858000"/>
              <a:gd name="connsiteX880" fmla="*/ 5611018 w 7467600"/>
              <a:gd name="connsiteY880" fmla="*/ 2316769 h 6858000"/>
              <a:gd name="connsiteX881" fmla="*/ 5687608 w 7467600"/>
              <a:gd name="connsiteY881" fmla="*/ 2039972 h 6858000"/>
              <a:gd name="connsiteX882" fmla="*/ 5657554 w 7467600"/>
              <a:gd name="connsiteY882" fmla="*/ 1576445 h 6858000"/>
              <a:gd name="connsiteX883" fmla="*/ 5150475 w 7467600"/>
              <a:gd name="connsiteY883" fmla="*/ 1274012 h 6858000"/>
              <a:gd name="connsiteX884" fmla="*/ 5349142 w 7467600"/>
              <a:gd name="connsiteY884" fmla="*/ 2204405 h 6858000"/>
              <a:gd name="connsiteX885" fmla="*/ 5262214 w 7467600"/>
              <a:gd name="connsiteY885" fmla="*/ 2233836 h 6858000"/>
              <a:gd name="connsiteX886" fmla="*/ 4981539 w 7467600"/>
              <a:gd name="connsiteY886" fmla="*/ 1542201 h 6858000"/>
              <a:gd name="connsiteX887" fmla="*/ 4958461 w 7467600"/>
              <a:gd name="connsiteY887" fmla="*/ 1136957 h 6858000"/>
              <a:gd name="connsiteX888" fmla="*/ 4655015 w 7467600"/>
              <a:gd name="connsiteY888" fmla="*/ 891426 h 6858000"/>
              <a:gd name="connsiteX889" fmla="*/ 4348002 w 7467600"/>
              <a:gd name="connsiteY889" fmla="*/ 2205895 h 6858000"/>
              <a:gd name="connsiteX890" fmla="*/ 4262250 w 7467600"/>
              <a:gd name="connsiteY890" fmla="*/ 2219972 h 6858000"/>
              <a:gd name="connsiteX891" fmla="*/ 4550611 w 7467600"/>
              <a:gd name="connsiteY891" fmla="*/ 817540 h 6858000"/>
              <a:gd name="connsiteX892" fmla="*/ 4564418 w 7467600"/>
              <a:gd name="connsiteY892" fmla="*/ 808293 h 6858000"/>
              <a:gd name="connsiteX893" fmla="*/ 4266388 w 7467600"/>
              <a:gd name="connsiteY893" fmla="*/ 500083 h 6858000"/>
              <a:gd name="connsiteX894" fmla="*/ 4032842 w 7467600"/>
              <a:gd name="connsiteY894" fmla="*/ 211809 h 6858000"/>
              <a:gd name="connsiteX895" fmla="*/ 3882765 w 7467600"/>
              <a:gd name="connsiteY895" fmla="*/ 0 h 6858000"/>
              <a:gd name="connsiteX896" fmla="*/ 3721337 w 7467600"/>
              <a:gd name="connsiteY896" fmla="*/ 0 h 6858000"/>
              <a:gd name="connsiteX897" fmla="*/ 3797544 w 7467600"/>
              <a:gd name="connsiteY897" fmla="*/ 0 h 6858000"/>
              <a:gd name="connsiteX898" fmla="*/ 3775734 w 7467600"/>
              <a:gd name="connsiteY898" fmla="*/ 95131 h 6858000"/>
              <a:gd name="connsiteX899" fmla="*/ 3724807 w 7467600"/>
              <a:gd name="connsiteY899" fmla="*/ 272257 h 6858000"/>
              <a:gd name="connsiteX900" fmla="*/ 3726844 w 7467600"/>
              <a:gd name="connsiteY900" fmla="*/ 282988 h 6858000"/>
              <a:gd name="connsiteX901" fmla="*/ 3742664 w 7467600"/>
              <a:gd name="connsiteY901" fmla="*/ 279918 h 6858000"/>
              <a:gd name="connsiteX902" fmla="*/ 4103910 w 7467600"/>
              <a:gd name="connsiteY902" fmla="*/ 1161917 h 6858000"/>
              <a:gd name="connsiteX903" fmla="*/ 4020269 w 7467600"/>
              <a:gd name="connsiteY903" fmla="*/ 1200406 h 6858000"/>
              <a:gd name="connsiteX904" fmla="*/ 3674882 w 7467600"/>
              <a:gd name="connsiteY904" fmla="*/ 488524 h 6858000"/>
              <a:gd name="connsiteX905" fmla="*/ 3132682 w 7467600"/>
              <a:gd name="connsiteY905" fmla="*/ 1072284 h 6858000"/>
              <a:gd name="connsiteX906" fmla="*/ 2716346 w 7467600"/>
              <a:gd name="connsiteY906" fmla="*/ 1276376 h 6858000"/>
              <a:gd name="connsiteX907" fmla="*/ 2716772 w 7467600"/>
              <a:gd name="connsiteY907" fmla="*/ 1255462 h 6858000"/>
              <a:gd name="connsiteX908" fmla="*/ 3471096 w 7467600"/>
              <a:gd name="connsiteY908" fmla="*/ 437072 h 6858000"/>
              <a:gd name="connsiteX909" fmla="*/ 3639057 w 7467600"/>
              <a:gd name="connsiteY909" fmla="*/ 286334 h 6858000"/>
              <a:gd name="connsiteX910" fmla="*/ 3640309 w 7467600"/>
              <a:gd name="connsiteY910" fmla="*/ 284664 h 6858000"/>
              <a:gd name="connsiteX911" fmla="*/ 3646022 w 7467600"/>
              <a:gd name="connsiteY911" fmla="*/ 276711 h 6858000"/>
              <a:gd name="connsiteX912" fmla="*/ 3707943 w 7467600"/>
              <a:gd name="connsiteY912" fmla="*/ 65958 h 6858000"/>
              <a:gd name="connsiteX913" fmla="*/ 3721337 w 7467600"/>
              <a:gd name="connsiteY913" fmla="*/ 0 h 6858000"/>
              <a:gd name="connsiteX914" fmla="*/ 2867960 w 7467600"/>
              <a:gd name="connsiteY914" fmla="*/ 0 h 6858000"/>
              <a:gd name="connsiteX915" fmla="*/ 2926351 w 7467600"/>
              <a:gd name="connsiteY915" fmla="*/ 0 h 6858000"/>
              <a:gd name="connsiteX916" fmla="*/ 2902823 w 7467600"/>
              <a:gd name="connsiteY916" fmla="*/ 262929 h 6858000"/>
              <a:gd name="connsiteX917" fmla="*/ 2940663 w 7467600"/>
              <a:gd name="connsiteY917" fmla="*/ 140884 h 6858000"/>
              <a:gd name="connsiteX918" fmla="*/ 2947039 w 7467600"/>
              <a:gd name="connsiteY918" fmla="*/ 122524 h 6858000"/>
              <a:gd name="connsiteX919" fmla="*/ 2984316 w 7467600"/>
              <a:gd name="connsiteY919" fmla="*/ 0 h 6858000"/>
              <a:gd name="connsiteX920" fmla="*/ 3016114 w 7467600"/>
              <a:gd name="connsiteY920" fmla="*/ 0 h 6858000"/>
              <a:gd name="connsiteX921" fmla="*/ 2979949 w 7467600"/>
              <a:gd name="connsiteY921" fmla="*/ 119274 h 6858000"/>
              <a:gd name="connsiteX922" fmla="*/ 3023879 w 7467600"/>
              <a:gd name="connsiteY922" fmla="*/ 0 h 6858000"/>
              <a:gd name="connsiteX923" fmla="*/ 3105400 w 7467600"/>
              <a:gd name="connsiteY923" fmla="*/ 0 h 6858000"/>
              <a:gd name="connsiteX924" fmla="*/ 3094669 w 7467600"/>
              <a:gd name="connsiteY924" fmla="*/ 30308 h 6858000"/>
              <a:gd name="connsiteX925" fmla="*/ 2901945 w 7467600"/>
              <a:gd name="connsiteY925" fmla="*/ 466538 h 6858000"/>
              <a:gd name="connsiteX926" fmla="*/ 2815209 w 7467600"/>
              <a:gd name="connsiteY926" fmla="*/ 497361 h 6858000"/>
              <a:gd name="connsiteX927" fmla="*/ 2844845 w 7467600"/>
              <a:gd name="connsiteY927" fmla="*/ 127638 h 6858000"/>
              <a:gd name="connsiteX928" fmla="*/ 2867960 w 7467600"/>
              <a:gd name="connsiteY928" fmla="*/ 0 h 6858000"/>
              <a:gd name="connsiteX929" fmla="*/ 1057230 w 7467600"/>
              <a:gd name="connsiteY929" fmla="*/ 0 h 6858000"/>
              <a:gd name="connsiteX930" fmla="*/ 1111003 w 7467600"/>
              <a:gd name="connsiteY930" fmla="*/ 0 h 6858000"/>
              <a:gd name="connsiteX931" fmla="*/ 1125553 w 7467600"/>
              <a:gd name="connsiteY931" fmla="*/ 52588 h 6858000"/>
              <a:gd name="connsiteX932" fmla="*/ 1304276 w 7467600"/>
              <a:gd name="connsiteY932" fmla="*/ 476275 h 6858000"/>
              <a:gd name="connsiteX933" fmla="*/ 1492066 w 7467600"/>
              <a:gd name="connsiteY933" fmla="*/ 886333 h 6858000"/>
              <a:gd name="connsiteX934" fmla="*/ 1423698 w 7467600"/>
              <a:gd name="connsiteY934" fmla="*/ 710817 h 6858000"/>
              <a:gd name="connsiteX935" fmla="*/ 1357609 w 7467600"/>
              <a:gd name="connsiteY935" fmla="*/ 532892 h 6858000"/>
              <a:gd name="connsiteX936" fmla="*/ 1309550 w 7467600"/>
              <a:gd name="connsiteY936" fmla="*/ 374031 h 6858000"/>
              <a:gd name="connsiteX937" fmla="*/ 1193673 w 7467600"/>
              <a:gd name="connsiteY937" fmla="*/ 49533 h 6858000"/>
              <a:gd name="connsiteX938" fmla="*/ 1164391 w 7467600"/>
              <a:gd name="connsiteY938" fmla="*/ 0 h 6858000"/>
              <a:gd name="connsiteX939" fmla="*/ 1200666 w 7467600"/>
              <a:gd name="connsiteY939" fmla="*/ 0 h 6858000"/>
              <a:gd name="connsiteX940" fmla="*/ 1223408 w 7467600"/>
              <a:gd name="connsiteY940" fmla="*/ 38996 h 6858000"/>
              <a:gd name="connsiteX941" fmla="*/ 1339635 w 7467600"/>
              <a:gd name="connsiteY941" fmla="*/ 365517 h 6858000"/>
              <a:gd name="connsiteX942" fmla="*/ 1387469 w 7467600"/>
              <a:gd name="connsiteY942" fmla="*/ 523079 h 6858000"/>
              <a:gd name="connsiteX943" fmla="*/ 1452685 w 7467600"/>
              <a:gd name="connsiteY943" fmla="*/ 699806 h 6858000"/>
              <a:gd name="connsiteX944" fmla="*/ 1492092 w 7467600"/>
              <a:gd name="connsiteY944" fmla="*/ 800424 h 6858000"/>
              <a:gd name="connsiteX945" fmla="*/ 1455302 w 7467600"/>
              <a:gd name="connsiteY945" fmla="*/ 632913 h 6858000"/>
              <a:gd name="connsiteX946" fmla="*/ 1222336 w 7467600"/>
              <a:gd name="connsiteY946" fmla="*/ 9480 h 6858000"/>
              <a:gd name="connsiteX947" fmla="*/ 1214634 w 7467600"/>
              <a:gd name="connsiteY947" fmla="*/ 0 h 6858000"/>
              <a:gd name="connsiteX948" fmla="*/ 1289827 w 7467600"/>
              <a:gd name="connsiteY948" fmla="*/ 0 h 6858000"/>
              <a:gd name="connsiteX949" fmla="*/ 1321076 w 7467600"/>
              <a:gd name="connsiteY949" fmla="*/ 59722 h 6858000"/>
              <a:gd name="connsiteX950" fmla="*/ 1512579 w 7467600"/>
              <a:gd name="connsiteY950" fmla="*/ 626441 h 6858000"/>
              <a:gd name="connsiteX951" fmla="*/ 1506076 w 7467600"/>
              <a:gd name="connsiteY951" fmla="*/ 1089289 h 6858000"/>
              <a:gd name="connsiteX952" fmla="*/ 1486346 w 7467600"/>
              <a:gd name="connsiteY952" fmla="*/ 1079919 h 6858000"/>
              <a:gd name="connsiteX953" fmla="*/ 1070511 w 7467600"/>
              <a:gd name="connsiteY953" fmla="*/ 48609 h 6858000"/>
              <a:gd name="connsiteX954" fmla="*/ 1057230 w 7467600"/>
              <a:gd name="connsiteY954" fmla="*/ 0 h 6858000"/>
              <a:gd name="connsiteX955" fmla="*/ 43151 w 7467600"/>
              <a:gd name="connsiteY955" fmla="*/ 0 h 6858000"/>
              <a:gd name="connsiteX956" fmla="*/ 95283 w 7467600"/>
              <a:gd name="connsiteY956" fmla="*/ 0 h 6858000"/>
              <a:gd name="connsiteX957" fmla="*/ 300708 w 7467600"/>
              <a:gd name="connsiteY957" fmla="*/ 154571 h 6858000"/>
              <a:gd name="connsiteX958" fmla="*/ 530414 w 7467600"/>
              <a:gd name="connsiteY958" fmla="*/ 354673 h 6858000"/>
              <a:gd name="connsiteX959" fmla="*/ 333785 w 7467600"/>
              <a:gd name="connsiteY959" fmla="*/ 161564 h 6858000"/>
              <a:gd name="connsiteX960" fmla="*/ 147005 w 7467600"/>
              <a:gd name="connsiteY960" fmla="*/ 0 h 6858000"/>
              <a:gd name="connsiteX961" fmla="*/ 272509 w 7467600"/>
              <a:gd name="connsiteY961" fmla="*/ 0 h 6858000"/>
              <a:gd name="connsiteX962" fmla="*/ 326276 w 7467600"/>
              <a:gd name="connsiteY962" fmla="*/ 45847 h 6858000"/>
              <a:gd name="connsiteX963" fmla="*/ 823759 w 7467600"/>
              <a:gd name="connsiteY963" fmla="*/ 574145 h 6858000"/>
              <a:gd name="connsiteX964" fmla="*/ 811254 w 7467600"/>
              <a:gd name="connsiteY964" fmla="*/ 665546 h 6858000"/>
              <a:gd name="connsiteX965" fmla="*/ 154042 w 7467600"/>
              <a:gd name="connsiteY965" fmla="*/ 261522 h 6858000"/>
              <a:gd name="connsiteX966" fmla="*/ 13550 w 7467600"/>
              <a:gd name="connsiteY966" fmla="*/ 158423 h 6858000"/>
              <a:gd name="connsiteX967" fmla="*/ 0 w 7467600"/>
              <a:gd name="connsiteY967" fmla="*/ 146618 h 6858000"/>
              <a:gd name="connsiteX968" fmla="*/ 0 w 7467600"/>
              <a:gd name="connsiteY968" fmla="*/ 59161 h 6858000"/>
              <a:gd name="connsiteX969" fmla="*/ 45427 w 7467600"/>
              <a:gd name="connsiteY969" fmla="*/ 101078 h 6858000"/>
              <a:gd name="connsiteX970" fmla="*/ 630103 w 7467600"/>
              <a:gd name="connsiteY970" fmla="*/ 485885 h 6858000"/>
              <a:gd name="connsiteX971" fmla="*/ 532040 w 7467600"/>
              <a:gd name="connsiteY971" fmla="*/ 399359 h 6858000"/>
              <a:gd name="connsiteX972" fmla="*/ 517618 w 7467600"/>
              <a:gd name="connsiteY972" fmla="*/ 385726 h 6858000"/>
              <a:gd name="connsiteX973" fmla="*/ 285074 w 7467600"/>
              <a:gd name="connsiteY973" fmla="*/ 182755 h 6858000"/>
              <a:gd name="connsiteX974" fmla="*/ 43151 w 7467600"/>
              <a:gd name="connsiteY97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7105827 w 7467600"/>
              <a:gd name="connsiteY83" fmla="*/ 5718700 h 6858000"/>
              <a:gd name="connsiteX84" fmla="*/ 7356878 w 7467600"/>
              <a:gd name="connsiteY84" fmla="*/ 5981332 h 6858000"/>
              <a:gd name="connsiteX85" fmla="*/ 7467600 w 7467600"/>
              <a:gd name="connsiteY85" fmla="*/ 6117703 h 6858000"/>
              <a:gd name="connsiteX86" fmla="*/ 7467600 w 7467600"/>
              <a:gd name="connsiteY86" fmla="*/ 6163634 h 6858000"/>
              <a:gd name="connsiteX87" fmla="*/ 7403637 w 7467600"/>
              <a:gd name="connsiteY87" fmla="*/ 6083957 h 6858000"/>
              <a:gd name="connsiteX88" fmla="*/ 7254615 w 7467600"/>
              <a:gd name="connsiteY88" fmla="*/ 5911918 h 6858000"/>
              <a:gd name="connsiteX89" fmla="*/ 7312589 w 7467600"/>
              <a:gd name="connsiteY89" fmla="*/ 5982309 h 6858000"/>
              <a:gd name="connsiteX90" fmla="*/ 7448321 w 7467600"/>
              <a:gd name="connsiteY90" fmla="*/ 6190991 h 6858000"/>
              <a:gd name="connsiteX91" fmla="*/ 7467600 w 7467600"/>
              <a:gd name="connsiteY91" fmla="*/ 6221686 h 6858000"/>
              <a:gd name="connsiteX92" fmla="*/ 7467600 w 7467600"/>
              <a:gd name="connsiteY92" fmla="*/ 6334256 h 6858000"/>
              <a:gd name="connsiteX93" fmla="*/ 7454976 w 7467600"/>
              <a:gd name="connsiteY93" fmla="*/ 6318297 h 6858000"/>
              <a:gd name="connsiteX94" fmla="*/ 7042773 w 7467600"/>
              <a:gd name="connsiteY94" fmla="*/ 5734011 h 6858000"/>
              <a:gd name="connsiteX95" fmla="*/ 1456157 w 7467600"/>
              <a:gd name="connsiteY95" fmla="*/ 5371404 h 6858000"/>
              <a:gd name="connsiteX96" fmla="*/ 1244432 w 7467600"/>
              <a:gd name="connsiteY96" fmla="*/ 5385601 h 6858000"/>
              <a:gd name="connsiteX97" fmla="*/ 973990 w 7467600"/>
              <a:gd name="connsiteY97" fmla="*/ 5424940 h 6858000"/>
              <a:gd name="connsiteX98" fmla="*/ 1103809 w 7467600"/>
              <a:gd name="connsiteY98" fmla="*/ 5433720 h 6858000"/>
              <a:gd name="connsiteX99" fmla="*/ 1123454 w 7467600"/>
              <a:gd name="connsiteY99" fmla="*/ 5435727 h 6858000"/>
              <a:gd name="connsiteX100" fmla="*/ 1737017 w 7467600"/>
              <a:gd name="connsiteY100" fmla="*/ 5452183 h 6858000"/>
              <a:gd name="connsiteX101" fmla="*/ 1824397 w 7467600"/>
              <a:gd name="connsiteY101" fmla="*/ 5447757 h 6858000"/>
              <a:gd name="connsiteX102" fmla="*/ 2070059 w 7467600"/>
              <a:gd name="connsiteY102" fmla="*/ 5441660 h 6858000"/>
              <a:gd name="connsiteX103" fmla="*/ 1456157 w 7467600"/>
              <a:gd name="connsiteY103" fmla="*/ 5371404 h 6858000"/>
              <a:gd name="connsiteX104" fmla="*/ 4988186 w 7467600"/>
              <a:gd name="connsiteY104" fmla="*/ 5216467 h 6858000"/>
              <a:gd name="connsiteX105" fmla="*/ 4777334 w 7467600"/>
              <a:gd name="connsiteY105" fmla="*/ 5406072 h 6858000"/>
              <a:gd name="connsiteX106" fmla="*/ 4718341 w 7467600"/>
              <a:gd name="connsiteY106" fmla="*/ 5468043 h 6858000"/>
              <a:gd name="connsiteX107" fmla="*/ 4604655 w 7467600"/>
              <a:gd name="connsiteY107" fmla="*/ 5583434 h 6858000"/>
              <a:gd name="connsiteX108" fmla="*/ 4565074 w 7467600"/>
              <a:gd name="connsiteY108" fmla="*/ 5618550 h 6858000"/>
              <a:gd name="connsiteX109" fmla="*/ 4988186 w 7467600"/>
              <a:gd name="connsiteY109" fmla="*/ 5216467 h 6858000"/>
              <a:gd name="connsiteX110" fmla="*/ 4978032 w 7467600"/>
              <a:gd name="connsiteY110" fmla="*/ 5183809 h 6858000"/>
              <a:gd name="connsiteX111" fmla="*/ 4463413 w 7467600"/>
              <a:gd name="connsiteY111" fmla="*/ 5615162 h 6858000"/>
              <a:gd name="connsiteX112" fmla="*/ 4358134 w 7467600"/>
              <a:gd name="connsiteY112" fmla="*/ 5742791 h 6858000"/>
              <a:gd name="connsiteX113" fmla="*/ 4376219 w 7467600"/>
              <a:gd name="connsiteY113" fmla="*/ 5729027 h 6858000"/>
              <a:gd name="connsiteX114" fmla="*/ 4582340 w 7467600"/>
              <a:gd name="connsiteY114" fmla="*/ 5561037 h 6858000"/>
              <a:gd name="connsiteX115" fmla="*/ 4694684 w 7467600"/>
              <a:gd name="connsiteY115" fmla="*/ 5447098 h 6858000"/>
              <a:gd name="connsiteX116" fmla="*/ 4754123 w 7467600"/>
              <a:gd name="connsiteY116" fmla="*/ 5384643 h 6858000"/>
              <a:gd name="connsiteX117" fmla="*/ 4978032 w 7467600"/>
              <a:gd name="connsiteY117" fmla="*/ 5183809 h 6858000"/>
              <a:gd name="connsiteX118" fmla="*/ 1903353 w 7467600"/>
              <a:gd name="connsiteY118" fmla="*/ 5044827 h 6858000"/>
              <a:gd name="connsiteX119" fmla="*/ 1936931 w 7467600"/>
              <a:gd name="connsiteY119" fmla="*/ 5093954 h 6858000"/>
              <a:gd name="connsiteX120" fmla="*/ 2195868 w 7467600"/>
              <a:gd name="connsiteY120" fmla="*/ 5396574 h 6858000"/>
              <a:gd name="connsiteX121" fmla="*/ 2088852 w 7467600"/>
              <a:gd name="connsiteY121" fmla="*/ 5166123 h 6858000"/>
              <a:gd name="connsiteX122" fmla="*/ 1958241 w 7467600"/>
              <a:gd name="connsiteY122" fmla="*/ 5067955 h 6858000"/>
              <a:gd name="connsiteX123" fmla="*/ 1903353 w 7467600"/>
              <a:gd name="connsiteY123" fmla="*/ 5044827 h 6858000"/>
              <a:gd name="connsiteX124" fmla="*/ 1979378 w 7467600"/>
              <a:gd name="connsiteY124" fmla="*/ 4769504 h 6858000"/>
              <a:gd name="connsiteX125" fmla="*/ 2882120 w 7467600"/>
              <a:gd name="connsiteY125" fmla="*/ 5064547 h 6858000"/>
              <a:gd name="connsiteX126" fmla="*/ 2793103 w 7467600"/>
              <a:gd name="connsiteY126" fmla="*/ 5039699 h 6858000"/>
              <a:gd name="connsiteX127" fmla="*/ 2770041 w 7467600"/>
              <a:gd name="connsiteY127" fmla="*/ 5033634 h 6858000"/>
              <a:gd name="connsiteX128" fmla="*/ 1979378 w 7467600"/>
              <a:gd name="connsiteY128" fmla="*/ 4769504 h 6858000"/>
              <a:gd name="connsiteX129" fmla="*/ 1927410 w 7467600"/>
              <a:gd name="connsiteY129" fmla="*/ 4716164 h 6858000"/>
              <a:gd name="connsiteX130" fmla="*/ 1959587 w 7467600"/>
              <a:gd name="connsiteY130" fmla="*/ 4728849 h 6858000"/>
              <a:gd name="connsiteX131" fmla="*/ 2777707 w 7467600"/>
              <a:gd name="connsiteY131" fmla="*/ 5003991 h 6858000"/>
              <a:gd name="connsiteX132" fmla="*/ 2800768 w 7467600"/>
              <a:gd name="connsiteY132" fmla="*/ 5010056 h 6858000"/>
              <a:gd name="connsiteX133" fmla="*/ 2879408 w 7467600"/>
              <a:gd name="connsiteY133" fmla="*/ 5031590 h 6858000"/>
              <a:gd name="connsiteX134" fmla="*/ 2862295 w 7467600"/>
              <a:gd name="connsiteY134" fmla="*/ 5022958 h 6858000"/>
              <a:gd name="connsiteX135" fmla="*/ 2813343 w 7467600"/>
              <a:gd name="connsiteY135" fmla="*/ 4998369 h 6858000"/>
              <a:gd name="connsiteX136" fmla="*/ 2646245 w 7467600"/>
              <a:gd name="connsiteY136" fmla="*/ 4930999 h 6858000"/>
              <a:gd name="connsiteX137" fmla="*/ 1999243 w 7467600"/>
              <a:gd name="connsiteY137" fmla="*/ 4730524 h 6858000"/>
              <a:gd name="connsiteX138" fmla="*/ 1979527 w 7467600"/>
              <a:gd name="connsiteY138" fmla="*/ 4726651 h 6858000"/>
              <a:gd name="connsiteX139" fmla="*/ 1927410 w 7467600"/>
              <a:gd name="connsiteY139" fmla="*/ 4716164 h 6858000"/>
              <a:gd name="connsiteX140" fmla="*/ 1997014 w 7467600"/>
              <a:gd name="connsiteY140" fmla="*/ 4698007 h 6858000"/>
              <a:gd name="connsiteX141" fmla="*/ 2005458 w 7467600"/>
              <a:gd name="connsiteY141" fmla="*/ 4699540 h 6858000"/>
              <a:gd name="connsiteX142" fmla="*/ 2657186 w 7467600"/>
              <a:gd name="connsiteY142" fmla="*/ 4901687 h 6858000"/>
              <a:gd name="connsiteX143" fmla="*/ 2826662 w 7467600"/>
              <a:gd name="connsiteY143" fmla="*/ 4970362 h 6858000"/>
              <a:gd name="connsiteX144" fmla="*/ 2876100 w 7467600"/>
              <a:gd name="connsiteY144" fmla="*/ 4995397 h 6858000"/>
              <a:gd name="connsiteX145" fmla="*/ 3042600 w 7467600"/>
              <a:gd name="connsiteY145" fmla="*/ 5059532 h 6858000"/>
              <a:gd name="connsiteX146" fmla="*/ 1997014 w 7467600"/>
              <a:gd name="connsiteY146" fmla="*/ 4698007 h 6858000"/>
              <a:gd name="connsiteX147" fmla="*/ 2305292 w 7467600"/>
              <a:gd name="connsiteY147" fmla="*/ 4219492 h 6858000"/>
              <a:gd name="connsiteX148" fmla="*/ 3360922 w 7467600"/>
              <a:gd name="connsiteY148" fmla="*/ 4529373 h 6858000"/>
              <a:gd name="connsiteX149" fmla="*/ 3492420 w 7467600"/>
              <a:gd name="connsiteY149" fmla="*/ 4510145 h 6858000"/>
              <a:gd name="connsiteX150" fmla="*/ 3364086 w 7467600"/>
              <a:gd name="connsiteY150" fmla="*/ 4480340 h 6858000"/>
              <a:gd name="connsiteX151" fmla="*/ 3225818 w 7467600"/>
              <a:gd name="connsiteY151" fmla="*/ 4411822 h 6858000"/>
              <a:gd name="connsiteX152" fmla="*/ 3129696 w 7467600"/>
              <a:gd name="connsiteY152" fmla="*/ 4360704 h 6858000"/>
              <a:gd name="connsiteX153" fmla="*/ 2814545 w 7467600"/>
              <a:gd name="connsiteY153" fmla="*/ 4282955 h 6858000"/>
              <a:gd name="connsiteX154" fmla="*/ 2305292 w 7467600"/>
              <a:gd name="connsiteY154" fmla="*/ 4219492 h 6858000"/>
              <a:gd name="connsiteX155" fmla="*/ 2626982 w 7467600"/>
              <a:gd name="connsiteY155" fmla="*/ 4206450 h 6858000"/>
              <a:gd name="connsiteX156" fmla="*/ 2490617 w 7467600"/>
              <a:gd name="connsiteY156" fmla="*/ 4206951 h 6858000"/>
              <a:gd name="connsiteX157" fmla="*/ 2819869 w 7467600"/>
              <a:gd name="connsiteY157" fmla="*/ 4252936 h 6858000"/>
              <a:gd name="connsiteX158" fmla="*/ 3143018 w 7467600"/>
              <a:gd name="connsiteY158" fmla="*/ 4332698 h 6858000"/>
              <a:gd name="connsiteX159" fmla="*/ 3241520 w 7467600"/>
              <a:gd name="connsiteY159" fmla="*/ 4385112 h 6858000"/>
              <a:gd name="connsiteX160" fmla="*/ 3374575 w 7467600"/>
              <a:gd name="connsiteY160" fmla="*/ 4451517 h 6858000"/>
              <a:gd name="connsiteX161" fmla="*/ 3505221 w 7467600"/>
              <a:gd name="connsiteY161" fmla="*/ 4480757 h 6858000"/>
              <a:gd name="connsiteX162" fmla="*/ 2626982 w 7467600"/>
              <a:gd name="connsiteY162" fmla="*/ 4206450 h 6858000"/>
              <a:gd name="connsiteX163" fmla="*/ 1310106 w 7467600"/>
              <a:gd name="connsiteY163" fmla="*/ 3943217 h 6858000"/>
              <a:gd name="connsiteX164" fmla="*/ 854994 w 7467600"/>
              <a:gd name="connsiteY164" fmla="*/ 4399136 h 6858000"/>
              <a:gd name="connsiteX165" fmla="*/ 742462 w 7467600"/>
              <a:gd name="connsiteY165" fmla="*/ 4594648 h 6858000"/>
              <a:gd name="connsiteX166" fmla="*/ 820602 w 7467600"/>
              <a:gd name="connsiteY166" fmla="*/ 4485915 h 6858000"/>
              <a:gd name="connsiteX167" fmla="*/ 878295 w 7467600"/>
              <a:gd name="connsiteY167" fmla="*/ 4403594 h 6858000"/>
              <a:gd name="connsiteX168" fmla="*/ 1240607 w 7467600"/>
              <a:gd name="connsiteY168" fmla="*/ 4010401 h 6858000"/>
              <a:gd name="connsiteX169" fmla="*/ 1310106 w 7467600"/>
              <a:gd name="connsiteY169" fmla="*/ 3943217 h 6858000"/>
              <a:gd name="connsiteX170" fmla="*/ 1423113 w 7467600"/>
              <a:gd name="connsiteY170" fmla="*/ 3874565 h 6858000"/>
              <a:gd name="connsiteX171" fmla="*/ 1260565 w 7467600"/>
              <a:gd name="connsiteY171" fmla="*/ 4031982 h 6858000"/>
              <a:gd name="connsiteX172" fmla="*/ 901900 w 7467600"/>
              <a:gd name="connsiteY172" fmla="*/ 4421236 h 6858000"/>
              <a:gd name="connsiteX173" fmla="*/ 845044 w 7467600"/>
              <a:gd name="connsiteY173" fmla="*/ 4502436 h 6858000"/>
              <a:gd name="connsiteX174" fmla="*/ 685926 w 7467600"/>
              <a:gd name="connsiteY174" fmla="*/ 4703069 h 6858000"/>
              <a:gd name="connsiteX175" fmla="*/ 684248 w 7467600"/>
              <a:gd name="connsiteY175" fmla="*/ 4706721 h 6858000"/>
              <a:gd name="connsiteX176" fmla="*/ 1423113 w 7467600"/>
              <a:gd name="connsiteY176" fmla="*/ 3874565 h 6858000"/>
              <a:gd name="connsiteX177" fmla="*/ 3316479 w 7467600"/>
              <a:gd name="connsiteY177" fmla="*/ 3872136 h 6858000"/>
              <a:gd name="connsiteX178" fmla="*/ 3546806 w 7467600"/>
              <a:gd name="connsiteY178" fmla="*/ 4356139 h 6858000"/>
              <a:gd name="connsiteX179" fmla="*/ 3364433 w 7467600"/>
              <a:gd name="connsiteY179" fmla="*/ 3953121 h 6858000"/>
              <a:gd name="connsiteX180" fmla="*/ 3316479 w 7467600"/>
              <a:gd name="connsiteY180" fmla="*/ 3872136 h 6858000"/>
              <a:gd name="connsiteX181" fmla="*/ 3291335 w 7467600"/>
              <a:gd name="connsiteY181" fmla="*/ 3767420 h 6858000"/>
              <a:gd name="connsiteX182" fmla="*/ 3390805 w 7467600"/>
              <a:gd name="connsiteY182" fmla="*/ 3937163 h 6858000"/>
              <a:gd name="connsiteX183" fmla="*/ 3579062 w 7467600"/>
              <a:gd name="connsiteY183" fmla="*/ 4359040 h 6858000"/>
              <a:gd name="connsiteX184" fmla="*/ 3467355 w 7467600"/>
              <a:gd name="connsiteY184" fmla="*/ 3988130 h 6858000"/>
              <a:gd name="connsiteX185" fmla="*/ 3310753 w 7467600"/>
              <a:gd name="connsiteY185" fmla="*/ 3787140 h 6858000"/>
              <a:gd name="connsiteX186" fmla="*/ 3291335 w 7467600"/>
              <a:gd name="connsiteY186" fmla="*/ 3767420 h 6858000"/>
              <a:gd name="connsiteX187" fmla="*/ 1635889 w 7467600"/>
              <a:gd name="connsiteY187" fmla="*/ 3709494 h 6858000"/>
              <a:gd name="connsiteX188" fmla="*/ 1634800 w 7467600"/>
              <a:gd name="connsiteY188" fmla="*/ 3731111 h 6858000"/>
              <a:gd name="connsiteX189" fmla="*/ 1635889 w 7467600"/>
              <a:gd name="connsiteY189" fmla="*/ 3709494 h 6858000"/>
              <a:gd name="connsiteX190" fmla="*/ 1510397 w 7467600"/>
              <a:gd name="connsiteY190" fmla="*/ 3684705 h 6858000"/>
              <a:gd name="connsiteX191" fmla="*/ 1146550 w 7467600"/>
              <a:gd name="connsiteY191" fmla="*/ 3802012 h 6858000"/>
              <a:gd name="connsiteX192" fmla="*/ 698834 w 7467600"/>
              <a:gd name="connsiteY192" fmla="*/ 3952272 h 6858000"/>
              <a:gd name="connsiteX193" fmla="*/ 34256 w 7467600"/>
              <a:gd name="connsiteY193" fmla="*/ 4347603 h 6858000"/>
              <a:gd name="connsiteX194" fmla="*/ 527241 w 7467600"/>
              <a:gd name="connsiteY194" fmla="*/ 4065078 h 6858000"/>
              <a:gd name="connsiteX195" fmla="*/ 1510397 w 7467600"/>
              <a:gd name="connsiteY195" fmla="*/ 3684705 h 6858000"/>
              <a:gd name="connsiteX196" fmla="*/ 1313114 w 7467600"/>
              <a:gd name="connsiteY196" fmla="*/ 3655216 h 6858000"/>
              <a:gd name="connsiteX197" fmla="*/ 1109304 w 7467600"/>
              <a:gd name="connsiteY197" fmla="*/ 3669030 h 6858000"/>
              <a:gd name="connsiteX198" fmla="*/ 8129 w 7467600"/>
              <a:gd name="connsiteY198" fmla="*/ 4330519 h 6858000"/>
              <a:gd name="connsiteX199" fmla="*/ 687572 w 7467600"/>
              <a:gd name="connsiteY199" fmla="*/ 3925629 h 6858000"/>
              <a:gd name="connsiteX200" fmla="*/ 1138365 w 7467600"/>
              <a:gd name="connsiteY200" fmla="*/ 3774515 h 6858000"/>
              <a:gd name="connsiteX201" fmla="*/ 1505579 w 7467600"/>
              <a:gd name="connsiteY201" fmla="*/ 3655526 h 6858000"/>
              <a:gd name="connsiteX202" fmla="*/ 1313114 w 7467600"/>
              <a:gd name="connsiteY202" fmla="*/ 3655216 h 6858000"/>
              <a:gd name="connsiteX203" fmla="*/ 3655073 w 7467600"/>
              <a:gd name="connsiteY203" fmla="*/ 3650884 h 6858000"/>
              <a:gd name="connsiteX204" fmla="*/ 3989938 w 7467600"/>
              <a:gd name="connsiteY204" fmla="*/ 3991685 h 6858000"/>
              <a:gd name="connsiteX205" fmla="*/ 4393907 w 7467600"/>
              <a:gd name="connsiteY205" fmla="*/ 4261258 h 6858000"/>
              <a:gd name="connsiteX206" fmla="*/ 4648051 w 7467600"/>
              <a:gd name="connsiteY206" fmla="*/ 4374051 h 6858000"/>
              <a:gd name="connsiteX207" fmla="*/ 4383389 w 7467600"/>
              <a:gd name="connsiteY207" fmla="*/ 4184369 h 6858000"/>
              <a:gd name="connsiteX208" fmla="*/ 4165508 w 7467600"/>
              <a:gd name="connsiteY208" fmla="*/ 4035196 h 6858000"/>
              <a:gd name="connsiteX209" fmla="*/ 4068162 w 7467600"/>
              <a:gd name="connsiteY209" fmla="*/ 3953394 h 6858000"/>
              <a:gd name="connsiteX210" fmla="*/ 3981416 w 7467600"/>
              <a:gd name="connsiteY210" fmla="*/ 3880482 h 6858000"/>
              <a:gd name="connsiteX211" fmla="*/ 3800147 w 7467600"/>
              <a:gd name="connsiteY211" fmla="*/ 3749872 h 6858000"/>
              <a:gd name="connsiteX212" fmla="*/ 3655073 w 7467600"/>
              <a:gd name="connsiteY212" fmla="*/ 3650884 h 6858000"/>
              <a:gd name="connsiteX213" fmla="*/ 3670252 w 7467600"/>
              <a:gd name="connsiteY213" fmla="*/ 3622798 h 6858000"/>
              <a:gd name="connsiteX214" fmla="*/ 3817258 w 7467600"/>
              <a:gd name="connsiteY214" fmla="*/ 3723577 h 6858000"/>
              <a:gd name="connsiteX215" fmla="*/ 4000461 w 7467600"/>
              <a:gd name="connsiteY215" fmla="*/ 3855966 h 6858000"/>
              <a:gd name="connsiteX216" fmla="*/ 4088180 w 7467600"/>
              <a:gd name="connsiteY216" fmla="*/ 3929774 h 6858000"/>
              <a:gd name="connsiteX217" fmla="*/ 4184555 w 7467600"/>
              <a:gd name="connsiteY217" fmla="*/ 4010683 h 6858000"/>
              <a:gd name="connsiteX218" fmla="*/ 4399563 w 7467600"/>
              <a:gd name="connsiteY218" fmla="*/ 4158106 h 6858000"/>
              <a:gd name="connsiteX219" fmla="*/ 4684469 w 7467600"/>
              <a:gd name="connsiteY219" fmla="*/ 4364680 h 6858000"/>
              <a:gd name="connsiteX220" fmla="*/ 4690271 w 7467600"/>
              <a:gd name="connsiteY220" fmla="*/ 4370034 h 6858000"/>
              <a:gd name="connsiteX221" fmla="*/ 4136093 w 7467600"/>
              <a:gd name="connsiteY221" fmla="*/ 3858466 h 6858000"/>
              <a:gd name="connsiteX222" fmla="*/ 3670252 w 7467600"/>
              <a:gd name="connsiteY222" fmla="*/ 3622798 h 6858000"/>
              <a:gd name="connsiteX223" fmla="*/ 4440129 w 7467600"/>
              <a:gd name="connsiteY223" fmla="*/ 3448571 h 6858000"/>
              <a:gd name="connsiteX224" fmla="*/ 4856525 w 7467600"/>
              <a:gd name="connsiteY224" fmla="*/ 3915351 h 6858000"/>
              <a:gd name="connsiteX225" fmla="*/ 5059055 w 7467600"/>
              <a:gd name="connsiteY225" fmla="*/ 4108918 h 6858000"/>
              <a:gd name="connsiteX226" fmla="*/ 5290070 w 7467600"/>
              <a:gd name="connsiteY226" fmla="*/ 4263619 h 6858000"/>
              <a:gd name="connsiteX227" fmla="*/ 4834991 w 7467600"/>
              <a:gd name="connsiteY227" fmla="*/ 3830985 h 6858000"/>
              <a:gd name="connsiteX228" fmla="*/ 4440129 w 7467600"/>
              <a:gd name="connsiteY228" fmla="*/ 3448571 h 6858000"/>
              <a:gd name="connsiteX229" fmla="*/ 4441737 w 7467600"/>
              <a:gd name="connsiteY229" fmla="*/ 3399734 h 6858000"/>
              <a:gd name="connsiteX230" fmla="*/ 4431236 w 7467600"/>
              <a:gd name="connsiteY230" fmla="*/ 3400954 h 6858000"/>
              <a:gd name="connsiteX231" fmla="*/ 4557150 w 7467600"/>
              <a:gd name="connsiteY231" fmla="*/ 3510023 h 6858000"/>
              <a:gd name="connsiteX232" fmla="*/ 4856936 w 7467600"/>
              <a:gd name="connsiteY232" fmla="*/ 3809146 h 6858000"/>
              <a:gd name="connsiteX233" fmla="*/ 5111996 w 7467600"/>
              <a:gd name="connsiteY233" fmla="*/ 4065759 h 6858000"/>
              <a:gd name="connsiteX234" fmla="*/ 5388878 w 7467600"/>
              <a:gd name="connsiteY234" fmla="*/ 4300185 h 6858000"/>
              <a:gd name="connsiteX235" fmla="*/ 5425556 w 7467600"/>
              <a:gd name="connsiteY235" fmla="*/ 4308967 h 6858000"/>
              <a:gd name="connsiteX236" fmla="*/ 4943646 w 7467600"/>
              <a:gd name="connsiteY236" fmla="*/ 3822916 h 6858000"/>
              <a:gd name="connsiteX237" fmla="*/ 4594837 w 7467600"/>
              <a:gd name="connsiteY237" fmla="*/ 3532274 h 6858000"/>
              <a:gd name="connsiteX238" fmla="*/ 4441737 w 7467600"/>
              <a:gd name="connsiteY238" fmla="*/ 3399734 h 6858000"/>
              <a:gd name="connsiteX239" fmla="*/ 5425834 w 7467600"/>
              <a:gd name="connsiteY239" fmla="*/ 3162785 h 6858000"/>
              <a:gd name="connsiteX240" fmla="*/ 5401644 w 7467600"/>
              <a:gd name="connsiteY240" fmla="*/ 3617847 h 6858000"/>
              <a:gd name="connsiteX241" fmla="*/ 5467256 w 7467600"/>
              <a:gd name="connsiteY241" fmla="*/ 4175494 h 6858000"/>
              <a:gd name="connsiteX242" fmla="*/ 5448069 w 7467600"/>
              <a:gd name="connsiteY242" fmla="*/ 3567554 h 6858000"/>
              <a:gd name="connsiteX243" fmla="*/ 5425834 w 7467600"/>
              <a:gd name="connsiteY243" fmla="*/ 3162785 h 6858000"/>
              <a:gd name="connsiteX244" fmla="*/ 1318687 w 7467600"/>
              <a:gd name="connsiteY244" fmla="*/ 3113840 h 6858000"/>
              <a:gd name="connsiteX245" fmla="*/ 1066793 w 7467600"/>
              <a:gd name="connsiteY245" fmla="*/ 3212171 h 6858000"/>
              <a:gd name="connsiteX246" fmla="*/ 993319 w 7467600"/>
              <a:gd name="connsiteY246" fmla="*/ 3247648 h 6858000"/>
              <a:gd name="connsiteX247" fmla="*/ 853081 w 7467600"/>
              <a:gd name="connsiteY247" fmla="*/ 3312410 h 6858000"/>
              <a:gd name="connsiteX248" fmla="*/ 805957 w 7467600"/>
              <a:gd name="connsiteY248" fmla="*/ 3330443 h 6858000"/>
              <a:gd name="connsiteX249" fmla="*/ 1318687 w 7467600"/>
              <a:gd name="connsiteY249" fmla="*/ 3113840 h 6858000"/>
              <a:gd name="connsiteX250" fmla="*/ 5453702 w 7467600"/>
              <a:gd name="connsiteY250" fmla="*/ 3090882 h 6858000"/>
              <a:gd name="connsiteX251" fmla="*/ 5480135 w 7467600"/>
              <a:gd name="connsiteY251" fmla="*/ 3565802 h 6858000"/>
              <a:gd name="connsiteX252" fmla="*/ 5499023 w 7467600"/>
              <a:gd name="connsiteY252" fmla="*/ 4166310 h 6858000"/>
              <a:gd name="connsiteX253" fmla="*/ 5547022 w 7467600"/>
              <a:gd name="connsiteY253" fmla="*/ 3607838 h 6858000"/>
              <a:gd name="connsiteX254" fmla="*/ 5515964 w 7467600"/>
              <a:gd name="connsiteY254" fmla="*/ 3378541 h 6858000"/>
              <a:gd name="connsiteX255" fmla="*/ 5453702 w 7467600"/>
              <a:gd name="connsiteY255" fmla="*/ 3090882 h 6858000"/>
              <a:gd name="connsiteX256" fmla="*/ 1238695 w 7467600"/>
              <a:gd name="connsiteY256" fmla="*/ 3076820 h 6858000"/>
              <a:gd name="connsiteX257" fmla="*/ 716371 w 7467600"/>
              <a:gd name="connsiteY257" fmla="*/ 3293249 h 6858000"/>
              <a:gd name="connsiteX258" fmla="*/ 579522 w 7467600"/>
              <a:gd name="connsiteY258" fmla="*/ 3371759 h 6858000"/>
              <a:gd name="connsiteX259" fmla="*/ 600288 w 7467600"/>
              <a:gd name="connsiteY259" fmla="*/ 3365555 h 6858000"/>
              <a:gd name="connsiteX260" fmla="*/ 840692 w 7467600"/>
              <a:gd name="connsiteY260" fmla="*/ 3284921 h 6858000"/>
              <a:gd name="connsiteX261" fmla="*/ 979248 w 7467600"/>
              <a:gd name="connsiteY261" fmla="*/ 3221003 h 6858000"/>
              <a:gd name="connsiteX262" fmla="*/ 1053282 w 7467600"/>
              <a:gd name="connsiteY262" fmla="*/ 3185247 h 6858000"/>
              <a:gd name="connsiteX263" fmla="*/ 1320603 w 7467600"/>
              <a:gd name="connsiteY263" fmla="*/ 3081281 h 6858000"/>
              <a:gd name="connsiteX264" fmla="*/ 1238695 w 7467600"/>
              <a:gd name="connsiteY264" fmla="*/ 3076820 h 6858000"/>
              <a:gd name="connsiteX265" fmla="*/ 5425627 w 7467600"/>
              <a:gd name="connsiteY265" fmla="*/ 2954192 h 6858000"/>
              <a:gd name="connsiteX266" fmla="*/ 5470770 w 7467600"/>
              <a:gd name="connsiteY266" fmla="*/ 3005435 h 6858000"/>
              <a:gd name="connsiteX267" fmla="*/ 5519779 w 7467600"/>
              <a:gd name="connsiteY267" fmla="*/ 4359223 h 6858000"/>
              <a:gd name="connsiteX268" fmla="*/ 5520293 w 7467600"/>
              <a:gd name="connsiteY268" fmla="*/ 4360602 h 6858000"/>
              <a:gd name="connsiteX269" fmla="*/ 5767221 w 7467600"/>
              <a:gd name="connsiteY269" fmla="*/ 4665564 h 6858000"/>
              <a:gd name="connsiteX270" fmla="*/ 6937169 w 7467600"/>
              <a:gd name="connsiteY270" fmla="*/ 4815941 h 6858000"/>
              <a:gd name="connsiteX271" fmla="*/ 6953922 w 7467600"/>
              <a:gd name="connsiteY271" fmla="*/ 4890068 h 6858000"/>
              <a:gd name="connsiteX272" fmla="*/ 6071359 w 7467600"/>
              <a:gd name="connsiteY272" fmla="*/ 4770770 h 6858000"/>
              <a:gd name="connsiteX273" fmla="*/ 6038839 w 7467600"/>
              <a:gd name="connsiteY273" fmla="*/ 4764474 h 6858000"/>
              <a:gd name="connsiteX274" fmla="*/ 6038706 w 7467600"/>
              <a:gd name="connsiteY274" fmla="*/ 4763847 h 6858000"/>
              <a:gd name="connsiteX275" fmla="*/ 6037784 w 7467600"/>
              <a:gd name="connsiteY275" fmla="*/ 4764270 h 6858000"/>
              <a:gd name="connsiteX276" fmla="*/ 6038839 w 7467600"/>
              <a:gd name="connsiteY276" fmla="*/ 4764474 h 6858000"/>
              <a:gd name="connsiteX277" fmla="*/ 6040338 w 7467600"/>
              <a:gd name="connsiteY277" fmla="*/ 4771418 h 6858000"/>
              <a:gd name="connsiteX278" fmla="*/ 6024488 w 7467600"/>
              <a:gd name="connsiteY278" fmla="*/ 4809903 h 6858000"/>
              <a:gd name="connsiteX279" fmla="*/ 5599771 w 7467600"/>
              <a:gd name="connsiteY279" fmla="*/ 5509652 h 6858000"/>
              <a:gd name="connsiteX280" fmla="*/ 5548843 w 7467600"/>
              <a:gd name="connsiteY280" fmla="*/ 5563845 h 6858000"/>
              <a:gd name="connsiteX281" fmla="*/ 5940952 w 7467600"/>
              <a:gd name="connsiteY281" fmla="*/ 6250028 h 6858000"/>
              <a:gd name="connsiteX282" fmla="*/ 6043441 w 7467600"/>
              <a:gd name="connsiteY282" fmla="*/ 6665847 h 6858000"/>
              <a:gd name="connsiteX283" fmla="*/ 6093432 w 7467600"/>
              <a:gd name="connsiteY283" fmla="*/ 6858000 h 6858000"/>
              <a:gd name="connsiteX284" fmla="*/ 6034344 w 7467600"/>
              <a:gd name="connsiteY284" fmla="*/ 6858000 h 6858000"/>
              <a:gd name="connsiteX285" fmla="*/ 6026679 w 7467600"/>
              <a:gd name="connsiteY285" fmla="*/ 6836959 h 6858000"/>
              <a:gd name="connsiteX286" fmla="*/ 5800441 w 7467600"/>
              <a:gd name="connsiteY286" fmla="*/ 6335286 h 6858000"/>
              <a:gd name="connsiteX287" fmla="*/ 5526562 w 7467600"/>
              <a:gd name="connsiteY287" fmla="*/ 5705388 h 6858000"/>
              <a:gd name="connsiteX288" fmla="*/ 5519640 w 7467600"/>
              <a:gd name="connsiteY288" fmla="*/ 5683774 h 6858000"/>
              <a:gd name="connsiteX289" fmla="*/ 5844559 w 7467600"/>
              <a:gd name="connsiteY289" fmla="*/ 6553349 h 6858000"/>
              <a:gd name="connsiteX290" fmla="*/ 5975994 w 7467600"/>
              <a:gd name="connsiteY290" fmla="*/ 6858000 h 6858000"/>
              <a:gd name="connsiteX291" fmla="*/ 5898547 w 7467600"/>
              <a:gd name="connsiteY291" fmla="*/ 6858000 h 6858000"/>
              <a:gd name="connsiteX292" fmla="*/ 5682041 w 7467600"/>
              <a:gd name="connsiteY292" fmla="*/ 6355860 h 6858000"/>
              <a:gd name="connsiteX293" fmla="*/ 5461758 w 7467600"/>
              <a:gd name="connsiteY293" fmla="*/ 5820220 h 6858000"/>
              <a:gd name="connsiteX294" fmla="*/ 5237282 w 7467600"/>
              <a:gd name="connsiteY294" fmla="*/ 6579086 h 6858000"/>
              <a:gd name="connsiteX295" fmla="*/ 5115009 w 7467600"/>
              <a:gd name="connsiteY295" fmla="*/ 6858000 h 6858000"/>
              <a:gd name="connsiteX296" fmla="*/ 5028074 w 7467600"/>
              <a:gd name="connsiteY296" fmla="*/ 6858000 h 6858000"/>
              <a:gd name="connsiteX297" fmla="*/ 5079508 w 7467600"/>
              <a:gd name="connsiteY297" fmla="*/ 6749074 h 6858000"/>
              <a:gd name="connsiteX298" fmla="*/ 5371846 w 7467600"/>
              <a:gd name="connsiteY298" fmla="*/ 5924413 h 6858000"/>
              <a:gd name="connsiteX299" fmla="*/ 5270512 w 7467600"/>
              <a:gd name="connsiteY299" fmla="*/ 6138975 h 6858000"/>
              <a:gd name="connsiteX300" fmla="*/ 5062409 w 7467600"/>
              <a:gd name="connsiteY300" fmla="*/ 6653544 h 6858000"/>
              <a:gd name="connsiteX301" fmla="*/ 5036628 w 7467600"/>
              <a:gd name="connsiteY301" fmla="*/ 6754247 h 6858000"/>
              <a:gd name="connsiteX302" fmla="*/ 5009112 w 7467600"/>
              <a:gd name="connsiteY302" fmla="*/ 6858000 h 6858000"/>
              <a:gd name="connsiteX303" fmla="*/ 4976679 w 7467600"/>
              <a:gd name="connsiteY303" fmla="*/ 6858000 h 6858000"/>
              <a:gd name="connsiteX304" fmla="*/ 5006537 w 7467600"/>
              <a:gd name="connsiteY304" fmla="*/ 6747068 h 6858000"/>
              <a:gd name="connsiteX305" fmla="*/ 5032723 w 7467600"/>
              <a:gd name="connsiteY305" fmla="*/ 6644957 h 6858000"/>
              <a:gd name="connsiteX306" fmla="*/ 5242949 w 7467600"/>
              <a:gd name="connsiteY306" fmla="*/ 6125175 h 6858000"/>
              <a:gd name="connsiteX307" fmla="*/ 5286321 w 7467600"/>
              <a:gd name="connsiteY307" fmla="*/ 6033555 h 6858000"/>
              <a:gd name="connsiteX308" fmla="*/ 5008210 w 7467600"/>
              <a:gd name="connsiteY308" fmla="*/ 6649194 h 6858000"/>
              <a:gd name="connsiteX309" fmla="*/ 4986321 w 7467600"/>
              <a:gd name="connsiteY309" fmla="*/ 6765687 h 6858000"/>
              <a:gd name="connsiteX310" fmla="*/ 4973474 w 7467600"/>
              <a:gd name="connsiteY310" fmla="*/ 6858000 h 6858000"/>
              <a:gd name="connsiteX311" fmla="*/ 4907178 w 7467600"/>
              <a:gd name="connsiteY311" fmla="*/ 6858000 h 6858000"/>
              <a:gd name="connsiteX312" fmla="*/ 4910810 w 7467600"/>
              <a:gd name="connsiteY312" fmla="*/ 6829660 h 6858000"/>
              <a:gd name="connsiteX313" fmla="*/ 4987461 w 7467600"/>
              <a:gd name="connsiteY313" fmla="*/ 6432994 h 6858000"/>
              <a:gd name="connsiteX314" fmla="*/ 5179262 w 7467600"/>
              <a:gd name="connsiteY314" fmla="*/ 6035044 h 6858000"/>
              <a:gd name="connsiteX315" fmla="*/ 4689678 w 7467600"/>
              <a:gd name="connsiteY315" fmla="*/ 6440241 h 6858000"/>
              <a:gd name="connsiteX316" fmla="*/ 4477543 w 7467600"/>
              <a:gd name="connsiteY316" fmla="*/ 6674836 h 6858000"/>
              <a:gd name="connsiteX317" fmla="*/ 4329957 w 7467600"/>
              <a:gd name="connsiteY317" fmla="*/ 6858000 h 6858000"/>
              <a:gd name="connsiteX318" fmla="*/ 4218595 w 7467600"/>
              <a:gd name="connsiteY318" fmla="*/ 6858000 h 6858000"/>
              <a:gd name="connsiteX319" fmla="*/ 4368888 w 7467600"/>
              <a:gd name="connsiteY319" fmla="*/ 6668412 h 6858000"/>
              <a:gd name="connsiteX320" fmla="*/ 4563091 w 7467600"/>
              <a:gd name="connsiteY320" fmla="*/ 6442508 h 6858000"/>
              <a:gd name="connsiteX321" fmla="*/ 5387324 w 7467600"/>
              <a:gd name="connsiteY321" fmla="*/ 5705830 h 6858000"/>
              <a:gd name="connsiteX322" fmla="*/ 5073620 w 7467600"/>
              <a:gd name="connsiteY322" fmla="*/ 5955437 h 6858000"/>
              <a:gd name="connsiteX323" fmla="*/ 4689789 w 7467600"/>
              <a:gd name="connsiteY323" fmla="*/ 6268382 h 6858000"/>
              <a:gd name="connsiteX324" fmla="*/ 4418722 w 7467600"/>
              <a:gd name="connsiteY324" fmla="*/ 6570886 h 6858000"/>
              <a:gd name="connsiteX325" fmla="*/ 4214944 w 7467600"/>
              <a:gd name="connsiteY325" fmla="*/ 6858000 h 6858000"/>
              <a:gd name="connsiteX326" fmla="*/ 4177898 w 7467600"/>
              <a:gd name="connsiteY326" fmla="*/ 6858000 h 6858000"/>
              <a:gd name="connsiteX327" fmla="*/ 4391597 w 7467600"/>
              <a:gd name="connsiteY327" fmla="*/ 6556370 h 6858000"/>
              <a:gd name="connsiteX328" fmla="*/ 4668889 w 7467600"/>
              <a:gd name="connsiteY328" fmla="*/ 6246399 h 6858000"/>
              <a:gd name="connsiteX329" fmla="*/ 5055427 w 7467600"/>
              <a:gd name="connsiteY329" fmla="*/ 5931476 h 6858000"/>
              <a:gd name="connsiteX330" fmla="*/ 5371814 w 7467600"/>
              <a:gd name="connsiteY330" fmla="*/ 5678975 h 6858000"/>
              <a:gd name="connsiteX331" fmla="*/ 4987918 w 7467600"/>
              <a:gd name="connsiteY331" fmla="*/ 5838701 h 6858000"/>
              <a:gd name="connsiteX332" fmla="*/ 4317146 w 7467600"/>
              <a:gd name="connsiteY332" fmla="*/ 6587716 h 6858000"/>
              <a:gd name="connsiteX333" fmla="*/ 4171627 w 7467600"/>
              <a:gd name="connsiteY333" fmla="*/ 6858000 h 6858000"/>
              <a:gd name="connsiteX334" fmla="*/ 4081585 w 7467600"/>
              <a:gd name="connsiteY334" fmla="*/ 6858000 h 6858000"/>
              <a:gd name="connsiteX335" fmla="*/ 4238603 w 7467600"/>
              <a:gd name="connsiteY335" fmla="*/ 6559341 h 6858000"/>
              <a:gd name="connsiteX336" fmla="*/ 4778333 w 7467600"/>
              <a:gd name="connsiteY336" fmla="*/ 5873626 h 6858000"/>
              <a:gd name="connsiteX337" fmla="*/ 5414185 w 7467600"/>
              <a:gd name="connsiteY337" fmla="*/ 5573882 h 6858000"/>
              <a:gd name="connsiteX338" fmla="*/ 5959648 w 7467600"/>
              <a:gd name="connsiteY338" fmla="*/ 4760797 h 6858000"/>
              <a:gd name="connsiteX339" fmla="*/ 5355019 w 7467600"/>
              <a:gd name="connsiteY339" fmla="*/ 4734672 h 6858000"/>
              <a:gd name="connsiteX340" fmla="*/ 5083565 w 7467600"/>
              <a:gd name="connsiteY340" fmla="*/ 5179121 h 6858000"/>
              <a:gd name="connsiteX341" fmla="*/ 4713577 w 7467600"/>
              <a:gd name="connsiteY341" fmla="*/ 5616803 h 6858000"/>
              <a:gd name="connsiteX342" fmla="*/ 3989559 w 7467600"/>
              <a:gd name="connsiteY342" fmla="*/ 6145945 h 6858000"/>
              <a:gd name="connsiteX343" fmla="*/ 3939824 w 7467600"/>
              <a:gd name="connsiteY343" fmla="*/ 6066900 h 6858000"/>
              <a:gd name="connsiteX344" fmla="*/ 4584537 w 7467600"/>
              <a:gd name="connsiteY344" fmla="*/ 5324826 h 6858000"/>
              <a:gd name="connsiteX345" fmla="*/ 5037105 w 7467600"/>
              <a:gd name="connsiteY345" fmla="*/ 5088765 h 6858000"/>
              <a:gd name="connsiteX346" fmla="*/ 5039930 w 7467600"/>
              <a:gd name="connsiteY346" fmla="*/ 5089585 h 6858000"/>
              <a:gd name="connsiteX347" fmla="*/ 5263764 w 7467600"/>
              <a:gd name="connsiteY347" fmla="*/ 4735525 h 6858000"/>
              <a:gd name="connsiteX348" fmla="*/ 4086300 w 7467600"/>
              <a:gd name="connsiteY348" fmla="*/ 4884599 h 6858000"/>
              <a:gd name="connsiteX349" fmla="*/ 4085485 w 7467600"/>
              <a:gd name="connsiteY349" fmla="*/ 4899070 h 6858000"/>
              <a:gd name="connsiteX350" fmla="*/ 3871915 w 7467600"/>
              <a:gd name="connsiteY350" fmla="*/ 5253645 h 6858000"/>
              <a:gd name="connsiteX351" fmla="*/ 3799374 w 7467600"/>
              <a:gd name="connsiteY351" fmla="*/ 5466127 h 6858000"/>
              <a:gd name="connsiteX352" fmla="*/ 3498850 w 7467600"/>
              <a:gd name="connsiteY352" fmla="*/ 6661888 h 6858000"/>
              <a:gd name="connsiteX353" fmla="*/ 3399216 w 7467600"/>
              <a:gd name="connsiteY353" fmla="*/ 6858000 h 6858000"/>
              <a:gd name="connsiteX354" fmla="*/ 3303688 w 7467600"/>
              <a:gd name="connsiteY354" fmla="*/ 6858000 h 6858000"/>
              <a:gd name="connsiteX355" fmla="*/ 3391774 w 7467600"/>
              <a:gd name="connsiteY355" fmla="*/ 6697181 h 6858000"/>
              <a:gd name="connsiteX356" fmla="*/ 3735540 w 7467600"/>
              <a:gd name="connsiteY356" fmla="*/ 5546923 h 6858000"/>
              <a:gd name="connsiteX357" fmla="*/ 3729438 w 7467600"/>
              <a:gd name="connsiteY357" fmla="*/ 5569058 h 6858000"/>
              <a:gd name="connsiteX358" fmla="*/ 3707782 w 7467600"/>
              <a:gd name="connsiteY358" fmla="*/ 5644908 h 6858000"/>
              <a:gd name="connsiteX359" fmla="*/ 3583827 w 7467600"/>
              <a:gd name="connsiteY359" fmla="*/ 6039215 h 6858000"/>
              <a:gd name="connsiteX360" fmla="*/ 3547861 w 7467600"/>
              <a:gd name="connsiteY360" fmla="*/ 6129609 h 6858000"/>
              <a:gd name="connsiteX361" fmla="*/ 3490905 w 7467600"/>
              <a:gd name="connsiteY361" fmla="*/ 6277660 h 6858000"/>
              <a:gd name="connsiteX362" fmla="*/ 3455859 w 7467600"/>
              <a:gd name="connsiteY362" fmla="*/ 6391301 h 6858000"/>
              <a:gd name="connsiteX363" fmla="*/ 3429112 w 7467600"/>
              <a:gd name="connsiteY363" fmla="*/ 6479469 h 6858000"/>
              <a:gd name="connsiteX364" fmla="*/ 3304862 w 7467600"/>
              <a:gd name="connsiteY364" fmla="*/ 6796476 h 6858000"/>
              <a:gd name="connsiteX365" fmla="*/ 3276071 w 7467600"/>
              <a:gd name="connsiteY365" fmla="*/ 6858000 h 6858000"/>
              <a:gd name="connsiteX366" fmla="*/ 3240805 w 7467600"/>
              <a:gd name="connsiteY366" fmla="*/ 6858000 h 6858000"/>
              <a:gd name="connsiteX367" fmla="*/ 3275917 w 7467600"/>
              <a:gd name="connsiteY367" fmla="*/ 6783192 h 6858000"/>
              <a:gd name="connsiteX368" fmla="*/ 3399358 w 7467600"/>
              <a:gd name="connsiteY368" fmla="*/ 6469011 h 6858000"/>
              <a:gd name="connsiteX369" fmla="*/ 3425650 w 7467600"/>
              <a:gd name="connsiteY369" fmla="*/ 6381333 h 6858000"/>
              <a:gd name="connsiteX370" fmla="*/ 3460661 w 7467600"/>
              <a:gd name="connsiteY370" fmla="*/ 6266763 h 6858000"/>
              <a:gd name="connsiteX371" fmla="*/ 3518021 w 7467600"/>
              <a:gd name="connsiteY371" fmla="*/ 6117298 h 6858000"/>
              <a:gd name="connsiteX372" fmla="*/ 3554035 w 7467600"/>
              <a:gd name="connsiteY372" fmla="*/ 6027832 h 6858000"/>
              <a:gd name="connsiteX373" fmla="*/ 3677174 w 7467600"/>
              <a:gd name="connsiteY373" fmla="*/ 5636351 h 6858000"/>
              <a:gd name="connsiteX374" fmla="*/ 3698819 w 7467600"/>
              <a:gd name="connsiteY374" fmla="*/ 5560503 h 6858000"/>
              <a:gd name="connsiteX375" fmla="*/ 3702094 w 7467600"/>
              <a:gd name="connsiteY375" fmla="*/ 5549194 h 6858000"/>
              <a:gd name="connsiteX376" fmla="*/ 3398355 w 7467600"/>
              <a:gd name="connsiteY376" fmla="*/ 6094603 h 6858000"/>
              <a:gd name="connsiteX377" fmla="*/ 3193941 w 7467600"/>
              <a:gd name="connsiteY377" fmla="*/ 6798775 h 6858000"/>
              <a:gd name="connsiteX378" fmla="*/ 3184140 w 7467600"/>
              <a:gd name="connsiteY378" fmla="*/ 6858000 h 6858000"/>
              <a:gd name="connsiteX379" fmla="*/ 3099978 w 7467600"/>
              <a:gd name="connsiteY379" fmla="*/ 6858000 h 6858000"/>
              <a:gd name="connsiteX380" fmla="*/ 3101556 w 7467600"/>
              <a:gd name="connsiteY380" fmla="*/ 6843337 h 6858000"/>
              <a:gd name="connsiteX381" fmla="*/ 3370162 w 7467600"/>
              <a:gd name="connsiteY381" fmla="*/ 5785550 h 6858000"/>
              <a:gd name="connsiteX382" fmla="*/ 3746477 w 7467600"/>
              <a:gd name="connsiteY382" fmla="*/ 5377889 h 6858000"/>
              <a:gd name="connsiteX383" fmla="*/ 3863399 w 7467600"/>
              <a:gd name="connsiteY383" fmla="*/ 5087257 h 6858000"/>
              <a:gd name="connsiteX384" fmla="*/ 3968712 w 7467600"/>
              <a:gd name="connsiteY384" fmla="*/ 4913989 h 6858000"/>
              <a:gd name="connsiteX385" fmla="*/ 2792390 w 7467600"/>
              <a:gd name="connsiteY385" fmla="*/ 5382974 h 6858000"/>
              <a:gd name="connsiteX386" fmla="*/ 2714982 w 7467600"/>
              <a:gd name="connsiteY386" fmla="*/ 5427051 h 6858000"/>
              <a:gd name="connsiteX387" fmla="*/ 2813361 w 7467600"/>
              <a:gd name="connsiteY387" fmla="*/ 6023912 h 6858000"/>
              <a:gd name="connsiteX388" fmla="*/ 2688430 w 7467600"/>
              <a:gd name="connsiteY388" fmla="*/ 6801564 h 6858000"/>
              <a:gd name="connsiteX389" fmla="*/ 2629626 w 7467600"/>
              <a:gd name="connsiteY389" fmla="*/ 6763394 h 6858000"/>
              <a:gd name="connsiteX390" fmla="*/ 2565328 w 7467600"/>
              <a:gd name="connsiteY390" fmla="*/ 5516399 h 6858000"/>
              <a:gd name="connsiteX391" fmla="*/ 1922999 w 7467600"/>
              <a:gd name="connsiteY391" fmla="*/ 5980343 h 6858000"/>
              <a:gd name="connsiteX392" fmla="*/ 1950261 w 7467600"/>
              <a:gd name="connsiteY392" fmla="*/ 6405858 h 6858000"/>
              <a:gd name="connsiteX393" fmla="*/ 2365554 w 7467600"/>
              <a:gd name="connsiteY393" fmla="*/ 6759107 h 6858000"/>
              <a:gd name="connsiteX394" fmla="*/ 2424142 w 7467600"/>
              <a:gd name="connsiteY394" fmla="*/ 6858000 h 6858000"/>
              <a:gd name="connsiteX395" fmla="*/ 2395994 w 7467600"/>
              <a:gd name="connsiteY395" fmla="*/ 6858000 h 6858000"/>
              <a:gd name="connsiteX396" fmla="*/ 2392863 w 7467600"/>
              <a:gd name="connsiteY396" fmla="*/ 6852964 h 6858000"/>
              <a:gd name="connsiteX397" fmla="*/ 2017589 w 7467600"/>
              <a:gd name="connsiteY397" fmla="*/ 6493982 h 6858000"/>
              <a:gd name="connsiteX398" fmla="*/ 2147336 w 7467600"/>
              <a:gd name="connsiteY398" fmla="*/ 6594052 h 6858000"/>
              <a:gd name="connsiteX399" fmla="*/ 2207047 w 7467600"/>
              <a:gd name="connsiteY399" fmla="*/ 6654540 h 6858000"/>
              <a:gd name="connsiteX400" fmla="*/ 2299106 w 7467600"/>
              <a:gd name="connsiteY400" fmla="*/ 6778931 h 6858000"/>
              <a:gd name="connsiteX401" fmla="*/ 2314430 w 7467600"/>
              <a:gd name="connsiteY401" fmla="*/ 6801144 h 6858000"/>
              <a:gd name="connsiteX402" fmla="*/ 2352406 w 7467600"/>
              <a:gd name="connsiteY402" fmla="*/ 6858000 h 6858000"/>
              <a:gd name="connsiteX403" fmla="*/ 2314492 w 7467600"/>
              <a:gd name="connsiteY403" fmla="*/ 6858000 h 6858000"/>
              <a:gd name="connsiteX404" fmla="*/ 2288095 w 7467600"/>
              <a:gd name="connsiteY404" fmla="*/ 6818030 h 6858000"/>
              <a:gd name="connsiteX405" fmla="*/ 2272768 w 7467600"/>
              <a:gd name="connsiteY405" fmla="*/ 6795822 h 6858000"/>
              <a:gd name="connsiteX406" fmla="*/ 2182715 w 7467600"/>
              <a:gd name="connsiteY406" fmla="*/ 6675071 h 6858000"/>
              <a:gd name="connsiteX407" fmla="*/ 2032061 w 7467600"/>
              <a:gd name="connsiteY407" fmla="*/ 6541380 h 6858000"/>
              <a:gd name="connsiteX408" fmla="*/ 2257220 w 7467600"/>
              <a:gd name="connsiteY408" fmla="*/ 6826257 h 6858000"/>
              <a:gd name="connsiteX409" fmla="*/ 2281324 w 7467600"/>
              <a:gd name="connsiteY409" fmla="*/ 6858000 h 6858000"/>
              <a:gd name="connsiteX410" fmla="*/ 2242860 w 7467600"/>
              <a:gd name="connsiteY410" fmla="*/ 6858000 h 6858000"/>
              <a:gd name="connsiteX411" fmla="*/ 2232818 w 7467600"/>
              <a:gd name="connsiteY411" fmla="*/ 6844926 h 6858000"/>
              <a:gd name="connsiteX412" fmla="*/ 1990172 w 7467600"/>
              <a:gd name="connsiteY412" fmla="*/ 6542121 h 6858000"/>
              <a:gd name="connsiteX413" fmla="*/ 2124090 w 7467600"/>
              <a:gd name="connsiteY413" fmla="*/ 6761017 h 6858000"/>
              <a:gd name="connsiteX414" fmla="*/ 2200380 w 7467600"/>
              <a:gd name="connsiteY414" fmla="*/ 6858000 h 6858000"/>
              <a:gd name="connsiteX415" fmla="*/ 2147507 w 7467600"/>
              <a:gd name="connsiteY415" fmla="*/ 6858000 h 6858000"/>
              <a:gd name="connsiteX416" fmla="*/ 2070668 w 7467600"/>
              <a:gd name="connsiteY416" fmla="*/ 6761520 h 6858000"/>
              <a:gd name="connsiteX417" fmla="*/ 1975142 w 7467600"/>
              <a:gd name="connsiteY417" fmla="*/ 6585570 h 6858000"/>
              <a:gd name="connsiteX418" fmla="*/ 2050035 w 7467600"/>
              <a:gd name="connsiteY418" fmla="*/ 6813345 h 6858000"/>
              <a:gd name="connsiteX419" fmla="*/ 2063025 w 7467600"/>
              <a:gd name="connsiteY419" fmla="*/ 6858000 h 6858000"/>
              <a:gd name="connsiteX420" fmla="*/ 2021675 w 7467600"/>
              <a:gd name="connsiteY420" fmla="*/ 6858000 h 6858000"/>
              <a:gd name="connsiteX421" fmla="*/ 2019308 w 7467600"/>
              <a:gd name="connsiteY421" fmla="*/ 6847118 h 6858000"/>
              <a:gd name="connsiteX422" fmla="*/ 1938835 w 7467600"/>
              <a:gd name="connsiteY422" fmla="*/ 6551160 h 6858000"/>
              <a:gd name="connsiteX423" fmla="*/ 1953230 w 7467600"/>
              <a:gd name="connsiteY423" fmla="*/ 6759699 h 6858000"/>
              <a:gd name="connsiteX424" fmla="*/ 1956763 w 7467600"/>
              <a:gd name="connsiteY424" fmla="*/ 6778191 h 6858000"/>
              <a:gd name="connsiteX425" fmla="*/ 1967925 w 7467600"/>
              <a:gd name="connsiteY425" fmla="*/ 6858000 h 6858000"/>
              <a:gd name="connsiteX426" fmla="*/ 1936622 w 7467600"/>
              <a:gd name="connsiteY426" fmla="*/ 6858000 h 6858000"/>
              <a:gd name="connsiteX427" fmla="*/ 1926261 w 7467600"/>
              <a:gd name="connsiteY427" fmla="*/ 6784064 h 6858000"/>
              <a:gd name="connsiteX428" fmla="*/ 1922724 w 7467600"/>
              <a:gd name="connsiteY428" fmla="*/ 6765577 h 6858000"/>
              <a:gd name="connsiteX429" fmla="*/ 1904650 w 7467600"/>
              <a:gd name="connsiteY429" fmla="*/ 6639616 h 6858000"/>
              <a:gd name="connsiteX430" fmla="*/ 1885273 w 7467600"/>
              <a:gd name="connsiteY430" fmla="*/ 6858000 h 6858000"/>
              <a:gd name="connsiteX431" fmla="*/ 1854363 w 7467600"/>
              <a:gd name="connsiteY431" fmla="*/ 6858000 h 6858000"/>
              <a:gd name="connsiteX432" fmla="*/ 1880391 w 7467600"/>
              <a:gd name="connsiteY432" fmla="*/ 6603796 h 6858000"/>
              <a:gd name="connsiteX433" fmla="*/ 1818273 w 7467600"/>
              <a:gd name="connsiteY433" fmla="*/ 6715729 h 6858000"/>
              <a:gd name="connsiteX434" fmla="*/ 1794691 w 7467600"/>
              <a:gd name="connsiteY434" fmla="*/ 6843239 h 6858000"/>
              <a:gd name="connsiteX435" fmla="*/ 1794914 w 7467600"/>
              <a:gd name="connsiteY435" fmla="*/ 6858000 h 6858000"/>
              <a:gd name="connsiteX436" fmla="*/ 1746128 w 7467600"/>
              <a:gd name="connsiteY436" fmla="*/ 6858000 h 6858000"/>
              <a:gd name="connsiteX437" fmla="*/ 1753934 w 7467600"/>
              <a:gd name="connsiteY437" fmla="*/ 6724796 h 6858000"/>
              <a:gd name="connsiteX438" fmla="*/ 1792053 w 7467600"/>
              <a:gd name="connsiteY438" fmla="*/ 6572396 h 6858000"/>
              <a:gd name="connsiteX439" fmla="*/ 1862248 w 7467600"/>
              <a:gd name="connsiteY439" fmla="*/ 6266397 h 6858000"/>
              <a:gd name="connsiteX440" fmla="*/ 1862250 w 7467600"/>
              <a:gd name="connsiteY440" fmla="*/ 6033531 h 6858000"/>
              <a:gd name="connsiteX441" fmla="*/ 1211999 w 7467600"/>
              <a:gd name="connsiteY441" fmla="*/ 6683610 h 6858000"/>
              <a:gd name="connsiteX442" fmla="*/ 1213266 w 7467600"/>
              <a:gd name="connsiteY442" fmla="*/ 6691947 h 6858000"/>
              <a:gd name="connsiteX443" fmla="*/ 1203370 w 7467600"/>
              <a:gd name="connsiteY443" fmla="*/ 6850676 h 6858000"/>
              <a:gd name="connsiteX444" fmla="*/ 1203671 w 7467600"/>
              <a:gd name="connsiteY444" fmla="*/ 6858000 h 6858000"/>
              <a:gd name="connsiteX445" fmla="*/ 1143180 w 7467600"/>
              <a:gd name="connsiteY445" fmla="*/ 6858000 h 6858000"/>
              <a:gd name="connsiteX446" fmla="*/ 1142176 w 7467600"/>
              <a:gd name="connsiteY446" fmla="*/ 6766045 h 6858000"/>
              <a:gd name="connsiteX447" fmla="*/ 1067484 w 7467600"/>
              <a:gd name="connsiteY447" fmla="*/ 6858000 h 6858000"/>
              <a:gd name="connsiteX448" fmla="*/ 953928 w 7467600"/>
              <a:gd name="connsiteY448" fmla="*/ 6858000 h 6858000"/>
              <a:gd name="connsiteX449" fmla="*/ 959715 w 7467600"/>
              <a:gd name="connsiteY449" fmla="*/ 6850185 h 6858000"/>
              <a:gd name="connsiteX450" fmla="*/ 1483788 w 7467600"/>
              <a:gd name="connsiteY450" fmla="*/ 6259174 h 6858000"/>
              <a:gd name="connsiteX451" fmla="*/ 1100671 w 7467600"/>
              <a:gd name="connsiteY451" fmla="*/ 6252137 h 6858000"/>
              <a:gd name="connsiteX452" fmla="*/ 1090144 w 7467600"/>
              <a:gd name="connsiteY452" fmla="*/ 6256748 h 6858000"/>
              <a:gd name="connsiteX453" fmla="*/ 1095872 w 7467600"/>
              <a:gd name="connsiteY453" fmla="*/ 6271892 h 6858000"/>
              <a:gd name="connsiteX454" fmla="*/ 262785 w 7467600"/>
              <a:gd name="connsiteY454" fmla="*/ 6845450 h 6858000"/>
              <a:gd name="connsiteX455" fmla="*/ 209968 w 7467600"/>
              <a:gd name="connsiteY455" fmla="*/ 6770713 h 6858000"/>
              <a:gd name="connsiteX456" fmla="*/ 873460 w 7467600"/>
              <a:gd name="connsiteY456" fmla="*/ 6253768 h 6858000"/>
              <a:gd name="connsiteX457" fmla="*/ 192686 w 7467600"/>
              <a:gd name="connsiteY457" fmla="*/ 5849257 h 6858000"/>
              <a:gd name="connsiteX458" fmla="*/ 4696 w 7467600"/>
              <a:gd name="connsiteY458" fmla="*/ 5697668 h 6858000"/>
              <a:gd name="connsiteX459" fmla="*/ 0 w 7467600"/>
              <a:gd name="connsiteY459" fmla="*/ 5689984 h 6858000"/>
              <a:gd name="connsiteX460" fmla="*/ 0 w 7467600"/>
              <a:gd name="connsiteY460" fmla="*/ 5513472 h 6858000"/>
              <a:gd name="connsiteX461" fmla="*/ 174101 w 7467600"/>
              <a:gd name="connsiteY461" fmla="*/ 5620277 h 6858000"/>
              <a:gd name="connsiteX462" fmla="*/ 891800 w 7467600"/>
              <a:gd name="connsiteY462" fmla="*/ 6036935 h 6858000"/>
              <a:gd name="connsiteX463" fmla="*/ 1072219 w 7467600"/>
              <a:gd name="connsiteY463" fmla="*/ 6169443 h 6858000"/>
              <a:gd name="connsiteX464" fmla="*/ 1074117 w 7467600"/>
              <a:gd name="connsiteY464" fmla="*/ 6170301 h 6858000"/>
              <a:gd name="connsiteX465" fmla="*/ 1083114 w 7467600"/>
              <a:gd name="connsiteY465" fmla="*/ 6174131 h 6858000"/>
              <a:gd name="connsiteX466" fmla="*/ 1543010 w 7467600"/>
              <a:gd name="connsiteY466" fmla="*/ 6191140 h 6858000"/>
              <a:gd name="connsiteX467" fmla="*/ 1551080 w 7467600"/>
              <a:gd name="connsiteY467" fmla="*/ 6195006 h 6858000"/>
              <a:gd name="connsiteX468" fmla="*/ 2345443 w 7467600"/>
              <a:gd name="connsiteY468" fmla="*/ 5549882 h 6858000"/>
              <a:gd name="connsiteX469" fmla="*/ 1721499 w 7467600"/>
              <a:gd name="connsiteY469" fmla="*/ 5599969 h 6858000"/>
              <a:gd name="connsiteX470" fmla="*/ 767716 w 7467600"/>
              <a:gd name="connsiteY470" fmla="*/ 5472768 h 6858000"/>
              <a:gd name="connsiteX471" fmla="*/ 722147 w 7467600"/>
              <a:gd name="connsiteY471" fmla="*/ 5393091 h 6858000"/>
              <a:gd name="connsiteX472" fmla="*/ 1485552 w 7467600"/>
              <a:gd name="connsiteY472" fmla="*/ 5313202 h 6858000"/>
              <a:gd name="connsiteX473" fmla="*/ 2143004 w 7467600"/>
              <a:gd name="connsiteY473" fmla="*/ 5402420 h 6858000"/>
              <a:gd name="connsiteX474" fmla="*/ 1933391 w 7467600"/>
              <a:gd name="connsiteY474" fmla="*/ 5156971 h 6858000"/>
              <a:gd name="connsiteX475" fmla="*/ 1827118 w 7467600"/>
              <a:gd name="connsiteY475" fmla="*/ 4968410 h 6858000"/>
              <a:gd name="connsiteX476" fmla="*/ 1837349 w 7467600"/>
              <a:gd name="connsiteY476" fmla="*/ 4956357 h 6858000"/>
              <a:gd name="connsiteX477" fmla="*/ 2162835 w 7467600"/>
              <a:gd name="connsiteY477" fmla="*/ 5187853 h 6858000"/>
              <a:gd name="connsiteX478" fmla="*/ 2257167 w 7467600"/>
              <a:gd name="connsiteY478" fmla="*/ 5462123 h 6858000"/>
              <a:gd name="connsiteX479" fmla="*/ 2261598 w 7467600"/>
              <a:gd name="connsiteY479" fmla="*/ 5467998 h 6858000"/>
              <a:gd name="connsiteX480" fmla="*/ 2437177 w 7467600"/>
              <a:gd name="connsiteY480" fmla="*/ 5479608 h 6858000"/>
              <a:gd name="connsiteX481" fmla="*/ 2445247 w 7467600"/>
              <a:gd name="connsiteY481" fmla="*/ 5483476 h 6858000"/>
              <a:gd name="connsiteX482" fmla="*/ 2743626 w 7467600"/>
              <a:gd name="connsiteY482" fmla="*/ 5304819 h 6858000"/>
              <a:gd name="connsiteX483" fmla="*/ 3048102 w 7467600"/>
              <a:gd name="connsiteY483" fmla="*/ 5150595 h 6858000"/>
              <a:gd name="connsiteX484" fmla="*/ 1799414 w 7467600"/>
              <a:gd name="connsiteY484" fmla="*/ 4694732 h 6858000"/>
              <a:gd name="connsiteX485" fmla="*/ 1771735 w 7467600"/>
              <a:gd name="connsiteY485" fmla="*/ 4619929 h 6858000"/>
              <a:gd name="connsiteX486" fmla="*/ 3104273 w 7467600"/>
              <a:gd name="connsiteY486" fmla="*/ 5076159 h 6858000"/>
              <a:gd name="connsiteX487" fmla="*/ 3113245 w 7467600"/>
              <a:gd name="connsiteY487" fmla="*/ 5090705 h 6858000"/>
              <a:gd name="connsiteX488" fmla="*/ 3126294 w 7467600"/>
              <a:gd name="connsiteY488" fmla="*/ 5114400 h 6858000"/>
              <a:gd name="connsiteX489" fmla="*/ 3937433 w 7467600"/>
              <a:gd name="connsiteY489" fmla="*/ 4830473 h 6858000"/>
              <a:gd name="connsiteX490" fmla="*/ 3590475 w 7467600"/>
              <a:gd name="connsiteY490" fmla="*/ 4597974 h 6858000"/>
              <a:gd name="connsiteX491" fmla="*/ 3100264 w 7467600"/>
              <a:gd name="connsiteY491" fmla="*/ 4579845 h 6858000"/>
              <a:gd name="connsiteX492" fmla="*/ 2183576 w 7467600"/>
              <a:gd name="connsiteY492" fmla="*/ 4227150 h 6858000"/>
              <a:gd name="connsiteX493" fmla="*/ 2151029 w 7467600"/>
              <a:gd name="connsiteY493" fmla="*/ 4146947 h 6858000"/>
              <a:gd name="connsiteX494" fmla="*/ 3563434 w 7467600"/>
              <a:gd name="connsiteY494" fmla="*/ 4469115 h 6858000"/>
              <a:gd name="connsiteX495" fmla="*/ 3177952 w 7467600"/>
              <a:gd name="connsiteY495" fmla="*/ 3657386 h 6858000"/>
              <a:gd name="connsiteX496" fmla="*/ 3189263 w 7467600"/>
              <a:gd name="connsiteY496" fmla="*/ 3625726 h 6858000"/>
              <a:gd name="connsiteX497" fmla="*/ 3560912 w 7467600"/>
              <a:gd name="connsiteY497" fmla="*/ 4079863 h 6858000"/>
              <a:gd name="connsiteX498" fmla="*/ 3626636 w 7467600"/>
              <a:gd name="connsiteY498" fmla="*/ 4512230 h 6858000"/>
              <a:gd name="connsiteX499" fmla="*/ 3653088 w 7467600"/>
              <a:gd name="connsiteY499" fmla="*/ 4521417 h 6858000"/>
              <a:gd name="connsiteX500" fmla="*/ 3988128 w 7467600"/>
              <a:gd name="connsiteY500" fmla="*/ 4817267 h 6858000"/>
              <a:gd name="connsiteX501" fmla="*/ 4830582 w 7467600"/>
              <a:gd name="connsiteY501" fmla="*/ 4676000 h 6858000"/>
              <a:gd name="connsiteX502" fmla="*/ 4830100 w 7467600"/>
              <a:gd name="connsiteY502" fmla="*/ 4675554 h 6858000"/>
              <a:gd name="connsiteX503" fmla="*/ 4036318 w 7467600"/>
              <a:gd name="connsiteY503" fmla="*/ 4147013 h 6858000"/>
              <a:gd name="connsiteX504" fmla="*/ 3432098 w 7467600"/>
              <a:gd name="connsiteY504" fmla="*/ 3537312 h 6858000"/>
              <a:gd name="connsiteX505" fmla="*/ 3446761 w 7467600"/>
              <a:gd name="connsiteY505" fmla="*/ 3461278 h 6858000"/>
              <a:gd name="connsiteX506" fmla="*/ 4419733 w 7467600"/>
              <a:gd name="connsiteY506" fmla="*/ 3963555 h 6858000"/>
              <a:gd name="connsiteX507" fmla="*/ 4781371 w 7467600"/>
              <a:gd name="connsiteY507" fmla="*/ 4458604 h 6858000"/>
              <a:gd name="connsiteX508" fmla="*/ 4780440 w 7467600"/>
              <a:gd name="connsiteY508" fmla="*/ 4470290 h 6858000"/>
              <a:gd name="connsiteX509" fmla="*/ 4898954 w 7467600"/>
              <a:gd name="connsiteY509" fmla="*/ 4662092 h 6858000"/>
              <a:gd name="connsiteX510" fmla="*/ 4900699 w 7467600"/>
              <a:gd name="connsiteY510" fmla="*/ 4670867 h 6858000"/>
              <a:gd name="connsiteX511" fmla="*/ 5714511 w 7467600"/>
              <a:gd name="connsiteY511" fmla="*/ 4663483 h 6858000"/>
              <a:gd name="connsiteX512" fmla="*/ 5464793 w 7467600"/>
              <a:gd name="connsiteY512" fmla="*/ 4393556 h 6858000"/>
              <a:gd name="connsiteX513" fmla="*/ 5461897 w 7467600"/>
              <a:gd name="connsiteY513" fmla="*/ 4390879 h 6858000"/>
              <a:gd name="connsiteX514" fmla="*/ 4294126 w 7467600"/>
              <a:gd name="connsiteY514" fmla="*/ 3303048 h 6858000"/>
              <a:gd name="connsiteX515" fmla="*/ 4305321 w 7467600"/>
              <a:gd name="connsiteY515" fmla="*/ 3256953 h 6858000"/>
              <a:gd name="connsiteX516" fmla="*/ 4949299 w 7467600"/>
              <a:gd name="connsiteY516" fmla="*/ 3766336 h 6858000"/>
              <a:gd name="connsiteX517" fmla="*/ 5291452 w 7467600"/>
              <a:gd name="connsiteY517" fmla="*/ 4076801 h 6858000"/>
              <a:gd name="connsiteX518" fmla="*/ 5434998 w 7467600"/>
              <a:gd name="connsiteY518" fmla="*/ 4254100 h 6858000"/>
              <a:gd name="connsiteX519" fmla="*/ 5351015 w 7467600"/>
              <a:gd name="connsiteY519" fmla="*/ 3760989 h 6858000"/>
              <a:gd name="connsiteX520" fmla="*/ 5413780 w 7467600"/>
              <a:gd name="connsiteY520" fmla="*/ 2966265 h 6858000"/>
              <a:gd name="connsiteX521" fmla="*/ 5425627 w 7467600"/>
              <a:gd name="connsiteY521" fmla="*/ 2954192 h 6858000"/>
              <a:gd name="connsiteX522" fmla="*/ 6604735 w 7467600"/>
              <a:gd name="connsiteY522" fmla="*/ 2041381 h 6858000"/>
              <a:gd name="connsiteX523" fmla="*/ 7204487 w 7467600"/>
              <a:gd name="connsiteY523" fmla="*/ 2742112 h 6858000"/>
              <a:gd name="connsiteX524" fmla="*/ 7131592 w 7467600"/>
              <a:gd name="connsiteY524" fmla="*/ 2672096 h 6858000"/>
              <a:gd name="connsiteX525" fmla="*/ 6996344 w 7467600"/>
              <a:gd name="connsiteY525" fmla="*/ 2518310 h 6858000"/>
              <a:gd name="connsiteX526" fmla="*/ 6735495 w 7467600"/>
              <a:gd name="connsiteY526" fmla="*/ 2196890 h 6858000"/>
              <a:gd name="connsiteX527" fmla="*/ 6721901 w 7467600"/>
              <a:gd name="connsiteY527" fmla="*/ 2179274 h 6858000"/>
              <a:gd name="connsiteX528" fmla="*/ 6604735 w 7467600"/>
              <a:gd name="connsiteY528" fmla="*/ 2041381 h 6858000"/>
              <a:gd name="connsiteX529" fmla="*/ 6591670 w 7467600"/>
              <a:gd name="connsiteY529" fmla="*/ 1988277 h 6858000"/>
              <a:gd name="connsiteX530" fmla="*/ 6747349 w 7467600"/>
              <a:gd name="connsiteY530" fmla="*/ 2160069 h 6858000"/>
              <a:gd name="connsiteX531" fmla="*/ 6760943 w 7467600"/>
              <a:gd name="connsiteY531" fmla="*/ 2177686 h 6858000"/>
              <a:gd name="connsiteX532" fmla="*/ 7021065 w 7467600"/>
              <a:gd name="connsiteY532" fmla="*/ 2498102 h 6858000"/>
              <a:gd name="connsiteX533" fmla="*/ 7155223 w 7467600"/>
              <a:gd name="connsiteY533" fmla="*/ 2650386 h 6858000"/>
              <a:gd name="connsiteX534" fmla="*/ 7203167 w 7467600"/>
              <a:gd name="connsiteY534" fmla="*/ 2697288 h 6858000"/>
              <a:gd name="connsiteX535" fmla="*/ 6937703 w 7467600"/>
              <a:gd name="connsiteY535" fmla="*/ 2321981 h 6858000"/>
              <a:gd name="connsiteX536" fmla="*/ 6591670 w 7467600"/>
              <a:gd name="connsiteY536" fmla="*/ 1988277 h 6858000"/>
              <a:gd name="connsiteX537" fmla="*/ 5798671 w 7467600"/>
              <a:gd name="connsiteY537" fmla="*/ 1981601 h 6858000"/>
              <a:gd name="connsiteX538" fmla="*/ 5754709 w 7467600"/>
              <a:gd name="connsiteY538" fmla="*/ 2071454 h 6858000"/>
              <a:gd name="connsiteX539" fmla="*/ 5763044 w 7467600"/>
              <a:gd name="connsiteY539" fmla="*/ 2842206 h 6858000"/>
              <a:gd name="connsiteX540" fmla="*/ 5764974 w 7467600"/>
              <a:gd name="connsiteY540" fmla="*/ 2799609 h 6858000"/>
              <a:gd name="connsiteX541" fmla="*/ 5767665 w 7467600"/>
              <a:gd name="connsiteY541" fmla="*/ 2666409 h 6858000"/>
              <a:gd name="connsiteX542" fmla="*/ 5763055 w 7467600"/>
              <a:gd name="connsiteY542" fmla="*/ 2579705 h 6858000"/>
              <a:gd name="connsiteX543" fmla="*/ 5758079 w 7467600"/>
              <a:gd name="connsiteY543" fmla="*/ 2492508 h 6858000"/>
              <a:gd name="connsiteX544" fmla="*/ 5779325 w 7467600"/>
              <a:gd name="connsiteY544" fmla="*/ 2197069 h 6858000"/>
              <a:gd name="connsiteX545" fmla="*/ 5798671 w 7467600"/>
              <a:gd name="connsiteY545" fmla="*/ 1981601 h 6858000"/>
              <a:gd name="connsiteX546" fmla="*/ 5829202 w 7467600"/>
              <a:gd name="connsiteY546" fmla="*/ 1971679 h 6858000"/>
              <a:gd name="connsiteX547" fmla="*/ 5809558 w 7467600"/>
              <a:gd name="connsiteY547" fmla="*/ 2198043 h 6858000"/>
              <a:gd name="connsiteX548" fmla="*/ 5788653 w 7467600"/>
              <a:gd name="connsiteY548" fmla="*/ 2489430 h 6858000"/>
              <a:gd name="connsiteX549" fmla="*/ 5793439 w 7467600"/>
              <a:gd name="connsiteY549" fmla="*/ 2575235 h 6858000"/>
              <a:gd name="connsiteX550" fmla="*/ 5796837 w 7467600"/>
              <a:gd name="connsiteY550" fmla="*/ 2637633 h 6858000"/>
              <a:gd name="connsiteX551" fmla="*/ 5818614 w 7467600"/>
              <a:gd name="connsiteY551" fmla="*/ 2473055 h 6858000"/>
              <a:gd name="connsiteX552" fmla="*/ 5829202 w 7467600"/>
              <a:gd name="connsiteY552" fmla="*/ 1971679 h 6858000"/>
              <a:gd name="connsiteX553" fmla="*/ 5911389 w 7467600"/>
              <a:gd name="connsiteY553" fmla="*/ 1898371 h 6858000"/>
              <a:gd name="connsiteX554" fmla="*/ 6237627 w 7467600"/>
              <a:gd name="connsiteY554" fmla="*/ 2231921 h 6858000"/>
              <a:gd name="connsiteX555" fmla="*/ 5911389 w 7467600"/>
              <a:gd name="connsiteY555" fmla="*/ 1898371 h 6858000"/>
              <a:gd name="connsiteX556" fmla="*/ 6944437 w 7467600"/>
              <a:gd name="connsiteY556" fmla="*/ 1575402 h 6858000"/>
              <a:gd name="connsiteX557" fmla="*/ 6304730 w 7467600"/>
              <a:gd name="connsiteY557" fmla="*/ 1766654 h 6858000"/>
              <a:gd name="connsiteX558" fmla="*/ 6944437 w 7467600"/>
              <a:gd name="connsiteY558" fmla="*/ 1575402 h 6858000"/>
              <a:gd name="connsiteX559" fmla="*/ 7019523 w 7467600"/>
              <a:gd name="connsiteY559" fmla="*/ 1519450 h 6858000"/>
              <a:gd name="connsiteX560" fmla="*/ 6298091 w 7467600"/>
              <a:gd name="connsiteY560" fmla="*/ 1737122 h 6858000"/>
              <a:gd name="connsiteX561" fmla="*/ 7019523 w 7467600"/>
              <a:gd name="connsiteY561" fmla="*/ 1519450 h 6858000"/>
              <a:gd name="connsiteX562" fmla="*/ 2399523 w 7467600"/>
              <a:gd name="connsiteY562" fmla="*/ 1428234 h 6858000"/>
              <a:gd name="connsiteX563" fmla="*/ 2224982 w 7467600"/>
              <a:gd name="connsiteY563" fmla="*/ 1826201 h 6858000"/>
              <a:gd name="connsiteX564" fmla="*/ 2096099 w 7467600"/>
              <a:gd name="connsiteY564" fmla="*/ 2345900 h 6858000"/>
              <a:gd name="connsiteX565" fmla="*/ 2283317 w 7467600"/>
              <a:gd name="connsiteY565" fmla="*/ 1796925 h 6858000"/>
              <a:gd name="connsiteX566" fmla="*/ 2399523 w 7467600"/>
              <a:gd name="connsiteY566" fmla="*/ 1428234 h 6858000"/>
              <a:gd name="connsiteX567" fmla="*/ 2448558 w 7467600"/>
              <a:gd name="connsiteY567" fmla="*/ 1373435 h 6858000"/>
              <a:gd name="connsiteX568" fmla="*/ 2312521 w 7467600"/>
              <a:gd name="connsiteY568" fmla="*/ 1806140 h 6858000"/>
              <a:gd name="connsiteX569" fmla="*/ 2127533 w 7467600"/>
              <a:gd name="connsiteY569" fmla="*/ 2348380 h 6858000"/>
              <a:gd name="connsiteX570" fmla="*/ 2358080 w 7467600"/>
              <a:gd name="connsiteY570" fmla="*/ 1866134 h 6858000"/>
              <a:gd name="connsiteX571" fmla="*/ 2407436 w 7467600"/>
              <a:gd name="connsiteY571" fmla="*/ 1651070 h 6858000"/>
              <a:gd name="connsiteX572" fmla="*/ 2448558 w 7467600"/>
              <a:gd name="connsiteY572" fmla="*/ 1373435 h 6858000"/>
              <a:gd name="connsiteX573" fmla="*/ 278707 w 7467600"/>
              <a:gd name="connsiteY573" fmla="*/ 1352270 h 6858000"/>
              <a:gd name="connsiteX574" fmla="*/ 321570 w 7467600"/>
              <a:gd name="connsiteY574" fmla="*/ 1861610 h 6858000"/>
              <a:gd name="connsiteX575" fmla="*/ 294281 w 7467600"/>
              <a:gd name="connsiteY575" fmla="*/ 1440658 h 6858000"/>
              <a:gd name="connsiteX576" fmla="*/ 278707 w 7467600"/>
              <a:gd name="connsiteY576" fmla="*/ 1352270 h 6858000"/>
              <a:gd name="connsiteX577" fmla="*/ 1423821 w 7467600"/>
              <a:gd name="connsiteY577" fmla="*/ 1351958 h 6858000"/>
              <a:gd name="connsiteX578" fmla="*/ 1638521 w 7467600"/>
              <a:gd name="connsiteY578" fmla="*/ 1908470 h 6858000"/>
              <a:gd name="connsiteX579" fmla="*/ 1754199 w 7467600"/>
              <a:gd name="connsiteY579" fmla="*/ 2149284 h 6858000"/>
              <a:gd name="connsiteX580" fmla="*/ 1908359 w 7467600"/>
              <a:gd name="connsiteY580" fmla="*/ 2364988 h 6858000"/>
              <a:gd name="connsiteX581" fmla="*/ 1647661 w 7467600"/>
              <a:gd name="connsiteY581" fmla="*/ 1825945 h 6858000"/>
              <a:gd name="connsiteX582" fmla="*/ 1423821 w 7467600"/>
              <a:gd name="connsiteY582" fmla="*/ 1351958 h 6858000"/>
              <a:gd name="connsiteX583" fmla="*/ 1431890 w 7467600"/>
              <a:gd name="connsiteY583" fmla="*/ 1306475 h 6858000"/>
              <a:gd name="connsiteX584" fmla="*/ 1507597 w 7467600"/>
              <a:gd name="connsiteY584" fmla="*/ 1446132 h 6858000"/>
              <a:gd name="connsiteX585" fmla="*/ 1674586 w 7467600"/>
              <a:gd name="connsiteY585" fmla="*/ 1813832 h 6858000"/>
              <a:gd name="connsiteX586" fmla="*/ 1815950 w 7467600"/>
              <a:gd name="connsiteY586" fmla="*/ 2128564 h 6858000"/>
              <a:gd name="connsiteX587" fmla="*/ 1984242 w 7467600"/>
              <a:gd name="connsiteY587" fmla="*/ 2430829 h 6858000"/>
              <a:gd name="connsiteX588" fmla="*/ 2014023 w 7467600"/>
              <a:gd name="connsiteY588" fmla="*/ 2450995 h 6858000"/>
              <a:gd name="connsiteX589" fmla="*/ 1747337 w 7467600"/>
              <a:gd name="connsiteY589" fmla="*/ 1855264 h 6858000"/>
              <a:gd name="connsiteX590" fmla="*/ 1533749 w 7467600"/>
              <a:gd name="connsiteY590" fmla="*/ 1478656 h 6858000"/>
              <a:gd name="connsiteX591" fmla="*/ 1431890 w 7467600"/>
              <a:gd name="connsiteY591" fmla="*/ 1306475 h 6858000"/>
              <a:gd name="connsiteX592" fmla="*/ 5052692 w 7467600"/>
              <a:gd name="connsiteY592" fmla="*/ 1292994 h 6858000"/>
              <a:gd name="connsiteX593" fmla="*/ 5200661 w 7467600"/>
              <a:gd name="connsiteY593" fmla="*/ 1635186 h 6858000"/>
              <a:gd name="connsiteX594" fmla="*/ 5297138 w 7467600"/>
              <a:gd name="connsiteY594" fmla="*/ 1906351 h 6858000"/>
              <a:gd name="connsiteX595" fmla="*/ 5052692 w 7467600"/>
              <a:gd name="connsiteY595" fmla="*/ 1292994 h 6858000"/>
              <a:gd name="connsiteX596" fmla="*/ 5009948 w 7467600"/>
              <a:gd name="connsiteY596" fmla="*/ 1273619 h 6858000"/>
              <a:gd name="connsiteX597" fmla="*/ 5121777 w 7467600"/>
              <a:gd name="connsiteY597" fmla="*/ 1654213 h 6858000"/>
              <a:gd name="connsiteX598" fmla="*/ 5293545 w 7467600"/>
              <a:gd name="connsiteY598" fmla="*/ 2072247 h 6858000"/>
              <a:gd name="connsiteX599" fmla="*/ 5294042 w 7467600"/>
              <a:gd name="connsiteY599" fmla="*/ 2065019 h 6858000"/>
              <a:gd name="connsiteX600" fmla="*/ 5171936 w 7467600"/>
              <a:gd name="connsiteY600" fmla="*/ 1647613 h 6858000"/>
              <a:gd name="connsiteX601" fmla="*/ 5009948 w 7467600"/>
              <a:gd name="connsiteY601" fmla="*/ 1273619 h 6858000"/>
              <a:gd name="connsiteX602" fmla="*/ 655236 w 7467600"/>
              <a:gd name="connsiteY602" fmla="*/ 1268632 h 6858000"/>
              <a:gd name="connsiteX603" fmla="*/ 839521 w 7467600"/>
              <a:gd name="connsiteY603" fmla="*/ 1685315 h 6858000"/>
              <a:gd name="connsiteX604" fmla="*/ 1109416 w 7467600"/>
              <a:gd name="connsiteY604" fmla="*/ 2061663 h 6858000"/>
              <a:gd name="connsiteX605" fmla="*/ 1298300 w 7467600"/>
              <a:gd name="connsiteY605" fmla="*/ 2247742 h 6858000"/>
              <a:gd name="connsiteX606" fmla="*/ 1125871 w 7467600"/>
              <a:gd name="connsiteY606" fmla="*/ 1989513 h 6858000"/>
              <a:gd name="connsiteX607" fmla="*/ 981574 w 7467600"/>
              <a:gd name="connsiteY607" fmla="*/ 1783157 h 6858000"/>
              <a:gd name="connsiteX608" fmla="*/ 922198 w 7467600"/>
              <a:gd name="connsiteY608" fmla="*/ 1677437 h 6858000"/>
              <a:gd name="connsiteX609" fmla="*/ 869293 w 7467600"/>
              <a:gd name="connsiteY609" fmla="*/ 1583214 h 6858000"/>
              <a:gd name="connsiteX610" fmla="*/ 751431 w 7467600"/>
              <a:gd name="connsiteY610" fmla="*/ 1405731 h 6858000"/>
              <a:gd name="connsiteX611" fmla="*/ 655236 w 7467600"/>
              <a:gd name="connsiteY611" fmla="*/ 1268632 h 6858000"/>
              <a:gd name="connsiteX612" fmla="*/ 6516292 w 7467600"/>
              <a:gd name="connsiteY612" fmla="*/ 1263064 h 6858000"/>
              <a:gd name="connsiteX613" fmla="*/ 5736320 w 7467600"/>
              <a:gd name="connsiteY613" fmla="*/ 1501803 h 6858000"/>
              <a:gd name="connsiteX614" fmla="*/ 6516292 w 7467600"/>
              <a:gd name="connsiteY614" fmla="*/ 1263064 h 6858000"/>
              <a:gd name="connsiteX615" fmla="*/ 291466 w 7467600"/>
              <a:gd name="connsiteY615" fmla="*/ 1250369 h 6858000"/>
              <a:gd name="connsiteX616" fmla="*/ 323180 w 7467600"/>
              <a:gd name="connsiteY616" fmla="*/ 1435283 h 6858000"/>
              <a:gd name="connsiteX617" fmla="*/ 349381 w 7467600"/>
              <a:gd name="connsiteY617" fmla="*/ 1875041 h 6858000"/>
              <a:gd name="connsiteX618" fmla="*/ 374363 w 7467600"/>
              <a:gd name="connsiteY618" fmla="*/ 1506494 h 6858000"/>
              <a:gd name="connsiteX619" fmla="*/ 302168 w 7467600"/>
              <a:gd name="connsiteY619" fmla="*/ 1274495 h 6858000"/>
              <a:gd name="connsiteX620" fmla="*/ 291466 w 7467600"/>
              <a:gd name="connsiteY620" fmla="*/ 1250369 h 6858000"/>
              <a:gd name="connsiteX621" fmla="*/ 678222 w 7467600"/>
              <a:gd name="connsiteY621" fmla="*/ 1248670 h 6858000"/>
              <a:gd name="connsiteX622" fmla="*/ 775536 w 7467600"/>
              <a:gd name="connsiteY622" fmla="*/ 1388015 h 6858000"/>
              <a:gd name="connsiteX623" fmla="*/ 894529 w 7467600"/>
              <a:gd name="connsiteY623" fmla="*/ 1567739 h 6858000"/>
              <a:gd name="connsiteX624" fmla="*/ 948000 w 7467600"/>
              <a:gd name="connsiteY624" fmla="*/ 1663088 h 6858000"/>
              <a:gd name="connsiteX625" fmla="*/ 1006812 w 7467600"/>
              <a:gd name="connsiteY625" fmla="*/ 1767683 h 6858000"/>
              <a:gd name="connsiteX626" fmla="*/ 1149133 w 7467600"/>
              <a:gd name="connsiteY626" fmla="*/ 1971513 h 6858000"/>
              <a:gd name="connsiteX627" fmla="*/ 1333952 w 7467600"/>
              <a:gd name="connsiteY627" fmla="*/ 2251620 h 6858000"/>
              <a:gd name="connsiteX628" fmla="*/ 1337329 w 7467600"/>
              <a:gd name="connsiteY628" fmla="*/ 2258350 h 6858000"/>
              <a:gd name="connsiteX629" fmla="*/ 1014726 w 7467600"/>
              <a:gd name="connsiteY629" fmla="*/ 1615556 h 6858000"/>
              <a:gd name="connsiteX630" fmla="*/ 678222 w 7467600"/>
              <a:gd name="connsiteY630" fmla="*/ 1248670 h 6858000"/>
              <a:gd name="connsiteX631" fmla="*/ 6691602 w 7467600"/>
              <a:gd name="connsiteY631" fmla="*/ 1140573 h 6858000"/>
              <a:gd name="connsiteX632" fmla="*/ 6571100 w 7467600"/>
              <a:gd name="connsiteY632" fmla="*/ 1183662 h 6858000"/>
              <a:gd name="connsiteX633" fmla="*/ 6241687 w 7467600"/>
              <a:gd name="connsiteY633" fmla="*/ 1257600 h 6858000"/>
              <a:gd name="connsiteX634" fmla="*/ 5693009 w 7467600"/>
              <a:gd name="connsiteY634" fmla="*/ 1478256 h 6858000"/>
              <a:gd name="connsiteX635" fmla="*/ 6548420 w 7467600"/>
              <a:gd name="connsiteY635" fmla="*/ 1214599 h 6858000"/>
              <a:gd name="connsiteX636" fmla="*/ 6605473 w 7467600"/>
              <a:gd name="connsiteY636" fmla="*/ 1184686 h 6858000"/>
              <a:gd name="connsiteX637" fmla="*/ 6691602 w 7467600"/>
              <a:gd name="connsiteY637" fmla="*/ 1140573 h 6858000"/>
              <a:gd name="connsiteX638" fmla="*/ 4002475 w 7467600"/>
              <a:gd name="connsiteY638" fmla="*/ 1037802 h 6858000"/>
              <a:gd name="connsiteX639" fmla="*/ 4000324 w 7467600"/>
              <a:gd name="connsiteY639" fmla="*/ 1039362 h 6858000"/>
              <a:gd name="connsiteX640" fmla="*/ 4002862 w 7467600"/>
              <a:gd name="connsiteY640" fmla="*/ 1042866 h 6858000"/>
              <a:gd name="connsiteX641" fmla="*/ 4002475 w 7467600"/>
              <a:gd name="connsiteY641" fmla="*/ 1037802 h 6858000"/>
              <a:gd name="connsiteX642" fmla="*/ 506322 w 7467600"/>
              <a:gd name="connsiteY642" fmla="*/ 1020997 h 6858000"/>
              <a:gd name="connsiteX643" fmla="*/ 533068 w 7467600"/>
              <a:gd name="connsiteY643" fmla="*/ 1029409 h 6858000"/>
              <a:gd name="connsiteX644" fmla="*/ 1232525 w 7467600"/>
              <a:gd name="connsiteY644" fmla="*/ 1804675 h 6858000"/>
              <a:gd name="connsiteX645" fmla="*/ 1388858 w 7467600"/>
              <a:gd name="connsiteY645" fmla="*/ 2368011 h 6858000"/>
              <a:gd name="connsiteX646" fmla="*/ 1384098 w 7467600"/>
              <a:gd name="connsiteY646" fmla="*/ 2378125 h 6858000"/>
              <a:gd name="connsiteX647" fmla="*/ 1425393 w 7467600"/>
              <a:gd name="connsiteY647" fmla="*/ 2589124 h 6858000"/>
              <a:gd name="connsiteX648" fmla="*/ 1424001 w 7467600"/>
              <a:gd name="connsiteY648" fmla="*/ 2597541 h 6858000"/>
              <a:gd name="connsiteX649" fmla="*/ 2152729 w 7467600"/>
              <a:gd name="connsiteY649" fmla="*/ 2864487 h 6858000"/>
              <a:gd name="connsiteX650" fmla="*/ 2020609 w 7467600"/>
              <a:gd name="connsiteY650" fmla="*/ 2539671 h 6858000"/>
              <a:gd name="connsiteX651" fmla="*/ 2018920 w 7467600"/>
              <a:gd name="connsiteY651" fmla="*/ 2536309 h 6858000"/>
              <a:gd name="connsiteX652" fmla="*/ 1342441 w 7467600"/>
              <a:gd name="connsiteY652" fmla="*/ 1173017 h 6858000"/>
              <a:gd name="connsiteX653" fmla="*/ 1367925 w 7467600"/>
              <a:gd name="connsiteY653" fmla="*/ 1135648 h 6858000"/>
              <a:gd name="connsiteX654" fmla="*/ 1771401 w 7467600"/>
              <a:gd name="connsiteY654" fmla="*/ 1806673 h 6858000"/>
              <a:gd name="connsiteX655" fmla="*/ 1972385 w 7467600"/>
              <a:gd name="connsiteY655" fmla="*/ 2198735 h 6858000"/>
              <a:gd name="connsiteX656" fmla="*/ 2040892 w 7467600"/>
              <a:gd name="connsiteY656" fmla="*/ 2405205 h 6858000"/>
              <a:gd name="connsiteX657" fmla="*/ 2131689 w 7467600"/>
              <a:gd name="connsiteY657" fmla="*/ 1936926 h 6858000"/>
              <a:gd name="connsiteX658" fmla="*/ 2454820 w 7467600"/>
              <a:gd name="connsiteY658" fmla="*/ 1248808 h 6858000"/>
              <a:gd name="connsiteX659" fmla="*/ 2492512 w 7467600"/>
              <a:gd name="connsiteY659" fmla="*/ 1302920 h 6858000"/>
              <a:gd name="connsiteX660" fmla="*/ 2081216 w 7467600"/>
              <a:gd name="connsiteY660" fmla="*/ 2527513 h 6858000"/>
              <a:gd name="connsiteX661" fmla="*/ 2081211 w 7467600"/>
              <a:gd name="connsiteY661" fmla="*/ 2528916 h 6858000"/>
              <a:gd name="connsiteX662" fmla="*/ 2199067 w 7467600"/>
              <a:gd name="connsiteY662" fmla="*/ 2884061 h 6858000"/>
              <a:gd name="connsiteX663" fmla="*/ 3192586 w 7467600"/>
              <a:gd name="connsiteY663" fmla="*/ 3411496 h 6858000"/>
              <a:gd name="connsiteX664" fmla="*/ 3182620 w 7467600"/>
              <a:gd name="connsiteY664" fmla="*/ 3483279 h 6858000"/>
              <a:gd name="connsiteX665" fmla="*/ 2435119 w 7467600"/>
              <a:gd name="connsiteY665" fmla="*/ 3080173 h 6858000"/>
              <a:gd name="connsiteX666" fmla="*/ 2410152 w 7467600"/>
              <a:gd name="connsiteY666" fmla="*/ 3063751 h 6858000"/>
              <a:gd name="connsiteX667" fmla="*/ 2408099 w 7467600"/>
              <a:gd name="connsiteY667" fmla="*/ 3064403 h 6858000"/>
              <a:gd name="connsiteX668" fmla="*/ 2407218 w 7467600"/>
              <a:gd name="connsiteY668" fmla="*/ 3070324 h 6858000"/>
              <a:gd name="connsiteX669" fmla="*/ 2380138 w 7467600"/>
              <a:gd name="connsiteY669" fmla="*/ 3099341 h 6858000"/>
              <a:gd name="connsiteX670" fmla="*/ 1765923 w 7467600"/>
              <a:gd name="connsiteY670" fmla="*/ 3581043 h 6858000"/>
              <a:gd name="connsiteX671" fmla="*/ 1702258 w 7467600"/>
              <a:gd name="connsiteY671" fmla="*/ 3612286 h 6858000"/>
              <a:gd name="connsiteX672" fmla="*/ 1538370 w 7467600"/>
              <a:gd name="connsiteY672" fmla="*/ 3811804 h 6858000"/>
              <a:gd name="connsiteX673" fmla="*/ 542867 w 7467600"/>
              <a:gd name="connsiteY673" fmla="*/ 4944092 h 6858000"/>
              <a:gd name="connsiteX674" fmla="*/ 515800 w 7467600"/>
              <a:gd name="connsiteY674" fmla="*/ 4862180 h 6858000"/>
              <a:gd name="connsiteX675" fmla="*/ 909145 w 7467600"/>
              <a:gd name="connsiteY675" fmla="*/ 4199225 h 6858000"/>
              <a:gd name="connsiteX676" fmla="*/ 1214067 w 7467600"/>
              <a:gd name="connsiteY676" fmla="*/ 3908561 h 6858000"/>
              <a:gd name="connsiteX677" fmla="*/ 640967 w 7467600"/>
              <a:gd name="connsiteY677" fmla="*/ 4105601 h 6858000"/>
              <a:gd name="connsiteX678" fmla="*/ 112563 w 7467600"/>
              <a:gd name="connsiteY678" fmla="*/ 4396952 h 6858000"/>
              <a:gd name="connsiteX679" fmla="*/ 0 w 7467600"/>
              <a:gd name="connsiteY679" fmla="*/ 4466006 h 6858000"/>
              <a:gd name="connsiteX680" fmla="*/ 0 w 7467600"/>
              <a:gd name="connsiteY680" fmla="*/ 4233763 h 6858000"/>
              <a:gd name="connsiteX681" fmla="*/ 36881 w 7467600"/>
              <a:gd name="connsiteY681" fmla="*/ 4200118 h 6858000"/>
              <a:gd name="connsiteX682" fmla="*/ 910534 w 7467600"/>
              <a:gd name="connsiteY682" fmla="*/ 3629753 h 6858000"/>
              <a:gd name="connsiteX683" fmla="*/ 1578717 w 7467600"/>
              <a:gd name="connsiteY683" fmla="*/ 3575982 h 6858000"/>
              <a:gd name="connsiteX684" fmla="*/ 2338780 w 7467600"/>
              <a:gd name="connsiteY684" fmla="*/ 3033725 h 6858000"/>
              <a:gd name="connsiteX685" fmla="*/ 1807991 w 7467600"/>
              <a:gd name="connsiteY685" fmla="*/ 2807184 h 6858000"/>
              <a:gd name="connsiteX686" fmla="*/ 1416358 w 7467600"/>
              <a:gd name="connsiteY686" fmla="*/ 3112571 h 6858000"/>
              <a:gd name="connsiteX687" fmla="*/ 939066 w 7467600"/>
              <a:gd name="connsiteY687" fmla="*/ 3378798 h 6858000"/>
              <a:gd name="connsiteX688" fmla="*/ 115099 w 7467600"/>
              <a:gd name="connsiteY688" fmla="*/ 3607650 h 6858000"/>
              <a:gd name="connsiteX689" fmla="*/ 97284 w 7467600"/>
              <a:gd name="connsiteY689" fmla="*/ 3520393 h 6858000"/>
              <a:gd name="connsiteX690" fmla="*/ 922050 w 7467600"/>
              <a:gd name="connsiteY690" fmla="*/ 3074867 h 6858000"/>
              <a:gd name="connsiteX691" fmla="*/ 1405265 w 7467600"/>
              <a:gd name="connsiteY691" fmla="*/ 3016319 h 6858000"/>
              <a:gd name="connsiteX692" fmla="*/ 1407512 w 7467600"/>
              <a:gd name="connsiteY692" fmla="*/ 3018001 h 6858000"/>
              <a:gd name="connsiteX693" fmla="*/ 1726266 w 7467600"/>
              <a:gd name="connsiteY693" fmla="*/ 2777274 h 6858000"/>
              <a:gd name="connsiteX694" fmla="*/ 625390 w 7467600"/>
              <a:gd name="connsiteY694" fmla="*/ 2514541 h 6858000"/>
              <a:gd name="connsiteX695" fmla="*/ 619799 w 7467600"/>
              <a:gd name="connsiteY695" fmla="*/ 2527180 h 6858000"/>
              <a:gd name="connsiteX696" fmla="*/ 310030 w 7467600"/>
              <a:gd name="connsiteY696" fmla="*/ 2771818 h 6858000"/>
              <a:gd name="connsiteX697" fmla="*/ 173877 w 7467600"/>
              <a:gd name="connsiteY697" fmla="*/ 2937056 h 6858000"/>
              <a:gd name="connsiteX698" fmla="*/ 77889 w 7467600"/>
              <a:gd name="connsiteY698" fmla="*/ 3138440 h 6858000"/>
              <a:gd name="connsiteX699" fmla="*/ 0 w 7467600"/>
              <a:gd name="connsiteY699" fmla="*/ 3271395 h 6858000"/>
              <a:gd name="connsiteX700" fmla="*/ 0 w 7467600"/>
              <a:gd name="connsiteY700" fmla="*/ 3153002 h 6858000"/>
              <a:gd name="connsiteX701" fmla="*/ 2386 w 7467600"/>
              <a:gd name="connsiteY701" fmla="*/ 3149203 h 6858000"/>
              <a:gd name="connsiteX702" fmla="*/ 89753 w 7467600"/>
              <a:gd name="connsiteY702" fmla="*/ 2987702 h 6858000"/>
              <a:gd name="connsiteX703" fmla="*/ 76869 w 7467600"/>
              <a:gd name="connsiteY703" fmla="*/ 3005404 h 6858000"/>
              <a:gd name="connsiteX704" fmla="*/ 32049 w 7467600"/>
              <a:gd name="connsiteY704" fmla="*/ 3065814 h 6858000"/>
              <a:gd name="connsiteX705" fmla="*/ 0 w 7467600"/>
              <a:gd name="connsiteY705" fmla="*/ 3108744 h 6858000"/>
              <a:gd name="connsiteX706" fmla="*/ 0 w 7467600"/>
              <a:gd name="connsiteY706" fmla="*/ 3058059 h 6858000"/>
              <a:gd name="connsiteX707" fmla="*/ 7610 w 7467600"/>
              <a:gd name="connsiteY707" fmla="*/ 3047889 h 6858000"/>
              <a:gd name="connsiteX708" fmla="*/ 52419 w 7467600"/>
              <a:gd name="connsiteY708" fmla="*/ 2987479 h 6858000"/>
              <a:gd name="connsiteX709" fmla="*/ 59142 w 7467600"/>
              <a:gd name="connsiteY709" fmla="*/ 2978488 h 6858000"/>
              <a:gd name="connsiteX710" fmla="*/ 0 w 7467600"/>
              <a:gd name="connsiteY710" fmla="*/ 3015334 h 6858000"/>
              <a:gd name="connsiteX711" fmla="*/ 0 w 7467600"/>
              <a:gd name="connsiteY711" fmla="*/ 2914286 h 6858000"/>
              <a:gd name="connsiteX712" fmla="*/ 36383 w 7467600"/>
              <a:gd name="connsiteY712" fmla="*/ 2901128 h 6858000"/>
              <a:gd name="connsiteX713" fmla="*/ 156329 w 7467600"/>
              <a:gd name="connsiteY713" fmla="*/ 2840533 h 6858000"/>
              <a:gd name="connsiteX714" fmla="*/ 358355 w 7467600"/>
              <a:gd name="connsiteY714" fmla="*/ 2620471 h 6858000"/>
              <a:gd name="connsiteX715" fmla="*/ 510577 w 7467600"/>
              <a:gd name="connsiteY715" fmla="*/ 2501244 h 6858000"/>
              <a:gd name="connsiteX716" fmla="*/ 211967 w 7467600"/>
              <a:gd name="connsiteY716" fmla="*/ 2479171 h 6858000"/>
              <a:gd name="connsiteX717" fmla="*/ 0 w 7467600"/>
              <a:gd name="connsiteY717" fmla="*/ 2476398 h 6858000"/>
              <a:gd name="connsiteX718" fmla="*/ 0 w 7467600"/>
              <a:gd name="connsiteY718" fmla="*/ 2389189 h 6858000"/>
              <a:gd name="connsiteX719" fmla="*/ 103062 w 7467600"/>
              <a:gd name="connsiteY719" fmla="*/ 2389518 h 6858000"/>
              <a:gd name="connsiteX720" fmla="*/ 510734 w 7467600"/>
              <a:gd name="connsiteY720" fmla="*/ 2416201 h 6858000"/>
              <a:gd name="connsiteX721" fmla="*/ 279257 w 7467600"/>
              <a:gd name="connsiteY721" fmla="*/ 2092102 h 6858000"/>
              <a:gd name="connsiteX722" fmla="*/ 65265 w 7467600"/>
              <a:gd name="connsiteY722" fmla="*/ 2006049 h 6858000"/>
              <a:gd name="connsiteX723" fmla="*/ 0 w 7467600"/>
              <a:gd name="connsiteY723" fmla="*/ 1982532 h 6858000"/>
              <a:gd name="connsiteX724" fmla="*/ 0 w 7467600"/>
              <a:gd name="connsiteY724" fmla="*/ 1912789 h 6858000"/>
              <a:gd name="connsiteX725" fmla="*/ 97460 w 7467600"/>
              <a:gd name="connsiteY725" fmla="*/ 1953725 h 6858000"/>
              <a:gd name="connsiteX726" fmla="*/ 221272 w 7467600"/>
              <a:gd name="connsiteY726" fmla="*/ 1980766 h 6858000"/>
              <a:gd name="connsiteX727" fmla="*/ 116765 w 7467600"/>
              <a:gd name="connsiteY727" fmla="*/ 1911033 h 6858000"/>
              <a:gd name="connsiteX728" fmla="*/ 16405 w 7467600"/>
              <a:gd name="connsiteY728" fmla="*/ 1803412 h 6858000"/>
              <a:gd name="connsiteX729" fmla="*/ 0 w 7467600"/>
              <a:gd name="connsiteY729" fmla="*/ 1784777 h 6858000"/>
              <a:gd name="connsiteX730" fmla="*/ 0 w 7467600"/>
              <a:gd name="connsiteY730" fmla="*/ 1740082 h 6858000"/>
              <a:gd name="connsiteX731" fmla="*/ 39394 w 7467600"/>
              <a:gd name="connsiteY731" fmla="*/ 1784856 h 6858000"/>
              <a:gd name="connsiteX732" fmla="*/ 135813 w 7467600"/>
              <a:gd name="connsiteY732" fmla="*/ 1888838 h 6858000"/>
              <a:gd name="connsiteX733" fmla="*/ 242575 w 7467600"/>
              <a:gd name="connsiteY733" fmla="*/ 1958841 h 6858000"/>
              <a:gd name="connsiteX734" fmla="*/ 82197 w 7467600"/>
              <a:gd name="connsiteY734" fmla="*/ 1754826 h 6858000"/>
              <a:gd name="connsiteX735" fmla="*/ 0 w 7467600"/>
              <a:gd name="connsiteY735" fmla="*/ 1679650 h 6858000"/>
              <a:gd name="connsiteX736" fmla="*/ 0 w 7467600"/>
              <a:gd name="connsiteY736" fmla="*/ 1602463 h 6858000"/>
              <a:gd name="connsiteX737" fmla="*/ 84689 w 7467600"/>
              <a:gd name="connsiteY737" fmla="*/ 1677442 h 6858000"/>
              <a:gd name="connsiteX738" fmla="*/ 298437 w 7467600"/>
              <a:gd name="connsiteY738" fmla="*/ 1968019 h 6858000"/>
              <a:gd name="connsiteX739" fmla="*/ 227269 w 7467600"/>
              <a:gd name="connsiteY739" fmla="*/ 1114064 h 6858000"/>
              <a:gd name="connsiteX740" fmla="*/ 248003 w 7467600"/>
              <a:gd name="connsiteY740" fmla="*/ 1089613 h 6858000"/>
              <a:gd name="connsiteX741" fmla="*/ 427020 w 7467600"/>
              <a:gd name="connsiteY741" fmla="*/ 1619803 h 6858000"/>
              <a:gd name="connsiteX742" fmla="*/ 340345 w 7467600"/>
              <a:gd name="connsiteY742" fmla="*/ 2027739 h 6858000"/>
              <a:gd name="connsiteX743" fmla="*/ 360865 w 7467600"/>
              <a:gd name="connsiteY743" fmla="*/ 2044827 h 6858000"/>
              <a:gd name="connsiteX744" fmla="*/ 560414 w 7467600"/>
              <a:gd name="connsiteY744" fmla="*/ 2421457 h 6858000"/>
              <a:gd name="connsiteX745" fmla="*/ 1359703 w 7467600"/>
              <a:gd name="connsiteY745" fmla="*/ 2578554 h 6858000"/>
              <a:gd name="connsiteX746" fmla="*/ 1359422 w 7467600"/>
              <a:gd name="connsiteY746" fmla="*/ 2577994 h 6858000"/>
              <a:gd name="connsiteX747" fmla="*/ 828701 w 7467600"/>
              <a:gd name="connsiteY747" fmla="*/ 1839520 h 6858000"/>
              <a:gd name="connsiteX748" fmla="*/ 494427 w 7467600"/>
              <a:gd name="connsiteY748" fmla="*/ 1092333 h 6858000"/>
              <a:gd name="connsiteX749" fmla="*/ 506322 w 7467600"/>
              <a:gd name="connsiteY749" fmla="*/ 1020997 h 6858000"/>
              <a:gd name="connsiteX750" fmla="*/ 4570198 w 7467600"/>
              <a:gd name="connsiteY750" fmla="*/ 978081 h 6858000"/>
              <a:gd name="connsiteX751" fmla="*/ 4523691 w 7467600"/>
              <a:gd name="connsiteY751" fmla="*/ 1127776 h 6858000"/>
              <a:gd name="connsiteX752" fmla="*/ 4509875 w 7467600"/>
              <a:gd name="connsiteY752" fmla="*/ 1167552 h 6858000"/>
              <a:gd name="connsiteX753" fmla="*/ 4478168 w 7467600"/>
              <a:gd name="connsiteY753" fmla="*/ 1260735 h 6858000"/>
              <a:gd name="connsiteX754" fmla="*/ 4409309 w 7467600"/>
              <a:gd name="connsiteY754" fmla="*/ 1666996 h 6858000"/>
              <a:gd name="connsiteX755" fmla="*/ 4370031 w 7467600"/>
              <a:gd name="connsiteY755" fmla="*/ 1955666 h 6858000"/>
              <a:gd name="connsiteX756" fmla="*/ 4570198 w 7467600"/>
              <a:gd name="connsiteY756" fmla="*/ 978081 h 6858000"/>
              <a:gd name="connsiteX757" fmla="*/ 4557898 w 7467600"/>
              <a:gd name="connsiteY757" fmla="*/ 900011 h 6858000"/>
              <a:gd name="connsiteX758" fmla="*/ 4344840 w 7467600"/>
              <a:gd name="connsiteY758" fmla="*/ 1922038 h 6858000"/>
              <a:gd name="connsiteX759" fmla="*/ 4378710 w 7467600"/>
              <a:gd name="connsiteY759" fmla="*/ 1665516 h 6858000"/>
              <a:gd name="connsiteX760" fmla="*/ 4448798 w 7467600"/>
              <a:gd name="connsiteY760" fmla="*/ 1253024 h 6858000"/>
              <a:gd name="connsiteX761" fmla="*/ 4480315 w 7467600"/>
              <a:gd name="connsiteY761" fmla="*/ 1158454 h 6858000"/>
              <a:gd name="connsiteX762" fmla="*/ 4494133 w 7467600"/>
              <a:gd name="connsiteY762" fmla="*/ 1118676 h 6858000"/>
              <a:gd name="connsiteX763" fmla="*/ 4557898 w 7467600"/>
              <a:gd name="connsiteY763" fmla="*/ 900011 h 6858000"/>
              <a:gd name="connsiteX764" fmla="*/ 5870151 w 7467600"/>
              <a:gd name="connsiteY764" fmla="*/ 898890 h 6858000"/>
              <a:gd name="connsiteX765" fmla="*/ 5861335 w 7467600"/>
              <a:gd name="connsiteY765" fmla="*/ 899177 h 6858000"/>
              <a:gd name="connsiteX766" fmla="*/ 5843702 w 7467600"/>
              <a:gd name="connsiteY766" fmla="*/ 899748 h 6858000"/>
              <a:gd name="connsiteX767" fmla="*/ 5651107 w 7467600"/>
              <a:gd name="connsiteY767" fmla="*/ 920306 h 6858000"/>
              <a:gd name="connsiteX768" fmla="*/ 5459407 w 7467600"/>
              <a:gd name="connsiteY768" fmla="*/ 940975 h 6858000"/>
              <a:gd name="connsiteX769" fmla="*/ 5374846 w 7467600"/>
              <a:gd name="connsiteY769" fmla="*/ 941988 h 6858000"/>
              <a:gd name="connsiteX770" fmla="*/ 5256105 w 7467600"/>
              <a:gd name="connsiteY770" fmla="*/ 945632 h 6858000"/>
              <a:gd name="connsiteX771" fmla="*/ 5107071 w 7467600"/>
              <a:gd name="connsiteY771" fmla="*/ 969720 h 6858000"/>
              <a:gd name="connsiteX772" fmla="*/ 4998681 w 7467600"/>
              <a:gd name="connsiteY772" fmla="*/ 988771 h 6858000"/>
              <a:gd name="connsiteX773" fmla="*/ 5870151 w 7467600"/>
              <a:gd name="connsiteY773" fmla="*/ 898890 h 6858000"/>
              <a:gd name="connsiteX774" fmla="*/ 5504425 w 7467600"/>
              <a:gd name="connsiteY774" fmla="*/ 848067 h 6858000"/>
              <a:gd name="connsiteX775" fmla="*/ 4968849 w 7467600"/>
              <a:gd name="connsiteY775" fmla="*/ 962318 h 6858000"/>
              <a:gd name="connsiteX776" fmla="*/ 5104039 w 7467600"/>
              <a:gd name="connsiteY776" fmla="*/ 940634 h 6858000"/>
              <a:gd name="connsiteX777" fmla="*/ 5256311 w 7467600"/>
              <a:gd name="connsiteY777" fmla="*/ 916490 h 6858000"/>
              <a:gd name="connsiteX778" fmla="*/ 5377381 w 7467600"/>
              <a:gd name="connsiteY778" fmla="*/ 912671 h 6858000"/>
              <a:gd name="connsiteX779" fmla="*/ 5460148 w 7467600"/>
              <a:gd name="connsiteY779" fmla="*/ 911442 h 6858000"/>
              <a:gd name="connsiteX780" fmla="*/ 5648971 w 7467600"/>
              <a:gd name="connsiteY780" fmla="*/ 891331 h 6858000"/>
              <a:gd name="connsiteX781" fmla="*/ 5844807 w 7467600"/>
              <a:gd name="connsiteY781" fmla="*/ 870718 h 6858000"/>
              <a:gd name="connsiteX782" fmla="*/ 5862975 w 7467600"/>
              <a:gd name="connsiteY782" fmla="*/ 869756 h 6858000"/>
              <a:gd name="connsiteX783" fmla="*/ 5920887 w 7467600"/>
              <a:gd name="connsiteY783" fmla="*/ 865929 h 6858000"/>
              <a:gd name="connsiteX784" fmla="*/ 5504425 w 7467600"/>
              <a:gd name="connsiteY784" fmla="*/ 848067 h 6858000"/>
              <a:gd name="connsiteX785" fmla="*/ 3607114 w 7467600"/>
              <a:gd name="connsiteY785" fmla="*/ 467441 h 6858000"/>
              <a:gd name="connsiteX786" fmla="*/ 3296242 w 7467600"/>
              <a:gd name="connsiteY786" fmla="*/ 807991 h 6858000"/>
              <a:gd name="connsiteX787" fmla="*/ 3174674 w 7467600"/>
              <a:gd name="connsiteY787" fmla="*/ 919759 h 6858000"/>
              <a:gd name="connsiteX788" fmla="*/ 3042978 w 7467600"/>
              <a:gd name="connsiteY788" fmla="*/ 1054894 h 6858000"/>
              <a:gd name="connsiteX789" fmla="*/ 2968914 w 7467600"/>
              <a:gd name="connsiteY789" fmla="*/ 1133756 h 6858000"/>
              <a:gd name="connsiteX790" fmla="*/ 3103823 w 7467600"/>
              <a:gd name="connsiteY790" fmla="*/ 1026814 h 6858000"/>
              <a:gd name="connsiteX791" fmla="*/ 3607114 w 7467600"/>
              <a:gd name="connsiteY791" fmla="*/ 467441 h 6858000"/>
              <a:gd name="connsiteX792" fmla="*/ 3744487 w 7467600"/>
              <a:gd name="connsiteY792" fmla="*/ 383136 h 6858000"/>
              <a:gd name="connsiteX793" fmla="*/ 3970213 w 7467600"/>
              <a:gd name="connsiteY793" fmla="*/ 995559 h 6858000"/>
              <a:gd name="connsiteX794" fmla="*/ 3744487 w 7467600"/>
              <a:gd name="connsiteY794" fmla="*/ 383136 h 6858000"/>
              <a:gd name="connsiteX795" fmla="*/ 3624562 w 7467600"/>
              <a:gd name="connsiteY795" fmla="*/ 367041 h 6858000"/>
              <a:gd name="connsiteX796" fmla="*/ 3489712 w 7467600"/>
              <a:gd name="connsiteY796" fmla="*/ 485386 h 6858000"/>
              <a:gd name="connsiteX797" fmla="*/ 3182994 w 7467600"/>
              <a:gd name="connsiteY797" fmla="*/ 828265 h 6858000"/>
              <a:gd name="connsiteX798" fmla="*/ 2892114 w 7467600"/>
              <a:gd name="connsiteY798" fmla="*/ 1172635 h 6858000"/>
              <a:gd name="connsiteX799" fmla="*/ 3021459 w 7467600"/>
              <a:gd name="connsiteY799" fmla="*/ 1035385 h 6858000"/>
              <a:gd name="connsiteX800" fmla="*/ 3153873 w 7467600"/>
              <a:gd name="connsiteY800" fmla="*/ 898971 h 6858000"/>
              <a:gd name="connsiteX801" fmla="*/ 3276511 w 7467600"/>
              <a:gd name="connsiteY801" fmla="*/ 786423 h 6858000"/>
              <a:gd name="connsiteX802" fmla="*/ 3584154 w 7467600"/>
              <a:gd name="connsiteY802" fmla="*/ 448218 h 6858000"/>
              <a:gd name="connsiteX803" fmla="*/ 3624562 w 7467600"/>
              <a:gd name="connsiteY803" fmla="*/ 367041 h 6858000"/>
              <a:gd name="connsiteX804" fmla="*/ 3766672 w 7467600"/>
              <a:gd name="connsiteY804" fmla="*/ 359429 h 6858000"/>
              <a:gd name="connsiteX805" fmla="*/ 3996338 w 7467600"/>
              <a:gd name="connsiteY805" fmla="*/ 968237 h 6858000"/>
              <a:gd name="connsiteX806" fmla="*/ 3766672 w 7467600"/>
              <a:gd name="connsiteY806" fmla="*/ 359429 h 6858000"/>
              <a:gd name="connsiteX807" fmla="*/ 5805386 w 7467600"/>
              <a:gd name="connsiteY807" fmla="*/ 239240 h 6858000"/>
              <a:gd name="connsiteX808" fmla="*/ 5736947 w 7467600"/>
              <a:gd name="connsiteY808" fmla="*/ 261367 h 6858000"/>
              <a:gd name="connsiteX809" fmla="*/ 5427012 w 7467600"/>
              <a:gd name="connsiteY809" fmla="*/ 311272 h 6858000"/>
              <a:gd name="connsiteX810" fmla="*/ 5147818 w 7467600"/>
              <a:gd name="connsiteY810" fmla="*/ 322112 h 6858000"/>
              <a:gd name="connsiteX811" fmla="*/ 5060854 w 7467600"/>
              <a:gd name="connsiteY811" fmla="*/ 311882 h 6858000"/>
              <a:gd name="connsiteX812" fmla="*/ 4945989 w 7467600"/>
              <a:gd name="connsiteY812" fmla="*/ 300516 h 6858000"/>
              <a:gd name="connsiteX813" fmla="*/ 5410479 w 7467600"/>
              <a:gd name="connsiteY813" fmla="*/ 348434 h 6858000"/>
              <a:gd name="connsiteX814" fmla="*/ 5805386 w 7467600"/>
              <a:gd name="connsiteY814" fmla="*/ 239240 h 6858000"/>
              <a:gd name="connsiteX815" fmla="*/ 5905192 w 7467600"/>
              <a:gd name="connsiteY815" fmla="*/ 163079 h 6858000"/>
              <a:gd name="connsiteX816" fmla="*/ 5865655 w 7467600"/>
              <a:gd name="connsiteY816" fmla="*/ 171901 h 6858000"/>
              <a:gd name="connsiteX817" fmla="*/ 5259740 w 7467600"/>
              <a:gd name="connsiteY817" fmla="*/ 257013 h 6858000"/>
              <a:gd name="connsiteX818" fmla="*/ 5208466 w 7467600"/>
              <a:gd name="connsiteY818" fmla="*/ 257550 h 6858000"/>
              <a:gd name="connsiteX819" fmla="*/ 4980204 w 7467600"/>
              <a:gd name="connsiteY819" fmla="*/ 271903 h 6858000"/>
              <a:gd name="connsiteX820" fmla="*/ 5068068 w 7467600"/>
              <a:gd name="connsiteY820" fmla="*/ 282244 h 6858000"/>
              <a:gd name="connsiteX821" fmla="*/ 5153231 w 7467600"/>
              <a:gd name="connsiteY821" fmla="*/ 292240 h 6858000"/>
              <a:gd name="connsiteX822" fmla="*/ 5426491 w 7467600"/>
              <a:gd name="connsiteY822" fmla="*/ 281128 h 6858000"/>
              <a:gd name="connsiteX823" fmla="*/ 5731212 w 7467600"/>
              <a:gd name="connsiteY823" fmla="*/ 231951 h 6858000"/>
              <a:gd name="connsiteX824" fmla="*/ 5905192 w 7467600"/>
              <a:gd name="connsiteY824" fmla="*/ 163079 h 6858000"/>
              <a:gd name="connsiteX825" fmla="*/ 5944437 w 7467600"/>
              <a:gd name="connsiteY825" fmla="*/ 113829 h 6858000"/>
              <a:gd name="connsiteX826" fmla="*/ 5825032 w 7467600"/>
              <a:gd name="connsiteY826" fmla="*/ 146405 h 6858000"/>
              <a:gd name="connsiteX827" fmla="*/ 4955599 w 7467600"/>
              <a:gd name="connsiteY827" fmla="*/ 247008 h 6858000"/>
              <a:gd name="connsiteX828" fmla="*/ 5210104 w 7467600"/>
              <a:gd name="connsiteY828" fmla="*/ 228123 h 6858000"/>
              <a:gd name="connsiteX829" fmla="*/ 5261015 w 7467600"/>
              <a:gd name="connsiteY829" fmla="*/ 227087 h 6858000"/>
              <a:gd name="connsiteX830" fmla="*/ 5861181 w 7467600"/>
              <a:gd name="connsiteY830" fmla="*/ 143093 h 6858000"/>
              <a:gd name="connsiteX831" fmla="*/ 5961252 w 7467600"/>
              <a:gd name="connsiteY831" fmla="*/ 114820 h 6858000"/>
              <a:gd name="connsiteX832" fmla="*/ 5944437 w 7467600"/>
              <a:gd name="connsiteY832" fmla="*/ 113829 h 6858000"/>
              <a:gd name="connsiteX833" fmla="*/ 3882765 w 7467600"/>
              <a:gd name="connsiteY833" fmla="*/ 0 h 6858000"/>
              <a:gd name="connsiteX834" fmla="*/ 3995099 w 7467600"/>
              <a:gd name="connsiteY834" fmla="*/ 0 h 6858000"/>
              <a:gd name="connsiteX835" fmla="*/ 4163818 w 7467600"/>
              <a:gd name="connsiteY835" fmla="*/ 234104 h 6858000"/>
              <a:gd name="connsiteX836" fmla="*/ 4172099 w 7467600"/>
              <a:gd name="connsiteY836" fmla="*/ 234207 h 6858000"/>
              <a:gd name="connsiteX837" fmla="*/ 4784282 w 7467600"/>
              <a:gd name="connsiteY837" fmla="*/ 276561 h 6858000"/>
              <a:gd name="connsiteX838" fmla="*/ 4801687 w 7467600"/>
              <a:gd name="connsiteY838" fmla="*/ 267764 h 6858000"/>
              <a:gd name="connsiteX839" fmla="*/ 6082788 w 7467600"/>
              <a:gd name="connsiteY839" fmla="*/ 64119 h 6858000"/>
              <a:gd name="connsiteX840" fmla="*/ 6099442 w 7467600"/>
              <a:gd name="connsiteY840" fmla="*/ 82568 h 6858000"/>
              <a:gd name="connsiteX841" fmla="*/ 4804137 w 7467600"/>
              <a:gd name="connsiteY841" fmla="*/ 320931 h 6858000"/>
              <a:gd name="connsiteX842" fmla="*/ 4227047 w 7467600"/>
              <a:gd name="connsiteY842" fmla="*/ 313415 h 6858000"/>
              <a:gd name="connsiteX843" fmla="*/ 4346041 w 7467600"/>
              <a:gd name="connsiteY843" fmla="*/ 456086 h 6858000"/>
              <a:gd name="connsiteX844" fmla="*/ 4870967 w 7467600"/>
              <a:gd name="connsiteY844" fmla="*/ 963061 h 6858000"/>
              <a:gd name="connsiteX845" fmla="*/ 4889647 w 7467600"/>
              <a:gd name="connsiteY845" fmla="*/ 957147 h 6858000"/>
              <a:gd name="connsiteX846" fmla="*/ 5422504 w 7467600"/>
              <a:gd name="connsiteY846" fmla="*/ 805191 h 6858000"/>
              <a:gd name="connsiteX847" fmla="*/ 6087656 w 7467600"/>
              <a:gd name="connsiteY847" fmla="*/ 826703 h 6858000"/>
              <a:gd name="connsiteX848" fmla="*/ 6058717 w 7467600"/>
              <a:gd name="connsiteY848" fmla="*/ 865992 h 6858000"/>
              <a:gd name="connsiteX849" fmla="*/ 4974153 w 7467600"/>
              <a:gd name="connsiteY849" fmla="*/ 1045456 h 6858000"/>
              <a:gd name="connsiteX850" fmla="*/ 5627835 w 7467600"/>
              <a:gd name="connsiteY850" fmla="*/ 1472077 h 6858000"/>
              <a:gd name="connsiteX851" fmla="*/ 5629817 w 7467600"/>
              <a:gd name="connsiteY851" fmla="*/ 1471412 h 6858000"/>
              <a:gd name="connsiteX852" fmla="*/ 5634124 w 7467600"/>
              <a:gd name="connsiteY852" fmla="*/ 1470572 h 6858000"/>
              <a:gd name="connsiteX853" fmla="*/ 5755832 w 7467600"/>
              <a:gd name="connsiteY853" fmla="*/ 1383886 h 6858000"/>
              <a:gd name="connsiteX854" fmla="*/ 6014186 w 7467600"/>
              <a:gd name="connsiteY854" fmla="*/ 1279799 h 6858000"/>
              <a:gd name="connsiteX855" fmla="*/ 6901619 w 7467600"/>
              <a:gd name="connsiteY855" fmla="*/ 1047874 h 6858000"/>
              <a:gd name="connsiteX856" fmla="*/ 6931566 w 7467600"/>
              <a:gd name="connsiteY856" fmla="*/ 1062034 h 6858000"/>
              <a:gd name="connsiteX857" fmla="*/ 5790982 w 7467600"/>
              <a:gd name="connsiteY857" fmla="*/ 1561380 h 6858000"/>
              <a:gd name="connsiteX858" fmla="*/ 6188971 w 7467600"/>
              <a:gd name="connsiteY858" fmla="*/ 1755168 h 6858000"/>
              <a:gd name="connsiteX859" fmla="*/ 6202446 w 7467600"/>
              <a:gd name="connsiteY859" fmla="*/ 1752268 h 6858000"/>
              <a:gd name="connsiteX860" fmla="*/ 7179560 w 7467600"/>
              <a:gd name="connsiteY860" fmla="*/ 1467551 h 6858000"/>
              <a:gd name="connsiteX861" fmla="*/ 7158730 w 7467600"/>
              <a:gd name="connsiteY861" fmla="*/ 1507835 h 6858000"/>
              <a:gd name="connsiteX862" fmla="*/ 6326959 w 7467600"/>
              <a:gd name="connsiteY862" fmla="*/ 1817686 h 6858000"/>
              <a:gd name="connsiteX863" fmla="*/ 6537433 w 7467600"/>
              <a:gd name="connsiteY863" fmla="*/ 1907790 h 6858000"/>
              <a:gd name="connsiteX864" fmla="*/ 6550221 w 7467600"/>
              <a:gd name="connsiteY864" fmla="*/ 1910729 h 6858000"/>
              <a:gd name="connsiteX865" fmla="*/ 6964438 w 7467600"/>
              <a:gd name="connsiteY865" fmla="*/ 2209505 h 6858000"/>
              <a:gd name="connsiteX866" fmla="*/ 7367862 w 7467600"/>
              <a:gd name="connsiteY866" fmla="*/ 2806833 h 6858000"/>
              <a:gd name="connsiteX867" fmla="*/ 7364329 w 7467600"/>
              <a:gd name="connsiteY867" fmla="*/ 2826907 h 6858000"/>
              <a:gd name="connsiteX868" fmla="*/ 7290545 w 7467600"/>
              <a:gd name="connsiteY868" fmla="*/ 2850663 h 6858000"/>
              <a:gd name="connsiteX869" fmla="*/ 6472036 w 7467600"/>
              <a:gd name="connsiteY869" fmla="*/ 1959003 h 6858000"/>
              <a:gd name="connsiteX870" fmla="*/ 5792897 w 7467600"/>
              <a:gd name="connsiteY870" fmla="*/ 1647747 h 6858000"/>
              <a:gd name="connsiteX871" fmla="*/ 5842751 w 7467600"/>
              <a:gd name="connsiteY871" fmla="*/ 1816112 h 6858000"/>
              <a:gd name="connsiteX872" fmla="*/ 5847424 w 7467600"/>
              <a:gd name="connsiteY872" fmla="*/ 1815776 h 6858000"/>
              <a:gd name="connsiteX873" fmla="*/ 6399821 w 7467600"/>
              <a:gd name="connsiteY873" fmla="*/ 2344799 h 6858000"/>
              <a:gd name="connsiteX874" fmla="*/ 6323232 w 7467600"/>
              <a:gd name="connsiteY874" fmla="*/ 2389634 h 6858000"/>
              <a:gd name="connsiteX875" fmla="*/ 5942958 w 7467600"/>
              <a:gd name="connsiteY875" fmla="*/ 2077708 h 6858000"/>
              <a:gd name="connsiteX876" fmla="*/ 5921559 w 7467600"/>
              <a:gd name="connsiteY876" fmla="*/ 2378596 h 6858000"/>
              <a:gd name="connsiteX877" fmla="*/ 5817651 w 7467600"/>
              <a:gd name="connsiteY877" fmla="*/ 3023919 h 6858000"/>
              <a:gd name="connsiteX878" fmla="*/ 5729634 w 7467600"/>
              <a:gd name="connsiteY878" fmla="*/ 3051849 h 6858000"/>
              <a:gd name="connsiteX879" fmla="*/ 5611018 w 7467600"/>
              <a:gd name="connsiteY879" fmla="*/ 2316769 h 6858000"/>
              <a:gd name="connsiteX880" fmla="*/ 5687608 w 7467600"/>
              <a:gd name="connsiteY880" fmla="*/ 2039972 h 6858000"/>
              <a:gd name="connsiteX881" fmla="*/ 5657554 w 7467600"/>
              <a:gd name="connsiteY881" fmla="*/ 1576445 h 6858000"/>
              <a:gd name="connsiteX882" fmla="*/ 5150475 w 7467600"/>
              <a:gd name="connsiteY882" fmla="*/ 1274012 h 6858000"/>
              <a:gd name="connsiteX883" fmla="*/ 5349142 w 7467600"/>
              <a:gd name="connsiteY883" fmla="*/ 2204405 h 6858000"/>
              <a:gd name="connsiteX884" fmla="*/ 5262214 w 7467600"/>
              <a:gd name="connsiteY884" fmla="*/ 2233836 h 6858000"/>
              <a:gd name="connsiteX885" fmla="*/ 4981539 w 7467600"/>
              <a:gd name="connsiteY885" fmla="*/ 1542201 h 6858000"/>
              <a:gd name="connsiteX886" fmla="*/ 4958461 w 7467600"/>
              <a:gd name="connsiteY886" fmla="*/ 1136957 h 6858000"/>
              <a:gd name="connsiteX887" fmla="*/ 4655015 w 7467600"/>
              <a:gd name="connsiteY887" fmla="*/ 891426 h 6858000"/>
              <a:gd name="connsiteX888" fmla="*/ 4348002 w 7467600"/>
              <a:gd name="connsiteY888" fmla="*/ 2205895 h 6858000"/>
              <a:gd name="connsiteX889" fmla="*/ 4262250 w 7467600"/>
              <a:gd name="connsiteY889" fmla="*/ 2219972 h 6858000"/>
              <a:gd name="connsiteX890" fmla="*/ 4550611 w 7467600"/>
              <a:gd name="connsiteY890" fmla="*/ 817540 h 6858000"/>
              <a:gd name="connsiteX891" fmla="*/ 4564418 w 7467600"/>
              <a:gd name="connsiteY891" fmla="*/ 808293 h 6858000"/>
              <a:gd name="connsiteX892" fmla="*/ 4266388 w 7467600"/>
              <a:gd name="connsiteY892" fmla="*/ 500083 h 6858000"/>
              <a:gd name="connsiteX893" fmla="*/ 4032842 w 7467600"/>
              <a:gd name="connsiteY893" fmla="*/ 211809 h 6858000"/>
              <a:gd name="connsiteX894" fmla="*/ 3882765 w 7467600"/>
              <a:gd name="connsiteY894" fmla="*/ 0 h 6858000"/>
              <a:gd name="connsiteX895" fmla="*/ 3721337 w 7467600"/>
              <a:gd name="connsiteY895" fmla="*/ 0 h 6858000"/>
              <a:gd name="connsiteX896" fmla="*/ 3797544 w 7467600"/>
              <a:gd name="connsiteY896" fmla="*/ 0 h 6858000"/>
              <a:gd name="connsiteX897" fmla="*/ 3775734 w 7467600"/>
              <a:gd name="connsiteY897" fmla="*/ 95131 h 6858000"/>
              <a:gd name="connsiteX898" fmla="*/ 3724807 w 7467600"/>
              <a:gd name="connsiteY898" fmla="*/ 272257 h 6858000"/>
              <a:gd name="connsiteX899" fmla="*/ 3726844 w 7467600"/>
              <a:gd name="connsiteY899" fmla="*/ 282988 h 6858000"/>
              <a:gd name="connsiteX900" fmla="*/ 3742664 w 7467600"/>
              <a:gd name="connsiteY900" fmla="*/ 279918 h 6858000"/>
              <a:gd name="connsiteX901" fmla="*/ 4103910 w 7467600"/>
              <a:gd name="connsiteY901" fmla="*/ 1161917 h 6858000"/>
              <a:gd name="connsiteX902" fmla="*/ 4020269 w 7467600"/>
              <a:gd name="connsiteY902" fmla="*/ 1200406 h 6858000"/>
              <a:gd name="connsiteX903" fmla="*/ 3674882 w 7467600"/>
              <a:gd name="connsiteY903" fmla="*/ 488524 h 6858000"/>
              <a:gd name="connsiteX904" fmla="*/ 3132682 w 7467600"/>
              <a:gd name="connsiteY904" fmla="*/ 1072284 h 6858000"/>
              <a:gd name="connsiteX905" fmla="*/ 2716346 w 7467600"/>
              <a:gd name="connsiteY905" fmla="*/ 1276376 h 6858000"/>
              <a:gd name="connsiteX906" fmla="*/ 2716772 w 7467600"/>
              <a:gd name="connsiteY906" fmla="*/ 1255462 h 6858000"/>
              <a:gd name="connsiteX907" fmla="*/ 3471096 w 7467600"/>
              <a:gd name="connsiteY907" fmla="*/ 437072 h 6858000"/>
              <a:gd name="connsiteX908" fmla="*/ 3639057 w 7467600"/>
              <a:gd name="connsiteY908" fmla="*/ 286334 h 6858000"/>
              <a:gd name="connsiteX909" fmla="*/ 3640309 w 7467600"/>
              <a:gd name="connsiteY909" fmla="*/ 284664 h 6858000"/>
              <a:gd name="connsiteX910" fmla="*/ 3646022 w 7467600"/>
              <a:gd name="connsiteY910" fmla="*/ 276711 h 6858000"/>
              <a:gd name="connsiteX911" fmla="*/ 3707943 w 7467600"/>
              <a:gd name="connsiteY911" fmla="*/ 65958 h 6858000"/>
              <a:gd name="connsiteX912" fmla="*/ 3721337 w 7467600"/>
              <a:gd name="connsiteY912" fmla="*/ 0 h 6858000"/>
              <a:gd name="connsiteX913" fmla="*/ 2867960 w 7467600"/>
              <a:gd name="connsiteY913" fmla="*/ 0 h 6858000"/>
              <a:gd name="connsiteX914" fmla="*/ 2926351 w 7467600"/>
              <a:gd name="connsiteY914" fmla="*/ 0 h 6858000"/>
              <a:gd name="connsiteX915" fmla="*/ 2902823 w 7467600"/>
              <a:gd name="connsiteY915" fmla="*/ 262929 h 6858000"/>
              <a:gd name="connsiteX916" fmla="*/ 2940663 w 7467600"/>
              <a:gd name="connsiteY916" fmla="*/ 140884 h 6858000"/>
              <a:gd name="connsiteX917" fmla="*/ 2947039 w 7467600"/>
              <a:gd name="connsiteY917" fmla="*/ 122524 h 6858000"/>
              <a:gd name="connsiteX918" fmla="*/ 2984316 w 7467600"/>
              <a:gd name="connsiteY918" fmla="*/ 0 h 6858000"/>
              <a:gd name="connsiteX919" fmla="*/ 3016114 w 7467600"/>
              <a:gd name="connsiteY919" fmla="*/ 0 h 6858000"/>
              <a:gd name="connsiteX920" fmla="*/ 2979949 w 7467600"/>
              <a:gd name="connsiteY920" fmla="*/ 119274 h 6858000"/>
              <a:gd name="connsiteX921" fmla="*/ 3023879 w 7467600"/>
              <a:gd name="connsiteY921" fmla="*/ 0 h 6858000"/>
              <a:gd name="connsiteX922" fmla="*/ 3105400 w 7467600"/>
              <a:gd name="connsiteY922" fmla="*/ 0 h 6858000"/>
              <a:gd name="connsiteX923" fmla="*/ 3094669 w 7467600"/>
              <a:gd name="connsiteY923" fmla="*/ 30308 h 6858000"/>
              <a:gd name="connsiteX924" fmla="*/ 2901945 w 7467600"/>
              <a:gd name="connsiteY924" fmla="*/ 466538 h 6858000"/>
              <a:gd name="connsiteX925" fmla="*/ 2815209 w 7467600"/>
              <a:gd name="connsiteY925" fmla="*/ 497361 h 6858000"/>
              <a:gd name="connsiteX926" fmla="*/ 2844845 w 7467600"/>
              <a:gd name="connsiteY926" fmla="*/ 127638 h 6858000"/>
              <a:gd name="connsiteX927" fmla="*/ 2867960 w 7467600"/>
              <a:gd name="connsiteY927" fmla="*/ 0 h 6858000"/>
              <a:gd name="connsiteX928" fmla="*/ 1057230 w 7467600"/>
              <a:gd name="connsiteY928" fmla="*/ 0 h 6858000"/>
              <a:gd name="connsiteX929" fmla="*/ 1111003 w 7467600"/>
              <a:gd name="connsiteY929" fmla="*/ 0 h 6858000"/>
              <a:gd name="connsiteX930" fmla="*/ 1125553 w 7467600"/>
              <a:gd name="connsiteY930" fmla="*/ 52588 h 6858000"/>
              <a:gd name="connsiteX931" fmla="*/ 1304276 w 7467600"/>
              <a:gd name="connsiteY931" fmla="*/ 476275 h 6858000"/>
              <a:gd name="connsiteX932" fmla="*/ 1492066 w 7467600"/>
              <a:gd name="connsiteY932" fmla="*/ 886333 h 6858000"/>
              <a:gd name="connsiteX933" fmla="*/ 1423698 w 7467600"/>
              <a:gd name="connsiteY933" fmla="*/ 710817 h 6858000"/>
              <a:gd name="connsiteX934" fmla="*/ 1357609 w 7467600"/>
              <a:gd name="connsiteY934" fmla="*/ 532892 h 6858000"/>
              <a:gd name="connsiteX935" fmla="*/ 1309550 w 7467600"/>
              <a:gd name="connsiteY935" fmla="*/ 374031 h 6858000"/>
              <a:gd name="connsiteX936" fmla="*/ 1193673 w 7467600"/>
              <a:gd name="connsiteY936" fmla="*/ 49533 h 6858000"/>
              <a:gd name="connsiteX937" fmla="*/ 1164391 w 7467600"/>
              <a:gd name="connsiteY937" fmla="*/ 0 h 6858000"/>
              <a:gd name="connsiteX938" fmla="*/ 1200666 w 7467600"/>
              <a:gd name="connsiteY938" fmla="*/ 0 h 6858000"/>
              <a:gd name="connsiteX939" fmla="*/ 1223408 w 7467600"/>
              <a:gd name="connsiteY939" fmla="*/ 38996 h 6858000"/>
              <a:gd name="connsiteX940" fmla="*/ 1339635 w 7467600"/>
              <a:gd name="connsiteY940" fmla="*/ 365517 h 6858000"/>
              <a:gd name="connsiteX941" fmla="*/ 1387469 w 7467600"/>
              <a:gd name="connsiteY941" fmla="*/ 523079 h 6858000"/>
              <a:gd name="connsiteX942" fmla="*/ 1452685 w 7467600"/>
              <a:gd name="connsiteY942" fmla="*/ 699806 h 6858000"/>
              <a:gd name="connsiteX943" fmla="*/ 1492092 w 7467600"/>
              <a:gd name="connsiteY943" fmla="*/ 800424 h 6858000"/>
              <a:gd name="connsiteX944" fmla="*/ 1455302 w 7467600"/>
              <a:gd name="connsiteY944" fmla="*/ 632913 h 6858000"/>
              <a:gd name="connsiteX945" fmla="*/ 1222336 w 7467600"/>
              <a:gd name="connsiteY945" fmla="*/ 9480 h 6858000"/>
              <a:gd name="connsiteX946" fmla="*/ 1214634 w 7467600"/>
              <a:gd name="connsiteY946" fmla="*/ 0 h 6858000"/>
              <a:gd name="connsiteX947" fmla="*/ 1289827 w 7467600"/>
              <a:gd name="connsiteY947" fmla="*/ 0 h 6858000"/>
              <a:gd name="connsiteX948" fmla="*/ 1321076 w 7467600"/>
              <a:gd name="connsiteY948" fmla="*/ 59722 h 6858000"/>
              <a:gd name="connsiteX949" fmla="*/ 1512579 w 7467600"/>
              <a:gd name="connsiteY949" fmla="*/ 626441 h 6858000"/>
              <a:gd name="connsiteX950" fmla="*/ 1506076 w 7467600"/>
              <a:gd name="connsiteY950" fmla="*/ 1089289 h 6858000"/>
              <a:gd name="connsiteX951" fmla="*/ 1486346 w 7467600"/>
              <a:gd name="connsiteY951" fmla="*/ 1079919 h 6858000"/>
              <a:gd name="connsiteX952" fmla="*/ 1070511 w 7467600"/>
              <a:gd name="connsiteY952" fmla="*/ 48609 h 6858000"/>
              <a:gd name="connsiteX953" fmla="*/ 1057230 w 7467600"/>
              <a:gd name="connsiteY953" fmla="*/ 0 h 6858000"/>
              <a:gd name="connsiteX954" fmla="*/ 43151 w 7467600"/>
              <a:gd name="connsiteY954" fmla="*/ 0 h 6858000"/>
              <a:gd name="connsiteX955" fmla="*/ 95283 w 7467600"/>
              <a:gd name="connsiteY955" fmla="*/ 0 h 6858000"/>
              <a:gd name="connsiteX956" fmla="*/ 300708 w 7467600"/>
              <a:gd name="connsiteY956" fmla="*/ 154571 h 6858000"/>
              <a:gd name="connsiteX957" fmla="*/ 530414 w 7467600"/>
              <a:gd name="connsiteY957" fmla="*/ 354673 h 6858000"/>
              <a:gd name="connsiteX958" fmla="*/ 333785 w 7467600"/>
              <a:gd name="connsiteY958" fmla="*/ 161564 h 6858000"/>
              <a:gd name="connsiteX959" fmla="*/ 147005 w 7467600"/>
              <a:gd name="connsiteY959" fmla="*/ 0 h 6858000"/>
              <a:gd name="connsiteX960" fmla="*/ 272509 w 7467600"/>
              <a:gd name="connsiteY960" fmla="*/ 0 h 6858000"/>
              <a:gd name="connsiteX961" fmla="*/ 326276 w 7467600"/>
              <a:gd name="connsiteY961" fmla="*/ 45847 h 6858000"/>
              <a:gd name="connsiteX962" fmla="*/ 823759 w 7467600"/>
              <a:gd name="connsiteY962" fmla="*/ 574145 h 6858000"/>
              <a:gd name="connsiteX963" fmla="*/ 811254 w 7467600"/>
              <a:gd name="connsiteY963" fmla="*/ 665546 h 6858000"/>
              <a:gd name="connsiteX964" fmla="*/ 154042 w 7467600"/>
              <a:gd name="connsiteY964" fmla="*/ 261522 h 6858000"/>
              <a:gd name="connsiteX965" fmla="*/ 13550 w 7467600"/>
              <a:gd name="connsiteY965" fmla="*/ 158423 h 6858000"/>
              <a:gd name="connsiteX966" fmla="*/ 0 w 7467600"/>
              <a:gd name="connsiteY966" fmla="*/ 146618 h 6858000"/>
              <a:gd name="connsiteX967" fmla="*/ 0 w 7467600"/>
              <a:gd name="connsiteY967" fmla="*/ 59161 h 6858000"/>
              <a:gd name="connsiteX968" fmla="*/ 45427 w 7467600"/>
              <a:gd name="connsiteY968" fmla="*/ 101078 h 6858000"/>
              <a:gd name="connsiteX969" fmla="*/ 630103 w 7467600"/>
              <a:gd name="connsiteY969" fmla="*/ 485885 h 6858000"/>
              <a:gd name="connsiteX970" fmla="*/ 532040 w 7467600"/>
              <a:gd name="connsiteY970" fmla="*/ 399359 h 6858000"/>
              <a:gd name="connsiteX971" fmla="*/ 517618 w 7467600"/>
              <a:gd name="connsiteY971" fmla="*/ 385726 h 6858000"/>
              <a:gd name="connsiteX972" fmla="*/ 285074 w 7467600"/>
              <a:gd name="connsiteY972" fmla="*/ 182755 h 6858000"/>
              <a:gd name="connsiteX973" fmla="*/ 43151 w 7467600"/>
              <a:gd name="connsiteY97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6946849 w 7467600"/>
              <a:gd name="connsiteY81" fmla="*/ 5523271 h 6858000"/>
              <a:gd name="connsiteX82" fmla="*/ 7105827 w 7467600"/>
              <a:gd name="connsiteY82" fmla="*/ 5718700 h 6858000"/>
              <a:gd name="connsiteX83" fmla="*/ 7356878 w 7467600"/>
              <a:gd name="connsiteY83" fmla="*/ 5981332 h 6858000"/>
              <a:gd name="connsiteX84" fmla="*/ 7467600 w 7467600"/>
              <a:gd name="connsiteY84" fmla="*/ 6117703 h 6858000"/>
              <a:gd name="connsiteX85" fmla="*/ 7467600 w 7467600"/>
              <a:gd name="connsiteY85" fmla="*/ 6163634 h 6858000"/>
              <a:gd name="connsiteX86" fmla="*/ 7403637 w 7467600"/>
              <a:gd name="connsiteY86" fmla="*/ 6083957 h 6858000"/>
              <a:gd name="connsiteX87" fmla="*/ 7254615 w 7467600"/>
              <a:gd name="connsiteY87" fmla="*/ 5911918 h 6858000"/>
              <a:gd name="connsiteX88" fmla="*/ 7312589 w 7467600"/>
              <a:gd name="connsiteY88" fmla="*/ 5982309 h 6858000"/>
              <a:gd name="connsiteX89" fmla="*/ 7448321 w 7467600"/>
              <a:gd name="connsiteY89" fmla="*/ 6190991 h 6858000"/>
              <a:gd name="connsiteX90" fmla="*/ 7467600 w 7467600"/>
              <a:gd name="connsiteY90" fmla="*/ 6221686 h 6858000"/>
              <a:gd name="connsiteX91" fmla="*/ 7467600 w 7467600"/>
              <a:gd name="connsiteY91" fmla="*/ 6334256 h 6858000"/>
              <a:gd name="connsiteX92" fmla="*/ 7454976 w 7467600"/>
              <a:gd name="connsiteY92" fmla="*/ 6318297 h 6858000"/>
              <a:gd name="connsiteX93" fmla="*/ 7042773 w 7467600"/>
              <a:gd name="connsiteY93" fmla="*/ 5734011 h 6858000"/>
              <a:gd name="connsiteX94" fmla="*/ 1456157 w 7467600"/>
              <a:gd name="connsiteY94" fmla="*/ 5371404 h 6858000"/>
              <a:gd name="connsiteX95" fmla="*/ 1244432 w 7467600"/>
              <a:gd name="connsiteY95" fmla="*/ 5385601 h 6858000"/>
              <a:gd name="connsiteX96" fmla="*/ 973990 w 7467600"/>
              <a:gd name="connsiteY96" fmla="*/ 5424940 h 6858000"/>
              <a:gd name="connsiteX97" fmla="*/ 1103809 w 7467600"/>
              <a:gd name="connsiteY97" fmla="*/ 5433720 h 6858000"/>
              <a:gd name="connsiteX98" fmla="*/ 1123454 w 7467600"/>
              <a:gd name="connsiteY98" fmla="*/ 5435727 h 6858000"/>
              <a:gd name="connsiteX99" fmla="*/ 1737017 w 7467600"/>
              <a:gd name="connsiteY99" fmla="*/ 5452183 h 6858000"/>
              <a:gd name="connsiteX100" fmla="*/ 1824397 w 7467600"/>
              <a:gd name="connsiteY100" fmla="*/ 5447757 h 6858000"/>
              <a:gd name="connsiteX101" fmla="*/ 2070059 w 7467600"/>
              <a:gd name="connsiteY101" fmla="*/ 5441660 h 6858000"/>
              <a:gd name="connsiteX102" fmla="*/ 1456157 w 7467600"/>
              <a:gd name="connsiteY102" fmla="*/ 5371404 h 6858000"/>
              <a:gd name="connsiteX103" fmla="*/ 4988186 w 7467600"/>
              <a:gd name="connsiteY103" fmla="*/ 5216467 h 6858000"/>
              <a:gd name="connsiteX104" fmla="*/ 4777334 w 7467600"/>
              <a:gd name="connsiteY104" fmla="*/ 5406072 h 6858000"/>
              <a:gd name="connsiteX105" fmla="*/ 4718341 w 7467600"/>
              <a:gd name="connsiteY105" fmla="*/ 5468043 h 6858000"/>
              <a:gd name="connsiteX106" fmla="*/ 4604655 w 7467600"/>
              <a:gd name="connsiteY106" fmla="*/ 5583434 h 6858000"/>
              <a:gd name="connsiteX107" fmla="*/ 4565074 w 7467600"/>
              <a:gd name="connsiteY107" fmla="*/ 5618550 h 6858000"/>
              <a:gd name="connsiteX108" fmla="*/ 4988186 w 7467600"/>
              <a:gd name="connsiteY108" fmla="*/ 5216467 h 6858000"/>
              <a:gd name="connsiteX109" fmla="*/ 4978032 w 7467600"/>
              <a:gd name="connsiteY109" fmla="*/ 5183809 h 6858000"/>
              <a:gd name="connsiteX110" fmla="*/ 4463413 w 7467600"/>
              <a:gd name="connsiteY110" fmla="*/ 5615162 h 6858000"/>
              <a:gd name="connsiteX111" fmla="*/ 4358134 w 7467600"/>
              <a:gd name="connsiteY111" fmla="*/ 5742791 h 6858000"/>
              <a:gd name="connsiteX112" fmla="*/ 4376219 w 7467600"/>
              <a:gd name="connsiteY112" fmla="*/ 5729027 h 6858000"/>
              <a:gd name="connsiteX113" fmla="*/ 4582340 w 7467600"/>
              <a:gd name="connsiteY113" fmla="*/ 5561037 h 6858000"/>
              <a:gd name="connsiteX114" fmla="*/ 4694684 w 7467600"/>
              <a:gd name="connsiteY114" fmla="*/ 5447098 h 6858000"/>
              <a:gd name="connsiteX115" fmla="*/ 4754123 w 7467600"/>
              <a:gd name="connsiteY115" fmla="*/ 5384643 h 6858000"/>
              <a:gd name="connsiteX116" fmla="*/ 4978032 w 7467600"/>
              <a:gd name="connsiteY116" fmla="*/ 5183809 h 6858000"/>
              <a:gd name="connsiteX117" fmla="*/ 1903353 w 7467600"/>
              <a:gd name="connsiteY117" fmla="*/ 5044827 h 6858000"/>
              <a:gd name="connsiteX118" fmla="*/ 1936931 w 7467600"/>
              <a:gd name="connsiteY118" fmla="*/ 5093954 h 6858000"/>
              <a:gd name="connsiteX119" fmla="*/ 2195868 w 7467600"/>
              <a:gd name="connsiteY119" fmla="*/ 5396574 h 6858000"/>
              <a:gd name="connsiteX120" fmla="*/ 2088852 w 7467600"/>
              <a:gd name="connsiteY120" fmla="*/ 5166123 h 6858000"/>
              <a:gd name="connsiteX121" fmla="*/ 1958241 w 7467600"/>
              <a:gd name="connsiteY121" fmla="*/ 5067955 h 6858000"/>
              <a:gd name="connsiteX122" fmla="*/ 1903353 w 7467600"/>
              <a:gd name="connsiteY122" fmla="*/ 5044827 h 6858000"/>
              <a:gd name="connsiteX123" fmla="*/ 1979378 w 7467600"/>
              <a:gd name="connsiteY123" fmla="*/ 4769504 h 6858000"/>
              <a:gd name="connsiteX124" fmla="*/ 2882120 w 7467600"/>
              <a:gd name="connsiteY124" fmla="*/ 5064547 h 6858000"/>
              <a:gd name="connsiteX125" fmla="*/ 2793103 w 7467600"/>
              <a:gd name="connsiteY125" fmla="*/ 5039699 h 6858000"/>
              <a:gd name="connsiteX126" fmla="*/ 2770041 w 7467600"/>
              <a:gd name="connsiteY126" fmla="*/ 5033634 h 6858000"/>
              <a:gd name="connsiteX127" fmla="*/ 1979378 w 7467600"/>
              <a:gd name="connsiteY127" fmla="*/ 4769504 h 6858000"/>
              <a:gd name="connsiteX128" fmla="*/ 1927410 w 7467600"/>
              <a:gd name="connsiteY128" fmla="*/ 4716164 h 6858000"/>
              <a:gd name="connsiteX129" fmla="*/ 1959587 w 7467600"/>
              <a:gd name="connsiteY129" fmla="*/ 4728849 h 6858000"/>
              <a:gd name="connsiteX130" fmla="*/ 2777707 w 7467600"/>
              <a:gd name="connsiteY130" fmla="*/ 5003991 h 6858000"/>
              <a:gd name="connsiteX131" fmla="*/ 2800768 w 7467600"/>
              <a:gd name="connsiteY131" fmla="*/ 5010056 h 6858000"/>
              <a:gd name="connsiteX132" fmla="*/ 2879408 w 7467600"/>
              <a:gd name="connsiteY132" fmla="*/ 5031590 h 6858000"/>
              <a:gd name="connsiteX133" fmla="*/ 2862295 w 7467600"/>
              <a:gd name="connsiteY133" fmla="*/ 5022958 h 6858000"/>
              <a:gd name="connsiteX134" fmla="*/ 2813343 w 7467600"/>
              <a:gd name="connsiteY134" fmla="*/ 4998369 h 6858000"/>
              <a:gd name="connsiteX135" fmla="*/ 2646245 w 7467600"/>
              <a:gd name="connsiteY135" fmla="*/ 4930999 h 6858000"/>
              <a:gd name="connsiteX136" fmla="*/ 1999243 w 7467600"/>
              <a:gd name="connsiteY136" fmla="*/ 4730524 h 6858000"/>
              <a:gd name="connsiteX137" fmla="*/ 1979527 w 7467600"/>
              <a:gd name="connsiteY137" fmla="*/ 4726651 h 6858000"/>
              <a:gd name="connsiteX138" fmla="*/ 1927410 w 7467600"/>
              <a:gd name="connsiteY138" fmla="*/ 4716164 h 6858000"/>
              <a:gd name="connsiteX139" fmla="*/ 1997014 w 7467600"/>
              <a:gd name="connsiteY139" fmla="*/ 4698007 h 6858000"/>
              <a:gd name="connsiteX140" fmla="*/ 2005458 w 7467600"/>
              <a:gd name="connsiteY140" fmla="*/ 4699540 h 6858000"/>
              <a:gd name="connsiteX141" fmla="*/ 2657186 w 7467600"/>
              <a:gd name="connsiteY141" fmla="*/ 4901687 h 6858000"/>
              <a:gd name="connsiteX142" fmla="*/ 2826662 w 7467600"/>
              <a:gd name="connsiteY142" fmla="*/ 4970362 h 6858000"/>
              <a:gd name="connsiteX143" fmla="*/ 2876100 w 7467600"/>
              <a:gd name="connsiteY143" fmla="*/ 4995397 h 6858000"/>
              <a:gd name="connsiteX144" fmla="*/ 3042600 w 7467600"/>
              <a:gd name="connsiteY144" fmla="*/ 5059532 h 6858000"/>
              <a:gd name="connsiteX145" fmla="*/ 1997014 w 7467600"/>
              <a:gd name="connsiteY145" fmla="*/ 4698007 h 6858000"/>
              <a:gd name="connsiteX146" fmla="*/ 2305292 w 7467600"/>
              <a:gd name="connsiteY146" fmla="*/ 4219492 h 6858000"/>
              <a:gd name="connsiteX147" fmla="*/ 3360922 w 7467600"/>
              <a:gd name="connsiteY147" fmla="*/ 4529373 h 6858000"/>
              <a:gd name="connsiteX148" fmla="*/ 3492420 w 7467600"/>
              <a:gd name="connsiteY148" fmla="*/ 4510145 h 6858000"/>
              <a:gd name="connsiteX149" fmla="*/ 3364086 w 7467600"/>
              <a:gd name="connsiteY149" fmla="*/ 4480340 h 6858000"/>
              <a:gd name="connsiteX150" fmla="*/ 3225818 w 7467600"/>
              <a:gd name="connsiteY150" fmla="*/ 4411822 h 6858000"/>
              <a:gd name="connsiteX151" fmla="*/ 3129696 w 7467600"/>
              <a:gd name="connsiteY151" fmla="*/ 4360704 h 6858000"/>
              <a:gd name="connsiteX152" fmla="*/ 2814545 w 7467600"/>
              <a:gd name="connsiteY152" fmla="*/ 4282955 h 6858000"/>
              <a:gd name="connsiteX153" fmla="*/ 2305292 w 7467600"/>
              <a:gd name="connsiteY153" fmla="*/ 4219492 h 6858000"/>
              <a:gd name="connsiteX154" fmla="*/ 2626982 w 7467600"/>
              <a:gd name="connsiteY154" fmla="*/ 4206450 h 6858000"/>
              <a:gd name="connsiteX155" fmla="*/ 2490617 w 7467600"/>
              <a:gd name="connsiteY155" fmla="*/ 4206951 h 6858000"/>
              <a:gd name="connsiteX156" fmla="*/ 2819869 w 7467600"/>
              <a:gd name="connsiteY156" fmla="*/ 4252936 h 6858000"/>
              <a:gd name="connsiteX157" fmla="*/ 3143018 w 7467600"/>
              <a:gd name="connsiteY157" fmla="*/ 4332698 h 6858000"/>
              <a:gd name="connsiteX158" fmla="*/ 3241520 w 7467600"/>
              <a:gd name="connsiteY158" fmla="*/ 4385112 h 6858000"/>
              <a:gd name="connsiteX159" fmla="*/ 3374575 w 7467600"/>
              <a:gd name="connsiteY159" fmla="*/ 4451517 h 6858000"/>
              <a:gd name="connsiteX160" fmla="*/ 3505221 w 7467600"/>
              <a:gd name="connsiteY160" fmla="*/ 4480757 h 6858000"/>
              <a:gd name="connsiteX161" fmla="*/ 2626982 w 7467600"/>
              <a:gd name="connsiteY161" fmla="*/ 4206450 h 6858000"/>
              <a:gd name="connsiteX162" fmla="*/ 1310106 w 7467600"/>
              <a:gd name="connsiteY162" fmla="*/ 3943217 h 6858000"/>
              <a:gd name="connsiteX163" fmla="*/ 854994 w 7467600"/>
              <a:gd name="connsiteY163" fmla="*/ 4399136 h 6858000"/>
              <a:gd name="connsiteX164" fmla="*/ 742462 w 7467600"/>
              <a:gd name="connsiteY164" fmla="*/ 4594648 h 6858000"/>
              <a:gd name="connsiteX165" fmla="*/ 820602 w 7467600"/>
              <a:gd name="connsiteY165" fmla="*/ 4485915 h 6858000"/>
              <a:gd name="connsiteX166" fmla="*/ 878295 w 7467600"/>
              <a:gd name="connsiteY166" fmla="*/ 4403594 h 6858000"/>
              <a:gd name="connsiteX167" fmla="*/ 1240607 w 7467600"/>
              <a:gd name="connsiteY167" fmla="*/ 4010401 h 6858000"/>
              <a:gd name="connsiteX168" fmla="*/ 1310106 w 7467600"/>
              <a:gd name="connsiteY168" fmla="*/ 3943217 h 6858000"/>
              <a:gd name="connsiteX169" fmla="*/ 1423113 w 7467600"/>
              <a:gd name="connsiteY169" fmla="*/ 3874565 h 6858000"/>
              <a:gd name="connsiteX170" fmla="*/ 1260565 w 7467600"/>
              <a:gd name="connsiteY170" fmla="*/ 4031982 h 6858000"/>
              <a:gd name="connsiteX171" fmla="*/ 901900 w 7467600"/>
              <a:gd name="connsiteY171" fmla="*/ 4421236 h 6858000"/>
              <a:gd name="connsiteX172" fmla="*/ 845044 w 7467600"/>
              <a:gd name="connsiteY172" fmla="*/ 4502436 h 6858000"/>
              <a:gd name="connsiteX173" fmla="*/ 685926 w 7467600"/>
              <a:gd name="connsiteY173" fmla="*/ 4703069 h 6858000"/>
              <a:gd name="connsiteX174" fmla="*/ 684248 w 7467600"/>
              <a:gd name="connsiteY174" fmla="*/ 4706721 h 6858000"/>
              <a:gd name="connsiteX175" fmla="*/ 1423113 w 7467600"/>
              <a:gd name="connsiteY175" fmla="*/ 3874565 h 6858000"/>
              <a:gd name="connsiteX176" fmla="*/ 3316479 w 7467600"/>
              <a:gd name="connsiteY176" fmla="*/ 3872136 h 6858000"/>
              <a:gd name="connsiteX177" fmla="*/ 3546806 w 7467600"/>
              <a:gd name="connsiteY177" fmla="*/ 4356139 h 6858000"/>
              <a:gd name="connsiteX178" fmla="*/ 3364433 w 7467600"/>
              <a:gd name="connsiteY178" fmla="*/ 3953121 h 6858000"/>
              <a:gd name="connsiteX179" fmla="*/ 3316479 w 7467600"/>
              <a:gd name="connsiteY179" fmla="*/ 3872136 h 6858000"/>
              <a:gd name="connsiteX180" fmla="*/ 3291335 w 7467600"/>
              <a:gd name="connsiteY180" fmla="*/ 3767420 h 6858000"/>
              <a:gd name="connsiteX181" fmla="*/ 3390805 w 7467600"/>
              <a:gd name="connsiteY181" fmla="*/ 3937163 h 6858000"/>
              <a:gd name="connsiteX182" fmla="*/ 3579062 w 7467600"/>
              <a:gd name="connsiteY182" fmla="*/ 4359040 h 6858000"/>
              <a:gd name="connsiteX183" fmla="*/ 3467355 w 7467600"/>
              <a:gd name="connsiteY183" fmla="*/ 3988130 h 6858000"/>
              <a:gd name="connsiteX184" fmla="*/ 3310753 w 7467600"/>
              <a:gd name="connsiteY184" fmla="*/ 3787140 h 6858000"/>
              <a:gd name="connsiteX185" fmla="*/ 3291335 w 7467600"/>
              <a:gd name="connsiteY185" fmla="*/ 3767420 h 6858000"/>
              <a:gd name="connsiteX186" fmla="*/ 1635889 w 7467600"/>
              <a:gd name="connsiteY186" fmla="*/ 3709494 h 6858000"/>
              <a:gd name="connsiteX187" fmla="*/ 1634800 w 7467600"/>
              <a:gd name="connsiteY187" fmla="*/ 3731111 h 6858000"/>
              <a:gd name="connsiteX188" fmla="*/ 1635889 w 7467600"/>
              <a:gd name="connsiteY188" fmla="*/ 3709494 h 6858000"/>
              <a:gd name="connsiteX189" fmla="*/ 1510397 w 7467600"/>
              <a:gd name="connsiteY189" fmla="*/ 3684705 h 6858000"/>
              <a:gd name="connsiteX190" fmla="*/ 1146550 w 7467600"/>
              <a:gd name="connsiteY190" fmla="*/ 3802012 h 6858000"/>
              <a:gd name="connsiteX191" fmla="*/ 698834 w 7467600"/>
              <a:gd name="connsiteY191" fmla="*/ 3952272 h 6858000"/>
              <a:gd name="connsiteX192" fmla="*/ 34256 w 7467600"/>
              <a:gd name="connsiteY192" fmla="*/ 4347603 h 6858000"/>
              <a:gd name="connsiteX193" fmla="*/ 527241 w 7467600"/>
              <a:gd name="connsiteY193" fmla="*/ 4065078 h 6858000"/>
              <a:gd name="connsiteX194" fmla="*/ 1510397 w 7467600"/>
              <a:gd name="connsiteY194" fmla="*/ 3684705 h 6858000"/>
              <a:gd name="connsiteX195" fmla="*/ 1313114 w 7467600"/>
              <a:gd name="connsiteY195" fmla="*/ 3655216 h 6858000"/>
              <a:gd name="connsiteX196" fmla="*/ 1109304 w 7467600"/>
              <a:gd name="connsiteY196" fmla="*/ 3669030 h 6858000"/>
              <a:gd name="connsiteX197" fmla="*/ 8129 w 7467600"/>
              <a:gd name="connsiteY197" fmla="*/ 4330519 h 6858000"/>
              <a:gd name="connsiteX198" fmla="*/ 687572 w 7467600"/>
              <a:gd name="connsiteY198" fmla="*/ 3925629 h 6858000"/>
              <a:gd name="connsiteX199" fmla="*/ 1138365 w 7467600"/>
              <a:gd name="connsiteY199" fmla="*/ 3774515 h 6858000"/>
              <a:gd name="connsiteX200" fmla="*/ 1505579 w 7467600"/>
              <a:gd name="connsiteY200" fmla="*/ 3655526 h 6858000"/>
              <a:gd name="connsiteX201" fmla="*/ 1313114 w 7467600"/>
              <a:gd name="connsiteY201" fmla="*/ 3655216 h 6858000"/>
              <a:gd name="connsiteX202" fmla="*/ 3655073 w 7467600"/>
              <a:gd name="connsiteY202" fmla="*/ 3650884 h 6858000"/>
              <a:gd name="connsiteX203" fmla="*/ 3989938 w 7467600"/>
              <a:gd name="connsiteY203" fmla="*/ 3991685 h 6858000"/>
              <a:gd name="connsiteX204" fmla="*/ 4393907 w 7467600"/>
              <a:gd name="connsiteY204" fmla="*/ 4261258 h 6858000"/>
              <a:gd name="connsiteX205" fmla="*/ 4648051 w 7467600"/>
              <a:gd name="connsiteY205" fmla="*/ 4374051 h 6858000"/>
              <a:gd name="connsiteX206" fmla="*/ 4383389 w 7467600"/>
              <a:gd name="connsiteY206" fmla="*/ 4184369 h 6858000"/>
              <a:gd name="connsiteX207" fmla="*/ 4165508 w 7467600"/>
              <a:gd name="connsiteY207" fmla="*/ 4035196 h 6858000"/>
              <a:gd name="connsiteX208" fmla="*/ 4068162 w 7467600"/>
              <a:gd name="connsiteY208" fmla="*/ 3953394 h 6858000"/>
              <a:gd name="connsiteX209" fmla="*/ 3981416 w 7467600"/>
              <a:gd name="connsiteY209" fmla="*/ 3880482 h 6858000"/>
              <a:gd name="connsiteX210" fmla="*/ 3800147 w 7467600"/>
              <a:gd name="connsiteY210" fmla="*/ 3749872 h 6858000"/>
              <a:gd name="connsiteX211" fmla="*/ 3655073 w 7467600"/>
              <a:gd name="connsiteY211" fmla="*/ 3650884 h 6858000"/>
              <a:gd name="connsiteX212" fmla="*/ 3670252 w 7467600"/>
              <a:gd name="connsiteY212" fmla="*/ 3622798 h 6858000"/>
              <a:gd name="connsiteX213" fmla="*/ 3817258 w 7467600"/>
              <a:gd name="connsiteY213" fmla="*/ 3723577 h 6858000"/>
              <a:gd name="connsiteX214" fmla="*/ 4000461 w 7467600"/>
              <a:gd name="connsiteY214" fmla="*/ 3855966 h 6858000"/>
              <a:gd name="connsiteX215" fmla="*/ 4088180 w 7467600"/>
              <a:gd name="connsiteY215" fmla="*/ 3929774 h 6858000"/>
              <a:gd name="connsiteX216" fmla="*/ 4184555 w 7467600"/>
              <a:gd name="connsiteY216" fmla="*/ 4010683 h 6858000"/>
              <a:gd name="connsiteX217" fmla="*/ 4399563 w 7467600"/>
              <a:gd name="connsiteY217" fmla="*/ 4158106 h 6858000"/>
              <a:gd name="connsiteX218" fmla="*/ 4684469 w 7467600"/>
              <a:gd name="connsiteY218" fmla="*/ 4364680 h 6858000"/>
              <a:gd name="connsiteX219" fmla="*/ 4690271 w 7467600"/>
              <a:gd name="connsiteY219" fmla="*/ 4370034 h 6858000"/>
              <a:gd name="connsiteX220" fmla="*/ 4136093 w 7467600"/>
              <a:gd name="connsiteY220" fmla="*/ 3858466 h 6858000"/>
              <a:gd name="connsiteX221" fmla="*/ 3670252 w 7467600"/>
              <a:gd name="connsiteY221" fmla="*/ 3622798 h 6858000"/>
              <a:gd name="connsiteX222" fmla="*/ 4440129 w 7467600"/>
              <a:gd name="connsiteY222" fmla="*/ 3448571 h 6858000"/>
              <a:gd name="connsiteX223" fmla="*/ 4856525 w 7467600"/>
              <a:gd name="connsiteY223" fmla="*/ 3915351 h 6858000"/>
              <a:gd name="connsiteX224" fmla="*/ 5059055 w 7467600"/>
              <a:gd name="connsiteY224" fmla="*/ 4108918 h 6858000"/>
              <a:gd name="connsiteX225" fmla="*/ 5290070 w 7467600"/>
              <a:gd name="connsiteY225" fmla="*/ 4263619 h 6858000"/>
              <a:gd name="connsiteX226" fmla="*/ 4834991 w 7467600"/>
              <a:gd name="connsiteY226" fmla="*/ 3830985 h 6858000"/>
              <a:gd name="connsiteX227" fmla="*/ 4440129 w 7467600"/>
              <a:gd name="connsiteY227" fmla="*/ 3448571 h 6858000"/>
              <a:gd name="connsiteX228" fmla="*/ 4441737 w 7467600"/>
              <a:gd name="connsiteY228" fmla="*/ 3399734 h 6858000"/>
              <a:gd name="connsiteX229" fmla="*/ 4431236 w 7467600"/>
              <a:gd name="connsiteY229" fmla="*/ 3400954 h 6858000"/>
              <a:gd name="connsiteX230" fmla="*/ 4557150 w 7467600"/>
              <a:gd name="connsiteY230" fmla="*/ 3510023 h 6858000"/>
              <a:gd name="connsiteX231" fmla="*/ 4856936 w 7467600"/>
              <a:gd name="connsiteY231" fmla="*/ 3809146 h 6858000"/>
              <a:gd name="connsiteX232" fmla="*/ 5111996 w 7467600"/>
              <a:gd name="connsiteY232" fmla="*/ 4065759 h 6858000"/>
              <a:gd name="connsiteX233" fmla="*/ 5388878 w 7467600"/>
              <a:gd name="connsiteY233" fmla="*/ 4300185 h 6858000"/>
              <a:gd name="connsiteX234" fmla="*/ 5425556 w 7467600"/>
              <a:gd name="connsiteY234" fmla="*/ 4308967 h 6858000"/>
              <a:gd name="connsiteX235" fmla="*/ 4943646 w 7467600"/>
              <a:gd name="connsiteY235" fmla="*/ 3822916 h 6858000"/>
              <a:gd name="connsiteX236" fmla="*/ 4594837 w 7467600"/>
              <a:gd name="connsiteY236" fmla="*/ 3532274 h 6858000"/>
              <a:gd name="connsiteX237" fmla="*/ 4441737 w 7467600"/>
              <a:gd name="connsiteY237" fmla="*/ 3399734 h 6858000"/>
              <a:gd name="connsiteX238" fmla="*/ 5425834 w 7467600"/>
              <a:gd name="connsiteY238" fmla="*/ 3162785 h 6858000"/>
              <a:gd name="connsiteX239" fmla="*/ 5401644 w 7467600"/>
              <a:gd name="connsiteY239" fmla="*/ 3617847 h 6858000"/>
              <a:gd name="connsiteX240" fmla="*/ 5467256 w 7467600"/>
              <a:gd name="connsiteY240" fmla="*/ 4175494 h 6858000"/>
              <a:gd name="connsiteX241" fmla="*/ 5448069 w 7467600"/>
              <a:gd name="connsiteY241" fmla="*/ 3567554 h 6858000"/>
              <a:gd name="connsiteX242" fmla="*/ 5425834 w 7467600"/>
              <a:gd name="connsiteY242" fmla="*/ 3162785 h 6858000"/>
              <a:gd name="connsiteX243" fmla="*/ 1318687 w 7467600"/>
              <a:gd name="connsiteY243" fmla="*/ 3113840 h 6858000"/>
              <a:gd name="connsiteX244" fmla="*/ 1066793 w 7467600"/>
              <a:gd name="connsiteY244" fmla="*/ 3212171 h 6858000"/>
              <a:gd name="connsiteX245" fmla="*/ 993319 w 7467600"/>
              <a:gd name="connsiteY245" fmla="*/ 3247648 h 6858000"/>
              <a:gd name="connsiteX246" fmla="*/ 853081 w 7467600"/>
              <a:gd name="connsiteY246" fmla="*/ 3312410 h 6858000"/>
              <a:gd name="connsiteX247" fmla="*/ 805957 w 7467600"/>
              <a:gd name="connsiteY247" fmla="*/ 3330443 h 6858000"/>
              <a:gd name="connsiteX248" fmla="*/ 1318687 w 7467600"/>
              <a:gd name="connsiteY248" fmla="*/ 3113840 h 6858000"/>
              <a:gd name="connsiteX249" fmla="*/ 5453702 w 7467600"/>
              <a:gd name="connsiteY249" fmla="*/ 3090882 h 6858000"/>
              <a:gd name="connsiteX250" fmla="*/ 5480135 w 7467600"/>
              <a:gd name="connsiteY250" fmla="*/ 3565802 h 6858000"/>
              <a:gd name="connsiteX251" fmla="*/ 5499023 w 7467600"/>
              <a:gd name="connsiteY251" fmla="*/ 4166310 h 6858000"/>
              <a:gd name="connsiteX252" fmla="*/ 5547022 w 7467600"/>
              <a:gd name="connsiteY252" fmla="*/ 3607838 h 6858000"/>
              <a:gd name="connsiteX253" fmla="*/ 5515964 w 7467600"/>
              <a:gd name="connsiteY253" fmla="*/ 3378541 h 6858000"/>
              <a:gd name="connsiteX254" fmla="*/ 5453702 w 7467600"/>
              <a:gd name="connsiteY254" fmla="*/ 3090882 h 6858000"/>
              <a:gd name="connsiteX255" fmla="*/ 1238695 w 7467600"/>
              <a:gd name="connsiteY255" fmla="*/ 3076820 h 6858000"/>
              <a:gd name="connsiteX256" fmla="*/ 716371 w 7467600"/>
              <a:gd name="connsiteY256" fmla="*/ 3293249 h 6858000"/>
              <a:gd name="connsiteX257" fmla="*/ 579522 w 7467600"/>
              <a:gd name="connsiteY257" fmla="*/ 3371759 h 6858000"/>
              <a:gd name="connsiteX258" fmla="*/ 600288 w 7467600"/>
              <a:gd name="connsiteY258" fmla="*/ 3365555 h 6858000"/>
              <a:gd name="connsiteX259" fmla="*/ 840692 w 7467600"/>
              <a:gd name="connsiteY259" fmla="*/ 3284921 h 6858000"/>
              <a:gd name="connsiteX260" fmla="*/ 979248 w 7467600"/>
              <a:gd name="connsiteY260" fmla="*/ 3221003 h 6858000"/>
              <a:gd name="connsiteX261" fmla="*/ 1053282 w 7467600"/>
              <a:gd name="connsiteY261" fmla="*/ 3185247 h 6858000"/>
              <a:gd name="connsiteX262" fmla="*/ 1320603 w 7467600"/>
              <a:gd name="connsiteY262" fmla="*/ 3081281 h 6858000"/>
              <a:gd name="connsiteX263" fmla="*/ 1238695 w 7467600"/>
              <a:gd name="connsiteY263" fmla="*/ 3076820 h 6858000"/>
              <a:gd name="connsiteX264" fmla="*/ 5425627 w 7467600"/>
              <a:gd name="connsiteY264" fmla="*/ 2954192 h 6858000"/>
              <a:gd name="connsiteX265" fmla="*/ 5470770 w 7467600"/>
              <a:gd name="connsiteY265" fmla="*/ 3005435 h 6858000"/>
              <a:gd name="connsiteX266" fmla="*/ 5519779 w 7467600"/>
              <a:gd name="connsiteY266" fmla="*/ 4359223 h 6858000"/>
              <a:gd name="connsiteX267" fmla="*/ 5520293 w 7467600"/>
              <a:gd name="connsiteY267" fmla="*/ 4360602 h 6858000"/>
              <a:gd name="connsiteX268" fmla="*/ 5767221 w 7467600"/>
              <a:gd name="connsiteY268" fmla="*/ 4665564 h 6858000"/>
              <a:gd name="connsiteX269" fmla="*/ 6937169 w 7467600"/>
              <a:gd name="connsiteY269" fmla="*/ 4815941 h 6858000"/>
              <a:gd name="connsiteX270" fmla="*/ 6953922 w 7467600"/>
              <a:gd name="connsiteY270" fmla="*/ 4890068 h 6858000"/>
              <a:gd name="connsiteX271" fmla="*/ 6071359 w 7467600"/>
              <a:gd name="connsiteY271" fmla="*/ 4770770 h 6858000"/>
              <a:gd name="connsiteX272" fmla="*/ 6038839 w 7467600"/>
              <a:gd name="connsiteY272" fmla="*/ 4764474 h 6858000"/>
              <a:gd name="connsiteX273" fmla="*/ 6038706 w 7467600"/>
              <a:gd name="connsiteY273" fmla="*/ 4763847 h 6858000"/>
              <a:gd name="connsiteX274" fmla="*/ 6037784 w 7467600"/>
              <a:gd name="connsiteY274" fmla="*/ 4764270 h 6858000"/>
              <a:gd name="connsiteX275" fmla="*/ 6038839 w 7467600"/>
              <a:gd name="connsiteY275" fmla="*/ 4764474 h 6858000"/>
              <a:gd name="connsiteX276" fmla="*/ 6040338 w 7467600"/>
              <a:gd name="connsiteY276" fmla="*/ 4771418 h 6858000"/>
              <a:gd name="connsiteX277" fmla="*/ 6024488 w 7467600"/>
              <a:gd name="connsiteY277" fmla="*/ 4809903 h 6858000"/>
              <a:gd name="connsiteX278" fmla="*/ 5599771 w 7467600"/>
              <a:gd name="connsiteY278" fmla="*/ 5509652 h 6858000"/>
              <a:gd name="connsiteX279" fmla="*/ 5548843 w 7467600"/>
              <a:gd name="connsiteY279" fmla="*/ 5563845 h 6858000"/>
              <a:gd name="connsiteX280" fmla="*/ 5940952 w 7467600"/>
              <a:gd name="connsiteY280" fmla="*/ 6250028 h 6858000"/>
              <a:gd name="connsiteX281" fmla="*/ 6043441 w 7467600"/>
              <a:gd name="connsiteY281" fmla="*/ 6665847 h 6858000"/>
              <a:gd name="connsiteX282" fmla="*/ 6093432 w 7467600"/>
              <a:gd name="connsiteY282" fmla="*/ 6858000 h 6858000"/>
              <a:gd name="connsiteX283" fmla="*/ 6034344 w 7467600"/>
              <a:gd name="connsiteY283" fmla="*/ 6858000 h 6858000"/>
              <a:gd name="connsiteX284" fmla="*/ 6026679 w 7467600"/>
              <a:gd name="connsiteY284" fmla="*/ 6836959 h 6858000"/>
              <a:gd name="connsiteX285" fmla="*/ 5800441 w 7467600"/>
              <a:gd name="connsiteY285" fmla="*/ 6335286 h 6858000"/>
              <a:gd name="connsiteX286" fmla="*/ 5526562 w 7467600"/>
              <a:gd name="connsiteY286" fmla="*/ 5705388 h 6858000"/>
              <a:gd name="connsiteX287" fmla="*/ 5519640 w 7467600"/>
              <a:gd name="connsiteY287" fmla="*/ 5683774 h 6858000"/>
              <a:gd name="connsiteX288" fmla="*/ 5844559 w 7467600"/>
              <a:gd name="connsiteY288" fmla="*/ 6553349 h 6858000"/>
              <a:gd name="connsiteX289" fmla="*/ 5975994 w 7467600"/>
              <a:gd name="connsiteY289" fmla="*/ 6858000 h 6858000"/>
              <a:gd name="connsiteX290" fmla="*/ 5898547 w 7467600"/>
              <a:gd name="connsiteY290" fmla="*/ 6858000 h 6858000"/>
              <a:gd name="connsiteX291" fmla="*/ 5682041 w 7467600"/>
              <a:gd name="connsiteY291" fmla="*/ 6355860 h 6858000"/>
              <a:gd name="connsiteX292" fmla="*/ 5461758 w 7467600"/>
              <a:gd name="connsiteY292" fmla="*/ 5820220 h 6858000"/>
              <a:gd name="connsiteX293" fmla="*/ 5237282 w 7467600"/>
              <a:gd name="connsiteY293" fmla="*/ 6579086 h 6858000"/>
              <a:gd name="connsiteX294" fmla="*/ 5115009 w 7467600"/>
              <a:gd name="connsiteY294" fmla="*/ 6858000 h 6858000"/>
              <a:gd name="connsiteX295" fmla="*/ 5028074 w 7467600"/>
              <a:gd name="connsiteY295" fmla="*/ 6858000 h 6858000"/>
              <a:gd name="connsiteX296" fmla="*/ 5079508 w 7467600"/>
              <a:gd name="connsiteY296" fmla="*/ 6749074 h 6858000"/>
              <a:gd name="connsiteX297" fmla="*/ 5371846 w 7467600"/>
              <a:gd name="connsiteY297" fmla="*/ 5924413 h 6858000"/>
              <a:gd name="connsiteX298" fmla="*/ 5270512 w 7467600"/>
              <a:gd name="connsiteY298" fmla="*/ 6138975 h 6858000"/>
              <a:gd name="connsiteX299" fmla="*/ 5062409 w 7467600"/>
              <a:gd name="connsiteY299" fmla="*/ 6653544 h 6858000"/>
              <a:gd name="connsiteX300" fmla="*/ 5036628 w 7467600"/>
              <a:gd name="connsiteY300" fmla="*/ 6754247 h 6858000"/>
              <a:gd name="connsiteX301" fmla="*/ 5009112 w 7467600"/>
              <a:gd name="connsiteY301" fmla="*/ 6858000 h 6858000"/>
              <a:gd name="connsiteX302" fmla="*/ 4976679 w 7467600"/>
              <a:gd name="connsiteY302" fmla="*/ 6858000 h 6858000"/>
              <a:gd name="connsiteX303" fmla="*/ 5006537 w 7467600"/>
              <a:gd name="connsiteY303" fmla="*/ 6747068 h 6858000"/>
              <a:gd name="connsiteX304" fmla="*/ 5032723 w 7467600"/>
              <a:gd name="connsiteY304" fmla="*/ 6644957 h 6858000"/>
              <a:gd name="connsiteX305" fmla="*/ 5242949 w 7467600"/>
              <a:gd name="connsiteY305" fmla="*/ 6125175 h 6858000"/>
              <a:gd name="connsiteX306" fmla="*/ 5286321 w 7467600"/>
              <a:gd name="connsiteY306" fmla="*/ 6033555 h 6858000"/>
              <a:gd name="connsiteX307" fmla="*/ 5008210 w 7467600"/>
              <a:gd name="connsiteY307" fmla="*/ 6649194 h 6858000"/>
              <a:gd name="connsiteX308" fmla="*/ 4986321 w 7467600"/>
              <a:gd name="connsiteY308" fmla="*/ 6765687 h 6858000"/>
              <a:gd name="connsiteX309" fmla="*/ 4973474 w 7467600"/>
              <a:gd name="connsiteY309" fmla="*/ 6858000 h 6858000"/>
              <a:gd name="connsiteX310" fmla="*/ 4907178 w 7467600"/>
              <a:gd name="connsiteY310" fmla="*/ 6858000 h 6858000"/>
              <a:gd name="connsiteX311" fmla="*/ 4910810 w 7467600"/>
              <a:gd name="connsiteY311" fmla="*/ 6829660 h 6858000"/>
              <a:gd name="connsiteX312" fmla="*/ 4987461 w 7467600"/>
              <a:gd name="connsiteY312" fmla="*/ 6432994 h 6858000"/>
              <a:gd name="connsiteX313" fmla="*/ 5179262 w 7467600"/>
              <a:gd name="connsiteY313" fmla="*/ 6035044 h 6858000"/>
              <a:gd name="connsiteX314" fmla="*/ 4689678 w 7467600"/>
              <a:gd name="connsiteY314" fmla="*/ 6440241 h 6858000"/>
              <a:gd name="connsiteX315" fmla="*/ 4477543 w 7467600"/>
              <a:gd name="connsiteY315" fmla="*/ 6674836 h 6858000"/>
              <a:gd name="connsiteX316" fmla="*/ 4329957 w 7467600"/>
              <a:gd name="connsiteY316" fmla="*/ 6858000 h 6858000"/>
              <a:gd name="connsiteX317" fmla="*/ 4218595 w 7467600"/>
              <a:gd name="connsiteY317" fmla="*/ 6858000 h 6858000"/>
              <a:gd name="connsiteX318" fmla="*/ 4368888 w 7467600"/>
              <a:gd name="connsiteY318" fmla="*/ 6668412 h 6858000"/>
              <a:gd name="connsiteX319" fmla="*/ 4563091 w 7467600"/>
              <a:gd name="connsiteY319" fmla="*/ 6442508 h 6858000"/>
              <a:gd name="connsiteX320" fmla="*/ 5387324 w 7467600"/>
              <a:gd name="connsiteY320" fmla="*/ 5705830 h 6858000"/>
              <a:gd name="connsiteX321" fmla="*/ 5073620 w 7467600"/>
              <a:gd name="connsiteY321" fmla="*/ 5955437 h 6858000"/>
              <a:gd name="connsiteX322" fmla="*/ 4689789 w 7467600"/>
              <a:gd name="connsiteY322" fmla="*/ 6268382 h 6858000"/>
              <a:gd name="connsiteX323" fmla="*/ 4418722 w 7467600"/>
              <a:gd name="connsiteY323" fmla="*/ 6570886 h 6858000"/>
              <a:gd name="connsiteX324" fmla="*/ 4214944 w 7467600"/>
              <a:gd name="connsiteY324" fmla="*/ 6858000 h 6858000"/>
              <a:gd name="connsiteX325" fmla="*/ 4177898 w 7467600"/>
              <a:gd name="connsiteY325" fmla="*/ 6858000 h 6858000"/>
              <a:gd name="connsiteX326" fmla="*/ 4391597 w 7467600"/>
              <a:gd name="connsiteY326" fmla="*/ 6556370 h 6858000"/>
              <a:gd name="connsiteX327" fmla="*/ 4668889 w 7467600"/>
              <a:gd name="connsiteY327" fmla="*/ 6246399 h 6858000"/>
              <a:gd name="connsiteX328" fmla="*/ 5055427 w 7467600"/>
              <a:gd name="connsiteY328" fmla="*/ 5931476 h 6858000"/>
              <a:gd name="connsiteX329" fmla="*/ 5371814 w 7467600"/>
              <a:gd name="connsiteY329" fmla="*/ 5678975 h 6858000"/>
              <a:gd name="connsiteX330" fmla="*/ 4987918 w 7467600"/>
              <a:gd name="connsiteY330" fmla="*/ 5838701 h 6858000"/>
              <a:gd name="connsiteX331" fmla="*/ 4317146 w 7467600"/>
              <a:gd name="connsiteY331" fmla="*/ 6587716 h 6858000"/>
              <a:gd name="connsiteX332" fmla="*/ 4171627 w 7467600"/>
              <a:gd name="connsiteY332" fmla="*/ 6858000 h 6858000"/>
              <a:gd name="connsiteX333" fmla="*/ 4081585 w 7467600"/>
              <a:gd name="connsiteY333" fmla="*/ 6858000 h 6858000"/>
              <a:gd name="connsiteX334" fmla="*/ 4238603 w 7467600"/>
              <a:gd name="connsiteY334" fmla="*/ 6559341 h 6858000"/>
              <a:gd name="connsiteX335" fmla="*/ 4778333 w 7467600"/>
              <a:gd name="connsiteY335" fmla="*/ 5873626 h 6858000"/>
              <a:gd name="connsiteX336" fmla="*/ 5414185 w 7467600"/>
              <a:gd name="connsiteY336" fmla="*/ 5573882 h 6858000"/>
              <a:gd name="connsiteX337" fmla="*/ 5959648 w 7467600"/>
              <a:gd name="connsiteY337" fmla="*/ 4760797 h 6858000"/>
              <a:gd name="connsiteX338" fmla="*/ 5355019 w 7467600"/>
              <a:gd name="connsiteY338" fmla="*/ 4734672 h 6858000"/>
              <a:gd name="connsiteX339" fmla="*/ 5083565 w 7467600"/>
              <a:gd name="connsiteY339" fmla="*/ 5179121 h 6858000"/>
              <a:gd name="connsiteX340" fmla="*/ 4713577 w 7467600"/>
              <a:gd name="connsiteY340" fmla="*/ 5616803 h 6858000"/>
              <a:gd name="connsiteX341" fmla="*/ 3989559 w 7467600"/>
              <a:gd name="connsiteY341" fmla="*/ 6145945 h 6858000"/>
              <a:gd name="connsiteX342" fmla="*/ 3939824 w 7467600"/>
              <a:gd name="connsiteY342" fmla="*/ 6066900 h 6858000"/>
              <a:gd name="connsiteX343" fmla="*/ 4584537 w 7467600"/>
              <a:gd name="connsiteY343" fmla="*/ 5324826 h 6858000"/>
              <a:gd name="connsiteX344" fmla="*/ 5037105 w 7467600"/>
              <a:gd name="connsiteY344" fmla="*/ 5088765 h 6858000"/>
              <a:gd name="connsiteX345" fmla="*/ 5039930 w 7467600"/>
              <a:gd name="connsiteY345" fmla="*/ 5089585 h 6858000"/>
              <a:gd name="connsiteX346" fmla="*/ 5263764 w 7467600"/>
              <a:gd name="connsiteY346" fmla="*/ 4735525 h 6858000"/>
              <a:gd name="connsiteX347" fmla="*/ 4086300 w 7467600"/>
              <a:gd name="connsiteY347" fmla="*/ 4884599 h 6858000"/>
              <a:gd name="connsiteX348" fmla="*/ 4085485 w 7467600"/>
              <a:gd name="connsiteY348" fmla="*/ 4899070 h 6858000"/>
              <a:gd name="connsiteX349" fmla="*/ 3871915 w 7467600"/>
              <a:gd name="connsiteY349" fmla="*/ 5253645 h 6858000"/>
              <a:gd name="connsiteX350" fmla="*/ 3799374 w 7467600"/>
              <a:gd name="connsiteY350" fmla="*/ 5466127 h 6858000"/>
              <a:gd name="connsiteX351" fmla="*/ 3498850 w 7467600"/>
              <a:gd name="connsiteY351" fmla="*/ 6661888 h 6858000"/>
              <a:gd name="connsiteX352" fmla="*/ 3399216 w 7467600"/>
              <a:gd name="connsiteY352" fmla="*/ 6858000 h 6858000"/>
              <a:gd name="connsiteX353" fmla="*/ 3303688 w 7467600"/>
              <a:gd name="connsiteY353" fmla="*/ 6858000 h 6858000"/>
              <a:gd name="connsiteX354" fmla="*/ 3391774 w 7467600"/>
              <a:gd name="connsiteY354" fmla="*/ 6697181 h 6858000"/>
              <a:gd name="connsiteX355" fmla="*/ 3735540 w 7467600"/>
              <a:gd name="connsiteY355" fmla="*/ 5546923 h 6858000"/>
              <a:gd name="connsiteX356" fmla="*/ 3729438 w 7467600"/>
              <a:gd name="connsiteY356" fmla="*/ 5569058 h 6858000"/>
              <a:gd name="connsiteX357" fmla="*/ 3707782 w 7467600"/>
              <a:gd name="connsiteY357" fmla="*/ 5644908 h 6858000"/>
              <a:gd name="connsiteX358" fmla="*/ 3583827 w 7467600"/>
              <a:gd name="connsiteY358" fmla="*/ 6039215 h 6858000"/>
              <a:gd name="connsiteX359" fmla="*/ 3547861 w 7467600"/>
              <a:gd name="connsiteY359" fmla="*/ 6129609 h 6858000"/>
              <a:gd name="connsiteX360" fmla="*/ 3490905 w 7467600"/>
              <a:gd name="connsiteY360" fmla="*/ 6277660 h 6858000"/>
              <a:gd name="connsiteX361" fmla="*/ 3455859 w 7467600"/>
              <a:gd name="connsiteY361" fmla="*/ 6391301 h 6858000"/>
              <a:gd name="connsiteX362" fmla="*/ 3429112 w 7467600"/>
              <a:gd name="connsiteY362" fmla="*/ 6479469 h 6858000"/>
              <a:gd name="connsiteX363" fmla="*/ 3304862 w 7467600"/>
              <a:gd name="connsiteY363" fmla="*/ 6796476 h 6858000"/>
              <a:gd name="connsiteX364" fmla="*/ 3276071 w 7467600"/>
              <a:gd name="connsiteY364" fmla="*/ 6858000 h 6858000"/>
              <a:gd name="connsiteX365" fmla="*/ 3240805 w 7467600"/>
              <a:gd name="connsiteY365" fmla="*/ 6858000 h 6858000"/>
              <a:gd name="connsiteX366" fmla="*/ 3275917 w 7467600"/>
              <a:gd name="connsiteY366" fmla="*/ 6783192 h 6858000"/>
              <a:gd name="connsiteX367" fmla="*/ 3399358 w 7467600"/>
              <a:gd name="connsiteY367" fmla="*/ 6469011 h 6858000"/>
              <a:gd name="connsiteX368" fmla="*/ 3425650 w 7467600"/>
              <a:gd name="connsiteY368" fmla="*/ 6381333 h 6858000"/>
              <a:gd name="connsiteX369" fmla="*/ 3460661 w 7467600"/>
              <a:gd name="connsiteY369" fmla="*/ 6266763 h 6858000"/>
              <a:gd name="connsiteX370" fmla="*/ 3518021 w 7467600"/>
              <a:gd name="connsiteY370" fmla="*/ 6117298 h 6858000"/>
              <a:gd name="connsiteX371" fmla="*/ 3554035 w 7467600"/>
              <a:gd name="connsiteY371" fmla="*/ 6027832 h 6858000"/>
              <a:gd name="connsiteX372" fmla="*/ 3677174 w 7467600"/>
              <a:gd name="connsiteY372" fmla="*/ 5636351 h 6858000"/>
              <a:gd name="connsiteX373" fmla="*/ 3698819 w 7467600"/>
              <a:gd name="connsiteY373" fmla="*/ 5560503 h 6858000"/>
              <a:gd name="connsiteX374" fmla="*/ 3702094 w 7467600"/>
              <a:gd name="connsiteY374" fmla="*/ 5549194 h 6858000"/>
              <a:gd name="connsiteX375" fmla="*/ 3398355 w 7467600"/>
              <a:gd name="connsiteY375" fmla="*/ 6094603 h 6858000"/>
              <a:gd name="connsiteX376" fmla="*/ 3193941 w 7467600"/>
              <a:gd name="connsiteY376" fmla="*/ 6798775 h 6858000"/>
              <a:gd name="connsiteX377" fmla="*/ 3184140 w 7467600"/>
              <a:gd name="connsiteY377" fmla="*/ 6858000 h 6858000"/>
              <a:gd name="connsiteX378" fmla="*/ 3099978 w 7467600"/>
              <a:gd name="connsiteY378" fmla="*/ 6858000 h 6858000"/>
              <a:gd name="connsiteX379" fmla="*/ 3101556 w 7467600"/>
              <a:gd name="connsiteY379" fmla="*/ 6843337 h 6858000"/>
              <a:gd name="connsiteX380" fmla="*/ 3370162 w 7467600"/>
              <a:gd name="connsiteY380" fmla="*/ 5785550 h 6858000"/>
              <a:gd name="connsiteX381" fmla="*/ 3746477 w 7467600"/>
              <a:gd name="connsiteY381" fmla="*/ 5377889 h 6858000"/>
              <a:gd name="connsiteX382" fmla="*/ 3863399 w 7467600"/>
              <a:gd name="connsiteY382" fmla="*/ 5087257 h 6858000"/>
              <a:gd name="connsiteX383" fmla="*/ 3968712 w 7467600"/>
              <a:gd name="connsiteY383" fmla="*/ 4913989 h 6858000"/>
              <a:gd name="connsiteX384" fmla="*/ 2792390 w 7467600"/>
              <a:gd name="connsiteY384" fmla="*/ 5382974 h 6858000"/>
              <a:gd name="connsiteX385" fmla="*/ 2714982 w 7467600"/>
              <a:gd name="connsiteY385" fmla="*/ 5427051 h 6858000"/>
              <a:gd name="connsiteX386" fmla="*/ 2813361 w 7467600"/>
              <a:gd name="connsiteY386" fmla="*/ 6023912 h 6858000"/>
              <a:gd name="connsiteX387" fmla="*/ 2688430 w 7467600"/>
              <a:gd name="connsiteY387" fmla="*/ 6801564 h 6858000"/>
              <a:gd name="connsiteX388" fmla="*/ 2629626 w 7467600"/>
              <a:gd name="connsiteY388" fmla="*/ 6763394 h 6858000"/>
              <a:gd name="connsiteX389" fmla="*/ 2565328 w 7467600"/>
              <a:gd name="connsiteY389" fmla="*/ 5516399 h 6858000"/>
              <a:gd name="connsiteX390" fmla="*/ 1922999 w 7467600"/>
              <a:gd name="connsiteY390" fmla="*/ 5980343 h 6858000"/>
              <a:gd name="connsiteX391" fmla="*/ 1950261 w 7467600"/>
              <a:gd name="connsiteY391" fmla="*/ 6405858 h 6858000"/>
              <a:gd name="connsiteX392" fmla="*/ 2365554 w 7467600"/>
              <a:gd name="connsiteY392" fmla="*/ 6759107 h 6858000"/>
              <a:gd name="connsiteX393" fmla="*/ 2424142 w 7467600"/>
              <a:gd name="connsiteY393" fmla="*/ 6858000 h 6858000"/>
              <a:gd name="connsiteX394" fmla="*/ 2395994 w 7467600"/>
              <a:gd name="connsiteY394" fmla="*/ 6858000 h 6858000"/>
              <a:gd name="connsiteX395" fmla="*/ 2392863 w 7467600"/>
              <a:gd name="connsiteY395" fmla="*/ 6852964 h 6858000"/>
              <a:gd name="connsiteX396" fmla="*/ 2017589 w 7467600"/>
              <a:gd name="connsiteY396" fmla="*/ 6493982 h 6858000"/>
              <a:gd name="connsiteX397" fmla="*/ 2147336 w 7467600"/>
              <a:gd name="connsiteY397" fmla="*/ 6594052 h 6858000"/>
              <a:gd name="connsiteX398" fmla="*/ 2207047 w 7467600"/>
              <a:gd name="connsiteY398" fmla="*/ 6654540 h 6858000"/>
              <a:gd name="connsiteX399" fmla="*/ 2299106 w 7467600"/>
              <a:gd name="connsiteY399" fmla="*/ 6778931 h 6858000"/>
              <a:gd name="connsiteX400" fmla="*/ 2314430 w 7467600"/>
              <a:gd name="connsiteY400" fmla="*/ 6801144 h 6858000"/>
              <a:gd name="connsiteX401" fmla="*/ 2352406 w 7467600"/>
              <a:gd name="connsiteY401" fmla="*/ 6858000 h 6858000"/>
              <a:gd name="connsiteX402" fmla="*/ 2314492 w 7467600"/>
              <a:gd name="connsiteY402" fmla="*/ 6858000 h 6858000"/>
              <a:gd name="connsiteX403" fmla="*/ 2288095 w 7467600"/>
              <a:gd name="connsiteY403" fmla="*/ 6818030 h 6858000"/>
              <a:gd name="connsiteX404" fmla="*/ 2272768 w 7467600"/>
              <a:gd name="connsiteY404" fmla="*/ 6795822 h 6858000"/>
              <a:gd name="connsiteX405" fmla="*/ 2182715 w 7467600"/>
              <a:gd name="connsiteY405" fmla="*/ 6675071 h 6858000"/>
              <a:gd name="connsiteX406" fmla="*/ 2032061 w 7467600"/>
              <a:gd name="connsiteY406" fmla="*/ 6541380 h 6858000"/>
              <a:gd name="connsiteX407" fmla="*/ 2257220 w 7467600"/>
              <a:gd name="connsiteY407" fmla="*/ 6826257 h 6858000"/>
              <a:gd name="connsiteX408" fmla="*/ 2281324 w 7467600"/>
              <a:gd name="connsiteY408" fmla="*/ 6858000 h 6858000"/>
              <a:gd name="connsiteX409" fmla="*/ 2242860 w 7467600"/>
              <a:gd name="connsiteY409" fmla="*/ 6858000 h 6858000"/>
              <a:gd name="connsiteX410" fmla="*/ 2232818 w 7467600"/>
              <a:gd name="connsiteY410" fmla="*/ 6844926 h 6858000"/>
              <a:gd name="connsiteX411" fmla="*/ 1990172 w 7467600"/>
              <a:gd name="connsiteY411" fmla="*/ 6542121 h 6858000"/>
              <a:gd name="connsiteX412" fmla="*/ 2124090 w 7467600"/>
              <a:gd name="connsiteY412" fmla="*/ 6761017 h 6858000"/>
              <a:gd name="connsiteX413" fmla="*/ 2200380 w 7467600"/>
              <a:gd name="connsiteY413" fmla="*/ 6858000 h 6858000"/>
              <a:gd name="connsiteX414" fmla="*/ 2147507 w 7467600"/>
              <a:gd name="connsiteY414" fmla="*/ 6858000 h 6858000"/>
              <a:gd name="connsiteX415" fmla="*/ 2070668 w 7467600"/>
              <a:gd name="connsiteY415" fmla="*/ 6761520 h 6858000"/>
              <a:gd name="connsiteX416" fmla="*/ 1975142 w 7467600"/>
              <a:gd name="connsiteY416" fmla="*/ 6585570 h 6858000"/>
              <a:gd name="connsiteX417" fmla="*/ 2050035 w 7467600"/>
              <a:gd name="connsiteY417" fmla="*/ 6813345 h 6858000"/>
              <a:gd name="connsiteX418" fmla="*/ 2063025 w 7467600"/>
              <a:gd name="connsiteY418" fmla="*/ 6858000 h 6858000"/>
              <a:gd name="connsiteX419" fmla="*/ 2021675 w 7467600"/>
              <a:gd name="connsiteY419" fmla="*/ 6858000 h 6858000"/>
              <a:gd name="connsiteX420" fmla="*/ 2019308 w 7467600"/>
              <a:gd name="connsiteY420" fmla="*/ 6847118 h 6858000"/>
              <a:gd name="connsiteX421" fmla="*/ 1938835 w 7467600"/>
              <a:gd name="connsiteY421" fmla="*/ 6551160 h 6858000"/>
              <a:gd name="connsiteX422" fmla="*/ 1953230 w 7467600"/>
              <a:gd name="connsiteY422" fmla="*/ 6759699 h 6858000"/>
              <a:gd name="connsiteX423" fmla="*/ 1956763 w 7467600"/>
              <a:gd name="connsiteY423" fmla="*/ 6778191 h 6858000"/>
              <a:gd name="connsiteX424" fmla="*/ 1967925 w 7467600"/>
              <a:gd name="connsiteY424" fmla="*/ 6858000 h 6858000"/>
              <a:gd name="connsiteX425" fmla="*/ 1936622 w 7467600"/>
              <a:gd name="connsiteY425" fmla="*/ 6858000 h 6858000"/>
              <a:gd name="connsiteX426" fmla="*/ 1926261 w 7467600"/>
              <a:gd name="connsiteY426" fmla="*/ 6784064 h 6858000"/>
              <a:gd name="connsiteX427" fmla="*/ 1922724 w 7467600"/>
              <a:gd name="connsiteY427" fmla="*/ 6765577 h 6858000"/>
              <a:gd name="connsiteX428" fmla="*/ 1904650 w 7467600"/>
              <a:gd name="connsiteY428" fmla="*/ 6639616 h 6858000"/>
              <a:gd name="connsiteX429" fmla="*/ 1885273 w 7467600"/>
              <a:gd name="connsiteY429" fmla="*/ 6858000 h 6858000"/>
              <a:gd name="connsiteX430" fmla="*/ 1854363 w 7467600"/>
              <a:gd name="connsiteY430" fmla="*/ 6858000 h 6858000"/>
              <a:gd name="connsiteX431" fmla="*/ 1880391 w 7467600"/>
              <a:gd name="connsiteY431" fmla="*/ 6603796 h 6858000"/>
              <a:gd name="connsiteX432" fmla="*/ 1818273 w 7467600"/>
              <a:gd name="connsiteY432" fmla="*/ 6715729 h 6858000"/>
              <a:gd name="connsiteX433" fmla="*/ 1794691 w 7467600"/>
              <a:gd name="connsiteY433" fmla="*/ 6843239 h 6858000"/>
              <a:gd name="connsiteX434" fmla="*/ 1794914 w 7467600"/>
              <a:gd name="connsiteY434" fmla="*/ 6858000 h 6858000"/>
              <a:gd name="connsiteX435" fmla="*/ 1746128 w 7467600"/>
              <a:gd name="connsiteY435" fmla="*/ 6858000 h 6858000"/>
              <a:gd name="connsiteX436" fmla="*/ 1753934 w 7467600"/>
              <a:gd name="connsiteY436" fmla="*/ 6724796 h 6858000"/>
              <a:gd name="connsiteX437" fmla="*/ 1792053 w 7467600"/>
              <a:gd name="connsiteY437" fmla="*/ 6572396 h 6858000"/>
              <a:gd name="connsiteX438" fmla="*/ 1862248 w 7467600"/>
              <a:gd name="connsiteY438" fmla="*/ 6266397 h 6858000"/>
              <a:gd name="connsiteX439" fmla="*/ 1862250 w 7467600"/>
              <a:gd name="connsiteY439" fmla="*/ 6033531 h 6858000"/>
              <a:gd name="connsiteX440" fmla="*/ 1211999 w 7467600"/>
              <a:gd name="connsiteY440" fmla="*/ 6683610 h 6858000"/>
              <a:gd name="connsiteX441" fmla="*/ 1213266 w 7467600"/>
              <a:gd name="connsiteY441" fmla="*/ 6691947 h 6858000"/>
              <a:gd name="connsiteX442" fmla="*/ 1203370 w 7467600"/>
              <a:gd name="connsiteY442" fmla="*/ 6850676 h 6858000"/>
              <a:gd name="connsiteX443" fmla="*/ 1203671 w 7467600"/>
              <a:gd name="connsiteY443" fmla="*/ 6858000 h 6858000"/>
              <a:gd name="connsiteX444" fmla="*/ 1143180 w 7467600"/>
              <a:gd name="connsiteY444" fmla="*/ 6858000 h 6858000"/>
              <a:gd name="connsiteX445" fmla="*/ 1142176 w 7467600"/>
              <a:gd name="connsiteY445" fmla="*/ 6766045 h 6858000"/>
              <a:gd name="connsiteX446" fmla="*/ 1067484 w 7467600"/>
              <a:gd name="connsiteY446" fmla="*/ 6858000 h 6858000"/>
              <a:gd name="connsiteX447" fmla="*/ 953928 w 7467600"/>
              <a:gd name="connsiteY447" fmla="*/ 6858000 h 6858000"/>
              <a:gd name="connsiteX448" fmla="*/ 959715 w 7467600"/>
              <a:gd name="connsiteY448" fmla="*/ 6850185 h 6858000"/>
              <a:gd name="connsiteX449" fmla="*/ 1483788 w 7467600"/>
              <a:gd name="connsiteY449" fmla="*/ 6259174 h 6858000"/>
              <a:gd name="connsiteX450" fmla="*/ 1100671 w 7467600"/>
              <a:gd name="connsiteY450" fmla="*/ 6252137 h 6858000"/>
              <a:gd name="connsiteX451" fmla="*/ 1090144 w 7467600"/>
              <a:gd name="connsiteY451" fmla="*/ 6256748 h 6858000"/>
              <a:gd name="connsiteX452" fmla="*/ 1095872 w 7467600"/>
              <a:gd name="connsiteY452" fmla="*/ 6271892 h 6858000"/>
              <a:gd name="connsiteX453" fmla="*/ 262785 w 7467600"/>
              <a:gd name="connsiteY453" fmla="*/ 6845450 h 6858000"/>
              <a:gd name="connsiteX454" fmla="*/ 209968 w 7467600"/>
              <a:gd name="connsiteY454" fmla="*/ 6770713 h 6858000"/>
              <a:gd name="connsiteX455" fmla="*/ 873460 w 7467600"/>
              <a:gd name="connsiteY455" fmla="*/ 6253768 h 6858000"/>
              <a:gd name="connsiteX456" fmla="*/ 192686 w 7467600"/>
              <a:gd name="connsiteY456" fmla="*/ 5849257 h 6858000"/>
              <a:gd name="connsiteX457" fmla="*/ 4696 w 7467600"/>
              <a:gd name="connsiteY457" fmla="*/ 5697668 h 6858000"/>
              <a:gd name="connsiteX458" fmla="*/ 0 w 7467600"/>
              <a:gd name="connsiteY458" fmla="*/ 5689984 h 6858000"/>
              <a:gd name="connsiteX459" fmla="*/ 0 w 7467600"/>
              <a:gd name="connsiteY459" fmla="*/ 5513472 h 6858000"/>
              <a:gd name="connsiteX460" fmla="*/ 174101 w 7467600"/>
              <a:gd name="connsiteY460" fmla="*/ 5620277 h 6858000"/>
              <a:gd name="connsiteX461" fmla="*/ 891800 w 7467600"/>
              <a:gd name="connsiteY461" fmla="*/ 6036935 h 6858000"/>
              <a:gd name="connsiteX462" fmla="*/ 1072219 w 7467600"/>
              <a:gd name="connsiteY462" fmla="*/ 6169443 h 6858000"/>
              <a:gd name="connsiteX463" fmla="*/ 1074117 w 7467600"/>
              <a:gd name="connsiteY463" fmla="*/ 6170301 h 6858000"/>
              <a:gd name="connsiteX464" fmla="*/ 1083114 w 7467600"/>
              <a:gd name="connsiteY464" fmla="*/ 6174131 h 6858000"/>
              <a:gd name="connsiteX465" fmla="*/ 1543010 w 7467600"/>
              <a:gd name="connsiteY465" fmla="*/ 6191140 h 6858000"/>
              <a:gd name="connsiteX466" fmla="*/ 1551080 w 7467600"/>
              <a:gd name="connsiteY466" fmla="*/ 6195006 h 6858000"/>
              <a:gd name="connsiteX467" fmla="*/ 2345443 w 7467600"/>
              <a:gd name="connsiteY467" fmla="*/ 5549882 h 6858000"/>
              <a:gd name="connsiteX468" fmla="*/ 1721499 w 7467600"/>
              <a:gd name="connsiteY468" fmla="*/ 5599969 h 6858000"/>
              <a:gd name="connsiteX469" fmla="*/ 767716 w 7467600"/>
              <a:gd name="connsiteY469" fmla="*/ 5472768 h 6858000"/>
              <a:gd name="connsiteX470" fmla="*/ 722147 w 7467600"/>
              <a:gd name="connsiteY470" fmla="*/ 5393091 h 6858000"/>
              <a:gd name="connsiteX471" fmla="*/ 1485552 w 7467600"/>
              <a:gd name="connsiteY471" fmla="*/ 5313202 h 6858000"/>
              <a:gd name="connsiteX472" fmla="*/ 2143004 w 7467600"/>
              <a:gd name="connsiteY472" fmla="*/ 5402420 h 6858000"/>
              <a:gd name="connsiteX473" fmla="*/ 1933391 w 7467600"/>
              <a:gd name="connsiteY473" fmla="*/ 5156971 h 6858000"/>
              <a:gd name="connsiteX474" fmla="*/ 1827118 w 7467600"/>
              <a:gd name="connsiteY474" fmla="*/ 4968410 h 6858000"/>
              <a:gd name="connsiteX475" fmla="*/ 1837349 w 7467600"/>
              <a:gd name="connsiteY475" fmla="*/ 4956357 h 6858000"/>
              <a:gd name="connsiteX476" fmla="*/ 2162835 w 7467600"/>
              <a:gd name="connsiteY476" fmla="*/ 5187853 h 6858000"/>
              <a:gd name="connsiteX477" fmla="*/ 2257167 w 7467600"/>
              <a:gd name="connsiteY477" fmla="*/ 5462123 h 6858000"/>
              <a:gd name="connsiteX478" fmla="*/ 2261598 w 7467600"/>
              <a:gd name="connsiteY478" fmla="*/ 5467998 h 6858000"/>
              <a:gd name="connsiteX479" fmla="*/ 2437177 w 7467600"/>
              <a:gd name="connsiteY479" fmla="*/ 5479608 h 6858000"/>
              <a:gd name="connsiteX480" fmla="*/ 2445247 w 7467600"/>
              <a:gd name="connsiteY480" fmla="*/ 5483476 h 6858000"/>
              <a:gd name="connsiteX481" fmla="*/ 2743626 w 7467600"/>
              <a:gd name="connsiteY481" fmla="*/ 5304819 h 6858000"/>
              <a:gd name="connsiteX482" fmla="*/ 3048102 w 7467600"/>
              <a:gd name="connsiteY482" fmla="*/ 5150595 h 6858000"/>
              <a:gd name="connsiteX483" fmla="*/ 1799414 w 7467600"/>
              <a:gd name="connsiteY483" fmla="*/ 4694732 h 6858000"/>
              <a:gd name="connsiteX484" fmla="*/ 1771735 w 7467600"/>
              <a:gd name="connsiteY484" fmla="*/ 4619929 h 6858000"/>
              <a:gd name="connsiteX485" fmla="*/ 3104273 w 7467600"/>
              <a:gd name="connsiteY485" fmla="*/ 5076159 h 6858000"/>
              <a:gd name="connsiteX486" fmla="*/ 3113245 w 7467600"/>
              <a:gd name="connsiteY486" fmla="*/ 5090705 h 6858000"/>
              <a:gd name="connsiteX487" fmla="*/ 3126294 w 7467600"/>
              <a:gd name="connsiteY487" fmla="*/ 5114400 h 6858000"/>
              <a:gd name="connsiteX488" fmla="*/ 3937433 w 7467600"/>
              <a:gd name="connsiteY488" fmla="*/ 4830473 h 6858000"/>
              <a:gd name="connsiteX489" fmla="*/ 3590475 w 7467600"/>
              <a:gd name="connsiteY489" fmla="*/ 4597974 h 6858000"/>
              <a:gd name="connsiteX490" fmla="*/ 3100264 w 7467600"/>
              <a:gd name="connsiteY490" fmla="*/ 4579845 h 6858000"/>
              <a:gd name="connsiteX491" fmla="*/ 2183576 w 7467600"/>
              <a:gd name="connsiteY491" fmla="*/ 4227150 h 6858000"/>
              <a:gd name="connsiteX492" fmla="*/ 2151029 w 7467600"/>
              <a:gd name="connsiteY492" fmla="*/ 4146947 h 6858000"/>
              <a:gd name="connsiteX493" fmla="*/ 3563434 w 7467600"/>
              <a:gd name="connsiteY493" fmla="*/ 4469115 h 6858000"/>
              <a:gd name="connsiteX494" fmla="*/ 3177952 w 7467600"/>
              <a:gd name="connsiteY494" fmla="*/ 3657386 h 6858000"/>
              <a:gd name="connsiteX495" fmla="*/ 3189263 w 7467600"/>
              <a:gd name="connsiteY495" fmla="*/ 3625726 h 6858000"/>
              <a:gd name="connsiteX496" fmla="*/ 3560912 w 7467600"/>
              <a:gd name="connsiteY496" fmla="*/ 4079863 h 6858000"/>
              <a:gd name="connsiteX497" fmla="*/ 3626636 w 7467600"/>
              <a:gd name="connsiteY497" fmla="*/ 4512230 h 6858000"/>
              <a:gd name="connsiteX498" fmla="*/ 3653088 w 7467600"/>
              <a:gd name="connsiteY498" fmla="*/ 4521417 h 6858000"/>
              <a:gd name="connsiteX499" fmla="*/ 3988128 w 7467600"/>
              <a:gd name="connsiteY499" fmla="*/ 4817267 h 6858000"/>
              <a:gd name="connsiteX500" fmla="*/ 4830582 w 7467600"/>
              <a:gd name="connsiteY500" fmla="*/ 4676000 h 6858000"/>
              <a:gd name="connsiteX501" fmla="*/ 4830100 w 7467600"/>
              <a:gd name="connsiteY501" fmla="*/ 4675554 h 6858000"/>
              <a:gd name="connsiteX502" fmla="*/ 4036318 w 7467600"/>
              <a:gd name="connsiteY502" fmla="*/ 4147013 h 6858000"/>
              <a:gd name="connsiteX503" fmla="*/ 3432098 w 7467600"/>
              <a:gd name="connsiteY503" fmla="*/ 3537312 h 6858000"/>
              <a:gd name="connsiteX504" fmla="*/ 3446761 w 7467600"/>
              <a:gd name="connsiteY504" fmla="*/ 3461278 h 6858000"/>
              <a:gd name="connsiteX505" fmla="*/ 4419733 w 7467600"/>
              <a:gd name="connsiteY505" fmla="*/ 3963555 h 6858000"/>
              <a:gd name="connsiteX506" fmla="*/ 4781371 w 7467600"/>
              <a:gd name="connsiteY506" fmla="*/ 4458604 h 6858000"/>
              <a:gd name="connsiteX507" fmla="*/ 4780440 w 7467600"/>
              <a:gd name="connsiteY507" fmla="*/ 4470290 h 6858000"/>
              <a:gd name="connsiteX508" fmla="*/ 4898954 w 7467600"/>
              <a:gd name="connsiteY508" fmla="*/ 4662092 h 6858000"/>
              <a:gd name="connsiteX509" fmla="*/ 4900699 w 7467600"/>
              <a:gd name="connsiteY509" fmla="*/ 4670867 h 6858000"/>
              <a:gd name="connsiteX510" fmla="*/ 5714511 w 7467600"/>
              <a:gd name="connsiteY510" fmla="*/ 4663483 h 6858000"/>
              <a:gd name="connsiteX511" fmla="*/ 5464793 w 7467600"/>
              <a:gd name="connsiteY511" fmla="*/ 4393556 h 6858000"/>
              <a:gd name="connsiteX512" fmla="*/ 5461897 w 7467600"/>
              <a:gd name="connsiteY512" fmla="*/ 4390879 h 6858000"/>
              <a:gd name="connsiteX513" fmla="*/ 4294126 w 7467600"/>
              <a:gd name="connsiteY513" fmla="*/ 3303048 h 6858000"/>
              <a:gd name="connsiteX514" fmla="*/ 4305321 w 7467600"/>
              <a:gd name="connsiteY514" fmla="*/ 3256953 h 6858000"/>
              <a:gd name="connsiteX515" fmla="*/ 4949299 w 7467600"/>
              <a:gd name="connsiteY515" fmla="*/ 3766336 h 6858000"/>
              <a:gd name="connsiteX516" fmla="*/ 5291452 w 7467600"/>
              <a:gd name="connsiteY516" fmla="*/ 4076801 h 6858000"/>
              <a:gd name="connsiteX517" fmla="*/ 5434998 w 7467600"/>
              <a:gd name="connsiteY517" fmla="*/ 4254100 h 6858000"/>
              <a:gd name="connsiteX518" fmla="*/ 5351015 w 7467600"/>
              <a:gd name="connsiteY518" fmla="*/ 3760989 h 6858000"/>
              <a:gd name="connsiteX519" fmla="*/ 5413780 w 7467600"/>
              <a:gd name="connsiteY519" fmla="*/ 2966265 h 6858000"/>
              <a:gd name="connsiteX520" fmla="*/ 5425627 w 7467600"/>
              <a:gd name="connsiteY520" fmla="*/ 2954192 h 6858000"/>
              <a:gd name="connsiteX521" fmla="*/ 6604735 w 7467600"/>
              <a:gd name="connsiteY521" fmla="*/ 2041381 h 6858000"/>
              <a:gd name="connsiteX522" fmla="*/ 7204487 w 7467600"/>
              <a:gd name="connsiteY522" fmla="*/ 2742112 h 6858000"/>
              <a:gd name="connsiteX523" fmla="*/ 7131592 w 7467600"/>
              <a:gd name="connsiteY523" fmla="*/ 2672096 h 6858000"/>
              <a:gd name="connsiteX524" fmla="*/ 6996344 w 7467600"/>
              <a:gd name="connsiteY524" fmla="*/ 2518310 h 6858000"/>
              <a:gd name="connsiteX525" fmla="*/ 6735495 w 7467600"/>
              <a:gd name="connsiteY525" fmla="*/ 2196890 h 6858000"/>
              <a:gd name="connsiteX526" fmla="*/ 6721901 w 7467600"/>
              <a:gd name="connsiteY526" fmla="*/ 2179274 h 6858000"/>
              <a:gd name="connsiteX527" fmla="*/ 6604735 w 7467600"/>
              <a:gd name="connsiteY527" fmla="*/ 2041381 h 6858000"/>
              <a:gd name="connsiteX528" fmla="*/ 6591670 w 7467600"/>
              <a:gd name="connsiteY528" fmla="*/ 1988277 h 6858000"/>
              <a:gd name="connsiteX529" fmla="*/ 6747349 w 7467600"/>
              <a:gd name="connsiteY529" fmla="*/ 2160069 h 6858000"/>
              <a:gd name="connsiteX530" fmla="*/ 6760943 w 7467600"/>
              <a:gd name="connsiteY530" fmla="*/ 2177686 h 6858000"/>
              <a:gd name="connsiteX531" fmla="*/ 7021065 w 7467600"/>
              <a:gd name="connsiteY531" fmla="*/ 2498102 h 6858000"/>
              <a:gd name="connsiteX532" fmla="*/ 7155223 w 7467600"/>
              <a:gd name="connsiteY532" fmla="*/ 2650386 h 6858000"/>
              <a:gd name="connsiteX533" fmla="*/ 7203167 w 7467600"/>
              <a:gd name="connsiteY533" fmla="*/ 2697288 h 6858000"/>
              <a:gd name="connsiteX534" fmla="*/ 6937703 w 7467600"/>
              <a:gd name="connsiteY534" fmla="*/ 2321981 h 6858000"/>
              <a:gd name="connsiteX535" fmla="*/ 6591670 w 7467600"/>
              <a:gd name="connsiteY535" fmla="*/ 1988277 h 6858000"/>
              <a:gd name="connsiteX536" fmla="*/ 5798671 w 7467600"/>
              <a:gd name="connsiteY536" fmla="*/ 1981601 h 6858000"/>
              <a:gd name="connsiteX537" fmla="*/ 5754709 w 7467600"/>
              <a:gd name="connsiteY537" fmla="*/ 2071454 h 6858000"/>
              <a:gd name="connsiteX538" fmla="*/ 5763044 w 7467600"/>
              <a:gd name="connsiteY538" fmla="*/ 2842206 h 6858000"/>
              <a:gd name="connsiteX539" fmla="*/ 5764974 w 7467600"/>
              <a:gd name="connsiteY539" fmla="*/ 2799609 h 6858000"/>
              <a:gd name="connsiteX540" fmla="*/ 5767665 w 7467600"/>
              <a:gd name="connsiteY540" fmla="*/ 2666409 h 6858000"/>
              <a:gd name="connsiteX541" fmla="*/ 5763055 w 7467600"/>
              <a:gd name="connsiteY541" fmla="*/ 2579705 h 6858000"/>
              <a:gd name="connsiteX542" fmla="*/ 5758079 w 7467600"/>
              <a:gd name="connsiteY542" fmla="*/ 2492508 h 6858000"/>
              <a:gd name="connsiteX543" fmla="*/ 5779325 w 7467600"/>
              <a:gd name="connsiteY543" fmla="*/ 2197069 h 6858000"/>
              <a:gd name="connsiteX544" fmla="*/ 5798671 w 7467600"/>
              <a:gd name="connsiteY544" fmla="*/ 1981601 h 6858000"/>
              <a:gd name="connsiteX545" fmla="*/ 5829202 w 7467600"/>
              <a:gd name="connsiteY545" fmla="*/ 1971679 h 6858000"/>
              <a:gd name="connsiteX546" fmla="*/ 5809558 w 7467600"/>
              <a:gd name="connsiteY546" fmla="*/ 2198043 h 6858000"/>
              <a:gd name="connsiteX547" fmla="*/ 5788653 w 7467600"/>
              <a:gd name="connsiteY547" fmla="*/ 2489430 h 6858000"/>
              <a:gd name="connsiteX548" fmla="*/ 5793439 w 7467600"/>
              <a:gd name="connsiteY548" fmla="*/ 2575235 h 6858000"/>
              <a:gd name="connsiteX549" fmla="*/ 5796837 w 7467600"/>
              <a:gd name="connsiteY549" fmla="*/ 2637633 h 6858000"/>
              <a:gd name="connsiteX550" fmla="*/ 5818614 w 7467600"/>
              <a:gd name="connsiteY550" fmla="*/ 2473055 h 6858000"/>
              <a:gd name="connsiteX551" fmla="*/ 5829202 w 7467600"/>
              <a:gd name="connsiteY551" fmla="*/ 1971679 h 6858000"/>
              <a:gd name="connsiteX552" fmla="*/ 5911389 w 7467600"/>
              <a:gd name="connsiteY552" fmla="*/ 1898371 h 6858000"/>
              <a:gd name="connsiteX553" fmla="*/ 6237627 w 7467600"/>
              <a:gd name="connsiteY553" fmla="*/ 2231921 h 6858000"/>
              <a:gd name="connsiteX554" fmla="*/ 5911389 w 7467600"/>
              <a:gd name="connsiteY554" fmla="*/ 1898371 h 6858000"/>
              <a:gd name="connsiteX555" fmla="*/ 6944437 w 7467600"/>
              <a:gd name="connsiteY555" fmla="*/ 1575402 h 6858000"/>
              <a:gd name="connsiteX556" fmla="*/ 6304730 w 7467600"/>
              <a:gd name="connsiteY556" fmla="*/ 1766654 h 6858000"/>
              <a:gd name="connsiteX557" fmla="*/ 6944437 w 7467600"/>
              <a:gd name="connsiteY557" fmla="*/ 1575402 h 6858000"/>
              <a:gd name="connsiteX558" fmla="*/ 7019523 w 7467600"/>
              <a:gd name="connsiteY558" fmla="*/ 1519450 h 6858000"/>
              <a:gd name="connsiteX559" fmla="*/ 6298091 w 7467600"/>
              <a:gd name="connsiteY559" fmla="*/ 1737122 h 6858000"/>
              <a:gd name="connsiteX560" fmla="*/ 7019523 w 7467600"/>
              <a:gd name="connsiteY560" fmla="*/ 1519450 h 6858000"/>
              <a:gd name="connsiteX561" fmla="*/ 2399523 w 7467600"/>
              <a:gd name="connsiteY561" fmla="*/ 1428234 h 6858000"/>
              <a:gd name="connsiteX562" fmla="*/ 2224982 w 7467600"/>
              <a:gd name="connsiteY562" fmla="*/ 1826201 h 6858000"/>
              <a:gd name="connsiteX563" fmla="*/ 2096099 w 7467600"/>
              <a:gd name="connsiteY563" fmla="*/ 2345900 h 6858000"/>
              <a:gd name="connsiteX564" fmla="*/ 2283317 w 7467600"/>
              <a:gd name="connsiteY564" fmla="*/ 1796925 h 6858000"/>
              <a:gd name="connsiteX565" fmla="*/ 2399523 w 7467600"/>
              <a:gd name="connsiteY565" fmla="*/ 1428234 h 6858000"/>
              <a:gd name="connsiteX566" fmla="*/ 2448558 w 7467600"/>
              <a:gd name="connsiteY566" fmla="*/ 1373435 h 6858000"/>
              <a:gd name="connsiteX567" fmla="*/ 2312521 w 7467600"/>
              <a:gd name="connsiteY567" fmla="*/ 1806140 h 6858000"/>
              <a:gd name="connsiteX568" fmla="*/ 2127533 w 7467600"/>
              <a:gd name="connsiteY568" fmla="*/ 2348380 h 6858000"/>
              <a:gd name="connsiteX569" fmla="*/ 2358080 w 7467600"/>
              <a:gd name="connsiteY569" fmla="*/ 1866134 h 6858000"/>
              <a:gd name="connsiteX570" fmla="*/ 2407436 w 7467600"/>
              <a:gd name="connsiteY570" fmla="*/ 1651070 h 6858000"/>
              <a:gd name="connsiteX571" fmla="*/ 2448558 w 7467600"/>
              <a:gd name="connsiteY571" fmla="*/ 1373435 h 6858000"/>
              <a:gd name="connsiteX572" fmla="*/ 278707 w 7467600"/>
              <a:gd name="connsiteY572" fmla="*/ 1352270 h 6858000"/>
              <a:gd name="connsiteX573" fmla="*/ 321570 w 7467600"/>
              <a:gd name="connsiteY573" fmla="*/ 1861610 h 6858000"/>
              <a:gd name="connsiteX574" fmla="*/ 294281 w 7467600"/>
              <a:gd name="connsiteY574" fmla="*/ 1440658 h 6858000"/>
              <a:gd name="connsiteX575" fmla="*/ 278707 w 7467600"/>
              <a:gd name="connsiteY575" fmla="*/ 1352270 h 6858000"/>
              <a:gd name="connsiteX576" fmla="*/ 1423821 w 7467600"/>
              <a:gd name="connsiteY576" fmla="*/ 1351958 h 6858000"/>
              <a:gd name="connsiteX577" fmla="*/ 1638521 w 7467600"/>
              <a:gd name="connsiteY577" fmla="*/ 1908470 h 6858000"/>
              <a:gd name="connsiteX578" fmla="*/ 1754199 w 7467600"/>
              <a:gd name="connsiteY578" fmla="*/ 2149284 h 6858000"/>
              <a:gd name="connsiteX579" fmla="*/ 1908359 w 7467600"/>
              <a:gd name="connsiteY579" fmla="*/ 2364988 h 6858000"/>
              <a:gd name="connsiteX580" fmla="*/ 1647661 w 7467600"/>
              <a:gd name="connsiteY580" fmla="*/ 1825945 h 6858000"/>
              <a:gd name="connsiteX581" fmla="*/ 1423821 w 7467600"/>
              <a:gd name="connsiteY581" fmla="*/ 1351958 h 6858000"/>
              <a:gd name="connsiteX582" fmla="*/ 1431890 w 7467600"/>
              <a:gd name="connsiteY582" fmla="*/ 1306475 h 6858000"/>
              <a:gd name="connsiteX583" fmla="*/ 1507597 w 7467600"/>
              <a:gd name="connsiteY583" fmla="*/ 1446132 h 6858000"/>
              <a:gd name="connsiteX584" fmla="*/ 1674586 w 7467600"/>
              <a:gd name="connsiteY584" fmla="*/ 1813832 h 6858000"/>
              <a:gd name="connsiteX585" fmla="*/ 1815950 w 7467600"/>
              <a:gd name="connsiteY585" fmla="*/ 2128564 h 6858000"/>
              <a:gd name="connsiteX586" fmla="*/ 1984242 w 7467600"/>
              <a:gd name="connsiteY586" fmla="*/ 2430829 h 6858000"/>
              <a:gd name="connsiteX587" fmla="*/ 2014023 w 7467600"/>
              <a:gd name="connsiteY587" fmla="*/ 2450995 h 6858000"/>
              <a:gd name="connsiteX588" fmla="*/ 1747337 w 7467600"/>
              <a:gd name="connsiteY588" fmla="*/ 1855264 h 6858000"/>
              <a:gd name="connsiteX589" fmla="*/ 1533749 w 7467600"/>
              <a:gd name="connsiteY589" fmla="*/ 1478656 h 6858000"/>
              <a:gd name="connsiteX590" fmla="*/ 1431890 w 7467600"/>
              <a:gd name="connsiteY590" fmla="*/ 1306475 h 6858000"/>
              <a:gd name="connsiteX591" fmla="*/ 5052692 w 7467600"/>
              <a:gd name="connsiteY591" fmla="*/ 1292994 h 6858000"/>
              <a:gd name="connsiteX592" fmla="*/ 5200661 w 7467600"/>
              <a:gd name="connsiteY592" fmla="*/ 1635186 h 6858000"/>
              <a:gd name="connsiteX593" fmla="*/ 5297138 w 7467600"/>
              <a:gd name="connsiteY593" fmla="*/ 1906351 h 6858000"/>
              <a:gd name="connsiteX594" fmla="*/ 5052692 w 7467600"/>
              <a:gd name="connsiteY594" fmla="*/ 1292994 h 6858000"/>
              <a:gd name="connsiteX595" fmla="*/ 5009948 w 7467600"/>
              <a:gd name="connsiteY595" fmla="*/ 1273619 h 6858000"/>
              <a:gd name="connsiteX596" fmla="*/ 5121777 w 7467600"/>
              <a:gd name="connsiteY596" fmla="*/ 1654213 h 6858000"/>
              <a:gd name="connsiteX597" fmla="*/ 5293545 w 7467600"/>
              <a:gd name="connsiteY597" fmla="*/ 2072247 h 6858000"/>
              <a:gd name="connsiteX598" fmla="*/ 5294042 w 7467600"/>
              <a:gd name="connsiteY598" fmla="*/ 2065019 h 6858000"/>
              <a:gd name="connsiteX599" fmla="*/ 5171936 w 7467600"/>
              <a:gd name="connsiteY599" fmla="*/ 1647613 h 6858000"/>
              <a:gd name="connsiteX600" fmla="*/ 5009948 w 7467600"/>
              <a:gd name="connsiteY600" fmla="*/ 1273619 h 6858000"/>
              <a:gd name="connsiteX601" fmla="*/ 655236 w 7467600"/>
              <a:gd name="connsiteY601" fmla="*/ 1268632 h 6858000"/>
              <a:gd name="connsiteX602" fmla="*/ 839521 w 7467600"/>
              <a:gd name="connsiteY602" fmla="*/ 1685315 h 6858000"/>
              <a:gd name="connsiteX603" fmla="*/ 1109416 w 7467600"/>
              <a:gd name="connsiteY603" fmla="*/ 2061663 h 6858000"/>
              <a:gd name="connsiteX604" fmla="*/ 1298300 w 7467600"/>
              <a:gd name="connsiteY604" fmla="*/ 2247742 h 6858000"/>
              <a:gd name="connsiteX605" fmla="*/ 1125871 w 7467600"/>
              <a:gd name="connsiteY605" fmla="*/ 1989513 h 6858000"/>
              <a:gd name="connsiteX606" fmla="*/ 981574 w 7467600"/>
              <a:gd name="connsiteY606" fmla="*/ 1783157 h 6858000"/>
              <a:gd name="connsiteX607" fmla="*/ 922198 w 7467600"/>
              <a:gd name="connsiteY607" fmla="*/ 1677437 h 6858000"/>
              <a:gd name="connsiteX608" fmla="*/ 869293 w 7467600"/>
              <a:gd name="connsiteY608" fmla="*/ 1583214 h 6858000"/>
              <a:gd name="connsiteX609" fmla="*/ 751431 w 7467600"/>
              <a:gd name="connsiteY609" fmla="*/ 1405731 h 6858000"/>
              <a:gd name="connsiteX610" fmla="*/ 655236 w 7467600"/>
              <a:gd name="connsiteY610" fmla="*/ 1268632 h 6858000"/>
              <a:gd name="connsiteX611" fmla="*/ 6516292 w 7467600"/>
              <a:gd name="connsiteY611" fmla="*/ 1263064 h 6858000"/>
              <a:gd name="connsiteX612" fmla="*/ 5736320 w 7467600"/>
              <a:gd name="connsiteY612" fmla="*/ 1501803 h 6858000"/>
              <a:gd name="connsiteX613" fmla="*/ 6516292 w 7467600"/>
              <a:gd name="connsiteY613" fmla="*/ 1263064 h 6858000"/>
              <a:gd name="connsiteX614" fmla="*/ 291466 w 7467600"/>
              <a:gd name="connsiteY614" fmla="*/ 1250369 h 6858000"/>
              <a:gd name="connsiteX615" fmla="*/ 323180 w 7467600"/>
              <a:gd name="connsiteY615" fmla="*/ 1435283 h 6858000"/>
              <a:gd name="connsiteX616" fmla="*/ 349381 w 7467600"/>
              <a:gd name="connsiteY616" fmla="*/ 1875041 h 6858000"/>
              <a:gd name="connsiteX617" fmla="*/ 374363 w 7467600"/>
              <a:gd name="connsiteY617" fmla="*/ 1506494 h 6858000"/>
              <a:gd name="connsiteX618" fmla="*/ 302168 w 7467600"/>
              <a:gd name="connsiteY618" fmla="*/ 1274495 h 6858000"/>
              <a:gd name="connsiteX619" fmla="*/ 291466 w 7467600"/>
              <a:gd name="connsiteY619" fmla="*/ 1250369 h 6858000"/>
              <a:gd name="connsiteX620" fmla="*/ 678222 w 7467600"/>
              <a:gd name="connsiteY620" fmla="*/ 1248670 h 6858000"/>
              <a:gd name="connsiteX621" fmla="*/ 775536 w 7467600"/>
              <a:gd name="connsiteY621" fmla="*/ 1388015 h 6858000"/>
              <a:gd name="connsiteX622" fmla="*/ 894529 w 7467600"/>
              <a:gd name="connsiteY622" fmla="*/ 1567739 h 6858000"/>
              <a:gd name="connsiteX623" fmla="*/ 948000 w 7467600"/>
              <a:gd name="connsiteY623" fmla="*/ 1663088 h 6858000"/>
              <a:gd name="connsiteX624" fmla="*/ 1006812 w 7467600"/>
              <a:gd name="connsiteY624" fmla="*/ 1767683 h 6858000"/>
              <a:gd name="connsiteX625" fmla="*/ 1149133 w 7467600"/>
              <a:gd name="connsiteY625" fmla="*/ 1971513 h 6858000"/>
              <a:gd name="connsiteX626" fmla="*/ 1333952 w 7467600"/>
              <a:gd name="connsiteY626" fmla="*/ 2251620 h 6858000"/>
              <a:gd name="connsiteX627" fmla="*/ 1337329 w 7467600"/>
              <a:gd name="connsiteY627" fmla="*/ 2258350 h 6858000"/>
              <a:gd name="connsiteX628" fmla="*/ 1014726 w 7467600"/>
              <a:gd name="connsiteY628" fmla="*/ 1615556 h 6858000"/>
              <a:gd name="connsiteX629" fmla="*/ 678222 w 7467600"/>
              <a:gd name="connsiteY629" fmla="*/ 1248670 h 6858000"/>
              <a:gd name="connsiteX630" fmla="*/ 6691602 w 7467600"/>
              <a:gd name="connsiteY630" fmla="*/ 1140573 h 6858000"/>
              <a:gd name="connsiteX631" fmla="*/ 6571100 w 7467600"/>
              <a:gd name="connsiteY631" fmla="*/ 1183662 h 6858000"/>
              <a:gd name="connsiteX632" fmla="*/ 6241687 w 7467600"/>
              <a:gd name="connsiteY632" fmla="*/ 1257600 h 6858000"/>
              <a:gd name="connsiteX633" fmla="*/ 5693009 w 7467600"/>
              <a:gd name="connsiteY633" fmla="*/ 1478256 h 6858000"/>
              <a:gd name="connsiteX634" fmla="*/ 6548420 w 7467600"/>
              <a:gd name="connsiteY634" fmla="*/ 1214599 h 6858000"/>
              <a:gd name="connsiteX635" fmla="*/ 6605473 w 7467600"/>
              <a:gd name="connsiteY635" fmla="*/ 1184686 h 6858000"/>
              <a:gd name="connsiteX636" fmla="*/ 6691602 w 7467600"/>
              <a:gd name="connsiteY636" fmla="*/ 1140573 h 6858000"/>
              <a:gd name="connsiteX637" fmla="*/ 4002475 w 7467600"/>
              <a:gd name="connsiteY637" fmla="*/ 1037802 h 6858000"/>
              <a:gd name="connsiteX638" fmla="*/ 4000324 w 7467600"/>
              <a:gd name="connsiteY638" fmla="*/ 1039362 h 6858000"/>
              <a:gd name="connsiteX639" fmla="*/ 4002862 w 7467600"/>
              <a:gd name="connsiteY639" fmla="*/ 1042866 h 6858000"/>
              <a:gd name="connsiteX640" fmla="*/ 4002475 w 7467600"/>
              <a:gd name="connsiteY640" fmla="*/ 1037802 h 6858000"/>
              <a:gd name="connsiteX641" fmla="*/ 506322 w 7467600"/>
              <a:gd name="connsiteY641" fmla="*/ 1020997 h 6858000"/>
              <a:gd name="connsiteX642" fmla="*/ 533068 w 7467600"/>
              <a:gd name="connsiteY642" fmla="*/ 1029409 h 6858000"/>
              <a:gd name="connsiteX643" fmla="*/ 1232525 w 7467600"/>
              <a:gd name="connsiteY643" fmla="*/ 1804675 h 6858000"/>
              <a:gd name="connsiteX644" fmla="*/ 1388858 w 7467600"/>
              <a:gd name="connsiteY644" fmla="*/ 2368011 h 6858000"/>
              <a:gd name="connsiteX645" fmla="*/ 1384098 w 7467600"/>
              <a:gd name="connsiteY645" fmla="*/ 2378125 h 6858000"/>
              <a:gd name="connsiteX646" fmla="*/ 1425393 w 7467600"/>
              <a:gd name="connsiteY646" fmla="*/ 2589124 h 6858000"/>
              <a:gd name="connsiteX647" fmla="*/ 1424001 w 7467600"/>
              <a:gd name="connsiteY647" fmla="*/ 2597541 h 6858000"/>
              <a:gd name="connsiteX648" fmla="*/ 2152729 w 7467600"/>
              <a:gd name="connsiteY648" fmla="*/ 2864487 h 6858000"/>
              <a:gd name="connsiteX649" fmla="*/ 2020609 w 7467600"/>
              <a:gd name="connsiteY649" fmla="*/ 2539671 h 6858000"/>
              <a:gd name="connsiteX650" fmla="*/ 2018920 w 7467600"/>
              <a:gd name="connsiteY650" fmla="*/ 2536309 h 6858000"/>
              <a:gd name="connsiteX651" fmla="*/ 1342441 w 7467600"/>
              <a:gd name="connsiteY651" fmla="*/ 1173017 h 6858000"/>
              <a:gd name="connsiteX652" fmla="*/ 1367925 w 7467600"/>
              <a:gd name="connsiteY652" fmla="*/ 1135648 h 6858000"/>
              <a:gd name="connsiteX653" fmla="*/ 1771401 w 7467600"/>
              <a:gd name="connsiteY653" fmla="*/ 1806673 h 6858000"/>
              <a:gd name="connsiteX654" fmla="*/ 1972385 w 7467600"/>
              <a:gd name="connsiteY654" fmla="*/ 2198735 h 6858000"/>
              <a:gd name="connsiteX655" fmla="*/ 2040892 w 7467600"/>
              <a:gd name="connsiteY655" fmla="*/ 2405205 h 6858000"/>
              <a:gd name="connsiteX656" fmla="*/ 2131689 w 7467600"/>
              <a:gd name="connsiteY656" fmla="*/ 1936926 h 6858000"/>
              <a:gd name="connsiteX657" fmla="*/ 2454820 w 7467600"/>
              <a:gd name="connsiteY657" fmla="*/ 1248808 h 6858000"/>
              <a:gd name="connsiteX658" fmla="*/ 2492512 w 7467600"/>
              <a:gd name="connsiteY658" fmla="*/ 1302920 h 6858000"/>
              <a:gd name="connsiteX659" fmla="*/ 2081216 w 7467600"/>
              <a:gd name="connsiteY659" fmla="*/ 2527513 h 6858000"/>
              <a:gd name="connsiteX660" fmla="*/ 2081211 w 7467600"/>
              <a:gd name="connsiteY660" fmla="*/ 2528916 h 6858000"/>
              <a:gd name="connsiteX661" fmla="*/ 2199067 w 7467600"/>
              <a:gd name="connsiteY661" fmla="*/ 2884061 h 6858000"/>
              <a:gd name="connsiteX662" fmla="*/ 3192586 w 7467600"/>
              <a:gd name="connsiteY662" fmla="*/ 3411496 h 6858000"/>
              <a:gd name="connsiteX663" fmla="*/ 3182620 w 7467600"/>
              <a:gd name="connsiteY663" fmla="*/ 3483279 h 6858000"/>
              <a:gd name="connsiteX664" fmla="*/ 2435119 w 7467600"/>
              <a:gd name="connsiteY664" fmla="*/ 3080173 h 6858000"/>
              <a:gd name="connsiteX665" fmla="*/ 2410152 w 7467600"/>
              <a:gd name="connsiteY665" fmla="*/ 3063751 h 6858000"/>
              <a:gd name="connsiteX666" fmla="*/ 2408099 w 7467600"/>
              <a:gd name="connsiteY666" fmla="*/ 3064403 h 6858000"/>
              <a:gd name="connsiteX667" fmla="*/ 2407218 w 7467600"/>
              <a:gd name="connsiteY667" fmla="*/ 3070324 h 6858000"/>
              <a:gd name="connsiteX668" fmla="*/ 2380138 w 7467600"/>
              <a:gd name="connsiteY668" fmla="*/ 3099341 h 6858000"/>
              <a:gd name="connsiteX669" fmla="*/ 1765923 w 7467600"/>
              <a:gd name="connsiteY669" fmla="*/ 3581043 h 6858000"/>
              <a:gd name="connsiteX670" fmla="*/ 1702258 w 7467600"/>
              <a:gd name="connsiteY670" fmla="*/ 3612286 h 6858000"/>
              <a:gd name="connsiteX671" fmla="*/ 1538370 w 7467600"/>
              <a:gd name="connsiteY671" fmla="*/ 3811804 h 6858000"/>
              <a:gd name="connsiteX672" fmla="*/ 542867 w 7467600"/>
              <a:gd name="connsiteY672" fmla="*/ 4944092 h 6858000"/>
              <a:gd name="connsiteX673" fmla="*/ 515800 w 7467600"/>
              <a:gd name="connsiteY673" fmla="*/ 4862180 h 6858000"/>
              <a:gd name="connsiteX674" fmla="*/ 909145 w 7467600"/>
              <a:gd name="connsiteY674" fmla="*/ 4199225 h 6858000"/>
              <a:gd name="connsiteX675" fmla="*/ 1214067 w 7467600"/>
              <a:gd name="connsiteY675" fmla="*/ 3908561 h 6858000"/>
              <a:gd name="connsiteX676" fmla="*/ 640967 w 7467600"/>
              <a:gd name="connsiteY676" fmla="*/ 4105601 h 6858000"/>
              <a:gd name="connsiteX677" fmla="*/ 112563 w 7467600"/>
              <a:gd name="connsiteY677" fmla="*/ 4396952 h 6858000"/>
              <a:gd name="connsiteX678" fmla="*/ 0 w 7467600"/>
              <a:gd name="connsiteY678" fmla="*/ 4466006 h 6858000"/>
              <a:gd name="connsiteX679" fmla="*/ 0 w 7467600"/>
              <a:gd name="connsiteY679" fmla="*/ 4233763 h 6858000"/>
              <a:gd name="connsiteX680" fmla="*/ 36881 w 7467600"/>
              <a:gd name="connsiteY680" fmla="*/ 4200118 h 6858000"/>
              <a:gd name="connsiteX681" fmla="*/ 910534 w 7467600"/>
              <a:gd name="connsiteY681" fmla="*/ 3629753 h 6858000"/>
              <a:gd name="connsiteX682" fmla="*/ 1578717 w 7467600"/>
              <a:gd name="connsiteY682" fmla="*/ 3575982 h 6858000"/>
              <a:gd name="connsiteX683" fmla="*/ 2338780 w 7467600"/>
              <a:gd name="connsiteY683" fmla="*/ 3033725 h 6858000"/>
              <a:gd name="connsiteX684" fmla="*/ 1807991 w 7467600"/>
              <a:gd name="connsiteY684" fmla="*/ 2807184 h 6858000"/>
              <a:gd name="connsiteX685" fmla="*/ 1416358 w 7467600"/>
              <a:gd name="connsiteY685" fmla="*/ 3112571 h 6858000"/>
              <a:gd name="connsiteX686" fmla="*/ 939066 w 7467600"/>
              <a:gd name="connsiteY686" fmla="*/ 3378798 h 6858000"/>
              <a:gd name="connsiteX687" fmla="*/ 115099 w 7467600"/>
              <a:gd name="connsiteY687" fmla="*/ 3607650 h 6858000"/>
              <a:gd name="connsiteX688" fmla="*/ 97284 w 7467600"/>
              <a:gd name="connsiteY688" fmla="*/ 3520393 h 6858000"/>
              <a:gd name="connsiteX689" fmla="*/ 922050 w 7467600"/>
              <a:gd name="connsiteY689" fmla="*/ 3074867 h 6858000"/>
              <a:gd name="connsiteX690" fmla="*/ 1405265 w 7467600"/>
              <a:gd name="connsiteY690" fmla="*/ 3016319 h 6858000"/>
              <a:gd name="connsiteX691" fmla="*/ 1407512 w 7467600"/>
              <a:gd name="connsiteY691" fmla="*/ 3018001 h 6858000"/>
              <a:gd name="connsiteX692" fmla="*/ 1726266 w 7467600"/>
              <a:gd name="connsiteY692" fmla="*/ 2777274 h 6858000"/>
              <a:gd name="connsiteX693" fmla="*/ 625390 w 7467600"/>
              <a:gd name="connsiteY693" fmla="*/ 2514541 h 6858000"/>
              <a:gd name="connsiteX694" fmla="*/ 619799 w 7467600"/>
              <a:gd name="connsiteY694" fmla="*/ 2527180 h 6858000"/>
              <a:gd name="connsiteX695" fmla="*/ 310030 w 7467600"/>
              <a:gd name="connsiteY695" fmla="*/ 2771818 h 6858000"/>
              <a:gd name="connsiteX696" fmla="*/ 173877 w 7467600"/>
              <a:gd name="connsiteY696" fmla="*/ 2937056 h 6858000"/>
              <a:gd name="connsiteX697" fmla="*/ 77889 w 7467600"/>
              <a:gd name="connsiteY697" fmla="*/ 3138440 h 6858000"/>
              <a:gd name="connsiteX698" fmla="*/ 0 w 7467600"/>
              <a:gd name="connsiteY698" fmla="*/ 3271395 h 6858000"/>
              <a:gd name="connsiteX699" fmla="*/ 0 w 7467600"/>
              <a:gd name="connsiteY699" fmla="*/ 3153002 h 6858000"/>
              <a:gd name="connsiteX700" fmla="*/ 2386 w 7467600"/>
              <a:gd name="connsiteY700" fmla="*/ 3149203 h 6858000"/>
              <a:gd name="connsiteX701" fmla="*/ 89753 w 7467600"/>
              <a:gd name="connsiteY701" fmla="*/ 2987702 h 6858000"/>
              <a:gd name="connsiteX702" fmla="*/ 76869 w 7467600"/>
              <a:gd name="connsiteY702" fmla="*/ 3005404 h 6858000"/>
              <a:gd name="connsiteX703" fmla="*/ 32049 w 7467600"/>
              <a:gd name="connsiteY703" fmla="*/ 3065814 h 6858000"/>
              <a:gd name="connsiteX704" fmla="*/ 0 w 7467600"/>
              <a:gd name="connsiteY704" fmla="*/ 3108744 h 6858000"/>
              <a:gd name="connsiteX705" fmla="*/ 0 w 7467600"/>
              <a:gd name="connsiteY705" fmla="*/ 3058059 h 6858000"/>
              <a:gd name="connsiteX706" fmla="*/ 7610 w 7467600"/>
              <a:gd name="connsiteY706" fmla="*/ 3047889 h 6858000"/>
              <a:gd name="connsiteX707" fmla="*/ 52419 w 7467600"/>
              <a:gd name="connsiteY707" fmla="*/ 2987479 h 6858000"/>
              <a:gd name="connsiteX708" fmla="*/ 59142 w 7467600"/>
              <a:gd name="connsiteY708" fmla="*/ 2978488 h 6858000"/>
              <a:gd name="connsiteX709" fmla="*/ 0 w 7467600"/>
              <a:gd name="connsiteY709" fmla="*/ 3015334 h 6858000"/>
              <a:gd name="connsiteX710" fmla="*/ 0 w 7467600"/>
              <a:gd name="connsiteY710" fmla="*/ 2914286 h 6858000"/>
              <a:gd name="connsiteX711" fmla="*/ 36383 w 7467600"/>
              <a:gd name="connsiteY711" fmla="*/ 2901128 h 6858000"/>
              <a:gd name="connsiteX712" fmla="*/ 156329 w 7467600"/>
              <a:gd name="connsiteY712" fmla="*/ 2840533 h 6858000"/>
              <a:gd name="connsiteX713" fmla="*/ 358355 w 7467600"/>
              <a:gd name="connsiteY713" fmla="*/ 2620471 h 6858000"/>
              <a:gd name="connsiteX714" fmla="*/ 510577 w 7467600"/>
              <a:gd name="connsiteY714" fmla="*/ 2501244 h 6858000"/>
              <a:gd name="connsiteX715" fmla="*/ 211967 w 7467600"/>
              <a:gd name="connsiteY715" fmla="*/ 2479171 h 6858000"/>
              <a:gd name="connsiteX716" fmla="*/ 0 w 7467600"/>
              <a:gd name="connsiteY716" fmla="*/ 2476398 h 6858000"/>
              <a:gd name="connsiteX717" fmla="*/ 0 w 7467600"/>
              <a:gd name="connsiteY717" fmla="*/ 2389189 h 6858000"/>
              <a:gd name="connsiteX718" fmla="*/ 103062 w 7467600"/>
              <a:gd name="connsiteY718" fmla="*/ 2389518 h 6858000"/>
              <a:gd name="connsiteX719" fmla="*/ 510734 w 7467600"/>
              <a:gd name="connsiteY719" fmla="*/ 2416201 h 6858000"/>
              <a:gd name="connsiteX720" fmla="*/ 279257 w 7467600"/>
              <a:gd name="connsiteY720" fmla="*/ 2092102 h 6858000"/>
              <a:gd name="connsiteX721" fmla="*/ 65265 w 7467600"/>
              <a:gd name="connsiteY721" fmla="*/ 2006049 h 6858000"/>
              <a:gd name="connsiteX722" fmla="*/ 0 w 7467600"/>
              <a:gd name="connsiteY722" fmla="*/ 1982532 h 6858000"/>
              <a:gd name="connsiteX723" fmla="*/ 0 w 7467600"/>
              <a:gd name="connsiteY723" fmla="*/ 1912789 h 6858000"/>
              <a:gd name="connsiteX724" fmla="*/ 97460 w 7467600"/>
              <a:gd name="connsiteY724" fmla="*/ 1953725 h 6858000"/>
              <a:gd name="connsiteX725" fmla="*/ 221272 w 7467600"/>
              <a:gd name="connsiteY725" fmla="*/ 1980766 h 6858000"/>
              <a:gd name="connsiteX726" fmla="*/ 116765 w 7467600"/>
              <a:gd name="connsiteY726" fmla="*/ 1911033 h 6858000"/>
              <a:gd name="connsiteX727" fmla="*/ 16405 w 7467600"/>
              <a:gd name="connsiteY727" fmla="*/ 1803412 h 6858000"/>
              <a:gd name="connsiteX728" fmla="*/ 0 w 7467600"/>
              <a:gd name="connsiteY728" fmla="*/ 1784777 h 6858000"/>
              <a:gd name="connsiteX729" fmla="*/ 0 w 7467600"/>
              <a:gd name="connsiteY729" fmla="*/ 1740082 h 6858000"/>
              <a:gd name="connsiteX730" fmla="*/ 39394 w 7467600"/>
              <a:gd name="connsiteY730" fmla="*/ 1784856 h 6858000"/>
              <a:gd name="connsiteX731" fmla="*/ 135813 w 7467600"/>
              <a:gd name="connsiteY731" fmla="*/ 1888838 h 6858000"/>
              <a:gd name="connsiteX732" fmla="*/ 242575 w 7467600"/>
              <a:gd name="connsiteY732" fmla="*/ 1958841 h 6858000"/>
              <a:gd name="connsiteX733" fmla="*/ 82197 w 7467600"/>
              <a:gd name="connsiteY733" fmla="*/ 1754826 h 6858000"/>
              <a:gd name="connsiteX734" fmla="*/ 0 w 7467600"/>
              <a:gd name="connsiteY734" fmla="*/ 1679650 h 6858000"/>
              <a:gd name="connsiteX735" fmla="*/ 0 w 7467600"/>
              <a:gd name="connsiteY735" fmla="*/ 1602463 h 6858000"/>
              <a:gd name="connsiteX736" fmla="*/ 84689 w 7467600"/>
              <a:gd name="connsiteY736" fmla="*/ 1677442 h 6858000"/>
              <a:gd name="connsiteX737" fmla="*/ 298437 w 7467600"/>
              <a:gd name="connsiteY737" fmla="*/ 1968019 h 6858000"/>
              <a:gd name="connsiteX738" fmla="*/ 227269 w 7467600"/>
              <a:gd name="connsiteY738" fmla="*/ 1114064 h 6858000"/>
              <a:gd name="connsiteX739" fmla="*/ 248003 w 7467600"/>
              <a:gd name="connsiteY739" fmla="*/ 1089613 h 6858000"/>
              <a:gd name="connsiteX740" fmla="*/ 427020 w 7467600"/>
              <a:gd name="connsiteY740" fmla="*/ 1619803 h 6858000"/>
              <a:gd name="connsiteX741" fmla="*/ 340345 w 7467600"/>
              <a:gd name="connsiteY741" fmla="*/ 2027739 h 6858000"/>
              <a:gd name="connsiteX742" fmla="*/ 360865 w 7467600"/>
              <a:gd name="connsiteY742" fmla="*/ 2044827 h 6858000"/>
              <a:gd name="connsiteX743" fmla="*/ 560414 w 7467600"/>
              <a:gd name="connsiteY743" fmla="*/ 2421457 h 6858000"/>
              <a:gd name="connsiteX744" fmla="*/ 1359703 w 7467600"/>
              <a:gd name="connsiteY744" fmla="*/ 2578554 h 6858000"/>
              <a:gd name="connsiteX745" fmla="*/ 1359422 w 7467600"/>
              <a:gd name="connsiteY745" fmla="*/ 2577994 h 6858000"/>
              <a:gd name="connsiteX746" fmla="*/ 828701 w 7467600"/>
              <a:gd name="connsiteY746" fmla="*/ 1839520 h 6858000"/>
              <a:gd name="connsiteX747" fmla="*/ 494427 w 7467600"/>
              <a:gd name="connsiteY747" fmla="*/ 1092333 h 6858000"/>
              <a:gd name="connsiteX748" fmla="*/ 506322 w 7467600"/>
              <a:gd name="connsiteY748" fmla="*/ 1020997 h 6858000"/>
              <a:gd name="connsiteX749" fmla="*/ 4570198 w 7467600"/>
              <a:gd name="connsiteY749" fmla="*/ 978081 h 6858000"/>
              <a:gd name="connsiteX750" fmla="*/ 4523691 w 7467600"/>
              <a:gd name="connsiteY750" fmla="*/ 1127776 h 6858000"/>
              <a:gd name="connsiteX751" fmla="*/ 4509875 w 7467600"/>
              <a:gd name="connsiteY751" fmla="*/ 1167552 h 6858000"/>
              <a:gd name="connsiteX752" fmla="*/ 4478168 w 7467600"/>
              <a:gd name="connsiteY752" fmla="*/ 1260735 h 6858000"/>
              <a:gd name="connsiteX753" fmla="*/ 4409309 w 7467600"/>
              <a:gd name="connsiteY753" fmla="*/ 1666996 h 6858000"/>
              <a:gd name="connsiteX754" fmla="*/ 4370031 w 7467600"/>
              <a:gd name="connsiteY754" fmla="*/ 1955666 h 6858000"/>
              <a:gd name="connsiteX755" fmla="*/ 4570198 w 7467600"/>
              <a:gd name="connsiteY755" fmla="*/ 978081 h 6858000"/>
              <a:gd name="connsiteX756" fmla="*/ 4557898 w 7467600"/>
              <a:gd name="connsiteY756" fmla="*/ 900011 h 6858000"/>
              <a:gd name="connsiteX757" fmla="*/ 4344840 w 7467600"/>
              <a:gd name="connsiteY757" fmla="*/ 1922038 h 6858000"/>
              <a:gd name="connsiteX758" fmla="*/ 4378710 w 7467600"/>
              <a:gd name="connsiteY758" fmla="*/ 1665516 h 6858000"/>
              <a:gd name="connsiteX759" fmla="*/ 4448798 w 7467600"/>
              <a:gd name="connsiteY759" fmla="*/ 1253024 h 6858000"/>
              <a:gd name="connsiteX760" fmla="*/ 4480315 w 7467600"/>
              <a:gd name="connsiteY760" fmla="*/ 1158454 h 6858000"/>
              <a:gd name="connsiteX761" fmla="*/ 4494133 w 7467600"/>
              <a:gd name="connsiteY761" fmla="*/ 1118676 h 6858000"/>
              <a:gd name="connsiteX762" fmla="*/ 4557898 w 7467600"/>
              <a:gd name="connsiteY762" fmla="*/ 900011 h 6858000"/>
              <a:gd name="connsiteX763" fmla="*/ 5870151 w 7467600"/>
              <a:gd name="connsiteY763" fmla="*/ 898890 h 6858000"/>
              <a:gd name="connsiteX764" fmla="*/ 5861335 w 7467600"/>
              <a:gd name="connsiteY764" fmla="*/ 899177 h 6858000"/>
              <a:gd name="connsiteX765" fmla="*/ 5843702 w 7467600"/>
              <a:gd name="connsiteY765" fmla="*/ 899748 h 6858000"/>
              <a:gd name="connsiteX766" fmla="*/ 5651107 w 7467600"/>
              <a:gd name="connsiteY766" fmla="*/ 920306 h 6858000"/>
              <a:gd name="connsiteX767" fmla="*/ 5459407 w 7467600"/>
              <a:gd name="connsiteY767" fmla="*/ 940975 h 6858000"/>
              <a:gd name="connsiteX768" fmla="*/ 5374846 w 7467600"/>
              <a:gd name="connsiteY768" fmla="*/ 941988 h 6858000"/>
              <a:gd name="connsiteX769" fmla="*/ 5256105 w 7467600"/>
              <a:gd name="connsiteY769" fmla="*/ 945632 h 6858000"/>
              <a:gd name="connsiteX770" fmla="*/ 5107071 w 7467600"/>
              <a:gd name="connsiteY770" fmla="*/ 969720 h 6858000"/>
              <a:gd name="connsiteX771" fmla="*/ 4998681 w 7467600"/>
              <a:gd name="connsiteY771" fmla="*/ 988771 h 6858000"/>
              <a:gd name="connsiteX772" fmla="*/ 5870151 w 7467600"/>
              <a:gd name="connsiteY772" fmla="*/ 898890 h 6858000"/>
              <a:gd name="connsiteX773" fmla="*/ 5504425 w 7467600"/>
              <a:gd name="connsiteY773" fmla="*/ 848067 h 6858000"/>
              <a:gd name="connsiteX774" fmla="*/ 4968849 w 7467600"/>
              <a:gd name="connsiteY774" fmla="*/ 962318 h 6858000"/>
              <a:gd name="connsiteX775" fmla="*/ 5104039 w 7467600"/>
              <a:gd name="connsiteY775" fmla="*/ 940634 h 6858000"/>
              <a:gd name="connsiteX776" fmla="*/ 5256311 w 7467600"/>
              <a:gd name="connsiteY776" fmla="*/ 916490 h 6858000"/>
              <a:gd name="connsiteX777" fmla="*/ 5377381 w 7467600"/>
              <a:gd name="connsiteY777" fmla="*/ 912671 h 6858000"/>
              <a:gd name="connsiteX778" fmla="*/ 5460148 w 7467600"/>
              <a:gd name="connsiteY778" fmla="*/ 911442 h 6858000"/>
              <a:gd name="connsiteX779" fmla="*/ 5648971 w 7467600"/>
              <a:gd name="connsiteY779" fmla="*/ 891331 h 6858000"/>
              <a:gd name="connsiteX780" fmla="*/ 5844807 w 7467600"/>
              <a:gd name="connsiteY780" fmla="*/ 870718 h 6858000"/>
              <a:gd name="connsiteX781" fmla="*/ 5862975 w 7467600"/>
              <a:gd name="connsiteY781" fmla="*/ 869756 h 6858000"/>
              <a:gd name="connsiteX782" fmla="*/ 5920887 w 7467600"/>
              <a:gd name="connsiteY782" fmla="*/ 865929 h 6858000"/>
              <a:gd name="connsiteX783" fmla="*/ 5504425 w 7467600"/>
              <a:gd name="connsiteY783" fmla="*/ 848067 h 6858000"/>
              <a:gd name="connsiteX784" fmla="*/ 3607114 w 7467600"/>
              <a:gd name="connsiteY784" fmla="*/ 467441 h 6858000"/>
              <a:gd name="connsiteX785" fmla="*/ 3296242 w 7467600"/>
              <a:gd name="connsiteY785" fmla="*/ 807991 h 6858000"/>
              <a:gd name="connsiteX786" fmla="*/ 3174674 w 7467600"/>
              <a:gd name="connsiteY786" fmla="*/ 919759 h 6858000"/>
              <a:gd name="connsiteX787" fmla="*/ 3042978 w 7467600"/>
              <a:gd name="connsiteY787" fmla="*/ 1054894 h 6858000"/>
              <a:gd name="connsiteX788" fmla="*/ 2968914 w 7467600"/>
              <a:gd name="connsiteY788" fmla="*/ 1133756 h 6858000"/>
              <a:gd name="connsiteX789" fmla="*/ 3103823 w 7467600"/>
              <a:gd name="connsiteY789" fmla="*/ 1026814 h 6858000"/>
              <a:gd name="connsiteX790" fmla="*/ 3607114 w 7467600"/>
              <a:gd name="connsiteY790" fmla="*/ 467441 h 6858000"/>
              <a:gd name="connsiteX791" fmla="*/ 3744487 w 7467600"/>
              <a:gd name="connsiteY791" fmla="*/ 383136 h 6858000"/>
              <a:gd name="connsiteX792" fmla="*/ 3970213 w 7467600"/>
              <a:gd name="connsiteY792" fmla="*/ 995559 h 6858000"/>
              <a:gd name="connsiteX793" fmla="*/ 3744487 w 7467600"/>
              <a:gd name="connsiteY793" fmla="*/ 383136 h 6858000"/>
              <a:gd name="connsiteX794" fmla="*/ 3624562 w 7467600"/>
              <a:gd name="connsiteY794" fmla="*/ 367041 h 6858000"/>
              <a:gd name="connsiteX795" fmla="*/ 3489712 w 7467600"/>
              <a:gd name="connsiteY795" fmla="*/ 485386 h 6858000"/>
              <a:gd name="connsiteX796" fmla="*/ 3182994 w 7467600"/>
              <a:gd name="connsiteY796" fmla="*/ 828265 h 6858000"/>
              <a:gd name="connsiteX797" fmla="*/ 2892114 w 7467600"/>
              <a:gd name="connsiteY797" fmla="*/ 1172635 h 6858000"/>
              <a:gd name="connsiteX798" fmla="*/ 3021459 w 7467600"/>
              <a:gd name="connsiteY798" fmla="*/ 1035385 h 6858000"/>
              <a:gd name="connsiteX799" fmla="*/ 3153873 w 7467600"/>
              <a:gd name="connsiteY799" fmla="*/ 898971 h 6858000"/>
              <a:gd name="connsiteX800" fmla="*/ 3276511 w 7467600"/>
              <a:gd name="connsiteY800" fmla="*/ 786423 h 6858000"/>
              <a:gd name="connsiteX801" fmla="*/ 3584154 w 7467600"/>
              <a:gd name="connsiteY801" fmla="*/ 448218 h 6858000"/>
              <a:gd name="connsiteX802" fmla="*/ 3624562 w 7467600"/>
              <a:gd name="connsiteY802" fmla="*/ 367041 h 6858000"/>
              <a:gd name="connsiteX803" fmla="*/ 3766672 w 7467600"/>
              <a:gd name="connsiteY803" fmla="*/ 359429 h 6858000"/>
              <a:gd name="connsiteX804" fmla="*/ 3996338 w 7467600"/>
              <a:gd name="connsiteY804" fmla="*/ 968237 h 6858000"/>
              <a:gd name="connsiteX805" fmla="*/ 3766672 w 7467600"/>
              <a:gd name="connsiteY805" fmla="*/ 359429 h 6858000"/>
              <a:gd name="connsiteX806" fmla="*/ 5805386 w 7467600"/>
              <a:gd name="connsiteY806" fmla="*/ 239240 h 6858000"/>
              <a:gd name="connsiteX807" fmla="*/ 5736947 w 7467600"/>
              <a:gd name="connsiteY807" fmla="*/ 261367 h 6858000"/>
              <a:gd name="connsiteX808" fmla="*/ 5427012 w 7467600"/>
              <a:gd name="connsiteY808" fmla="*/ 311272 h 6858000"/>
              <a:gd name="connsiteX809" fmla="*/ 5147818 w 7467600"/>
              <a:gd name="connsiteY809" fmla="*/ 322112 h 6858000"/>
              <a:gd name="connsiteX810" fmla="*/ 5060854 w 7467600"/>
              <a:gd name="connsiteY810" fmla="*/ 311882 h 6858000"/>
              <a:gd name="connsiteX811" fmla="*/ 4945989 w 7467600"/>
              <a:gd name="connsiteY811" fmla="*/ 300516 h 6858000"/>
              <a:gd name="connsiteX812" fmla="*/ 5410479 w 7467600"/>
              <a:gd name="connsiteY812" fmla="*/ 348434 h 6858000"/>
              <a:gd name="connsiteX813" fmla="*/ 5805386 w 7467600"/>
              <a:gd name="connsiteY813" fmla="*/ 239240 h 6858000"/>
              <a:gd name="connsiteX814" fmla="*/ 5905192 w 7467600"/>
              <a:gd name="connsiteY814" fmla="*/ 163079 h 6858000"/>
              <a:gd name="connsiteX815" fmla="*/ 5865655 w 7467600"/>
              <a:gd name="connsiteY815" fmla="*/ 171901 h 6858000"/>
              <a:gd name="connsiteX816" fmla="*/ 5259740 w 7467600"/>
              <a:gd name="connsiteY816" fmla="*/ 257013 h 6858000"/>
              <a:gd name="connsiteX817" fmla="*/ 5208466 w 7467600"/>
              <a:gd name="connsiteY817" fmla="*/ 257550 h 6858000"/>
              <a:gd name="connsiteX818" fmla="*/ 4980204 w 7467600"/>
              <a:gd name="connsiteY818" fmla="*/ 271903 h 6858000"/>
              <a:gd name="connsiteX819" fmla="*/ 5068068 w 7467600"/>
              <a:gd name="connsiteY819" fmla="*/ 282244 h 6858000"/>
              <a:gd name="connsiteX820" fmla="*/ 5153231 w 7467600"/>
              <a:gd name="connsiteY820" fmla="*/ 292240 h 6858000"/>
              <a:gd name="connsiteX821" fmla="*/ 5426491 w 7467600"/>
              <a:gd name="connsiteY821" fmla="*/ 281128 h 6858000"/>
              <a:gd name="connsiteX822" fmla="*/ 5731212 w 7467600"/>
              <a:gd name="connsiteY822" fmla="*/ 231951 h 6858000"/>
              <a:gd name="connsiteX823" fmla="*/ 5905192 w 7467600"/>
              <a:gd name="connsiteY823" fmla="*/ 163079 h 6858000"/>
              <a:gd name="connsiteX824" fmla="*/ 5944437 w 7467600"/>
              <a:gd name="connsiteY824" fmla="*/ 113829 h 6858000"/>
              <a:gd name="connsiteX825" fmla="*/ 5825032 w 7467600"/>
              <a:gd name="connsiteY825" fmla="*/ 146405 h 6858000"/>
              <a:gd name="connsiteX826" fmla="*/ 4955599 w 7467600"/>
              <a:gd name="connsiteY826" fmla="*/ 247008 h 6858000"/>
              <a:gd name="connsiteX827" fmla="*/ 5210104 w 7467600"/>
              <a:gd name="connsiteY827" fmla="*/ 228123 h 6858000"/>
              <a:gd name="connsiteX828" fmla="*/ 5261015 w 7467600"/>
              <a:gd name="connsiteY828" fmla="*/ 227087 h 6858000"/>
              <a:gd name="connsiteX829" fmla="*/ 5861181 w 7467600"/>
              <a:gd name="connsiteY829" fmla="*/ 143093 h 6858000"/>
              <a:gd name="connsiteX830" fmla="*/ 5961252 w 7467600"/>
              <a:gd name="connsiteY830" fmla="*/ 114820 h 6858000"/>
              <a:gd name="connsiteX831" fmla="*/ 5944437 w 7467600"/>
              <a:gd name="connsiteY831" fmla="*/ 113829 h 6858000"/>
              <a:gd name="connsiteX832" fmla="*/ 3882765 w 7467600"/>
              <a:gd name="connsiteY832" fmla="*/ 0 h 6858000"/>
              <a:gd name="connsiteX833" fmla="*/ 3995099 w 7467600"/>
              <a:gd name="connsiteY833" fmla="*/ 0 h 6858000"/>
              <a:gd name="connsiteX834" fmla="*/ 4163818 w 7467600"/>
              <a:gd name="connsiteY834" fmla="*/ 234104 h 6858000"/>
              <a:gd name="connsiteX835" fmla="*/ 4172099 w 7467600"/>
              <a:gd name="connsiteY835" fmla="*/ 234207 h 6858000"/>
              <a:gd name="connsiteX836" fmla="*/ 4784282 w 7467600"/>
              <a:gd name="connsiteY836" fmla="*/ 276561 h 6858000"/>
              <a:gd name="connsiteX837" fmla="*/ 4801687 w 7467600"/>
              <a:gd name="connsiteY837" fmla="*/ 267764 h 6858000"/>
              <a:gd name="connsiteX838" fmla="*/ 6082788 w 7467600"/>
              <a:gd name="connsiteY838" fmla="*/ 64119 h 6858000"/>
              <a:gd name="connsiteX839" fmla="*/ 6099442 w 7467600"/>
              <a:gd name="connsiteY839" fmla="*/ 82568 h 6858000"/>
              <a:gd name="connsiteX840" fmla="*/ 4804137 w 7467600"/>
              <a:gd name="connsiteY840" fmla="*/ 320931 h 6858000"/>
              <a:gd name="connsiteX841" fmla="*/ 4227047 w 7467600"/>
              <a:gd name="connsiteY841" fmla="*/ 313415 h 6858000"/>
              <a:gd name="connsiteX842" fmla="*/ 4346041 w 7467600"/>
              <a:gd name="connsiteY842" fmla="*/ 456086 h 6858000"/>
              <a:gd name="connsiteX843" fmla="*/ 4870967 w 7467600"/>
              <a:gd name="connsiteY843" fmla="*/ 963061 h 6858000"/>
              <a:gd name="connsiteX844" fmla="*/ 4889647 w 7467600"/>
              <a:gd name="connsiteY844" fmla="*/ 957147 h 6858000"/>
              <a:gd name="connsiteX845" fmla="*/ 5422504 w 7467600"/>
              <a:gd name="connsiteY845" fmla="*/ 805191 h 6858000"/>
              <a:gd name="connsiteX846" fmla="*/ 6087656 w 7467600"/>
              <a:gd name="connsiteY846" fmla="*/ 826703 h 6858000"/>
              <a:gd name="connsiteX847" fmla="*/ 6058717 w 7467600"/>
              <a:gd name="connsiteY847" fmla="*/ 865992 h 6858000"/>
              <a:gd name="connsiteX848" fmla="*/ 4974153 w 7467600"/>
              <a:gd name="connsiteY848" fmla="*/ 1045456 h 6858000"/>
              <a:gd name="connsiteX849" fmla="*/ 5627835 w 7467600"/>
              <a:gd name="connsiteY849" fmla="*/ 1472077 h 6858000"/>
              <a:gd name="connsiteX850" fmla="*/ 5629817 w 7467600"/>
              <a:gd name="connsiteY850" fmla="*/ 1471412 h 6858000"/>
              <a:gd name="connsiteX851" fmla="*/ 5634124 w 7467600"/>
              <a:gd name="connsiteY851" fmla="*/ 1470572 h 6858000"/>
              <a:gd name="connsiteX852" fmla="*/ 5755832 w 7467600"/>
              <a:gd name="connsiteY852" fmla="*/ 1383886 h 6858000"/>
              <a:gd name="connsiteX853" fmla="*/ 6014186 w 7467600"/>
              <a:gd name="connsiteY853" fmla="*/ 1279799 h 6858000"/>
              <a:gd name="connsiteX854" fmla="*/ 6901619 w 7467600"/>
              <a:gd name="connsiteY854" fmla="*/ 1047874 h 6858000"/>
              <a:gd name="connsiteX855" fmla="*/ 6931566 w 7467600"/>
              <a:gd name="connsiteY855" fmla="*/ 1062034 h 6858000"/>
              <a:gd name="connsiteX856" fmla="*/ 5790982 w 7467600"/>
              <a:gd name="connsiteY856" fmla="*/ 1561380 h 6858000"/>
              <a:gd name="connsiteX857" fmla="*/ 6188971 w 7467600"/>
              <a:gd name="connsiteY857" fmla="*/ 1755168 h 6858000"/>
              <a:gd name="connsiteX858" fmla="*/ 6202446 w 7467600"/>
              <a:gd name="connsiteY858" fmla="*/ 1752268 h 6858000"/>
              <a:gd name="connsiteX859" fmla="*/ 7179560 w 7467600"/>
              <a:gd name="connsiteY859" fmla="*/ 1467551 h 6858000"/>
              <a:gd name="connsiteX860" fmla="*/ 7158730 w 7467600"/>
              <a:gd name="connsiteY860" fmla="*/ 1507835 h 6858000"/>
              <a:gd name="connsiteX861" fmla="*/ 6326959 w 7467600"/>
              <a:gd name="connsiteY861" fmla="*/ 1817686 h 6858000"/>
              <a:gd name="connsiteX862" fmla="*/ 6537433 w 7467600"/>
              <a:gd name="connsiteY862" fmla="*/ 1907790 h 6858000"/>
              <a:gd name="connsiteX863" fmla="*/ 6550221 w 7467600"/>
              <a:gd name="connsiteY863" fmla="*/ 1910729 h 6858000"/>
              <a:gd name="connsiteX864" fmla="*/ 6964438 w 7467600"/>
              <a:gd name="connsiteY864" fmla="*/ 2209505 h 6858000"/>
              <a:gd name="connsiteX865" fmla="*/ 7367862 w 7467600"/>
              <a:gd name="connsiteY865" fmla="*/ 2806833 h 6858000"/>
              <a:gd name="connsiteX866" fmla="*/ 7364329 w 7467600"/>
              <a:gd name="connsiteY866" fmla="*/ 2826907 h 6858000"/>
              <a:gd name="connsiteX867" fmla="*/ 7290545 w 7467600"/>
              <a:gd name="connsiteY867" fmla="*/ 2850663 h 6858000"/>
              <a:gd name="connsiteX868" fmla="*/ 6472036 w 7467600"/>
              <a:gd name="connsiteY868" fmla="*/ 1959003 h 6858000"/>
              <a:gd name="connsiteX869" fmla="*/ 5792897 w 7467600"/>
              <a:gd name="connsiteY869" fmla="*/ 1647747 h 6858000"/>
              <a:gd name="connsiteX870" fmla="*/ 5842751 w 7467600"/>
              <a:gd name="connsiteY870" fmla="*/ 1816112 h 6858000"/>
              <a:gd name="connsiteX871" fmla="*/ 5847424 w 7467600"/>
              <a:gd name="connsiteY871" fmla="*/ 1815776 h 6858000"/>
              <a:gd name="connsiteX872" fmla="*/ 6399821 w 7467600"/>
              <a:gd name="connsiteY872" fmla="*/ 2344799 h 6858000"/>
              <a:gd name="connsiteX873" fmla="*/ 6323232 w 7467600"/>
              <a:gd name="connsiteY873" fmla="*/ 2389634 h 6858000"/>
              <a:gd name="connsiteX874" fmla="*/ 5942958 w 7467600"/>
              <a:gd name="connsiteY874" fmla="*/ 2077708 h 6858000"/>
              <a:gd name="connsiteX875" fmla="*/ 5921559 w 7467600"/>
              <a:gd name="connsiteY875" fmla="*/ 2378596 h 6858000"/>
              <a:gd name="connsiteX876" fmla="*/ 5817651 w 7467600"/>
              <a:gd name="connsiteY876" fmla="*/ 3023919 h 6858000"/>
              <a:gd name="connsiteX877" fmla="*/ 5729634 w 7467600"/>
              <a:gd name="connsiteY877" fmla="*/ 3051849 h 6858000"/>
              <a:gd name="connsiteX878" fmla="*/ 5611018 w 7467600"/>
              <a:gd name="connsiteY878" fmla="*/ 2316769 h 6858000"/>
              <a:gd name="connsiteX879" fmla="*/ 5687608 w 7467600"/>
              <a:gd name="connsiteY879" fmla="*/ 2039972 h 6858000"/>
              <a:gd name="connsiteX880" fmla="*/ 5657554 w 7467600"/>
              <a:gd name="connsiteY880" fmla="*/ 1576445 h 6858000"/>
              <a:gd name="connsiteX881" fmla="*/ 5150475 w 7467600"/>
              <a:gd name="connsiteY881" fmla="*/ 1274012 h 6858000"/>
              <a:gd name="connsiteX882" fmla="*/ 5349142 w 7467600"/>
              <a:gd name="connsiteY882" fmla="*/ 2204405 h 6858000"/>
              <a:gd name="connsiteX883" fmla="*/ 5262214 w 7467600"/>
              <a:gd name="connsiteY883" fmla="*/ 2233836 h 6858000"/>
              <a:gd name="connsiteX884" fmla="*/ 4981539 w 7467600"/>
              <a:gd name="connsiteY884" fmla="*/ 1542201 h 6858000"/>
              <a:gd name="connsiteX885" fmla="*/ 4958461 w 7467600"/>
              <a:gd name="connsiteY885" fmla="*/ 1136957 h 6858000"/>
              <a:gd name="connsiteX886" fmla="*/ 4655015 w 7467600"/>
              <a:gd name="connsiteY886" fmla="*/ 891426 h 6858000"/>
              <a:gd name="connsiteX887" fmla="*/ 4348002 w 7467600"/>
              <a:gd name="connsiteY887" fmla="*/ 2205895 h 6858000"/>
              <a:gd name="connsiteX888" fmla="*/ 4262250 w 7467600"/>
              <a:gd name="connsiteY888" fmla="*/ 2219972 h 6858000"/>
              <a:gd name="connsiteX889" fmla="*/ 4550611 w 7467600"/>
              <a:gd name="connsiteY889" fmla="*/ 817540 h 6858000"/>
              <a:gd name="connsiteX890" fmla="*/ 4564418 w 7467600"/>
              <a:gd name="connsiteY890" fmla="*/ 808293 h 6858000"/>
              <a:gd name="connsiteX891" fmla="*/ 4266388 w 7467600"/>
              <a:gd name="connsiteY891" fmla="*/ 500083 h 6858000"/>
              <a:gd name="connsiteX892" fmla="*/ 4032842 w 7467600"/>
              <a:gd name="connsiteY892" fmla="*/ 211809 h 6858000"/>
              <a:gd name="connsiteX893" fmla="*/ 3882765 w 7467600"/>
              <a:gd name="connsiteY893" fmla="*/ 0 h 6858000"/>
              <a:gd name="connsiteX894" fmla="*/ 3721337 w 7467600"/>
              <a:gd name="connsiteY894" fmla="*/ 0 h 6858000"/>
              <a:gd name="connsiteX895" fmla="*/ 3797544 w 7467600"/>
              <a:gd name="connsiteY895" fmla="*/ 0 h 6858000"/>
              <a:gd name="connsiteX896" fmla="*/ 3775734 w 7467600"/>
              <a:gd name="connsiteY896" fmla="*/ 95131 h 6858000"/>
              <a:gd name="connsiteX897" fmla="*/ 3724807 w 7467600"/>
              <a:gd name="connsiteY897" fmla="*/ 272257 h 6858000"/>
              <a:gd name="connsiteX898" fmla="*/ 3726844 w 7467600"/>
              <a:gd name="connsiteY898" fmla="*/ 282988 h 6858000"/>
              <a:gd name="connsiteX899" fmla="*/ 3742664 w 7467600"/>
              <a:gd name="connsiteY899" fmla="*/ 279918 h 6858000"/>
              <a:gd name="connsiteX900" fmla="*/ 4103910 w 7467600"/>
              <a:gd name="connsiteY900" fmla="*/ 1161917 h 6858000"/>
              <a:gd name="connsiteX901" fmla="*/ 4020269 w 7467600"/>
              <a:gd name="connsiteY901" fmla="*/ 1200406 h 6858000"/>
              <a:gd name="connsiteX902" fmla="*/ 3674882 w 7467600"/>
              <a:gd name="connsiteY902" fmla="*/ 488524 h 6858000"/>
              <a:gd name="connsiteX903" fmla="*/ 3132682 w 7467600"/>
              <a:gd name="connsiteY903" fmla="*/ 1072284 h 6858000"/>
              <a:gd name="connsiteX904" fmla="*/ 2716346 w 7467600"/>
              <a:gd name="connsiteY904" fmla="*/ 1276376 h 6858000"/>
              <a:gd name="connsiteX905" fmla="*/ 2716772 w 7467600"/>
              <a:gd name="connsiteY905" fmla="*/ 1255462 h 6858000"/>
              <a:gd name="connsiteX906" fmla="*/ 3471096 w 7467600"/>
              <a:gd name="connsiteY906" fmla="*/ 437072 h 6858000"/>
              <a:gd name="connsiteX907" fmla="*/ 3639057 w 7467600"/>
              <a:gd name="connsiteY907" fmla="*/ 286334 h 6858000"/>
              <a:gd name="connsiteX908" fmla="*/ 3640309 w 7467600"/>
              <a:gd name="connsiteY908" fmla="*/ 284664 h 6858000"/>
              <a:gd name="connsiteX909" fmla="*/ 3646022 w 7467600"/>
              <a:gd name="connsiteY909" fmla="*/ 276711 h 6858000"/>
              <a:gd name="connsiteX910" fmla="*/ 3707943 w 7467600"/>
              <a:gd name="connsiteY910" fmla="*/ 65958 h 6858000"/>
              <a:gd name="connsiteX911" fmla="*/ 3721337 w 7467600"/>
              <a:gd name="connsiteY911" fmla="*/ 0 h 6858000"/>
              <a:gd name="connsiteX912" fmla="*/ 2867960 w 7467600"/>
              <a:gd name="connsiteY912" fmla="*/ 0 h 6858000"/>
              <a:gd name="connsiteX913" fmla="*/ 2926351 w 7467600"/>
              <a:gd name="connsiteY913" fmla="*/ 0 h 6858000"/>
              <a:gd name="connsiteX914" fmla="*/ 2902823 w 7467600"/>
              <a:gd name="connsiteY914" fmla="*/ 262929 h 6858000"/>
              <a:gd name="connsiteX915" fmla="*/ 2940663 w 7467600"/>
              <a:gd name="connsiteY915" fmla="*/ 140884 h 6858000"/>
              <a:gd name="connsiteX916" fmla="*/ 2947039 w 7467600"/>
              <a:gd name="connsiteY916" fmla="*/ 122524 h 6858000"/>
              <a:gd name="connsiteX917" fmla="*/ 2984316 w 7467600"/>
              <a:gd name="connsiteY917" fmla="*/ 0 h 6858000"/>
              <a:gd name="connsiteX918" fmla="*/ 3016114 w 7467600"/>
              <a:gd name="connsiteY918" fmla="*/ 0 h 6858000"/>
              <a:gd name="connsiteX919" fmla="*/ 2979949 w 7467600"/>
              <a:gd name="connsiteY919" fmla="*/ 119274 h 6858000"/>
              <a:gd name="connsiteX920" fmla="*/ 3023879 w 7467600"/>
              <a:gd name="connsiteY920" fmla="*/ 0 h 6858000"/>
              <a:gd name="connsiteX921" fmla="*/ 3105400 w 7467600"/>
              <a:gd name="connsiteY921" fmla="*/ 0 h 6858000"/>
              <a:gd name="connsiteX922" fmla="*/ 3094669 w 7467600"/>
              <a:gd name="connsiteY922" fmla="*/ 30308 h 6858000"/>
              <a:gd name="connsiteX923" fmla="*/ 2901945 w 7467600"/>
              <a:gd name="connsiteY923" fmla="*/ 466538 h 6858000"/>
              <a:gd name="connsiteX924" fmla="*/ 2815209 w 7467600"/>
              <a:gd name="connsiteY924" fmla="*/ 497361 h 6858000"/>
              <a:gd name="connsiteX925" fmla="*/ 2844845 w 7467600"/>
              <a:gd name="connsiteY925" fmla="*/ 127638 h 6858000"/>
              <a:gd name="connsiteX926" fmla="*/ 2867960 w 7467600"/>
              <a:gd name="connsiteY926" fmla="*/ 0 h 6858000"/>
              <a:gd name="connsiteX927" fmla="*/ 1057230 w 7467600"/>
              <a:gd name="connsiteY927" fmla="*/ 0 h 6858000"/>
              <a:gd name="connsiteX928" fmla="*/ 1111003 w 7467600"/>
              <a:gd name="connsiteY928" fmla="*/ 0 h 6858000"/>
              <a:gd name="connsiteX929" fmla="*/ 1125553 w 7467600"/>
              <a:gd name="connsiteY929" fmla="*/ 52588 h 6858000"/>
              <a:gd name="connsiteX930" fmla="*/ 1304276 w 7467600"/>
              <a:gd name="connsiteY930" fmla="*/ 476275 h 6858000"/>
              <a:gd name="connsiteX931" fmla="*/ 1492066 w 7467600"/>
              <a:gd name="connsiteY931" fmla="*/ 886333 h 6858000"/>
              <a:gd name="connsiteX932" fmla="*/ 1423698 w 7467600"/>
              <a:gd name="connsiteY932" fmla="*/ 710817 h 6858000"/>
              <a:gd name="connsiteX933" fmla="*/ 1357609 w 7467600"/>
              <a:gd name="connsiteY933" fmla="*/ 532892 h 6858000"/>
              <a:gd name="connsiteX934" fmla="*/ 1309550 w 7467600"/>
              <a:gd name="connsiteY934" fmla="*/ 374031 h 6858000"/>
              <a:gd name="connsiteX935" fmla="*/ 1193673 w 7467600"/>
              <a:gd name="connsiteY935" fmla="*/ 49533 h 6858000"/>
              <a:gd name="connsiteX936" fmla="*/ 1164391 w 7467600"/>
              <a:gd name="connsiteY936" fmla="*/ 0 h 6858000"/>
              <a:gd name="connsiteX937" fmla="*/ 1200666 w 7467600"/>
              <a:gd name="connsiteY937" fmla="*/ 0 h 6858000"/>
              <a:gd name="connsiteX938" fmla="*/ 1223408 w 7467600"/>
              <a:gd name="connsiteY938" fmla="*/ 38996 h 6858000"/>
              <a:gd name="connsiteX939" fmla="*/ 1339635 w 7467600"/>
              <a:gd name="connsiteY939" fmla="*/ 365517 h 6858000"/>
              <a:gd name="connsiteX940" fmla="*/ 1387469 w 7467600"/>
              <a:gd name="connsiteY940" fmla="*/ 523079 h 6858000"/>
              <a:gd name="connsiteX941" fmla="*/ 1452685 w 7467600"/>
              <a:gd name="connsiteY941" fmla="*/ 699806 h 6858000"/>
              <a:gd name="connsiteX942" fmla="*/ 1492092 w 7467600"/>
              <a:gd name="connsiteY942" fmla="*/ 800424 h 6858000"/>
              <a:gd name="connsiteX943" fmla="*/ 1455302 w 7467600"/>
              <a:gd name="connsiteY943" fmla="*/ 632913 h 6858000"/>
              <a:gd name="connsiteX944" fmla="*/ 1222336 w 7467600"/>
              <a:gd name="connsiteY944" fmla="*/ 9480 h 6858000"/>
              <a:gd name="connsiteX945" fmla="*/ 1214634 w 7467600"/>
              <a:gd name="connsiteY945" fmla="*/ 0 h 6858000"/>
              <a:gd name="connsiteX946" fmla="*/ 1289827 w 7467600"/>
              <a:gd name="connsiteY946" fmla="*/ 0 h 6858000"/>
              <a:gd name="connsiteX947" fmla="*/ 1321076 w 7467600"/>
              <a:gd name="connsiteY947" fmla="*/ 59722 h 6858000"/>
              <a:gd name="connsiteX948" fmla="*/ 1512579 w 7467600"/>
              <a:gd name="connsiteY948" fmla="*/ 626441 h 6858000"/>
              <a:gd name="connsiteX949" fmla="*/ 1506076 w 7467600"/>
              <a:gd name="connsiteY949" fmla="*/ 1089289 h 6858000"/>
              <a:gd name="connsiteX950" fmla="*/ 1486346 w 7467600"/>
              <a:gd name="connsiteY950" fmla="*/ 1079919 h 6858000"/>
              <a:gd name="connsiteX951" fmla="*/ 1070511 w 7467600"/>
              <a:gd name="connsiteY951" fmla="*/ 48609 h 6858000"/>
              <a:gd name="connsiteX952" fmla="*/ 1057230 w 7467600"/>
              <a:gd name="connsiteY952" fmla="*/ 0 h 6858000"/>
              <a:gd name="connsiteX953" fmla="*/ 43151 w 7467600"/>
              <a:gd name="connsiteY953" fmla="*/ 0 h 6858000"/>
              <a:gd name="connsiteX954" fmla="*/ 95283 w 7467600"/>
              <a:gd name="connsiteY954" fmla="*/ 0 h 6858000"/>
              <a:gd name="connsiteX955" fmla="*/ 300708 w 7467600"/>
              <a:gd name="connsiteY955" fmla="*/ 154571 h 6858000"/>
              <a:gd name="connsiteX956" fmla="*/ 530414 w 7467600"/>
              <a:gd name="connsiteY956" fmla="*/ 354673 h 6858000"/>
              <a:gd name="connsiteX957" fmla="*/ 333785 w 7467600"/>
              <a:gd name="connsiteY957" fmla="*/ 161564 h 6858000"/>
              <a:gd name="connsiteX958" fmla="*/ 147005 w 7467600"/>
              <a:gd name="connsiteY958" fmla="*/ 0 h 6858000"/>
              <a:gd name="connsiteX959" fmla="*/ 272509 w 7467600"/>
              <a:gd name="connsiteY959" fmla="*/ 0 h 6858000"/>
              <a:gd name="connsiteX960" fmla="*/ 326276 w 7467600"/>
              <a:gd name="connsiteY960" fmla="*/ 45847 h 6858000"/>
              <a:gd name="connsiteX961" fmla="*/ 823759 w 7467600"/>
              <a:gd name="connsiteY961" fmla="*/ 574145 h 6858000"/>
              <a:gd name="connsiteX962" fmla="*/ 811254 w 7467600"/>
              <a:gd name="connsiteY962" fmla="*/ 665546 h 6858000"/>
              <a:gd name="connsiteX963" fmla="*/ 154042 w 7467600"/>
              <a:gd name="connsiteY963" fmla="*/ 261522 h 6858000"/>
              <a:gd name="connsiteX964" fmla="*/ 13550 w 7467600"/>
              <a:gd name="connsiteY964" fmla="*/ 158423 h 6858000"/>
              <a:gd name="connsiteX965" fmla="*/ 0 w 7467600"/>
              <a:gd name="connsiteY965" fmla="*/ 146618 h 6858000"/>
              <a:gd name="connsiteX966" fmla="*/ 0 w 7467600"/>
              <a:gd name="connsiteY966" fmla="*/ 59161 h 6858000"/>
              <a:gd name="connsiteX967" fmla="*/ 45427 w 7467600"/>
              <a:gd name="connsiteY967" fmla="*/ 101078 h 6858000"/>
              <a:gd name="connsiteX968" fmla="*/ 630103 w 7467600"/>
              <a:gd name="connsiteY968" fmla="*/ 485885 h 6858000"/>
              <a:gd name="connsiteX969" fmla="*/ 532040 w 7467600"/>
              <a:gd name="connsiteY969" fmla="*/ 399359 h 6858000"/>
              <a:gd name="connsiteX970" fmla="*/ 517618 w 7467600"/>
              <a:gd name="connsiteY970" fmla="*/ 385726 h 6858000"/>
              <a:gd name="connsiteX971" fmla="*/ 285074 w 7467600"/>
              <a:gd name="connsiteY971" fmla="*/ 182755 h 6858000"/>
              <a:gd name="connsiteX972" fmla="*/ 43151 w 7467600"/>
              <a:gd name="connsiteY97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7105827 w 7467600"/>
              <a:gd name="connsiteY81" fmla="*/ 5718700 h 6858000"/>
              <a:gd name="connsiteX82" fmla="*/ 7356878 w 7467600"/>
              <a:gd name="connsiteY82" fmla="*/ 5981332 h 6858000"/>
              <a:gd name="connsiteX83" fmla="*/ 7467600 w 7467600"/>
              <a:gd name="connsiteY83" fmla="*/ 6117703 h 6858000"/>
              <a:gd name="connsiteX84" fmla="*/ 7467600 w 7467600"/>
              <a:gd name="connsiteY84" fmla="*/ 6163634 h 6858000"/>
              <a:gd name="connsiteX85" fmla="*/ 7403637 w 7467600"/>
              <a:gd name="connsiteY85" fmla="*/ 6083957 h 6858000"/>
              <a:gd name="connsiteX86" fmla="*/ 7254615 w 7467600"/>
              <a:gd name="connsiteY86" fmla="*/ 5911918 h 6858000"/>
              <a:gd name="connsiteX87" fmla="*/ 7312589 w 7467600"/>
              <a:gd name="connsiteY87" fmla="*/ 5982309 h 6858000"/>
              <a:gd name="connsiteX88" fmla="*/ 7448321 w 7467600"/>
              <a:gd name="connsiteY88" fmla="*/ 6190991 h 6858000"/>
              <a:gd name="connsiteX89" fmla="*/ 7467600 w 7467600"/>
              <a:gd name="connsiteY89" fmla="*/ 6221686 h 6858000"/>
              <a:gd name="connsiteX90" fmla="*/ 7467600 w 7467600"/>
              <a:gd name="connsiteY90" fmla="*/ 6334256 h 6858000"/>
              <a:gd name="connsiteX91" fmla="*/ 7454976 w 7467600"/>
              <a:gd name="connsiteY91" fmla="*/ 6318297 h 6858000"/>
              <a:gd name="connsiteX92" fmla="*/ 7042773 w 7467600"/>
              <a:gd name="connsiteY92" fmla="*/ 5734011 h 6858000"/>
              <a:gd name="connsiteX93" fmla="*/ 1456157 w 7467600"/>
              <a:gd name="connsiteY93" fmla="*/ 5371404 h 6858000"/>
              <a:gd name="connsiteX94" fmla="*/ 1244432 w 7467600"/>
              <a:gd name="connsiteY94" fmla="*/ 5385601 h 6858000"/>
              <a:gd name="connsiteX95" fmla="*/ 973990 w 7467600"/>
              <a:gd name="connsiteY95" fmla="*/ 5424940 h 6858000"/>
              <a:gd name="connsiteX96" fmla="*/ 1103809 w 7467600"/>
              <a:gd name="connsiteY96" fmla="*/ 5433720 h 6858000"/>
              <a:gd name="connsiteX97" fmla="*/ 1123454 w 7467600"/>
              <a:gd name="connsiteY97" fmla="*/ 5435727 h 6858000"/>
              <a:gd name="connsiteX98" fmla="*/ 1737017 w 7467600"/>
              <a:gd name="connsiteY98" fmla="*/ 5452183 h 6858000"/>
              <a:gd name="connsiteX99" fmla="*/ 1824397 w 7467600"/>
              <a:gd name="connsiteY99" fmla="*/ 5447757 h 6858000"/>
              <a:gd name="connsiteX100" fmla="*/ 2070059 w 7467600"/>
              <a:gd name="connsiteY100" fmla="*/ 5441660 h 6858000"/>
              <a:gd name="connsiteX101" fmla="*/ 1456157 w 7467600"/>
              <a:gd name="connsiteY101" fmla="*/ 5371404 h 6858000"/>
              <a:gd name="connsiteX102" fmla="*/ 4988186 w 7467600"/>
              <a:gd name="connsiteY102" fmla="*/ 5216467 h 6858000"/>
              <a:gd name="connsiteX103" fmla="*/ 4777334 w 7467600"/>
              <a:gd name="connsiteY103" fmla="*/ 5406072 h 6858000"/>
              <a:gd name="connsiteX104" fmla="*/ 4718341 w 7467600"/>
              <a:gd name="connsiteY104" fmla="*/ 5468043 h 6858000"/>
              <a:gd name="connsiteX105" fmla="*/ 4604655 w 7467600"/>
              <a:gd name="connsiteY105" fmla="*/ 5583434 h 6858000"/>
              <a:gd name="connsiteX106" fmla="*/ 4565074 w 7467600"/>
              <a:gd name="connsiteY106" fmla="*/ 5618550 h 6858000"/>
              <a:gd name="connsiteX107" fmla="*/ 4988186 w 7467600"/>
              <a:gd name="connsiteY107" fmla="*/ 5216467 h 6858000"/>
              <a:gd name="connsiteX108" fmla="*/ 4978032 w 7467600"/>
              <a:gd name="connsiteY108" fmla="*/ 5183809 h 6858000"/>
              <a:gd name="connsiteX109" fmla="*/ 4463413 w 7467600"/>
              <a:gd name="connsiteY109" fmla="*/ 5615162 h 6858000"/>
              <a:gd name="connsiteX110" fmla="*/ 4358134 w 7467600"/>
              <a:gd name="connsiteY110" fmla="*/ 5742791 h 6858000"/>
              <a:gd name="connsiteX111" fmla="*/ 4376219 w 7467600"/>
              <a:gd name="connsiteY111" fmla="*/ 5729027 h 6858000"/>
              <a:gd name="connsiteX112" fmla="*/ 4582340 w 7467600"/>
              <a:gd name="connsiteY112" fmla="*/ 5561037 h 6858000"/>
              <a:gd name="connsiteX113" fmla="*/ 4694684 w 7467600"/>
              <a:gd name="connsiteY113" fmla="*/ 5447098 h 6858000"/>
              <a:gd name="connsiteX114" fmla="*/ 4754123 w 7467600"/>
              <a:gd name="connsiteY114" fmla="*/ 5384643 h 6858000"/>
              <a:gd name="connsiteX115" fmla="*/ 4978032 w 7467600"/>
              <a:gd name="connsiteY115" fmla="*/ 5183809 h 6858000"/>
              <a:gd name="connsiteX116" fmla="*/ 1903353 w 7467600"/>
              <a:gd name="connsiteY116" fmla="*/ 5044827 h 6858000"/>
              <a:gd name="connsiteX117" fmla="*/ 1936931 w 7467600"/>
              <a:gd name="connsiteY117" fmla="*/ 5093954 h 6858000"/>
              <a:gd name="connsiteX118" fmla="*/ 2195868 w 7467600"/>
              <a:gd name="connsiteY118" fmla="*/ 5396574 h 6858000"/>
              <a:gd name="connsiteX119" fmla="*/ 2088852 w 7467600"/>
              <a:gd name="connsiteY119" fmla="*/ 5166123 h 6858000"/>
              <a:gd name="connsiteX120" fmla="*/ 1958241 w 7467600"/>
              <a:gd name="connsiteY120" fmla="*/ 5067955 h 6858000"/>
              <a:gd name="connsiteX121" fmla="*/ 1903353 w 7467600"/>
              <a:gd name="connsiteY121" fmla="*/ 5044827 h 6858000"/>
              <a:gd name="connsiteX122" fmla="*/ 1979378 w 7467600"/>
              <a:gd name="connsiteY122" fmla="*/ 4769504 h 6858000"/>
              <a:gd name="connsiteX123" fmla="*/ 2882120 w 7467600"/>
              <a:gd name="connsiteY123" fmla="*/ 5064547 h 6858000"/>
              <a:gd name="connsiteX124" fmla="*/ 2793103 w 7467600"/>
              <a:gd name="connsiteY124" fmla="*/ 5039699 h 6858000"/>
              <a:gd name="connsiteX125" fmla="*/ 2770041 w 7467600"/>
              <a:gd name="connsiteY125" fmla="*/ 5033634 h 6858000"/>
              <a:gd name="connsiteX126" fmla="*/ 1979378 w 7467600"/>
              <a:gd name="connsiteY126" fmla="*/ 4769504 h 6858000"/>
              <a:gd name="connsiteX127" fmla="*/ 1927410 w 7467600"/>
              <a:gd name="connsiteY127" fmla="*/ 4716164 h 6858000"/>
              <a:gd name="connsiteX128" fmla="*/ 1959587 w 7467600"/>
              <a:gd name="connsiteY128" fmla="*/ 4728849 h 6858000"/>
              <a:gd name="connsiteX129" fmla="*/ 2777707 w 7467600"/>
              <a:gd name="connsiteY129" fmla="*/ 5003991 h 6858000"/>
              <a:gd name="connsiteX130" fmla="*/ 2800768 w 7467600"/>
              <a:gd name="connsiteY130" fmla="*/ 5010056 h 6858000"/>
              <a:gd name="connsiteX131" fmla="*/ 2879408 w 7467600"/>
              <a:gd name="connsiteY131" fmla="*/ 5031590 h 6858000"/>
              <a:gd name="connsiteX132" fmla="*/ 2862295 w 7467600"/>
              <a:gd name="connsiteY132" fmla="*/ 5022958 h 6858000"/>
              <a:gd name="connsiteX133" fmla="*/ 2813343 w 7467600"/>
              <a:gd name="connsiteY133" fmla="*/ 4998369 h 6858000"/>
              <a:gd name="connsiteX134" fmla="*/ 2646245 w 7467600"/>
              <a:gd name="connsiteY134" fmla="*/ 4930999 h 6858000"/>
              <a:gd name="connsiteX135" fmla="*/ 1999243 w 7467600"/>
              <a:gd name="connsiteY135" fmla="*/ 4730524 h 6858000"/>
              <a:gd name="connsiteX136" fmla="*/ 1979527 w 7467600"/>
              <a:gd name="connsiteY136" fmla="*/ 4726651 h 6858000"/>
              <a:gd name="connsiteX137" fmla="*/ 1927410 w 7467600"/>
              <a:gd name="connsiteY137" fmla="*/ 4716164 h 6858000"/>
              <a:gd name="connsiteX138" fmla="*/ 1997014 w 7467600"/>
              <a:gd name="connsiteY138" fmla="*/ 4698007 h 6858000"/>
              <a:gd name="connsiteX139" fmla="*/ 2005458 w 7467600"/>
              <a:gd name="connsiteY139" fmla="*/ 4699540 h 6858000"/>
              <a:gd name="connsiteX140" fmla="*/ 2657186 w 7467600"/>
              <a:gd name="connsiteY140" fmla="*/ 4901687 h 6858000"/>
              <a:gd name="connsiteX141" fmla="*/ 2826662 w 7467600"/>
              <a:gd name="connsiteY141" fmla="*/ 4970362 h 6858000"/>
              <a:gd name="connsiteX142" fmla="*/ 2876100 w 7467600"/>
              <a:gd name="connsiteY142" fmla="*/ 4995397 h 6858000"/>
              <a:gd name="connsiteX143" fmla="*/ 3042600 w 7467600"/>
              <a:gd name="connsiteY143" fmla="*/ 5059532 h 6858000"/>
              <a:gd name="connsiteX144" fmla="*/ 1997014 w 7467600"/>
              <a:gd name="connsiteY144" fmla="*/ 4698007 h 6858000"/>
              <a:gd name="connsiteX145" fmla="*/ 2305292 w 7467600"/>
              <a:gd name="connsiteY145" fmla="*/ 4219492 h 6858000"/>
              <a:gd name="connsiteX146" fmla="*/ 3360922 w 7467600"/>
              <a:gd name="connsiteY146" fmla="*/ 4529373 h 6858000"/>
              <a:gd name="connsiteX147" fmla="*/ 3492420 w 7467600"/>
              <a:gd name="connsiteY147" fmla="*/ 4510145 h 6858000"/>
              <a:gd name="connsiteX148" fmla="*/ 3364086 w 7467600"/>
              <a:gd name="connsiteY148" fmla="*/ 4480340 h 6858000"/>
              <a:gd name="connsiteX149" fmla="*/ 3225818 w 7467600"/>
              <a:gd name="connsiteY149" fmla="*/ 4411822 h 6858000"/>
              <a:gd name="connsiteX150" fmla="*/ 3129696 w 7467600"/>
              <a:gd name="connsiteY150" fmla="*/ 4360704 h 6858000"/>
              <a:gd name="connsiteX151" fmla="*/ 2814545 w 7467600"/>
              <a:gd name="connsiteY151" fmla="*/ 4282955 h 6858000"/>
              <a:gd name="connsiteX152" fmla="*/ 2305292 w 7467600"/>
              <a:gd name="connsiteY152" fmla="*/ 4219492 h 6858000"/>
              <a:gd name="connsiteX153" fmla="*/ 2626982 w 7467600"/>
              <a:gd name="connsiteY153" fmla="*/ 4206450 h 6858000"/>
              <a:gd name="connsiteX154" fmla="*/ 2490617 w 7467600"/>
              <a:gd name="connsiteY154" fmla="*/ 4206951 h 6858000"/>
              <a:gd name="connsiteX155" fmla="*/ 2819869 w 7467600"/>
              <a:gd name="connsiteY155" fmla="*/ 4252936 h 6858000"/>
              <a:gd name="connsiteX156" fmla="*/ 3143018 w 7467600"/>
              <a:gd name="connsiteY156" fmla="*/ 4332698 h 6858000"/>
              <a:gd name="connsiteX157" fmla="*/ 3241520 w 7467600"/>
              <a:gd name="connsiteY157" fmla="*/ 4385112 h 6858000"/>
              <a:gd name="connsiteX158" fmla="*/ 3374575 w 7467600"/>
              <a:gd name="connsiteY158" fmla="*/ 4451517 h 6858000"/>
              <a:gd name="connsiteX159" fmla="*/ 3505221 w 7467600"/>
              <a:gd name="connsiteY159" fmla="*/ 4480757 h 6858000"/>
              <a:gd name="connsiteX160" fmla="*/ 2626982 w 7467600"/>
              <a:gd name="connsiteY160" fmla="*/ 4206450 h 6858000"/>
              <a:gd name="connsiteX161" fmla="*/ 1310106 w 7467600"/>
              <a:gd name="connsiteY161" fmla="*/ 3943217 h 6858000"/>
              <a:gd name="connsiteX162" fmla="*/ 854994 w 7467600"/>
              <a:gd name="connsiteY162" fmla="*/ 4399136 h 6858000"/>
              <a:gd name="connsiteX163" fmla="*/ 742462 w 7467600"/>
              <a:gd name="connsiteY163" fmla="*/ 4594648 h 6858000"/>
              <a:gd name="connsiteX164" fmla="*/ 820602 w 7467600"/>
              <a:gd name="connsiteY164" fmla="*/ 4485915 h 6858000"/>
              <a:gd name="connsiteX165" fmla="*/ 878295 w 7467600"/>
              <a:gd name="connsiteY165" fmla="*/ 4403594 h 6858000"/>
              <a:gd name="connsiteX166" fmla="*/ 1240607 w 7467600"/>
              <a:gd name="connsiteY166" fmla="*/ 4010401 h 6858000"/>
              <a:gd name="connsiteX167" fmla="*/ 1310106 w 7467600"/>
              <a:gd name="connsiteY167" fmla="*/ 3943217 h 6858000"/>
              <a:gd name="connsiteX168" fmla="*/ 1423113 w 7467600"/>
              <a:gd name="connsiteY168" fmla="*/ 3874565 h 6858000"/>
              <a:gd name="connsiteX169" fmla="*/ 1260565 w 7467600"/>
              <a:gd name="connsiteY169" fmla="*/ 4031982 h 6858000"/>
              <a:gd name="connsiteX170" fmla="*/ 901900 w 7467600"/>
              <a:gd name="connsiteY170" fmla="*/ 4421236 h 6858000"/>
              <a:gd name="connsiteX171" fmla="*/ 845044 w 7467600"/>
              <a:gd name="connsiteY171" fmla="*/ 4502436 h 6858000"/>
              <a:gd name="connsiteX172" fmla="*/ 685926 w 7467600"/>
              <a:gd name="connsiteY172" fmla="*/ 4703069 h 6858000"/>
              <a:gd name="connsiteX173" fmla="*/ 684248 w 7467600"/>
              <a:gd name="connsiteY173" fmla="*/ 4706721 h 6858000"/>
              <a:gd name="connsiteX174" fmla="*/ 1423113 w 7467600"/>
              <a:gd name="connsiteY174" fmla="*/ 3874565 h 6858000"/>
              <a:gd name="connsiteX175" fmla="*/ 3316479 w 7467600"/>
              <a:gd name="connsiteY175" fmla="*/ 3872136 h 6858000"/>
              <a:gd name="connsiteX176" fmla="*/ 3546806 w 7467600"/>
              <a:gd name="connsiteY176" fmla="*/ 4356139 h 6858000"/>
              <a:gd name="connsiteX177" fmla="*/ 3364433 w 7467600"/>
              <a:gd name="connsiteY177" fmla="*/ 3953121 h 6858000"/>
              <a:gd name="connsiteX178" fmla="*/ 3316479 w 7467600"/>
              <a:gd name="connsiteY178" fmla="*/ 3872136 h 6858000"/>
              <a:gd name="connsiteX179" fmla="*/ 3291335 w 7467600"/>
              <a:gd name="connsiteY179" fmla="*/ 3767420 h 6858000"/>
              <a:gd name="connsiteX180" fmla="*/ 3390805 w 7467600"/>
              <a:gd name="connsiteY180" fmla="*/ 3937163 h 6858000"/>
              <a:gd name="connsiteX181" fmla="*/ 3579062 w 7467600"/>
              <a:gd name="connsiteY181" fmla="*/ 4359040 h 6858000"/>
              <a:gd name="connsiteX182" fmla="*/ 3467355 w 7467600"/>
              <a:gd name="connsiteY182" fmla="*/ 3988130 h 6858000"/>
              <a:gd name="connsiteX183" fmla="*/ 3310753 w 7467600"/>
              <a:gd name="connsiteY183" fmla="*/ 3787140 h 6858000"/>
              <a:gd name="connsiteX184" fmla="*/ 3291335 w 7467600"/>
              <a:gd name="connsiteY184" fmla="*/ 3767420 h 6858000"/>
              <a:gd name="connsiteX185" fmla="*/ 1635889 w 7467600"/>
              <a:gd name="connsiteY185" fmla="*/ 3709494 h 6858000"/>
              <a:gd name="connsiteX186" fmla="*/ 1634800 w 7467600"/>
              <a:gd name="connsiteY186" fmla="*/ 3731111 h 6858000"/>
              <a:gd name="connsiteX187" fmla="*/ 1635889 w 7467600"/>
              <a:gd name="connsiteY187" fmla="*/ 3709494 h 6858000"/>
              <a:gd name="connsiteX188" fmla="*/ 1510397 w 7467600"/>
              <a:gd name="connsiteY188" fmla="*/ 3684705 h 6858000"/>
              <a:gd name="connsiteX189" fmla="*/ 1146550 w 7467600"/>
              <a:gd name="connsiteY189" fmla="*/ 3802012 h 6858000"/>
              <a:gd name="connsiteX190" fmla="*/ 698834 w 7467600"/>
              <a:gd name="connsiteY190" fmla="*/ 3952272 h 6858000"/>
              <a:gd name="connsiteX191" fmla="*/ 34256 w 7467600"/>
              <a:gd name="connsiteY191" fmla="*/ 4347603 h 6858000"/>
              <a:gd name="connsiteX192" fmla="*/ 527241 w 7467600"/>
              <a:gd name="connsiteY192" fmla="*/ 4065078 h 6858000"/>
              <a:gd name="connsiteX193" fmla="*/ 1510397 w 7467600"/>
              <a:gd name="connsiteY193" fmla="*/ 3684705 h 6858000"/>
              <a:gd name="connsiteX194" fmla="*/ 1313114 w 7467600"/>
              <a:gd name="connsiteY194" fmla="*/ 3655216 h 6858000"/>
              <a:gd name="connsiteX195" fmla="*/ 1109304 w 7467600"/>
              <a:gd name="connsiteY195" fmla="*/ 3669030 h 6858000"/>
              <a:gd name="connsiteX196" fmla="*/ 8129 w 7467600"/>
              <a:gd name="connsiteY196" fmla="*/ 4330519 h 6858000"/>
              <a:gd name="connsiteX197" fmla="*/ 687572 w 7467600"/>
              <a:gd name="connsiteY197" fmla="*/ 3925629 h 6858000"/>
              <a:gd name="connsiteX198" fmla="*/ 1138365 w 7467600"/>
              <a:gd name="connsiteY198" fmla="*/ 3774515 h 6858000"/>
              <a:gd name="connsiteX199" fmla="*/ 1505579 w 7467600"/>
              <a:gd name="connsiteY199" fmla="*/ 3655526 h 6858000"/>
              <a:gd name="connsiteX200" fmla="*/ 1313114 w 7467600"/>
              <a:gd name="connsiteY200" fmla="*/ 3655216 h 6858000"/>
              <a:gd name="connsiteX201" fmla="*/ 3655073 w 7467600"/>
              <a:gd name="connsiteY201" fmla="*/ 3650884 h 6858000"/>
              <a:gd name="connsiteX202" fmla="*/ 3989938 w 7467600"/>
              <a:gd name="connsiteY202" fmla="*/ 3991685 h 6858000"/>
              <a:gd name="connsiteX203" fmla="*/ 4393907 w 7467600"/>
              <a:gd name="connsiteY203" fmla="*/ 4261258 h 6858000"/>
              <a:gd name="connsiteX204" fmla="*/ 4648051 w 7467600"/>
              <a:gd name="connsiteY204" fmla="*/ 4374051 h 6858000"/>
              <a:gd name="connsiteX205" fmla="*/ 4383389 w 7467600"/>
              <a:gd name="connsiteY205" fmla="*/ 4184369 h 6858000"/>
              <a:gd name="connsiteX206" fmla="*/ 4165508 w 7467600"/>
              <a:gd name="connsiteY206" fmla="*/ 4035196 h 6858000"/>
              <a:gd name="connsiteX207" fmla="*/ 4068162 w 7467600"/>
              <a:gd name="connsiteY207" fmla="*/ 3953394 h 6858000"/>
              <a:gd name="connsiteX208" fmla="*/ 3981416 w 7467600"/>
              <a:gd name="connsiteY208" fmla="*/ 3880482 h 6858000"/>
              <a:gd name="connsiteX209" fmla="*/ 3800147 w 7467600"/>
              <a:gd name="connsiteY209" fmla="*/ 3749872 h 6858000"/>
              <a:gd name="connsiteX210" fmla="*/ 3655073 w 7467600"/>
              <a:gd name="connsiteY210" fmla="*/ 3650884 h 6858000"/>
              <a:gd name="connsiteX211" fmla="*/ 3670252 w 7467600"/>
              <a:gd name="connsiteY211" fmla="*/ 3622798 h 6858000"/>
              <a:gd name="connsiteX212" fmla="*/ 3817258 w 7467600"/>
              <a:gd name="connsiteY212" fmla="*/ 3723577 h 6858000"/>
              <a:gd name="connsiteX213" fmla="*/ 4000461 w 7467600"/>
              <a:gd name="connsiteY213" fmla="*/ 3855966 h 6858000"/>
              <a:gd name="connsiteX214" fmla="*/ 4088180 w 7467600"/>
              <a:gd name="connsiteY214" fmla="*/ 3929774 h 6858000"/>
              <a:gd name="connsiteX215" fmla="*/ 4184555 w 7467600"/>
              <a:gd name="connsiteY215" fmla="*/ 4010683 h 6858000"/>
              <a:gd name="connsiteX216" fmla="*/ 4399563 w 7467600"/>
              <a:gd name="connsiteY216" fmla="*/ 4158106 h 6858000"/>
              <a:gd name="connsiteX217" fmla="*/ 4684469 w 7467600"/>
              <a:gd name="connsiteY217" fmla="*/ 4364680 h 6858000"/>
              <a:gd name="connsiteX218" fmla="*/ 4690271 w 7467600"/>
              <a:gd name="connsiteY218" fmla="*/ 4370034 h 6858000"/>
              <a:gd name="connsiteX219" fmla="*/ 4136093 w 7467600"/>
              <a:gd name="connsiteY219" fmla="*/ 3858466 h 6858000"/>
              <a:gd name="connsiteX220" fmla="*/ 3670252 w 7467600"/>
              <a:gd name="connsiteY220" fmla="*/ 3622798 h 6858000"/>
              <a:gd name="connsiteX221" fmla="*/ 4440129 w 7467600"/>
              <a:gd name="connsiteY221" fmla="*/ 3448571 h 6858000"/>
              <a:gd name="connsiteX222" fmla="*/ 4856525 w 7467600"/>
              <a:gd name="connsiteY222" fmla="*/ 3915351 h 6858000"/>
              <a:gd name="connsiteX223" fmla="*/ 5059055 w 7467600"/>
              <a:gd name="connsiteY223" fmla="*/ 4108918 h 6858000"/>
              <a:gd name="connsiteX224" fmla="*/ 5290070 w 7467600"/>
              <a:gd name="connsiteY224" fmla="*/ 4263619 h 6858000"/>
              <a:gd name="connsiteX225" fmla="*/ 4834991 w 7467600"/>
              <a:gd name="connsiteY225" fmla="*/ 3830985 h 6858000"/>
              <a:gd name="connsiteX226" fmla="*/ 4440129 w 7467600"/>
              <a:gd name="connsiteY226" fmla="*/ 3448571 h 6858000"/>
              <a:gd name="connsiteX227" fmla="*/ 4441737 w 7467600"/>
              <a:gd name="connsiteY227" fmla="*/ 3399734 h 6858000"/>
              <a:gd name="connsiteX228" fmla="*/ 4431236 w 7467600"/>
              <a:gd name="connsiteY228" fmla="*/ 3400954 h 6858000"/>
              <a:gd name="connsiteX229" fmla="*/ 4557150 w 7467600"/>
              <a:gd name="connsiteY229" fmla="*/ 3510023 h 6858000"/>
              <a:gd name="connsiteX230" fmla="*/ 4856936 w 7467600"/>
              <a:gd name="connsiteY230" fmla="*/ 3809146 h 6858000"/>
              <a:gd name="connsiteX231" fmla="*/ 5111996 w 7467600"/>
              <a:gd name="connsiteY231" fmla="*/ 4065759 h 6858000"/>
              <a:gd name="connsiteX232" fmla="*/ 5388878 w 7467600"/>
              <a:gd name="connsiteY232" fmla="*/ 4300185 h 6858000"/>
              <a:gd name="connsiteX233" fmla="*/ 5425556 w 7467600"/>
              <a:gd name="connsiteY233" fmla="*/ 4308967 h 6858000"/>
              <a:gd name="connsiteX234" fmla="*/ 4943646 w 7467600"/>
              <a:gd name="connsiteY234" fmla="*/ 3822916 h 6858000"/>
              <a:gd name="connsiteX235" fmla="*/ 4594837 w 7467600"/>
              <a:gd name="connsiteY235" fmla="*/ 3532274 h 6858000"/>
              <a:gd name="connsiteX236" fmla="*/ 4441737 w 7467600"/>
              <a:gd name="connsiteY236" fmla="*/ 3399734 h 6858000"/>
              <a:gd name="connsiteX237" fmla="*/ 5425834 w 7467600"/>
              <a:gd name="connsiteY237" fmla="*/ 3162785 h 6858000"/>
              <a:gd name="connsiteX238" fmla="*/ 5401644 w 7467600"/>
              <a:gd name="connsiteY238" fmla="*/ 3617847 h 6858000"/>
              <a:gd name="connsiteX239" fmla="*/ 5467256 w 7467600"/>
              <a:gd name="connsiteY239" fmla="*/ 4175494 h 6858000"/>
              <a:gd name="connsiteX240" fmla="*/ 5448069 w 7467600"/>
              <a:gd name="connsiteY240" fmla="*/ 3567554 h 6858000"/>
              <a:gd name="connsiteX241" fmla="*/ 5425834 w 7467600"/>
              <a:gd name="connsiteY241" fmla="*/ 3162785 h 6858000"/>
              <a:gd name="connsiteX242" fmla="*/ 1318687 w 7467600"/>
              <a:gd name="connsiteY242" fmla="*/ 3113840 h 6858000"/>
              <a:gd name="connsiteX243" fmla="*/ 1066793 w 7467600"/>
              <a:gd name="connsiteY243" fmla="*/ 3212171 h 6858000"/>
              <a:gd name="connsiteX244" fmla="*/ 993319 w 7467600"/>
              <a:gd name="connsiteY244" fmla="*/ 3247648 h 6858000"/>
              <a:gd name="connsiteX245" fmla="*/ 853081 w 7467600"/>
              <a:gd name="connsiteY245" fmla="*/ 3312410 h 6858000"/>
              <a:gd name="connsiteX246" fmla="*/ 805957 w 7467600"/>
              <a:gd name="connsiteY246" fmla="*/ 3330443 h 6858000"/>
              <a:gd name="connsiteX247" fmla="*/ 1318687 w 7467600"/>
              <a:gd name="connsiteY247" fmla="*/ 3113840 h 6858000"/>
              <a:gd name="connsiteX248" fmla="*/ 5453702 w 7467600"/>
              <a:gd name="connsiteY248" fmla="*/ 3090882 h 6858000"/>
              <a:gd name="connsiteX249" fmla="*/ 5480135 w 7467600"/>
              <a:gd name="connsiteY249" fmla="*/ 3565802 h 6858000"/>
              <a:gd name="connsiteX250" fmla="*/ 5499023 w 7467600"/>
              <a:gd name="connsiteY250" fmla="*/ 4166310 h 6858000"/>
              <a:gd name="connsiteX251" fmla="*/ 5547022 w 7467600"/>
              <a:gd name="connsiteY251" fmla="*/ 3607838 h 6858000"/>
              <a:gd name="connsiteX252" fmla="*/ 5515964 w 7467600"/>
              <a:gd name="connsiteY252" fmla="*/ 3378541 h 6858000"/>
              <a:gd name="connsiteX253" fmla="*/ 5453702 w 7467600"/>
              <a:gd name="connsiteY253" fmla="*/ 3090882 h 6858000"/>
              <a:gd name="connsiteX254" fmla="*/ 1238695 w 7467600"/>
              <a:gd name="connsiteY254" fmla="*/ 3076820 h 6858000"/>
              <a:gd name="connsiteX255" fmla="*/ 716371 w 7467600"/>
              <a:gd name="connsiteY255" fmla="*/ 3293249 h 6858000"/>
              <a:gd name="connsiteX256" fmla="*/ 579522 w 7467600"/>
              <a:gd name="connsiteY256" fmla="*/ 3371759 h 6858000"/>
              <a:gd name="connsiteX257" fmla="*/ 600288 w 7467600"/>
              <a:gd name="connsiteY257" fmla="*/ 3365555 h 6858000"/>
              <a:gd name="connsiteX258" fmla="*/ 840692 w 7467600"/>
              <a:gd name="connsiteY258" fmla="*/ 3284921 h 6858000"/>
              <a:gd name="connsiteX259" fmla="*/ 979248 w 7467600"/>
              <a:gd name="connsiteY259" fmla="*/ 3221003 h 6858000"/>
              <a:gd name="connsiteX260" fmla="*/ 1053282 w 7467600"/>
              <a:gd name="connsiteY260" fmla="*/ 3185247 h 6858000"/>
              <a:gd name="connsiteX261" fmla="*/ 1320603 w 7467600"/>
              <a:gd name="connsiteY261" fmla="*/ 3081281 h 6858000"/>
              <a:gd name="connsiteX262" fmla="*/ 1238695 w 7467600"/>
              <a:gd name="connsiteY262" fmla="*/ 3076820 h 6858000"/>
              <a:gd name="connsiteX263" fmla="*/ 5425627 w 7467600"/>
              <a:gd name="connsiteY263" fmla="*/ 2954192 h 6858000"/>
              <a:gd name="connsiteX264" fmla="*/ 5470770 w 7467600"/>
              <a:gd name="connsiteY264" fmla="*/ 3005435 h 6858000"/>
              <a:gd name="connsiteX265" fmla="*/ 5519779 w 7467600"/>
              <a:gd name="connsiteY265" fmla="*/ 4359223 h 6858000"/>
              <a:gd name="connsiteX266" fmla="*/ 5520293 w 7467600"/>
              <a:gd name="connsiteY266" fmla="*/ 4360602 h 6858000"/>
              <a:gd name="connsiteX267" fmla="*/ 5767221 w 7467600"/>
              <a:gd name="connsiteY267" fmla="*/ 4665564 h 6858000"/>
              <a:gd name="connsiteX268" fmla="*/ 6937169 w 7467600"/>
              <a:gd name="connsiteY268" fmla="*/ 4815941 h 6858000"/>
              <a:gd name="connsiteX269" fmla="*/ 6953922 w 7467600"/>
              <a:gd name="connsiteY269" fmla="*/ 4890068 h 6858000"/>
              <a:gd name="connsiteX270" fmla="*/ 6071359 w 7467600"/>
              <a:gd name="connsiteY270" fmla="*/ 4770770 h 6858000"/>
              <a:gd name="connsiteX271" fmla="*/ 6038839 w 7467600"/>
              <a:gd name="connsiteY271" fmla="*/ 4764474 h 6858000"/>
              <a:gd name="connsiteX272" fmla="*/ 6038706 w 7467600"/>
              <a:gd name="connsiteY272" fmla="*/ 4763847 h 6858000"/>
              <a:gd name="connsiteX273" fmla="*/ 6037784 w 7467600"/>
              <a:gd name="connsiteY273" fmla="*/ 4764270 h 6858000"/>
              <a:gd name="connsiteX274" fmla="*/ 6038839 w 7467600"/>
              <a:gd name="connsiteY274" fmla="*/ 4764474 h 6858000"/>
              <a:gd name="connsiteX275" fmla="*/ 6040338 w 7467600"/>
              <a:gd name="connsiteY275" fmla="*/ 4771418 h 6858000"/>
              <a:gd name="connsiteX276" fmla="*/ 6024488 w 7467600"/>
              <a:gd name="connsiteY276" fmla="*/ 4809903 h 6858000"/>
              <a:gd name="connsiteX277" fmla="*/ 5599771 w 7467600"/>
              <a:gd name="connsiteY277" fmla="*/ 5509652 h 6858000"/>
              <a:gd name="connsiteX278" fmla="*/ 5548843 w 7467600"/>
              <a:gd name="connsiteY278" fmla="*/ 5563845 h 6858000"/>
              <a:gd name="connsiteX279" fmla="*/ 5940952 w 7467600"/>
              <a:gd name="connsiteY279" fmla="*/ 6250028 h 6858000"/>
              <a:gd name="connsiteX280" fmla="*/ 6043441 w 7467600"/>
              <a:gd name="connsiteY280" fmla="*/ 6665847 h 6858000"/>
              <a:gd name="connsiteX281" fmla="*/ 6093432 w 7467600"/>
              <a:gd name="connsiteY281" fmla="*/ 6858000 h 6858000"/>
              <a:gd name="connsiteX282" fmla="*/ 6034344 w 7467600"/>
              <a:gd name="connsiteY282" fmla="*/ 6858000 h 6858000"/>
              <a:gd name="connsiteX283" fmla="*/ 6026679 w 7467600"/>
              <a:gd name="connsiteY283" fmla="*/ 6836959 h 6858000"/>
              <a:gd name="connsiteX284" fmla="*/ 5800441 w 7467600"/>
              <a:gd name="connsiteY284" fmla="*/ 6335286 h 6858000"/>
              <a:gd name="connsiteX285" fmla="*/ 5526562 w 7467600"/>
              <a:gd name="connsiteY285" fmla="*/ 5705388 h 6858000"/>
              <a:gd name="connsiteX286" fmla="*/ 5519640 w 7467600"/>
              <a:gd name="connsiteY286" fmla="*/ 5683774 h 6858000"/>
              <a:gd name="connsiteX287" fmla="*/ 5844559 w 7467600"/>
              <a:gd name="connsiteY287" fmla="*/ 6553349 h 6858000"/>
              <a:gd name="connsiteX288" fmla="*/ 5975994 w 7467600"/>
              <a:gd name="connsiteY288" fmla="*/ 6858000 h 6858000"/>
              <a:gd name="connsiteX289" fmla="*/ 5898547 w 7467600"/>
              <a:gd name="connsiteY289" fmla="*/ 6858000 h 6858000"/>
              <a:gd name="connsiteX290" fmla="*/ 5682041 w 7467600"/>
              <a:gd name="connsiteY290" fmla="*/ 6355860 h 6858000"/>
              <a:gd name="connsiteX291" fmla="*/ 5461758 w 7467600"/>
              <a:gd name="connsiteY291" fmla="*/ 5820220 h 6858000"/>
              <a:gd name="connsiteX292" fmla="*/ 5237282 w 7467600"/>
              <a:gd name="connsiteY292" fmla="*/ 6579086 h 6858000"/>
              <a:gd name="connsiteX293" fmla="*/ 5115009 w 7467600"/>
              <a:gd name="connsiteY293" fmla="*/ 6858000 h 6858000"/>
              <a:gd name="connsiteX294" fmla="*/ 5028074 w 7467600"/>
              <a:gd name="connsiteY294" fmla="*/ 6858000 h 6858000"/>
              <a:gd name="connsiteX295" fmla="*/ 5079508 w 7467600"/>
              <a:gd name="connsiteY295" fmla="*/ 6749074 h 6858000"/>
              <a:gd name="connsiteX296" fmla="*/ 5371846 w 7467600"/>
              <a:gd name="connsiteY296" fmla="*/ 5924413 h 6858000"/>
              <a:gd name="connsiteX297" fmla="*/ 5270512 w 7467600"/>
              <a:gd name="connsiteY297" fmla="*/ 6138975 h 6858000"/>
              <a:gd name="connsiteX298" fmla="*/ 5062409 w 7467600"/>
              <a:gd name="connsiteY298" fmla="*/ 6653544 h 6858000"/>
              <a:gd name="connsiteX299" fmla="*/ 5036628 w 7467600"/>
              <a:gd name="connsiteY299" fmla="*/ 6754247 h 6858000"/>
              <a:gd name="connsiteX300" fmla="*/ 5009112 w 7467600"/>
              <a:gd name="connsiteY300" fmla="*/ 6858000 h 6858000"/>
              <a:gd name="connsiteX301" fmla="*/ 4976679 w 7467600"/>
              <a:gd name="connsiteY301" fmla="*/ 6858000 h 6858000"/>
              <a:gd name="connsiteX302" fmla="*/ 5006537 w 7467600"/>
              <a:gd name="connsiteY302" fmla="*/ 6747068 h 6858000"/>
              <a:gd name="connsiteX303" fmla="*/ 5032723 w 7467600"/>
              <a:gd name="connsiteY303" fmla="*/ 6644957 h 6858000"/>
              <a:gd name="connsiteX304" fmla="*/ 5242949 w 7467600"/>
              <a:gd name="connsiteY304" fmla="*/ 6125175 h 6858000"/>
              <a:gd name="connsiteX305" fmla="*/ 5286321 w 7467600"/>
              <a:gd name="connsiteY305" fmla="*/ 6033555 h 6858000"/>
              <a:gd name="connsiteX306" fmla="*/ 5008210 w 7467600"/>
              <a:gd name="connsiteY306" fmla="*/ 6649194 h 6858000"/>
              <a:gd name="connsiteX307" fmla="*/ 4986321 w 7467600"/>
              <a:gd name="connsiteY307" fmla="*/ 6765687 h 6858000"/>
              <a:gd name="connsiteX308" fmla="*/ 4973474 w 7467600"/>
              <a:gd name="connsiteY308" fmla="*/ 6858000 h 6858000"/>
              <a:gd name="connsiteX309" fmla="*/ 4907178 w 7467600"/>
              <a:gd name="connsiteY309" fmla="*/ 6858000 h 6858000"/>
              <a:gd name="connsiteX310" fmla="*/ 4910810 w 7467600"/>
              <a:gd name="connsiteY310" fmla="*/ 6829660 h 6858000"/>
              <a:gd name="connsiteX311" fmla="*/ 4987461 w 7467600"/>
              <a:gd name="connsiteY311" fmla="*/ 6432994 h 6858000"/>
              <a:gd name="connsiteX312" fmla="*/ 5179262 w 7467600"/>
              <a:gd name="connsiteY312" fmla="*/ 6035044 h 6858000"/>
              <a:gd name="connsiteX313" fmla="*/ 4689678 w 7467600"/>
              <a:gd name="connsiteY313" fmla="*/ 6440241 h 6858000"/>
              <a:gd name="connsiteX314" fmla="*/ 4477543 w 7467600"/>
              <a:gd name="connsiteY314" fmla="*/ 6674836 h 6858000"/>
              <a:gd name="connsiteX315" fmla="*/ 4329957 w 7467600"/>
              <a:gd name="connsiteY315" fmla="*/ 6858000 h 6858000"/>
              <a:gd name="connsiteX316" fmla="*/ 4218595 w 7467600"/>
              <a:gd name="connsiteY316" fmla="*/ 6858000 h 6858000"/>
              <a:gd name="connsiteX317" fmla="*/ 4368888 w 7467600"/>
              <a:gd name="connsiteY317" fmla="*/ 6668412 h 6858000"/>
              <a:gd name="connsiteX318" fmla="*/ 4563091 w 7467600"/>
              <a:gd name="connsiteY318" fmla="*/ 6442508 h 6858000"/>
              <a:gd name="connsiteX319" fmla="*/ 5387324 w 7467600"/>
              <a:gd name="connsiteY319" fmla="*/ 5705830 h 6858000"/>
              <a:gd name="connsiteX320" fmla="*/ 5073620 w 7467600"/>
              <a:gd name="connsiteY320" fmla="*/ 5955437 h 6858000"/>
              <a:gd name="connsiteX321" fmla="*/ 4689789 w 7467600"/>
              <a:gd name="connsiteY321" fmla="*/ 6268382 h 6858000"/>
              <a:gd name="connsiteX322" fmla="*/ 4418722 w 7467600"/>
              <a:gd name="connsiteY322" fmla="*/ 6570886 h 6858000"/>
              <a:gd name="connsiteX323" fmla="*/ 4214944 w 7467600"/>
              <a:gd name="connsiteY323" fmla="*/ 6858000 h 6858000"/>
              <a:gd name="connsiteX324" fmla="*/ 4177898 w 7467600"/>
              <a:gd name="connsiteY324" fmla="*/ 6858000 h 6858000"/>
              <a:gd name="connsiteX325" fmla="*/ 4391597 w 7467600"/>
              <a:gd name="connsiteY325" fmla="*/ 6556370 h 6858000"/>
              <a:gd name="connsiteX326" fmla="*/ 4668889 w 7467600"/>
              <a:gd name="connsiteY326" fmla="*/ 6246399 h 6858000"/>
              <a:gd name="connsiteX327" fmla="*/ 5055427 w 7467600"/>
              <a:gd name="connsiteY327" fmla="*/ 5931476 h 6858000"/>
              <a:gd name="connsiteX328" fmla="*/ 5371814 w 7467600"/>
              <a:gd name="connsiteY328" fmla="*/ 5678975 h 6858000"/>
              <a:gd name="connsiteX329" fmla="*/ 4987918 w 7467600"/>
              <a:gd name="connsiteY329" fmla="*/ 5838701 h 6858000"/>
              <a:gd name="connsiteX330" fmla="*/ 4317146 w 7467600"/>
              <a:gd name="connsiteY330" fmla="*/ 6587716 h 6858000"/>
              <a:gd name="connsiteX331" fmla="*/ 4171627 w 7467600"/>
              <a:gd name="connsiteY331" fmla="*/ 6858000 h 6858000"/>
              <a:gd name="connsiteX332" fmla="*/ 4081585 w 7467600"/>
              <a:gd name="connsiteY332" fmla="*/ 6858000 h 6858000"/>
              <a:gd name="connsiteX333" fmla="*/ 4238603 w 7467600"/>
              <a:gd name="connsiteY333" fmla="*/ 6559341 h 6858000"/>
              <a:gd name="connsiteX334" fmla="*/ 4778333 w 7467600"/>
              <a:gd name="connsiteY334" fmla="*/ 5873626 h 6858000"/>
              <a:gd name="connsiteX335" fmla="*/ 5414185 w 7467600"/>
              <a:gd name="connsiteY335" fmla="*/ 5573882 h 6858000"/>
              <a:gd name="connsiteX336" fmla="*/ 5959648 w 7467600"/>
              <a:gd name="connsiteY336" fmla="*/ 4760797 h 6858000"/>
              <a:gd name="connsiteX337" fmla="*/ 5355019 w 7467600"/>
              <a:gd name="connsiteY337" fmla="*/ 4734672 h 6858000"/>
              <a:gd name="connsiteX338" fmla="*/ 5083565 w 7467600"/>
              <a:gd name="connsiteY338" fmla="*/ 5179121 h 6858000"/>
              <a:gd name="connsiteX339" fmla="*/ 4713577 w 7467600"/>
              <a:gd name="connsiteY339" fmla="*/ 5616803 h 6858000"/>
              <a:gd name="connsiteX340" fmla="*/ 3989559 w 7467600"/>
              <a:gd name="connsiteY340" fmla="*/ 6145945 h 6858000"/>
              <a:gd name="connsiteX341" fmla="*/ 3939824 w 7467600"/>
              <a:gd name="connsiteY341" fmla="*/ 6066900 h 6858000"/>
              <a:gd name="connsiteX342" fmla="*/ 4584537 w 7467600"/>
              <a:gd name="connsiteY342" fmla="*/ 5324826 h 6858000"/>
              <a:gd name="connsiteX343" fmla="*/ 5037105 w 7467600"/>
              <a:gd name="connsiteY343" fmla="*/ 5088765 h 6858000"/>
              <a:gd name="connsiteX344" fmla="*/ 5039930 w 7467600"/>
              <a:gd name="connsiteY344" fmla="*/ 5089585 h 6858000"/>
              <a:gd name="connsiteX345" fmla="*/ 5263764 w 7467600"/>
              <a:gd name="connsiteY345" fmla="*/ 4735525 h 6858000"/>
              <a:gd name="connsiteX346" fmla="*/ 4086300 w 7467600"/>
              <a:gd name="connsiteY346" fmla="*/ 4884599 h 6858000"/>
              <a:gd name="connsiteX347" fmla="*/ 4085485 w 7467600"/>
              <a:gd name="connsiteY347" fmla="*/ 4899070 h 6858000"/>
              <a:gd name="connsiteX348" fmla="*/ 3871915 w 7467600"/>
              <a:gd name="connsiteY348" fmla="*/ 5253645 h 6858000"/>
              <a:gd name="connsiteX349" fmla="*/ 3799374 w 7467600"/>
              <a:gd name="connsiteY349" fmla="*/ 5466127 h 6858000"/>
              <a:gd name="connsiteX350" fmla="*/ 3498850 w 7467600"/>
              <a:gd name="connsiteY350" fmla="*/ 6661888 h 6858000"/>
              <a:gd name="connsiteX351" fmla="*/ 3399216 w 7467600"/>
              <a:gd name="connsiteY351" fmla="*/ 6858000 h 6858000"/>
              <a:gd name="connsiteX352" fmla="*/ 3303688 w 7467600"/>
              <a:gd name="connsiteY352" fmla="*/ 6858000 h 6858000"/>
              <a:gd name="connsiteX353" fmla="*/ 3391774 w 7467600"/>
              <a:gd name="connsiteY353" fmla="*/ 6697181 h 6858000"/>
              <a:gd name="connsiteX354" fmla="*/ 3735540 w 7467600"/>
              <a:gd name="connsiteY354" fmla="*/ 5546923 h 6858000"/>
              <a:gd name="connsiteX355" fmla="*/ 3729438 w 7467600"/>
              <a:gd name="connsiteY355" fmla="*/ 5569058 h 6858000"/>
              <a:gd name="connsiteX356" fmla="*/ 3707782 w 7467600"/>
              <a:gd name="connsiteY356" fmla="*/ 5644908 h 6858000"/>
              <a:gd name="connsiteX357" fmla="*/ 3583827 w 7467600"/>
              <a:gd name="connsiteY357" fmla="*/ 6039215 h 6858000"/>
              <a:gd name="connsiteX358" fmla="*/ 3547861 w 7467600"/>
              <a:gd name="connsiteY358" fmla="*/ 6129609 h 6858000"/>
              <a:gd name="connsiteX359" fmla="*/ 3490905 w 7467600"/>
              <a:gd name="connsiteY359" fmla="*/ 6277660 h 6858000"/>
              <a:gd name="connsiteX360" fmla="*/ 3455859 w 7467600"/>
              <a:gd name="connsiteY360" fmla="*/ 6391301 h 6858000"/>
              <a:gd name="connsiteX361" fmla="*/ 3429112 w 7467600"/>
              <a:gd name="connsiteY361" fmla="*/ 6479469 h 6858000"/>
              <a:gd name="connsiteX362" fmla="*/ 3304862 w 7467600"/>
              <a:gd name="connsiteY362" fmla="*/ 6796476 h 6858000"/>
              <a:gd name="connsiteX363" fmla="*/ 3276071 w 7467600"/>
              <a:gd name="connsiteY363" fmla="*/ 6858000 h 6858000"/>
              <a:gd name="connsiteX364" fmla="*/ 3240805 w 7467600"/>
              <a:gd name="connsiteY364" fmla="*/ 6858000 h 6858000"/>
              <a:gd name="connsiteX365" fmla="*/ 3275917 w 7467600"/>
              <a:gd name="connsiteY365" fmla="*/ 6783192 h 6858000"/>
              <a:gd name="connsiteX366" fmla="*/ 3399358 w 7467600"/>
              <a:gd name="connsiteY366" fmla="*/ 6469011 h 6858000"/>
              <a:gd name="connsiteX367" fmla="*/ 3425650 w 7467600"/>
              <a:gd name="connsiteY367" fmla="*/ 6381333 h 6858000"/>
              <a:gd name="connsiteX368" fmla="*/ 3460661 w 7467600"/>
              <a:gd name="connsiteY368" fmla="*/ 6266763 h 6858000"/>
              <a:gd name="connsiteX369" fmla="*/ 3518021 w 7467600"/>
              <a:gd name="connsiteY369" fmla="*/ 6117298 h 6858000"/>
              <a:gd name="connsiteX370" fmla="*/ 3554035 w 7467600"/>
              <a:gd name="connsiteY370" fmla="*/ 6027832 h 6858000"/>
              <a:gd name="connsiteX371" fmla="*/ 3677174 w 7467600"/>
              <a:gd name="connsiteY371" fmla="*/ 5636351 h 6858000"/>
              <a:gd name="connsiteX372" fmla="*/ 3698819 w 7467600"/>
              <a:gd name="connsiteY372" fmla="*/ 5560503 h 6858000"/>
              <a:gd name="connsiteX373" fmla="*/ 3702094 w 7467600"/>
              <a:gd name="connsiteY373" fmla="*/ 5549194 h 6858000"/>
              <a:gd name="connsiteX374" fmla="*/ 3398355 w 7467600"/>
              <a:gd name="connsiteY374" fmla="*/ 6094603 h 6858000"/>
              <a:gd name="connsiteX375" fmla="*/ 3193941 w 7467600"/>
              <a:gd name="connsiteY375" fmla="*/ 6798775 h 6858000"/>
              <a:gd name="connsiteX376" fmla="*/ 3184140 w 7467600"/>
              <a:gd name="connsiteY376" fmla="*/ 6858000 h 6858000"/>
              <a:gd name="connsiteX377" fmla="*/ 3099978 w 7467600"/>
              <a:gd name="connsiteY377" fmla="*/ 6858000 h 6858000"/>
              <a:gd name="connsiteX378" fmla="*/ 3101556 w 7467600"/>
              <a:gd name="connsiteY378" fmla="*/ 6843337 h 6858000"/>
              <a:gd name="connsiteX379" fmla="*/ 3370162 w 7467600"/>
              <a:gd name="connsiteY379" fmla="*/ 5785550 h 6858000"/>
              <a:gd name="connsiteX380" fmla="*/ 3746477 w 7467600"/>
              <a:gd name="connsiteY380" fmla="*/ 5377889 h 6858000"/>
              <a:gd name="connsiteX381" fmla="*/ 3863399 w 7467600"/>
              <a:gd name="connsiteY381" fmla="*/ 5087257 h 6858000"/>
              <a:gd name="connsiteX382" fmla="*/ 3968712 w 7467600"/>
              <a:gd name="connsiteY382" fmla="*/ 4913989 h 6858000"/>
              <a:gd name="connsiteX383" fmla="*/ 2792390 w 7467600"/>
              <a:gd name="connsiteY383" fmla="*/ 5382974 h 6858000"/>
              <a:gd name="connsiteX384" fmla="*/ 2714982 w 7467600"/>
              <a:gd name="connsiteY384" fmla="*/ 5427051 h 6858000"/>
              <a:gd name="connsiteX385" fmla="*/ 2813361 w 7467600"/>
              <a:gd name="connsiteY385" fmla="*/ 6023912 h 6858000"/>
              <a:gd name="connsiteX386" fmla="*/ 2688430 w 7467600"/>
              <a:gd name="connsiteY386" fmla="*/ 6801564 h 6858000"/>
              <a:gd name="connsiteX387" fmla="*/ 2629626 w 7467600"/>
              <a:gd name="connsiteY387" fmla="*/ 6763394 h 6858000"/>
              <a:gd name="connsiteX388" fmla="*/ 2565328 w 7467600"/>
              <a:gd name="connsiteY388" fmla="*/ 5516399 h 6858000"/>
              <a:gd name="connsiteX389" fmla="*/ 1922999 w 7467600"/>
              <a:gd name="connsiteY389" fmla="*/ 5980343 h 6858000"/>
              <a:gd name="connsiteX390" fmla="*/ 1950261 w 7467600"/>
              <a:gd name="connsiteY390" fmla="*/ 6405858 h 6858000"/>
              <a:gd name="connsiteX391" fmla="*/ 2365554 w 7467600"/>
              <a:gd name="connsiteY391" fmla="*/ 6759107 h 6858000"/>
              <a:gd name="connsiteX392" fmla="*/ 2424142 w 7467600"/>
              <a:gd name="connsiteY392" fmla="*/ 6858000 h 6858000"/>
              <a:gd name="connsiteX393" fmla="*/ 2395994 w 7467600"/>
              <a:gd name="connsiteY393" fmla="*/ 6858000 h 6858000"/>
              <a:gd name="connsiteX394" fmla="*/ 2392863 w 7467600"/>
              <a:gd name="connsiteY394" fmla="*/ 6852964 h 6858000"/>
              <a:gd name="connsiteX395" fmla="*/ 2017589 w 7467600"/>
              <a:gd name="connsiteY395" fmla="*/ 6493982 h 6858000"/>
              <a:gd name="connsiteX396" fmla="*/ 2147336 w 7467600"/>
              <a:gd name="connsiteY396" fmla="*/ 6594052 h 6858000"/>
              <a:gd name="connsiteX397" fmla="*/ 2207047 w 7467600"/>
              <a:gd name="connsiteY397" fmla="*/ 6654540 h 6858000"/>
              <a:gd name="connsiteX398" fmla="*/ 2299106 w 7467600"/>
              <a:gd name="connsiteY398" fmla="*/ 6778931 h 6858000"/>
              <a:gd name="connsiteX399" fmla="*/ 2314430 w 7467600"/>
              <a:gd name="connsiteY399" fmla="*/ 6801144 h 6858000"/>
              <a:gd name="connsiteX400" fmla="*/ 2352406 w 7467600"/>
              <a:gd name="connsiteY400" fmla="*/ 6858000 h 6858000"/>
              <a:gd name="connsiteX401" fmla="*/ 2314492 w 7467600"/>
              <a:gd name="connsiteY401" fmla="*/ 6858000 h 6858000"/>
              <a:gd name="connsiteX402" fmla="*/ 2288095 w 7467600"/>
              <a:gd name="connsiteY402" fmla="*/ 6818030 h 6858000"/>
              <a:gd name="connsiteX403" fmla="*/ 2272768 w 7467600"/>
              <a:gd name="connsiteY403" fmla="*/ 6795822 h 6858000"/>
              <a:gd name="connsiteX404" fmla="*/ 2182715 w 7467600"/>
              <a:gd name="connsiteY404" fmla="*/ 6675071 h 6858000"/>
              <a:gd name="connsiteX405" fmla="*/ 2032061 w 7467600"/>
              <a:gd name="connsiteY405" fmla="*/ 6541380 h 6858000"/>
              <a:gd name="connsiteX406" fmla="*/ 2257220 w 7467600"/>
              <a:gd name="connsiteY406" fmla="*/ 6826257 h 6858000"/>
              <a:gd name="connsiteX407" fmla="*/ 2281324 w 7467600"/>
              <a:gd name="connsiteY407" fmla="*/ 6858000 h 6858000"/>
              <a:gd name="connsiteX408" fmla="*/ 2242860 w 7467600"/>
              <a:gd name="connsiteY408" fmla="*/ 6858000 h 6858000"/>
              <a:gd name="connsiteX409" fmla="*/ 2232818 w 7467600"/>
              <a:gd name="connsiteY409" fmla="*/ 6844926 h 6858000"/>
              <a:gd name="connsiteX410" fmla="*/ 1990172 w 7467600"/>
              <a:gd name="connsiteY410" fmla="*/ 6542121 h 6858000"/>
              <a:gd name="connsiteX411" fmla="*/ 2124090 w 7467600"/>
              <a:gd name="connsiteY411" fmla="*/ 6761017 h 6858000"/>
              <a:gd name="connsiteX412" fmla="*/ 2200380 w 7467600"/>
              <a:gd name="connsiteY412" fmla="*/ 6858000 h 6858000"/>
              <a:gd name="connsiteX413" fmla="*/ 2147507 w 7467600"/>
              <a:gd name="connsiteY413" fmla="*/ 6858000 h 6858000"/>
              <a:gd name="connsiteX414" fmla="*/ 2070668 w 7467600"/>
              <a:gd name="connsiteY414" fmla="*/ 6761520 h 6858000"/>
              <a:gd name="connsiteX415" fmla="*/ 1975142 w 7467600"/>
              <a:gd name="connsiteY415" fmla="*/ 6585570 h 6858000"/>
              <a:gd name="connsiteX416" fmla="*/ 2050035 w 7467600"/>
              <a:gd name="connsiteY416" fmla="*/ 6813345 h 6858000"/>
              <a:gd name="connsiteX417" fmla="*/ 2063025 w 7467600"/>
              <a:gd name="connsiteY417" fmla="*/ 6858000 h 6858000"/>
              <a:gd name="connsiteX418" fmla="*/ 2021675 w 7467600"/>
              <a:gd name="connsiteY418" fmla="*/ 6858000 h 6858000"/>
              <a:gd name="connsiteX419" fmla="*/ 2019308 w 7467600"/>
              <a:gd name="connsiteY419" fmla="*/ 6847118 h 6858000"/>
              <a:gd name="connsiteX420" fmla="*/ 1938835 w 7467600"/>
              <a:gd name="connsiteY420" fmla="*/ 6551160 h 6858000"/>
              <a:gd name="connsiteX421" fmla="*/ 1953230 w 7467600"/>
              <a:gd name="connsiteY421" fmla="*/ 6759699 h 6858000"/>
              <a:gd name="connsiteX422" fmla="*/ 1956763 w 7467600"/>
              <a:gd name="connsiteY422" fmla="*/ 6778191 h 6858000"/>
              <a:gd name="connsiteX423" fmla="*/ 1967925 w 7467600"/>
              <a:gd name="connsiteY423" fmla="*/ 6858000 h 6858000"/>
              <a:gd name="connsiteX424" fmla="*/ 1936622 w 7467600"/>
              <a:gd name="connsiteY424" fmla="*/ 6858000 h 6858000"/>
              <a:gd name="connsiteX425" fmla="*/ 1926261 w 7467600"/>
              <a:gd name="connsiteY425" fmla="*/ 6784064 h 6858000"/>
              <a:gd name="connsiteX426" fmla="*/ 1922724 w 7467600"/>
              <a:gd name="connsiteY426" fmla="*/ 6765577 h 6858000"/>
              <a:gd name="connsiteX427" fmla="*/ 1904650 w 7467600"/>
              <a:gd name="connsiteY427" fmla="*/ 6639616 h 6858000"/>
              <a:gd name="connsiteX428" fmla="*/ 1885273 w 7467600"/>
              <a:gd name="connsiteY428" fmla="*/ 6858000 h 6858000"/>
              <a:gd name="connsiteX429" fmla="*/ 1854363 w 7467600"/>
              <a:gd name="connsiteY429" fmla="*/ 6858000 h 6858000"/>
              <a:gd name="connsiteX430" fmla="*/ 1880391 w 7467600"/>
              <a:gd name="connsiteY430" fmla="*/ 6603796 h 6858000"/>
              <a:gd name="connsiteX431" fmla="*/ 1818273 w 7467600"/>
              <a:gd name="connsiteY431" fmla="*/ 6715729 h 6858000"/>
              <a:gd name="connsiteX432" fmla="*/ 1794691 w 7467600"/>
              <a:gd name="connsiteY432" fmla="*/ 6843239 h 6858000"/>
              <a:gd name="connsiteX433" fmla="*/ 1794914 w 7467600"/>
              <a:gd name="connsiteY433" fmla="*/ 6858000 h 6858000"/>
              <a:gd name="connsiteX434" fmla="*/ 1746128 w 7467600"/>
              <a:gd name="connsiteY434" fmla="*/ 6858000 h 6858000"/>
              <a:gd name="connsiteX435" fmla="*/ 1753934 w 7467600"/>
              <a:gd name="connsiteY435" fmla="*/ 6724796 h 6858000"/>
              <a:gd name="connsiteX436" fmla="*/ 1792053 w 7467600"/>
              <a:gd name="connsiteY436" fmla="*/ 6572396 h 6858000"/>
              <a:gd name="connsiteX437" fmla="*/ 1862248 w 7467600"/>
              <a:gd name="connsiteY437" fmla="*/ 6266397 h 6858000"/>
              <a:gd name="connsiteX438" fmla="*/ 1862250 w 7467600"/>
              <a:gd name="connsiteY438" fmla="*/ 6033531 h 6858000"/>
              <a:gd name="connsiteX439" fmla="*/ 1211999 w 7467600"/>
              <a:gd name="connsiteY439" fmla="*/ 6683610 h 6858000"/>
              <a:gd name="connsiteX440" fmla="*/ 1213266 w 7467600"/>
              <a:gd name="connsiteY440" fmla="*/ 6691947 h 6858000"/>
              <a:gd name="connsiteX441" fmla="*/ 1203370 w 7467600"/>
              <a:gd name="connsiteY441" fmla="*/ 6850676 h 6858000"/>
              <a:gd name="connsiteX442" fmla="*/ 1203671 w 7467600"/>
              <a:gd name="connsiteY442" fmla="*/ 6858000 h 6858000"/>
              <a:gd name="connsiteX443" fmla="*/ 1143180 w 7467600"/>
              <a:gd name="connsiteY443" fmla="*/ 6858000 h 6858000"/>
              <a:gd name="connsiteX444" fmla="*/ 1142176 w 7467600"/>
              <a:gd name="connsiteY444" fmla="*/ 6766045 h 6858000"/>
              <a:gd name="connsiteX445" fmla="*/ 1067484 w 7467600"/>
              <a:gd name="connsiteY445" fmla="*/ 6858000 h 6858000"/>
              <a:gd name="connsiteX446" fmla="*/ 953928 w 7467600"/>
              <a:gd name="connsiteY446" fmla="*/ 6858000 h 6858000"/>
              <a:gd name="connsiteX447" fmla="*/ 959715 w 7467600"/>
              <a:gd name="connsiteY447" fmla="*/ 6850185 h 6858000"/>
              <a:gd name="connsiteX448" fmla="*/ 1483788 w 7467600"/>
              <a:gd name="connsiteY448" fmla="*/ 6259174 h 6858000"/>
              <a:gd name="connsiteX449" fmla="*/ 1100671 w 7467600"/>
              <a:gd name="connsiteY449" fmla="*/ 6252137 h 6858000"/>
              <a:gd name="connsiteX450" fmla="*/ 1090144 w 7467600"/>
              <a:gd name="connsiteY450" fmla="*/ 6256748 h 6858000"/>
              <a:gd name="connsiteX451" fmla="*/ 1095872 w 7467600"/>
              <a:gd name="connsiteY451" fmla="*/ 6271892 h 6858000"/>
              <a:gd name="connsiteX452" fmla="*/ 262785 w 7467600"/>
              <a:gd name="connsiteY452" fmla="*/ 6845450 h 6858000"/>
              <a:gd name="connsiteX453" fmla="*/ 209968 w 7467600"/>
              <a:gd name="connsiteY453" fmla="*/ 6770713 h 6858000"/>
              <a:gd name="connsiteX454" fmla="*/ 873460 w 7467600"/>
              <a:gd name="connsiteY454" fmla="*/ 6253768 h 6858000"/>
              <a:gd name="connsiteX455" fmla="*/ 192686 w 7467600"/>
              <a:gd name="connsiteY455" fmla="*/ 5849257 h 6858000"/>
              <a:gd name="connsiteX456" fmla="*/ 4696 w 7467600"/>
              <a:gd name="connsiteY456" fmla="*/ 5697668 h 6858000"/>
              <a:gd name="connsiteX457" fmla="*/ 0 w 7467600"/>
              <a:gd name="connsiteY457" fmla="*/ 5689984 h 6858000"/>
              <a:gd name="connsiteX458" fmla="*/ 0 w 7467600"/>
              <a:gd name="connsiteY458" fmla="*/ 5513472 h 6858000"/>
              <a:gd name="connsiteX459" fmla="*/ 174101 w 7467600"/>
              <a:gd name="connsiteY459" fmla="*/ 5620277 h 6858000"/>
              <a:gd name="connsiteX460" fmla="*/ 891800 w 7467600"/>
              <a:gd name="connsiteY460" fmla="*/ 6036935 h 6858000"/>
              <a:gd name="connsiteX461" fmla="*/ 1072219 w 7467600"/>
              <a:gd name="connsiteY461" fmla="*/ 6169443 h 6858000"/>
              <a:gd name="connsiteX462" fmla="*/ 1074117 w 7467600"/>
              <a:gd name="connsiteY462" fmla="*/ 6170301 h 6858000"/>
              <a:gd name="connsiteX463" fmla="*/ 1083114 w 7467600"/>
              <a:gd name="connsiteY463" fmla="*/ 6174131 h 6858000"/>
              <a:gd name="connsiteX464" fmla="*/ 1543010 w 7467600"/>
              <a:gd name="connsiteY464" fmla="*/ 6191140 h 6858000"/>
              <a:gd name="connsiteX465" fmla="*/ 1551080 w 7467600"/>
              <a:gd name="connsiteY465" fmla="*/ 6195006 h 6858000"/>
              <a:gd name="connsiteX466" fmla="*/ 2345443 w 7467600"/>
              <a:gd name="connsiteY466" fmla="*/ 5549882 h 6858000"/>
              <a:gd name="connsiteX467" fmla="*/ 1721499 w 7467600"/>
              <a:gd name="connsiteY467" fmla="*/ 5599969 h 6858000"/>
              <a:gd name="connsiteX468" fmla="*/ 767716 w 7467600"/>
              <a:gd name="connsiteY468" fmla="*/ 5472768 h 6858000"/>
              <a:gd name="connsiteX469" fmla="*/ 722147 w 7467600"/>
              <a:gd name="connsiteY469" fmla="*/ 5393091 h 6858000"/>
              <a:gd name="connsiteX470" fmla="*/ 1485552 w 7467600"/>
              <a:gd name="connsiteY470" fmla="*/ 5313202 h 6858000"/>
              <a:gd name="connsiteX471" fmla="*/ 2143004 w 7467600"/>
              <a:gd name="connsiteY471" fmla="*/ 5402420 h 6858000"/>
              <a:gd name="connsiteX472" fmla="*/ 1933391 w 7467600"/>
              <a:gd name="connsiteY472" fmla="*/ 5156971 h 6858000"/>
              <a:gd name="connsiteX473" fmla="*/ 1827118 w 7467600"/>
              <a:gd name="connsiteY473" fmla="*/ 4968410 h 6858000"/>
              <a:gd name="connsiteX474" fmla="*/ 1837349 w 7467600"/>
              <a:gd name="connsiteY474" fmla="*/ 4956357 h 6858000"/>
              <a:gd name="connsiteX475" fmla="*/ 2162835 w 7467600"/>
              <a:gd name="connsiteY475" fmla="*/ 5187853 h 6858000"/>
              <a:gd name="connsiteX476" fmla="*/ 2257167 w 7467600"/>
              <a:gd name="connsiteY476" fmla="*/ 5462123 h 6858000"/>
              <a:gd name="connsiteX477" fmla="*/ 2261598 w 7467600"/>
              <a:gd name="connsiteY477" fmla="*/ 5467998 h 6858000"/>
              <a:gd name="connsiteX478" fmla="*/ 2437177 w 7467600"/>
              <a:gd name="connsiteY478" fmla="*/ 5479608 h 6858000"/>
              <a:gd name="connsiteX479" fmla="*/ 2445247 w 7467600"/>
              <a:gd name="connsiteY479" fmla="*/ 5483476 h 6858000"/>
              <a:gd name="connsiteX480" fmla="*/ 2743626 w 7467600"/>
              <a:gd name="connsiteY480" fmla="*/ 5304819 h 6858000"/>
              <a:gd name="connsiteX481" fmla="*/ 3048102 w 7467600"/>
              <a:gd name="connsiteY481" fmla="*/ 5150595 h 6858000"/>
              <a:gd name="connsiteX482" fmla="*/ 1799414 w 7467600"/>
              <a:gd name="connsiteY482" fmla="*/ 4694732 h 6858000"/>
              <a:gd name="connsiteX483" fmla="*/ 1771735 w 7467600"/>
              <a:gd name="connsiteY483" fmla="*/ 4619929 h 6858000"/>
              <a:gd name="connsiteX484" fmla="*/ 3104273 w 7467600"/>
              <a:gd name="connsiteY484" fmla="*/ 5076159 h 6858000"/>
              <a:gd name="connsiteX485" fmla="*/ 3113245 w 7467600"/>
              <a:gd name="connsiteY485" fmla="*/ 5090705 h 6858000"/>
              <a:gd name="connsiteX486" fmla="*/ 3126294 w 7467600"/>
              <a:gd name="connsiteY486" fmla="*/ 5114400 h 6858000"/>
              <a:gd name="connsiteX487" fmla="*/ 3937433 w 7467600"/>
              <a:gd name="connsiteY487" fmla="*/ 4830473 h 6858000"/>
              <a:gd name="connsiteX488" fmla="*/ 3590475 w 7467600"/>
              <a:gd name="connsiteY488" fmla="*/ 4597974 h 6858000"/>
              <a:gd name="connsiteX489" fmla="*/ 3100264 w 7467600"/>
              <a:gd name="connsiteY489" fmla="*/ 4579845 h 6858000"/>
              <a:gd name="connsiteX490" fmla="*/ 2183576 w 7467600"/>
              <a:gd name="connsiteY490" fmla="*/ 4227150 h 6858000"/>
              <a:gd name="connsiteX491" fmla="*/ 2151029 w 7467600"/>
              <a:gd name="connsiteY491" fmla="*/ 4146947 h 6858000"/>
              <a:gd name="connsiteX492" fmla="*/ 3563434 w 7467600"/>
              <a:gd name="connsiteY492" fmla="*/ 4469115 h 6858000"/>
              <a:gd name="connsiteX493" fmla="*/ 3177952 w 7467600"/>
              <a:gd name="connsiteY493" fmla="*/ 3657386 h 6858000"/>
              <a:gd name="connsiteX494" fmla="*/ 3189263 w 7467600"/>
              <a:gd name="connsiteY494" fmla="*/ 3625726 h 6858000"/>
              <a:gd name="connsiteX495" fmla="*/ 3560912 w 7467600"/>
              <a:gd name="connsiteY495" fmla="*/ 4079863 h 6858000"/>
              <a:gd name="connsiteX496" fmla="*/ 3626636 w 7467600"/>
              <a:gd name="connsiteY496" fmla="*/ 4512230 h 6858000"/>
              <a:gd name="connsiteX497" fmla="*/ 3653088 w 7467600"/>
              <a:gd name="connsiteY497" fmla="*/ 4521417 h 6858000"/>
              <a:gd name="connsiteX498" fmla="*/ 3988128 w 7467600"/>
              <a:gd name="connsiteY498" fmla="*/ 4817267 h 6858000"/>
              <a:gd name="connsiteX499" fmla="*/ 4830582 w 7467600"/>
              <a:gd name="connsiteY499" fmla="*/ 4676000 h 6858000"/>
              <a:gd name="connsiteX500" fmla="*/ 4830100 w 7467600"/>
              <a:gd name="connsiteY500" fmla="*/ 4675554 h 6858000"/>
              <a:gd name="connsiteX501" fmla="*/ 4036318 w 7467600"/>
              <a:gd name="connsiteY501" fmla="*/ 4147013 h 6858000"/>
              <a:gd name="connsiteX502" fmla="*/ 3432098 w 7467600"/>
              <a:gd name="connsiteY502" fmla="*/ 3537312 h 6858000"/>
              <a:gd name="connsiteX503" fmla="*/ 3446761 w 7467600"/>
              <a:gd name="connsiteY503" fmla="*/ 3461278 h 6858000"/>
              <a:gd name="connsiteX504" fmla="*/ 4419733 w 7467600"/>
              <a:gd name="connsiteY504" fmla="*/ 3963555 h 6858000"/>
              <a:gd name="connsiteX505" fmla="*/ 4781371 w 7467600"/>
              <a:gd name="connsiteY505" fmla="*/ 4458604 h 6858000"/>
              <a:gd name="connsiteX506" fmla="*/ 4780440 w 7467600"/>
              <a:gd name="connsiteY506" fmla="*/ 4470290 h 6858000"/>
              <a:gd name="connsiteX507" fmla="*/ 4898954 w 7467600"/>
              <a:gd name="connsiteY507" fmla="*/ 4662092 h 6858000"/>
              <a:gd name="connsiteX508" fmla="*/ 4900699 w 7467600"/>
              <a:gd name="connsiteY508" fmla="*/ 4670867 h 6858000"/>
              <a:gd name="connsiteX509" fmla="*/ 5714511 w 7467600"/>
              <a:gd name="connsiteY509" fmla="*/ 4663483 h 6858000"/>
              <a:gd name="connsiteX510" fmla="*/ 5464793 w 7467600"/>
              <a:gd name="connsiteY510" fmla="*/ 4393556 h 6858000"/>
              <a:gd name="connsiteX511" fmla="*/ 5461897 w 7467600"/>
              <a:gd name="connsiteY511" fmla="*/ 4390879 h 6858000"/>
              <a:gd name="connsiteX512" fmla="*/ 4294126 w 7467600"/>
              <a:gd name="connsiteY512" fmla="*/ 3303048 h 6858000"/>
              <a:gd name="connsiteX513" fmla="*/ 4305321 w 7467600"/>
              <a:gd name="connsiteY513" fmla="*/ 3256953 h 6858000"/>
              <a:gd name="connsiteX514" fmla="*/ 4949299 w 7467600"/>
              <a:gd name="connsiteY514" fmla="*/ 3766336 h 6858000"/>
              <a:gd name="connsiteX515" fmla="*/ 5291452 w 7467600"/>
              <a:gd name="connsiteY515" fmla="*/ 4076801 h 6858000"/>
              <a:gd name="connsiteX516" fmla="*/ 5434998 w 7467600"/>
              <a:gd name="connsiteY516" fmla="*/ 4254100 h 6858000"/>
              <a:gd name="connsiteX517" fmla="*/ 5351015 w 7467600"/>
              <a:gd name="connsiteY517" fmla="*/ 3760989 h 6858000"/>
              <a:gd name="connsiteX518" fmla="*/ 5413780 w 7467600"/>
              <a:gd name="connsiteY518" fmla="*/ 2966265 h 6858000"/>
              <a:gd name="connsiteX519" fmla="*/ 5425627 w 7467600"/>
              <a:gd name="connsiteY519" fmla="*/ 2954192 h 6858000"/>
              <a:gd name="connsiteX520" fmla="*/ 6604735 w 7467600"/>
              <a:gd name="connsiteY520" fmla="*/ 2041381 h 6858000"/>
              <a:gd name="connsiteX521" fmla="*/ 7204487 w 7467600"/>
              <a:gd name="connsiteY521" fmla="*/ 2742112 h 6858000"/>
              <a:gd name="connsiteX522" fmla="*/ 7131592 w 7467600"/>
              <a:gd name="connsiteY522" fmla="*/ 2672096 h 6858000"/>
              <a:gd name="connsiteX523" fmla="*/ 6996344 w 7467600"/>
              <a:gd name="connsiteY523" fmla="*/ 2518310 h 6858000"/>
              <a:gd name="connsiteX524" fmla="*/ 6735495 w 7467600"/>
              <a:gd name="connsiteY524" fmla="*/ 2196890 h 6858000"/>
              <a:gd name="connsiteX525" fmla="*/ 6721901 w 7467600"/>
              <a:gd name="connsiteY525" fmla="*/ 2179274 h 6858000"/>
              <a:gd name="connsiteX526" fmla="*/ 6604735 w 7467600"/>
              <a:gd name="connsiteY526" fmla="*/ 2041381 h 6858000"/>
              <a:gd name="connsiteX527" fmla="*/ 6591670 w 7467600"/>
              <a:gd name="connsiteY527" fmla="*/ 1988277 h 6858000"/>
              <a:gd name="connsiteX528" fmla="*/ 6747349 w 7467600"/>
              <a:gd name="connsiteY528" fmla="*/ 2160069 h 6858000"/>
              <a:gd name="connsiteX529" fmla="*/ 6760943 w 7467600"/>
              <a:gd name="connsiteY529" fmla="*/ 2177686 h 6858000"/>
              <a:gd name="connsiteX530" fmla="*/ 7021065 w 7467600"/>
              <a:gd name="connsiteY530" fmla="*/ 2498102 h 6858000"/>
              <a:gd name="connsiteX531" fmla="*/ 7155223 w 7467600"/>
              <a:gd name="connsiteY531" fmla="*/ 2650386 h 6858000"/>
              <a:gd name="connsiteX532" fmla="*/ 7203167 w 7467600"/>
              <a:gd name="connsiteY532" fmla="*/ 2697288 h 6858000"/>
              <a:gd name="connsiteX533" fmla="*/ 6937703 w 7467600"/>
              <a:gd name="connsiteY533" fmla="*/ 2321981 h 6858000"/>
              <a:gd name="connsiteX534" fmla="*/ 6591670 w 7467600"/>
              <a:gd name="connsiteY534" fmla="*/ 1988277 h 6858000"/>
              <a:gd name="connsiteX535" fmla="*/ 5798671 w 7467600"/>
              <a:gd name="connsiteY535" fmla="*/ 1981601 h 6858000"/>
              <a:gd name="connsiteX536" fmla="*/ 5754709 w 7467600"/>
              <a:gd name="connsiteY536" fmla="*/ 2071454 h 6858000"/>
              <a:gd name="connsiteX537" fmla="*/ 5763044 w 7467600"/>
              <a:gd name="connsiteY537" fmla="*/ 2842206 h 6858000"/>
              <a:gd name="connsiteX538" fmla="*/ 5764974 w 7467600"/>
              <a:gd name="connsiteY538" fmla="*/ 2799609 h 6858000"/>
              <a:gd name="connsiteX539" fmla="*/ 5767665 w 7467600"/>
              <a:gd name="connsiteY539" fmla="*/ 2666409 h 6858000"/>
              <a:gd name="connsiteX540" fmla="*/ 5763055 w 7467600"/>
              <a:gd name="connsiteY540" fmla="*/ 2579705 h 6858000"/>
              <a:gd name="connsiteX541" fmla="*/ 5758079 w 7467600"/>
              <a:gd name="connsiteY541" fmla="*/ 2492508 h 6858000"/>
              <a:gd name="connsiteX542" fmla="*/ 5779325 w 7467600"/>
              <a:gd name="connsiteY542" fmla="*/ 2197069 h 6858000"/>
              <a:gd name="connsiteX543" fmla="*/ 5798671 w 7467600"/>
              <a:gd name="connsiteY543" fmla="*/ 1981601 h 6858000"/>
              <a:gd name="connsiteX544" fmla="*/ 5829202 w 7467600"/>
              <a:gd name="connsiteY544" fmla="*/ 1971679 h 6858000"/>
              <a:gd name="connsiteX545" fmla="*/ 5809558 w 7467600"/>
              <a:gd name="connsiteY545" fmla="*/ 2198043 h 6858000"/>
              <a:gd name="connsiteX546" fmla="*/ 5788653 w 7467600"/>
              <a:gd name="connsiteY546" fmla="*/ 2489430 h 6858000"/>
              <a:gd name="connsiteX547" fmla="*/ 5793439 w 7467600"/>
              <a:gd name="connsiteY547" fmla="*/ 2575235 h 6858000"/>
              <a:gd name="connsiteX548" fmla="*/ 5796837 w 7467600"/>
              <a:gd name="connsiteY548" fmla="*/ 2637633 h 6858000"/>
              <a:gd name="connsiteX549" fmla="*/ 5818614 w 7467600"/>
              <a:gd name="connsiteY549" fmla="*/ 2473055 h 6858000"/>
              <a:gd name="connsiteX550" fmla="*/ 5829202 w 7467600"/>
              <a:gd name="connsiteY550" fmla="*/ 1971679 h 6858000"/>
              <a:gd name="connsiteX551" fmla="*/ 5911389 w 7467600"/>
              <a:gd name="connsiteY551" fmla="*/ 1898371 h 6858000"/>
              <a:gd name="connsiteX552" fmla="*/ 6237627 w 7467600"/>
              <a:gd name="connsiteY552" fmla="*/ 2231921 h 6858000"/>
              <a:gd name="connsiteX553" fmla="*/ 5911389 w 7467600"/>
              <a:gd name="connsiteY553" fmla="*/ 1898371 h 6858000"/>
              <a:gd name="connsiteX554" fmla="*/ 6944437 w 7467600"/>
              <a:gd name="connsiteY554" fmla="*/ 1575402 h 6858000"/>
              <a:gd name="connsiteX555" fmla="*/ 6304730 w 7467600"/>
              <a:gd name="connsiteY555" fmla="*/ 1766654 h 6858000"/>
              <a:gd name="connsiteX556" fmla="*/ 6944437 w 7467600"/>
              <a:gd name="connsiteY556" fmla="*/ 1575402 h 6858000"/>
              <a:gd name="connsiteX557" fmla="*/ 7019523 w 7467600"/>
              <a:gd name="connsiteY557" fmla="*/ 1519450 h 6858000"/>
              <a:gd name="connsiteX558" fmla="*/ 6298091 w 7467600"/>
              <a:gd name="connsiteY558" fmla="*/ 1737122 h 6858000"/>
              <a:gd name="connsiteX559" fmla="*/ 7019523 w 7467600"/>
              <a:gd name="connsiteY559" fmla="*/ 1519450 h 6858000"/>
              <a:gd name="connsiteX560" fmla="*/ 2399523 w 7467600"/>
              <a:gd name="connsiteY560" fmla="*/ 1428234 h 6858000"/>
              <a:gd name="connsiteX561" fmla="*/ 2224982 w 7467600"/>
              <a:gd name="connsiteY561" fmla="*/ 1826201 h 6858000"/>
              <a:gd name="connsiteX562" fmla="*/ 2096099 w 7467600"/>
              <a:gd name="connsiteY562" fmla="*/ 2345900 h 6858000"/>
              <a:gd name="connsiteX563" fmla="*/ 2283317 w 7467600"/>
              <a:gd name="connsiteY563" fmla="*/ 1796925 h 6858000"/>
              <a:gd name="connsiteX564" fmla="*/ 2399523 w 7467600"/>
              <a:gd name="connsiteY564" fmla="*/ 1428234 h 6858000"/>
              <a:gd name="connsiteX565" fmla="*/ 2448558 w 7467600"/>
              <a:gd name="connsiteY565" fmla="*/ 1373435 h 6858000"/>
              <a:gd name="connsiteX566" fmla="*/ 2312521 w 7467600"/>
              <a:gd name="connsiteY566" fmla="*/ 1806140 h 6858000"/>
              <a:gd name="connsiteX567" fmla="*/ 2127533 w 7467600"/>
              <a:gd name="connsiteY567" fmla="*/ 2348380 h 6858000"/>
              <a:gd name="connsiteX568" fmla="*/ 2358080 w 7467600"/>
              <a:gd name="connsiteY568" fmla="*/ 1866134 h 6858000"/>
              <a:gd name="connsiteX569" fmla="*/ 2407436 w 7467600"/>
              <a:gd name="connsiteY569" fmla="*/ 1651070 h 6858000"/>
              <a:gd name="connsiteX570" fmla="*/ 2448558 w 7467600"/>
              <a:gd name="connsiteY570" fmla="*/ 1373435 h 6858000"/>
              <a:gd name="connsiteX571" fmla="*/ 278707 w 7467600"/>
              <a:gd name="connsiteY571" fmla="*/ 1352270 h 6858000"/>
              <a:gd name="connsiteX572" fmla="*/ 321570 w 7467600"/>
              <a:gd name="connsiteY572" fmla="*/ 1861610 h 6858000"/>
              <a:gd name="connsiteX573" fmla="*/ 294281 w 7467600"/>
              <a:gd name="connsiteY573" fmla="*/ 1440658 h 6858000"/>
              <a:gd name="connsiteX574" fmla="*/ 278707 w 7467600"/>
              <a:gd name="connsiteY574" fmla="*/ 1352270 h 6858000"/>
              <a:gd name="connsiteX575" fmla="*/ 1423821 w 7467600"/>
              <a:gd name="connsiteY575" fmla="*/ 1351958 h 6858000"/>
              <a:gd name="connsiteX576" fmla="*/ 1638521 w 7467600"/>
              <a:gd name="connsiteY576" fmla="*/ 1908470 h 6858000"/>
              <a:gd name="connsiteX577" fmla="*/ 1754199 w 7467600"/>
              <a:gd name="connsiteY577" fmla="*/ 2149284 h 6858000"/>
              <a:gd name="connsiteX578" fmla="*/ 1908359 w 7467600"/>
              <a:gd name="connsiteY578" fmla="*/ 2364988 h 6858000"/>
              <a:gd name="connsiteX579" fmla="*/ 1647661 w 7467600"/>
              <a:gd name="connsiteY579" fmla="*/ 1825945 h 6858000"/>
              <a:gd name="connsiteX580" fmla="*/ 1423821 w 7467600"/>
              <a:gd name="connsiteY580" fmla="*/ 1351958 h 6858000"/>
              <a:gd name="connsiteX581" fmla="*/ 1431890 w 7467600"/>
              <a:gd name="connsiteY581" fmla="*/ 1306475 h 6858000"/>
              <a:gd name="connsiteX582" fmla="*/ 1507597 w 7467600"/>
              <a:gd name="connsiteY582" fmla="*/ 1446132 h 6858000"/>
              <a:gd name="connsiteX583" fmla="*/ 1674586 w 7467600"/>
              <a:gd name="connsiteY583" fmla="*/ 1813832 h 6858000"/>
              <a:gd name="connsiteX584" fmla="*/ 1815950 w 7467600"/>
              <a:gd name="connsiteY584" fmla="*/ 2128564 h 6858000"/>
              <a:gd name="connsiteX585" fmla="*/ 1984242 w 7467600"/>
              <a:gd name="connsiteY585" fmla="*/ 2430829 h 6858000"/>
              <a:gd name="connsiteX586" fmla="*/ 2014023 w 7467600"/>
              <a:gd name="connsiteY586" fmla="*/ 2450995 h 6858000"/>
              <a:gd name="connsiteX587" fmla="*/ 1747337 w 7467600"/>
              <a:gd name="connsiteY587" fmla="*/ 1855264 h 6858000"/>
              <a:gd name="connsiteX588" fmla="*/ 1533749 w 7467600"/>
              <a:gd name="connsiteY588" fmla="*/ 1478656 h 6858000"/>
              <a:gd name="connsiteX589" fmla="*/ 1431890 w 7467600"/>
              <a:gd name="connsiteY589" fmla="*/ 1306475 h 6858000"/>
              <a:gd name="connsiteX590" fmla="*/ 5052692 w 7467600"/>
              <a:gd name="connsiteY590" fmla="*/ 1292994 h 6858000"/>
              <a:gd name="connsiteX591" fmla="*/ 5200661 w 7467600"/>
              <a:gd name="connsiteY591" fmla="*/ 1635186 h 6858000"/>
              <a:gd name="connsiteX592" fmla="*/ 5297138 w 7467600"/>
              <a:gd name="connsiteY592" fmla="*/ 1906351 h 6858000"/>
              <a:gd name="connsiteX593" fmla="*/ 5052692 w 7467600"/>
              <a:gd name="connsiteY593" fmla="*/ 1292994 h 6858000"/>
              <a:gd name="connsiteX594" fmla="*/ 5009948 w 7467600"/>
              <a:gd name="connsiteY594" fmla="*/ 1273619 h 6858000"/>
              <a:gd name="connsiteX595" fmla="*/ 5121777 w 7467600"/>
              <a:gd name="connsiteY595" fmla="*/ 1654213 h 6858000"/>
              <a:gd name="connsiteX596" fmla="*/ 5293545 w 7467600"/>
              <a:gd name="connsiteY596" fmla="*/ 2072247 h 6858000"/>
              <a:gd name="connsiteX597" fmla="*/ 5294042 w 7467600"/>
              <a:gd name="connsiteY597" fmla="*/ 2065019 h 6858000"/>
              <a:gd name="connsiteX598" fmla="*/ 5171936 w 7467600"/>
              <a:gd name="connsiteY598" fmla="*/ 1647613 h 6858000"/>
              <a:gd name="connsiteX599" fmla="*/ 5009948 w 7467600"/>
              <a:gd name="connsiteY599" fmla="*/ 1273619 h 6858000"/>
              <a:gd name="connsiteX600" fmla="*/ 655236 w 7467600"/>
              <a:gd name="connsiteY600" fmla="*/ 1268632 h 6858000"/>
              <a:gd name="connsiteX601" fmla="*/ 839521 w 7467600"/>
              <a:gd name="connsiteY601" fmla="*/ 1685315 h 6858000"/>
              <a:gd name="connsiteX602" fmla="*/ 1109416 w 7467600"/>
              <a:gd name="connsiteY602" fmla="*/ 2061663 h 6858000"/>
              <a:gd name="connsiteX603" fmla="*/ 1298300 w 7467600"/>
              <a:gd name="connsiteY603" fmla="*/ 2247742 h 6858000"/>
              <a:gd name="connsiteX604" fmla="*/ 1125871 w 7467600"/>
              <a:gd name="connsiteY604" fmla="*/ 1989513 h 6858000"/>
              <a:gd name="connsiteX605" fmla="*/ 981574 w 7467600"/>
              <a:gd name="connsiteY605" fmla="*/ 1783157 h 6858000"/>
              <a:gd name="connsiteX606" fmla="*/ 922198 w 7467600"/>
              <a:gd name="connsiteY606" fmla="*/ 1677437 h 6858000"/>
              <a:gd name="connsiteX607" fmla="*/ 869293 w 7467600"/>
              <a:gd name="connsiteY607" fmla="*/ 1583214 h 6858000"/>
              <a:gd name="connsiteX608" fmla="*/ 751431 w 7467600"/>
              <a:gd name="connsiteY608" fmla="*/ 1405731 h 6858000"/>
              <a:gd name="connsiteX609" fmla="*/ 655236 w 7467600"/>
              <a:gd name="connsiteY609" fmla="*/ 1268632 h 6858000"/>
              <a:gd name="connsiteX610" fmla="*/ 6516292 w 7467600"/>
              <a:gd name="connsiteY610" fmla="*/ 1263064 h 6858000"/>
              <a:gd name="connsiteX611" fmla="*/ 5736320 w 7467600"/>
              <a:gd name="connsiteY611" fmla="*/ 1501803 h 6858000"/>
              <a:gd name="connsiteX612" fmla="*/ 6516292 w 7467600"/>
              <a:gd name="connsiteY612" fmla="*/ 1263064 h 6858000"/>
              <a:gd name="connsiteX613" fmla="*/ 291466 w 7467600"/>
              <a:gd name="connsiteY613" fmla="*/ 1250369 h 6858000"/>
              <a:gd name="connsiteX614" fmla="*/ 323180 w 7467600"/>
              <a:gd name="connsiteY614" fmla="*/ 1435283 h 6858000"/>
              <a:gd name="connsiteX615" fmla="*/ 349381 w 7467600"/>
              <a:gd name="connsiteY615" fmla="*/ 1875041 h 6858000"/>
              <a:gd name="connsiteX616" fmla="*/ 374363 w 7467600"/>
              <a:gd name="connsiteY616" fmla="*/ 1506494 h 6858000"/>
              <a:gd name="connsiteX617" fmla="*/ 302168 w 7467600"/>
              <a:gd name="connsiteY617" fmla="*/ 1274495 h 6858000"/>
              <a:gd name="connsiteX618" fmla="*/ 291466 w 7467600"/>
              <a:gd name="connsiteY618" fmla="*/ 1250369 h 6858000"/>
              <a:gd name="connsiteX619" fmla="*/ 678222 w 7467600"/>
              <a:gd name="connsiteY619" fmla="*/ 1248670 h 6858000"/>
              <a:gd name="connsiteX620" fmla="*/ 775536 w 7467600"/>
              <a:gd name="connsiteY620" fmla="*/ 1388015 h 6858000"/>
              <a:gd name="connsiteX621" fmla="*/ 894529 w 7467600"/>
              <a:gd name="connsiteY621" fmla="*/ 1567739 h 6858000"/>
              <a:gd name="connsiteX622" fmla="*/ 948000 w 7467600"/>
              <a:gd name="connsiteY622" fmla="*/ 1663088 h 6858000"/>
              <a:gd name="connsiteX623" fmla="*/ 1006812 w 7467600"/>
              <a:gd name="connsiteY623" fmla="*/ 1767683 h 6858000"/>
              <a:gd name="connsiteX624" fmla="*/ 1149133 w 7467600"/>
              <a:gd name="connsiteY624" fmla="*/ 1971513 h 6858000"/>
              <a:gd name="connsiteX625" fmla="*/ 1333952 w 7467600"/>
              <a:gd name="connsiteY625" fmla="*/ 2251620 h 6858000"/>
              <a:gd name="connsiteX626" fmla="*/ 1337329 w 7467600"/>
              <a:gd name="connsiteY626" fmla="*/ 2258350 h 6858000"/>
              <a:gd name="connsiteX627" fmla="*/ 1014726 w 7467600"/>
              <a:gd name="connsiteY627" fmla="*/ 1615556 h 6858000"/>
              <a:gd name="connsiteX628" fmla="*/ 678222 w 7467600"/>
              <a:gd name="connsiteY628" fmla="*/ 1248670 h 6858000"/>
              <a:gd name="connsiteX629" fmla="*/ 6691602 w 7467600"/>
              <a:gd name="connsiteY629" fmla="*/ 1140573 h 6858000"/>
              <a:gd name="connsiteX630" fmla="*/ 6571100 w 7467600"/>
              <a:gd name="connsiteY630" fmla="*/ 1183662 h 6858000"/>
              <a:gd name="connsiteX631" fmla="*/ 6241687 w 7467600"/>
              <a:gd name="connsiteY631" fmla="*/ 1257600 h 6858000"/>
              <a:gd name="connsiteX632" fmla="*/ 5693009 w 7467600"/>
              <a:gd name="connsiteY632" fmla="*/ 1478256 h 6858000"/>
              <a:gd name="connsiteX633" fmla="*/ 6548420 w 7467600"/>
              <a:gd name="connsiteY633" fmla="*/ 1214599 h 6858000"/>
              <a:gd name="connsiteX634" fmla="*/ 6605473 w 7467600"/>
              <a:gd name="connsiteY634" fmla="*/ 1184686 h 6858000"/>
              <a:gd name="connsiteX635" fmla="*/ 6691602 w 7467600"/>
              <a:gd name="connsiteY635" fmla="*/ 1140573 h 6858000"/>
              <a:gd name="connsiteX636" fmla="*/ 4002475 w 7467600"/>
              <a:gd name="connsiteY636" fmla="*/ 1037802 h 6858000"/>
              <a:gd name="connsiteX637" fmla="*/ 4000324 w 7467600"/>
              <a:gd name="connsiteY637" fmla="*/ 1039362 h 6858000"/>
              <a:gd name="connsiteX638" fmla="*/ 4002862 w 7467600"/>
              <a:gd name="connsiteY638" fmla="*/ 1042866 h 6858000"/>
              <a:gd name="connsiteX639" fmla="*/ 4002475 w 7467600"/>
              <a:gd name="connsiteY639" fmla="*/ 1037802 h 6858000"/>
              <a:gd name="connsiteX640" fmla="*/ 506322 w 7467600"/>
              <a:gd name="connsiteY640" fmla="*/ 1020997 h 6858000"/>
              <a:gd name="connsiteX641" fmla="*/ 533068 w 7467600"/>
              <a:gd name="connsiteY641" fmla="*/ 1029409 h 6858000"/>
              <a:gd name="connsiteX642" fmla="*/ 1232525 w 7467600"/>
              <a:gd name="connsiteY642" fmla="*/ 1804675 h 6858000"/>
              <a:gd name="connsiteX643" fmla="*/ 1388858 w 7467600"/>
              <a:gd name="connsiteY643" fmla="*/ 2368011 h 6858000"/>
              <a:gd name="connsiteX644" fmla="*/ 1384098 w 7467600"/>
              <a:gd name="connsiteY644" fmla="*/ 2378125 h 6858000"/>
              <a:gd name="connsiteX645" fmla="*/ 1425393 w 7467600"/>
              <a:gd name="connsiteY645" fmla="*/ 2589124 h 6858000"/>
              <a:gd name="connsiteX646" fmla="*/ 1424001 w 7467600"/>
              <a:gd name="connsiteY646" fmla="*/ 2597541 h 6858000"/>
              <a:gd name="connsiteX647" fmla="*/ 2152729 w 7467600"/>
              <a:gd name="connsiteY647" fmla="*/ 2864487 h 6858000"/>
              <a:gd name="connsiteX648" fmla="*/ 2020609 w 7467600"/>
              <a:gd name="connsiteY648" fmla="*/ 2539671 h 6858000"/>
              <a:gd name="connsiteX649" fmla="*/ 2018920 w 7467600"/>
              <a:gd name="connsiteY649" fmla="*/ 2536309 h 6858000"/>
              <a:gd name="connsiteX650" fmla="*/ 1342441 w 7467600"/>
              <a:gd name="connsiteY650" fmla="*/ 1173017 h 6858000"/>
              <a:gd name="connsiteX651" fmla="*/ 1367925 w 7467600"/>
              <a:gd name="connsiteY651" fmla="*/ 1135648 h 6858000"/>
              <a:gd name="connsiteX652" fmla="*/ 1771401 w 7467600"/>
              <a:gd name="connsiteY652" fmla="*/ 1806673 h 6858000"/>
              <a:gd name="connsiteX653" fmla="*/ 1972385 w 7467600"/>
              <a:gd name="connsiteY653" fmla="*/ 2198735 h 6858000"/>
              <a:gd name="connsiteX654" fmla="*/ 2040892 w 7467600"/>
              <a:gd name="connsiteY654" fmla="*/ 2405205 h 6858000"/>
              <a:gd name="connsiteX655" fmla="*/ 2131689 w 7467600"/>
              <a:gd name="connsiteY655" fmla="*/ 1936926 h 6858000"/>
              <a:gd name="connsiteX656" fmla="*/ 2454820 w 7467600"/>
              <a:gd name="connsiteY656" fmla="*/ 1248808 h 6858000"/>
              <a:gd name="connsiteX657" fmla="*/ 2492512 w 7467600"/>
              <a:gd name="connsiteY657" fmla="*/ 1302920 h 6858000"/>
              <a:gd name="connsiteX658" fmla="*/ 2081216 w 7467600"/>
              <a:gd name="connsiteY658" fmla="*/ 2527513 h 6858000"/>
              <a:gd name="connsiteX659" fmla="*/ 2081211 w 7467600"/>
              <a:gd name="connsiteY659" fmla="*/ 2528916 h 6858000"/>
              <a:gd name="connsiteX660" fmla="*/ 2199067 w 7467600"/>
              <a:gd name="connsiteY660" fmla="*/ 2884061 h 6858000"/>
              <a:gd name="connsiteX661" fmla="*/ 3192586 w 7467600"/>
              <a:gd name="connsiteY661" fmla="*/ 3411496 h 6858000"/>
              <a:gd name="connsiteX662" fmla="*/ 3182620 w 7467600"/>
              <a:gd name="connsiteY662" fmla="*/ 3483279 h 6858000"/>
              <a:gd name="connsiteX663" fmla="*/ 2435119 w 7467600"/>
              <a:gd name="connsiteY663" fmla="*/ 3080173 h 6858000"/>
              <a:gd name="connsiteX664" fmla="*/ 2410152 w 7467600"/>
              <a:gd name="connsiteY664" fmla="*/ 3063751 h 6858000"/>
              <a:gd name="connsiteX665" fmla="*/ 2408099 w 7467600"/>
              <a:gd name="connsiteY665" fmla="*/ 3064403 h 6858000"/>
              <a:gd name="connsiteX666" fmla="*/ 2407218 w 7467600"/>
              <a:gd name="connsiteY666" fmla="*/ 3070324 h 6858000"/>
              <a:gd name="connsiteX667" fmla="*/ 2380138 w 7467600"/>
              <a:gd name="connsiteY667" fmla="*/ 3099341 h 6858000"/>
              <a:gd name="connsiteX668" fmla="*/ 1765923 w 7467600"/>
              <a:gd name="connsiteY668" fmla="*/ 3581043 h 6858000"/>
              <a:gd name="connsiteX669" fmla="*/ 1702258 w 7467600"/>
              <a:gd name="connsiteY669" fmla="*/ 3612286 h 6858000"/>
              <a:gd name="connsiteX670" fmla="*/ 1538370 w 7467600"/>
              <a:gd name="connsiteY670" fmla="*/ 3811804 h 6858000"/>
              <a:gd name="connsiteX671" fmla="*/ 542867 w 7467600"/>
              <a:gd name="connsiteY671" fmla="*/ 4944092 h 6858000"/>
              <a:gd name="connsiteX672" fmla="*/ 515800 w 7467600"/>
              <a:gd name="connsiteY672" fmla="*/ 4862180 h 6858000"/>
              <a:gd name="connsiteX673" fmla="*/ 909145 w 7467600"/>
              <a:gd name="connsiteY673" fmla="*/ 4199225 h 6858000"/>
              <a:gd name="connsiteX674" fmla="*/ 1214067 w 7467600"/>
              <a:gd name="connsiteY674" fmla="*/ 3908561 h 6858000"/>
              <a:gd name="connsiteX675" fmla="*/ 640967 w 7467600"/>
              <a:gd name="connsiteY675" fmla="*/ 4105601 h 6858000"/>
              <a:gd name="connsiteX676" fmla="*/ 112563 w 7467600"/>
              <a:gd name="connsiteY676" fmla="*/ 4396952 h 6858000"/>
              <a:gd name="connsiteX677" fmla="*/ 0 w 7467600"/>
              <a:gd name="connsiteY677" fmla="*/ 4466006 h 6858000"/>
              <a:gd name="connsiteX678" fmla="*/ 0 w 7467600"/>
              <a:gd name="connsiteY678" fmla="*/ 4233763 h 6858000"/>
              <a:gd name="connsiteX679" fmla="*/ 36881 w 7467600"/>
              <a:gd name="connsiteY679" fmla="*/ 4200118 h 6858000"/>
              <a:gd name="connsiteX680" fmla="*/ 910534 w 7467600"/>
              <a:gd name="connsiteY680" fmla="*/ 3629753 h 6858000"/>
              <a:gd name="connsiteX681" fmla="*/ 1578717 w 7467600"/>
              <a:gd name="connsiteY681" fmla="*/ 3575982 h 6858000"/>
              <a:gd name="connsiteX682" fmla="*/ 2338780 w 7467600"/>
              <a:gd name="connsiteY682" fmla="*/ 3033725 h 6858000"/>
              <a:gd name="connsiteX683" fmla="*/ 1807991 w 7467600"/>
              <a:gd name="connsiteY683" fmla="*/ 2807184 h 6858000"/>
              <a:gd name="connsiteX684" fmla="*/ 1416358 w 7467600"/>
              <a:gd name="connsiteY684" fmla="*/ 3112571 h 6858000"/>
              <a:gd name="connsiteX685" fmla="*/ 939066 w 7467600"/>
              <a:gd name="connsiteY685" fmla="*/ 3378798 h 6858000"/>
              <a:gd name="connsiteX686" fmla="*/ 115099 w 7467600"/>
              <a:gd name="connsiteY686" fmla="*/ 3607650 h 6858000"/>
              <a:gd name="connsiteX687" fmla="*/ 97284 w 7467600"/>
              <a:gd name="connsiteY687" fmla="*/ 3520393 h 6858000"/>
              <a:gd name="connsiteX688" fmla="*/ 922050 w 7467600"/>
              <a:gd name="connsiteY688" fmla="*/ 3074867 h 6858000"/>
              <a:gd name="connsiteX689" fmla="*/ 1405265 w 7467600"/>
              <a:gd name="connsiteY689" fmla="*/ 3016319 h 6858000"/>
              <a:gd name="connsiteX690" fmla="*/ 1407512 w 7467600"/>
              <a:gd name="connsiteY690" fmla="*/ 3018001 h 6858000"/>
              <a:gd name="connsiteX691" fmla="*/ 1726266 w 7467600"/>
              <a:gd name="connsiteY691" fmla="*/ 2777274 h 6858000"/>
              <a:gd name="connsiteX692" fmla="*/ 625390 w 7467600"/>
              <a:gd name="connsiteY692" fmla="*/ 2514541 h 6858000"/>
              <a:gd name="connsiteX693" fmla="*/ 619799 w 7467600"/>
              <a:gd name="connsiteY693" fmla="*/ 2527180 h 6858000"/>
              <a:gd name="connsiteX694" fmla="*/ 310030 w 7467600"/>
              <a:gd name="connsiteY694" fmla="*/ 2771818 h 6858000"/>
              <a:gd name="connsiteX695" fmla="*/ 173877 w 7467600"/>
              <a:gd name="connsiteY695" fmla="*/ 2937056 h 6858000"/>
              <a:gd name="connsiteX696" fmla="*/ 77889 w 7467600"/>
              <a:gd name="connsiteY696" fmla="*/ 3138440 h 6858000"/>
              <a:gd name="connsiteX697" fmla="*/ 0 w 7467600"/>
              <a:gd name="connsiteY697" fmla="*/ 3271395 h 6858000"/>
              <a:gd name="connsiteX698" fmla="*/ 0 w 7467600"/>
              <a:gd name="connsiteY698" fmla="*/ 3153002 h 6858000"/>
              <a:gd name="connsiteX699" fmla="*/ 2386 w 7467600"/>
              <a:gd name="connsiteY699" fmla="*/ 3149203 h 6858000"/>
              <a:gd name="connsiteX700" fmla="*/ 89753 w 7467600"/>
              <a:gd name="connsiteY700" fmla="*/ 2987702 h 6858000"/>
              <a:gd name="connsiteX701" fmla="*/ 76869 w 7467600"/>
              <a:gd name="connsiteY701" fmla="*/ 3005404 h 6858000"/>
              <a:gd name="connsiteX702" fmla="*/ 32049 w 7467600"/>
              <a:gd name="connsiteY702" fmla="*/ 3065814 h 6858000"/>
              <a:gd name="connsiteX703" fmla="*/ 0 w 7467600"/>
              <a:gd name="connsiteY703" fmla="*/ 3108744 h 6858000"/>
              <a:gd name="connsiteX704" fmla="*/ 0 w 7467600"/>
              <a:gd name="connsiteY704" fmla="*/ 3058059 h 6858000"/>
              <a:gd name="connsiteX705" fmla="*/ 7610 w 7467600"/>
              <a:gd name="connsiteY705" fmla="*/ 3047889 h 6858000"/>
              <a:gd name="connsiteX706" fmla="*/ 52419 w 7467600"/>
              <a:gd name="connsiteY706" fmla="*/ 2987479 h 6858000"/>
              <a:gd name="connsiteX707" fmla="*/ 59142 w 7467600"/>
              <a:gd name="connsiteY707" fmla="*/ 2978488 h 6858000"/>
              <a:gd name="connsiteX708" fmla="*/ 0 w 7467600"/>
              <a:gd name="connsiteY708" fmla="*/ 3015334 h 6858000"/>
              <a:gd name="connsiteX709" fmla="*/ 0 w 7467600"/>
              <a:gd name="connsiteY709" fmla="*/ 2914286 h 6858000"/>
              <a:gd name="connsiteX710" fmla="*/ 36383 w 7467600"/>
              <a:gd name="connsiteY710" fmla="*/ 2901128 h 6858000"/>
              <a:gd name="connsiteX711" fmla="*/ 156329 w 7467600"/>
              <a:gd name="connsiteY711" fmla="*/ 2840533 h 6858000"/>
              <a:gd name="connsiteX712" fmla="*/ 358355 w 7467600"/>
              <a:gd name="connsiteY712" fmla="*/ 2620471 h 6858000"/>
              <a:gd name="connsiteX713" fmla="*/ 510577 w 7467600"/>
              <a:gd name="connsiteY713" fmla="*/ 2501244 h 6858000"/>
              <a:gd name="connsiteX714" fmla="*/ 211967 w 7467600"/>
              <a:gd name="connsiteY714" fmla="*/ 2479171 h 6858000"/>
              <a:gd name="connsiteX715" fmla="*/ 0 w 7467600"/>
              <a:gd name="connsiteY715" fmla="*/ 2476398 h 6858000"/>
              <a:gd name="connsiteX716" fmla="*/ 0 w 7467600"/>
              <a:gd name="connsiteY716" fmla="*/ 2389189 h 6858000"/>
              <a:gd name="connsiteX717" fmla="*/ 103062 w 7467600"/>
              <a:gd name="connsiteY717" fmla="*/ 2389518 h 6858000"/>
              <a:gd name="connsiteX718" fmla="*/ 510734 w 7467600"/>
              <a:gd name="connsiteY718" fmla="*/ 2416201 h 6858000"/>
              <a:gd name="connsiteX719" fmla="*/ 279257 w 7467600"/>
              <a:gd name="connsiteY719" fmla="*/ 2092102 h 6858000"/>
              <a:gd name="connsiteX720" fmla="*/ 65265 w 7467600"/>
              <a:gd name="connsiteY720" fmla="*/ 2006049 h 6858000"/>
              <a:gd name="connsiteX721" fmla="*/ 0 w 7467600"/>
              <a:gd name="connsiteY721" fmla="*/ 1982532 h 6858000"/>
              <a:gd name="connsiteX722" fmla="*/ 0 w 7467600"/>
              <a:gd name="connsiteY722" fmla="*/ 1912789 h 6858000"/>
              <a:gd name="connsiteX723" fmla="*/ 97460 w 7467600"/>
              <a:gd name="connsiteY723" fmla="*/ 1953725 h 6858000"/>
              <a:gd name="connsiteX724" fmla="*/ 221272 w 7467600"/>
              <a:gd name="connsiteY724" fmla="*/ 1980766 h 6858000"/>
              <a:gd name="connsiteX725" fmla="*/ 116765 w 7467600"/>
              <a:gd name="connsiteY725" fmla="*/ 1911033 h 6858000"/>
              <a:gd name="connsiteX726" fmla="*/ 16405 w 7467600"/>
              <a:gd name="connsiteY726" fmla="*/ 1803412 h 6858000"/>
              <a:gd name="connsiteX727" fmla="*/ 0 w 7467600"/>
              <a:gd name="connsiteY727" fmla="*/ 1784777 h 6858000"/>
              <a:gd name="connsiteX728" fmla="*/ 0 w 7467600"/>
              <a:gd name="connsiteY728" fmla="*/ 1740082 h 6858000"/>
              <a:gd name="connsiteX729" fmla="*/ 39394 w 7467600"/>
              <a:gd name="connsiteY729" fmla="*/ 1784856 h 6858000"/>
              <a:gd name="connsiteX730" fmla="*/ 135813 w 7467600"/>
              <a:gd name="connsiteY730" fmla="*/ 1888838 h 6858000"/>
              <a:gd name="connsiteX731" fmla="*/ 242575 w 7467600"/>
              <a:gd name="connsiteY731" fmla="*/ 1958841 h 6858000"/>
              <a:gd name="connsiteX732" fmla="*/ 82197 w 7467600"/>
              <a:gd name="connsiteY732" fmla="*/ 1754826 h 6858000"/>
              <a:gd name="connsiteX733" fmla="*/ 0 w 7467600"/>
              <a:gd name="connsiteY733" fmla="*/ 1679650 h 6858000"/>
              <a:gd name="connsiteX734" fmla="*/ 0 w 7467600"/>
              <a:gd name="connsiteY734" fmla="*/ 1602463 h 6858000"/>
              <a:gd name="connsiteX735" fmla="*/ 84689 w 7467600"/>
              <a:gd name="connsiteY735" fmla="*/ 1677442 h 6858000"/>
              <a:gd name="connsiteX736" fmla="*/ 298437 w 7467600"/>
              <a:gd name="connsiteY736" fmla="*/ 1968019 h 6858000"/>
              <a:gd name="connsiteX737" fmla="*/ 227269 w 7467600"/>
              <a:gd name="connsiteY737" fmla="*/ 1114064 h 6858000"/>
              <a:gd name="connsiteX738" fmla="*/ 248003 w 7467600"/>
              <a:gd name="connsiteY738" fmla="*/ 1089613 h 6858000"/>
              <a:gd name="connsiteX739" fmla="*/ 427020 w 7467600"/>
              <a:gd name="connsiteY739" fmla="*/ 1619803 h 6858000"/>
              <a:gd name="connsiteX740" fmla="*/ 340345 w 7467600"/>
              <a:gd name="connsiteY740" fmla="*/ 2027739 h 6858000"/>
              <a:gd name="connsiteX741" fmla="*/ 360865 w 7467600"/>
              <a:gd name="connsiteY741" fmla="*/ 2044827 h 6858000"/>
              <a:gd name="connsiteX742" fmla="*/ 560414 w 7467600"/>
              <a:gd name="connsiteY742" fmla="*/ 2421457 h 6858000"/>
              <a:gd name="connsiteX743" fmla="*/ 1359703 w 7467600"/>
              <a:gd name="connsiteY743" fmla="*/ 2578554 h 6858000"/>
              <a:gd name="connsiteX744" fmla="*/ 1359422 w 7467600"/>
              <a:gd name="connsiteY744" fmla="*/ 2577994 h 6858000"/>
              <a:gd name="connsiteX745" fmla="*/ 828701 w 7467600"/>
              <a:gd name="connsiteY745" fmla="*/ 1839520 h 6858000"/>
              <a:gd name="connsiteX746" fmla="*/ 494427 w 7467600"/>
              <a:gd name="connsiteY746" fmla="*/ 1092333 h 6858000"/>
              <a:gd name="connsiteX747" fmla="*/ 506322 w 7467600"/>
              <a:gd name="connsiteY747" fmla="*/ 1020997 h 6858000"/>
              <a:gd name="connsiteX748" fmla="*/ 4570198 w 7467600"/>
              <a:gd name="connsiteY748" fmla="*/ 978081 h 6858000"/>
              <a:gd name="connsiteX749" fmla="*/ 4523691 w 7467600"/>
              <a:gd name="connsiteY749" fmla="*/ 1127776 h 6858000"/>
              <a:gd name="connsiteX750" fmla="*/ 4509875 w 7467600"/>
              <a:gd name="connsiteY750" fmla="*/ 1167552 h 6858000"/>
              <a:gd name="connsiteX751" fmla="*/ 4478168 w 7467600"/>
              <a:gd name="connsiteY751" fmla="*/ 1260735 h 6858000"/>
              <a:gd name="connsiteX752" fmla="*/ 4409309 w 7467600"/>
              <a:gd name="connsiteY752" fmla="*/ 1666996 h 6858000"/>
              <a:gd name="connsiteX753" fmla="*/ 4370031 w 7467600"/>
              <a:gd name="connsiteY753" fmla="*/ 1955666 h 6858000"/>
              <a:gd name="connsiteX754" fmla="*/ 4570198 w 7467600"/>
              <a:gd name="connsiteY754" fmla="*/ 978081 h 6858000"/>
              <a:gd name="connsiteX755" fmla="*/ 4557898 w 7467600"/>
              <a:gd name="connsiteY755" fmla="*/ 900011 h 6858000"/>
              <a:gd name="connsiteX756" fmla="*/ 4344840 w 7467600"/>
              <a:gd name="connsiteY756" fmla="*/ 1922038 h 6858000"/>
              <a:gd name="connsiteX757" fmla="*/ 4378710 w 7467600"/>
              <a:gd name="connsiteY757" fmla="*/ 1665516 h 6858000"/>
              <a:gd name="connsiteX758" fmla="*/ 4448798 w 7467600"/>
              <a:gd name="connsiteY758" fmla="*/ 1253024 h 6858000"/>
              <a:gd name="connsiteX759" fmla="*/ 4480315 w 7467600"/>
              <a:gd name="connsiteY759" fmla="*/ 1158454 h 6858000"/>
              <a:gd name="connsiteX760" fmla="*/ 4494133 w 7467600"/>
              <a:gd name="connsiteY760" fmla="*/ 1118676 h 6858000"/>
              <a:gd name="connsiteX761" fmla="*/ 4557898 w 7467600"/>
              <a:gd name="connsiteY761" fmla="*/ 900011 h 6858000"/>
              <a:gd name="connsiteX762" fmla="*/ 5870151 w 7467600"/>
              <a:gd name="connsiteY762" fmla="*/ 898890 h 6858000"/>
              <a:gd name="connsiteX763" fmla="*/ 5861335 w 7467600"/>
              <a:gd name="connsiteY763" fmla="*/ 899177 h 6858000"/>
              <a:gd name="connsiteX764" fmla="*/ 5843702 w 7467600"/>
              <a:gd name="connsiteY764" fmla="*/ 899748 h 6858000"/>
              <a:gd name="connsiteX765" fmla="*/ 5651107 w 7467600"/>
              <a:gd name="connsiteY765" fmla="*/ 920306 h 6858000"/>
              <a:gd name="connsiteX766" fmla="*/ 5459407 w 7467600"/>
              <a:gd name="connsiteY766" fmla="*/ 940975 h 6858000"/>
              <a:gd name="connsiteX767" fmla="*/ 5374846 w 7467600"/>
              <a:gd name="connsiteY767" fmla="*/ 941988 h 6858000"/>
              <a:gd name="connsiteX768" fmla="*/ 5256105 w 7467600"/>
              <a:gd name="connsiteY768" fmla="*/ 945632 h 6858000"/>
              <a:gd name="connsiteX769" fmla="*/ 5107071 w 7467600"/>
              <a:gd name="connsiteY769" fmla="*/ 969720 h 6858000"/>
              <a:gd name="connsiteX770" fmla="*/ 4998681 w 7467600"/>
              <a:gd name="connsiteY770" fmla="*/ 988771 h 6858000"/>
              <a:gd name="connsiteX771" fmla="*/ 5870151 w 7467600"/>
              <a:gd name="connsiteY771" fmla="*/ 898890 h 6858000"/>
              <a:gd name="connsiteX772" fmla="*/ 5504425 w 7467600"/>
              <a:gd name="connsiteY772" fmla="*/ 848067 h 6858000"/>
              <a:gd name="connsiteX773" fmla="*/ 4968849 w 7467600"/>
              <a:gd name="connsiteY773" fmla="*/ 962318 h 6858000"/>
              <a:gd name="connsiteX774" fmla="*/ 5104039 w 7467600"/>
              <a:gd name="connsiteY774" fmla="*/ 940634 h 6858000"/>
              <a:gd name="connsiteX775" fmla="*/ 5256311 w 7467600"/>
              <a:gd name="connsiteY775" fmla="*/ 916490 h 6858000"/>
              <a:gd name="connsiteX776" fmla="*/ 5377381 w 7467600"/>
              <a:gd name="connsiteY776" fmla="*/ 912671 h 6858000"/>
              <a:gd name="connsiteX777" fmla="*/ 5460148 w 7467600"/>
              <a:gd name="connsiteY777" fmla="*/ 911442 h 6858000"/>
              <a:gd name="connsiteX778" fmla="*/ 5648971 w 7467600"/>
              <a:gd name="connsiteY778" fmla="*/ 891331 h 6858000"/>
              <a:gd name="connsiteX779" fmla="*/ 5844807 w 7467600"/>
              <a:gd name="connsiteY779" fmla="*/ 870718 h 6858000"/>
              <a:gd name="connsiteX780" fmla="*/ 5862975 w 7467600"/>
              <a:gd name="connsiteY780" fmla="*/ 869756 h 6858000"/>
              <a:gd name="connsiteX781" fmla="*/ 5920887 w 7467600"/>
              <a:gd name="connsiteY781" fmla="*/ 865929 h 6858000"/>
              <a:gd name="connsiteX782" fmla="*/ 5504425 w 7467600"/>
              <a:gd name="connsiteY782" fmla="*/ 848067 h 6858000"/>
              <a:gd name="connsiteX783" fmla="*/ 3607114 w 7467600"/>
              <a:gd name="connsiteY783" fmla="*/ 467441 h 6858000"/>
              <a:gd name="connsiteX784" fmla="*/ 3296242 w 7467600"/>
              <a:gd name="connsiteY784" fmla="*/ 807991 h 6858000"/>
              <a:gd name="connsiteX785" fmla="*/ 3174674 w 7467600"/>
              <a:gd name="connsiteY785" fmla="*/ 919759 h 6858000"/>
              <a:gd name="connsiteX786" fmla="*/ 3042978 w 7467600"/>
              <a:gd name="connsiteY786" fmla="*/ 1054894 h 6858000"/>
              <a:gd name="connsiteX787" fmla="*/ 2968914 w 7467600"/>
              <a:gd name="connsiteY787" fmla="*/ 1133756 h 6858000"/>
              <a:gd name="connsiteX788" fmla="*/ 3103823 w 7467600"/>
              <a:gd name="connsiteY788" fmla="*/ 1026814 h 6858000"/>
              <a:gd name="connsiteX789" fmla="*/ 3607114 w 7467600"/>
              <a:gd name="connsiteY789" fmla="*/ 467441 h 6858000"/>
              <a:gd name="connsiteX790" fmla="*/ 3744487 w 7467600"/>
              <a:gd name="connsiteY790" fmla="*/ 383136 h 6858000"/>
              <a:gd name="connsiteX791" fmla="*/ 3970213 w 7467600"/>
              <a:gd name="connsiteY791" fmla="*/ 995559 h 6858000"/>
              <a:gd name="connsiteX792" fmla="*/ 3744487 w 7467600"/>
              <a:gd name="connsiteY792" fmla="*/ 383136 h 6858000"/>
              <a:gd name="connsiteX793" fmla="*/ 3624562 w 7467600"/>
              <a:gd name="connsiteY793" fmla="*/ 367041 h 6858000"/>
              <a:gd name="connsiteX794" fmla="*/ 3489712 w 7467600"/>
              <a:gd name="connsiteY794" fmla="*/ 485386 h 6858000"/>
              <a:gd name="connsiteX795" fmla="*/ 3182994 w 7467600"/>
              <a:gd name="connsiteY795" fmla="*/ 828265 h 6858000"/>
              <a:gd name="connsiteX796" fmla="*/ 2892114 w 7467600"/>
              <a:gd name="connsiteY796" fmla="*/ 1172635 h 6858000"/>
              <a:gd name="connsiteX797" fmla="*/ 3021459 w 7467600"/>
              <a:gd name="connsiteY797" fmla="*/ 1035385 h 6858000"/>
              <a:gd name="connsiteX798" fmla="*/ 3153873 w 7467600"/>
              <a:gd name="connsiteY798" fmla="*/ 898971 h 6858000"/>
              <a:gd name="connsiteX799" fmla="*/ 3276511 w 7467600"/>
              <a:gd name="connsiteY799" fmla="*/ 786423 h 6858000"/>
              <a:gd name="connsiteX800" fmla="*/ 3584154 w 7467600"/>
              <a:gd name="connsiteY800" fmla="*/ 448218 h 6858000"/>
              <a:gd name="connsiteX801" fmla="*/ 3624562 w 7467600"/>
              <a:gd name="connsiteY801" fmla="*/ 367041 h 6858000"/>
              <a:gd name="connsiteX802" fmla="*/ 3766672 w 7467600"/>
              <a:gd name="connsiteY802" fmla="*/ 359429 h 6858000"/>
              <a:gd name="connsiteX803" fmla="*/ 3996338 w 7467600"/>
              <a:gd name="connsiteY803" fmla="*/ 968237 h 6858000"/>
              <a:gd name="connsiteX804" fmla="*/ 3766672 w 7467600"/>
              <a:gd name="connsiteY804" fmla="*/ 359429 h 6858000"/>
              <a:gd name="connsiteX805" fmla="*/ 5805386 w 7467600"/>
              <a:gd name="connsiteY805" fmla="*/ 239240 h 6858000"/>
              <a:gd name="connsiteX806" fmla="*/ 5736947 w 7467600"/>
              <a:gd name="connsiteY806" fmla="*/ 261367 h 6858000"/>
              <a:gd name="connsiteX807" fmla="*/ 5427012 w 7467600"/>
              <a:gd name="connsiteY807" fmla="*/ 311272 h 6858000"/>
              <a:gd name="connsiteX808" fmla="*/ 5147818 w 7467600"/>
              <a:gd name="connsiteY808" fmla="*/ 322112 h 6858000"/>
              <a:gd name="connsiteX809" fmla="*/ 5060854 w 7467600"/>
              <a:gd name="connsiteY809" fmla="*/ 311882 h 6858000"/>
              <a:gd name="connsiteX810" fmla="*/ 4945989 w 7467600"/>
              <a:gd name="connsiteY810" fmla="*/ 300516 h 6858000"/>
              <a:gd name="connsiteX811" fmla="*/ 5410479 w 7467600"/>
              <a:gd name="connsiteY811" fmla="*/ 348434 h 6858000"/>
              <a:gd name="connsiteX812" fmla="*/ 5805386 w 7467600"/>
              <a:gd name="connsiteY812" fmla="*/ 239240 h 6858000"/>
              <a:gd name="connsiteX813" fmla="*/ 5905192 w 7467600"/>
              <a:gd name="connsiteY813" fmla="*/ 163079 h 6858000"/>
              <a:gd name="connsiteX814" fmla="*/ 5865655 w 7467600"/>
              <a:gd name="connsiteY814" fmla="*/ 171901 h 6858000"/>
              <a:gd name="connsiteX815" fmla="*/ 5259740 w 7467600"/>
              <a:gd name="connsiteY815" fmla="*/ 257013 h 6858000"/>
              <a:gd name="connsiteX816" fmla="*/ 5208466 w 7467600"/>
              <a:gd name="connsiteY816" fmla="*/ 257550 h 6858000"/>
              <a:gd name="connsiteX817" fmla="*/ 4980204 w 7467600"/>
              <a:gd name="connsiteY817" fmla="*/ 271903 h 6858000"/>
              <a:gd name="connsiteX818" fmla="*/ 5068068 w 7467600"/>
              <a:gd name="connsiteY818" fmla="*/ 282244 h 6858000"/>
              <a:gd name="connsiteX819" fmla="*/ 5153231 w 7467600"/>
              <a:gd name="connsiteY819" fmla="*/ 292240 h 6858000"/>
              <a:gd name="connsiteX820" fmla="*/ 5426491 w 7467600"/>
              <a:gd name="connsiteY820" fmla="*/ 281128 h 6858000"/>
              <a:gd name="connsiteX821" fmla="*/ 5731212 w 7467600"/>
              <a:gd name="connsiteY821" fmla="*/ 231951 h 6858000"/>
              <a:gd name="connsiteX822" fmla="*/ 5905192 w 7467600"/>
              <a:gd name="connsiteY822" fmla="*/ 163079 h 6858000"/>
              <a:gd name="connsiteX823" fmla="*/ 5944437 w 7467600"/>
              <a:gd name="connsiteY823" fmla="*/ 113829 h 6858000"/>
              <a:gd name="connsiteX824" fmla="*/ 5825032 w 7467600"/>
              <a:gd name="connsiteY824" fmla="*/ 146405 h 6858000"/>
              <a:gd name="connsiteX825" fmla="*/ 4955599 w 7467600"/>
              <a:gd name="connsiteY825" fmla="*/ 247008 h 6858000"/>
              <a:gd name="connsiteX826" fmla="*/ 5210104 w 7467600"/>
              <a:gd name="connsiteY826" fmla="*/ 228123 h 6858000"/>
              <a:gd name="connsiteX827" fmla="*/ 5261015 w 7467600"/>
              <a:gd name="connsiteY827" fmla="*/ 227087 h 6858000"/>
              <a:gd name="connsiteX828" fmla="*/ 5861181 w 7467600"/>
              <a:gd name="connsiteY828" fmla="*/ 143093 h 6858000"/>
              <a:gd name="connsiteX829" fmla="*/ 5961252 w 7467600"/>
              <a:gd name="connsiteY829" fmla="*/ 114820 h 6858000"/>
              <a:gd name="connsiteX830" fmla="*/ 5944437 w 7467600"/>
              <a:gd name="connsiteY830" fmla="*/ 113829 h 6858000"/>
              <a:gd name="connsiteX831" fmla="*/ 3882765 w 7467600"/>
              <a:gd name="connsiteY831" fmla="*/ 0 h 6858000"/>
              <a:gd name="connsiteX832" fmla="*/ 3995099 w 7467600"/>
              <a:gd name="connsiteY832" fmla="*/ 0 h 6858000"/>
              <a:gd name="connsiteX833" fmla="*/ 4163818 w 7467600"/>
              <a:gd name="connsiteY833" fmla="*/ 234104 h 6858000"/>
              <a:gd name="connsiteX834" fmla="*/ 4172099 w 7467600"/>
              <a:gd name="connsiteY834" fmla="*/ 234207 h 6858000"/>
              <a:gd name="connsiteX835" fmla="*/ 4784282 w 7467600"/>
              <a:gd name="connsiteY835" fmla="*/ 276561 h 6858000"/>
              <a:gd name="connsiteX836" fmla="*/ 4801687 w 7467600"/>
              <a:gd name="connsiteY836" fmla="*/ 267764 h 6858000"/>
              <a:gd name="connsiteX837" fmla="*/ 6082788 w 7467600"/>
              <a:gd name="connsiteY837" fmla="*/ 64119 h 6858000"/>
              <a:gd name="connsiteX838" fmla="*/ 6099442 w 7467600"/>
              <a:gd name="connsiteY838" fmla="*/ 82568 h 6858000"/>
              <a:gd name="connsiteX839" fmla="*/ 4804137 w 7467600"/>
              <a:gd name="connsiteY839" fmla="*/ 320931 h 6858000"/>
              <a:gd name="connsiteX840" fmla="*/ 4227047 w 7467600"/>
              <a:gd name="connsiteY840" fmla="*/ 313415 h 6858000"/>
              <a:gd name="connsiteX841" fmla="*/ 4346041 w 7467600"/>
              <a:gd name="connsiteY841" fmla="*/ 456086 h 6858000"/>
              <a:gd name="connsiteX842" fmla="*/ 4870967 w 7467600"/>
              <a:gd name="connsiteY842" fmla="*/ 963061 h 6858000"/>
              <a:gd name="connsiteX843" fmla="*/ 4889647 w 7467600"/>
              <a:gd name="connsiteY843" fmla="*/ 957147 h 6858000"/>
              <a:gd name="connsiteX844" fmla="*/ 5422504 w 7467600"/>
              <a:gd name="connsiteY844" fmla="*/ 805191 h 6858000"/>
              <a:gd name="connsiteX845" fmla="*/ 6087656 w 7467600"/>
              <a:gd name="connsiteY845" fmla="*/ 826703 h 6858000"/>
              <a:gd name="connsiteX846" fmla="*/ 6058717 w 7467600"/>
              <a:gd name="connsiteY846" fmla="*/ 865992 h 6858000"/>
              <a:gd name="connsiteX847" fmla="*/ 4974153 w 7467600"/>
              <a:gd name="connsiteY847" fmla="*/ 1045456 h 6858000"/>
              <a:gd name="connsiteX848" fmla="*/ 5627835 w 7467600"/>
              <a:gd name="connsiteY848" fmla="*/ 1472077 h 6858000"/>
              <a:gd name="connsiteX849" fmla="*/ 5629817 w 7467600"/>
              <a:gd name="connsiteY849" fmla="*/ 1471412 h 6858000"/>
              <a:gd name="connsiteX850" fmla="*/ 5634124 w 7467600"/>
              <a:gd name="connsiteY850" fmla="*/ 1470572 h 6858000"/>
              <a:gd name="connsiteX851" fmla="*/ 5755832 w 7467600"/>
              <a:gd name="connsiteY851" fmla="*/ 1383886 h 6858000"/>
              <a:gd name="connsiteX852" fmla="*/ 6014186 w 7467600"/>
              <a:gd name="connsiteY852" fmla="*/ 1279799 h 6858000"/>
              <a:gd name="connsiteX853" fmla="*/ 6901619 w 7467600"/>
              <a:gd name="connsiteY853" fmla="*/ 1047874 h 6858000"/>
              <a:gd name="connsiteX854" fmla="*/ 6931566 w 7467600"/>
              <a:gd name="connsiteY854" fmla="*/ 1062034 h 6858000"/>
              <a:gd name="connsiteX855" fmla="*/ 5790982 w 7467600"/>
              <a:gd name="connsiteY855" fmla="*/ 1561380 h 6858000"/>
              <a:gd name="connsiteX856" fmla="*/ 6188971 w 7467600"/>
              <a:gd name="connsiteY856" fmla="*/ 1755168 h 6858000"/>
              <a:gd name="connsiteX857" fmla="*/ 6202446 w 7467600"/>
              <a:gd name="connsiteY857" fmla="*/ 1752268 h 6858000"/>
              <a:gd name="connsiteX858" fmla="*/ 7179560 w 7467600"/>
              <a:gd name="connsiteY858" fmla="*/ 1467551 h 6858000"/>
              <a:gd name="connsiteX859" fmla="*/ 7158730 w 7467600"/>
              <a:gd name="connsiteY859" fmla="*/ 1507835 h 6858000"/>
              <a:gd name="connsiteX860" fmla="*/ 6326959 w 7467600"/>
              <a:gd name="connsiteY860" fmla="*/ 1817686 h 6858000"/>
              <a:gd name="connsiteX861" fmla="*/ 6537433 w 7467600"/>
              <a:gd name="connsiteY861" fmla="*/ 1907790 h 6858000"/>
              <a:gd name="connsiteX862" fmla="*/ 6550221 w 7467600"/>
              <a:gd name="connsiteY862" fmla="*/ 1910729 h 6858000"/>
              <a:gd name="connsiteX863" fmla="*/ 6964438 w 7467600"/>
              <a:gd name="connsiteY863" fmla="*/ 2209505 h 6858000"/>
              <a:gd name="connsiteX864" fmla="*/ 7367862 w 7467600"/>
              <a:gd name="connsiteY864" fmla="*/ 2806833 h 6858000"/>
              <a:gd name="connsiteX865" fmla="*/ 7364329 w 7467600"/>
              <a:gd name="connsiteY865" fmla="*/ 2826907 h 6858000"/>
              <a:gd name="connsiteX866" fmla="*/ 7290545 w 7467600"/>
              <a:gd name="connsiteY866" fmla="*/ 2850663 h 6858000"/>
              <a:gd name="connsiteX867" fmla="*/ 6472036 w 7467600"/>
              <a:gd name="connsiteY867" fmla="*/ 1959003 h 6858000"/>
              <a:gd name="connsiteX868" fmla="*/ 5792897 w 7467600"/>
              <a:gd name="connsiteY868" fmla="*/ 1647747 h 6858000"/>
              <a:gd name="connsiteX869" fmla="*/ 5842751 w 7467600"/>
              <a:gd name="connsiteY869" fmla="*/ 1816112 h 6858000"/>
              <a:gd name="connsiteX870" fmla="*/ 5847424 w 7467600"/>
              <a:gd name="connsiteY870" fmla="*/ 1815776 h 6858000"/>
              <a:gd name="connsiteX871" fmla="*/ 6399821 w 7467600"/>
              <a:gd name="connsiteY871" fmla="*/ 2344799 h 6858000"/>
              <a:gd name="connsiteX872" fmla="*/ 6323232 w 7467600"/>
              <a:gd name="connsiteY872" fmla="*/ 2389634 h 6858000"/>
              <a:gd name="connsiteX873" fmla="*/ 5942958 w 7467600"/>
              <a:gd name="connsiteY873" fmla="*/ 2077708 h 6858000"/>
              <a:gd name="connsiteX874" fmla="*/ 5921559 w 7467600"/>
              <a:gd name="connsiteY874" fmla="*/ 2378596 h 6858000"/>
              <a:gd name="connsiteX875" fmla="*/ 5817651 w 7467600"/>
              <a:gd name="connsiteY875" fmla="*/ 3023919 h 6858000"/>
              <a:gd name="connsiteX876" fmla="*/ 5729634 w 7467600"/>
              <a:gd name="connsiteY876" fmla="*/ 3051849 h 6858000"/>
              <a:gd name="connsiteX877" fmla="*/ 5611018 w 7467600"/>
              <a:gd name="connsiteY877" fmla="*/ 2316769 h 6858000"/>
              <a:gd name="connsiteX878" fmla="*/ 5687608 w 7467600"/>
              <a:gd name="connsiteY878" fmla="*/ 2039972 h 6858000"/>
              <a:gd name="connsiteX879" fmla="*/ 5657554 w 7467600"/>
              <a:gd name="connsiteY879" fmla="*/ 1576445 h 6858000"/>
              <a:gd name="connsiteX880" fmla="*/ 5150475 w 7467600"/>
              <a:gd name="connsiteY880" fmla="*/ 1274012 h 6858000"/>
              <a:gd name="connsiteX881" fmla="*/ 5349142 w 7467600"/>
              <a:gd name="connsiteY881" fmla="*/ 2204405 h 6858000"/>
              <a:gd name="connsiteX882" fmla="*/ 5262214 w 7467600"/>
              <a:gd name="connsiteY882" fmla="*/ 2233836 h 6858000"/>
              <a:gd name="connsiteX883" fmla="*/ 4981539 w 7467600"/>
              <a:gd name="connsiteY883" fmla="*/ 1542201 h 6858000"/>
              <a:gd name="connsiteX884" fmla="*/ 4958461 w 7467600"/>
              <a:gd name="connsiteY884" fmla="*/ 1136957 h 6858000"/>
              <a:gd name="connsiteX885" fmla="*/ 4655015 w 7467600"/>
              <a:gd name="connsiteY885" fmla="*/ 891426 h 6858000"/>
              <a:gd name="connsiteX886" fmla="*/ 4348002 w 7467600"/>
              <a:gd name="connsiteY886" fmla="*/ 2205895 h 6858000"/>
              <a:gd name="connsiteX887" fmla="*/ 4262250 w 7467600"/>
              <a:gd name="connsiteY887" fmla="*/ 2219972 h 6858000"/>
              <a:gd name="connsiteX888" fmla="*/ 4550611 w 7467600"/>
              <a:gd name="connsiteY888" fmla="*/ 817540 h 6858000"/>
              <a:gd name="connsiteX889" fmla="*/ 4564418 w 7467600"/>
              <a:gd name="connsiteY889" fmla="*/ 808293 h 6858000"/>
              <a:gd name="connsiteX890" fmla="*/ 4266388 w 7467600"/>
              <a:gd name="connsiteY890" fmla="*/ 500083 h 6858000"/>
              <a:gd name="connsiteX891" fmla="*/ 4032842 w 7467600"/>
              <a:gd name="connsiteY891" fmla="*/ 211809 h 6858000"/>
              <a:gd name="connsiteX892" fmla="*/ 3882765 w 7467600"/>
              <a:gd name="connsiteY892" fmla="*/ 0 h 6858000"/>
              <a:gd name="connsiteX893" fmla="*/ 3721337 w 7467600"/>
              <a:gd name="connsiteY893" fmla="*/ 0 h 6858000"/>
              <a:gd name="connsiteX894" fmla="*/ 3797544 w 7467600"/>
              <a:gd name="connsiteY894" fmla="*/ 0 h 6858000"/>
              <a:gd name="connsiteX895" fmla="*/ 3775734 w 7467600"/>
              <a:gd name="connsiteY895" fmla="*/ 95131 h 6858000"/>
              <a:gd name="connsiteX896" fmla="*/ 3724807 w 7467600"/>
              <a:gd name="connsiteY896" fmla="*/ 272257 h 6858000"/>
              <a:gd name="connsiteX897" fmla="*/ 3726844 w 7467600"/>
              <a:gd name="connsiteY897" fmla="*/ 282988 h 6858000"/>
              <a:gd name="connsiteX898" fmla="*/ 3742664 w 7467600"/>
              <a:gd name="connsiteY898" fmla="*/ 279918 h 6858000"/>
              <a:gd name="connsiteX899" fmla="*/ 4103910 w 7467600"/>
              <a:gd name="connsiteY899" fmla="*/ 1161917 h 6858000"/>
              <a:gd name="connsiteX900" fmla="*/ 4020269 w 7467600"/>
              <a:gd name="connsiteY900" fmla="*/ 1200406 h 6858000"/>
              <a:gd name="connsiteX901" fmla="*/ 3674882 w 7467600"/>
              <a:gd name="connsiteY901" fmla="*/ 488524 h 6858000"/>
              <a:gd name="connsiteX902" fmla="*/ 3132682 w 7467600"/>
              <a:gd name="connsiteY902" fmla="*/ 1072284 h 6858000"/>
              <a:gd name="connsiteX903" fmla="*/ 2716346 w 7467600"/>
              <a:gd name="connsiteY903" fmla="*/ 1276376 h 6858000"/>
              <a:gd name="connsiteX904" fmla="*/ 2716772 w 7467600"/>
              <a:gd name="connsiteY904" fmla="*/ 1255462 h 6858000"/>
              <a:gd name="connsiteX905" fmla="*/ 3471096 w 7467600"/>
              <a:gd name="connsiteY905" fmla="*/ 437072 h 6858000"/>
              <a:gd name="connsiteX906" fmla="*/ 3639057 w 7467600"/>
              <a:gd name="connsiteY906" fmla="*/ 286334 h 6858000"/>
              <a:gd name="connsiteX907" fmla="*/ 3640309 w 7467600"/>
              <a:gd name="connsiteY907" fmla="*/ 284664 h 6858000"/>
              <a:gd name="connsiteX908" fmla="*/ 3646022 w 7467600"/>
              <a:gd name="connsiteY908" fmla="*/ 276711 h 6858000"/>
              <a:gd name="connsiteX909" fmla="*/ 3707943 w 7467600"/>
              <a:gd name="connsiteY909" fmla="*/ 65958 h 6858000"/>
              <a:gd name="connsiteX910" fmla="*/ 3721337 w 7467600"/>
              <a:gd name="connsiteY910" fmla="*/ 0 h 6858000"/>
              <a:gd name="connsiteX911" fmla="*/ 2867960 w 7467600"/>
              <a:gd name="connsiteY911" fmla="*/ 0 h 6858000"/>
              <a:gd name="connsiteX912" fmla="*/ 2926351 w 7467600"/>
              <a:gd name="connsiteY912" fmla="*/ 0 h 6858000"/>
              <a:gd name="connsiteX913" fmla="*/ 2902823 w 7467600"/>
              <a:gd name="connsiteY913" fmla="*/ 262929 h 6858000"/>
              <a:gd name="connsiteX914" fmla="*/ 2940663 w 7467600"/>
              <a:gd name="connsiteY914" fmla="*/ 140884 h 6858000"/>
              <a:gd name="connsiteX915" fmla="*/ 2947039 w 7467600"/>
              <a:gd name="connsiteY915" fmla="*/ 122524 h 6858000"/>
              <a:gd name="connsiteX916" fmla="*/ 2984316 w 7467600"/>
              <a:gd name="connsiteY916" fmla="*/ 0 h 6858000"/>
              <a:gd name="connsiteX917" fmla="*/ 3016114 w 7467600"/>
              <a:gd name="connsiteY917" fmla="*/ 0 h 6858000"/>
              <a:gd name="connsiteX918" fmla="*/ 2979949 w 7467600"/>
              <a:gd name="connsiteY918" fmla="*/ 119274 h 6858000"/>
              <a:gd name="connsiteX919" fmla="*/ 3023879 w 7467600"/>
              <a:gd name="connsiteY919" fmla="*/ 0 h 6858000"/>
              <a:gd name="connsiteX920" fmla="*/ 3105400 w 7467600"/>
              <a:gd name="connsiteY920" fmla="*/ 0 h 6858000"/>
              <a:gd name="connsiteX921" fmla="*/ 3094669 w 7467600"/>
              <a:gd name="connsiteY921" fmla="*/ 30308 h 6858000"/>
              <a:gd name="connsiteX922" fmla="*/ 2901945 w 7467600"/>
              <a:gd name="connsiteY922" fmla="*/ 466538 h 6858000"/>
              <a:gd name="connsiteX923" fmla="*/ 2815209 w 7467600"/>
              <a:gd name="connsiteY923" fmla="*/ 497361 h 6858000"/>
              <a:gd name="connsiteX924" fmla="*/ 2844845 w 7467600"/>
              <a:gd name="connsiteY924" fmla="*/ 127638 h 6858000"/>
              <a:gd name="connsiteX925" fmla="*/ 2867960 w 7467600"/>
              <a:gd name="connsiteY925" fmla="*/ 0 h 6858000"/>
              <a:gd name="connsiteX926" fmla="*/ 1057230 w 7467600"/>
              <a:gd name="connsiteY926" fmla="*/ 0 h 6858000"/>
              <a:gd name="connsiteX927" fmla="*/ 1111003 w 7467600"/>
              <a:gd name="connsiteY927" fmla="*/ 0 h 6858000"/>
              <a:gd name="connsiteX928" fmla="*/ 1125553 w 7467600"/>
              <a:gd name="connsiteY928" fmla="*/ 52588 h 6858000"/>
              <a:gd name="connsiteX929" fmla="*/ 1304276 w 7467600"/>
              <a:gd name="connsiteY929" fmla="*/ 476275 h 6858000"/>
              <a:gd name="connsiteX930" fmla="*/ 1492066 w 7467600"/>
              <a:gd name="connsiteY930" fmla="*/ 886333 h 6858000"/>
              <a:gd name="connsiteX931" fmla="*/ 1423698 w 7467600"/>
              <a:gd name="connsiteY931" fmla="*/ 710817 h 6858000"/>
              <a:gd name="connsiteX932" fmla="*/ 1357609 w 7467600"/>
              <a:gd name="connsiteY932" fmla="*/ 532892 h 6858000"/>
              <a:gd name="connsiteX933" fmla="*/ 1309550 w 7467600"/>
              <a:gd name="connsiteY933" fmla="*/ 374031 h 6858000"/>
              <a:gd name="connsiteX934" fmla="*/ 1193673 w 7467600"/>
              <a:gd name="connsiteY934" fmla="*/ 49533 h 6858000"/>
              <a:gd name="connsiteX935" fmla="*/ 1164391 w 7467600"/>
              <a:gd name="connsiteY935" fmla="*/ 0 h 6858000"/>
              <a:gd name="connsiteX936" fmla="*/ 1200666 w 7467600"/>
              <a:gd name="connsiteY936" fmla="*/ 0 h 6858000"/>
              <a:gd name="connsiteX937" fmla="*/ 1223408 w 7467600"/>
              <a:gd name="connsiteY937" fmla="*/ 38996 h 6858000"/>
              <a:gd name="connsiteX938" fmla="*/ 1339635 w 7467600"/>
              <a:gd name="connsiteY938" fmla="*/ 365517 h 6858000"/>
              <a:gd name="connsiteX939" fmla="*/ 1387469 w 7467600"/>
              <a:gd name="connsiteY939" fmla="*/ 523079 h 6858000"/>
              <a:gd name="connsiteX940" fmla="*/ 1452685 w 7467600"/>
              <a:gd name="connsiteY940" fmla="*/ 699806 h 6858000"/>
              <a:gd name="connsiteX941" fmla="*/ 1492092 w 7467600"/>
              <a:gd name="connsiteY941" fmla="*/ 800424 h 6858000"/>
              <a:gd name="connsiteX942" fmla="*/ 1455302 w 7467600"/>
              <a:gd name="connsiteY942" fmla="*/ 632913 h 6858000"/>
              <a:gd name="connsiteX943" fmla="*/ 1222336 w 7467600"/>
              <a:gd name="connsiteY943" fmla="*/ 9480 h 6858000"/>
              <a:gd name="connsiteX944" fmla="*/ 1214634 w 7467600"/>
              <a:gd name="connsiteY944" fmla="*/ 0 h 6858000"/>
              <a:gd name="connsiteX945" fmla="*/ 1289827 w 7467600"/>
              <a:gd name="connsiteY945" fmla="*/ 0 h 6858000"/>
              <a:gd name="connsiteX946" fmla="*/ 1321076 w 7467600"/>
              <a:gd name="connsiteY946" fmla="*/ 59722 h 6858000"/>
              <a:gd name="connsiteX947" fmla="*/ 1512579 w 7467600"/>
              <a:gd name="connsiteY947" fmla="*/ 626441 h 6858000"/>
              <a:gd name="connsiteX948" fmla="*/ 1506076 w 7467600"/>
              <a:gd name="connsiteY948" fmla="*/ 1089289 h 6858000"/>
              <a:gd name="connsiteX949" fmla="*/ 1486346 w 7467600"/>
              <a:gd name="connsiteY949" fmla="*/ 1079919 h 6858000"/>
              <a:gd name="connsiteX950" fmla="*/ 1070511 w 7467600"/>
              <a:gd name="connsiteY950" fmla="*/ 48609 h 6858000"/>
              <a:gd name="connsiteX951" fmla="*/ 1057230 w 7467600"/>
              <a:gd name="connsiteY951" fmla="*/ 0 h 6858000"/>
              <a:gd name="connsiteX952" fmla="*/ 43151 w 7467600"/>
              <a:gd name="connsiteY952" fmla="*/ 0 h 6858000"/>
              <a:gd name="connsiteX953" fmla="*/ 95283 w 7467600"/>
              <a:gd name="connsiteY953" fmla="*/ 0 h 6858000"/>
              <a:gd name="connsiteX954" fmla="*/ 300708 w 7467600"/>
              <a:gd name="connsiteY954" fmla="*/ 154571 h 6858000"/>
              <a:gd name="connsiteX955" fmla="*/ 530414 w 7467600"/>
              <a:gd name="connsiteY955" fmla="*/ 354673 h 6858000"/>
              <a:gd name="connsiteX956" fmla="*/ 333785 w 7467600"/>
              <a:gd name="connsiteY956" fmla="*/ 161564 h 6858000"/>
              <a:gd name="connsiteX957" fmla="*/ 147005 w 7467600"/>
              <a:gd name="connsiteY957" fmla="*/ 0 h 6858000"/>
              <a:gd name="connsiteX958" fmla="*/ 272509 w 7467600"/>
              <a:gd name="connsiteY958" fmla="*/ 0 h 6858000"/>
              <a:gd name="connsiteX959" fmla="*/ 326276 w 7467600"/>
              <a:gd name="connsiteY959" fmla="*/ 45847 h 6858000"/>
              <a:gd name="connsiteX960" fmla="*/ 823759 w 7467600"/>
              <a:gd name="connsiteY960" fmla="*/ 574145 h 6858000"/>
              <a:gd name="connsiteX961" fmla="*/ 811254 w 7467600"/>
              <a:gd name="connsiteY961" fmla="*/ 665546 h 6858000"/>
              <a:gd name="connsiteX962" fmla="*/ 154042 w 7467600"/>
              <a:gd name="connsiteY962" fmla="*/ 261522 h 6858000"/>
              <a:gd name="connsiteX963" fmla="*/ 13550 w 7467600"/>
              <a:gd name="connsiteY963" fmla="*/ 158423 h 6858000"/>
              <a:gd name="connsiteX964" fmla="*/ 0 w 7467600"/>
              <a:gd name="connsiteY964" fmla="*/ 146618 h 6858000"/>
              <a:gd name="connsiteX965" fmla="*/ 0 w 7467600"/>
              <a:gd name="connsiteY965" fmla="*/ 59161 h 6858000"/>
              <a:gd name="connsiteX966" fmla="*/ 45427 w 7467600"/>
              <a:gd name="connsiteY966" fmla="*/ 101078 h 6858000"/>
              <a:gd name="connsiteX967" fmla="*/ 630103 w 7467600"/>
              <a:gd name="connsiteY967" fmla="*/ 485885 h 6858000"/>
              <a:gd name="connsiteX968" fmla="*/ 532040 w 7467600"/>
              <a:gd name="connsiteY968" fmla="*/ 399359 h 6858000"/>
              <a:gd name="connsiteX969" fmla="*/ 517618 w 7467600"/>
              <a:gd name="connsiteY969" fmla="*/ 385726 h 6858000"/>
              <a:gd name="connsiteX970" fmla="*/ 285074 w 7467600"/>
              <a:gd name="connsiteY970" fmla="*/ 182755 h 6858000"/>
              <a:gd name="connsiteX971" fmla="*/ 43151 w 7467600"/>
              <a:gd name="connsiteY97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7042773 w 7467600"/>
              <a:gd name="connsiteY91" fmla="*/ 5734011 h 6858000"/>
              <a:gd name="connsiteX92" fmla="*/ 1456157 w 7467600"/>
              <a:gd name="connsiteY92" fmla="*/ 5371404 h 6858000"/>
              <a:gd name="connsiteX93" fmla="*/ 1244432 w 7467600"/>
              <a:gd name="connsiteY93" fmla="*/ 5385601 h 6858000"/>
              <a:gd name="connsiteX94" fmla="*/ 973990 w 7467600"/>
              <a:gd name="connsiteY94" fmla="*/ 5424940 h 6858000"/>
              <a:gd name="connsiteX95" fmla="*/ 1103809 w 7467600"/>
              <a:gd name="connsiteY95" fmla="*/ 5433720 h 6858000"/>
              <a:gd name="connsiteX96" fmla="*/ 1123454 w 7467600"/>
              <a:gd name="connsiteY96" fmla="*/ 5435727 h 6858000"/>
              <a:gd name="connsiteX97" fmla="*/ 1737017 w 7467600"/>
              <a:gd name="connsiteY97" fmla="*/ 5452183 h 6858000"/>
              <a:gd name="connsiteX98" fmla="*/ 1824397 w 7467600"/>
              <a:gd name="connsiteY98" fmla="*/ 5447757 h 6858000"/>
              <a:gd name="connsiteX99" fmla="*/ 2070059 w 7467600"/>
              <a:gd name="connsiteY99" fmla="*/ 5441660 h 6858000"/>
              <a:gd name="connsiteX100" fmla="*/ 1456157 w 7467600"/>
              <a:gd name="connsiteY100" fmla="*/ 5371404 h 6858000"/>
              <a:gd name="connsiteX101" fmla="*/ 4988186 w 7467600"/>
              <a:gd name="connsiteY101" fmla="*/ 5216467 h 6858000"/>
              <a:gd name="connsiteX102" fmla="*/ 4777334 w 7467600"/>
              <a:gd name="connsiteY102" fmla="*/ 5406072 h 6858000"/>
              <a:gd name="connsiteX103" fmla="*/ 4718341 w 7467600"/>
              <a:gd name="connsiteY103" fmla="*/ 5468043 h 6858000"/>
              <a:gd name="connsiteX104" fmla="*/ 4604655 w 7467600"/>
              <a:gd name="connsiteY104" fmla="*/ 5583434 h 6858000"/>
              <a:gd name="connsiteX105" fmla="*/ 4565074 w 7467600"/>
              <a:gd name="connsiteY105" fmla="*/ 5618550 h 6858000"/>
              <a:gd name="connsiteX106" fmla="*/ 4988186 w 7467600"/>
              <a:gd name="connsiteY106" fmla="*/ 5216467 h 6858000"/>
              <a:gd name="connsiteX107" fmla="*/ 4978032 w 7467600"/>
              <a:gd name="connsiteY107" fmla="*/ 5183809 h 6858000"/>
              <a:gd name="connsiteX108" fmla="*/ 4463413 w 7467600"/>
              <a:gd name="connsiteY108" fmla="*/ 5615162 h 6858000"/>
              <a:gd name="connsiteX109" fmla="*/ 4358134 w 7467600"/>
              <a:gd name="connsiteY109" fmla="*/ 5742791 h 6858000"/>
              <a:gd name="connsiteX110" fmla="*/ 4376219 w 7467600"/>
              <a:gd name="connsiteY110" fmla="*/ 5729027 h 6858000"/>
              <a:gd name="connsiteX111" fmla="*/ 4582340 w 7467600"/>
              <a:gd name="connsiteY111" fmla="*/ 5561037 h 6858000"/>
              <a:gd name="connsiteX112" fmla="*/ 4694684 w 7467600"/>
              <a:gd name="connsiteY112" fmla="*/ 5447098 h 6858000"/>
              <a:gd name="connsiteX113" fmla="*/ 4754123 w 7467600"/>
              <a:gd name="connsiteY113" fmla="*/ 5384643 h 6858000"/>
              <a:gd name="connsiteX114" fmla="*/ 4978032 w 7467600"/>
              <a:gd name="connsiteY114" fmla="*/ 5183809 h 6858000"/>
              <a:gd name="connsiteX115" fmla="*/ 1903353 w 7467600"/>
              <a:gd name="connsiteY115" fmla="*/ 5044827 h 6858000"/>
              <a:gd name="connsiteX116" fmla="*/ 1936931 w 7467600"/>
              <a:gd name="connsiteY116" fmla="*/ 5093954 h 6858000"/>
              <a:gd name="connsiteX117" fmla="*/ 2195868 w 7467600"/>
              <a:gd name="connsiteY117" fmla="*/ 5396574 h 6858000"/>
              <a:gd name="connsiteX118" fmla="*/ 2088852 w 7467600"/>
              <a:gd name="connsiteY118" fmla="*/ 5166123 h 6858000"/>
              <a:gd name="connsiteX119" fmla="*/ 1958241 w 7467600"/>
              <a:gd name="connsiteY119" fmla="*/ 5067955 h 6858000"/>
              <a:gd name="connsiteX120" fmla="*/ 1903353 w 7467600"/>
              <a:gd name="connsiteY120" fmla="*/ 5044827 h 6858000"/>
              <a:gd name="connsiteX121" fmla="*/ 1979378 w 7467600"/>
              <a:gd name="connsiteY121" fmla="*/ 4769504 h 6858000"/>
              <a:gd name="connsiteX122" fmla="*/ 2882120 w 7467600"/>
              <a:gd name="connsiteY122" fmla="*/ 5064547 h 6858000"/>
              <a:gd name="connsiteX123" fmla="*/ 2793103 w 7467600"/>
              <a:gd name="connsiteY123" fmla="*/ 5039699 h 6858000"/>
              <a:gd name="connsiteX124" fmla="*/ 2770041 w 7467600"/>
              <a:gd name="connsiteY124" fmla="*/ 5033634 h 6858000"/>
              <a:gd name="connsiteX125" fmla="*/ 1979378 w 7467600"/>
              <a:gd name="connsiteY125" fmla="*/ 4769504 h 6858000"/>
              <a:gd name="connsiteX126" fmla="*/ 1927410 w 7467600"/>
              <a:gd name="connsiteY126" fmla="*/ 4716164 h 6858000"/>
              <a:gd name="connsiteX127" fmla="*/ 1959587 w 7467600"/>
              <a:gd name="connsiteY127" fmla="*/ 4728849 h 6858000"/>
              <a:gd name="connsiteX128" fmla="*/ 2777707 w 7467600"/>
              <a:gd name="connsiteY128" fmla="*/ 5003991 h 6858000"/>
              <a:gd name="connsiteX129" fmla="*/ 2800768 w 7467600"/>
              <a:gd name="connsiteY129" fmla="*/ 5010056 h 6858000"/>
              <a:gd name="connsiteX130" fmla="*/ 2879408 w 7467600"/>
              <a:gd name="connsiteY130" fmla="*/ 5031590 h 6858000"/>
              <a:gd name="connsiteX131" fmla="*/ 2862295 w 7467600"/>
              <a:gd name="connsiteY131" fmla="*/ 5022958 h 6858000"/>
              <a:gd name="connsiteX132" fmla="*/ 2813343 w 7467600"/>
              <a:gd name="connsiteY132" fmla="*/ 4998369 h 6858000"/>
              <a:gd name="connsiteX133" fmla="*/ 2646245 w 7467600"/>
              <a:gd name="connsiteY133" fmla="*/ 4930999 h 6858000"/>
              <a:gd name="connsiteX134" fmla="*/ 1999243 w 7467600"/>
              <a:gd name="connsiteY134" fmla="*/ 4730524 h 6858000"/>
              <a:gd name="connsiteX135" fmla="*/ 1979527 w 7467600"/>
              <a:gd name="connsiteY135" fmla="*/ 4726651 h 6858000"/>
              <a:gd name="connsiteX136" fmla="*/ 1927410 w 7467600"/>
              <a:gd name="connsiteY136" fmla="*/ 4716164 h 6858000"/>
              <a:gd name="connsiteX137" fmla="*/ 1997014 w 7467600"/>
              <a:gd name="connsiteY137" fmla="*/ 4698007 h 6858000"/>
              <a:gd name="connsiteX138" fmla="*/ 2005458 w 7467600"/>
              <a:gd name="connsiteY138" fmla="*/ 4699540 h 6858000"/>
              <a:gd name="connsiteX139" fmla="*/ 2657186 w 7467600"/>
              <a:gd name="connsiteY139" fmla="*/ 4901687 h 6858000"/>
              <a:gd name="connsiteX140" fmla="*/ 2826662 w 7467600"/>
              <a:gd name="connsiteY140" fmla="*/ 4970362 h 6858000"/>
              <a:gd name="connsiteX141" fmla="*/ 2876100 w 7467600"/>
              <a:gd name="connsiteY141" fmla="*/ 4995397 h 6858000"/>
              <a:gd name="connsiteX142" fmla="*/ 3042600 w 7467600"/>
              <a:gd name="connsiteY142" fmla="*/ 5059532 h 6858000"/>
              <a:gd name="connsiteX143" fmla="*/ 1997014 w 7467600"/>
              <a:gd name="connsiteY143" fmla="*/ 4698007 h 6858000"/>
              <a:gd name="connsiteX144" fmla="*/ 2305292 w 7467600"/>
              <a:gd name="connsiteY144" fmla="*/ 4219492 h 6858000"/>
              <a:gd name="connsiteX145" fmla="*/ 3360922 w 7467600"/>
              <a:gd name="connsiteY145" fmla="*/ 4529373 h 6858000"/>
              <a:gd name="connsiteX146" fmla="*/ 3492420 w 7467600"/>
              <a:gd name="connsiteY146" fmla="*/ 4510145 h 6858000"/>
              <a:gd name="connsiteX147" fmla="*/ 3364086 w 7467600"/>
              <a:gd name="connsiteY147" fmla="*/ 4480340 h 6858000"/>
              <a:gd name="connsiteX148" fmla="*/ 3225818 w 7467600"/>
              <a:gd name="connsiteY148" fmla="*/ 4411822 h 6858000"/>
              <a:gd name="connsiteX149" fmla="*/ 3129696 w 7467600"/>
              <a:gd name="connsiteY149" fmla="*/ 4360704 h 6858000"/>
              <a:gd name="connsiteX150" fmla="*/ 2814545 w 7467600"/>
              <a:gd name="connsiteY150" fmla="*/ 4282955 h 6858000"/>
              <a:gd name="connsiteX151" fmla="*/ 2305292 w 7467600"/>
              <a:gd name="connsiteY151" fmla="*/ 4219492 h 6858000"/>
              <a:gd name="connsiteX152" fmla="*/ 2626982 w 7467600"/>
              <a:gd name="connsiteY152" fmla="*/ 4206450 h 6858000"/>
              <a:gd name="connsiteX153" fmla="*/ 2490617 w 7467600"/>
              <a:gd name="connsiteY153" fmla="*/ 4206951 h 6858000"/>
              <a:gd name="connsiteX154" fmla="*/ 2819869 w 7467600"/>
              <a:gd name="connsiteY154" fmla="*/ 4252936 h 6858000"/>
              <a:gd name="connsiteX155" fmla="*/ 3143018 w 7467600"/>
              <a:gd name="connsiteY155" fmla="*/ 4332698 h 6858000"/>
              <a:gd name="connsiteX156" fmla="*/ 3241520 w 7467600"/>
              <a:gd name="connsiteY156" fmla="*/ 4385112 h 6858000"/>
              <a:gd name="connsiteX157" fmla="*/ 3374575 w 7467600"/>
              <a:gd name="connsiteY157" fmla="*/ 4451517 h 6858000"/>
              <a:gd name="connsiteX158" fmla="*/ 3505221 w 7467600"/>
              <a:gd name="connsiteY158" fmla="*/ 4480757 h 6858000"/>
              <a:gd name="connsiteX159" fmla="*/ 2626982 w 7467600"/>
              <a:gd name="connsiteY159" fmla="*/ 4206450 h 6858000"/>
              <a:gd name="connsiteX160" fmla="*/ 1310106 w 7467600"/>
              <a:gd name="connsiteY160" fmla="*/ 3943217 h 6858000"/>
              <a:gd name="connsiteX161" fmla="*/ 854994 w 7467600"/>
              <a:gd name="connsiteY161" fmla="*/ 4399136 h 6858000"/>
              <a:gd name="connsiteX162" fmla="*/ 742462 w 7467600"/>
              <a:gd name="connsiteY162" fmla="*/ 4594648 h 6858000"/>
              <a:gd name="connsiteX163" fmla="*/ 820602 w 7467600"/>
              <a:gd name="connsiteY163" fmla="*/ 4485915 h 6858000"/>
              <a:gd name="connsiteX164" fmla="*/ 878295 w 7467600"/>
              <a:gd name="connsiteY164" fmla="*/ 4403594 h 6858000"/>
              <a:gd name="connsiteX165" fmla="*/ 1240607 w 7467600"/>
              <a:gd name="connsiteY165" fmla="*/ 4010401 h 6858000"/>
              <a:gd name="connsiteX166" fmla="*/ 1310106 w 7467600"/>
              <a:gd name="connsiteY166" fmla="*/ 3943217 h 6858000"/>
              <a:gd name="connsiteX167" fmla="*/ 1423113 w 7467600"/>
              <a:gd name="connsiteY167" fmla="*/ 3874565 h 6858000"/>
              <a:gd name="connsiteX168" fmla="*/ 1260565 w 7467600"/>
              <a:gd name="connsiteY168" fmla="*/ 4031982 h 6858000"/>
              <a:gd name="connsiteX169" fmla="*/ 901900 w 7467600"/>
              <a:gd name="connsiteY169" fmla="*/ 4421236 h 6858000"/>
              <a:gd name="connsiteX170" fmla="*/ 845044 w 7467600"/>
              <a:gd name="connsiteY170" fmla="*/ 4502436 h 6858000"/>
              <a:gd name="connsiteX171" fmla="*/ 685926 w 7467600"/>
              <a:gd name="connsiteY171" fmla="*/ 4703069 h 6858000"/>
              <a:gd name="connsiteX172" fmla="*/ 684248 w 7467600"/>
              <a:gd name="connsiteY172" fmla="*/ 4706721 h 6858000"/>
              <a:gd name="connsiteX173" fmla="*/ 1423113 w 7467600"/>
              <a:gd name="connsiteY173" fmla="*/ 3874565 h 6858000"/>
              <a:gd name="connsiteX174" fmla="*/ 3316479 w 7467600"/>
              <a:gd name="connsiteY174" fmla="*/ 3872136 h 6858000"/>
              <a:gd name="connsiteX175" fmla="*/ 3546806 w 7467600"/>
              <a:gd name="connsiteY175" fmla="*/ 4356139 h 6858000"/>
              <a:gd name="connsiteX176" fmla="*/ 3364433 w 7467600"/>
              <a:gd name="connsiteY176" fmla="*/ 3953121 h 6858000"/>
              <a:gd name="connsiteX177" fmla="*/ 3316479 w 7467600"/>
              <a:gd name="connsiteY177" fmla="*/ 3872136 h 6858000"/>
              <a:gd name="connsiteX178" fmla="*/ 3291335 w 7467600"/>
              <a:gd name="connsiteY178" fmla="*/ 3767420 h 6858000"/>
              <a:gd name="connsiteX179" fmla="*/ 3390805 w 7467600"/>
              <a:gd name="connsiteY179" fmla="*/ 3937163 h 6858000"/>
              <a:gd name="connsiteX180" fmla="*/ 3579062 w 7467600"/>
              <a:gd name="connsiteY180" fmla="*/ 4359040 h 6858000"/>
              <a:gd name="connsiteX181" fmla="*/ 3467355 w 7467600"/>
              <a:gd name="connsiteY181" fmla="*/ 3988130 h 6858000"/>
              <a:gd name="connsiteX182" fmla="*/ 3310753 w 7467600"/>
              <a:gd name="connsiteY182" fmla="*/ 3787140 h 6858000"/>
              <a:gd name="connsiteX183" fmla="*/ 3291335 w 7467600"/>
              <a:gd name="connsiteY183" fmla="*/ 3767420 h 6858000"/>
              <a:gd name="connsiteX184" fmla="*/ 1635889 w 7467600"/>
              <a:gd name="connsiteY184" fmla="*/ 3709494 h 6858000"/>
              <a:gd name="connsiteX185" fmla="*/ 1634800 w 7467600"/>
              <a:gd name="connsiteY185" fmla="*/ 3731111 h 6858000"/>
              <a:gd name="connsiteX186" fmla="*/ 1635889 w 7467600"/>
              <a:gd name="connsiteY186" fmla="*/ 3709494 h 6858000"/>
              <a:gd name="connsiteX187" fmla="*/ 1510397 w 7467600"/>
              <a:gd name="connsiteY187" fmla="*/ 3684705 h 6858000"/>
              <a:gd name="connsiteX188" fmla="*/ 1146550 w 7467600"/>
              <a:gd name="connsiteY188" fmla="*/ 3802012 h 6858000"/>
              <a:gd name="connsiteX189" fmla="*/ 698834 w 7467600"/>
              <a:gd name="connsiteY189" fmla="*/ 3952272 h 6858000"/>
              <a:gd name="connsiteX190" fmla="*/ 34256 w 7467600"/>
              <a:gd name="connsiteY190" fmla="*/ 4347603 h 6858000"/>
              <a:gd name="connsiteX191" fmla="*/ 527241 w 7467600"/>
              <a:gd name="connsiteY191" fmla="*/ 4065078 h 6858000"/>
              <a:gd name="connsiteX192" fmla="*/ 1510397 w 7467600"/>
              <a:gd name="connsiteY192" fmla="*/ 3684705 h 6858000"/>
              <a:gd name="connsiteX193" fmla="*/ 1313114 w 7467600"/>
              <a:gd name="connsiteY193" fmla="*/ 3655216 h 6858000"/>
              <a:gd name="connsiteX194" fmla="*/ 1109304 w 7467600"/>
              <a:gd name="connsiteY194" fmla="*/ 3669030 h 6858000"/>
              <a:gd name="connsiteX195" fmla="*/ 8129 w 7467600"/>
              <a:gd name="connsiteY195" fmla="*/ 4330519 h 6858000"/>
              <a:gd name="connsiteX196" fmla="*/ 687572 w 7467600"/>
              <a:gd name="connsiteY196" fmla="*/ 3925629 h 6858000"/>
              <a:gd name="connsiteX197" fmla="*/ 1138365 w 7467600"/>
              <a:gd name="connsiteY197" fmla="*/ 3774515 h 6858000"/>
              <a:gd name="connsiteX198" fmla="*/ 1505579 w 7467600"/>
              <a:gd name="connsiteY198" fmla="*/ 3655526 h 6858000"/>
              <a:gd name="connsiteX199" fmla="*/ 1313114 w 7467600"/>
              <a:gd name="connsiteY199" fmla="*/ 3655216 h 6858000"/>
              <a:gd name="connsiteX200" fmla="*/ 3655073 w 7467600"/>
              <a:gd name="connsiteY200" fmla="*/ 3650884 h 6858000"/>
              <a:gd name="connsiteX201" fmla="*/ 3989938 w 7467600"/>
              <a:gd name="connsiteY201" fmla="*/ 3991685 h 6858000"/>
              <a:gd name="connsiteX202" fmla="*/ 4393907 w 7467600"/>
              <a:gd name="connsiteY202" fmla="*/ 4261258 h 6858000"/>
              <a:gd name="connsiteX203" fmla="*/ 4648051 w 7467600"/>
              <a:gd name="connsiteY203" fmla="*/ 4374051 h 6858000"/>
              <a:gd name="connsiteX204" fmla="*/ 4383389 w 7467600"/>
              <a:gd name="connsiteY204" fmla="*/ 4184369 h 6858000"/>
              <a:gd name="connsiteX205" fmla="*/ 4165508 w 7467600"/>
              <a:gd name="connsiteY205" fmla="*/ 4035196 h 6858000"/>
              <a:gd name="connsiteX206" fmla="*/ 4068162 w 7467600"/>
              <a:gd name="connsiteY206" fmla="*/ 3953394 h 6858000"/>
              <a:gd name="connsiteX207" fmla="*/ 3981416 w 7467600"/>
              <a:gd name="connsiteY207" fmla="*/ 3880482 h 6858000"/>
              <a:gd name="connsiteX208" fmla="*/ 3800147 w 7467600"/>
              <a:gd name="connsiteY208" fmla="*/ 3749872 h 6858000"/>
              <a:gd name="connsiteX209" fmla="*/ 3655073 w 7467600"/>
              <a:gd name="connsiteY209" fmla="*/ 3650884 h 6858000"/>
              <a:gd name="connsiteX210" fmla="*/ 3670252 w 7467600"/>
              <a:gd name="connsiteY210" fmla="*/ 3622798 h 6858000"/>
              <a:gd name="connsiteX211" fmla="*/ 3817258 w 7467600"/>
              <a:gd name="connsiteY211" fmla="*/ 3723577 h 6858000"/>
              <a:gd name="connsiteX212" fmla="*/ 4000461 w 7467600"/>
              <a:gd name="connsiteY212" fmla="*/ 3855966 h 6858000"/>
              <a:gd name="connsiteX213" fmla="*/ 4088180 w 7467600"/>
              <a:gd name="connsiteY213" fmla="*/ 3929774 h 6858000"/>
              <a:gd name="connsiteX214" fmla="*/ 4184555 w 7467600"/>
              <a:gd name="connsiteY214" fmla="*/ 4010683 h 6858000"/>
              <a:gd name="connsiteX215" fmla="*/ 4399563 w 7467600"/>
              <a:gd name="connsiteY215" fmla="*/ 4158106 h 6858000"/>
              <a:gd name="connsiteX216" fmla="*/ 4684469 w 7467600"/>
              <a:gd name="connsiteY216" fmla="*/ 4364680 h 6858000"/>
              <a:gd name="connsiteX217" fmla="*/ 4690271 w 7467600"/>
              <a:gd name="connsiteY217" fmla="*/ 4370034 h 6858000"/>
              <a:gd name="connsiteX218" fmla="*/ 4136093 w 7467600"/>
              <a:gd name="connsiteY218" fmla="*/ 3858466 h 6858000"/>
              <a:gd name="connsiteX219" fmla="*/ 3670252 w 7467600"/>
              <a:gd name="connsiteY219" fmla="*/ 3622798 h 6858000"/>
              <a:gd name="connsiteX220" fmla="*/ 4440129 w 7467600"/>
              <a:gd name="connsiteY220" fmla="*/ 3448571 h 6858000"/>
              <a:gd name="connsiteX221" fmla="*/ 4856525 w 7467600"/>
              <a:gd name="connsiteY221" fmla="*/ 3915351 h 6858000"/>
              <a:gd name="connsiteX222" fmla="*/ 5059055 w 7467600"/>
              <a:gd name="connsiteY222" fmla="*/ 4108918 h 6858000"/>
              <a:gd name="connsiteX223" fmla="*/ 5290070 w 7467600"/>
              <a:gd name="connsiteY223" fmla="*/ 4263619 h 6858000"/>
              <a:gd name="connsiteX224" fmla="*/ 4834991 w 7467600"/>
              <a:gd name="connsiteY224" fmla="*/ 3830985 h 6858000"/>
              <a:gd name="connsiteX225" fmla="*/ 4440129 w 7467600"/>
              <a:gd name="connsiteY225" fmla="*/ 3448571 h 6858000"/>
              <a:gd name="connsiteX226" fmla="*/ 4441737 w 7467600"/>
              <a:gd name="connsiteY226" fmla="*/ 3399734 h 6858000"/>
              <a:gd name="connsiteX227" fmla="*/ 4431236 w 7467600"/>
              <a:gd name="connsiteY227" fmla="*/ 3400954 h 6858000"/>
              <a:gd name="connsiteX228" fmla="*/ 4557150 w 7467600"/>
              <a:gd name="connsiteY228" fmla="*/ 3510023 h 6858000"/>
              <a:gd name="connsiteX229" fmla="*/ 4856936 w 7467600"/>
              <a:gd name="connsiteY229" fmla="*/ 3809146 h 6858000"/>
              <a:gd name="connsiteX230" fmla="*/ 5111996 w 7467600"/>
              <a:gd name="connsiteY230" fmla="*/ 4065759 h 6858000"/>
              <a:gd name="connsiteX231" fmla="*/ 5388878 w 7467600"/>
              <a:gd name="connsiteY231" fmla="*/ 4300185 h 6858000"/>
              <a:gd name="connsiteX232" fmla="*/ 5425556 w 7467600"/>
              <a:gd name="connsiteY232" fmla="*/ 4308967 h 6858000"/>
              <a:gd name="connsiteX233" fmla="*/ 4943646 w 7467600"/>
              <a:gd name="connsiteY233" fmla="*/ 3822916 h 6858000"/>
              <a:gd name="connsiteX234" fmla="*/ 4594837 w 7467600"/>
              <a:gd name="connsiteY234" fmla="*/ 3532274 h 6858000"/>
              <a:gd name="connsiteX235" fmla="*/ 4441737 w 7467600"/>
              <a:gd name="connsiteY235" fmla="*/ 3399734 h 6858000"/>
              <a:gd name="connsiteX236" fmla="*/ 5425834 w 7467600"/>
              <a:gd name="connsiteY236" fmla="*/ 3162785 h 6858000"/>
              <a:gd name="connsiteX237" fmla="*/ 5401644 w 7467600"/>
              <a:gd name="connsiteY237" fmla="*/ 3617847 h 6858000"/>
              <a:gd name="connsiteX238" fmla="*/ 5467256 w 7467600"/>
              <a:gd name="connsiteY238" fmla="*/ 4175494 h 6858000"/>
              <a:gd name="connsiteX239" fmla="*/ 5448069 w 7467600"/>
              <a:gd name="connsiteY239" fmla="*/ 3567554 h 6858000"/>
              <a:gd name="connsiteX240" fmla="*/ 5425834 w 7467600"/>
              <a:gd name="connsiteY240" fmla="*/ 3162785 h 6858000"/>
              <a:gd name="connsiteX241" fmla="*/ 1318687 w 7467600"/>
              <a:gd name="connsiteY241" fmla="*/ 3113840 h 6858000"/>
              <a:gd name="connsiteX242" fmla="*/ 1066793 w 7467600"/>
              <a:gd name="connsiteY242" fmla="*/ 3212171 h 6858000"/>
              <a:gd name="connsiteX243" fmla="*/ 993319 w 7467600"/>
              <a:gd name="connsiteY243" fmla="*/ 3247648 h 6858000"/>
              <a:gd name="connsiteX244" fmla="*/ 853081 w 7467600"/>
              <a:gd name="connsiteY244" fmla="*/ 3312410 h 6858000"/>
              <a:gd name="connsiteX245" fmla="*/ 805957 w 7467600"/>
              <a:gd name="connsiteY245" fmla="*/ 3330443 h 6858000"/>
              <a:gd name="connsiteX246" fmla="*/ 1318687 w 7467600"/>
              <a:gd name="connsiteY246" fmla="*/ 3113840 h 6858000"/>
              <a:gd name="connsiteX247" fmla="*/ 5453702 w 7467600"/>
              <a:gd name="connsiteY247" fmla="*/ 3090882 h 6858000"/>
              <a:gd name="connsiteX248" fmla="*/ 5480135 w 7467600"/>
              <a:gd name="connsiteY248" fmla="*/ 3565802 h 6858000"/>
              <a:gd name="connsiteX249" fmla="*/ 5499023 w 7467600"/>
              <a:gd name="connsiteY249" fmla="*/ 4166310 h 6858000"/>
              <a:gd name="connsiteX250" fmla="*/ 5547022 w 7467600"/>
              <a:gd name="connsiteY250" fmla="*/ 3607838 h 6858000"/>
              <a:gd name="connsiteX251" fmla="*/ 5515964 w 7467600"/>
              <a:gd name="connsiteY251" fmla="*/ 3378541 h 6858000"/>
              <a:gd name="connsiteX252" fmla="*/ 5453702 w 7467600"/>
              <a:gd name="connsiteY252" fmla="*/ 3090882 h 6858000"/>
              <a:gd name="connsiteX253" fmla="*/ 1238695 w 7467600"/>
              <a:gd name="connsiteY253" fmla="*/ 3076820 h 6858000"/>
              <a:gd name="connsiteX254" fmla="*/ 716371 w 7467600"/>
              <a:gd name="connsiteY254" fmla="*/ 3293249 h 6858000"/>
              <a:gd name="connsiteX255" fmla="*/ 579522 w 7467600"/>
              <a:gd name="connsiteY255" fmla="*/ 3371759 h 6858000"/>
              <a:gd name="connsiteX256" fmla="*/ 600288 w 7467600"/>
              <a:gd name="connsiteY256" fmla="*/ 3365555 h 6858000"/>
              <a:gd name="connsiteX257" fmla="*/ 840692 w 7467600"/>
              <a:gd name="connsiteY257" fmla="*/ 3284921 h 6858000"/>
              <a:gd name="connsiteX258" fmla="*/ 979248 w 7467600"/>
              <a:gd name="connsiteY258" fmla="*/ 3221003 h 6858000"/>
              <a:gd name="connsiteX259" fmla="*/ 1053282 w 7467600"/>
              <a:gd name="connsiteY259" fmla="*/ 3185247 h 6858000"/>
              <a:gd name="connsiteX260" fmla="*/ 1320603 w 7467600"/>
              <a:gd name="connsiteY260" fmla="*/ 3081281 h 6858000"/>
              <a:gd name="connsiteX261" fmla="*/ 1238695 w 7467600"/>
              <a:gd name="connsiteY261" fmla="*/ 3076820 h 6858000"/>
              <a:gd name="connsiteX262" fmla="*/ 5425627 w 7467600"/>
              <a:gd name="connsiteY262" fmla="*/ 2954192 h 6858000"/>
              <a:gd name="connsiteX263" fmla="*/ 5470770 w 7467600"/>
              <a:gd name="connsiteY263" fmla="*/ 3005435 h 6858000"/>
              <a:gd name="connsiteX264" fmla="*/ 5519779 w 7467600"/>
              <a:gd name="connsiteY264" fmla="*/ 4359223 h 6858000"/>
              <a:gd name="connsiteX265" fmla="*/ 5520293 w 7467600"/>
              <a:gd name="connsiteY265" fmla="*/ 4360602 h 6858000"/>
              <a:gd name="connsiteX266" fmla="*/ 5767221 w 7467600"/>
              <a:gd name="connsiteY266" fmla="*/ 4665564 h 6858000"/>
              <a:gd name="connsiteX267" fmla="*/ 6937169 w 7467600"/>
              <a:gd name="connsiteY267" fmla="*/ 4815941 h 6858000"/>
              <a:gd name="connsiteX268" fmla="*/ 6953922 w 7467600"/>
              <a:gd name="connsiteY268" fmla="*/ 4890068 h 6858000"/>
              <a:gd name="connsiteX269" fmla="*/ 6071359 w 7467600"/>
              <a:gd name="connsiteY269" fmla="*/ 4770770 h 6858000"/>
              <a:gd name="connsiteX270" fmla="*/ 6038839 w 7467600"/>
              <a:gd name="connsiteY270" fmla="*/ 4764474 h 6858000"/>
              <a:gd name="connsiteX271" fmla="*/ 6038706 w 7467600"/>
              <a:gd name="connsiteY271" fmla="*/ 4763847 h 6858000"/>
              <a:gd name="connsiteX272" fmla="*/ 6037784 w 7467600"/>
              <a:gd name="connsiteY272" fmla="*/ 4764270 h 6858000"/>
              <a:gd name="connsiteX273" fmla="*/ 6038839 w 7467600"/>
              <a:gd name="connsiteY273" fmla="*/ 4764474 h 6858000"/>
              <a:gd name="connsiteX274" fmla="*/ 6040338 w 7467600"/>
              <a:gd name="connsiteY274" fmla="*/ 4771418 h 6858000"/>
              <a:gd name="connsiteX275" fmla="*/ 6024488 w 7467600"/>
              <a:gd name="connsiteY275" fmla="*/ 4809903 h 6858000"/>
              <a:gd name="connsiteX276" fmla="*/ 5599771 w 7467600"/>
              <a:gd name="connsiteY276" fmla="*/ 5509652 h 6858000"/>
              <a:gd name="connsiteX277" fmla="*/ 5548843 w 7467600"/>
              <a:gd name="connsiteY277" fmla="*/ 5563845 h 6858000"/>
              <a:gd name="connsiteX278" fmla="*/ 5940952 w 7467600"/>
              <a:gd name="connsiteY278" fmla="*/ 6250028 h 6858000"/>
              <a:gd name="connsiteX279" fmla="*/ 6043441 w 7467600"/>
              <a:gd name="connsiteY279" fmla="*/ 6665847 h 6858000"/>
              <a:gd name="connsiteX280" fmla="*/ 6093432 w 7467600"/>
              <a:gd name="connsiteY280" fmla="*/ 6858000 h 6858000"/>
              <a:gd name="connsiteX281" fmla="*/ 6034344 w 7467600"/>
              <a:gd name="connsiteY281" fmla="*/ 6858000 h 6858000"/>
              <a:gd name="connsiteX282" fmla="*/ 6026679 w 7467600"/>
              <a:gd name="connsiteY282" fmla="*/ 6836959 h 6858000"/>
              <a:gd name="connsiteX283" fmla="*/ 5800441 w 7467600"/>
              <a:gd name="connsiteY283" fmla="*/ 6335286 h 6858000"/>
              <a:gd name="connsiteX284" fmla="*/ 5526562 w 7467600"/>
              <a:gd name="connsiteY284" fmla="*/ 5705388 h 6858000"/>
              <a:gd name="connsiteX285" fmla="*/ 5519640 w 7467600"/>
              <a:gd name="connsiteY285" fmla="*/ 5683774 h 6858000"/>
              <a:gd name="connsiteX286" fmla="*/ 5844559 w 7467600"/>
              <a:gd name="connsiteY286" fmla="*/ 6553349 h 6858000"/>
              <a:gd name="connsiteX287" fmla="*/ 5975994 w 7467600"/>
              <a:gd name="connsiteY287" fmla="*/ 6858000 h 6858000"/>
              <a:gd name="connsiteX288" fmla="*/ 5898547 w 7467600"/>
              <a:gd name="connsiteY288" fmla="*/ 6858000 h 6858000"/>
              <a:gd name="connsiteX289" fmla="*/ 5682041 w 7467600"/>
              <a:gd name="connsiteY289" fmla="*/ 6355860 h 6858000"/>
              <a:gd name="connsiteX290" fmla="*/ 5461758 w 7467600"/>
              <a:gd name="connsiteY290" fmla="*/ 5820220 h 6858000"/>
              <a:gd name="connsiteX291" fmla="*/ 5237282 w 7467600"/>
              <a:gd name="connsiteY291" fmla="*/ 6579086 h 6858000"/>
              <a:gd name="connsiteX292" fmla="*/ 5115009 w 7467600"/>
              <a:gd name="connsiteY292" fmla="*/ 6858000 h 6858000"/>
              <a:gd name="connsiteX293" fmla="*/ 5028074 w 7467600"/>
              <a:gd name="connsiteY293" fmla="*/ 6858000 h 6858000"/>
              <a:gd name="connsiteX294" fmla="*/ 5079508 w 7467600"/>
              <a:gd name="connsiteY294" fmla="*/ 6749074 h 6858000"/>
              <a:gd name="connsiteX295" fmla="*/ 5371846 w 7467600"/>
              <a:gd name="connsiteY295" fmla="*/ 5924413 h 6858000"/>
              <a:gd name="connsiteX296" fmla="*/ 5270512 w 7467600"/>
              <a:gd name="connsiteY296" fmla="*/ 6138975 h 6858000"/>
              <a:gd name="connsiteX297" fmla="*/ 5062409 w 7467600"/>
              <a:gd name="connsiteY297" fmla="*/ 6653544 h 6858000"/>
              <a:gd name="connsiteX298" fmla="*/ 5036628 w 7467600"/>
              <a:gd name="connsiteY298" fmla="*/ 6754247 h 6858000"/>
              <a:gd name="connsiteX299" fmla="*/ 5009112 w 7467600"/>
              <a:gd name="connsiteY299" fmla="*/ 6858000 h 6858000"/>
              <a:gd name="connsiteX300" fmla="*/ 4976679 w 7467600"/>
              <a:gd name="connsiteY300" fmla="*/ 6858000 h 6858000"/>
              <a:gd name="connsiteX301" fmla="*/ 5006537 w 7467600"/>
              <a:gd name="connsiteY301" fmla="*/ 6747068 h 6858000"/>
              <a:gd name="connsiteX302" fmla="*/ 5032723 w 7467600"/>
              <a:gd name="connsiteY302" fmla="*/ 6644957 h 6858000"/>
              <a:gd name="connsiteX303" fmla="*/ 5242949 w 7467600"/>
              <a:gd name="connsiteY303" fmla="*/ 6125175 h 6858000"/>
              <a:gd name="connsiteX304" fmla="*/ 5286321 w 7467600"/>
              <a:gd name="connsiteY304" fmla="*/ 6033555 h 6858000"/>
              <a:gd name="connsiteX305" fmla="*/ 5008210 w 7467600"/>
              <a:gd name="connsiteY305" fmla="*/ 6649194 h 6858000"/>
              <a:gd name="connsiteX306" fmla="*/ 4986321 w 7467600"/>
              <a:gd name="connsiteY306" fmla="*/ 6765687 h 6858000"/>
              <a:gd name="connsiteX307" fmla="*/ 4973474 w 7467600"/>
              <a:gd name="connsiteY307" fmla="*/ 6858000 h 6858000"/>
              <a:gd name="connsiteX308" fmla="*/ 4907178 w 7467600"/>
              <a:gd name="connsiteY308" fmla="*/ 6858000 h 6858000"/>
              <a:gd name="connsiteX309" fmla="*/ 4910810 w 7467600"/>
              <a:gd name="connsiteY309" fmla="*/ 6829660 h 6858000"/>
              <a:gd name="connsiteX310" fmla="*/ 4987461 w 7467600"/>
              <a:gd name="connsiteY310" fmla="*/ 6432994 h 6858000"/>
              <a:gd name="connsiteX311" fmla="*/ 5179262 w 7467600"/>
              <a:gd name="connsiteY311" fmla="*/ 6035044 h 6858000"/>
              <a:gd name="connsiteX312" fmla="*/ 4689678 w 7467600"/>
              <a:gd name="connsiteY312" fmla="*/ 6440241 h 6858000"/>
              <a:gd name="connsiteX313" fmla="*/ 4477543 w 7467600"/>
              <a:gd name="connsiteY313" fmla="*/ 6674836 h 6858000"/>
              <a:gd name="connsiteX314" fmla="*/ 4329957 w 7467600"/>
              <a:gd name="connsiteY314" fmla="*/ 6858000 h 6858000"/>
              <a:gd name="connsiteX315" fmla="*/ 4218595 w 7467600"/>
              <a:gd name="connsiteY315" fmla="*/ 6858000 h 6858000"/>
              <a:gd name="connsiteX316" fmla="*/ 4368888 w 7467600"/>
              <a:gd name="connsiteY316" fmla="*/ 6668412 h 6858000"/>
              <a:gd name="connsiteX317" fmla="*/ 4563091 w 7467600"/>
              <a:gd name="connsiteY317" fmla="*/ 6442508 h 6858000"/>
              <a:gd name="connsiteX318" fmla="*/ 5387324 w 7467600"/>
              <a:gd name="connsiteY318" fmla="*/ 5705830 h 6858000"/>
              <a:gd name="connsiteX319" fmla="*/ 5073620 w 7467600"/>
              <a:gd name="connsiteY319" fmla="*/ 5955437 h 6858000"/>
              <a:gd name="connsiteX320" fmla="*/ 4689789 w 7467600"/>
              <a:gd name="connsiteY320" fmla="*/ 6268382 h 6858000"/>
              <a:gd name="connsiteX321" fmla="*/ 4418722 w 7467600"/>
              <a:gd name="connsiteY321" fmla="*/ 6570886 h 6858000"/>
              <a:gd name="connsiteX322" fmla="*/ 4214944 w 7467600"/>
              <a:gd name="connsiteY322" fmla="*/ 6858000 h 6858000"/>
              <a:gd name="connsiteX323" fmla="*/ 4177898 w 7467600"/>
              <a:gd name="connsiteY323" fmla="*/ 6858000 h 6858000"/>
              <a:gd name="connsiteX324" fmla="*/ 4391597 w 7467600"/>
              <a:gd name="connsiteY324" fmla="*/ 6556370 h 6858000"/>
              <a:gd name="connsiteX325" fmla="*/ 4668889 w 7467600"/>
              <a:gd name="connsiteY325" fmla="*/ 6246399 h 6858000"/>
              <a:gd name="connsiteX326" fmla="*/ 5055427 w 7467600"/>
              <a:gd name="connsiteY326" fmla="*/ 5931476 h 6858000"/>
              <a:gd name="connsiteX327" fmla="*/ 5371814 w 7467600"/>
              <a:gd name="connsiteY327" fmla="*/ 5678975 h 6858000"/>
              <a:gd name="connsiteX328" fmla="*/ 4987918 w 7467600"/>
              <a:gd name="connsiteY328" fmla="*/ 5838701 h 6858000"/>
              <a:gd name="connsiteX329" fmla="*/ 4317146 w 7467600"/>
              <a:gd name="connsiteY329" fmla="*/ 6587716 h 6858000"/>
              <a:gd name="connsiteX330" fmla="*/ 4171627 w 7467600"/>
              <a:gd name="connsiteY330" fmla="*/ 6858000 h 6858000"/>
              <a:gd name="connsiteX331" fmla="*/ 4081585 w 7467600"/>
              <a:gd name="connsiteY331" fmla="*/ 6858000 h 6858000"/>
              <a:gd name="connsiteX332" fmla="*/ 4238603 w 7467600"/>
              <a:gd name="connsiteY332" fmla="*/ 6559341 h 6858000"/>
              <a:gd name="connsiteX333" fmla="*/ 4778333 w 7467600"/>
              <a:gd name="connsiteY333" fmla="*/ 5873626 h 6858000"/>
              <a:gd name="connsiteX334" fmla="*/ 5414185 w 7467600"/>
              <a:gd name="connsiteY334" fmla="*/ 5573882 h 6858000"/>
              <a:gd name="connsiteX335" fmla="*/ 5959648 w 7467600"/>
              <a:gd name="connsiteY335" fmla="*/ 4760797 h 6858000"/>
              <a:gd name="connsiteX336" fmla="*/ 5355019 w 7467600"/>
              <a:gd name="connsiteY336" fmla="*/ 4734672 h 6858000"/>
              <a:gd name="connsiteX337" fmla="*/ 5083565 w 7467600"/>
              <a:gd name="connsiteY337" fmla="*/ 5179121 h 6858000"/>
              <a:gd name="connsiteX338" fmla="*/ 4713577 w 7467600"/>
              <a:gd name="connsiteY338" fmla="*/ 5616803 h 6858000"/>
              <a:gd name="connsiteX339" fmla="*/ 3989559 w 7467600"/>
              <a:gd name="connsiteY339" fmla="*/ 6145945 h 6858000"/>
              <a:gd name="connsiteX340" fmla="*/ 3939824 w 7467600"/>
              <a:gd name="connsiteY340" fmla="*/ 6066900 h 6858000"/>
              <a:gd name="connsiteX341" fmla="*/ 4584537 w 7467600"/>
              <a:gd name="connsiteY341" fmla="*/ 5324826 h 6858000"/>
              <a:gd name="connsiteX342" fmla="*/ 5037105 w 7467600"/>
              <a:gd name="connsiteY342" fmla="*/ 5088765 h 6858000"/>
              <a:gd name="connsiteX343" fmla="*/ 5039930 w 7467600"/>
              <a:gd name="connsiteY343" fmla="*/ 5089585 h 6858000"/>
              <a:gd name="connsiteX344" fmla="*/ 5263764 w 7467600"/>
              <a:gd name="connsiteY344" fmla="*/ 4735525 h 6858000"/>
              <a:gd name="connsiteX345" fmla="*/ 4086300 w 7467600"/>
              <a:gd name="connsiteY345" fmla="*/ 4884599 h 6858000"/>
              <a:gd name="connsiteX346" fmla="*/ 4085485 w 7467600"/>
              <a:gd name="connsiteY346" fmla="*/ 4899070 h 6858000"/>
              <a:gd name="connsiteX347" fmla="*/ 3871915 w 7467600"/>
              <a:gd name="connsiteY347" fmla="*/ 5253645 h 6858000"/>
              <a:gd name="connsiteX348" fmla="*/ 3799374 w 7467600"/>
              <a:gd name="connsiteY348" fmla="*/ 5466127 h 6858000"/>
              <a:gd name="connsiteX349" fmla="*/ 3498850 w 7467600"/>
              <a:gd name="connsiteY349" fmla="*/ 6661888 h 6858000"/>
              <a:gd name="connsiteX350" fmla="*/ 3399216 w 7467600"/>
              <a:gd name="connsiteY350" fmla="*/ 6858000 h 6858000"/>
              <a:gd name="connsiteX351" fmla="*/ 3303688 w 7467600"/>
              <a:gd name="connsiteY351" fmla="*/ 6858000 h 6858000"/>
              <a:gd name="connsiteX352" fmla="*/ 3391774 w 7467600"/>
              <a:gd name="connsiteY352" fmla="*/ 6697181 h 6858000"/>
              <a:gd name="connsiteX353" fmla="*/ 3735540 w 7467600"/>
              <a:gd name="connsiteY353" fmla="*/ 5546923 h 6858000"/>
              <a:gd name="connsiteX354" fmla="*/ 3729438 w 7467600"/>
              <a:gd name="connsiteY354" fmla="*/ 5569058 h 6858000"/>
              <a:gd name="connsiteX355" fmla="*/ 3707782 w 7467600"/>
              <a:gd name="connsiteY355" fmla="*/ 5644908 h 6858000"/>
              <a:gd name="connsiteX356" fmla="*/ 3583827 w 7467600"/>
              <a:gd name="connsiteY356" fmla="*/ 6039215 h 6858000"/>
              <a:gd name="connsiteX357" fmla="*/ 3547861 w 7467600"/>
              <a:gd name="connsiteY357" fmla="*/ 6129609 h 6858000"/>
              <a:gd name="connsiteX358" fmla="*/ 3490905 w 7467600"/>
              <a:gd name="connsiteY358" fmla="*/ 6277660 h 6858000"/>
              <a:gd name="connsiteX359" fmla="*/ 3455859 w 7467600"/>
              <a:gd name="connsiteY359" fmla="*/ 6391301 h 6858000"/>
              <a:gd name="connsiteX360" fmla="*/ 3429112 w 7467600"/>
              <a:gd name="connsiteY360" fmla="*/ 6479469 h 6858000"/>
              <a:gd name="connsiteX361" fmla="*/ 3304862 w 7467600"/>
              <a:gd name="connsiteY361" fmla="*/ 6796476 h 6858000"/>
              <a:gd name="connsiteX362" fmla="*/ 3276071 w 7467600"/>
              <a:gd name="connsiteY362" fmla="*/ 6858000 h 6858000"/>
              <a:gd name="connsiteX363" fmla="*/ 3240805 w 7467600"/>
              <a:gd name="connsiteY363" fmla="*/ 6858000 h 6858000"/>
              <a:gd name="connsiteX364" fmla="*/ 3275917 w 7467600"/>
              <a:gd name="connsiteY364" fmla="*/ 6783192 h 6858000"/>
              <a:gd name="connsiteX365" fmla="*/ 3399358 w 7467600"/>
              <a:gd name="connsiteY365" fmla="*/ 6469011 h 6858000"/>
              <a:gd name="connsiteX366" fmla="*/ 3425650 w 7467600"/>
              <a:gd name="connsiteY366" fmla="*/ 6381333 h 6858000"/>
              <a:gd name="connsiteX367" fmla="*/ 3460661 w 7467600"/>
              <a:gd name="connsiteY367" fmla="*/ 6266763 h 6858000"/>
              <a:gd name="connsiteX368" fmla="*/ 3518021 w 7467600"/>
              <a:gd name="connsiteY368" fmla="*/ 6117298 h 6858000"/>
              <a:gd name="connsiteX369" fmla="*/ 3554035 w 7467600"/>
              <a:gd name="connsiteY369" fmla="*/ 6027832 h 6858000"/>
              <a:gd name="connsiteX370" fmla="*/ 3677174 w 7467600"/>
              <a:gd name="connsiteY370" fmla="*/ 5636351 h 6858000"/>
              <a:gd name="connsiteX371" fmla="*/ 3698819 w 7467600"/>
              <a:gd name="connsiteY371" fmla="*/ 5560503 h 6858000"/>
              <a:gd name="connsiteX372" fmla="*/ 3702094 w 7467600"/>
              <a:gd name="connsiteY372" fmla="*/ 5549194 h 6858000"/>
              <a:gd name="connsiteX373" fmla="*/ 3398355 w 7467600"/>
              <a:gd name="connsiteY373" fmla="*/ 6094603 h 6858000"/>
              <a:gd name="connsiteX374" fmla="*/ 3193941 w 7467600"/>
              <a:gd name="connsiteY374" fmla="*/ 6798775 h 6858000"/>
              <a:gd name="connsiteX375" fmla="*/ 3184140 w 7467600"/>
              <a:gd name="connsiteY375" fmla="*/ 6858000 h 6858000"/>
              <a:gd name="connsiteX376" fmla="*/ 3099978 w 7467600"/>
              <a:gd name="connsiteY376" fmla="*/ 6858000 h 6858000"/>
              <a:gd name="connsiteX377" fmla="*/ 3101556 w 7467600"/>
              <a:gd name="connsiteY377" fmla="*/ 6843337 h 6858000"/>
              <a:gd name="connsiteX378" fmla="*/ 3370162 w 7467600"/>
              <a:gd name="connsiteY378" fmla="*/ 5785550 h 6858000"/>
              <a:gd name="connsiteX379" fmla="*/ 3746477 w 7467600"/>
              <a:gd name="connsiteY379" fmla="*/ 5377889 h 6858000"/>
              <a:gd name="connsiteX380" fmla="*/ 3863399 w 7467600"/>
              <a:gd name="connsiteY380" fmla="*/ 5087257 h 6858000"/>
              <a:gd name="connsiteX381" fmla="*/ 3968712 w 7467600"/>
              <a:gd name="connsiteY381" fmla="*/ 4913989 h 6858000"/>
              <a:gd name="connsiteX382" fmla="*/ 2792390 w 7467600"/>
              <a:gd name="connsiteY382" fmla="*/ 5382974 h 6858000"/>
              <a:gd name="connsiteX383" fmla="*/ 2714982 w 7467600"/>
              <a:gd name="connsiteY383" fmla="*/ 5427051 h 6858000"/>
              <a:gd name="connsiteX384" fmla="*/ 2813361 w 7467600"/>
              <a:gd name="connsiteY384" fmla="*/ 6023912 h 6858000"/>
              <a:gd name="connsiteX385" fmla="*/ 2688430 w 7467600"/>
              <a:gd name="connsiteY385" fmla="*/ 6801564 h 6858000"/>
              <a:gd name="connsiteX386" fmla="*/ 2629626 w 7467600"/>
              <a:gd name="connsiteY386" fmla="*/ 6763394 h 6858000"/>
              <a:gd name="connsiteX387" fmla="*/ 2565328 w 7467600"/>
              <a:gd name="connsiteY387" fmla="*/ 5516399 h 6858000"/>
              <a:gd name="connsiteX388" fmla="*/ 1922999 w 7467600"/>
              <a:gd name="connsiteY388" fmla="*/ 5980343 h 6858000"/>
              <a:gd name="connsiteX389" fmla="*/ 1950261 w 7467600"/>
              <a:gd name="connsiteY389" fmla="*/ 6405858 h 6858000"/>
              <a:gd name="connsiteX390" fmla="*/ 2365554 w 7467600"/>
              <a:gd name="connsiteY390" fmla="*/ 6759107 h 6858000"/>
              <a:gd name="connsiteX391" fmla="*/ 2424142 w 7467600"/>
              <a:gd name="connsiteY391" fmla="*/ 6858000 h 6858000"/>
              <a:gd name="connsiteX392" fmla="*/ 2395994 w 7467600"/>
              <a:gd name="connsiteY392" fmla="*/ 6858000 h 6858000"/>
              <a:gd name="connsiteX393" fmla="*/ 2392863 w 7467600"/>
              <a:gd name="connsiteY393" fmla="*/ 6852964 h 6858000"/>
              <a:gd name="connsiteX394" fmla="*/ 2017589 w 7467600"/>
              <a:gd name="connsiteY394" fmla="*/ 6493982 h 6858000"/>
              <a:gd name="connsiteX395" fmla="*/ 2147336 w 7467600"/>
              <a:gd name="connsiteY395" fmla="*/ 6594052 h 6858000"/>
              <a:gd name="connsiteX396" fmla="*/ 2207047 w 7467600"/>
              <a:gd name="connsiteY396" fmla="*/ 6654540 h 6858000"/>
              <a:gd name="connsiteX397" fmla="*/ 2299106 w 7467600"/>
              <a:gd name="connsiteY397" fmla="*/ 6778931 h 6858000"/>
              <a:gd name="connsiteX398" fmla="*/ 2314430 w 7467600"/>
              <a:gd name="connsiteY398" fmla="*/ 6801144 h 6858000"/>
              <a:gd name="connsiteX399" fmla="*/ 2352406 w 7467600"/>
              <a:gd name="connsiteY399" fmla="*/ 6858000 h 6858000"/>
              <a:gd name="connsiteX400" fmla="*/ 2314492 w 7467600"/>
              <a:gd name="connsiteY400" fmla="*/ 6858000 h 6858000"/>
              <a:gd name="connsiteX401" fmla="*/ 2288095 w 7467600"/>
              <a:gd name="connsiteY401" fmla="*/ 6818030 h 6858000"/>
              <a:gd name="connsiteX402" fmla="*/ 2272768 w 7467600"/>
              <a:gd name="connsiteY402" fmla="*/ 6795822 h 6858000"/>
              <a:gd name="connsiteX403" fmla="*/ 2182715 w 7467600"/>
              <a:gd name="connsiteY403" fmla="*/ 6675071 h 6858000"/>
              <a:gd name="connsiteX404" fmla="*/ 2032061 w 7467600"/>
              <a:gd name="connsiteY404" fmla="*/ 6541380 h 6858000"/>
              <a:gd name="connsiteX405" fmla="*/ 2257220 w 7467600"/>
              <a:gd name="connsiteY405" fmla="*/ 6826257 h 6858000"/>
              <a:gd name="connsiteX406" fmla="*/ 2281324 w 7467600"/>
              <a:gd name="connsiteY406" fmla="*/ 6858000 h 6858000"/>
              <a:gd name="connsiteX407" fmla="*/ 2242860 w 7467600"/>
              <a:gd name="connsiteY407" fmla="*/ 6858000 h 6858000"/>
              <a:gd name="connsiteX408" fmla="*/ 2232818 w 7467600"/>
              <a:gd name="connsiteY408" fmla="*/ 6844926 h 6858000"/>
              <a:gd name="connsiteX409" fmla="*/ 1990172 w 7467600"/>
              <a:gd name="connsiteY409" fmla="*/ 6542121 h 6858000"/>
              <a:gd name="connsiteX410" fmla="*/ 2124090 w 7467600"/>
              <a:gd name="connsiteY410" fmla="*/ 6761017 h 6858000"/>
              <a:gd name="connsiteX411" fmla="*/ 2200380 w 7467600"/>
              <a:gd name="connsiteY411" fmla="*/ 6858000 h 6858000"/>
              <a:gd name="connsiteX412" fmla="*/ 2147507 w 7467600"/>
              <a:gd name="connsiteY412" fmla="*/ 6858000 h 6858000"/>
              <a:gd name="connsiteX413" fmla="*/ 2070668 w 7467600"/>
              <a:gd name="connsiteY413" fmla="*/ 6761520 h 6858000"/>
              <a:gd name="connsiteX414" fmla="*/ 1975142 w 7467600"/>
              <a:gd name="connsiteY414" fmla="*/ 6585570 h 6858000"/>
              <a:gd name="connsiteX415" fmla="*/ 2050035 w 7467600"/>
              <a:gd name="connsiteY415" fmla="*/ 6813345 h 6858000"/>
              <a:gd name="connsiteX416" fmla="*/ 2063025 w 7467600"/>
              <a:gd name="connsiteY416" fmla="*/ 6858000 h 6858000"/>
              <a:gd name="connsiteX417" fmla="*/ 2021675 w 7467600"/>
              <a:gd name="connsiteY417" fmla="*/ 6858000 h 6858000"/>
              <a:gd name="connsiteX418" fmla="*/ 2019308 w 7467600"/>
              <a:gd name="connsiteY418" fmla="*/ 6847118 h 6858000"/>
              <a:gd name="connsiteX419" fmla="*/ 1938835 w 7467600"/>
              <a:gd name="connsiteY419" fmla="*/ 6551160 h 6858000"/>
              <a:gd name="connsiteX420" fmla="*/ 1953230 w 7467600"/>
              <a:gd name="connsiteY420" fmla="*/ 6759699 h 6858000"/>
              <a:gd name="connsiteX421" fmla="*/ 1956763 w 7467600"/>
              <a:gd name="connsiteY421" fmla="*/ 6778191 h 6858000"/>
              <a:gd name="connsiteX422" fmla="*/ 1967925 w 7467600"/>
              <a:gd name="connsiteY422" fmla="*/ 6858000 h 6858000"/>
              <a:gd name="connsiteX423" fmla="*/ 1936622 w 7467600"/>
              <a:gd name="connsiteY423" fmla="*/ 6858000 h 6858000"/>
              <a:gd name="connsiteX424" fmla="*/ 1926261 w 7467600"/>
              <a:gd name="connsiteY424" fmla="*/ 6784064 h 6858000"/>
              <a:gd name="connsiteX425" fmla="*/ 1922724 w 7467600"/>
              <a:gd name="connsiteY425" fmla="*/ 6765577 h 6858000"/>
              <a:gd name="connsiteX426" fmla="*/ 1904650 w 7467600"/>
              <a:gd name="connsiteY426" fmla="*/ 6639616 h 6858000"/>
              <a:gd name="connsiteX427" fmla="*/ 1885273 w 7467600"/>
              <a:gd name="connsiteY427" fmla="*/ 6858000 h 6858000"/>
              <a:gd name="connsiteX428" fmla="*/ 1854363 w 7467600"/>
              <a:gd name="connsiteY428" fmla="*/ 6858000 h 6858000"/>
              <a:gd name="connsiteX429" fmla="*/ 1880391 w 7467600"/>
              <a:gd name="connsiteY429" fmla="*/ 6603796 h 6858000"/>
              <a:gd name="connsiteX430" fmla="*/ 1818273 w 7467600"/>
              <a:gd name="connsiteY430" fmla="*/ 6715729 h 6858000"/>
              <a:gd name="connsiteX431" fmla="*/ 1794691 w 7467600"/>
              <a:gd name="connsiteY431" fmla="*/ 6843239 h 6858000"/>
              <a:gd name="connsiteX432" fmla="*/ 1794914 w 7467600"/>
              <a:gd name="connsiteY432" fmla="*/ 6858000 h 6858000"/>
              <a:gd name="connsiteX433" fmla="*/ 1746128 w 7467600"/>
              <a:gd name="connsiteY433" fmla="*/ 6858000 h 6858000"/>
              <a:gd name="connsiteX434" fmla="*/ 1753934 w 7467600"/>
              <a:gd name="connsiteY434" fmla="*/ 6724796 h 6858000"/>
              <a:gd name="connsiteX435" fmla="*/ 1792053 w 7467600"/>
              <a:gd name="connsiteY435" fmla="*/ 6572396 h 6858000"/>
              <a:gd name="connsiteX436" fmla="*/ 1862248 w 7467600"/>
              <a:gd name="connsiteY436" fmla="*/ 6266397 h 6858000"/>
              <a:gd name="connsiteX437" fmla="*/ 1862250 w 7467600"/>
              <a:gd name="connsiteY437" fmla="*/ 6033531 h 6858000"/>
              <a:gd name="connsiteX438" fmla="*/ 1211999 w 7467600"/>
              <a:gd name="connsiteY438" fmla="*/ 6683610 h 6858000"/>
              <a:gd name="connsiteX439" fmla="*/ 1213266 w 7467600"/>
              <a:gd name="connsiteY439" fmla="*/ 6691947 h 6858000"/>
              <a:gd name="connsiteX440" fmla="*/ 1203370 w 7467600"/>
              <a:gd name="connsiteY440" fmla="*/ 6850676 h 6858000"/>
              <a:gd name="connsiteX441" fmla="*/ 1203671 w 7467600"/>
              <a:gd name="connsiteY441" fmla="*/ 6858000 h 6858000"/>
              <a:gd name="connsiteX442" fmla="*/ 1143180 w 7467600"/>
              <a:gd name="connsiteY442" fmla="*/ 6858000 h 6858000"/>
              <a:gd name="connsiteX443" fmla="*/ 1142176 w 7467600"/>
              <a:gd name="connsiteY443" fmla="*/ 6766045 h 6858000"/>
              <a:gd name="connsiteX444" fmla="*/ 1067484 w 7467600"/>
              <a:gd name="connsiteY444" fmla="*/ 6858000 h 6858000"/>
              <a:gd name="connsiteX445" fmla="*/ 953928 w 7467600"/>
              <a:gd name="connsiteY445" fmla="*/ 6858000 h 6858000"/>
              <a:gd name="connsiteX446" fmla="*/ 959715 w 7467600"/>
              <a:gd name="connsiteY446" fmla="*/ 6850185 h 6858000"/>
              <a:gd name="connsiteX447" fmla="*/ 1483788 w 7467600"/>
              <a:gd name="connsiteY447" fmla="*/ 6259174 h 6858000"/>
              <a:gd name="connsiteX448" fmla="*/ 1100671 w 7467600"/>
              <a:gd name="connsiteY448" fmla="*/ 6252137 h 6858000"/>
              <a:gd name="connsiteX449" fmla="*/ 1090144 w 7467600"/>
              <a:gd name="connsiteY449" fmla="*/ 6256748 h 6858000"/>
              <a:gd name="connsiteX450" fmla="*/ 1095872 w 7467600"/>
              <a:gd name="connsiteY450" fmla="*/ 6271892 h 6858000"/>
              <a:gd name="connsiteX451" fmla="*/ 262785 w 7467600"/>
              <a:gd name="connsiteY451" fmla="*/ 6845450 h 6858000"/>
              <a:gd name="connsiteX452" fmla="*/ 209968 w 7467600"/>
              <a:gd name="connsiteY452" fmla="*/ 6770713 h 6858000"/>
              <a:gd name="connsiteX453" fmla="*/ 873460 w 7467600"/>
              <a:gd name="connsiteY453" fmla="*/ 6253768 h 6858000"/>
              <a:gd name="connsiteX454" fmla="*/ 192686 w 7467600"/>
              <a:gd name="connsiteY454" fmla="*/ 5849257 h 6858000"/>
              <a:gd name="connsiteX455" fmla="*/ 4696 w 7467600"/>
              <a:gd name="connsiteY455" fmla="*/ 5697668 h 6858000"/>
              <a:gd name="connsiteX456" fmla="*/ 0 w 7467600"/>
              <a:gd name="connsiteY456" fmla="*/ 5689984 h 6858000"/>
              <a:gd name="connsiteX457" fmla="*/ 0 w 7467600"/>
              <a:gd name="connsiteY457" fmla="*/ 5513472 h 6858000"/>
              <a:gd name="connsiteX458" fmla="*/ 174101 w 7467600"/>
              <a:gd name="connsiteY458" fmla="*/ 5620277 h 6858000"/>
              <a:gd name="connsiteX459" fmla="*/ 891800 w 7467600"/>
              <a:gd name="connsiteY459" fmla="*/ 6036935 h 6858000"/>
              <a:gd name="connsiteX460" fmla="*/ 1072219 w 7467600"/>
              <a:gd name="connsiteY460" fmla="*/ 6169443 h 6858000"/>
              <a:gd name="connsiteX461" fmla="*/ 1074117 w 7467600"/>
              <a:gd name="connsiteY461" fmla="*/ 6170301 h 6858000"/>
              <a:gd name="connsiteX462" fmla="*/ 1083114 w 7467600"/>
              <a:gd name="connsiteY462" fmla="*/ 6174131 h 6858000"/>
              <a:gd name="connsiteX463" fmla="*/ 1543010 w 7467600"/>
              <a:gd name="connsiteY463" fmla="*/ 6191140 h 6858000"/>
              <a:gd name="connsiteX464" fmla="*/ 1551080 w 7467600"/>
              <a:gd name="connsiteY464" fmla="*/ 6195006 h 6858000"/>
              <a:gd name="connsiteX465" fmla="*/ 2345443 w 7467600"/>
              <a:gd name="connsiteY465" fmla="*/ 5549882 h 6858000"/>
              <a:gd name="connsiteX466" fmla="*/ 1721499 w 7467600"/>
              <a:gd name="connsiteY466" fmla="*/ 5599969 h 6858000"/>
              <a:gd name="connsiteX467" fmla="*/ 767716 w 7467600"/>
              <a:gd name="connsiteY467" fmla="*/ 5472768 h 6858000"/>
              <a:gd name="connsiteX468" fmla="*/ 722147 w 7467600"/>
              <a:gd name="connsiteY468" fmla="*/ 5393091 h 6858000"/>
              <a:gd name="connsiteX469" fmla="*/ 1485552 w 7467600"/>
              <a:gd name="connsiteY469" fmla="*/ 5313202 h 6858000"/>
              <a:gd name="connsiteX470" fmla="*/ 2143004 w 7467600"/>
              <a:gd name="connsiteY470" fmla="*/ 5402420 h 6858000"/>
              <a:gd name="connsiteX471" fmla="*/ 1933391 w 7467600"/>
              <a:gd name="connsiteY471" fmla="*/ 5156971 h 6858000"/>
              <a:gd name="connsiteX472" fmla="*/ 1827118 w 7467600"/>
              <a:gd name="connsiteY472" fmla="*/ 4968410 h 6858000"/>
              <a:gd name="connsiteX473" fmla="*/ 1837349 w 7467600"/>
              <a:gd name="connsiteY473" fmla="*/ 4956357 h 6858000"/>
              <a:gd name="connsiteX474" fmla="*/ 2162835 w 7467600"/>
              <a:gd name="connsiteY474" fmla="*/ 5187853 h 6858000"/>
              <a:gd name="connsiteX475" fmla="*/ 2257167 w 7467600"/>
              <a:gd name="connsiteY475" fmla="*/ 5462123 h 6858000"/>
              <a:gd name="connsiteX476" fmla="*/ 2261598 w 7467600"/>
              <a:gd name="connsiteY476" fmla="*/ 5467998 h 6858000"/>
              <a:gd name="connsiteX477" fmla="*/ 2437177 w 7467600"/>
              <a:gd name="connsiteY477" fmla="*/ 5479608 h 6858000"/>
              <a:gd name="connsiteX478" fmla="*/ 2445247 w 7467600"/>
              <a:gd name="connsiteY478" fmla="*/ 5483476 h 6858000"/>
              <a:gd name="connsiteX479" fmla="*/ 2743626 w 7467600"/>
              <a:gd name="connsiteY479" fmla="*/ 5304819 h 6858000"/>
              <a:gd name="connsiteX480" fmla="*/ 3048102 w 7467600"/>
              <a:gd name="connsiteY480" fmla="*/ 5150595 h 6858000"/>
              <a:gd name="connsiteX481" fmla="*/ 1799414 w 7467600"/>
              <a:gd name="connsiteY481" fmla="*/ 4694732 h 6858000"/>
              <a:gd name="connsiteX482" fmla="*/ 1771735 w 7467600"/>
              <a:gd name="connsiteY482" fmla="*/ 4619929 h 6858000"/>
              <a:gd name="connsiteX483" fmla="*/ 3104273 w 7467600"/>
              <a:gd name="connsiteY483" fmla="*/ 5076159 h 6858000"/>
              <a:gd name="connsiteX484" fmla="*/ 3113245 w 7467600"/>
              <a:gd name="connsiteY484" fmla="*/ 5090705 h 6858000"/>
              <a:gd name="connsiteX485" fmla="*/ 3126294 w 7467600"/>
              <a:gd name="connsiteY485" fmla="*/ 5114400 h 6858000"/>
              <a:gd name="connsiteX486" fmla="*/ 3937433 w 7467600"/>
              <a:gd name="connsiteY486" fmla="*/ 4830473 h 6858000"/>
              <a:gd name="connsiteX487" fmla="*/ 3590475 w 7467600"/>
              <a:gd name="connsiteY487" fmla="*/ 4597974 h 6858000"/>
              <a:gd name="connsiteX488" fmla="*/ 3100264 w 7467600"/>
              <a:gd name="connsiteY488" fmla="*/ 4579845 h 6858000"/>
              <a:gd name="connsiteX489" fmla="*/ 2183576 w 7467600"/>
              <a:gd name="connsiteY489" fmla="*/ 4227150 h 6858000"/>
              <a:gd name="connsiteX490" fmla="*/ 2151029 w 7467600"/>
              <a:gd name="connsiteY490" fmla="*/ 4146947 h 6858000"/>
              <a:gd name="connsiteX491" fmla="*/ 3563434 w 7467600"/>
              <a:gd name="connsiteY491" fmla="*/ 4469115 h 6858000"/>
              <a:gd name="connsiteX492" fmla="*/ 3177952 w 7467600"/>
              <a:gd name="connsiteY492" fmla="*/ 3657386 h 6858000"/>
              <a:gd name="connsiteX493" fmla="*/ 3189263 w 7467600"/>
              <a:gd name="connsiteY493" fmla="*/ 3625726 h 6858000"/>
              <a:gd name="connsiteX494" fmla="*/ 3560912 w 7467600"/>
              <a:gd name="connsiteY494" fmla="*/ 4079863 h 6858000"/>
              <a:gd name="connsiteX495" fmla="*/ 3626636 w 7467600"/>
              <a:gd name="connsiteY495" fmla="*/ 4512230 h 6858000"/>
              <a:gd name="connsiteX496" fmla="*/ 3653088 w 7467600"/>
              <a:gd name="connsiteY496" fmla="*/ 4521417 h 6858000"/>
              <a:gd name="connsiteX497" fmla="*/ 3988128 w 7467600"/>
              <a:gd name="connsiteY497" fmla="*/ 4817267 h 6858000"/>
              <a:gd name="connsiteX498" fmla="*/ 4830582 w 7467600"/>
              <a:gd name="connsiteY498" fmla="*/ 4676000 h 6858000"/>
              <a:gd name="connsiteX499" fmla="*/ 4830100 w 7467600"/>
              <a:gd name="connsiteY499" fmla="*/ 4675554 h 6858000"/>
              <a:gd name="connsiteX500" fmla="*/ 4036318 w 7467600"/>
              <a:gd name="connsiteY500" fmla="*/ 4147013 h 6858000"/>
              <a:gd name="connsiteX501" fmla="*/ 3432098 w 7467600"/>
              <a:gd name="connsiteY501" fmla="*/ 3537312 h 6858000"/>
              <a:gd name="connsiteX502" fmla="*/ 3446761 w 7467600"/>
              <a:gd name="connsiteY502" fmla="*/ 3461278 h 6858000"/>
              <a:gd name="connsiteX503" fmla="*/ 4419733 w 7467600"/>
              <a:gd name="connsiteY503" fmla="*/ 3963555 h 6858000"/>
              <a:gd name="connsiteX504" fmla="*/ 4781371 w 7467600"/>
              <a:gd name="connsiteY504" fmla="*/ 4458604 h 6858000"/>
              <a:gd name="connsiteX505" fmla="*/ 4780440 w 7467600"/>
              <a:gd name="connsiteY505" fmla="*/ 4470290 h 6858000"/>
              <a:gd name="connsiteX506" fmla="*/ 4898954 w 7467600"/>
              <a:gd name="connsiteY506" fmla="*/ 4662092 h 6858000"/>
              <a:gd name="connsiteX507" fmla="*/ 4900699 w 7467600"/>
              <a:gd name="connsiteY507" fmla="*/ 4670867 h 6858000"/>
              <a:gd name="connsiteX508" fmla="*/ 5714511 w 7467600"/>
              <a:gd name="connsiteY508" fmla="*/ 4663483 h 6858000"/>
              <a:gd name="connsiteX509" fmla="*/ 5464793 w 7467600"/>
              <a:gd name="connsiteY509" fmla="*/ 4393556 h 6858000"/>
              <a:gd name="connsiteX510" fmla="*/ 5461897 w 7467600"/>
              <a:gd name="connsiteY510" fmla="*/ 4390879 h 6858000"/>
              <a:gd name="connsiteX511" fmla="*/ 4294126 w 7467600"/>
              <a:gd name="connsiteY511" fmla="*/ 3303048 h 6858000"/>
              <a:gd name="connsiteX512" fmla="*/ 4305321 w 7467600"/>
              <a:gd name="connsiteY512" fmla="*/ 3256953 h 6858000"/>
              <a:gd name="connsiteX513" fmla="*/ 4949299 w 7467600"/>
              <a:gd name="connsiteY513" fmla="*/ 3766336 h 6858000"/>
              <a:gd name="connsiteX514" fmla="*/ 5291452 w 7467600"/>
              <a:gd name="connsiteY514" fmla="*/ 4076801 h 6858000"/>
              <a:gd name="connsiteX515" fmla="*/ 5434998 w 7467600"/>
              <a:gd name="connsiteY515" fmla="*/ 4254100 h 6858000"/>
              <a:gd name="connsiteX516" fmla="*/ 5351015 w 7467600"/>
              <a:gd name="connsiteY516" fmla="*/ 3760989 h 6858000"/>
              <a:gd name="connsiteX517" fmla="*/ 5413780 w 7467600"/>
              <a:gd name="connsiteY517" fmla="*/ 2966265 h 6858000"/>
              <a:gd name="connsiteX518" fmla="*/ 5425627 w 7467600"/>
              <a:gd name="connsiteY518" fmla="*/ 2954192 h 6858000"/>
              <a:gd name="connsiteX519" fmla="*/ 6604735 w 7467600"/>
              <a:gd name="connsiteY519" fmla="*/ 2041381 h 6858000"/>
              <a:gd name="connsiteX520" fmla="*/ 7204487 w 7467600"/>
              <a:gd name="connsiteY520" fmla="*/ 2742112 h 6858000"/>
              <a:gd name="connsiteX521" fmla="*/ 7131592 w 7467600"/>
              <a:gd name="connsiteY521" fmla="*/ 2672096 h 6858000"/>
              <a:gd name="connsiteX522" fmla="*/ 6996344 w 7467600"/>
              <a:gd name="connsiteY522" fmla="*/ 2518310 h 6858000"/>
              <a:gd name="connsiteX523" fmla="*/ 6735495 w 7467600"/>
              <a:gd name="connsiteY523" fmla="*/ 2196890 h 6858000"/>
              <a:gd name="connsiteX524" fmla="*/ 6721901 w 7467600"/>
              <a:gd name="connsiteY524" fmla="*/ 2179274 h 6858000"/>
              <a:gd name="connsiteX525" fmla="*/ 6604735 w 7467600"/>
              <a:gd name="connsiteY525" fmla="*/ 2041381 h 6858000"/>
              <a:gd name="connsiteX526" fmla="*/ 6591670 w 7467600"/>
              <a:gd name="connsiteY526" fmla="*/ 1988277 h 6858000"/>
              <a:gd name="connsiteX527" fmla="*/ 6747349 w 7467600"/>
              <a:gd name="connsiteY527" fmla="*/ 2160069 h 6858000"/>
              <a:gd name="connsiteX528" fmla="*/ 6760943 w 7467600"/>
              <a:gd name="connsiteY528" fmla="*/ 2177686 h 6858000"/>
              <a:gd name="connsiteX529" fmla="*/ 7021065 w 7467600"/>
              <a:gd name="connsiteY529" fmla="*/ 2498102 h 6858000"/>
              <a:gd name="connsiteX530" fmla="*/ 7155223 w 7467600"/>
              <a:gd name="connsiteY530" fmla="*/ 2650386 h 6858000"/>
              <a:gd name="connsiteX531" fmla="*/ 7203167 w 7467600"/>
              <a:gd name="connsiteY531" fmla="*/ 2697288 h 6858000"/>
              <a:gd name="connsiteX532" fmla="*/ 6937703 w 7467600"/>
              <a:gd name="connsiteY532" fmla="*/ 2321981 h 6858000"/>
              <a:gd name="connsiteX533" fmla="*/ 6591670 w 7467600"/>
              <a:gd name="connsiteY533" fmla="*/ 1988277 h 6858000"/>
              <a:gd name="connsiteX534" fmla="*/ 5798671 w 7467600"/>
              <a:gd name="connsiteY534" fmla="*/ 1981601 h 6858000"/>
              <a:gd name="connsiteX535" fmla="*/ 5754709 w 7467600"/>
              <a:gd name="connsiteY535" fmla="*/ 2071454 h 6858000"/>
              <a:gd name="connsiteX536" fmla="*/ 5763044 w 7467600"/>
              <a:gd name="connsiteY536" fmla="*/ 2842206 h 6858000"/>
              <a:gd name="connsiteX537" fmla="*/ 5764974 w 7467600"/>
              <a:gd name="connsiteY537" fmla="*/ 2799609 h 6858000"/>
              <a:gd name="connsiteX538" fmla="*/ 5767665 w 7467600"/>
              <a:gd name="connsiteY538" fmla="*/ 2666409 h 6858000"/>
              <a:gd name="connsiteX539" fmla="*/ 5763055 w 7467600"/>
              <a:gd name="connsiteY539" fmla="*/ 2579705 h 6858000"/>
              <a:gd name="connsiteX540" fmla="*/ 5758079 w 7467600"/>
              <a:gd name="connsiteY540" fmla="*/ 2492508 h 6858000"/>
              <a:gd name="connsiteX541" fmla="*/ 5779325 w 7467600"/>
              <a:gd name="connsiteY541" fmla="*/ 2197069 h 6858000"/>
              <a:gd name="connsiteX542" fmla="*/ 5798671 w 7467600"/>
              <a:gd name="connsiteY542" fmla="*/ 1981601 h 6858000"/>
              <a:gd name="connsiteX543" fmla="*/ 5829202 w 7467600"/>
              <a:gd name="connsiteY543" fmla="*/ 1971679 h 6858000"/>
              <a:gd name="connsiteX544" fmla="*/ 5809558 w 7467600"/>
              <a:gd name="connsiteY544" fmla="*/ 2198043 h 6858000"/>
              <a:gd name="connsiteX545" fmla="*/ 5788653 w 7467600"/>
              <a:gd name="connsiteY545" fmla="*/ 2489430 h 6858000"/>
              <a:gd name="connsiteX546" fmla="*/ 5793439 w 7467600"/>
              <a:gd name="connsiteY546" fmla="*/ 2575235 h 6858000"/>
              <a:gd name="connsiteX547" fmla="*/ 5796837 w 7467600"/>
              <a:gd name="connsiteY547" fmla="*/ 2637633 h 6858000"/>
              <a:gd name="connsiteX548" fmla="*/ 5818614 w 7467600"/>
              <a:gd name="connsiteY548" fmla="*/ 2473055 h 6858000"/>
              <a:gd name="connsiteX549" fmla="*/ 5829202 w 7467600"/>
              <a:gd name="connsiteY549" fmla="*/ 1971679 h 6858000"/>
              <a:gd name="connsiteX550" fmla="*/ 5911389 w 7467600"/>
              <a:gd name="connsiteY550" fmla="*/ 1898371 h 6858000"/>
              <a:gd name="connsiteX551" fmla="*/ 6237627 w 7467600"/>
              <a:gd name="connsiteY551" fmla="*/ 2231921 h 6858000"/>
              <a:gd name="connsiteX552" fmla="*/ 5911389 w 7467600"/>
              <a:gd name="connsiteY552" fmla="*/ 1898371 h 6858000"/>
              <a:gd name="connsiteX553" fmla="*/ 6944437 w 7467600"/>
              <a:gd name="connsiteY553" fmla="*/ 1575402 h 6858000"/>
              <a:gd name="connsiteX554" fmla="*/ 6304730 w 7467600"/>
              <a:gd name="connsiteY554" fmla="*/ 1766654 h 6858000"/>
              <a:gd name="connsiteX555" fmla="*/ 6944437 w 7467600"/>
              <a:gd name="connsiteY555" fmla="*/ 1575402 h 6858000"/>
              <a:gd name="connsiteX556" fmla="*/ 7019523 w 7467600"/>
              <a:gd name="connsiteY556" fmla="*/ 1519450 h 6858000"/>
              <a:gd name="connsiteX557" fmla="*/ 6298091 w 7467600"/>
              <a:gd name="connsiteY557" fmla="*/ 1737122 h 6858000"/>
              <a:gd name="connsiteX558" fmla="*/ 7019523 w 7467600"/>
              <a:gd name="connsiteY558" fmla="*/ 1519450 h 6858000"/>
              <a:gd name="connsiteX559" fmla="*/ 2399523 w 7467600"/>
              <a:gd name="connsiteY559" fmla="*/ 1428234 h 6858000"/>
              <a:gd name="connsiteX560" fmla="*/ 2224982 w 7467600"/>
              <a:gd name="connsiteY560" fmla="*/ 1826201 h 6858000"/>
              <a:gd name="connsiteX561" fmla="*/ 2096099 w 7467600"/>
              <a:gd name="connsiteY561" fmla="*/ 2345900 h 6858000"/>
              <a:gd name="connsiteX562" fmla="*/ 2283317 w 7467600"/>
              <a:gd name="connsiteY562" fmla="*/ 1796925 h 6858000"/>
              <a:gd name="connsiteX563" fmla="*/ 2399523 w 7467600"/>
              <a:gd name="connsiteY563" fmla="*/ 1428234 h 6858000"/>
              <a:gd name="connsiteX564" fmla="*/ 2448558 w 7467600"/>
              <a:gd name="connsiteY564" fmla="*/ 1373435 h 6858000"/>
              <a:gd name="connsiteX565" fmla="*/ 2312521 w 7467600"/>
              <a:gd name="connsiteY565" fmla="*/ 1806140 h 6858000"/>
              <a:gd name="connsiteX566" fmla="*/ 2127533 w 7467600"/>
              <a:gd name="connsiteY566" fmla="*/ 2348380 h 6858000"/>
              <a:gd name="connsiteX567" fmla="*/ 2358080 w 7467600"/>
              <a:gd name="connsiteY567" fmla="*/ 1866134 h 6858000"/>
              <a:gd name="connsiteX568" fmla="*/ 2407436 w 7467600"/>
              <a:gd name="connsiteY568" fmla="*/ 1651070 h 6858000"/>
              <a:gd name="connsiteX569" fmla="*/ 2448558 w 7467600"/>
              <a:gd name="connsiteY569" fmla="*/ 1373435 h 6858000"/>
              <a:gd name="connsiteX570" fmla="*/ 278707 w 7467600"/>
              <a:gd name="connsiteY570" fmla="*/ 1352270 h 6858000"/>
              <a:gd name="connsiteX571" fmla="*/ 321570 w 7467600"/>
              <a:gd name="connsiteY571" fmla="*/ 1861610 h 6858000"/>
              <a:gd name="connsiteX572" fmla="*/ 294281 w 7467600"/>
              <a:gd name="connsiteY572" fmla="*/ 1440658 h 6858000"/>
              <a:gd name="connsiteX573" fmla="*/ 278707 w 7467600"/>
              <a:gd name="connsiteY573" fmla="*/ 1352270 h 6858000"/>
              <a:gd name="connsiteX574" fmla="*/ 1423821 w 7467600"/>
              <a:gd name="connsiteY574" fmla="*/ 1351958 h 6858000"/>
              <a:gd name="connsiteX575" fmla="*/ 1638521 w 7467600"/>
              <a:gd name="connsiteY575" fmla="*/ 1908470 h 6858000"/>
              <a:gd name="connsiteX576" fmla="*/ 1754199 w 7467600"/>
              <a:gd name="connsiteY576" fmla="*/ 2149284 h 6858000"/>
              <a:gd name="connsiteX577" fmla="*/ 1908359 w 7467600"/>
              <a:gd name="connsiteY577" fmla="*/ 2364988 h 6858000"/>
              <a:gd name="connsiteX578" fmla="*/ 1647661 w 7467600"/>
              <a:gd name="connsiteY578" fmla="*/ 1825945 h 6858000"/>
              <a:gd name="connsiteX579" fmla="*/ 1423821 w 7467600"/>
              <a:gd name="connsiteY579" fmla="*/ 1351958 h 6858000"/>
              <a:gd name="connsiteX580" fmla="*/ 1431890 w 7467600"/>
              <a:gd name="connsiteY580" fmla="*/ 1306475 h 6858000"/>
              <a:gd name="connsiteX581" fmla="*/ 1507597 w 7467600"/>
              <a:gd name="connsiteY581" fmla="*/ 1446132 h 6858000"/>
              <a:gd name="connsiteX582" fmla="*/ 1674586 w 7467600"/>
              <a:gd name="connsiteY582" fmla="*/ 1813832 h 6858000"/>
              <a:gd name="connsiteX583" fmla="*/ 1815950 w 7467600"/>
              <a:gd name="connsiteY583" fmla="*/ 2128564 h 6858000"/>
              <a:gd name="connsiteX584" fmla="*/ 1984242 w 7467600"/>
              <a:gd name="connsiteY584" fmla="*/ 2430829 h 6858000"/>
              <a:gd name="connsiteX585" fmla="*/ 2014023 w 7467600"/>
              <a:gd name="connsiteY585" fmla="*/ 2450995 h 6858000"/>
              <a:gd name="connsiteX586" fmla="*/ 1747337 w 7467600"/>
              <a:gd name="connsiteY586" fmla="*/ 1855264 h 6858000"/>
              <a:gd name="connsiteX587" fmla="*/ 1533749 w 7467600"/>
              <a:gd name="connsiteY587" fmla="*/ 1478656 h 6858000"/>
              <a:gd name="connsiteX588" fmla="*/ 1431890 w 7467600"/>
              <a:gd name="connsiteY588" fmla="*/ 1306475 h 6858000"/>
              <a:gd name="connsiteX589" fmla="*/ 5052692 w 7467600"/>
              <a:gd name="connsiteY589" fmla="*/ 1292994 h 6858000"/>
              <a:gd name="connsiteX590" fmla="*/ 5200661 w 7467600"/>
              <a:gd name="connsiteY590" fmla="*/ 1635186 h 6858000"/>
              <a:gd name="connsiteX591" fmla="*/ 5297138 w 7467600"/>
              <a:gd name="connsiteY591" fmla="*/ 1906351 h 6858000"/>
              <a:gd name="connsiteX592" fmla="*/ 5052692 w 7467600"/>
              <a:gd name="connsiteY592" fmla="*/ 1292994 h 6858000"/>
              <a:gd name="connsiteX593" fmla="*/ 5009948 w 7467600"/>
              <a:gd name="connsiteY593" fmla="*/ 1273619 h 6858000"/>
              <a:gd name="connsiteX594" fmla="*/ 5121777 w 7467600"/>
              <a:gd name="connsiteY594" fmla="*/ 1654213 h 6858000"/>
              <a:gd name="connsiteX595" fmla="*/ 5293545 w 7467600"/>
              <a:gd name="connsiteY595" fmla="*/ 2072247 h 6858000"/>
              <a:gd name="connsiteX596" fmla="*/ 5294042 w 7467600"/>
              <a:gd name="connsiteY596" fmla="*/ 2065019 h 6858000"/>
              <a:gd name="connsiteX597" fmla="*/ 5171936 w 7467600"/>
              <a:gd name="connsiteY597" fmla="*/ 1647613 h 6858000"/>
              <a:gd name="connsiteX598" fmla="*/ 5009948 w 7467600"/>
              <a:gd name="connsiteY598" fmla="*/ 1273619 h 6858000"/>
              <a:gd name="connsiteX599" fmla="*/ 655236 w 7467600"/>
              <a:gd name="connsiteY599" fmla="*/ 1268632 h 6858000"/>
              <a:gd name="connsiteX600" fmla="*/ 839521 w 7467600"/>
              <a:gd name="connsiteY600" fmla="*/ 1685315 h 6858000"/>
              <a:gd name="connsiteX601" fmla="*/ 1109416 w 7467600"/>
              <a:gd name="connsiteY601" fmla="*/ 2061663 h 6858000"/>
              <a:gd name="connsiteX602" fmla="*/ 1298300 w 7467600"/>
              <a:gd name="connsiteY602" fmla="*/ 2247742 h 6858000"/>
              <a:gd name="connsiteX603" fmla="*/ 1125871 w 7467600"/>
              <a:gd name="connsiteY603" fmla="*/ 1989513 h 6858000"/>
              <a:gd name="connsiteX604" fmla="*/ 981574 w 7467600"/>
              <a:gd name="connsiteY604" fmla="*/ 1783157 h 6858000"/>
              <a:gd name="connsiteX605" fmla="*/ 922198 w 7467600"/>
              <a:gd name="connsiteY605" fmla="*/ 1677437 h 6858000"/>
              <a:gd name="connsiteX606" fmla="*/ 869293 w 7467600"/>
              <a:gd name="connsiteY606" fmla="*/ 1583214 h 6858000"/>
              <a:gd name="connsiteX607" fmla="*/ 751431 w 7467600"/>
              <a:gd name="connsiteY607" fmla="*/ 1405731 h 6858000"/>
              <a:gd name="connsiteX608" fmla="*/ 655236 w 7467600"/>
              <a:gd name="connsiteY608" fmla="*/ 1268632 h 6858000"/>
              <a:gd name="connsiteX609" fmla="*/ 6516292 w 7467600"/>
              <a:gd name="connsiteY609" fmla="*/ 1263064 h 6858000"/>
              <a:gd name="connsiteX610" fmla="*/ 5736320 w 7467600"/>
              <a:gd name="connsiteY610" fmla="*/ 1501803 h 6858000"/>
              <a:gd name="connsiteX611" fmla="*/ 6516292 w 7467600"/>
              <a:gd name="connsiteY611" fmla="*/ 1263064 h 6858000"/>
              <a:gd name="connsiteX612" fmla="*/ 291466 w 7467600"/>
              <a:gd name="connsiteY612" fmla="*/ 1250369 h 6858000"/>
              <a:gd name="connsiteX613" fmla="*/ 323180 w 7467600"/>
              <a:gd name="connsiteY613" fmla="*/ 1435283 h 6858000"/>
              <a:gd name="connsiteX614" fmla="*/ 349381 w 7467600"/>
              <a:gd name="connsiteY614" fmla="*/ 1875041 h 6858000"/>
              <a:gd name="connsiteX615" fmla="*/ 374363 w 7467600"/>
              <a:gd name="connsiteY615" fmla="*/ 1506494 h 6858000"/>
              <a:gd name="connsiteX616" fmla="*/ 302168 w 7467600"/>
              <a:gd name="connsiteY616" fmla="*/ 1274495 h 6858000"/>
              <a:gd name="connsiteX617" fmla="*/ 291466 w 7467600"/>
              <a:gd name="connsiteY617" fmla="*/ 1250369 h 6858000"/>
              <a:gd name="connsiteX618" fmla="*/ 678222 w 7467600"/>
              <a:gd name="connsiteY618" fmla="*/ 1248670 h 6858000"/>
              <a:gd name="connsiteX619" fmla="*/ 775536 w 7467600"/>
              <a:gd name="connsiteY619" fmla="*/ 1388015 h 6858000"/>
              <a:gd name="connsiteX620" fmla="*/ 894529 w 7467600"/>
              <a:gd name="connsiteY620" fmla="*/ 1567739 h 6858000"/>
              <a:gd name="connsiteX621" fmla="*/ 948000 w 7467600"/>
              <a:gd name="connsiteY621" fmla="*/ 1663088 h 6858000"/>
              <a:gd name="connsiteX622" fmla="*/ 1006812 w 7467600"/>
              <a:gd name="connsiteY622" fmla="*/ 1767683 h 6858000"/>
              <a:gd name="connsiteX623" fmla="*/ 1149133 w 7467600"/>
              <a:gd name="connsiteY623" fmla="*/ 1971513 h 6858000"/>
              <a:gd name="connsiteX624" fmla="*/ 1333952 w 7467600"/>
              <a:gd name="connsiteY624" fmla="*/ 2251620 h 6858000"/>
              <a:gd name="connsiteX625" fmla="*/ 1337329 w 7467600"/>
              <a:gd name="connsiteY625" fmla="*/ 2258350 h 6858000"/>
              <a:gd name="connsiteX626" fmla="*/ 1014726 w 7467600"/>
              <a:gd name="connsiteY626" fmla="*/ 1615556 h 6858000"/>
              <a:gd name="connsiteX627" fmla="*/ 678222 w 7467600"/>
              <a:gd name="connsiteY627" fmla="*/ 1248670 h 6858000"/>
              <a:gd name="connsiteX628" fmla="*/ 6691602 w 7467600"/>
              <a:gd name="connsiteY628" fmla="*/ 1140573 h 6858000"/>
              <a:gd name="connsiteX629" fmla="*/ 6571100 w 7467600"/>
              <a:gd name="connsiteY629" fmla="*/ 1183662 h 6858000"/>
              <a:gd name="connsiteX630" fmla="*/ 6241687 w 7467600"/>
              <a:gd name="connsiteY630" fmla="*/ 1257600 h 6858000"/>
              <a:gd name="connsiteX631" fmla="*/ 5693009 w 7467600"/>
              <a:gd name="connsiteY631" fmla="*/ 1478256 h 6858000"/>
              <a:gd name="connsiteX632" fmla="*/ 6548420 w 7467600"/>
              <a:gd name="connsiteY632" fmla="*/ 1214599 h 6858000"/>
              <a:gd name="connsiteX633" fmla="*/ 6605473 w 7467600"/>
              <a:gd name="connsiteY633" fmla="*/ 1184686 h 6858000"/>
              <a:gd name="connsiteX634" fmla="*/ 6691602 w 7467600"/>
              <a:gd name="connsiteY634" fmla="*/ 1140573 h 6858000"/>
              <a:gd name="connsiteX635" fmla="*/ 4002475 w 7467600"/>
              <a:gd name="connsiteY635" fmla="*/ 1037802 h 6858000"/>
              <a:gd name="connsiteX636" fmla="*/ 4000324 w 7467600"/>
              <a:gd name="connsiteY636" fmla="*/ 1039362 h 6858000"/>
              <a:gd name="connsiteX637" fmla="*/ 4002862 w 7467600"/>
              <a:gd name="connsiteY637" fmla="*/ 1042866 h 6858000"/>
              <a:gd name="connsiteX638" fmla="*/ 4002475 w 7467600"/>
              <a:gd name="connsiteY638" fmla="*/ 1037802 h 6858000"/>
              <a:gd name="connsiteX639" fmla="*/ 506322 w 7467600"/>
              <a:gd name="connsiteY639" fmla="*/ 1020997 h 6858000"/>
              <a:gd name="connsiteX640" fmla="*/ 533068 w 7467600"/>
              <a:gd name="connsiteY640" fmla="*/ 1029409 h 6858000"/>
              <a:gd name="connsiteX641" fmla="*/ 1232525 w 7467600"/>
              <a:gd name="connsiteY641" fmla="*/ 1804675 h 6858000"/>
              <a:gd name="connsiteX642" fmla="*/ 1388858 w 7467600"/>
              <a:gd name="connsiteY642" fmla="*/ 2368011 h 6858000"/>
              <a:gd name="connsiteX643" fmla="*/ 1384098 w 7467600"/>
              <a:gd name="connsiteY643" fmla="*/ 2378125 h 6858000"/>
              <a:gd name="connsiteX644" fmla="*/ 1425393 w 7467600"/>
              <a:gd name="connsiteY644" fmla="*/ 2589124 h 6858000"/>
              <a:gd name="connsiteX645" fmla="*/ 1424001 w 7467600"/>
              <a:gd name="connsiteY645" fmla="*/ 2597541 h 6858000"/>
              <a:gd name="connsiteX646" fmla="*/ 2152729 w 7467600"/>
              <a:gd name="connsiteY646" fmla="*/ 2864487 h 6858000"/>
              <a:gd name="connsiteX647" fmla="*/ 2020609 w 7467600"/>
              <a:gd name="connsiteY647" fmla="*/ 2539671 h 6858000"/>
              <a:gd name="connsiteX648" fmla="*/ 2018920 w 7467600"/>
              <a:gd name="connsiteY648" fmla="*/ 2536309 h 6858000"/>
              <a:gd name="connsiteX649" fmla="*/ 1342441 w 7467600"/>
              <a:gd name="connsiteY649" fmla="*/ 1173017 h 6858000"/>
              <a:gd name="connsiteX650" fmla="*/ 1367925 w 7467600"/>
              <a:gd name="connsiteY650" fmla="*/ 1135648 h 6858000"/>
              <a:gd name="connsiteX651" fmla="*/ 1771401 w 7467600"/>
              <a:gd name="connsiteY651" fmla="*/ 1806673 h 6858000"/>
              <a:gd name="connsiteX652" fmla="*/ 1972385 w 7467600"/>
              <a:gd name="connsiteY652" fmla="*/ 2198735 h 6858000"/>
              <a:gd name="connsiteX653" fmla="*/ 2040892 w 7467600"/>
              <a:gd name="connsiteY653" fmla="*/ 2405205 h 6858000"/>
              <a:gd name="connsiteX654" fmla="*/ 2131689 w 7467600"/>
              <a:gd name="connsiteY654" fmla="*/ 1936926 h 6858000"/>
              <a:gd name="connsiteX655" fmla="*/ 2454820 w 7467600"/>
              <a:gd name="connsiteY655" fmla="*/ 1248808 h 6858000"/>
              <a:gd name="connsiteX656" fmla="*/ 2492512 w 7467600"/>
              <a:gd name="connsiteY656" fmla="*/ 1302920 h 6858000"/>
              <a:gd name="connsiteX657" fmla="*/ 2081216 w 7467600"/>
              <a:gd name="connsiteY657" fmla="*/ 2527513 h 6858000"/>
              <a:gd name="connsiteX658" fmla="*/ 2081211 w 7467600"/>
              <a:gd name="connsiteY658" fmla="*/ 2528916 h 6858000"/>
              <a:gd name="connsiteX659" fmla="*/ 2199067 w 7467600"/>
              <a:gd name="connsiteY659" fmla="*/ 2884061 h 6858000"/>
              <a:gd name="connsiteX660" fmla="*/ 3192586 w 7467600"/>
              <a:gd name="connsiteY660" fmla="*/ 3411496 h 6858000"/>
              <a:gd name="connsiteX661" fmla="*/ 3182620 w 7467600"/>
              <a:gd name="connsiteY661" fmla="*/ 3483279 h 6858000"/>
              <a:gd name="connsiteX662" fmla="*/ 2435119 w 7467600"/>
              <a:gd name="connsiteY662" fmla="*/ 3080173 h 6858000"/>
              <a:gd name="connsiteX663" fmla="*/ 2410152 w 7467600"/>
              <a:gd name="connsiteY663" fmla="*/ 3063751 h 6858000"/>
              <a:gd name="connsiteX664" fmla="*/ 2408099 w 7467600"/>
              <a:gd name="connsiteY664" fmla="*/ 3064403 h 6858000"/>
              <a:gd name="connsiteX665" fmla="*/ 2407218 w 7467600"/>
              <a:gd name="connsiteY665" fmla="*/ 3070324 h 6858000"/>
              <a:gd name="connsiteX666" fmla="*/ 2380138 w 7467600"/>
              <a:gd name="connsiteY666" fmla="*/ 3099341 h 6858000"/>
              <a:gd name="connsiteX667" fmla="*/ 1765923 w 7467600"/>
              <a:gd name="connsiteY667" fmla="*/ 3581043 h 6858000"/>
              <a:gd name="connsiteX668" fmla="*/ 1702258 w 7467600"/>
              <a:gd name="connsiteY668" fmla="*/ 3612286 h 6858000"/>
              <a:gd name="connsiteX669" fmla="*/ 1538370 w 7467600"/>
              <a:gd name="connsiteY669" fmla="*/ 3811804 h 6858000"/>
              <a:gd name="connsiteX670" fmla="*/ 542867 w 7467600"/>
              <a:gd name="connsiteY670" fmla="*/ 4944092 h 6858000"/>
              <a:gd name="connsiteX671" fmla="*/ 515800 w 7467600"/>
              <a:gd name="connsiteY671" fmla="*/ 4862180 h 6858000"/>
              <a:gd name="connsiteX672" fmla="*/ 909145 w 7467600"/>
              <a:gd name="connsiteY672" fmla="*/ 4199225 h 6858000"/>
              <a:gd name="connsiteX673" fmla="*/ 1214067 w 7467600"/>
              <a:gd name="connsiteY673" fmla="*/ 3908561 h 6858000"/>
              <a:gd name="connsiteX674" fmla="*/ 640967 w 7467600"/>
              <a:gd name="connsiteY674" fmla="*/ 4105601 h 6858000"/>
              <a:gd name="connsiteX675" fmla="*/ 112563 w 7467600"/>
              <a:gd name="connsiteY675" fmla="*/ 4396952 h 6858000"/>
              <a:gd name="connsiteX676" fmla="*/ 0 w 7467600"/>
              <a:gd name="connsiteY676" fmla="*/ 4466006 h 6858000"/>
              <a:gd name="connsiteX677" fmla="*/ 0 w 7467600"/>
              <a:gd name="connsiteY677" fmla="*/ 4233763 h 6858000"/>
              <a:gd name="connsiteX678" fmla="*/ 36881 w 7467600"/>
              <a:gd name="connsiteY678" fmla="*/ 4200118 h 6858000"/>
              <a:gd name="connsiteX679" fmla="*/ 910534 w 7467600"/>
              <a:gd name="connsiteY679" fmla="*/ 3629753 h 6858000"/>
              <a:gd name="connsiteX680" fmla="*/ 1578717 w 7467600"/>
              <a:gd name="connsiteY680" fmla="*/ 3575982 h 6858000"/>
              <a:gd name="connsiteX681" fmla="*/ 2338780 w 7467600"/>
              <a:gd name="connsiteY681" fmla="*/ 3033725 h 6858000"/>
              <a:gd name="connsiteX682" fmla="*/ 1807991 w 7467600"/>
              <a:gd name="connsiteY682" fmla="*/ 2807184 h 6858000"/>
              <a:gd name="connsiteX683" fmla="*/ 1416358 w 7467600"/>
              <a:gd name="connsiteY683" fmla="*/ 3112571 h 6858000"/>
              <a:gd name="connsiteX684" fmla="*/ 939066 w 7467600"/>
              <a:gd name="connsiteY684" fmla="*/ 3378798 h 6858000"/>
              <a:gd name="connsiteX685" fmla="*/ 115099 w 7467600"/>
              <a:gd name="connsiteY685" fmla="*/ 3607650 h 6858000"/>
              <a:gd name="connsiteX686" fmla="*/ 97284 w 7467600"/>
              <a:gd name="connsiteY686" fmla="*/ 3520393 h 6858000"/>
              <a:gd name="connsiteX687" fmla="*/ 922050 w 7467600"/>
              <a:gd name="connsiteY687" fmla="*/ 3074867 h 6858000"/>
              <a:gd name="connsiteX688" fmla="*/ 1405265 w 7467600"/>
              <a:gd name="connsiteY688" fmla="*/ 3016319 h 6858000"/>
              <a:gd name="connsiteX689" fmla="*/ 1407512 w 7467600"/>
              <a:gd name="connsiteY689" fmla="*/ 3018001 h 6858000"/>
              <a:gd name="connsiteX690" fmla="*/ 1726266 w 7467600"/>
              <a:gd name="connsiteY690" fmla="*/ 2777274 h 6858000"/>
              <a:gd name="connsiteX691" fmla="*/ 625390 w 7467600"/>
              <a:gd name="connsiteY691" fmla="*/ 2514541 h 6858000"/>
              <a:gd name="connsiteX692" fmla="*/ 619799 w 7467600"/>
              <a:gd name="connsiteY692" fmla="*/ 2527180 h 6858000"/>
              <a:gd name="connsiteX693" fmla="*/ 310030 w 7467600"/>
              <a:gd name="connsiteY693" fmla="*/ 2771818 h 6858000"/>
              <a:gd name="connsiteX694" fmla="*/ 173877 w 7467600"/>
              <a:gd name="connsiteY694" fmla="*/ 2937056 h 6858000"/>
              <a:gd name="connsiteX695" fmla="*/ 77889 w 7467600"/>
              <a:gd name="connsiteY695" fmla="*/ 3138440 h 6858000"/>
              <a:gd name="connsiteX696" fmla="*/ 0 w 7467600"/>
              <a:gd name="connsiteY696" fmla="*/ 3271395 h 6858000"/>
              <a:gd name="connsiteX697" fmla="*/ 0 w 7467600"/>
              <a:gd name="connsiteY697" fmla="*/ 3153002 h 6858000"/>
              <a:gd name="connsiteX698" fmla="*/ 2386 w 7467600"/>
              <a:gd name="connsiteY698" fmla="*/ 3149203 h 6858000"/>
              <a:gd name="connsiteX699" fmla="*/ 89753 w 7467600"/>
              <a:gd name="connsiteY699" fmla="*/ 2987702 h 6858000"/>
              <a:gd name="connsiteX700" fmla="*/ 76869 w 7467600"/>
              <a:gd name="connsiteY700" fmla="*/ 3005404 h 6858000"/>
              <a:gd name="connsiteX701" fmla="*/ 32049 w 7467600"/>
              <a:gd name="connsiteY701" fmla="*/ 3065814 h 6858000"/>
              <a:gd name="connsiteX702" fmla="*/ 0 w 7467600"/>
              <a:gd name="connsiteY702" fmla="*/ 3108744 h 6858000"/>
              <a:gd name="connsiteX703" fmla="*/ 0 w 7467600"/>
              <a:gd name="connsiteY703" fmla="*/ 3058059 h 6858000"/>
              <a:gd name="connsiteX704" fmla="*/ 7610 w 7467600"/>
              <a:gd name="connsiteY704" fmla="*/ 3047889 h 6858000"/>
              <a:gd name="connsiteX705" fmla="*/ 52419 w 7467600"/>
              <a:gd name="connsiteY705" fmla="*/ 2987479 h 6858000"/>
              <a:gd name="connsiteX706" fmla="*/ 59142 w 7467600"/>
              <a:gd name="connsiteY706" fmla="*/ 2978488 h 6858000"/>
              <a:gd name="connsiteX707" fmla="*/ 0 w 7467600"/>
              <a:gd name="connsiteY707" fmla="*/ 3015334 h 6858000"/>
              <a:gd name="connsiteX708" fmla="*/ 0 w 7467600"/>
              <a:gd name="connsiteY708" fmla="*/ 2914286 h 6858000"/>
              <a:gd name="connsiteX709" fmla="*/ 36383 w 7467600"/>
              <a:gd name="connsiteY709" fmla="*/ 2901128 h 6858000"/>
              <a:gd name="connsiteX710" fmla="*/ 156329 w 7467600"/>
              <a:gd name="connsiteY710" fmla="*/ 2840533 h 6858000"/>
              <a:gd name="connsiteX711" fmla="*/ 358355 w 7467600"/>
              <a:gd name="connsiteY711" fmla="*/ 2620471 h 6858000"/>
              <a:gd name="connsiteX712" fmla="*/ 510577 w 7467600"/>
              <a:gd name="connsiteY712" fmla="*/ 2501244 h 6858000"/>
              <a:gd name="connsiteX713" fmla="*/ 211967 w 7467600"/>
              <a:gd name="connsiteY713" fmla="*/ 2479171 h 6858000"/>
              <a:gd name="connsiteX714" fmla="*/ 0 w 7467600"/>
              <a:gd name="connsiteY714" fmla="*/ 2476398 h 6858000"/>
              <a:gd name="connsiteX715" fmla="*/ 0 w 7467600"/>
              <a:gd name="connsiteY715" fmla="*/ 2389189 h 6858000"/>
              <a:gd name="connsiteX716" fmla="*/ 103062 w 7467600"/>
              <a:gd name="connsiteY716" fmla="*/ 2389518 h 6858000"/>
              <a:gd name="connsiteX717" fmla="*/ 510734 w 7467600"/>
              <a:gd name="connsiteY717" fmla="*/ 2416201 h 6858000"/>
              <a:gd name="connsiteX718" fmla="*/ 279257 w 7467600"/>
              <a:gd name="connsiteY718" fmla="*/ 2092102 h 6858000"/>
              <a:gd name="connsiteX719" fmla="*/ 65265 w 7467600"/>
              <a:gd name="connsiteY719" fmla="*/ 2006049 h 6858000"/>
              <a:gd name="connsiteX720" fmla="*/ 0 w 7467600"/>
              <a:gd name="connsiteY720" fmla="*/ 1982532 h 6858000"/>
              <a:gd name="connsiteX721" fmla="*/ 0 w 7467600"/>
              <a:gd name="connsiteY721" fmla="*/ 1912789 h 6858000"/>
              <a:gd name="connsiteX722" fmla="*/ 97460 w 7467600"/>
              <a:gd name="connsiteY722" fmla="*/ 1953725 h 6858000"/>
              <a:gd name="connsiteX723" fmla="*/ 221272 w 7467600"/>
              <a:gd name="connsiteY723" fmla="*/ 1980766 h 6858000"/>
              <a:gd name="connsiteX724" fmla="*/ 116765 w 7467600"/>
              <a:gd name="connsiteY724" fmla="*/ 1911033 h 6858000"/>
              <a:gd name="connsiteX725" fmla="*/ 16405 w 7467600"/>
              <a:gd name="connsiteY725" fmla="*/ 1803412 h 6858000"/>
              <a:gd name="connsiteX726" fmla="*/ 0 w 7467600"/>
              <a:gd name="connsiteY726" fmla="*/ 1784777 h 6858000"/>
              <a:gd name="connsiteX727" fmla="*/ 0 w 7467600"/>
              <a:gd name="connsiteY727" fmla="*/ 1740082 h 6858000"/>
              <a:gd name="connsiteX728" fmla="*/ 39394 w 7467600"/>
              <a:gd name="connsiteY728" fmla="*/ 1784856 h 6858000"/>
              <a:gd name="connsiteX729" fmla="*/ 135813 w 7467600"/>
              <a:gd name="connsiteY729" fmla="*/ 1888838 h 6858000"/>
              <a:gd name="connsiteX730" fmla="*/ 242575 w 7467600"/>
              <a:gd name="connsiteY730" fmla="*/ 1958841 h 6858000"/>
              <a:gd name="connsiteX731" fmla="*/ 82197 w 7467600"/>
              <a:gd name="connsiteY731" fmla="*/ 1754826 h 6858000"/>
              <a:gd name="connsiteX732" fmla="*/ 0 w 7467600"/>
              <a:gd name="connsiteY732" fmla="*/ 1679650 h 6858000"/>
              <a:gd name="connsiteX733" fmla="*/ 0 w 7467600"/>
              <a:gd name="connsiteY733" fmla="*/ 1602463 h 6858000"/>
              <a:gd name="connsiteX734" fmla="*/ 84689 w 7467600"/>
              <a:gd name="connsiteY734" fmla="*/ 1677442 h 6858000"/>
              <a:gd name="connsiteX735" fmla="*/ 298437 w 7467600"/>
              <a:gd name="connsiteY735" fmla="*/ 1968019 h 6858000"/>
              <a:gd name="connsiteX736" fmla="*/ 227269 w 7467600"/>
              <a:gd name="connsiteY736" fmla="*/ 1114064 h 6858000"/>
              <a:gd name="connsiteX737" fmla="*/ 248003 w 7467600"/>
              <a:gd name="connsiteY737" fmla="*/ 1089613 h 6858000"/>
              <a:gd name="connsiteX738" fmla="*/ 427020 w 7467600"/>
              <a:gd name="connsiteY738" fmla="*/ 1619803 h 6858000"/>
              <a:gd name="connsiteX739" fmla="*/ 340345 w 7467600"/>
              <a:gd name="connsiteY739" fmla="*/ 2027739 h 6858000"/>
              <a:gd name="connsiteX740" fmla="*/ 360865 w 7467600"/>
              <a:gd name="connsiteY740" fmla="*/ 2044827 h 6858000"/>
              <a:gd name="connsiteX741" fmla="*/ 560414 w 7467600"/>
              <a:gd name="connsiteY741" fmla="*/ 2421457 h 6858000"/>
              <a:gd name="connsiteX742" fmla="*/ 1359703 w 7467600"/>
              <a:gd name="connsiteY742" fmla="*/ 2578554 h 6858000"/>
              <a:gd name="connsiteX743" fmla="*/ 1359422 w 7467600"/>
              <a:gd name="connsiteY743" fmla="*/ 2577994 h 6858000"/>
              <a:gd name="connsiteX744" fmla="*/ 828701 w 7467600"/>
              <a:gd name="connsiteY744" fmla="*/ 1839520 h 6858000"/>
              <a:gd name="connsiteX745" fmla="*/ 494427 w 7467600"/>
              <a:gd name="connsiteY745" fmla="*/ 1092333 h 6858000"/>
              <a:gd name="connsiteX746" fmla="*/ 506322 w 7467600"/>
              <a:gd name="connsiteY746" fmla="*/ 1020997 h 6858000"/>
              <a:gd name="connsiteX747" fmla="*/ 4570198 w 7467600"/>
              <a:gd name="connsiteY747" fmla="*/ 978081 h 6858000"/>
              <a:gd name="connsiteX748" fmla="*/ 4523691 w 7467600"/>
              <a:gd name="connsiteY748" fmla="*/ 1127776 h 6858000"/>
              <a:gd name="connsiteX749" fmla="*/ 4509875 w 7467600"/>
              <a:gd name="connsiteY749" fmla="*/ 1167552 h 6858000"/>
              <a:gd name="connsiteX750" fmla="*/ 4478168 w 7467600"/>
              <a:gd name="connsiteY750" fmla="*/ 1260735 h 6858000"/>
              <a:gd name="connsiteX751" fmla="*/ 4409309 w 7467600"/>
              <a:gd name="connsiteY751" fmla="*/ 1666996 h 6858000"/>
              <a:gd name="connsiteX752" fmla="*/ 4370031 w 7467600"/>
              <a:gd name="connsiteY752" fmla="*/ 1955666 h 6858000"/>
              <a:gd name="connsiteX753" fmla="*/ 4570198 w 7467600"/>
              <a:gd name="connsiteY753" fmla="*/ 978081 h 6858000"/>
              <a:gd name="connsiteX754" fmla="*/ 4557898 w 7467600"/>
              <a:gd name="connsiteY754" fmla="*/ 900011 h 6858000"/>
              <a:gd name="connsiteX755" fmla="*/ 4344840 w 7467600"/>
              <a:gd name="connsiteY755" fmla="*/ 1922038 h 6858000"/>
              <a:gd name="connsiteX756" fmla="*/ 4378710 w 7467600"/>
              <a:gd name="connsiteY756" fmla="*/ 1665516 h 6858000"/>
              <a:gd name="connsiteX757" fmla="*/ 4448798 w 7467600"/>
              <a:gd name="connsiteY757" fmla="*/ 1253024 h 6858000"/>
              <a:gd name="connsiteX758" fmla="*/ 4480315 w 7467600"/>
              <a:gd name="connsiteY758" fmla="*/ 1158454 h 6858000"/>
              <a:gd name="connsiteX759" fmla="*/ 4494133 w 7467600"/>
              <a:gd name="connsiteY759" fmla="*/ 1118676 h 6858000"/>
              <a:gd name="connsiteX760" fmla="*/ 4557898 w 7467600"/>
              <a:gd name="connsiteY760" fmla="*/ 900011 h 6858000"/>
              <a:gd name="connsiteX761" fmla="*/ 5870151 w 7467600"/>
              <a:gd name="connsiteY761" fmla="*/ 898890 h 6858000"/>
              <a:gd name="connsiteX762" fmla="*/ 5861335 w 7467600"/>
              <a:gd name="connsiteY762" fmla="*/ 899177 h 6858000"/>
              <a:gd name="connsiteX763" fmla="*/ 5843702 w 7467600"/>
              <a:gd name="connsiteY763" fmla="*/ 899748 h 6858000"/>
              <a:gd name="connsiteX764" fmla="*/ 5651107 w 7467600"/>
              <a:gd name="connsiteY764" fmla="*/ 920306 h 6858000"/>
              <a:gd name="connsiteX765" fmla="*/ 5459407 w 7467600"/>
              <a:gd name="connsiteY765" fmla="*/ 940975 h 6858000"/>
              <a:gd name="connsiteX766" fmla="*/ 5374846 w 7467600"/>
              <a:gd name="connsiteY766" fmla="*/ 941988 h 6858000"/>
              <a:gd name="connsiteX767" fmla="*/ 5256105 w 7467600"/>
              <a:gd name="connsiteY767" fmla="*/ 945632 h 6858000"/>
              <a:gd name="connsiteX768" fmla="*/ 5107071 w 7467600"/>
              <a:gd name="connsiteY768" fmla="*/ 969720 h 6858000"/>
              <a:gd name="connsiteX769" fmla="*/ 4998681 w 7467600"/>
              <a:gd name="connsiteY769" fmla="*/ 988771 h 6858000"/>
              <a:gd name="connsiteX770" fmla="*/ 5870151 w 7467600"/>
              <a:gd name="connsiteY770" fmla="*/ 898890 h 6858000"/>
              <a:gd name="connsiteX771" fmla="*/ 5504425 w 7467600"/>
              <a:gd name="connsiteY771" fmla="*/ 848067 h 6858000"/>
              <a:gd name="connsiteX772" fmla="*/ 4968849 w 7467600"/>
              <a:gd name="connsiteY772" fmla="*/ 962318 h 6858000"/>
              <a:gd name="connsiteX773" fmla="*/ 5104039 w 7467600"/>
              <a:gd name="connsiteY773" fmla="*/ 940634 h 6858000"/>
              <a:gd name="connsiteX774" fmla="*/ 5256311 w 7467600"/>
              <a:gd name="connsiteY774" fmla="*/ 916490 h 6858000"/>
              <a:gd name="connsiteX775" fmla="*/ 5377381 w 7467600"/>
              <a:gd name="connsiteY775" fmla="*/ 912671 h 6858000"/>
              <a:gd name="connsiteX776" fmla="*/ 5460148 w 7467600"/>
              <a:gd name="connsiteY776" fmla="*/ 911442 h 6858000"/>
              <a:gd name="connsiteX777" fmla="*/ 5648971 w 7467600"/>
              <a:gd name="connsiteY777" fmla="*/ 891331 h 6858000"/>
              <a:gd name="connsiteX778" fmla="*/ 5844807 w 7467600"/>
              <a:gd name="connsiteY778" fmla="*/ 870718 h 6858000"/>
              <a:gd name="connsiteX779" fmla="*/ 5862975 w 7467600"/>
              <a:gd name="connsiteY779" fmla="*/ 869756 h 6858000"/>
              <a:gd name="connsiteX780" fmla="*/ 5920887 w 7467600"/>
              <a:gd name="connsiteY780" fmla="*/ 865929 h 6858000"/>
              <a:gd name="connsiteX781" fmla="*/ 5504425 w 7467600"/>
              <a:gd name="connsiteY781" fmla="*/ 848067 h 6858000"/>
              <a:gd name="connsiteX782" fmla="*/ 3607114 w 7467600"/>
              <a:gd name="connsiteY782" fmla="*/ 467441 h 6858000"/>
              <a:gd name="connsiteX783" fmla="*/ 3296242 w 7467600"/>
              <a:gd name="connsiteY783" fmla="*/ 807991 h 6858000"/>
              <a:gd name="connsiteX784" fmla="*/ 3174674 w 7467600"/>
              <a:gd name="connsiteY784" fmla="*/ 919759 h 6858000"/>
              <a:gd name="connsiteX785" fmla="*/ 3042978 w 7467600"/>
              <a:gd name="connsiteY785" fmla="*/ 1054894 h 6858000"/>
              <a:gd name="connsiteX786" fmla="*/ 2968914 w 7467600"/>
              <a:gd name="connsiteY786" fmla="*/ 1133756 h 6858000"/>
              <a:gd name="connsiteX787" fmla="*/ 3103823 w 7467600"/>
              <a:gd name="connsiteY787" fmla="*/ 1026814 h 6858000"/>
              <a:gd name="connsiteX788" fmla="*/ 3607114 w 7467600"/>
              <a:gd name="connsiteY788" fmla="*/ 467441 h 6858000"/>
              <a:gd name="connsiteX789" fmla="*/ 3744487 w 7467600"/>
              <a:gd name="connsiteY789" fmla="*/ 383136 h 6858000"/>
              <a:gd name="connsiteX790" fmla="*/ 3970213 w 7467600"/>
              <a:gd name="connsiteY790" fmla="*/ 995559 h 6858000"/>
              <a:gd name="connsiteX791" fmla="*/ 3744487 w 7467600"/>
              <a:gd name="connsiteY791" fmla="*/ 383136 h 6858000"/>
              <a:gd name="connsiteX792" fmla="*/ 3624562 w 7467600"/>
              <a:gd name="connsiteY792" fmla="*/ 367041 h 6858000"/>
              <a:gd name="connsiteX793" fmla="*/ 3489712 w 7467600"/>
              <a:gd name="connsiteY793" fmla="*/ 485386 h 6858000"/>
              <a:gd name="connsiteX794" fmla="*/ 3182994 w 7467600"/>
              <a:gd name="connsiteY794" fmla="*/ 828265 h 6858000"/>
              <a:gd name="connsiteX795" fmla="*/ 2892114 w 7467600"/>
              <a:gd name="connsiteY795" fmla="*/ 1172635 h 6858000"/>
              <a:gd name="connsiteX796" fmla="*/ 3021459 w 7467600"/>
              <a:gd name="connsiteY796" fmla="*/ 1035385 h 6858000"/>
              <a:gd name="connsiteX797" fmla="*/ 3153873 w 7467600"/>
              <a:gd name="connsiteY797" fmla="*/ 898971 h 6858000"/>
              <a:gd name="connsiteX798" fmla="*/ 3276511 w 7467600"/>
              <a:gd name="connsiteY798" fmla="*/ 786423 h 6858000"/>
              <a:gd name="connsiteX799" fmla="*/ 3584154 w 7467600"/>
              <a:gd name="connsiteY799" fmla="*/ 448218 h 6858000"/>
              <a:gd name="connsiteX800" fmla="*/ 3624562 w 7467600"/>
              <a:gd name="connsiteY800" fmla="*/ 367041 h 6858000"/>
              <a:gd name="connsiteX801" fmla="*/ 3766672 w 7467600"/>
              <a:gd name="connsiteY801" fmla="*/ 359429 h 6858000"/>
              <a:gd name="connsiteX802" fmla="*/ 3996338 w 7467600"/>
              <a:gd name="connsiteY802" fmla="*/ 968237 h 6858000"/>
              <a:gd name="connsiteX803" fmla="*/ 3766672 w 7467600"/>
              <a:gd name="connsiteY803" fmla="*/ 359429 h 6858000"/>
              <a:gd name="connsiteX804" fmla="*/ 5805386 w 7467600"/>
              <a:gd name="connsiteY804" fmla="*/ 239240 h 6858000"/>
              <a:gd name="connsiteX805" fmla="*/ 5736947 w 7467600"/>
              <a:gd name="connsiteY805" fmla="*/ 261367 h 6858000"/>
              <a:gd name="connsiteX806" fmla="*/ 5427012 w 7467600"/>
              <a:gd name="connsiteY806" fmla="*/ 311272 h 6858000"/>
              <a:gd name="connsiteX807" fmla="*/ 5147818 w 7467600"/>
              <a:gd name="connsiteY807" fmla="*/ 322112 h 6858000"/>
              <a:gd name="connsiteX808" fmla="*/ 5060854 w 7467600"/>
              <a:gd name="connsiteY808" fmla="*/ 311882 h 6858000"/>
              <a:gd name="connsiteX809" fmla="*/ 4945989 w 7467600"/>
              <a:gd name="connsiteY809" fmla="*/ 300516 h 6858000"/>
              <a:gd name="connsiteX810" fmla="*/ 5410479 w 7467600"/>
              <a:gd name="connsiteY810" fmla="*/ 348434 h 6858000"/>
              <a:gd name="connsiteX811" fmla="*/ 5805386 w 7467600"/>
              <a:gd name="connsiteY811" fmla="*/ 239240 h 6858000"/>
              <a:gd name="connsiteX812" fmla="*/ 5905192 w 7467600"/>
              <a:gd name="connsiteY812" fmla="*/ 163079 h 6858000"/>
              <a:gd name="connsiteX813" fmla="*/ 5865655 w 7467600"/>
              <a:gd name="connsiteY813" fmla="*/ 171901 h 6858000"/>
              <a:gd name="connsiteX814" fmla="*/ 5259740 w 7467600"/>
              <a:gd name="connsiteY814" fmla="*/ 257013 h 6858000"/>
              <a:gd name="connsiteX815" fmla="*/ 5208466 w 7467600"/>
              <a:gd name="connsiteY815" fmla="*/ 257550 h 6858000"/>
              <a:gd name="connsiteX816" fmla="*/ 4980204 w 7467600"/>
              <a:gd name="connsiteY816" fmla="*/ 271903 h 6858000"/>
              <a:gd name="connsiteX817" fmla="*/ 5068068 w 7467600"/>
              <a:gd name="connsiteY817" fmla="*/ 282244 h 6858000"/>
              <a:gd name="connsiteX818" fmla="*/ 5153231 w 7467600"/>
              <a:gd name="connsiteY818" fmla="*/ 292240 h 6858000"/>
              <a:gd name="connsiteX819" fmla="*/ 5426491 w 7467600"/>
              <a:gd name="connsiteY819" fmla="*/ 281128 h 6858000"/>
              <a:gd name="connsiteX820" fmla="*/ 5731212 w 7467600"/>
              <a:gd name="connsiteY820" fmla="*/ 231951 h 6858000"/>
              <a:gd name="connsiteX821" fmla="*/ 5905192 w 7467600"/>
              <a:gd name="connsiteY821" fmla="*/ 163079 h 6858000"/>
              <a:gd name="connsiteX822" fmla="*/ 5944437 w 7467600"/>
              <a:gd name="connsiteY822" fmla="*/ 113829 h 6858000"/>
              <a:gd name="connsiteX823" fmla="*/ 5825032 w 7467600"/>
              <a:gd name="connsiteY823" fmla="*/ 146405 h 6858000"/>
              <a:gd name="connsiteX824" fmla="*/ 4955599 w 7467600"/>
              <a:gd name="connsiteY824" fmla="*/ 247008 h 6858000"/>
              <a:gd name="connsiteX825" fmla="*/ 5210104 w 7467600"/>
              <a:gd name="connsiteY825" fmla="*/ 228123 h 6858000"/>
              <a:gd name="connsiteX826" fmla="*/ 5261015 w 7467600"/>
              <a:gd name="connsiteY826" fmla="*/ 227087 h 6858000"/>
              <a:gd name="connsiteX827" fmla="*/ 5861181 w 7467600"/>
              <a:gd name="connsiteY827" fmla="*/ 143093 h 6858000"/>
              <a:gd name="connsiteX828" fmla="*/ 5961252 w 7467600"/>
              <a:gd name="connsiteY828" fmla="*/ 114820 h 6858000"/>
              <a:gd name="connsiteX829" fmla="*/ 5944437 w 7467600"/>
              <a:gd name="connsiteY829" fmla="*/ 113829 h 6858000"/>
              <a:gd name="connsiteX830" fmla="*/ 3882765 w 7467600"/>
              <a:gd name="connsiteY830" fmla="*/ 0 h 6858000"/>
              <a:gd name="connsiteX831" fmla="*/ 3995099 w 7467600"/>
              <a:gd name="connsiteY831" fmla="*/ 0 h 6858000"/>
              <a:gd name="connsiteX832" fmla="*/ 4163818 w 7467600"/>
              <a:gd name="connsiteY832" fmla="*/ 234104 h 6858000"/>
              <a:gd name="connsiteX833" fmla="*/ 4172099 w 7467600"/>
              <a:gd name="connsiteY833" fmla="*/ 234207 h 6858000"/>
              <a:gd name="connsiteX834" fmla="*/ 4784282 w 7467600"/>
              <a:gd name="connsiteY834" fmla="*/ 276561 h 6858000"/>
              <a:gd name="connsiteX835" fmla="*/ 4801687 w 7467600"/>
              <a:gd name="connsiteY835" fmla="*/ 267764 h 6858000"/>
              <a:gd name="connsiteX836" fmla="*/ 6082788 w 7467600"/>
              <a:gd name="connsiteY836" fmla="*/ 64119 h 6858000"/>
              <a:gd name="connsiteX837" fmla="*/ 6099442 w 7467600"/>
              <a:gd name="connsiteY837" fmla="*/ 82568 h 6858000"/>
              <a:gd name="connsiteX838" fmla="*/ 4804137 w 7467600"/>
              <a:gd name="connsiteY838" fmla="*/ 320931 h 6858000"/>
              <a:gd name="connsiteX839" fmla="*/ 4227047 w 7467600"/>
              <a:gd name="connsiteY839" fmla="*/ 313415 h 6858000"/>
              <a:gd name="connsiteX840" fmla="*/ 4346041 w 7467600"/>
              <a:gd name="connsiteY840" fmla="*/ 456086 h 6858000"/>
              <a:gd name="connsiteX841" fmla="*/ 4870967 w 7467600"/>
              <a:gd name="connsiteY841" fmla="*/ 963061 h 6858000"/>
              <a:gd name="connsiteX842" fmla="*/ 4889647 w 7467600"/>
              <a:gd name="connsiteY842" fmla="*/ 957147 h 6858000"/>
              <a:gd name="connsiteX843" fmla="*/ 5422504 w 7467600"/>
              <a:gd name="connsiteY843" fmla="*/ 805191 h 6858000"/>
              <a:gd name="connsiteX844" fmla="*/ 6087656 w 7467600"/>
              <a:gd name="connsiteY844" fmla="*/ 826703 h 6858000"/>
              <a:gd name="connsiteX845" fmla="*/ 6058717 w 7467600"/>
              <a:gd name="connsiteY845" fmla="*/ 865992 h 6858000"/>
              <a:gd name="connsiteX846" fmla="*/ 4974153 w 7467600"/>
              <a:gd name="connsiteY846" fmla="*/ 1045456 h 6858000"/>
              <a:gd name="connsiteX847" fmla="*/ 5627835 w 7467600"/>
              <a:gd name="connsiteY847" fmla="*/ 1472077 h 6858000"/>
              <a:gd name="connsiteX848" fmla="*/ 5629817 w 7467600"/>
              <a:gd name="connsiteY848" fmla="*/ 1471412 h 6858000"/>
              <a:gd name="connsiteX849" fmla="*/ 5634124 w 7467600"/>
              <a:gd name="connsiteY849" fmla="*/ 1470572 h 6858000"/>
              <a:gd name="connsiteX850" fmla="*/ 5755832 w 7467600"/>
              <a:gd name="connsiteY850" fmla="*/ 1383886 h 6858000"/>
              <a:gd name="connsiteX851" fmla="*/ 6014186 w 7467600"/>
              <a:gd name="connsiteY851" fmla="*/ 1279799 h 6858000"/>
              <a:gd name="connsiteX852" fmla="*/ 6901619 w 7467600"/>
              <a:gd name="connsiteY852" fmla="*/ 1047874 h 6858000"/>
              <a:gd name="connsiteX853" fmla="*/ 6931566 w 7467600"/>
              <a:gd name="connsiteY853" fmla="*/ 1062034 h 6858000"/>
              <a:gd name="connsiteX854" fmla="*/ 5790982 w 7467600"/>
              <a:gd name="connsiteY854" fmla="*/ 1561380 h 6858000"/>
              <a:gd name="connsiteX855" fmla="*/ 6188971 w 7467600"/>
              <a:gd name="connsiteY855" fmla="*/ 1755168 h 6858000"/>
              <a:gd name="connsiteX856" fmla="*/ 6202446 w 7467600"/>
              <a:gd name="connsiteY856" fmla="*/ 1752268 h 6858000"/>
              <a:gd name="connsiteX857" fmla="*/ 7179560 w 7467600"/>
              <a:gd name="connsiteY857" fmla="*/ 1467551 h 6858000"/>
              <a:gd name="connsiteX858" fmla="*/ 7158730 w 7467600"/>
              <a:gd name="connsiteY858" fmla="*/ 1507835 h 6858000"/>
              <a:gd name="connsiteX859" fmla="*/ 6326959 w 7467600"/>
              <a:gd name="connsiteY859" fmla="*/ 1817686 h 6858000"/>
              <a:gd name="connsiteX860" fmla="*/ 6537433 w 7467600"/>
              <a:gd name="connsiteY860" fmla="*/ 1907790 h 6858000"/>
              <a:gd name="connsiteX861" fmla="*/ 6550221 w 7467600"/>
              <a:gd name="connsiteY861" fmla="*/ 1910729 h 6858000"/>
              <a:gd name="connsiteX862" fmla="*/ 6964438 w 7467600"/>
              <a:gd name="connsiteY862" fmla="*/ 2209505 h 6858000"/>
              <a:gd name="connsiteX863" fmla="*/ 7367862 w 7467600"/>
              <a:gd name="connsiteY863" fmla="*/ 2806833 h 6858000"/>
              <a:gd name="connsiteX864" fmla="*/ 7364329 w 7467600"/>
              <a:gd name="connsiteY864" fmla="*/ 2826907 h 6858000"/>
              <a:gd name="connsiteX865" fmla="*/ 7290545 w 7467600"/>
              <a:gd name="connsiteY865" fmla="*/ 2850663 h 6858000"/>
              <a:gd name="connsiteX866" fmla="*/ 6472036 w 7467600"/>
              <a:gd name="connsiteY866" fmla="*/ 1959003 h 6858000"/>
              <a:gd name="connsiteX867" fmla="*/ 5792897 w 7467600"/>
              <a:gd name="connsiteY867" fmla="*/ 1647747 h 6858000"/>
              <a:gd name="connsiteX868" fmla="*/ 5842751 w 7467600"/>
              <a:gd name="connsiteY868" fmla="*/ 1816112 h 6858000"/>
              <a:gd name="connsiteX869" fmla="*/ 5847424 w 7467600"/>
              <a:gd name="connsiteY869" fmla="*/ 1815776 h 6858000"/>
              <a:gd name="connsiteX870" fmla="*/ 6399821 w 7467600"/>
              <a:gd name="connsiteY870" fmla="*/ 2344799 h 6858000"/>
              <a:gd name="connsiteX871" fmla="*/ 6323232 w 7467600"/>
              <a:gd name="connsiteY871" fmla="*/ 2389634 h 6858000"/>
              <a:gd name="connsiteX872" fmla="*/ 5942958 w 7467600"/>
              <a:gd name="connsiteY872" fmla="*/ 2077708 h 6858000"/>
              <a:gd name="connsiteX873" fmla="*/ 5921559 w 7467600"/>
              <a:gd name="connsiteY873" fmla="*/ 2378596 h 6858000"/>
              <a:gd name="connsiteX874" fmla="*/ 5817651 w 7467600"/>
              <a:gd name="connsiteY874" fmla="*/ 3023919 h 6858000"/>
              <a:gd name="connsiteX875" fmla="*/ 5729634 w 7467600"/>
              <a:gd name="connsiteY875" fmla="*/ 3051849 h 6858000"/>
              <a:gd name="connsiteX876" fmla="*/ 5611018 w 7467600"/>
              <a:gd name="connsiteY876" fmla="*/ 2316769 h 6858000"/>
              <a:gd name="connsiteX877" fmla="*/ 5687608 w 7467600"/>
              <a:gd name="connsiteY877" fmla="*/ 2039972 h 6858000"/>
              <a:gd name="connsiteX878" fmla="*/ 5657554 w 7467600"/>
              <a:gd name="connsiteY878" fmla="*/ 1576445 h 6858000"/>
              <a:gd name="connsiteX879" fmla="*/ 5150475 w 7467600"/>
              <a:gd name="connsiteY879" fmla="*/ 1274012 h 6858000"/>
              <a:gd name="connsiteX880" fmla="*/ 5349142 w 7467600"/>
              <a:gd name="connsiteY880" fmla="*/ 2204405 h 6858000"/>
              <a:gd name="connsiteX881" fmla="*/ 5262214 w 7467600"/>
              <a:gd name="connsiteY881" fmla="*/ 2233836 h 6858000"/>
              <a:gd name="connsiteX882" fmla="*/ 4981539 w 7467600"/>
              <a:gd name="connsiteY882" fmla="*/ 1542201 h 6858000"/>
              <a:gd name="connsiteX883" fmla="*/ 4958461 w 7467600"/>
              <a:gd name="connsiteY883" fmla="*/ 1136957 h 6858000"/>
              <a:gd name="connsiteX884" fmla="*/ 4655015 w 7467600"/>
              <a:gd name="connsiteY884" fmla="*/ 891426 h 6858000"/>
              <a:gd name="connsiteX885" fmla="*/ 4348002 w 7467600"/>
              <a:gd name="connsiteY885" fmla="*/ 2205895 h 6858000"/>
              <a:gd name="connsiteX886" fmla="*/ 4262250 w 7467600"/>
              <a:gd name="connsiteY886" fmla="*/ 2219972 h 6858000"/>
              <a:gd name="connsiteX887" fmla="*/ 4550611 w 7467600"/>
              <a:gd name="connsiteY887" fmla="*/ 817540 h 6858000"/>
              <a:gd name="connsiteX888" fmla="*/ 4564418 w 7467600"/>
              <a:gd name="connsiteY888" fmla="*/ 808293 h 6858000"/>
              <a:gd name="connsiteX889" fmla="*/ 4266388 w 7467600"/>
              <a:gd name="connsiteY889" fmla="*/ 500083 h 6858000"/>
              <a:gd name="connsiteX890" fmla="*/ 4032842 w 7467600"/>
              <a:gd name="connsiteY890" fmla="*/ 211809 h 6858000"/>
              <a:gd name="connsiteX891" fmla="*/ 3882765 w 7467600"/>
              <a:gd name="connsiteY891" fmla="*/ 0 h 6858000"/>
              <a:gd name="connsiteX892" fmla="*/ 3721337 w 7467600"/>
              <a:gd name="connsiteY892" fmla="*/ 0 h 6858000"/>
              <a:gd name="connsiteX893" fmla="*/ 3797544 w 7467600"/>
              <a:gd name="connsiteY893" fmla="*/ 0 h 6858000"/>
              <a:gd name="connsiteX894" fmla="*/ 3775734 w 7467600"/>
              <a:gd name="connsiteY894" fmla="*/ 95131 h 6858000"/>
              <a:gd name="connsiteX895" fmla="*/ 3724807 w 7467600"/>
              <a:gd name="connsiteY895" fmla="*/ 272257 h 6858000"/>
              <a:gd name="connsiteX896" fmla="*/ 3726844 w 7467600"/>
              <a:gd name="connsiteY896" fmla="*/ 282988 h 6858000"/>
              <a:gd name="connsiteX897" fmla="*/ 3742664 w 7467600"/>
              <a:gd name="connsiteY897" fmla="*/ 279918 h 6858000"/>
              <a:gd name="connsiteX898" fmla="*/ 4103910 w 7467600"/>
              <a:gd name="connsiteY898" fmla="*/ 1161917 h 6858000"/>
              <a:gd name="connsiteX899" fmla="*/ 4020269 w 7467600"/>
              <a:gd name="connsiteY899" fmla="*/ 1200406 h 6858000"/>
              <a:gd name="connsiteX900" fmla="*/ 3674882 w 7467600"/>
              <a:gd name="connsiteY900" fmla="*/ 488524 h 6858000"/>
              <a:gd name="connsiteX901" fmla="*/ 3132682 w 7467600"/>
              <a:gd name="connsiteY901" fmla="*/ 1072284 h 6858000"/>
              <a:gd name="connsiteX902" fmla="*/ 2716346 w 7467600"/>
              <a:gd name="connsiteY902" fmla="*/ 1276376 h 6858000"/>
              <a:gd name="connsiteX903" fmla="*/ 2716772 w 7467600"/>
              <a:gd name="connsiteY903" fmla="*/ 1255462 h 6858000"/>
              <a:gd name="connsiteX904" fmla="*/ 3471096 w 7467600"/>
              <a:gd name="connsiteY904" fmla="*/ 437072 h 6858000"/>
              <a:gd name="connsiteX905" fmla="*/ 3639057 w 7467600"/>
              <a:gd name="connsiteY905" fmla="*/ 286334 h 6858000"/>
              <a:gd name="connsiteX906" fmla="*/ 3640309 w 7467600"/>
              <a:gd name="connsiteY906" fmla="*/ 284664 h 6858000"/>
              <a:gd name="connsiteX907" fmla="*/ 3646022 w 7467600"/>
              <a:gd name="connsiteY907" fmla="*/ 276711 h 6858000"/>
              <a:gd name="connsiteX908" fmla="*/ 3707943 w 7467600"/>
              <a:gd name="connsiteY908" fmla="*/ 65958 h 6858000"/>
              <a:gd name="connsiteX909" fmla="*/ 3721337 w 7467600"/>
              <a:gd name="connsiteY909" fmla="*/ 0 h 6858000"/>
              <a:gd name="connsiteX910" fmla="*/ 2867960 w 7467600"/>
              <a:gd name="connsiteY910" fmla="*/ 0 h 6858000"/>
              <a:gd name="connsiteX911" fmla="*/ 2926351 w 7467600"/>
              <a:gd name="connsiteY911" fmla="*/ 0 h 6858000"/>
              <a:gd name="connsiteX912" fmla="*/ 2902823 w 7467600"/>
              <a:gd name="connsiteY912" fmla="*/ 262929 h 6858000"/>
              <a:gd name="connsiteX913" fmla="*/ 2940663 w 7467600"/>
              <a:gd name="connsiteY913" fmla="*/ 140884 h 6858000"/>
              <a:gd name="connsiteX914" fmla="*/ 2947039 w 7467600"/>
              <a:gd name="connsiteY914" fmla="*/ 122524 h 6858000"/>
              <a:gd name="connsiteX915" fmla="*/ 2984316 w 7467600"/>
              <a:gd name="connsiteY915" fmla="*/ 0 h 6858000"/>
              <a:gd name="connsiteX916" fmla="*/ 3016114 w 7467600"/>
              <a:gd name="connsiteY916" fmla="*/ 0 h 6858000"/>
              <a:gd name="connsiteX917" fmla="*/ 2979949 w 7467600"/>
              <a:gd name="connsiteY917" fmla="*/ 119274 h 6858000"/>
              <a:gd name="connsiteX918" fmla="*/ 3023879 w 7467600"/>
              <a:gd name="connsiteY918" fmla="*/ 0 h 6858000"/>
              <a:gd name="connsiteX919" fmla="*/ 3105400 w 7467600"/>
              <a:gd name="connsiteY919" fmla="*/ 0 h 6858000"/>
              <a:gd name="connsiteX920" fmla="*/ 3094669 w 7467600"/>
              <a:gd name="connsiteY920" fmla="*/ 30308 h 6858000"/>
              <a:gd name="connsiteX921" fmla="*/ 2901945 w 7467600"/>
              <a:gd name="connsiteY921" fmla="*/ 466538 h 6858000"/>
              <a:gd name="connsiteX922" fmla="*/ 2815209 w 7467600"/>
              <a:gd name="connsiteY922" fmla="*/ 497361 h 6858000"/>
              <a:gd name="connsiteX923" fmla="*/ 2844845 w 7467600"/>
              <a:gd name="connsiteY923" fmla="*/ 127638 h 6858000"/>
              <a:gd name="connsiteX924" fmla="*/ 2867960 w 7467600"/>
              <a:gd name="connsiteY924" fmla="*/ 0 h 6858000"/>
              <a:gd name="connsiteX925" fmla="*/ 1057230 w 7467600"/>
              <a:gd name="connsiteY925" fmla="*/ 0 h 6858000"/>
              <a:gd name="connsiteX926" fmla="*/ 1111003 w 7467600"/>
              <a:gd name="connsiteY926" fmla="*/ 0 h 6858000"/>
              <a:gd name="connsiteX927" fmla="*/ 1125553 w 7467600"/>
              <a:gd name="connsiteY927" fmla="*/ 52588 h 6858000"/>
              <a:gd name="connsiteX928" fmla="*/ 1304276 w 7467600"/>
              <a:gd name="connsiteY928" fmla="*/ 476275 h 6858000"/>
              <a:gd name="connsiteX929" fmla="*/ 1492066 w 7467600"/>
              <a:gd name="connsiteY929" fmla="*/ 886333 h 6858000"/>
              <a:gd name="connsiteX930" fmla="*/ 1423698 w 7467600"/>
              <a:gd name="connsiteY930" fmla="*/ 710817 h 6858000"/>
              <a:gd name="connsiteX931" fmla="*/ 1357609 w 7467600"/>
              <a:gd name="connsiteY931" fmla="*/ 532892 h 6858000"/>
              <a:gd name="connsiteX932" fmla="*/ 1309550 w 7467600"/>
              <a:gd name="connsiteY932" fmla="*/ 374031 h 6858000"/>
              <a:gd name="connsiteX933" fmla="*/ 1193673 w 7467600"/>
              <a:gd name="connsiteY933" fmla="*/ 49533 h 6858000"/>
              <a:gd name="connsiteX934" fmla="*/ 1164391 w 7467600"/>
              <a:gd name="connsiteY934" fmla="*/ 0 h 6858000"/>
              <a:gd name="connsiteX935" fmla="*/ 1200666 w 7467600"/>
              <a:gd name="connsiteY935" fmla="*/ 0 h 6858000"/>
              <a:gd name="connsiteX936" fmla="*/ 1223408 w 7467600"/>
              <a:gd name="connsiteY936" fmla="*/ 38996 h 6858000"/>
              <a:gd name="connsiteX937" fmla="*/ 1339635 w 7467600"/>
              <a:gd name="connsiteY937" fmla="*/ 365517 h 6858000"/>
              <a:gd name="connsiteX938" fmla="*/ 1387469 w 7467600"/>
              <a:gd name="connsiteY938" fmla="*/ 523079 h 6858000"/>
              <a:gd name="connsiteX939" fmla="*/ 1452685 w 7467600"/>
              <a:gd name="connsiteY939" fmla="*/ 699806 h 6858000"/>
              <a:gd name="connsiteX940" fmla="*/ 1492092 w 7467600"/>
              <a:gd name="connsiteY940" fmla="*/ 800424 h 6858000"/>
              <a:gd name="connsiteX941" fmla="*/ 1455302 w 7467600"/>
              <a:gd name="connsiteY941" fmla="*/ 632913 h 6858000"/>
              <a:gd name="connsiteX942" fmla="*/ 1222336 w 7467600"/>
              <a:gd name="connsiteY942" fmla="*/ 9480 h 6858000"/>
              <a:gd name="connsiteX943" fmla="*/ 1214634 w 7467600"/>
              <a:gd name="connsiteY943" fmla="*/ 0 h 6858000"/>
              <a:gd name="connsiteX944" fmla="*/ 1289827 w 7467600"/>
              <a:gd name="connsiteY944" fmla="*/ 0 h 6858000"/>
              <a:gd name="connsiteX945" fmla="*/ 1321076 w 7467600"/>
              <a:gd name="connsiteY945" fmla="*/ 59722 h 6858000"/>
              <a:gd name="connsiteX946" fmla="*/ 1512579 w 7467600"/>
              <a:gd name="connsiteY946" fmla="*/ 626441 h 6858000"/>
              <a:gd name="connsiteX947" fmla="*/ 1506076 w 7467600"/>
              <a:gd name="connsiteY947" fmla="*/ 1089289 h 6858000"/>
              <a:gd name="connsiteX948" fmla="*/ 1486346 w 7467600"/>
              <a:gd name="connsiteY948" fmla="*/ 1079919 h 6858000"/>
              <a:gd name="connsiteX949" fmla="*/ 1070511 w 7467600"/>
              <a:gd name="connsiteY949" fmla="*/ 48609 h 6858000"/>
              <a:gd name="connsiteX950" fmla="*/ 1057230 w 7467600"/>
              <a:gd name="connsiteY950" fmla="*/ 0 h 6858000"/>
              <a:gd name="connsiteX951" fmla="*/ 43151 w 7467600"/>
              <a:gd name="connsiteY951" fmla="*/ 0 h 6858000"/>
              <a:gd name="connsiteX952" fmla="*/ 95283 w 7467600"/>
              <a:gd name="connsiteY952" fmla="*/ 0 h 6858000"/>
              <a:gd name="connsiteX953" fmla="*/ 300708 w 7467600"/>
              <a:gd name="connsiteY953" fmla="*/ 154571 h 6858000"/>
              <a:gd name="connsiteX954" fmla="*/ 530414 w 7467600"/>
              <a:gd name="connsiteY954" fmla="*/ 354673 h 6858000"/>
              <a:gd name="connsiteX955" fmla="*/ 333785 w 7467600"/>
              <a:gd name="connsiteY955" fmla="*/ 161564 h 6858000"/>
              <a:gd name="connsiteX956" fmla="*/ 147005 w 7467600"/>
              <a:gd name="connsiteY956" fmla="*/ 0 h 6858000"/>
              <a:gd name="connsiteX957" fmla="*/ 272509 w 7467600"/>
              <a:gd name="connsiteY957" fmla="*/ 0 h 6858000"/>
              <a:gd name="connsiteX958" fmla="*/ 326276 w 7467600"/>
              <a:gd name="connsiteY958" fmla="*/ 45847 h 6858000"/>
              <a:gd name="connsiteX959" fmla="*/ 823759 w 7467600"/>
              <a:gd name="connsiteY959" fmla="*/ 574145 h 6858000"/>
              <a:gd name="connsiteX960" fmla="*/ 811254 w 7467600"/>
              <a:gd name="connsiteY960" fmla="*/ 665546 h 6858000"/>
              <a:gd name="connsiteX961" fmla="*/ 154042 w 7467600"/>
              <a:gd name="connsiteY961" fmla="*/ 261522 h 6858000"/>
              <a:gd name="connsiteX962" fmla="*/ 13550 w 7467600"/>
              <a:gd name="connsiteY962" fmla="*/ 158423 h 6858000"/>
              <a:gd name="connsiteX963" fmla="*/ 0 w 7467600"/>
              <a:gd name="connsiteY963" fmla="*/ 146618 h 6858000"/>
              <a:gd name="connsiteX964" fmla="*/ 0 w 7467600"/>
              <a:gd name="connsiteY964" fmla="*/ 59161 h 6858000"/>
              <a:gd name="connsiteX965" fmla="*/ 45427 w 7467600"/>
              <a:gd name="connsiteY965" fmla="*/ 101078 h 6858000"/>
              <a:gd name="connsiteX966" fmla="*/ 630103 w 7467600"/>
              <a:gd name="connsiteY966" fmla="*/ 485885 h 6858000"/>
              <a:gd name="connsiteX967" fmla="*/ 532040 w 7467600"/>
              <a:gd name="connsiteY967" fmla="*/ 399359 h 6858000"/>
              <a:gd name="connsiteX968" fmla="*/ 517618 w 7467600"/>
              <a:gd name="connsiteY968" fmla="*/ 385726 h 6858000"/>
              <a:gd name="connsiteX969" fmla="*/ 285074 w 7467600"/>
              <a:gd name="connsiteY969" fmla="*/ 182755 h 6858000"/>
              <a:gd name="connsiteX970" fmla="*/ 43151 w 7467600"/>
              <a:gd name="connsiteY97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1456157 w 7467600"/>
              <a:gd name="connsiteY91" fmla="*/ 5371404 h 6858000"/>
              <a:gd name="connsiteX92" fmla="*/ 1244432 w 7467600"/>
              <a:gd name="connsiteY92" fmla="*/ 5385601 h 6858000"/>
              <a:gd name="connsiteX93" fmla="*/ 973990 w 7467600"/>
              <a:gd name="connsiteY93" fmla="*/ 5424940 h 6858000"/>
              <a:gd name="connsiteX94" fmla="*/ 1103809 w 7467600"/>
              <a:gd name="connsiteY94" fmla="*/ 5433720 h 6858000"/>
              <a:gd name="connsiteX95" fmla="*/ 1123454 w 7467600"/>
              <a:gd name="connsiteY95" fmla="*/ 5435727 h 6858000"/>
              <a:gd name="connsiteX96" fmla="*/ 1737017 w 7467600"/>
              <a:gd name="connsiteY96" fmla="*/ 5452183 h 6858000"/>
              <a:gd name="connsiteX97" fmla="*/ 1824397 w 7467600"/>
              <a:gd name="connsiteY97" fmla="*/ 5447757 h 6858000"/>
              <a:gd name="connsiteX98" fmla="*/ 2070059 w 7467600"/>
              <a:gd name="connsiteY98" fmla="*/ 5441660 h 6858000"/>
              <a:gd name="connsiteX99" fmla="*/ 1456157 w 7467600"/>
              <a:gd name="connsiteY99" fmla="*/ 5371404 h 6858000"/>
              <a:gd name="connsiteX100" fmla="*/ 4988186 w 7467600"/>
              <a:gd name="connsiteY100" fmla="*/ 5216467 h 6858000"/>
              <a:gd name="connsiteX101" fmla="*/ 4777334 w 7467600"/>
              <a:gd name="connsiteY101" fmla="*/ 5406072 h 6858000"/>
              <a:gd name="connsiteX102" fmla="*/ 4718341 w 7467600"/>
              <a:gd name="connsiteY102" fmla="*/ 5468043 h 6858000"/>
              <a:gd name="connsiteX103" fmla="*/ 4604655 w 7467600"/>
              <a:gd name="connsiteY103" fmla="*/ 5583434 h 6858000"/>
              <a:gd name="connsiteX104" fmla="*/ 4565074 w 7467600"/>
              <a:gd name="connsiteY104" fmla="*/ 5618550 h 6858000"/>
              <a:gd name="connsiteX105" fmla="*/ 4988186 w 7467600"/>
              <a:gd name="connsiteY105" fmla="*/ 5216467 h 6858000"/>
              <a:gd name="connsiteX106" fmla="*/ 4978032 w 7467600"/>
              <a:gd name="connsiteY106" fmla="*/ 5183809 h 6858000"/>
              <a:gd name="connsiteX107" fmla="*/ 4463413 w 7467600"/>
              <a:gd name="connsiteY107" fmla="*/ 5615162 h 6858000"/>
              <a:gd name="connsiteX108" fmla="*/ 4358134 w 7467600"/>
              <a:gd name="connsiteY108" fmla="*/ 5742791 h 6858000"/>
              <a:gd name="connsiteX109" fmla="*/ 4376219 w 7467600"/>
              <a:gd name="connsiteY109" fmla="*/ 5729027 h 6858000"/>
              <a:gd name="connsiteX110" fmla="*/ 4582340 w 7467600"/>
              <a:gd name="connsiteY110" fmla="*/ 5561037 h 6858000"/>
              <a:gd name="connsiteX111" fmla="*/ 4694684 w 7467600"/>
              <a:gd name="connsiteY111" fmla="*/ 5447098 h 6858000"/>
              <a:gd name="connsiteX112" fmla="*/ 4754123 w 7467600"/>
              <a:gd name="connsiteY112" fmla="*/ 5384643 h 6858000"/>
              <a:gd name="connsiteX113" fmla="*/ 4978032 w 7467600"/>
              <a:gd name="connsiteY113" fmla="*/ 5183809 h 6858000"/>
              <a:gd name="connsiteX114" fmla="*/ 1903353 w 7467600"/>
              <a:gd name="connsiteY114" fmla="*/ 5044827 h 6858000"/>
              <a:gd name="connsiteX115" fmla="*/ 1936931 w 7467600"/>
              <a:gd name="connsiteY115" fmla="*/ 5093954 h 6858000"/>
              <a:gd name="connsiteX116" fmla="*/ 2195868 w 7467600"/>
              <a:gd name="connsiteY116" fmla="*/ 5396574 h 6858000"/>
              <a:gd name="connsiteX117" fmla="*/ 2088852 w 7467600"/>
              <a:gd name="connsiteY117" fmla="*/ 5166123 h 6858000"/>
              <a:gd name="connsiteX118" fmla="*/ 1958241 w 7467600"/>
              <a:gd name="connsiteY118" fmla="*/ 5067955 h 6858000"/>
              <a:gd name="connsiteX119" fmla="*/ 1903353 w 7467600"/>
              <a:gd name="connsiteY119" fmla="*/ 5044827 h 6858000"/>
              <a:gd name="connsiteX120" fmla="*/ 1979378 w 7467600"/>
              <a:gd name="connsiteY120" fmla="*/ 4769504 h 6858000"/>
              <a:gd name="connsiteX121" fmla="*/ 2882120 w 7467600"/>
              <a:gd name="connsiteY121" fmla="*/ 5064547 h 6858000"/>
              <a:gd name="connsiteX122" fmla="*/ 2793103 w 7467600"/>
              <a:gd name="connsiteY122" fmla="*/ 5039699 h 6858000"/>
              <a:gd name="connsiteX123" fmla="*/ 2770041 w 7467600"/>
              <a:gd name="connsiteY123" fmla="*/ 5033634 h 6858000"/>
              <a:gd name="connsiteX124" fmla="*/ 1979378 w 7467600"/>
              <a:gd name="connsiteY124" fmla="*/ 4769504 h 6858000"/>
              <a:gd name="connsiteX125" fmla="*/ 1927410 w 7467600"/>
              <a:gd name="connsiteY125" fmla="*/ 4716164 h 6858000"/>
              <a:gd name="connsiteX126" fmla="*/ 1959587 w 7467600"/>
              <a:gd name="connsiteY126" fmla="*/ 4728849 h 6858000"/>
              <a:gd name="connsiteX127" fmla="*/ 2777707 w 7467600"/>
              <a:gd name="connsiteY127" fmla="*/ 5003991 h 6858000"/>
              <a:gd name="connsiteX128" fmla="*/ 2800768 w 7467600"/>
              <a:gd name="connsiteY128" fmla="*/ 5010056 h 6858000"/>
              <a:gd name="connsiteX129" fmla="*/ 2879408 w 7467600"/>
              <a:gd name="connsiteY129" fmla="*/ 5031590 h 6858000"/>
              <a:gd name="connsiteX130" fmla="*/ 2862295 w 7467600"/>
              <a:gd name="connsiteY130" fmla="*/ 5022958 h 6858000"/>
              <a:gd name="connsiteX131" fmla="*/ 2813343 w 7467600"/>
              <a:gd name="connsiteY131" fmla="*/ 4998369 h 6858000"/>
              <a:gd name="connsiteX132" fmla="*/ 2646245 w 7467600"/>
              <a:gd name="connsiteY132" fmla="*/ 4930999 h 6858000"/>
              <a:gd name="connsiteX133" fmla="*/ 1999243 w 7467600"/>
              <a:gd name="connsiteY133" fmla="*/ 4730524 h 6858000"/>
              <a:gd name="connsiteX134" fmla="*/ 1979527 w 7467600"/>
              <a:gd name="connsiteY134" fmla="*/ 4726651 h 6858000"/>
              <a:gd name="connsiteX135" fmla="*/ 1927410 w 7467600"/>
              <a:gd name="connsiteY135" fmla="*/ 4716164 h 6858000"/>
              <a:gd name="connsiteX136" fmla="*/ 1997014 w 7467600"/>
              <a:gd name="connsiteY136" fmla="*/ 4698007 h 6858000"/>
              <a:gd name="connsiteX137" fmla="*/ 2005458 w 7467600"/>
              <a:gd name="connsiteY137" fmla="*/ 4699540 h 6858000"/>
              <a:gd name="connsiteX138" fmla="*/ 2657186 w 7467600"/>
              <a:gd name="connsiteY138" fmla="*/ 4901687 h 6858000"/>
              <a:gd name="connsiteX139" fmla="*/ 2826662 w 7467600"/>
              <a:gd name="connsiteY139" fmla="*/ 4970362 h 6858000"/>
              <a:gd name="connsiteX140" fmla="*/ 2876100 w 7467600"/>
              <a:gd name="connsiteY140" fmla="*/ 4995397 h 6858000"/>
              <a:gd name="connsiteX141" fmla="*/ 3042600 w 7467600"/>
              <a:gd name="connsiteY141" fmla="*/ 5059532 h 6858000"/>
              <a:gd name="connsiteX142" fmla="*/ 1997014 w 7467600"/>
              <a:gd name="connsiteY142" fmla="*/ 4698007 h 6858000"/>
              <a:gd name="connsiteX143" fmla="*/ 2305292 w 7467600"/>
              <a:gd name="connsiteY143" fmla="*/ 4219492 h 6858000"/>
              <a:gd name="connsiteX144" fmla="*/ 3360922 w 7467600"/>
              <a:gd name="connsiteY144" fmla="*/ 4529373 h 6858000"/>
              <a:gd name="connsiteX145" fmla="*/ 3492420 w 7467600"/>
              <a:gd name="connsiteY145" fmla="*/ 4510145 h 6858000"/>
              <a:gd name="connsiteX146" fmla="*/ 3364086 w 7467600"/>
              <a:gd name="connsiteY146" fmla="*/ 4480340 h 6858000"/>
              <a:gd name="connsiteX147" fmla="*/ 3225818 w 7467600"/>
              <a:gd name="connsiteY147" fmla="*/ 4411822 h 6858000"/>
              <a:gd name="connsiteX148" fmla="*/ 3129696 w 7467600"/>
              <a:gd name="connsiteY148" fmla="*/ 4360704 h 6858000"/>
              <a:gd name="connsiteX149" fmla="*/ 2814545 w 7467600"/>
              <a:gd name="connsiteY149" fmla="*/ 4282955 h 6858000"/>
              <a:gd name="connsiteX150" fmla="*/ 2305292 w 7467600"/>
              <a:gd name="connsiteY150" fmla="*/ 4219492 h 6858000"/>
              <a:gd name="connsiteX151" fmla="*/ 2626982 w 7467600"/>
              <a:gd name="connsiteY151" fmla="*/ 4206450 h 6858000"/>
              <a:gd name="connsiteX152" fmla="*/ 2490617 w 7467600"/>
              <a:gd name="connsiteY152" fmla="*/ 4206951 h 6858000"/>
              <a:gd name="connsiteX153" fmla="*/ 2819869 w 7467600"/>
              <a:gd name="connsiteY153" fmla="*/ 4252936 h 6858000"/>
              <a:gd name="connsiteX154" fmla="*/ 3143018 w 7467600"/>
              <a:gd name="connsiteY154" fmla="*/ 4332698 h 6858000"/>
              <a:gd name="connsiteX155" fmla="*/ 3241520 w 7467600"/>
              <a:gd name="connsiteY155" fmla="*/ 4385112 h 6858000"/>
              <a:gd name="connsiteX156" fmla="*/ 3374575 w 7467600"/>
              <a:gd name="connsiteY156" fmla="*/ 4451517 h 6858000"/>
              <a:gd name="connsiteX157" fmla="*/ 3505221 w 7467600"/>
              <a:gd name="connsiteY157" fmla="*/ 4480757 h 6858000"/>
              <a:gd name="connsiteX158" fmla="*/ 2626982 w 7467600"/>
              <a:gd name="connsiteY158" fmla="*/ 4206450 h 6858000"/>
              <a:gd name="connsiteX159" fmla="*/ 1310106 w 7467600"/>
              <a:gd name="connsiteY159" fmla="*/ 3943217 h 6858000"/>
              <a:gd name="connsiteX160" fmla="*/ 854994 w 7467600"/>
              <a:gd name="connsiteY160" fmla="*/ 4399136 h 6858000"/>
              <a:gd name="connsiteX161" fmla="*/ 742462 w 7467600"/>
              <a:gd name="connsiteY161" fmla="*/ 4594648 h 6858000"/>
              <a:gd name="connsiteX162" fmla="*/ 820602 w 7467600"/>
              <a:gd name="connsiteY162" fmla="*/ 4485915 h 6858000"/>
              <a:gd name="connsiteX163" fmla="*/ 878295 w 7467600"/>
              <a:gd name="connsiteY163" fmla="*/ 4403594 h 6858000"/>
              <a:gd name="connsiteX164" fmla="*/ 1240607 w 7467600"/>
              <a:gd name="connsiteY164" fmla="*/ 4010401 h 6858000"/>
              <a:gd name="connsiteX165" fmla="*/ 1310106 w 7467600"/>
              <a:gd name="connsiteY165" fmla="*/ 3943217 h 6858000"/>
              <a:gd name="connsiteX166" fmla="*/ 1423113 w 7467600"/>
              <a:gd name="connsiteY166" fmla="*/ 3874565 h 6858000"/>
              <a:gd name="connsiteX167" fmla="*/ 1260565 w 7467600"/>
              <a:gd name="connsiteY167" fmla="*/ 4031982 h 6858000"/>
              <a:gd name="connsiteX168" fmla="*/ 901900 w 7467600"/>
              <a:gd name="connsiteY168" fmla="*/ 4421236 h 6858000"/>
              <a:gd name="connsiteX169" fmla="*/ 845044 w 7467600"/>
              <a:gd name="connsiteY169" fmla="*/ 4502436 h 6858000"/>
              <a:gd name="connsiteX170" fmla="*/ 685926 w 7467600"/>
              <a:gd name="connsiteY170" fmla="*/ 4703069 h 6858000"/>
              <a:gd name="connsiteX171" fmla="*/ 684248 w 7467600"/>
              <a:gd name="connsiteY171" fmla="*/ 4706721 h 6858000"/>
              <a:gd name="connsiteX172" fmla="*/ 1423113 w 7467600"/>
              <a:gd name="connsiteY172" fmla="*/ 3874565 h 6858000"/>
              <a:gd name="connsiteX173" fmla="*/ 3316479 w 7467600"/>
              <a:gd name="connsiteY173" fmla="*/ 3872136 h 6858000"/>
              <a:gd name="connsiteX174" fmla="*/ 3546806 w 7467600"/>
              <a:gd name="connsiteY174" fmla="*/ 4356139 h 6858000"/>
              <a:gd name="connsiteX175" fmla="*/ 3364433 w 7467600"/>
              <a:gd name="connsiteY175" fmla="*/ 3953121 h 6858000"/>
              <a:gd name="connsiteX176" fmla="*/ 3316479 w 7467600"/>
              <a:gd name="connsiteY176" fmla="*/ 3872136 h 6858000"/>
              <a:gd name="connsiteX177" fmla="*/ 3291335 w 7467600"/>
              <a:gd name="connsiteY177" fmla="*/ 3767420 h 6858000"/>
              <a:gd name="connsiteX178" fmla="*/ 3390805 w 7467600"/>
              <a:gd name="connsiteY178" fmla="*/ 3937163 h 6858000"/>
              <a:gd name="connsiteX179" fmla="*/ 3579062 w 7467600"/>
              <a:gd name="connsiteY179" fmla="*/ 4359040 h 6858000"/>
              <a:gd name="connsiteX180" fmla="*/ 3467355 w 7467600"/>
              <a:gd name="connsiteY180" fmla="*/ 3988130 h 6858000"/>
              <a:gd name="connsiteX181" fmla="*/ 3310753 w 7467600"/>
              <a:gd name="connsiteY181" fmla="*/ 3787140 h 6858000"/>
              <a:gd name="connsiteX182" fmla="*/ 3291335 w 7467600"/>
              <a:gd name="connsiteY182" fmla="*/ 3767420 h 6858000"/>
              <a:gd name="connsiteX183" fmla="*/ 1635889 w 7467600"/>
              <a:gd name="connsiteY183" fmla="*/ 3709494 h 6858000"/>
              <a:gd name="connsiteX184" fmla="*/ 1634800 w 7467600"/>
              <a:gd name="connsiteY184" fmla="*/ 3731111 h 6858000"/>
              <a:gd name="connsiteX185" fmla="*/ 1635889 w 7467600"/>
              <a:gd name="connsiteY185" fmla="*/ 3709494 h 6858000"/>
              <a:gd name="connsiteX186" fmla="*/ 1510397 w 7467600"/>
              <a:gd name="connsiteY186" fmla="*/ 3684705 h 6858000"/>
              <a:gd name="connsiteX187" fmla="*/ 1146550 w 7467600"/>
              <a:gd name="connsiteY187" fmla="*/ 3802012 h 6858000"/>
              <a:gd name="connsiteX188" fmla="*/ 698834 w 7467600"/>
              <a:gd name="connsiteY188" fmla="*/ 3952272 h 6858000"/>
              <a:gd name="connsiteX189" fmla="*/ 34256 w 7467600"/>
              <a:gd name="connsiteY189" fmla="*/ 4347603 h 6858000"/>
              <a:gd name="connsiteX190" fmla="*/ 527241 w 7467600"/>
              <a:gd name="connsiteY190" fmla="*/ 4065078 h 6858000"/>
              <a:gd name="connsiteX191" fmla="*/ 1510397 w 7467600"/>
              <a:gd name="connsiteY191" fmla="*/ 3684705 h 6858000"/>
              <a:gd name="connsiteX192" fmla="*/ 1313114 w 7467600"/>
              <a:gd name="connsiteY192" fmla="*/ 3655216 h 6858000"/>
              <a:gd name="connsiteX193" fmla="*/ 1109304 w 7467600"/>
              <a:gd name="connsiteY193" fmla="*/ 3669030 h 6858000"/>
              <a:gd name="connsiteX194" fmla="*/ 8129 w 7467600"/>
              <a:gd name="connsiteY194" fmla="*/ 4330519 h 6858000"/>
              <a:gd name="connsiteX195" fmla="*/ 687572 w 7467600"/>
              <a:gd name="connsiteY195" fmla="*/ 3925629 h 6858000"/>
              <a:gd name="connsiteX196" fmla="*/ 1138365 w 7467600"/>
              <a:gd name="connsiteY196" fmla="*/ 3774515 h 6858000"/>
              <a:gd name="connsiteX197" fmla="*/ 1505579 w 7467600"/>
              <a:gd name="connsiteY197" fmla="*/ 3655526 h 6858000"/>
              <a:gd name="connsiteX198" fmla="*/ 1313114 w 7467600"/>
              <a:gd name="connsiteY198" fmla="*/ 3655216 h 6858000"/>
              <a:gd name="connsiteX199" fmla="*/ 3655073 w 7467600"/>
              <a:gd name="connsiteY199" fmla="*/ 3650884 h 6858000"/>
              <a:gd name="connsiteX200" fmla="*/ 3989938 w 7467600"/>
              <a:gd name="connsiteY200" fmla="*/ 3991685 h 6858000"/>
              <a:gd name="connsiteX201" fmla="*/ 4393907 w 7467600"/>
              <a:gd name="connsiteY201" fmla="*/ 4261258 h 6858000"/>
              <a:gd name="connsiteX202" fmla="*/ 4648051 w 7467600"/>
              <a:gd name="connsiteY202" fmla="*/ 4374051 h 6858000"/>
              <a:gd name="connsiteX203" fmla="*/ 4383389 w 7467600"/>
              <a:gd name="connsiteY203" fmla="*/ 4184369 h 6858000"/>
              <a:gd name="connsiteX204" fmla="*/ 4165508 w 7467600"/>
              <a:gd name="connsiteY204" fmla="*/ 4035196 h 6858000"/>
              <a:gd name="connsiteX205" fmla="*/ 4068162 w 7467600"/>
              <a:gd name="connsiteY205" fmla="*/ 3953394 h 6858000"/>
              <a:gd name="connsiteX206" fmla="*/ 3981416 w 7467600"/>
              <a:gd name="connsiteY206" fmla="*/ 3880482 h 6858000"/>
              <a:gd name="connsiteX207" fmla="*/ 3800147 w 7467600"/>
              <a:gd name="connsiteY207" fmla="*/ 3749872 h 6858000"/>
              <a:gd name="connsiteX208" fmla="*/ 3655073 w 7467600"/>
              <a:gd name="connsiteY208" fmla="*/ 3650884 h 6858000"/>
              <a:gd name="connsiteX209" fmla="*/ 3670252 w 7467600"/>
              <a:gd name="connsiteY209" fmla="*/ 3622798 h 6858000"/>
              <a:gd name="connsiteX210" fmla="*/ 3817258 w 7467600"/>
              <a:gd name="connsiteY210" fmla="*/ 3723577 h 6858000"/>
              <a:gd name="connsiteX211" fmla="*/ 4000461 w 7467600"/>
              <a:gd name="connsiteY211" fmla="*/ 3855966 h 6858000"/>
              <a:gd name="connsiteX212" fmla="*/ 4088180 w 7467600"/>
              <a:gd name="connsiteY212" fmla="*/ 3929774 h 6858000"/>
              <a:gd name="connsiteX213" fmla="*/ 4184555 w 7467600"/>
              <a:gd name="connsiteY213" fmla="*/ 4010683 h 6858000"/>
              <a:gd name="connsiteX214" fmla="*/ 4399563 w 7467600"/>
              <a:gd name="connsiteY214" fmla="*/ 4158106 h 6858000"/>
              <a:gd name="connsiteX215" fmla="*/ 4684469 w 7467600"/>
              <a:gd name="connsiteY215" fmla="*/ 4364680 h 6858000"/>
              <a:gd name="connsiteX216" fmla="*/ 4690271 w 7467600"/>
              <a:gd name="connsiteY216" fmla="*/ 4370034 h 6858000"/>
              <a:gd name="connsiteX217" fmla="*/ 4136093 w 7467600"/>
              <a:gd name="connsiteY217" fmla="*/ 3858466 h 6858000"/>
              <a:gd name="connsiteX218" fmla="*/ 3670252 w 7467600"/>
              <a:gd name="connsiteY218" fmla="*/ 3622798 h 6858000"/>
              <a:gd name="connsiteX219" fmla="*/ 4440129 w 7467600"/>
              <a:gd name="connsiteY219" fmla="*/ 3448571 h 6858000"/>
              <a:gd name="connsiteX220" fmla="*/ 4856525 w 7467600"/>
              <a:gd name="connsiteY220" fmla="*/ 3915351 h 6858000"/>
              <a:gd name="connsiteX221" fmla="*/ 5059055 w 7467600"/>
              <a:gd name="connsiteY221" fmla="*/ 4108918 h 6858000"/>
              <a:gd name="connsiteX222" fmla="*/ 5290070 w 7467600"/>
              <a:gd name="connsiteY222" fmla="*/ 4263619 h 6858000"/>
              <a:gd name="connsiteX223" fmla="*/ 4834991 w 7467600"/>
              <a:gd name="connsiteY223" fmla="*/ 3830985 h 6858000"/>
              <a:gd name="connsiteX224" fmla="*/ 4440129 w 7467600"/>
              <a:gd name="connsiteY224" fmla="*/ 3448571 h 6858000"/>
              <a:gd name="connsiteX225" fmla="*/ 4441737 w 7467600"/>
              <a:gd name="connsiteY225" fmla="*/ 3399734 h 6858000"/>
              <a:gd name="connsiteX226" fmla="*/ 4431236 w 7467600"/>
              <a:gd name="connsiteY226" fmla="*/ 3400954 h 6858000"/>
              <a:gd name="connsiteX227" fmla="*/ 4557150 w 7467600"/>
              <a:gd name="connsiteY227" fmla="*/ 3510023 h 6858000"/>
              <a:gd name="connsiteX228" fmla="*/ 4856936 w 7467600"/>
              <a:gd name="connsiteY228" fmla="*/ 3809146 h 6858000"/>
              <a:gd name="connsiteX229" fmla="*/ 5111996 w 7467600"/>
              <a:gd name="connsiteY229" fmla="*/ 4065759 h 6858000"/>
              <a:gd name="connsiteX230" fmla="*/ 5388878 w 7467600"/>
              <a:gd name="connsiteY230" fmla="*/ 4300185 h 6858000"/>
              <a:gd name="connsiteX231" fmla="*/ 5425556 w 7467600"/>
              <a:gd name="connsiteY231" fmla="*/ 4308967 h 6858000"/>
              <a:gd name="connsiteX232" fmla="*/ 4943646 w 7467600"/>
              <a:gd name="connsiteY232" fmla="*/ 3822916 h 6858000"/>
              <a:gd name="connsiteX233" fmla="*/ 4594837 w 7467600"/>
              <a:gd name="connsiteY233" fmla="*/ 3532274 h 6858000"/>
              <a:gd name="connsiteX234" fmla="*/ 4441737 w 7467600"/>
              <a:gd name="connsiteY234" fmla="*/ 3399734 h 6858000"/>
              <a:gd name="connsiteX235" fmla="*/ 5425834 w 7467600"/>
              <a:gd name="connsiteY235" fmla="*/ 3162785 h 6858000"/>
              <a:gd name="connsiteX236" fmla="*/ 5401644 w 7467600"/>
              <a:gd name="connsiteY236" fmla="*/ 3617847 h 6858000"/>
              <a:gd name="connsiteX237" fmla="*/ 5467256 w 7467600"/>
              <a:gd name="connsiteY237" fmla="*/ 4175494 h 6858000"/>
              <a:gd name="connsiteX238" fmla="*/ 5448069 w 7467600"/>
              <a:gd name="connsiteY238" fmla="*/ 3567554 h 6858000"/>
              <a:gd name="connsiteX239" fmla="*/ 5425834 w 7467600"/>
              <a:gd name="connsiteY239" fmla="*/ 3162785 h 6858000"/>
              <a:gd name="connsiteX240" fmla="*/ 1318687 w 7467600"/>
              <a:gd name="connsiteY240" fmla="*/ 3113840 h 6858000"/>
              <a:gd name="connsiteX241" fmla="*/ 1066793 w 7467600"/>
              <a:gd name="connsiteY241" fmla="*/ 3212171 h 6858000"/>
              <a:gd name="connsiteX242" fmla="*/ 993319 w 7467600"/>
              <a:gd name="connsiteY242" fmla="*/ 3247648 h 6858000"/>
              <a:gd name="connsiteX243" fmla="*/ 853081 w 7467600"/>
              <a:gd name="connsiteY243" fmla="*/ 3312410 h 6858000"/>
              <a:gd name="connsiteX244" fmla="*/ 805957 w 7467600"/>
              <a:gd name="connsiteY244" fmla="*/ 3330443 h 6858000"/>
              <a:gd name="connsiteX245" fmla="*/ 1318687 w 7467600"/>
              <a:gd name="connsiteY245" fmla="*/ 3113840 h 6858000"/>
              <a:gd name="connsiteX246" fmla="*/ 5453702 w 7467600"/>
              <a:gd name="connsiteY246" fmla="*/ 3090882 h 6858000"/>
              <a:gd name="connsiteX247" fmla="*/ 5480135 w 7467600"/>
              <a:gd name="connsiteY247" fmla="*/ 3565802 h 6858000"/>
              <a:gd name="connsiteX248" fmla="*/ 5499023 w 7467600"/>
              <a:gd name="connsiteY248" fmla="*/ 4166310 h 6858000"/>
              <a:gd name="connsiteX249" fmla="*/ 5547022 w 7467600"/>
              <a:gd name="connsiteY249" fmla="*/ 3607838 h 6858000"/>
              <a:gd name="connsiteX250" fmla="*/ 5515964 w 7467600"/>
              <a:gd name="connsiteY250" fmla="*/ 3378541 h 6858000"/>
              <a:gd name="connsiteX251" fmla="*/ 5453702 w 7467600"/>
              <a:gd name="connsiteY251" fmla="*/ 3090882 h 6858000"/>
              <a:gd name="connsiteX252" fmla="*/ 1238695 w 7467600"/>
              <a:gd name="connsiteY252" fmla="*/ 3076820 h 6858000"/>
              <a:gd name="connsiteX253" fmla="*/ 716371 w 7467600"/>
              <a:gd name="connsiteY253" fmla="*/ 3293249 h 6858000"/>
              <a:gd name="connsiteX254" fmla="*/ 579522 w 7467600"/>
              <a:gd name="connsiteY254" fmla="*/ 3371759 h 6858000"/>
              <a:gd name="connsiteX255" fmla="*/ 600288 w 7467600"/>
              <a:gd name="connsiteY255" fmla="*/ 3365555 h 6858000"/>
              <a:gd name="connsiteX256" fmla="*/ 840692 w 7467600"/>
              <a:gd name="connsiteY256" fmla="*/ 3284921 h 6858000"/>
              <a:gd name="connsiteX257" fmla="*/ 979248 w 7467600"/>
              <a:gd name="connsiteY257" fmla="*/ 3221003 h 6858000"/>
              <a:gd name="connsiteX258" fmla="*/ 1053282 w 7467600"/>
              <a:gd name="connsiteY258" fmla="*/ 3185247 h 6858000"/>
              <a:gd name="connsiteX259" fmla="*/ 1320603 w 7467600"/>
              <a:gd name="connsiteY259" fmla="*/ 3081281 h 6858000"/>
              <a:gd name="connsiteX260" fmla="*/ 1238695 w 7467600"/>
              <a:gd name="connsiteY260" fmla="*/ 3076820 h 6858000"/>
              <a:gd name="connsiteX261" fmla="*/ 5425627 w 7467600"/>
              <a:gd name="connsiteY261" fmla="*/ 2954192 h 6858000"/>
              <a:gd name="connsiteX262" fmla="*/ 5470770 w 7467600"/>
              <a:gd name="connsiteY262" fmla="*/ 3005435 h 6858000"/>
              <a:gd name="connsiteX263" fmla="*/ 5519779 w 7467600"/>
              <a:gd name="connsiteY263" fmla="*/ 4359223 h 6858000"/>
              <a:gd name="connsiteX264" fmla="*/ 5520293 w 7467600"/>
              <a:gd name="connsiteY264" fmla="*/ 4360602 h 6858000"/>
              <a:gd name="connsiteX265" fmla="*/ 5767221 w 7467600"/>
              <a:gd name="connsiteY265" fmla="*/ 4665564 h 6858000"/>
              <a:gd name="connsiteX266" fmla="*/ 6937169 w 7467600"/>
              <a:gd name="connsiteY266" fmla="*/ 4815941 h 6858000"/>
              <a:gd name="connsiteX267" fmla="*/ 6953922 w 7467600"/>
              <a:gd name="connsiteY267" fmla="*/ 4890068 h 6858000"/>
              <a:gd name="connsiteX268" fmla="*/ 6071359 w 7467600"/>
              <a:gd name="connsiteY268" fmla="*/ 4770770 h 6858000"/>
              <a:gd name="connsiteX269" fmla="*/ 6038839 w 7467600"/>
              <a:gd name="connsiteY269" fmla="*/ 4764474 h 6858000"/>
              <a:gd name="connsiteX270" fmla="*/ 6038706 w 7467600"/>
              <a:gd name="connsiteY270" fmla="*/ 4763847 h 6858000"/>
              <a:gd name="connsiteX271" fmla="*/ 6037784 w 7467600"/>
              <a:gd name="connsiteY271" fmla="*/ 4764270 h 6858000"/>
              <a:gd name="connsiteX272" fmla="*/ 6038839 w 7467600"/>
              <a:gd name="connsiteY272" fmla="*/ 4764474 h 6858000"/>
              <a:gd name="connsiteX273" fmla="*/ 6040338 w 7467600"/>
              <a:gd name="connsiteY273" fmla="*/ 4771418 h 6858000"/>
              <a:gd name="connsiteX274" fmla="*/ 6024488 w 7467600"/>
              <a:gd name="connsiteY274" fmla="*/ 4809903 h 6858000"/>
              <a:gd name="connsiteX275" fmla="*/ 5599771 w 7467600"/>
              <a:gd name="connsiteY275" fmla="*/ 5509652 h 6858000"/>
              <a:gd name="connsiteX276" fmla="*/ 5548843 w 7467600"/>
              <a:gd name="connsiteY276" fmla="*/ 5563845 h 6858000"/>
              <a:gd name="connsiteX277" fmla="*/ 5940952 w 7467600"/>
              <a:gd name="connsiteY277" fmla="*/ 6250028 h 6858000"/>
              <a:gd name="connsiteX278" fmla="*/ 6043441 w 7467600"/>
              <a:gd name="connsiteY278" fmla="*/ 6665847 h 6858000"/>
              <a:gd name="connsiteX279" fmla="*/ 6093432 w 7467600"/>
              <a:gd name="connsiteY279" fmla="*/ 6858000 h 6858000"/>
              <a:gd name="connsiteX280" fmla="*/ 6034344 w 7467600"/>
              <a:gd name="connsiteY280" fmla="*/ 6858000 h 6858000"/>
              <a:gd name="connsiteX281" fmla="*/ 6026679 w 7467600"/>
              <a:gd name="connsiteY281" fmla="*/ 6836959 h 6858000"/>
              <a:gd name="connsiteX282" fmla="*/ 5800441 w 7467600"/>
              <a:gd name="connsiteY282" fmla="*/ 6335286 h 6858000"/>
              <a:gd name="connsiteX283" fmla="*/ 5526562 w 7467600"/>
              <a:gd name="connsiteY283" fmla="*/ 5705388 h 6858000"/>
              <a:gd name="connsiteX284" fmla="*/ 5519640 w 7467600"/>
              <a:gd name="connsiteY284" fmla="*/ 5683774 h 6858000"/>
              <a:gd name="connsiteX285" fmla="*/ 5844559 w 7467600"/>
              <a:gd name="connsiteY285" fmla="*/ 6553349 h 6858000"/>
              <a:gd name="connsiteX286" fmla="*/ 5975994 w 7467600"/>
              <a:gd name="connsiteY286" fmla="*/ 6858000 h 6858000"/>
              <a:gd name="connsiteX287" fmla="*/ 5898547 w 7467600"/>
              <a:gd name="connsiteY287" fmla="*/ 6858000 h 6858000"/>
              <a:gd name="connsiteX288" fmla="*/ 5682041 w 7467600"/>
              <a:gd name="connsiteY288" fmla="*/ 6355860 h 6858000"/>
              <a:gd name="connsiteX289" fmla="*/ 5461758 w 7467600"/>
              <a:gd name="connsiteY289" fmla="*/ 5820220 h 6858000"/>
              <a:gd name="connsiteX290" fmla="*/ 5237282 w 7467600"/>
              <a:gd name="connsiteY290" fmla="*/ 6579086 h 6858000"/>
              <a:gd name="connsiteX291" fmla="*/ 5115009 w 7467600"/>
              <a:gd name="connsiteY291" fmla="*/ 6858000 h 6858000"/>
              <a:gd name="connsiteX292" fmla="*/ 5028074 w 7467600"/>
              <a:gd name="connsiteY292" fmla="*/ 6858000 h 6858000"/>
              <a:gd name="connsiteX293" fmla="*/ 5079508 w 7467600"/>
              <a:gd name="connsiteY293" fmla="*/ 6749074 h 6858000"/>
              <a:gd name="connsiteX294" fmla="*/ 5371846 w 7467600"/>
              <a:gd name="connsiteY294" fmla="*/ 5924413 h 6858000"/>
              <a:gd name="connsiteX295" fmla="*/ 5270512 w 7467600"/>
              <a:gd name="connsiteY295" fmla="*/ 6138975 h 6858000"/>
              <a:gd name="connsiteX296" fmla="*/ 5062409 w 7467600"/>
              <a:gd name="connsiteY296" fmla="*/ 6653544 h 6858000"/>
              <a:gd name="connsiteX297" fmla="*/ 5036628 w 7467600"/>
              <a:gd name="connsiteY297" fmla="*/ 6754247 h 6858000"/>
              <a:gd name="connsiteX298" fmla="*/ 5009112 w 7467600"/>
              <a:gd name="connsiteY298" fmla="*/ 6858000 h 6858000"/>
              <a:gd name="connsiteX299" fmla="*/ 4976679 w 7467600"/>
              <a:gd name="connsiteY299" fmla="*/ 6858000 h 6858000"/>
              <a:gd name="connsiteX300" fmla="*/ 5006537 w 7467600"/>
              <a:gd name="connsiteY300" fmla="*/ 6747068 h 6858000"/>
              <a:gd name="connsiteX301" fmla="*/ 5032723 w 7467600"/>
              <a:gd name="connsiteY301" fmla="*/ 6644957 h 6858000"/>
              <a:gd name="connsiteX302" fmla="*/ 5242949 w 7467600"/>
              <a:gd name="connsiteY302" fmla="*/ 6125175 h 6858000"/>
              <a:gd name="connsiteX303" fmla="*/ 5286321 w 7467600"/>
              <a:gd name="connsiteY303" fmla="*/ 6033555 h 6858000"/>
              <a:gd name="connsiteX304" fmla="*/ 5008210 w 7467600"/>
              <a:gd name="connsiteY304" fmla="*/ 6649194 h 6858000"/>
              <a:gd name="connsiteX305" fmla="*/ 4986321 w 7467600"/>
              <a:gd name="connsiteY305" fmla="*/ 6765687 h 6858000"/>
              <a:gd name="connsiteX306" fmla="*/ 4973474 w 7467600"/>
              <a:gd name="connsiteY306" fmla="*/ 6858000 h 6858000"/>
              <a:gd name="connsiteX307" fmla="*/ 4907178 w 7467600"/>
              <a:gd name="connsiteY307" fmla="*/ 6858000 h 6858000"/>
              <a:gd name="connsiteX308" fmla="*/ 4910810 w 7467600"/>
              <a:gd name="connsiteY308" fmla="*/ 6829660 h 6858000"/>
              <a:gd name="connsiteX309" fmla="*/ 4987461 w 7467600"/>
              <a:gd name="connsiteY309" fmla="*/ 6432994 h 6858000"/>
              <a:gd name="connsiteX310" fmla="*/ 5179262 w 7467600"/>
              <a:gd name="connsiteY310" fmla="*/ 6035044 h 6858000"/>
              <a:gd name="connsiteX311" fmla="*/ 4689678 w 7467600"/>
              <a:gd name="connsiteY311" fmla="*/ 6440241 h 6858000"/>
              <a:gd name="connsiteX312" fmla="*/ 4477543 w 7467600"/>
              <a:gd name="connsiteY312" fmla="*/ 6674836 h 6858000"/>
              <a:gd name="connsiteX313" fmla="*/ 4329957 w 7467600"/>
              <a:gd name="connsiteY313" fmla="*/ 6858000 h 6858000"/>
              <a:gd name="connsiteX314" fmla="*/ 4218595 w 7467600"/>
              <a:gd name="connsiteY314" fmla="*/ 6858000 h 6858000"/>
              <a:gd name="connsiteX315" fmla="*/ 4368888 w 7467600"/>
              <a:gd name="connsiteY315" fmla="*/ 6668412 h 6858000"/>
              <a:gd name="connsiteX316" fmla="*/ 4563091 w 7467600"/>
              <a:gd name="connsiteY316" fmla="*/ 6442508 h 6858000"/>
              <a:gd name="connsiteX317" fmla="*/ 5387324 w 7467600"/>
              <a:gd name="connsiteY317" fmla="*/ 5705830 h 6858000"/>
              <a:gd name="connsiteX318" fmla="*/ 5073620 w 7467600"/>
              <a:gd name="connsiteY318" fmla="*/ 5955437 h 6858000"/>
              <a:gd name="connsiteX319" fmla="*/ 4689789 w 7467600"/>
              <a:gd name="connsiteY319" fmla="*/ 6268382 h 6858000"/>
              <a:gd name="connsiteX320" fmla="*/ 4418722 w 7467600"/>
              <a:gd name="connsiteY320" fmla="*/ 6570886 h 6858000"/>
              <a:gd name="connsiteX321" fmla="*/ 4214944 w 7467600"/>
              <a:gd name="connsiteY321" fmla="*/ 6858000 h 6858000"/>
              <a:gd name="connsiteX322" fmla="*/ 4177898 w 7467600"/>
              <a:gd name="connsiteY322" fmla="*/ 6858000 h 6858000"/>
              <a:gd name="connsiteX323" fmla="*/ 4391597 w 7467600"/>
              <a:gd name="connsiteY323" fmla="*/ 6556370 h 6858000"/>
              <a:gd name="connsiteX324" fmla="*/ 4668889 w 7467600"/>
              <a:gd name="connsiteY324" fmla="*/ 6246399 h 6858000"/>
              <a:gd name="connsiteX325" fmla="*/ 5055427 w 7467600"/>
              <a:gd name="connsiteY325" fmla="*/ 5931476 h 6858000"/>
              <a:gd name="connsiteX326" fmla="*/ 5371814 w 7467600"/>
              <a:gd name="connsiteY326" fmla="*/ 5678975 h 6858000"/>
              <a:gd name="connsiteX327" fmla="*/ 4987918 w 7467600"/>
              <a:gd name="connsiteY327" fmla="*/ 5838701 h 6858000"/>
              <a:gd name="connsiteX328" fmla="*/ 4317146 w 7467600"/>
              <a:gd name="connsiteY328" fmla="*/ 6587716 h 6858000"/>
              <a:gd name="connsiteX329" fmla="*/ 4171627 w 7467600"/>
              <a:gd name="connsiteY329" fmla="*/ 6858000 h 6858000"/>
              <a:gd name="connsiteX330" fmla="*/ 4081585 w 7467600"/>
              <a:gd name="connsiteY330" fmla="*/ 6858000 h 6858000"/>
              <a:gd name="connsiteX331" fmla="*/ 4238603 w 7467600"/>
              <a:gd name="connsiteY331" fmla="*/ 6559341 h 6858000"/>
              <a:gd name="connsiteX332" fmla="*/ 4778333 w 7467600"/>
              <a:gd name="connsiteY332" fmla="*/ 5873626 h 6858000"/>
              <a:gd name="connsiteX333" fmla="*/ 5414185 w 7467600"/>
              <a:gd name="connsiteY333" fmla="*/ 5573882 h 6858000"/>
              <a:gd name="connsiteX334" fmla="*/ 5959648 w 7467600"/>
              <a:gd name="connsiteY334" fmla="*/ 4760797 h 6858000"/>
              <a:gd name="connsiteX335" fmla="*/ 5355019 w 7467600"/>
              <a:gd name="connsiteY335" fmla="*/ 4734672 h 6858000"/>
              <a:gd name="connsiteX336" fmla="*/ 5083565 w 7467600"/>
              <a:gd name="connsiteY336" fmla="*/ 5179121 h 6858000"/>
              <a:gd name="connsiteX337" fmla="*/ 4713577 w 7467600"/>
              <a:gd name="connsiteY337" fmla="*/ 5616803 h 6858000"/>
              <a:gd name="connsiteX338" fmla="*/ 3989559 w 7467600"/>
              <a:gd name="connsiteY338" fmla="*/ 6145945 h 6858000"/>
              <a:gd name="connsiteX339" fmla="*/ 3939824 w 7467600"/>
              <a:gd name="connsiteY339" fmla="*/ 6066900 h 6858000"/>
              <a:gd name="connsiteX340" fmla="*/ 4584537 w 7467600"/>
              <a:gd name="connsiteY340" fmla="*/ 5324826 h 6858000"/>
              <a:gd name="connsiteX341" fmla="*/ 5037105 w 7467600"/>
              <a:gd name="connsiteY341" fmla="*/ 5088765 h 6858000"/>
              <a:gd name="connsiteX342" fmla="*/ 5039930 w 7467600"/>
              <a:gd name="connsiteY342" fmla="*/ 5089585 h 6858000"/>
              <a:gd name="connsiteX343" fmla="*/ 5263764 w 7467600"/>
              <a:gd name="connsiteY343" fmla="*/ 4735525 h 6858000"/>
              <a:gd name="connsiteX344" fmla="*/ 4086300 w 7467600"/>
              <a:gd name="connsiteY344" fmla="*/ 4884599 h 6858000"/>
              <a:gd name="connsiteX345" fmla="*/ 4085485 w 7467600"/>
              <a:gd name="connsiteY345" fmla="*/ 4899070 h 6858000"/>
              <a:gd name="connsiteX346" fmla="*/ 3871915 w 7467600"/>
              <a:gd name="connsiteY346" fmla="*/ 5253645 h 6858000"/>
              <a:gd name="connsiteX347" fmla="*/ 3799374 w 7467600"/>
              <a:gd name="connsiteY347" fmla="*/ 5466127 h 6858000"/>
              <a:gd name="connsiteX348" fmla="*/ 3498850 w 7467600"/>
              <a:gd name="connsiteY348" fmla="*/ 6661888 h 6858000"/>
              <a:gd name="connsiteX349" fmla="*/ 3399216 w 7467600"/>
              <a:gd name="connsiteY349" fmla="*/ 6858000 h 6858000"/>
              <a:gd name="connsiteX350" fmla="*/ 3303688 w 7467600"/>
              <a:gd name="connsiteY350" fmla="*/ 6858000 h 6858000"/>
              <a:gd name="connsiteX351" fmla="*/ 3391774 w 7467600"/>
              <a:gd name="connsiteY351" fmla="*/ 6697181 h 6858000"/>
              <a:gd name="connsiteX352" fmla="*/ 3735540 w 7467600"/>
              <a:gd name="connsiteY352" fmla="*/ 5546923 h 6858000"/>
              <a:gd name="connsiteX353" fmla="*/ 3729438 w 7467600"/>
              <a:gd name="connsiteY353" fmla="*/ 5569058 h 6858000"/>
              <a:gd name="connsiteX354" fmla="*/ 3707782 w 7467600"/>
              <a:gd name="connsiteY354" fmla="*/ 5644908 h 6858000"/>
              <a:gd name="connsiteX355" fmla="*/ 3583827 w 7467600"/>
              <a:gd name="connsiteY355" fmla="*/ 6039215 h 6858000"/>
              <a:gd name="connsiteX356" fmla="*/ 3547861 w 7467600"/>
              <a:gd name="connsiteY356" fmla="*/ 6129609 h 6858000"/>
              <a:gd name="connsiteX357" fmla="*/ 3490905 w 7467600"/>
              <a:gd name="connsiteY357" fmla="*/ 6277660 h 6858000"/>
              <a:gd name="connsiteX358" fmla="*/ 3455859 w 7467600"/>
              <a:gd name="connsiteY358" fmla="*/ 6391301 h 6858000"/>
              <a:gd name="connsiteX359" fmla="*/ 3429112 w 7467600"/>
              <a:gd name="connsiteY359" fmla="*/ 6479469 h 6858000"/>
              <a:gd name="connsiteX360" fmla="*/ 3304862 w 7467600"/>
              <a:gd name="connsiteY360" fmla="*/ 6796476 h 6858000"/>
              <a:gd name="connsiteX361" fmla="*/ 3276071 w 7467600"/>
              <a:gd name="connsiteY361" fmla="*/ 6858000 h 6858000"/>
              <a:gd name="connsiteX362" fmla="*/ 3240805 w 7467600"/>
              <a:gd name="connsiteY362" fmla="*/ 6858000 h 6858000"/>
              <a:gd name="connsiteX363" fmla="*/ 3275917 w 7467600"/>
              <a:gd name="connsiteY363" fmla="*/ 6783192 h 6858000"/>
              <a:gd name="connsiteX364" fmla="*/ 3399358 w 7467600"/>
              <a:gd name="connsiteY364" fmla="*/ 6469011 h 6858000"/>
              <a:gd name="connsiteX365" fmla="*/ 3425650 w 7467600"/>
              <a:gd name="connsiteY365" fmla="*/ 6381333 h 6858000"/>
              <a:gd name="connsiteX366" fmla="*/ 3460661 w 7467600"/>
              <a:gd name="connsiteY366" fmla="*/ 6266763 h 6858000"/>
              <a:gd name="connsiteX367" fmla="*/ 3518021 w 7467600"/>
              <a:gd name="connsiteY367" fmla="*/ 6117298 h 6858000"/>
              <a:gd name="connsiteX368" fmla="*/ 3554035 w 7467600"/>
              <a:gd name="connsiteY368" fmla="*/ 6027832 h 6858000"/>
              <a:gd name="connsiteX369" fmla="*/ 3677174 w 7467600"/>
              <a:gd name="connsiteY369" fmla="*/ 5636351 h 6858000"/>
              <a:gd name="connsiteX370" fmla="*/ 3698819 w 7467600"/>
              <a:gd name="connsiteY370" fmla="*/ 5560503 h 6858000"/>
              <a:gd name="connsiteX371" fmla="*/ 3702094 w 7467600"/>
              <a:gd name="connsiteY371" fmla="*/ 5549194 h 6858000"/>
              <a:gd name="connsiteX372" fmla="*/ 3398355 w 7467600"/>
              <a:gd name="connsiteY372" fmla="*/ 6094603 h 6858000"/>
              <a:gd name="connsiteX373" fmla="*/ 3193941 w 7467600"/>
              <a:gd name="connsiteY373" fmla="*/ 6798775 h 6858000"/>
              <a:gd name="connsiteX374" fmla="*/ 3184140 w 7467600"/>
              <a:gd name="connsiteY374" fmla="*/ 6858000 h 6858000"/>
              <a:gd name="connsiteX375" fmla="*/ 3099978 w 7467600"/>
              <a:gd name="connsiteY375" fmla="*/ 6858000 h 6858000"/>
              <a:gd name="connsiteX376" fmla="*/ 3101556 w 7467600"/>
              <a:gd name="connsiteY376" fmla="*/ 6843337 h 6858000"/>
              <a:gd name="connsiteX377" fmla="*/ 3370162 w 7467600"/>
              <a:gd name="connsiteY377" fmla="*/ 5785550 h 6858000"/>
              <a:gd name="connsiteX378" fmla="*/ 3746477 w 7467600"/>
              <a:gd name="connsiteY378" fmla="*/ 5377889 h 6858000"/>
              <a:gd name="connsiteX379" fmla="*/ 3863399 w 7467600"/>
              <a:gd name="connsiteY379" fmla="*/ 5087257 h 6858000"/>
              <a:gd name="connsiteX380" fmla="*/ 3968712 w 7467600"/>
              <a:gd name="connsiteY380" fmla="*/ 4913989 h 6858000"/>
              <a:gd name="connsiteX381" fmla="*/ 2792390 w 7467600"/>
              <a:gd name="connsiteY381" fmla="*/ 5382974 h 6858000"/>
              <a:gd name="connsiteX382" fmla="*/ 2714982 w 7467600"/>
              <a:gd name="connsiteY382" fmla="*/ 5427051 h 6858000"/>
              <a:gd name="connsiteX383" fmla="*/ 2813361 w 7467600"/>
              <a:gd name="connsiteY383" fmla="*/ 6023912 h 6858000"/>
              <a:gd name="connsiteX384" fmla="*/ 2688430 w 7467600"/>
              <a:gd name="connsiteY384" fmla="*/ 6801564 h 6858000"/>
              <a:gd name="connsiteX385" fmla="*/ 2629626 w 7467600"/>
              <a:gd name="connsiteY385" fmla="*/ 6763394 h 6858000"/>
              <a:gd name="connsiteX386" fmla="*/ 2565328 w 7467600"/>
              <a:gd name="connsiteY386" fmla="*/ 5516399 h 6858000"/>
              <a:gd name="connsiteX387" fmla="*/ 1922999 w 7467600"/>
              <a:gd name="connsiteY387" fmla="*/ 5980343 h 6858000"/>
              <a:gd name="connsiteX388" fmla="*/ 1950261 w 7467600"/>
              <a:gd name="connsiteY388" fmla="*/ 6405858 h 6858000"/>
              <a:gd name="connsiteX389" fmla="*/ 2365554 w 7467600"/>
              <a:gd name="connsiteY389" fmla="*/ 6759107 h 6858000"/>
              <a:gd name="connsiteX390" fmla="*/ 2424142 w 7467600"/>
              <a:gd name="connsiteY390" fmla="*/ 6858000 h 6858000"/>
              <a:gd name="connsiteX391" fmla="*/ 2395994 w 7467600"/>
              <a:gd name="connsiteY391" fmla="*/ 6858000 h 6858000"/>
              <a:gd name="connsiteX392" fmla="*/ 2392863 w 7467600"/>
              <a:gd name="connsiteY392" fmla="*/ 6852964 h 6858000"/>
              <a:gd name="connsiteX393" fmla="*/ 2017589 w 7467600"/>
              <a:gd name="connsiteY393" fmla="*/ 6493982 h 6858000"/>
              <a:gd name="connsiteX394" fmla="*/ 2147336 w 7467600"/>
              <a:gd name="connsiteY394" fmla="*/ 6594052 h 6858000"/>
              <a:gd name="connsiteX395" fmla="*/ 2207047 w 7467600"/>
              <a:gd name="connsiteY395" fmla="*/ 6654540 h 6858000"/>
              <a:gd name="connsiteX396" fmla="*/ 2299106 w 7467600"/>
              <a:gd name="connsiteY396" fmla="*/ 6778931 h 6858000"/>
              <a:gd name="connsiteX397" fmla="*/ 2314430 w 7467600"/>
              <a:gd name="connsiteY397" fmla="*/ 6801144 h 6858000"/>
              <a:gd name="connsiteX398" fmla="*/ 2352406 w 7467600"/>
              <a:gd name="connsiteY398" fmla="*/ 6858000 h 6858000"/>
              <a:gd name="connsiteX399" fmla="*/ 2314492 w 7467600"/>
              <a:gd name="connsiteY399" fmla="*/ 6858000 h 6858000"/>
              <a:gd name="connsiteX400" fmla="*/ 2288095 w 7467600"/>
              <a:gd name="connsiteY400" fmla="*/ 6818030 h 6858000"/>
              <a:gd name="connsiteX401" fmla="*/ 2272768 w 7467600"/>
              <a:gd name="connsiteY401" fmla="*/ 6795822 h 6858000"/>
              <a:gd name="connsiteX402" fmla="*/ 2182715 w 7467600"/>
              <a:gd name="connsiteY402" fmla="*/ 6675071 h 6858000"/>
              <a:gd name="connsiteX403" fmla="*/ 2032061 w 7467600"/>
              <a:gd name="connsiteY403" fmla="*/ 6541380 h 6858000"/>
              <a:gd name="connsiteX404" fmla="*/ 2257220 w 7467600"/>
              <a:gd name="connsiteY404" fmla="*/ 6826257 h 6858000"/>
              <a:gd name="connsiteX405" fmla="*/ 2281324 w 7467600"/>
              <a:gd name="connsiteY405" fmla="*/ 6858000 h 6858000"/>
              <a:gd name="connsiteX406" fmla="*/ 2242860 w 7467600"/>
              <a:gd name="connsiteY406" fmla="*/ 6858000 h 6858000"/>
              <a:gd name="connsiteX407" fmla="*/ 2232818 w 7467600"/>
              <a:gd name="connsiteY407" fmla="*/ 6844926 h 6858000"/>
              <a:gd name="connsiteX408" fmla="*/ 1990172 w 7467600"/>
              <a:gd name="connsiteY408" fmla="*/ 6542121 h 6858000"/>
              <a:gd name="connsiteX409" fmla="*/ 2124090 w 7467600"/>
              <a:gd name="connsiteY409" fmla="*/ 6761017 h 6858000"/>
              <a:gd name="connsiteX410" fmla="*/ 2200380 w 7467600"/>
              <a:gd name="connsiteY410" fmla="*/ 6858000 h 6858000"/>
              <a:gd name="connsiteX411" fmla="*/ 2147507 w 7467600"/>
              <a:gd name="connsiteY411" fmla="*/ 6858000 h 6858000"/>
              <a:gd name="connsiteX412" fmla="*/ 2070668 w 7467600"/>
              <a:gd name="connsiteY412" fmla="*/ 6761520 h 6858000"/>
              <a:gd name="connsiteX413" fmla="*/ 1975142 w 7467600"/>
              <a:gd name="connsiteY413" fmla="*/ 6585570 h 6858000"/>
              <a:gd name="connsiteX414" fmla="*/ 2050035 w 7467600"/>
              <a:gd name="connsiteY414" fmla="*/ 6813345 h 6858000"/>
              <a:gd name="connsiteX415" fmla="*/ 2063025 w 7467600"/>
              <a:gd name="connsiteY415" fmla="*/ 6858000 h 6858000"/>
              <a:gd name="connsiteX416" fmla="*/ 2021675 w 7467600"/>
              <a:gd name="connsiteY416" fmla="*/ 6858000 h 6858000"/>
              <a:gd name="connsiteX417" fmla="*/ 2019308 w 7467600"/>
              <a:gd name="connsiteY417" fmla="*/ 6847118 h 6858000"/>
              <a:gd name="connsiteX418" fmla="*/ 1938835 w 7467600"/>
              <a:gd name="connsiteY418" fmla="*/ 6551160 h 6858000"/>
              <a:gd name="connsiteX419" fmla="*/ 1953230 w 7467600"/>
              <a:gd name="connsiteY419" fmla="*/ 6759699 h 6858000"/>
              <a:gd name="connsiteX420" fmla="*/ 1956763 w 7467600"/>
              <a:gd name="connsiteY420" fmla="*/ 6778191 h 6858000"/>
              <a:gd name="connsiteX421" fmla="*/ 1967925 w 7467600"/>
              <a:gd name="connsiteY421" fmla="*/ 6858000 h 6858000"/>
              <a:gd name="connsiteX422" fmla="*/ 1936622 w 7467600"/>
              <a:gd name="connsiteY422" fmla="*/ 6858000 h 6858000"/>
              <a:gd name="connsiteX423" fmla="*/ 1926261 w 7467600"/>
              <a:gd name="connsiteY423" fmla="*/ 6784064 h 6858000"/>
              <a:gd name="connsiteX424" fmla="*/ 1922724 w 7467600"/>
              <a:gd name="connsiteY424" fmla="*/ 6765577 h 6858000"/>
              <a:gd name="connsiteX425" fmla="*/ 1904650 w 7467600"/>
              <a:gd name="connsiteY425" fmla="*/ 6639616 h 6858000"/>
              <a:gd name="connsiteX426" fmla="*/ 1885273 w 7467600"/>
              <a:gd name="connsiteY426" fmla="*/ 6858000 h 6858000"/>
              <a:gd name="connsiteX427" fmla="*/ 1854363 w 7467600"/>
              <a:gd name="connsiteY427" fmla="*/ 6858000 h 6858000"/>
              <a:gd name="connsiteX428" fmla="*/ 1880391 w 7467600"/>
              <a:gd name="connsiteY428" fmla="*/ 6603796 h 6858000"/>
              <a:gd name="connsiteX429" fmla="*/ 1818273 w 7467600"/>
              <a:gd name="connsiteY429" fmla="*/ 6715729 h 6858000"/>
              <a:gd name="connsiteX430" fmla="*/ 1794691 w 7467600"/>
              <a:gd name="connsiteY430" fmla="*/ 6843239 h 6858000"/>
              <a:gd name="connsiteX431" fmla="*/ 1794914 w 7467600"/>
              <a:gd name="connsiteY431" fmla="*/ 6858000 h 6858000"/>
              <a:gd name="connsiteX432" fmla="*/ 1746128 w 7467600"/>
              <a:gd name="connsiteY432" fmla="*/ 6858000 h 6858000"/>
              <a:gd name="connsiteX433" fmla="*/ 1753934 w 7467600"/>
              <a:gd name="connsiteY433" fmla="*/ 6724796 h 6858000"/>
              <a:gd name="connsiteX434" fmla="*/ 1792053 w 7467600"/>
              <a:gd name="connsiteY434" fmla="*/ 6572396 h 6858000"/>
              <a:gd name="connsiteX435" fmla="*/ 1862248 w 7467600"/>
              <a:gd name="connsiteY435" fmla="*/ 6266397 h 6858000"/>
              <a:gd name="connsiteX436" fmla="*/ 1862250 w 7467600"/>
              <a:gd name="connsiteY436" fmla="*/ 6033531 h 6858000"/>
              <a:gd name="connsiteX437" fmla="*/ 1211999 w 7467600"/>
              <a:gd name="connsiteY437" fmla="*/ 6683610 h 6858000"/>
              <a:gd name="connsiteX438" fmla="*/ 1213266 w 7467600"/>
              <a:gd name="connsiteY438" fmla="*/ 6691947 h 6858000"/>
              <a:gd name="connsiteX439" fmla="*/ 1203370 w 7467600"/>
              <a:gd name="connsiteY439" fmla="*/ 6850676 h 6858000"/>
              <a:gd name="connsiteX440" fmla="*/ 1203671 w 7467600"/>
              <a:gd name="connsiteY440" fmla="*/ 6858000 h 6858000"/>
              <a:gd name="connsiteX441" fmla="*/ 1143180 w 7467600"/>
              <a:gd name="connsiteY441" fmla="*/ 6858000 h 6858000"/>
              <a:gd name="connsiteX442" fmla="*/ 1142176 w 7467600"/>
              <a:gd name="connsiteY442" fmla="*/ 6766045 h 6858000"/>
              <a:gd name="connsiteX443" fmla="*/ 1067484 w 7467600"/>
              <a:gd name="connsiteY443" fmla="*/ 6858000 h 6858000"/>
              <a:gd name="connsiteX444" fmla="*/ 953928 w 7467600"/>
              <a:gd name="connsiteY444" fmla="*/ 6858000 h 6858000"/>
              <a:gd name="connsiteX445" fmla="*/ 959715 w 7467600"/>
              <a:gd name="connsiteY445" fmla="*/ 6850185 h 6858000"/>
              <a:gd name="connsiteX446" fmla="*/ 1483788 w 7467600"/>
              <a:gd name="connsiteY446" fmla="*/ 6259174 h 6858000"/>
              <a:gd name="connsiteX447" fmla="*/ 1100671 w 7467600"/>
              <a:gd name="connsiteY447" fmla="*/ 6252137 h 6858000"/>
              <a:gd name="connsiteX448" fmla="*/ 1090144 w 7467600"/>
              <a:gd name="connsiteY448" fmla="*/ 6256748 h 6858000"/>
              <a:gd name="connsiteX449" fmla="*/ 1095872 w 7467600"/>
              <a:gd name="connsiteY449" fmla="*/ 6271892 h 6858000"/>
              <a:gd name="connsiteX450" fmla="*/ 262785 w 7467600"/>
              <a:gd name="connsiteY450" fmla="*/ 6845450 h 6858000"/>
              <a:gd name="connsiteX451" fmla="*/ 209968 w 7467600"/>
              <a:gd name="connsiteY451" fmla="*/ 6770713 h 6858000"/>
              <a:gd name="connsiteX452" fmla="*/ 873460 w 7467600"/>
              <a:gd name="connsiteY452" fmla="*/ 6253768 h 6858000"/>
              <a:gd name="connsiteX453" fmla="*/ 192686 w 7467600"/>
              <a:gd name="connsiteY453" fmla="*/ 5849257 h 6858000"/>
              <a:gd name="connsiteX454" fmla="*/ 4696 w 7467600"/>
              <a:gd name="connsiteY454" fmla="*/ 5697668 h 6858000"/>
              <a:gd name="connsiteX455" fmla="*/ 0 w 7467600"/>
              <a:gd name="connsiteY455" fmla="*/ 5689984 h 6858000"/>
              <a:gd name="connsiteX456" fmla="*/ 0 w 7467600"/>
              <a:gd name="connsiteY456" fmla="*/ 5513472 h 6858000"/>
              <a:gd name="connsiteX457" fmla="*/ 174101 w 7467600"/>
              <a:gd name="connsiteY457" fmla="*/ 5620277 h 6858000"/>
              <a:gd name="connsiteX458" fmla="*/ 891800 w 7467600"/>
              <a:gd name="connsiteY458" fmla="*/ 6036935 h 6858000"/>
              <a:gd name="connsiteX459" fmla="*/ 1072219 w 7467600"/>
              <a:gd name="connsiteY459" fmla="*/ 6169443 h 6858000"/>
              <a:gd name="connsiteX460" fmla="*/ 1074117 w 7467600"/>
              <a:gd name="connsiteY460" fmla="*/ 6170301 h 6858000"/>
              <a:gd name="connsiteX461" fmla="*/ 1083114 w 7467600"/>
              <a:gd name="connsiteY461" fmla="*/ 6174131 h 6858000"/>
              <a:gd name="connsiteX462" fmla="*/ 1543010 w 7467600"/>
              <a:gd name="connsiteY462" fmla="*/ 6191140 h 6858000"/>
              <a:gd name="connsiteX463" fmla="*/ 1551080 w 7467600"/>
              <a:gd name="connsiteY463" fmla="*/ 6195006 h 6858000"/>
              <a:gd name="connsiteX464" fmla="*/ 2345443 w 7467600"/>
              <a:gd name="connsiteY464" fmla="*/ 5549882 h 6858000"/>
              <a:gd name="connsiteX465" fmla="*/ 1721499 w 7467600"/>
              <a:gd name="connsiteY465" fmla="*/ 5599969 h 6858000"/>
              <a:gd name="connsiteX466" fmla="*/ 767716 w 7467600"/>
              <a:gd name="connsiteY466" fmla="*/ 5472768 h 6858000"/>
              <a:gd name="connsiteX467" fmla="*/ 722147 w 7467600"/>
              <a:gd name="connsiteY467" fmla="*/ 5393091 h 6858000"/>
              <a:gd name="connsiteX468" fmla="*/ 1485552 w 7467600"/>
              <a:gd name="connsiteY468" fmla="*/ 5313202 h 6858000"/>
              <a:gd name="connsiteX469" fmla="*/ 2143004 w 7467600"/>
              <a:gd name="connsiteY469" fmla="*/ 5402420 h 6858000"/>
              <a:gd name="connsiteX470" fmla="*/ 1933391 w 7467600"/>
              <a:gd name="connsiteY470" fmla="*/ 5156971 h 6858000"/>
              <a:gd name="connsiteX471" fmla="*/ 1827118 w 7467600"/>
              <a:gd name="connsiteY471" fmla="*/ 4968410 h 6858000"/>
              <a:gd name="connsiteX472" fmla="*/ 1837349 w 7467600"/>
              <a:gd name="connsiteY472" fmla="*/ 4956357 h 6858000"/>
              <a:gd name="connsiteX473" fmla="*/ 2162835 w 7467600"/>
              <a:gd name="connsiteY473" fmla="*/ 5187853 h 6858000"/>
              <a:gd name="connsiteX474" fmla="*/ 2257167 w 7467600"/>
              <a:gd name="connsiteY474" fmla="*/ 5462123 h 6858000"/>
              <a:gd name="connsiteX475" fmla="*/ 2261598 w 7467600"/>
              <a:gd name="connsiteY475" fmla="*/ 5467998 h 6858000"/>
              <a:gd name="connsiteX476" fmla="*/ 2437177 w 7467600"/>
              <a:gd name="connsiteY476" fmla="*/ 5479608 h 6858000"/>
              <a:gd name="connsiteX477" fmla="*/ 2445247 w 7467600"/>
              <a:gd name="connsiteY477" fmla="*/ 5483476 h 6858000"/>
              <a:gd name="connsiteX478" fmla="*/ 2743626 w 7467600"/>
              <a:gd name="connsiteY478" fmla="*/ 5304819 h 6858000"/>
              <a:gd name="connsiteX479" fmla="*/ 3048102 w 7467600"/>
              <a:gd name="connsiteY479" fmla="*/ 5150595 h 6858000"/>
              <a:gd name="connsiteX480" fmla="*/ 1799414 w 7467600"/>
              <a:gd name="connsiteY480" fmla="*/ 4694732 h 6858000"/>
              <a:gd name="connsiteX481" fmla="*/ 1771735 w 7467600"/>
              <a:gd name="connsiteY481" fmla="*/ 4619929 h 6858000"/>
              <a:gd name="connsiteX482" fmla="*/ 3104273 w 7467600"/>
              <a:gd name="connsiteY482" fmla="*/ 5076159 h 6858000"/>
              <a:gd name="connsiteX483" fmla="*/ 3113245 w 7467600"/>
              <a:gd name="connsiteY483" fmla="*/ 5090705 h 6858000"/>
              <a:gd name="connsiteX484" fmla="*/ 3126294 w 7467600"/>
              <a:gd name="connsiteY484" fmla="*/ 5114400 h 6858000"/>
              <a:gd name="connsiteX485" fmla="*/ 3937433 w 7467600"/>
              <a:gd name="connsiteY485" fmla="*/ 4830473 h 6858000"/>
              <a:gd name="connsiteX486" fmla="*/ 3590475 w 7467600"/>
              <a:gd name="connsiteY486" fmla="*/ 4597974 h 6858000"/>
              <a:gd name="connsiteX487" fmla="*/ 3100264 w 7467600"/>
              <a:gd name="connsiteY487" fmla="*/ 4579845 h 6858000"/>
              <a:gd name="connsiteX488" fmla="*/ 2183576 w 7467600"/>
              <a:gd name="connsiteY488" fmla="*/ 4227150 h 6858000"/>
              <a:gd name="connsiteX489" fmla="*/ 2151029 w 7467600"/>
              <a:gd name="connsiteY489" fmla="*/ 4146947 h 6858000"/>
              <a:gd name="connsiteX490" fmla="*/ 3563434 w 7467600"/>
              <a:gd name="connsiteY490" fmla="*/ 4469115 h 6858000"/>
              <a:gd name="connsiteX491" fmla="*/ 3177952 w 7467600"/>
              <a:gd name="connsiteY491" fmla="*/ 3657386 h 6858000"/>
              <a:gd name="connsiteX492" fmla="*/ 3189263 w 7467600"/>
              <a:gd name="connsiteY492" fmla="*/ 3625726 h 6858000"/>
              <a:gd name="connsiteX493" fmla="*/ 3560912 w 7467600"/>
              <a:gd name="connsiteY493" fmla="*/ 4079863 h 6858000"/>
              <a:gd name="connsiteX494" fmla="*/ 3626636 w 7467600"/>
              <a:gd name="connsiteY494" fmla="*/ 4512230 h 6858000"/>
              <a:gd name="connsiteX495" fmla="*/ 3653088 w 7467600"/>
              <a:gd name="connsiteY495" fmla="*/ 4521417 h 6858000"/>
              <a:gd name="connsiteX496" fmla="*/ 3988128 w 7467600"/>
              <a:gd name="connsiteY496" fmla="*/ 4817267 h 6858000"/>
              <a:gd name="connsiteX497" fmla="*/ 4830582 w 7467600"/>
              <a:gd name="connsiteY497" fmla="*/ 4676000 h 6858000"/>
              <a:gd name="connsiteX498" fmla="*/ 4830100 w 7467600"/>
              <a:gd name="connsiteY498" fmla="*/ 4675554 h 6858000"/>
              <a:gd name="connsiteX499" fmla="*/ 4036318 w 7467600"/>
              <a:gd name="connsiteY499" fmla="*/ 4147013 h 6858000"/>
              <a:gd name="connsiteX500" fmla="*/ 3432098 w 7467600"/>
              <a:gd name="connsiteY500" fmla="*/ 3537312 h 6858000"/>
              <a:gd name="connsiteX501" fmla="*/ 3446761 w 7467600"/>
              <a:gd name="connsiteY501" fmla="*/ 3461278 h 6858000"/>
              <a:gd name="connsiteX502" fmla="*/ 4419733 w 7467600"/>
              <a:gd name="connsiteY502" fmla="*/ 3963555 h 6858000"/>
              <a:gd name="connsiteX503" fmla="*/ 4781371 w 7467600"/>
              <a:gd name="connsiteY503" fmla="*/ 4458604 h 6858000"/>
              <a:gd name="connsiteX504" fmla="*/ 4780440 w 7467600"/>
              <a:gd name="connsiteY504" fmla="*/ 4470290 h 6858000"/>
              <a:gd name="connsiteX505" fmla="*/ 4898954 w 7467600"/>
              <a:gd name="connsiteY505" fmla="*/ 4662092 h 6858000"/>
              <a:gd name="connsiteX506" fmla="*/ 4900699 w 7467600"/>
              <a:gd name="connsiteY506" fmla="*/ 4670867 h 6858000"/>
              <a:gd name="connsiteX507" fmla="*/ 5714511 w 7467600"/>
              <a:gd name="connsiteY507" fmla="*/ 4663483 h 6858000"/>
              <a:gd name="connsiteX508" fmla="*/ 5464793 w 7467600"/>
              <a:gd name="connsiteY508" fmla="*/ 4393556 h 6858000"/>
              <a:gd name="connsiteX509" fmla="*/ 5461897 w 7467600"/>
              <a:gd name="connsiteY509" fmla="*/ 4390879 h 6858000"/>
              <a:gd name="connsiteX510" fmla="*/ 4294126 w 7467600"/>
              <a:gd name="connsiteY510" fmla="*/ 3303048 h 6858000"/>
              <a:gd name="connsiteX511" fmla="*/ 4305321 w 7467600"/>
              <a:gd name="connsiteY511" fmla="*/ 3256953 h 6858000"/>
              <a:gd name="connsiteX512" fmla="*/ 4949299 w 7467600"/>
              <a:gd name="connsiteY512" fmla="*/ 3766336 h 6858000"/>
              <a:gd name="connsiteX513" fmla="*/ 5291452 w 7467600"/>
              <a:gd name="connsiteY513" fmla="*/ 4076801 h 6858000"/>
              <a:gd name="connsiteX514" fmla="*/ 5434998 w 7467600"/>
              <a:gd name="connsiteY514" fmla="*/ 4254100 h 6858000"/>
              <a:gd name="connsiteX515" fmla="*/ 5351015 w 7467600"/>
              <a:gd name="connsiteY515" fmla="*/ 3760989 h 6858000"/>
              <a:gd name="connsiteX516" fmla="*/ 5413780 w 7467600"/>
              <a:gd name="connsiteY516" fmla="*/ 2966265 h 6858000"/>
              <a:gd name="connsiteX517" fmla="*/ 5425627 w 7467600"/>
              <a:gd name="connsiteY517" fmla="*/ 2954192 h 6858000"/>
              <a:gd name="connsiteX518" fmla="*/ 6604735 w 7467600"/>
              <a:gd name="connsiteY518" fmla="*/ 2041381 h 6858000"/>
              <a:gd name="connsiteX519" fmla="*/ 7204487 w 7467600"/>
              <a:gd name="connsiteY519" fmla="*/ 2742112 h 6858000"/>
              <a:gd name="connsiteX520" fmla="*/ 7131592 w 7467600"/>
              <a:gd name="connsiteY520" fmla="*/ 2672096 h 6858000"/>
              <a:gd name="connsiteX521" fmla="*/ 6996344 w 7467600"/>
              <a:gd name="connsiteY521" fmla="*/ 2518310 h 6858000"/>
              <a:gd name="connsiteX522" fmla="*/ 6735495 w 7467600"/>
              <a:gd name="connsiteY522" fmla="*/ 2196890 h 6858000"/>
              <a:gd name="connsiteX523" fmla="*/ 6721901 w 7467600"/>
              <a:gd name="connsiteY523" fmla="*/ 2179274 h 6858000"/>
              <a:gd name="connsiteX524" fmla="*/ 6604735 w 7467600"/>
              <a:gd name="connsiteY524" fmla="*/ 2041381 h 6858000"/>
              <a:gd name="connsiteX525" fmla="*/ 6591670 w 7467600"/>
              <a:gd name="connsiteY525" fmla="*/ 1988277 h 6858000"/>
              <a:gd name="connsiteX526" fmla="*/ 6747349 w 7467600"/>
              <a:gd name="connsiteY526" fmla="*/ 2160069 h 6858000"/>
              <a:gd name="connsiteX527" fmla="*/ 6760943 w 7467600"/>
              <a:gd name="connsiteY527" fmla="*/ 2177686 h 6858000"/>
              <a:gd name="connsiteX528" fmla="*/ 7021065 w 7467600"/>
              <a:gd name="connsiteY528" fmla="*/ 2498102 h 6858000"/>
              <a:gd name="connsiteX529" fmla="*/ 7155223 w 7467600"/>
              <a:gd name="connsiteY529" fmla="*/ 2650386 h 6858000"/>
              <a:gd name="connsiteX530" fmla="*/ 7203167 w 7467600"/>
              <a:gd name="connsiteY530" fmla="*/ 2697288 h 6858000"/>
              <a:gd name="connsiteX531" fmla="*/ 6937703 w 7467600"/>
              <a:gd name="connsiteY531" fmla="*/ 2321981 h 6858000"/>
              <a:gd name="connsiteX532" fmla="*/ 6591670 w 7467600"/>
              <a:gd name="connsiteY532" fmla="*/ 1988277 h 6858000"/>
              <a:gd name="connsiteX533" fmla="*/ 5798671 w 7467600"/>
              <a:gd name="connsiteY533" fmla="*/ 1981601 h 6858000"/>
              <a:gd name="connsiteX534" fmla="*/ 5754709 w 7467600"/>
              <a:gd name="connsiteY534" fmla="*/ 2071454 h 6858000"/>
              <a:gd name="connsiteX535" fmla="*/ 5763044 w 7467600"/>
              <a:gd name="connsiteY535" fmla="*/ 2842206 h 6858000"/>
              <a:gd name="connsiteX536" fmla="*/ 5764974 w 7467600"/>
              <a:gd name="connsiteY536" fmla="*/ 2799609 h 6858000"/>
              <a:gd name="connsiteX537" fmla="*/ 5767665 w 7467600"/>
              <a:gd name="connsiteY537" fmla="*/ 2666409 h 6858000"/>
              <a:gd name="connsiteX538" fmla="*/ 5763055 w 7467600"/>
              <a:gd name="connsiteY538" fmla="*/ 2579705 h 6858000"/>
              <a:gd name="connsiteX539" fmla="*/ 5758079 w 7467600"/>
              <a:gd name="connsiteY539" fmla="*/ 2492508 h 6858000"/>
              <a:gd name="connsiteX540" fmla="*/ 5779325 w 7467600"/>
              <a:gd name="connsiteY540" fmla="*/ 2197069 h 6858000"/>
              <a:gd name="connsiteX541" fmla="*/ 5798671 w 7467600"/>
              <a:gd name="connsiteY541" fmla="*/ 1981601 h 6858000"/>
              <a:gd name="connsiteX542" fmla="*/ 5829202 w 7467600"/>
              <a:gd name="connsiteY542" fmla="*/ 1971679 h 6858000"/>
              <a:gd name="connsiteX543" fmla="*/ 5809558 w 7467600"/>
              <a:gd name="connsiteY543" fmla="*/ 2198043 h 6858000"/>
              <a:gd name="connsiteX544" fmla="*/ 5788653 w 7467600"/>
              <a:gd name="connsiteY544" fmla="*/ 2489430 h 6858000"/>
              <a:gd name="connsiteX545" fmla="*/ 5793439 w 7467600"/>
              <a:gd name="connsiteY545" fmla="*/ 2575235 h 6858000"/>
              <a:gd name="connsiteX546" fmla="*/ 5796837 w 7467600"/>
              <a:gd name="connsiteY546" fmla="*/ 2637633 h 6858000"/>
              <a:gd name="connsiteX547" fmla="*/ 5818614 w 7467600"/>
              <a:gd name="connsiteY547" fmla="*/ 2473055 h 6858000"/>
              <a:gd name="connsiteX548" fmla="*/ 5829202 w 7467600"/>
              <a:gd name="connsiteY548" fmla="*/ 1971679 h 6858000"/>
              <a:gd name="connsiteX549" fmla="*/ 5911389 w 7467600"/>
              <a:gd name="connsiteY549" fmla="*/ 1898371 h 6858000"/>
              <a:gd name="connsiteX550" fmla="*/ 6237627 w 7467600"/>
              <a:gd name="connsiteY550" fmla="*/ 2231921 h 6858000"/>
              <a:gd name="connsiteX551" fmla="*/ 5911389 w 7467600"/>
              <a:gd name="connsiteY551" fmla="*/ 1898371 h 6858000"/>
              <a:gd name="connsiteX552" fmla="*/ 6944437 w 7467600"/>
              <a:gd name="connsiteY552" fmla="*/ 1575402 h 6858000"/>
              <a:gd name="connsiteX553" fmla="*/ 6304730 w 7467600"/>
              <a:gd name="connsiteY553" fmla="*/ 1766654 h 6858000"/>
              <a:gd name="connsiteX554" fmla="*/ 6944437 w 7467600"/>
              <a:gd name="connsiteY554" fmla="*/ 1575402 h 6858000"/>
              <a:gd name="connsiteX555" fmla="*/ 7019523 w 7467600"/>
              <a:gd name="connsiteY555" fmla="*/ 1519450 h 6858000"/>
              <a:gd name="connsiteX556" fmla="*/ 6298091 w 7467600"/>
              <a:gd name="connsiteY556" fmla="*/ 1737122 h 6858000"/>
              <a:gd name="connsiteX557" fmla="*/ 7019523 w 7467600"/>
              <a:gd name="connsiteY557" fmla="*/ 1519450 h 6858000"/>
              <a:gd name="connsiteX558" fmla="*/ 2399523 w 7467600"/>
              <a:gd name="connsiteY558" fmla="*/ 1428234 h 6858000"/>
              <a:gd name="connsiteX559" fmla="*/ 2224982 w 7467600"/>
              <a:gd name="connsiteY559" fmla="*/ 1826201 h 6858000"/>
              <a:gd name="connsiteX560" fmla="*/ 2096099 w 7467600"/>
              <a:gd name="connsiteY560" fmla="*/ 2345900 h 6858000"/>
              <a:gd name="connsiteX561" fmla="*/ 2283317 w 7467600"/>
              <a:gd name="connsiteY561" fmla="*/ 1796925 h 6858000"/>
              <a:gd name="connsiteX562" fmla="*/ 2399523 w 7467600"/>
              <a:gd name="connsiteY562" fmla="*/ 1428234 h 6858000"/>
              <a:gd name="connsiteX563" fmla="*/ 2448558 w 7467600"/>
              <a:gd name="connsiteY563" fmla="*/ 1373435 h 6858000"/>
              <a:gd name="connsiteX564" fmla="*/ 2312521 w 7467600"/>
              <a:gd name="connsiteY564" fmla="*/ 1806140 h 6858000"/>
              <a:gd name="connsiteX565" fmla="*/ 2127533 w 7467600"/>
              <a:gd name="connsiteY565" fmla="*/ 2348380 h 6858000"/>
              <a:gd name="connsiteX566" fmla="*/ 2358080 w 7467600"/>
              <a:gd name="connsiteY566" fmla="*/ 1866134 h 6858000"/>
              <a:gd name="connsiteX567" fmla="*/ 2407436 w 7467600"/>
              <a:gd name="connsiteY567" fmla="*/ 1651070 h 6858000"/>
              <a:gd name="connsiteX568" fmla="*/ 2448558 w 7467600"/>
              <a:gd name="connsiteY568" fmla="*/ 1373435 h 6858000"/>
              <a:gd name="connsiteX569" fmla="*/ 278707 w 7467600"/>
              <a:gd name="connsiteY569" fmla="*/ 1352270 h 6858000"/>
              <a:gd name="connsiteX570" fmla="*/ 321570 w 7467600"/>
              <a:gd name="connsiteY570" fmla="*/ 1861610 h 6858000"/>
              <a:gd name="connsiteX571" fmla="*/ 294281 w 7467600"/>
              <a:gd name="connsiteY571" fmla="*/ 1440658 h 6858000"/>
              <a:gd name="connsiteX572" fmla="*/ 278707 w 7467600"/>
              <a:gd name="connsiteY572" fmla="*/ 1352270 h 6858000"/>
              <a:gd name="connsiteX573" fmla="*/ 1423821 w 7467600"/>
              <a:gd name="connsiteY573" fmla="*/ 1351958 h 6858000"/>
              <a:gd name="connsiteX574" fmla="*/ 1638521 w 7467600"/>
              <a:gd name="connsiteY574" fmla="*/ 1908470 h 6858000"/>
              <a:gd name="connsiteX575" fmla="*/ 1754199 w 7467600"/>
              <a:gd name="connsiteY575" fmla="*/ 2149284 h 6858000"/>
              <a:gd name="connsiteX576" fmla="*/ 1908359 w 7467600"/>
              <a:gd name="connsiteY576" fmla="*/ 2364988 h 6858000"/>
              <a:gd name="connsiteX577" fmla="*/ 1647661 w 7467600"/>
              <a:gd name="connsiteY577" fmla="*/ 1825945 h 6858000"/>
              <a:gd name="connsiteX578" fmla="*/ 1423821 w 7467600"/>
              <a:gd name="connsiteY578" fmla="*/ 1351958 h 6858000"/>
              <a:gd name="connsiteX579" fmla="*/ 1431890 w 7467600"/>
              <a:gd name="connsiteY579" fmla="*/ 1306475 h 6858000"/>
              <a:gd name="connsiteX580" fmla="*/ 1507597 w 7467600"/>
              <a:gd name="connsiteY580" fmla="*/ 1446132 h 6858000"/>
              <a:gd name="connsiteX581" fmla="*/ 1674586 w 7467600"/>
              <a:gd name="connsiteY581" fmla="*/ 1813832 h 6858000"/>
              <a:gd name="connsiteX582" fmla="*/ 1815950 w 7467600"/>
              <a:gd name="connsiteY582" fmla="*/ 2128564 h 6858000"/>
              <a:gd name="connsiteX583" fmla="*/ 1984242 w 7467600"/>
              <a:gd name="connsiteY583" fmla="*/ 2430829 h 6858000"/>
              <a:gd name="connsiteX584" fmla="*/ 2014023 w 7467600"/>
              <a:gd name="connsiteY584" fmla="*/ 2450995 h 6858000"/>
              <a:gd name="connsiteX585" fmla="*/ 1747337 w 7467600"/>
              <a:gd name="connsiteY585" fmla="*/ 1855264 h 6858000"/>
              <a:gd name="connsiteX586" fmla="*/ 1533749 w 7467600"/>
              <a:gd name="connsiteY586" fmla="*/ 1478656 h 6858000"/>
              <a:gd name="connsiteX587" fmla="*/ 1431890 w 7467600"/>
              <a:gd name="connsiteY587" fmla="*/ 1306475 h 6858000"/>
              <a:gd name="connsiteX588" fmla="*/ 5052692 w 7467600"/>
              <a:gd name="connsiteY588" fmla="*/ 1292994 h 6858000"/>
              <a:gd name="connsiteX589" fmla="*/ 5200661 w 7467600"/>
              <a:gd name="connsiteY589" fmla="*/ 1635186 h 6858000"/>
              <a:gd name="connsiteX590" fmla="*/ 5297138 w 7467600"/>
              <a:gd name="connsiteY590" fmla="*/ 1906351 h 6858000"/>
              <a:gd name="connsiteX591" fmla="*/ 5052692 w 7467600"/>
              <a:gd name="connsiteY591" fmla="*/ 1292994 h 6858000"/>
              <a:gd name="connsiteX592" fmla="*/ 5009948 w 7467600"/>
              <a:gd name="connsiteY592" fmla="*/ 1273619 h 6858000"/>
              <a:gd name="connsiteX593" fmla="*/ 5121777 w 7467600"/>
              <a:gd name="connsiteY593" fmla="*/ 1654213 h 6858000"/>
              <a:gd name="connsiteX594" fmla="*/ 5293545 w 7467600"/>
              <a:gd name="connsiteY594" fmla="*/ 2072247 h 6858000"/>
              <a:gd name="connsiteX595" fmla="*/ 5294042 w 7467600"/>
              <a:gd name="connsiteY595" fmla="*/ 2065019 h 6858000"/>
              <a:gd name="connsiteX596" fmla="*/ 5171936 w 7467600"/>
              <a:gd name="connsiteY596" fmla="*/ 1647613 h 6858000"/>
              <a:gd name="connsiteX597" fmla="*/ 5009948 w 7467600"/>
              <a:gd name="connsiteY597" fmla="*/ 1273619 h 6858000"/>
              <a:gd name="connsiteX598" fmla="*/ 655236 w 7467600"/>
              <a:gd name="connsiteY598" fmla="*/ 1268632 h 6858000"/>
              <a:gd name="connsiteX599" fmla="*/ 839521 w 7467600"/>
              <a:gd name="connsiteY599" fmla="*/ 1685315 h 6858000"/>
              <a:gd name="connsiteX600" fmla="*/ 1109416 w 7467600"/>
              <a:gd name="connsiteY600" fmla="*/ 2061663 h 6858000"/>
              <a:gd name="connsiteX601" fmla="*/ 1298300 w 7467600"/>
              <a:gd name="connsiteY601" fmla="*/ 2247742 h 6858000"/>
              <a:gd name="connsiteX602" fmla="*/ 1125871 w 7467600"/>
              <a:gd name="connsiteY602" fmla="*/ 1989513 h 6858000"/>
              <a:gd name="connsiteX603" fmla="*/ 981574 w 7467600"/>
              <a:gd name="connsiteY603" fmla="*/ 1783157 h 6858000"/>
              <a:gd name="connsiteX604" fmla="*/ 922198 w 7467600"/>
              <a:gd name="connsiteY604" fmla="*/ 1677437 h 6858000"/>
              <a:gd name="connsiteX605" fmla="*/ 869293 w 7467600"/>
              <a:gd name="connsiteY605" fmla="*/ 1583214 h 6858000"/>
              <a:gd name="connsiteX606" fmla="*/ 751431 w 7467600"/>
              <a:gd name="connsiteY606" fmla="*/ 1405731 h 6858000"/>
              <a:gd name="connsiteX607" fmla="*/ 655236 w 7467600"/>
              <a:gd name="connsiteY607" fmla="*/ 1268632 h 6858000"/>
              <a:gd name="connsiteX608" fmla="*/ 6516292 w 7467600"/>
              <a:gd name="connsiteY608" fmla="*/ 1263064 h 6858000"/>
              <a:gd name="connsiteX609" fmla="*/ 5736320 w 7467600"/>
              <a:gd name="connsiteY609" fmla="*/ 1501803 h 6858000"/>
              <a:gd name="connsiteX610" fmla="*/ 6516292 w 7467600"/>
              <a:gd name="connsiteY610" fmla="*/ 1263064 h 6858000"/>
              <a:gd name="connsiteX611" fmla="*/ 291466 w 7467600"/>
              <a:gd name="connsiteY611" fmla="*/ 1250369 h 6858000"/>
              <a:gd name="connsiteX612" fmla="*/ 323180 w 7467600"/>
              <a:gd name="connsiteY612" fmla="*/ 1435283 h 6858000"/>
              <a:gd name="connsiteX613" fmla="*/ 349381 w 7467600"/>
              <a:gd name="connsiteY613" fmla="*/ 1875041 h 6858000"/>
              <a:gd name="connsiteX614" fmla="*/ 374363 w 7467600"/>
              <a:gd name="connsiteY614" fmla="*/ 1506494 h 6858000"/>
              <a:gd name="connsiteX615" fmla="*/ 302168 w 7467600"/>
              <a:gd name="connsiteY615" fmla="*/ 1274495 h 6858000"/>
              <a:gd name="connsiteX616" fmla="*/ 291466 w 7467600"/>
              <a:gd name="connsiteY616" fmla="*/ 1250369 h 6858000"/>
              <a:gd name="connsiteX617" fmla="*/ 678222 w 7467600"/>
              <a:gd name="connsiteY617" fmla="*/ 1248670 h 6858000"/>
              <a:gd name="connsiteX618" fmla="*/ 775536 w 7467600"/>
              <a:gd name="connsiteY618" fmla="*/ 1388015 h 6858000"/>
              <a:gd name="connsiteX619" fmla="*/ 894529 w 7467600"/>
              <a:gd name="connsiteY619" fmla="*/ 1567739 h 6858000"/>
              <a:gd name="connsiteX620" fmla="*/ 948000 w 7467600"/>
              <a:gd name="connsiteY620" fmla="*/ 1663088 h 6858000"/>
              <a:gd name="connsiteX621" fmla="*/ 1006812 w 7467600"/>
              <a:gd name="connsiteY621" fmla="*/ 1767683 h 6858000"/>
              <a:gd name="connsiteX622" fmla="*/ 1149133 w 7467600"/>
              <a:gd name="connsiteY622" fmla="*/ 1971513 h 6858000"/>
              <a:gd name="connsiteX623" fmla="*/ 1333952 w 7467600"/>
              <a:gd name="connsiteY623" fmla="*/ 2251620 h 6858000"/>
              <a:gd name="connsiteX624" fmla="*/ 1337329 w 7467600"/>
              <a:gd name="connsiteY624" fmla="*/ 2258350 h 6858000"/>
              <a:gd name="connsiteX625" fmla="*/ 1014726 w 7467600"/>
              <a:gd name="connsiteY625" fmla="*/ 1615556 h 6858000"/>
              <a:gd name="connsiteX626" fmla="*/ 678222 w 7467600"/>
              <a:gd name="connsiteY626" fmla="*/ 1248670 h 6858000"/>
              <a:gd name="connsiteX627" fmla="*/ 6691602 w 7467600"/>
              <a:gd name="connsiteY627" fmla="*/ 1140573 h 6858000"/>
              <a:gd name="connsiteX628" fmla="*/ 6571100 w 7467600"/>
              <a:gd name="connsiteY628" fmla="*/ 1183662 h 6858000"/>
              <a:gd name="connsiteX629" fmla="*/ 6241687 w 7467600"/>
              <a:gd name="connsiteY629" fmla="*/ 1257600 h 6858000"/>
              <a:gd name="connsiteX630" fmla="*/ 5693009 w 7467600"/>
              <a:gd name="connsiteY630" fmla="*/ 1478256 h 6858000"/>
              <a:gd name="connsiteX631" fmla="*/ 6548420 w 7467600"/>
              <a:gd name="connsiteY631" fmla="*/ 1214599 h 6858000"/>
              <a:gd name="connsiteX632" fmla="*/ 6605473 w 7467600"/>
              <a:gd name="connsiteY632" fmla="*/ 1184686 h 6858000"/>
              <a:gd name="connsiteX633" fmla="*/ 6691602 w 7467600"/>
              <a:gd name="connsiteY633" fmla="*/ 1140573 h 6858000"/>
              <a:gd name="connsiteX634" fmla="*/ 4002475 w 7467600"/>
              <a:gd name="connsiteY634" fmla="*/ 1037802 h 6858000"/>
              <a:gd name="connsiteX635" fmla="*/ 4000324 w 7467600"/>
              <a:gd name="connsiteY635" fmla="*/ 1039362 h 6858000"/>
              <a:gd name="connsiteX636" fmla="*/ 4002862 w 7467600"/>
              <a:gd name="connsiteY636" fmla="*/ 1042866 h 6858000"/>
              <a:gd name="connsiteX637" fmla="*/ 4002475 w 7467600"/>
              <a:gd name="connsiteY637" fmla="*/ 1037802 h 6858000"/>
              <a:gd name="connsiteX638" fmla="*/ 506322 w 7467600"/>
              <a:gd name="connsiteY638" fmla="*/ 1020997 h 6858000"/>
              <a:gd name="connsiteX639" fmla="*/ 533068 w 7467600"/>
              <a:gd name="connsiteY639" fmla="*/ 1029409 h 6858000"/>
              <a:gd name="connsiteX640" fmla="*/ 1232525 w 7467600"/>
              <a:gd name="connsiteY640" fmla="*/ 1804675 h 6858000"/>
              <a:gd name="connsiteX641" fmla="*/ 1388858 w 7467600"/>
              <a:gd name="connsiteY641" fmla="*/ 2368011 h 6858000"/>
              <a:gd name="connsiteX642" fmla="*/ 1384098 w 7467600"/>
              <a:gd name="connsiteY642" fmla="*/ 2378125 h 6858000"/>
              <a:gd name="connsiteX643" fmla="*/ 1425393 w 7467600"/>
              <a:gd name="connsiteY643" fmla="*/ 2589124 h 6858000"/>
              <a:gd name="connsiteX644" fmla="*/ 1424001 w 7467600"/>
              <a:gd name="connsiteY644" fmla="*/ 2597541 h 6858000"/>
              <a:gd name="connsiteX645" fmla="*/ 2152729 w 7467600"/>
              <a:gd name="connsiteY645" fmla="*/ 2864487 h 6858000"/>
              <a:gd name="connsiteX646" fmla="*/ 2020609 w 7467600"/>
              <a:gd name="connsiteY646" fmla="*/ 2539671 h 6858000"/>
              <a:gd name="connsiteX647" fmla="*/ 2018920 w 7467600"/>
              <a:gd name="connsiteY647" fmla="*/ 2536309 h 6858000"/>
              <a:gd name="connsiteX648" fmla="*/ 1342441 w 7467600"/>
              <a:gd name="connsiteY648" fmla="*/ 1173017 h 6858000"/>
              <a:gd name="connsiteX649" fmla="*/ 1367925 w 7467600"/>
              <a:gd name="connsiteY649" fmla="*/ 1135648 h 6858000"/>
              <a:gd name="connsiteX650" fmla="*/ 1771401 w 7467600"/>
              <a:gd name="connsiteY650" fmla="*/ 1806673 h 6858000"/>
              <a:gd name="connsiteX651" fmla="*/ 1972385 w 7467600"/>
              <a:gd name="connsiteY651" fmla="*/ 2198735 h 6858000"/>
              <a:gd name="connsiteX652" fmla="*/ 2040892 w 7467600"/>
              <a:gd name="connsiteY652" fmla="*/ 2405205 h 6858000"/>
              <a:gd name="connsiteX653" fmla="*/ 2131689 w 7467600"/>
              <a:gd name="connsiteY653" fmla="*/ 1936926 h 6858000"/>
              <a:gd name="connsiteX654" fmla="*/ 2454820 w 7467600"/>
              <a:gd name="connsiteY654" fmla="*/ 1248808 h 6858000"/>
              <a:gd name="connsiteX655" fmla="*/ 2492512 w 7467600"/>
              <a:gd name="connsiteY655" fmla="*/ 1302920 h 6858000"/>
              <a:gd name="connsiteX656" fmla="*/ 2081216 w 7467600"/>
              <a:gd name="connsiteY656" fmla="*/ 2527513 h 6858000"/>
              <a:gd name="connsiteX657" fmla="*/ 2081211 w 7467600"/>
              <a:gd name="connsiteY657" fmla="*/ 2528916 h 6858000"/>
              <a:gd name="connsiteX658" fmla="*/ 2199067 w 7467600"/>
              <a:gd name="connsiteY658" fmla="*/ 2884061 h 6858000"/>
              <a:gd name="connsiteX659" fmla="*/ 3192586 w 7467600"/>
              <a:gd name="connsiteY659" fmla="*/ 3411496 h 6858000"/>
              <a:gd name="connsiteX660" fmla="*/ 3182620 w 7467600"/>
              <a:gd name="connsiteY660" fmla="*/ 3483279 h 6858000"/>
              <a:gd name="connsiteX661" fmla="*/ 2435119 w 7467600"/>
              <a:gd name="connsiteY661" fmla="*/ 3080173 h 6858000"/>
              <a:gd name="connsiteX662" fmla="*/ 2410152 w 7467600"/>
              <a:gd name="connsiteY662" fmla="*/ 3063751 h 6858000"/>
              <a:gd name="connsiteX663" fmla="*/ 2408099 w 7467600"/>
              <a:gd name="connsiteY663" fmla="*/ 3064403 h 6858000"/>
              <a:gd name="connsiteX664" fmla="*/ 2407218 w 7467600"/>
              <a:gd name="connsiteY664" fmla="*/ 3070324 h 6858000"/>
              <a:gd name="connsiteX665" fmla="*/ 2380138 w 7467600"/>
              <a:gd name="connsiteY665" fmla="*/ 3099341 h 6858000"/>
              <a:gd name="connsiteX666" fmla="*/ 1765923 w 7467600"/>
              <a:gd name="connsiteY666" fmla="*/ 3581043 h 6858000"/>
              <a:gd name="connsiteX667" fmla="*/ 1702258 w 7467600"/>
              <a:gd name="connsiteY667" fmla="*/ 3612286 h 6858000"/>
              <a:gd name="connsiteX668" fmla="*/ 1538370 w 7467600"/>
              <a:gd name="connsiteY668" fmla="*/ 3811804 h 6858000"/>
              <a:gd name="connsiteX669" fmla="*/ 542867 w 7467600"/>
              <a:gd name="connsiteY669" fmla="*/ 4944092 h 6858000"/>
              <a:gd name="connsiteX670" fmla="*/ 515800 w 7467600"/>
              <a:gd name="connsiteY670" fmla="*/ 4862180 h 6858000"/>
              <a:gd name="connsiteX671" fmla="*/ 909145 w 7467600"/>
              <a:gd name="connsiteY671" fmla="*/ 4199225 h 6858000"/>
              <a:gd name="connsiteX672" fmla="*/ 1214067 w 7467600"/>
              <a:gd name="connsiteY672" fmla="*/ 3908561 h 6858000"/>
              <a:gd name="connsiteX673" fmla="*/ 640967 w 7467600"/>
              <a:gd name="connsiteY673" fmla="*/ 4105601 h 6858000"/>
              <a:gd name="connsiteX674" fmla="*/ 112563 w 7467600"/>
              <a:gd name="connsiteY674" fmla="*/ 4396952 h 6858000"/>
              <a:gd name="connsiteX675" fmla="*/ 0 w 7467600"/>
              <a:gd name="connsiteY675" fmla="*/ 4466006 h 6858000"/>
              <a:gd name="connsiteX676" fmla="*/ 0 w 7467600"/>
              <a:gd name="connsiteY676" fmla="*/ 4233763 h 6858000"/>
              <a:gd name="connsiteX677" fmla="*/ 36881 w 7467600"/>
              <a:gd name="connsiteY677" fmla="*/ 4200118 h 6858000"/>
              <a:gd name="connsiteX678" fmla="*/ 910534 w 7467600"/>
              <a:gd name="connsiteY678" fmla="*/ 3629753 h 6858000"/>
              <a:gd name="connsiteX679" fmla="*/ 1578717 w 7467600"/>
              <a:gd name="connsiteY679" fmla="*/ 3575982 h 6858000"/>
              <a:gd name="connsiteX680" fmla="*/ 2338780 w 7467600"/>
              <a:gd name="connsiteY680" fmla="*/ 3033725 h 6858000"/>
              <a:gd name="connsiteX681" fmla="*/ 1807991 w 7467600"/>
              <a:gd name="connsiteY681" fmla="*/ 2807184 h 6858000"/>
              <a:gd name="connsiteX682" fmla="*/ 1416358 w 7467600"/>
              <a:gd name="connsiteY682" fmla="*/ 3112571 h 6858000"/>
              <a:gd name="connsiteX683" fmla="*/ 939066 w 7467600"/>
              <a:gd name="connsiteY683" fmla="*/ 3378798 h 6858000"/>
              <a:gd name="connsiteX684" fmla="*/ 115099 w 7467600"/>
              <a:gd name="connsiteY684" fmla="*/ 3607650 h 6858000"/>
              <a:gd name="connsiteX685" fmla="*/ 97284 w 7467600"/>
              <a:gd name="connsiteY685" fmla="*/ 3520393 h 6858000"/>
              <a:gd name="connsiteX686" fmla="*/ 922050 w 7467600"/>
              <a:gd name="connsiteY686" fmla="*/ 3074867 h 6858000"/>
              <a:gd name="connsiteX687" fmla="*/ 1405265 w 7467600"/>
              <a:gd name="connsiteY687" fmla="*/ 3016319 h 6858000"/>
              <a:gd name="connsiteX688" fmla="*/ 1407512 w 7467600"/>
              <a:gd name="connsiteY688" fmla="*/ 3018001 h 6858000"/>
              <a:gd name="connsiteX689" fmla="*/ 1726266 w 7467600"/>
              <a:gd name="connsiteY689" fmla="*/ 2777274 h 6858000"/>
              <a:gd name="connsiteX690" fmla="*/ 625390 w 7467600"/>
              <a:gd name="connsiteY690" fmla="*/ 2514541 h 6858000"/>
              <a:gd name="connsiteX691" fmla="*/ 619799 w 7467600"/>
              <a:gd name="connsiteY691" fmla="*/ 2527180 h 6858000"/>
              <a:gd name="connsiteX692" fmla="*/ 310030 w 7467600"/>
              <a:gd name="connsiteY692" fmla="*/ 2771818 h 6858000"/>
              <a:gd name="connsiteX693" fmla="*/ 173877 w 7467600"/>
              <a:gd name="connsiteY693" fmla="*/ 2937056 h 6858000"/>
              <a:gd name="connsiteX694" fmla="*/ 77889 w 7467600"/>
              <a:gd name="connsiteY694" fmla="*/ 3138440 h 6858000"/>
              <a:gd name="connsiteX695" fmla="*/ 0 w 7467600"/>
              <a:gd name="connsiteY695" fmla="*/ 3271395 h 6858000"/>
              <a:gd name="connsiteX696" fmla="*/ 0 w 7467600"/>
              <a:gd name="connsiteY696" fmla="*/ 3153002 h 6858000"/>
              <a:gd name="connsiteX697" fmla="*/ 2386 w 7467600"/>
              <a:gd name="connsiteY697" fmla="*/ 3149203 h 6858000"/>
              <a:gd name="connsiteX698" fmla="*/ 89753 w 7467600"/>
              <a:gd name="connsiteY698" fmla="*/ 2987702 h 6858000"/>
              <a:gd name="connsiteX699" fmla="*/ 76869 w 7467600"/>
              <a:gd name="connsiteY699" fmla="*/ 3005404 h 6858000"/>
              <a:gd name="connsiteX700" fmla="*/ 32049 w 7467600"/>
              <a:gd name="connsiteY700" fmla="*/ 3065814 h 6858000"/>
              <a:gd name="connsiteX701" fmla="*/ 0 w 7467600"/>
              <a:gd name="connsiteY701" fmla="*/ 3108744 h 6858000"/>
              <a:gd name="connsiteX702" fmla="*/ 0 w 7467600"/>
              <a:gd name="connsiteY702" fmla="*/ 3058059 h 6858000"/>
              <a:gd name="connsiteX703" fmla="*/ 7610 w 7467600"/>
              <a:gd name="connsiteY703" fmla="*/ 3047889 h 6858000"/>
              <a:gd name="connsiteX704" fmla="*/ 52419 w 7467600"/>
              <a:gd name="connsiteY704" fmla="*/ 2987479 h 6858000"/>
              <a:gd name="connsiteX705" fmla="*/ 59142 w 7467600"/>
              <a:gd name="connsiteY705" fmla="*/ 2978488 h 6858000"/>
              <a:gd name="connsiteX706" fmla="*/ 0 w 7467600"/>
              <a:gd name="connsiteY706" fmla="*/ 3015334 h 6858000"/>
              <a:gd name="connsiteX707" fmla="*/ 0 w 7467600"/>
              <a:gd name="connsiteY707" fmla="*/ 2914286 h 6858000"/>
              <a:gd name="connsiteX708" fmla="*/ 36383 w 7467600"/>
              <a:gd name="connsiteY708" fmla="*/ 2901128 h 6858000"/>
              <a:gd name="connsiteX709" fmla="*/ 156329 w 7467600"/>
              <a:gd name="connsiteY709" fmla="*/ 2840533 h 6858000"/>
              <a:gd name="connsiteX710" fmla="*/ 358355 w 7467600"/>
              <a:gd name="connsiteY710" fmla="*/ 2620471 h 6858000"/>
              <a:gd name="connsiteX711" fmla="*/ 510577 w 7467600"/>
              <a:gd name="connsiteY711" fmla="*/ 2501244 h 6858000"/>
              <a:gd name="connsiteX712" fmla="*/ 211967 w 7467600"/>
              <a:gd name="connsiteY712" fmla="*/ 2479171 h 6858000"/>
              <a:gd name="connsiteX713" fmla="*/ 0 w 7467600"/>
              <a:gd name="connsiteY713" fmla="*/ 2476398 h 6858000"/>
              <a:gd name="connsiteX714" fmla="*/ 0 w 7467600"/>
              <a:gd name="connsiteY714" fmla="*/ 2389189 h 6858000"/>
              <a:gd name="connsiteX715" fmla="*/ 103062 w 7467600"/>
              <a:gd name="connsiteY715" fmla="*/ 2389518 h 6858000"/>
              <a:gd name="connsiteX716" fmla="*/ 510734 w 7467600"/>
              <a:gd name="connsiteY716" fmla="*/ 2416201 h 6858000"/>
              <a:gd name="connsiteX717" fmla="*/ 279257 w 7467600"/>
              <a:gd name="connsiteY717" fmla="*/ 2092102 h 6858000"/>
              <a:gd name="connsiteX718" fmla="*/ 65265 w 7467600"/>
              <a:gd name="connsiteY718" fmla="*/ 2006049 h 6858000"/>
              <a:gd name="connsiteX719" fmla="*/ 0 w 7467600"/>
              <a:gd name="connsiteY719" fmla="*/ 1982532 h 6858000"/>
              <a:gd name="connsiteX720" fmla="*/ 0 w 7467600"/>
              <a:gd name="connsiteY720" fmla="*/ 1912789 h 6858000"/>
              <a:gd name="connsiteX721" fmla="*/ 97460 w 7467600"/>
              <a:gd name="connsiteY721" fmla="*/ 1953725 h 6858000"/>
              <a:gd name="connsiteX722" fmla="*/ 221272 w 7467600"/>
              <a:gd name="connsiteY722" fmla="*/ 1980766 h 6858000"/>
              <a:gd name="connsiteX723" fmla="*/ 116765 w 7467600"/>
              <a:gd name="connsiteY723" fmla="*/ 1911033 h 6858000"/>
              <a:gd name="connsiteX724" fmla="*/ 16405 w 7467600"/>
              <a:gd name="connsiteY724" fmla="*/ 1803412 h 6858000"/>
              <a:gd name="connsiteX725" fmla="*/ 0 w 7467600"/>
              <a:gd name="connsiteY725" fmla="*/ 1784777 h 6858000"/>
              <a:gd name="connsiteX726" fmla="*/ 0 w 7467600"/>
              <a:gd name="connsiteY726" fmla="*/ 1740082 h 6858000"/>
              <a:gd name="connsiteX727" fmla="*/ 39394 w 7467600"/>
              <a:gd name="connsiteY727" fmla="*/ 1784856 h 6858000"/>
              <a:gd name="connsiteX728" fmla="*/ 135813 w 7467600"/>
              <a:gd name="connsiteY728" fmla="*/ 1888838 h 6858000"/>
              <a:gd name="connsiteX729" fmla="*/ 242575 w 7467600"/>
              <a:gd name="connsiteY729" fmla="*/ 1958841 h 6858000"/>
              <a:gd name="connsiteX730" fmla="*/ 82197 w 7467600"/>
              <a:gd name="connsiteY730" fmla="*/ 1754826 h 6858000"/>
              <a:gd name="connsiteX731" fmla="*/ 0 w 7467600"/>
              <a:gd name="connsiteY731" fmla="*/ 1679650 h 6858000"/>
              <a:gd name="connsiteX732" fmla="*/ 0 w 7467600"/>
              <a:gd name="connsiteY732" fmla="*/ 1602463 h 6858000"/>
              <a:gd name="connsiteX733" fmla="*/ 84689 w 7467600"/>
              <a:gd name="connsiteY733" fmla="*/ 1677442 h 6858000"/>
              <a:gd name="connsiteX734" fmla="*/ 298437 w 7467600"/>
              <a:gd name="connsiteY734" fmla="*/ 1968019 h 6858000"/>
              <a:gd name="connsiteX735" fmla="*/ 227269 w 7467600"/>
              <a:gd name="connsiteY735" fmla="*/ 1114064 h 6858000"/>
              <a:gd name="connsiteX736" fmla="*/ 248003 w 7467600"/>
              <a:gd name="connsiteY736" fmla="*/ 1089613 h 6858000"/>
              <a:gd name="connsiteX737" fmla="*/ 427020 w 7467600"/>
              <a:gd name="connsiteY737" fmla="*/ 1619803 h 6858000"/>
              <a:gd name="connsiteX738" fmla="*/ 340345 w 7467600"/>
              <a:gd name="connsiteY738" fmla="*/ 2027739 h 6858000"/>
              <a:gd name="connsiteX739" fmla="*/ 360865 w 7467600"/>
              <a:gd name="connsiteY739" fmla="*/ 2044827 h 6858000"/>
              <a:gd name="connsiteX740" fmla="*/ 560414 w 7467600"/>
              <a:gd name="connsiteY740" fmla="*/ 2421457 h 6858000"/>
              <a:gd name="connsiteX741" fmla="*/ 1359703 w 7467600"/>
              <a:gd name="connsiteY741" fmla="*/ 2578554 h 6858000"/>
              <a:gd name="connsiteX742" fmla="*/ 1359422 w 7467600"/>
              <a:gd name="connsiteY742" fmla="*/ 2577994 h 6858000"/>
              <a:gd name="connsiteX743" fmla="*/ 828701 w 7467600"/>
              <a:gd name="connsiteY743" fmla="*/ 1839520 h 6858000"/>
              <a:gd name="connsiteX744" fmla="*/ 494427 w 7467600"/>
              <a:gd name="connsiteY744" fmla="*/ 1092333 h 6858000"/>
              <a:gd name="connsiteX745" fmla="*/ 506322 w 7467600"/>
              <a:gd name="connsiteY745" fmla="*/ 1020997 h 6858000"/>
              <a:gd name="connsiteX746" fmla="*/ 4570198 w 7467600"/>
              <a:gd name="connsiteY746" fmla="*/ 978081 h 6858000"/>
              <a:gd name="connsiteX747" fmla="*/ 4523691 w 7467600"/>
              <a:gd name="connsiteY747" fmla="*/ 1127776 h 6858000"/>
              <a:gd name="connsiteX748" fmla="*/ 4509875 w 7467600"/>
              <a:gd name="connsiteY748" fmla="*/ 1167552 h 6858000"/>
              <a:gd name="connsiteX749" fmla="*/ 4478168 w 7467600"/>
              <a:gd name="connsiteY749" fmla="*/ 1260735 h 6858000"/>
              <a:gd name="connsiteX750" fmla="*/ 4409309 w 7467600"/>
              <a:gd name="connsiteY750" fmla="*/ 1666996 h 6858000"/>
              <a:gd name="connsiteX751" fmla="*/ 4370031 w 7467600"/>
              <a:gd name="connsiteY751" fmla="*/ 1955666 h 6858000"/>
              <a:gd name="connsiteX752" fmla="*/ 4570198 w 7467600"/>
              <a:gd name="connsiteY752" fmla="*/ 978081 h 6858000"/>
              <a:gd name="connsiteX753" fmla="*/ 4557898 w 7467600"/>
              <a:gd name="connsiteY753" fmla="*/ 900011 h 6858000"/>
              <a:gd name="connsiteX754" fmla="*/ 4344840 w 7467600"/>
              <a:gd name="connsiteY754" fmla="*/ 1922038 h 6858000"/>
              <a:gd name="connsiteX755" fmla="*/ 4378710 w 7467600"/>
              <a:gd name="connsiteY755" fmla="*/ 1665516 h 6858000"/>
              <a:gd name="connsiteX756" fmla="*/ 4448798 w 7467600"/>
              <a:gd name="connsiteY756" fmla="*/ 1253024 h 6858000"/>
              <a:gd name="connsiteX757" fmla="*/ 4480315 w 7467600"/>
              <a:gd name="connsiteY757" fmla="*/ 1158454 h 6858000"/>
              <a:gd name="connsiteX758" fmla="*/ 4494133 w 7467600"/>
              <a:gd name="connsiteY758" fmla="*/ 1118676 h 6858000"/>
              <a:gd name="connsiteX759" fmla="*/ 4557898 w 7467600"/>
              <a:gd name="connsiteY759" fmla="*/ 900011 h 6858000"/>
              <a:gd name="connsiteX760" fmla="*/ 5870151 w 7467600"/>
              <a:gd name="connsiteY760" fmla="*/ 898890 h 6858000"/>
              <a:gd name="connsiteX761" fmla="*/ 5861335 w 7467600"/>
              <a:gd name="connsiteY761" fmla="*/ 899177 h 6858000"/>
              <a:gd name="connsiteX762" fmla="*/ 5843702 w 7467600"/>
              <a:gd name="connsiteY762" fmla="*/ 899748 h 6858000"/>
              <a:gd name="connsiteX763" fmla="*/ 5651107 w 7467600"/>
              <a:gd name="connsiteY763" fmla="*/ 920306 h 6858000"/>
              <a:gd name="connsiteX764" fmla="*/ 5459407 w 7467600"/>
              <a:gd name="connsiteY764" fmla="*/ 940975 h 6858000"/>
              <a:gd name="connsiteX765" fmla="*/ 5374846 w 7467600"/>
              <a:gd name="connsiteY765" fmla="*/ 941988 h 6858000"/>
              <a:gd name="connsiteX766" fmla="*/ 5256105 w 7467600"/>
              <a:gd name="connsiteY766" fmla="*/ 945632 h 6858000"/>
              <a:gd name="connsiteX767" fmla="*/ 5107071 w 7467600"/>
              <a:gd name="connsiteY767" fmla="*/ 969720 h 6858000"/>
              <a:gd name="connsiteX768" fmla="*/ 4998681 w 7467600"/>
              <a:gd name="connsiteY768" fmla="*/ 988771 h 6858000"/>
              <a:gd name="connsiteX769" fmla="*/ 5870151 w 7467600"/>
              <a:gd name="connsiteY769" fmla="*/ 898890 h 6858000"/>
              <a:gd name="connsiteX770" fmla="*/ 5504425 w 7467600"/>
              <a:gd name="connsiteY770" fmla="*/ 848067 h 6858000"/>
              <a:gd name="connsiteX771" fmla="*/ 4968849 w 7467600"/>
              <a:gd name="connsiteY771" fmla="*/ 962318 h 6858000"/>
              <a:gd name="connsiteX772" fmla="*/ 5104039 w 7467600"/>
              <a:gd name="connsiteY772" fmla="*/ 940634 h 6858000"/>
              <a:gd name="connsiteX773" fmla="*/ 5256311 w 7467600"/>
              <a:gd name="connsiteY773" fmla="*/ 916490 h 6858000"/>
              <a:gd name="connsiteX774" fmla="*/ 5377381 w 7467600"/>
              <a:gd name="connsiteY774" fmla="*/ 912671 h 6858000"/>
              <a:gd name="connsiteX775" fmla="*/ 5460148 w 7467600"/>
              <a:gd name="connsiteY775" fmla="*/ 911442 h 6858000"/>
              <a:gd name="connsiteX776" fmla="*/ 5648971 w 7467600"/>
              <a:gd name="connsiteY776" fmla="*/ 891331 h 6858000"/>
              <a:gd name="connsiteX777" fmla="*/ 5844807 w 7467600"/>
              <a:gd name="connsiteY777" fmla="*/ 870718 h 6858000"/>
              <a:gd name="connsiteX778" fmla="*/ 5862975 w 7467600"/>
              <a:gd name="connsiteY778" fmla="*/ 869756 h 6858000"/>
              <a:gd name="connsiteX779" fmla="*/ 5920887 w 7467600"/>
              <a:gd name="connsiteY779" fmla="*/ 865929 h 6858000"/>
              <a:gd name="connsiteX780" fmla="*/ 5504425 w 7467600"/>
              <a:gd name="connsiteY780" fmla="*/ 848067 h 6858000"/>
              <a:gd name="connsiteX781" fmla="*/ 3607114 w 7467600"/>
              <a:gd name="connsiteY781" fmla="*/ 467441 h 6858000"/>
              <a:gd name="connsiteX782" fmla="*/ 3296242 w 7467600"/>
              <a:gd name="connsiteY782" fmla="*/ 807991 h 6858000"/>
              <a:gd name="connsiteX783" fmla="*/ 3174674 w 7467600"/>
              <a:gd name="connsiteY783" fmla="*/ 919759 h 6858000"/>
              <a:gd name="connsiteX784" fmla="*/ 3042978 w 7467600"/>
              <a:gd name="connsiteY784" fmla="*/ 1054894 h 6858000"/>
              <a:gd name="connsiteX785" fmla="*/ 2968914 w 7467600"/>
              <a:gd name="connsiteY785" fmla="*/ 1133756 h 6858000"/>
              <a:gd name="connsiteX786" fmla="*/ 3103823 w 7467600"/>
              <a:gd name="connsiteY786" fmla="*/ 1026814 h 6858000"/>
              <a:gd name="connsiteX787" fmla="*/ 3607114 w 7467600"/>
              <a:gd name="connsiteY787" fmla="*/ 467441 h 6858000"/>
              <a:gd name="connsiteX788" fmla="*/ 3744487 w 7467600"/>
              <a:gd name="connsiteY788" fmla="*/ 383136 h 6858000"/>
              <a:gd name="connsiteX789" fmla="*/ 3970213 w 7467600"/>
              <a:gd name="connsiteY789" fmla="*/ 995559 h 6858000"/>
              <a:gd name="connsiteX790" fmla="*/ 3744487 w 7467600"/>
              <a:gd name="connsiteY790" fmla="*/ 383136 h 6858000"/>
              <a:gd name="connsiteX791" fmla="*/ 3624562 w 7467600"/>
              <a:gd name="connsiteY791" fmla="*/ 367041 h 6858000"/>
              <a:gd name="connsiteX792" fmla="*/ 3489712 w 7467600"/>
              <a:gd name="connsiteY792" fmla="*/ 485386 h 6858000"/>
              <a:gd name="connsiteX793" fmla="*/ 3182994 w 7467600"/>
              <a:gd name="connsiteY793" fmla="*/ 828265 h 6858000"/>
              <a:gd name="connsiteX794" fmla="*/ 2892114 w 7467600"/>
              <a:gd name="connsiteY794" fmla="*/ 1172635 h 6858000"/>
              <a:gd name="connsiteX795" fmla="*/ 3021459 w 7467600"/>
              <a:gd name="connsiteY795" fmla="*/ 1035385 h 6858000"/>
              <a:gd name="connsiteX796" fmla="*/ 3153873 w 7467600"/>
              <a:gd name="connsiteY796" fmla="*/ 898971 h 6858000"/>
              <a:gd name="connsiteX797" fmla="*/ 3276511 w 7467600"/>
              <a:gd name="connsiteY797" fmla="*/ 786423 h 6858000"/>
              <a:gd name="connsiteX798" fmla="*/ 3584154 w 7467600"/>
              <a:gd name="connsiteY798" fmla="*/ 448218 h 6858000"/>
              <a:gd name="connsiteX799" fmla="*/ 3624562 w 7467600"/>
              <a:gd name="connsiteY799" fmla="*/ 367041 h 6858000"/>
              <a:gd name="connsiteX800" fmla="*/ 3766672 w 7467600"/>
              <a:gd name="connsiteY800" fmla="*/ 359429 h 6858000"/>
              <a:gd name="connsiteX801" fmla="*/ 3996338 w 7467600"/>
              <a:gd name="connsiteY801" fmla="*/ 968237 h 6858000"/>
              <a:gd name="connsiteX802" fmla="*/ 3766672 w 7467600"/>
              <a:gd name="connsiteY802" fmla="*/ 359429 h 6858000"/>
              <a:gd name="connsiteX803" fmla="*/ 5805386 w 7467600"/>
              <a:gd name="connsiteY803" fmla="*/ 239240 h 6858000"/>
              <a:gd name="connsiteX804" fmla="*/ 5736947 w 7467600"/>
              <a:gd name="connsiteY804" fmla="*/ 261367 h 6858000"/>
              <a:gd name="connsiteX805" fmla="*/ 5427012 w 7467600"/>
              <a:gd name="connsiteY805" fmla="*/ 311272 h 6858000"/>
              <a:gd name="connsiteX806" fmla="*/ 5147818 w 7467600"/>
              <a:gd name="connsiteY806" fmla="*/ 322112 h 6858000"/>
              <a:gd name="connsiteX807" fmla="*/ 5060854 w 7467600"/>
              <a:gd name="connsiteY807" fmla="*/ 311882 h 6858000"/>
              <a:gd name="connsiteX808" fmla="*/ 4945989 w 7467600"/>
              <a:gd name="connsiteY808" fmla="*/ 300516 h 6858000"/>
              <a:gd name="connsiteX809" fmla="*/ 5410479 w 7467600"/>
              <a:gd name="connsiteY809" fmla="*/ 348434 h 6858000"/>
              <a:gd name="connsiteX810" fmla="*/ 5805386 w 7467600"/>
              <a:gd name="connsiteY810" fmla="*/ 239240 h 6858000"/>
              <a:gd name="connsiteX811" fmla="*/ 5905192 w 7467600"/>
              <a:gd name="connsiteY811" fmla="*/ 163079 h 6858000"/>
              <a:gd name="connsiteX812" fmla="*/ 5865655 w 7467600"/>
              <a:gd name="connsiteY812" fmla="*/ 171901 h 6858000"/>
              <a:gd name="connsiteX813" fmla="*/ 5259740 w 7467600"/>
              <a:gd name="connsiteY813" fmla="*/ 257013 h 6858000"/>
              <a:gd name="connsiteX814" fmla="*/ 5208466 w 7467600"/>
              <a:gd name="connsiteY814" fmla="*/ 257550 h 6858000"/>
              <a:gd name="connsiteX815" fmla="*/ 4980204 w 7467600"/>
              <a:gd name="connsiteY815" fmla="*/ 271903 h 6858000"/>
              <a:gd name="connsiteX816" fmla="*/ 5068068 w 7467600"/>
              <a:gd name="connsiteY816" fmla="*/ 282244 h 6858000"/>
              <a:gd name="connsiteX817" fmla="*/ 5153231 w 7467600"/>
              <a:gd name="connsiteY817" fmla="*/ 292240 h 6858000"/>
              <a:gd name="connsiteX818" fmla="*/ 5426491 w 7467600"/>
              <a:gd name="connsiteY818" fmla="*/ 281128 h 6858000"/>
              <a:gd name="connsiteX819" fmla="*/ 5731212 w 7467600"/>
              <a:gd name="connsiteY819" fmla="*/ 231951 h 6858000"/>
              <a:gd name="connsiteX820" fmla="*/ 5905192 w 7467600"/>
              <a:gd name="connsiteY820" fmla="*/ 163079 h 6858000"/>
              <a:gd name="connsiteX821" fmla="*/ 5944437 w 7467600"/>
              <a:gd name="connsiteY821" fmla="*/ 113829 h 6858000"/>
              <a:gd name="connsiteX822" fmla="*/ 5825032 w 7467600"/>
              <a:gd name="connsiteY822" fmla="*/ 146405 h 6858000"/>
              <a:gd name="connsiteX823" fmla="*/ 4955599 w 7467600"/>
              <a:gd name="connsiteY823" fmla="*/ 247008 h 6858000"/>
              <a:gd name="connsiteX824" fmla="*/ 5210104 w 7467600"/>
              <a:gd name="connsiteY824" fmla="*/ 228123 h 6858000"/>
              <a:gd name="connsiteX825" fmla="*/ 5261015 w 7467600"/>
              <a:gd name="connsiteY825" fmla="*/ 227087 h 6858000"/>
              <a:gd name="connsiteX826" fmla="*/ 5861181 w 7467600"/>
              <a:gd name="connsiteY826" fmla="*/ 143093 h 6858000"/>
              <a:gd name="connsiteX827" fmla="*/ 5961252 w 7467600"/>
              <a:gd name="connsiteY827" fmla="*/ 114820 h 6858000"/>
              <a:gd name="connsiteX828" fmla="*/ 5944437 w 7467600"/>
              <a:gd name="connsiteY828" fmla="*/ 113829 h 6858000"/>
              <a:gd name="connsiteX829" fmla="*/ 3882765 w 7467600"/>
              <a:gd name="connsiteY829" fmla="*/ 0 h 6858000"/>
              <a:gd name="connsiteX830" fmla="*/ 3995099 w 7467600"/>
              <a:gd name="connsiteY830" fmla="*/ 0 h 6858000"/>
              <a:gd name="connsiteX831" fmla="*/ 4163818 w 7467600"/>
              <a:gd name="connsiteY831" fmla="*/ 234104 h 6858000"/>
              <a:gd name="connsiteX832" fmla="*/ 4172099 w 7467600"/>
              <a:gd name="connsiteY832" fmla="*/ 234207 h 6858000"/>
              <a:gd name="connsiteX833" fmla="*/ 4784282 w 7467600"/>
              <a:gd name="connsiteY833" fmla="*/ 276561 h 6858000"/>
              <a:gd name="connsiteX834" fmla="*/ 4801687 w 7467600"/>
              <a:gd name="connsiteY834" fmla="*/ 267764 h 6858000"/>
              <a:gd name="connsiteX835" fmla="*/ 6082788 w 7467600"/>
              <a:gd name="connsiteY835" fmla="*/ 64119 h 6858000"/>
              <a:gd name="connsiteX836" fmla="*/ 6099442 w 7467600"/>
              <a:gd name="connsiteY836" fmla="*/ 82568 h 6858000"/>
              <a:gd name="connsiteX837" fmla="*/ 4804137 w 7467600"/>
              <a:gd name="connsiteY837" fmla="*/ 320931 h 6858000"/>
              <a:gd name="connsiteX838" fmla="*/ 4227047 w 7467600"/>
              <a:gd name="connsiteY838" fmla="*/ 313415 h 6858000"/>
              <a:gd name="connsiteX839" fmla="*/ 4346041 w 7467600"/>
              <a:gd name="connsiteY839" fmla="*/ 456086 h 6858000"/>
              <a:gd name="connsiteX840" fmla="*/ 4870967 w 7467600"/>
              <a:gd name="connsiteY840" fmla="*/ 963061 h 6858000"/>
              <a:gd name="connsiteX841" fmla="*/ 4889647 w 7467600"/>
              <a:gd name="connsiteY841" fmla="*/ 957147 h 6858000"/>
              <a:gd name="connsiteX842" fmla="*/ 5422504 w 7467600"/>
              <a:gd name="connsiteY842" fmla="*/ 805191 h 6858000"/>
              <a:gd name="connsiteX843" fmla="*/ 6087656 w 7467600"/>
              <a:gd name="connsiteY843" fmla="*/ 826703 h 6858000"/>
              <a:gd name="connsiteX844" fmla="*/ 6058717 w 7467600"/>
              <a:gd name="connsiteY844" fmla="*/ 865992 h 6858000"/>
              <a:gd name="connsiteX845" fmla="*/ 4974153 w 7467600"/>
              <a:gd name="connsiteY845" fmla="*/ 1045456 h 6858000"/>
              <a:gd name="connsiteX846" fmla="*/ 5627835 w 7467600"/>
              <a:gd name="connsiteY846" fmla="*/ 1472077 h 6858000"/>
              <a:gd name="connsiteX847" fmla="*/ 5629817 w 7467600"/>
              <a:gd name="connsiteY847" fmla="*/ 1471412 h 6858000"/>
              <a:gd name="connsiteX848" fmla="*/ 5634124 w 7467600"/>
              <a:gd name="connsiteY848" fmla="*/ 1470572 h 6858000"/>
              <a:gd name="connsiteX849" fmla="*/ 5755832 w 7467600"/>
              <a:gd name="connsiteY849" fmla="*/ 1383886 h 6858000"/>
              <a:gd name="connsiteX850" fmla="*/ 6014186 w 7467600"/>
              <a:gd name="connsiteY850" fmla="*/ 1279799 h 6858000"/>
              <a:gd name="connsiteX851" fmla="*/ 6901619 w 7467600"/>
              <a:gd name="connsiteY851" fmla="*/ 1047874 h 6858000"/>
              <a:gd name="connsiteX852" fmla="*/ 6931566 w 7467600"/>
              <a:gd name="connsiteY852" fmla="*/ 1062034 h 6858000"/>
              <a:gd name="connsiteX853" fmla="*/ 5790982 w 7467600"/>
              <a:gd name="connsiteY853" fmla="*/ 1561380 h 6858000"/>
              <a:gd name="connsiteX854" fmla="*/ 6188971 w 7467600"/>
              <a:gd name="connsiteY854" fmla="*/ 1755168 h 6858000"/>
              <a:gd name="connsiteX855" fmla="*/ 6202446 w 7467600"/>
              <a:gd name="connsiteY855" fmla="*/ 1752268 h 6858000"/>
              <a:gd name="connsiteX856" fmla="*/ 7179560 w 7467600"/>
              <a:gd name="connsiteY856" fmla="*/ 1467551 h 6858000"/>
              <a:gd name="connsiteX857" fmla="*/ 7158730 w 7467600"/>
              <a:gd name="connsiteY857" fmla="*/ 1507835 h 6858000"/>
              <a:gd name="connsiteX858" fmla="*/ 6326959 w 7467600"/>
              <a:gd name="connsiteY858" fmla="*/ 1817686 h 6858000"/>
              <a:gd name="connsiteX859" fmla="*/ 6537433 w 7467600"/>
              <a:gd name="connsiteY859" fmla="*/ 1907790 h 6858000"/>
              <a:gd name="connsiteX860" fmla="*/ 6550221 w 7467600"/>
              <a:gd name="connsiteY860" fmla="*/ 1910729 h 6858000"/>
              <a:gd name="connsiteX861" fmla="*/ 6964438 w 7467600"/>
              <a:gd name="connsiteY861" fmla="*/ 2209505 h 6858000"/>
              <a:gd name="connsiteX862" fmla="*/ 7367862 w 7467600"/>
              <a:gd name="connsiteY862" fmla="*/ 2806833 h 6858000"/>
              <a:gd name="connsiteX863" fmla="*/ 7364329 w 7467600"/>
              <a:gd name="connsiteY863" fmla="*/ 2826907 h 6858000"/>
              <a:gd name="connsiteX864" fmla="*/ 7290545 w 7467600"/>
              <a:gd name="connsiteY864" fmla="*/ 2850663 h 6858000"/>
              <a:gd name="connsiteX865" fmla="*/ 6472036 w 7467600"/>
              <a:gd name="connsiteY865" fmla="*/ 1959003 h 6858000"/>
              <a:gd name="connsiteX866" fmla="*/ 5792897 w 7467600"/>
              <a:gd name="connsiteY866" fmla="*/ 1647747 h 6858000"/>
              <a:gd name="connsiteX867" fmla="*/ 5842751 w 7467600"/>
              <a:gd name="connsiteY867" fmla="*/ 1816112 h 6858000"/>
              <a:gd name="connsiteX868" fmla="*/ 5847424 w 7467600"/>
              <a:gd name="connsiteY868" fmla="*/ 1815776 h 6858000"/>
              <a:gd name="connsiteX869" fmla="*/ 6399821 w 7467600"/>
              <a:gd name="connsiteY869" fmla="*/ 2344799 h 6858000"/>
              <a:gd name="connsiteX870" fmla="*/ 6323232 w 7467600"/>
              <a:gd name="connsiteY870" fmla="*/ 2389634 h 6858000"/>
              <a:gd name="connsiteX871" fmla="*/ 5942958 w 7467600"/>
              <a:gd name="connsiteY871" fmla="*/ 2077708 h 6858000"/>
              <a:gd name="connsiteX872" fmla="*/ 5921559 w 7467600"/>
              <a:gd name="connsiteY872" fmla="*/ 2378596 h 6858000"/>
              <a:gd name="connsiteX873" fmla="*/ 5817651 w 7467600"/>
              <a:gd name="connsiteY873" fmla="*/ 3023919 h 6858000"/>
              <a:gd name="connsiteX874" fmla="*/ 5729634 w 7467600"/>
              <a:gd name="connsiteY874" fmla="*/ 3051849 h 6858000"/>
              <a:gd name="connsiteX875" fmla="*/ 5611018 w 7467600"/>
              <a:gd name="connsiteY875" fmla="*/ 2316769 h 6858000"/>
              <a:gd name="connsiteX876" fmla="*/ 5687608 w 7467600"/>
              <a:gd name="connsiteY876" fmla="*/ 2039972 h 6858000"/>
              <a:gd name="connsiteX877" fmla="*/ 5657554 w 7467600"/>
              <a:gd name="connsiteY877" fmla="*/ 1576445 h 6858000"/>
              <a:gd name="connsiteX878" fmla="*/ 5150475 w 7467600"/>
              <a:gd name="connsiteY878" fmla="*/ 1274012 h 6858000"/>
              <a:gd name="connsiteX879" fmla="*/ 5349142 w 7467600"/>
              <a:gd name="connsiteY879" fmla="*/ 2204405 h 6858000"/>
              <a:gd name="connsiteX880" fmla="*/ 5262214 w 7467600"/>
              <a:gd name="connsiteY880" fmla="*/ 2233836 h 6858000"/>
              <a:gd name="connsiteX881" fmla="*/ 4981539 w 7467600"/>
              <a:gd name="connsiteY881" fmla="*/ 1542201 h 6858000"/>
              <a:gd name="connsiteX882" fmla="*/ 4958461 w 7467600"/>
              <a:gd name="connsiteY882" fmla="*/ 1136957 h 6858000"/>
              <a:gd name="connsiteX883" fmla="*/ 4655015 w 7467600"/>
              <a:gd name="connsiteY883" fmla="*/ 891426 h 6858000"/>
              <a:gd name="connsiteX884" fmla="*/ 4348002 w 7467600"/>
              <a:gd name="connsiteY884" fmla="*/ 2205895 h 6858000"/>
              <a:gd name="connsiteX885" fmla="*/ 4262250 w 7467600"/>
              <a:gd name="connsiteY885" fmla="*/ 2219972 h 6858000"/>
              <a:gd name="connsiteX886" fmla="*/ 4550611 w 7467600"/>
              <a:gd name="connsiteY886" fmla="*/ 817540 h 6858000"/>
              <a:gd name="connsiteX887" fmla="*/ 4564418 w 7467600"/>
              <a:gd name="connsiteY887" fmla="*/ 808293 h 6858000"/>
              <a:gd name="connsiteX888" fmla="*/ 4266388 w 7467600"/>
              <a:gd name="connsiteY888" fmla="*/ 500083 h 6858000"/>
              <a:gd name="connsiteX889" fmla="*/ 4032842 w 7467600"/>
              <a:gd name="connsiteY889" fmla="*/ 211809 h 6858000"/>
              <a:gd name="connsiteX890" fmla="*/ 3882765 w 7467600"/>
              <a:gd name="connsiteY890" fmla="*/ 0 h 6858000"/>
              <a:gd name="connsiteX891" fmla="*/ 3721337 w 7467600"/>
              <a:gd name="connsiteY891" fmla="*/ 0 h 6858000"/>
              <a:gd name="connsiteX892" fmla="*/ 3797544 w 7467600"/>
              <a:gd name="connsiteY892" fmla="*/ 0 h 6858000"/>
              <a:gd name="connsiteX893" fmla="*/ 3775734 w 7467600"/>
              <a:gd name="connsiteY893" fmla="*/ 95131 h 6858000"/>
              <a:gd name="connsiteX894" fmla="*/ 3724807 w 7467600"/>
              <a:gd name="connsiteY894" fmla="*/ 272257 h 6858000"/>
              <a:gd name="connsiteX895" fmla="*/ 3726844 w 7467600"/>
              <a:gd name="connsiteY895" fmla="*/ 282988 h 6858000"/>
              <a:gd name="connsiteX896" fmla="*/ 3742664 w 7467600"/>
              <a:gd name="connsiteY896" fmla="*/ 279918 h 6858000"/>
              <a:gd name="connsiteX897" fmla="*/ 4103910 w 7467600"/>
              <a:gd name="connsiteY897" fmla="*/ 1161917 h 6858000"/>
              <a:gd name="connsiteX898" fmla="*/ 4020269 w 7467600"/>
              <a:gd name="connsiteY898" fmla="*/ 1200406 h 6858000"/>
              <a:gd name="connsiteX899" fmla="*/ 3674882 w 7467600"/>
              <a:gd name="connsiteY899" fmla="*/ 488524 h 6858000"/>
              <a:gd name="connsiteX900" fmla="*/ 3132682 w 7467600"/>
              <a:gd name="connsiteY900" fmla="*/ 1072284 h 6858000"/>
              <a:gd name="connsiteX901" fmla="*/ 2716346 w 7467600"/>
              <a:gd name="connsiteY901" fmla="*/ 1276376 h 6858000"/>
              <a:gd name="connsiteX902" fmla="*/ 2716772 w 7467600"/>
              <a:gd name="connsiteY902" fmla="*/ 1255462 h 6858000"/>
              <a:gd name="connsiteX903" fmla="*/ 3471096 w 7467600"/>
              <a:gd name="connsiteY903" fmla="*/ 437072 h 6858000"/>
              <a:gd name="connsiteX904" fmla="*/ 3639057 w 7467600"/>
              <a:gd name="connsiteY904" fmla="*/ 286334 h 6858000"/>
              <a:gd name="connsiteX905" fmla="*/ 3640309 w 7467600"/>
              <a:gd name="connsiteY905" fmla="*/ 284664 h 6858000"/>
              <a:gd name="connsiteX906" fmla="*/ 3646022 w 7467600"/>
              <a:gd name="connsiteY906" fmla="*/ 276711 h 6858000"/>
              <a:gd name="connsiteX907" fmla="*/ 3707943 w 7467600"/>
              <a:gd name="connsiteY907" fmla="*/ 65958 h 6858000"/>
              <a:gd name="connsiteX908" fmla="*/ 3721337 w 7467600"/>
              <a:gd name="connsiteY908" fmla="*/ 0 h 6858000"/>
              <a:gd name="connsiteX909" fmla="*/ 2867960 w 7467600"/>
              <a:gd name="connsiteY909" fmla="*/ 0 h 6858000"/>
              <a:gd name="connsiteX910" fmla="*/ 2926351 w 7467600"/>
              <a:gd name="connsiteY910" fmla="*/ 0 h 6858000"/>
              <a:gd name="connsiteX911" fmla="*/ 2902823 w 7467600"/>
              <a:gd name="connsiteY911" fmla="*/ 262929 h 6858000"/>
              <a:gd name="connsiteX912" fmla="*/ 2940663 w 7467600"/>
              <a:gd name="connsiteY912" fmla="*/ 140884 h 6858000"/>
              <a:gd name="connsiteX913" fmla="*/ 2947039 w 7467600"/>
              <a:gd name="connsiteY913" fmla="*/ 122524 h 6858000"/>
              <a:gd name="connsiteX914" fmla="*/ 2984316 w 7467600"/>
              <a:gd name="connsiteY914" fmla="*/ 0 h 6858000"/>
              <a:gd name="connsiteX915" fmla="*/ 3016114 w 7467600"/>
              <a:gd name="connsiteY915" fmla="*/ 0 h 6858000"/>
              <a:gd name="connsiteX916" fmla="*/ 2979949 w 7467600"/>
              <a:gd name="connsiteY916" fmla="*/ 119274 h 6858000"/>
              <a:gd name="connsiteX917" fmla="*/ 3023879 w 7467600"/>
              <a:gd name="connsiteY917" fmla="*/ 0 h 6858000"/>
              <a:gd name="connsiteX918" fmla="*/ 3105400 w 7467600"/>
              <a:gd name="connsiteY918" fmla="*/ 0 h 6858000"/>
              <a:gd name="connsiteX919" fmla="*/ 3094669 w 7467600"/>
              <a:gd name="connsiteY919" fmla="*/ 30308 h 6858000"/>
              <a:gd name="connsiteX920" fmla="*/ 2901945 w 7467600"/>
              <a:gd name="connsiteY920" fmla="*/ 466538 h 6858000"/>
              <a:gd name="connsiteX921" fmla="*/ 2815209 w 7467600"/>
              <a:gd name="connsiteY921" fmla="*/ 497361 h 6858000"/>
              <a:gd name="connsiteX922" fmla="*/ 2844845 w 7467600"/>
              <a:gd name="connsiteY922" fmla="*/ 127638 h 6858000"/>
              <a:gd name="connsiteX923" fmla="*/ 2867960 w 7467600"/>
              <a:gd name="connsiteY923" fmla="*/ 0 h 6858000"/>
              <a:gd name="connsiteX924" fmla="*/ 1057230 w 7467600"/>
              <a:gd name="connsiteY924" fmla="*/ 0 h 6858000"/>
              <a:gd name="connsiteX925" fmla="*/ 1111003 w 7467600"/>
              <a:gd name="connsiteY925" fmla="*/ 0 h 6858000"/>
              <a:gd name="connsiteX926" fmla="*/ 1125553 w 7467600"/>
              <a:gd name="connsiteY926" fmla="*/ 52588 h 6858000"/>
              <a:gd name="connsiteX927" fmla="*/ 1304276 w 7467600"/>
              <a:gd name="connsiteY927" fmla="*/ 476275 h 6858000"/>
              <a:gd name="connsiteX928" fmla="*/ 1492066 w 7467600"/>
              <a:gd name="connsiteY928" fmla="*/ 886333 h 6858000"/>
              <a:gd name="connsiteX929" fmla="*/ 1423698 w 7467600"/>
              <a:gd name="connsiteY929" fmla="*/ 710817 h 6858000"/>
              <a:gd name="connsiteX930" fmla="*/ 1357609 w 7467600"/>
              <a:gd name="connsiteY930" fmla="*/ 532892 h 6858000"/>
              <a:gd name="connsiteX931" fmla="*/ 1309550 w 7467600"/>
              <a:gd name="connsiteY931" fmla="*/ 374031 h 6858000"/>
              <a:gd name="connsiteX932" fmla="*/ 1193673 w 7467600"/>
              <a:gd name="connsiteY932" fmla="*/ 49533 h 6858000"/>
              <a:gd name="connsiteX933" fmla="*/ 1164391 w 7467600"/>
              <a:gd name="connsiteY933" fmla="*/ 0 h 6858000"/>
              <a:gd name="connsiteX934" fmla="*/ 1200666 w 7467600"/>
              <a:gd name="connsiteY934" fmla="*/ 0 h 6858000"/>
              <a:gd name="connsiteX935" fmla="*/ 1223408 w 7467600"/>
              <a:gd name="connsiteY935" fmla="*/ 38996 h 6858000"/>
              <a:gd name="connsiteX936" fmla="*/ 1339635 w 7467600"/>
              <a:gd name="connsiteY936" fmla="*/ 365517 h 6858000"/>
              <a:gd name="connsiteX937" fmla="*/ 1387469 w 7467600"/>
              <a:gd name="connsiteY937" fmla="*/ 523079 h 6858000"/>
              <a:gd name="connsiteX938" fmla="*/ 1452685 w 7467600"/>
              <a:gd name="connsiteY938" fmla="*/ 699806 h 6858000"/>
              <a:gd name="connsiteX939" fmla="*/ 1492092 w 7467600"/>
              <a:gd name="connsiteY939" fmla="*/ 800424 h 6858000"/>
              <a:gd name="connsiteX940" fmla="*/ 1455302 w 7467600"/>
              <a:gd name="connsiteY940" fmla="*/ 632913 h 6858000"/>
              <a:gd name="connsiteX941" fmla="*/ 1222336 w 7467600"/>
              <a:gd name="connsiteY941" fmla="*/ 9480 h 6858000"/>
              <a:gd name="connsiteX942" fmla="*/ 1214634 w 7467600"/>
              <a:gd name="connsiteY942" fmla="*/ 0 h 6858000"/>
              <a:gd name="connsiteX943" fmla="*/ 1289827 w 7467600"/>
              <a:gd name="connsiteY943" fmla="*/ 0 h 6858000"/>
              <a:gd name="connsiteX944" fmla="*/ 1321076 w 7467600"/>
              <a:gd name="connsiteY944" fmla="*/ 59722 h 6858000"/>
              <a:gd name="connsiteX945" fmla="*/ 1512579 w 7467600"/>
              <a:gd name="connsiteY945" fmla="*/ 626441 h 6858000"/>
              <a:gd name="connsiteX946" fmla="*/ 1506076 w 7467600"/>
              <a:gd name="connsiteY946" fmla="*/ 1089289 h 6858000"/>
              <a:gd name="connsiteX947" fmla="*/ 1486346 w 7467600"/>
              <a:gd name="connsiteY947" fmla="*/ 1079919 h 6858000"/>
              <a:gd name="connsiteX948" fmla="*/ 1070511 w 7467600"/>
              <a:gd name="connsiteY948" fmla="*/ 48609 h 6858000"/>
              <a:gd name="connsiteX949" fmla="*/ 1057230 w 7467600"/>
              <a:gd name="connsiteY949" fmla="*/ 0 h 6858000"/>
              <a:gd name="connsiteX950" fmla="*/ 43151 w 7467600"/>
              <a:gd name="connsiteY950" fmla="*/ 0 h 6858000"/>
              <a:gd name="connsiteX951" fmla="*/ 95283 w 7467600"/>
              <a:gd name="connsiteY951" fmla="*/ 0 h 6858000"/>
              <a:gd name="connsiteX952" fmla="*/ 300708 w 7467600"/>
              <a:gd name="connsiteY952" fmla="*/ 154571 h 6858000"/>
              <a:gd name="connsiteX953" fmla="*/ 530414 w 7467600"/>
              <a:gd name="connsiteY953" fmla="*/ 354673 h 6858000"/>
              <a:gd name="connsiteX954" fmla="*/ 333785 w 7467600"/>
              <a:gd name="connsiteY954" fmla="*/ 161564 h 6858000"/>
              <a:gd name="connsiteX955" fmla="*/ 147005 w 7467600"/>
              <a:gd name="connsiteY955" fmla="*/ 0 h 6858000"/>
              <a:gd name="connsiteX956" fmla="*/ 272509 w 7467600"/>
              <a:gd name="connsiteY956" fmla="*/ 0 h 6858000"/>
              <a:gd name="connsiteX957" fmla="*/ 326276 w 7467600"/>
              <a:gd name="connsiteY957" fmla="*/ 45847 h 6858000"/>
              <a:gd name="connsiteX958" fmla="*/ 823759 w 7467600"/>
              <a:gd name="connsiteY958" fmla="*/ 574145 h 6858000"/>
              <a:gd name="connsiteX959" fmla="*/ 811254 w 7467600"/>
              <a:gd name="connsiteY959" fmla="*/ 665546 h 6858000"/>
              <a:gd name="connsiteX960" fmla="*/ 154042 w 7467600"/>
              <a:gd name="connsiteY960" fmla="*/ 261522 h 6858000"/>
              <a:gd name="connsiteX961" fmla="*/ 13550 w 7467600"/>
              <a:gd name="connsiteY961" fmla="*/ 158423 h 6858000"/>
              <a:gd name="connsiteX962" fmla="*/ 0 w 7467600"/>
              <a:gd name="connsiteY962" fmla="*/ 146618 h 6858000"/>
              <a:gd name="connsiteX963" fmla="*/ 0 w 7467600"/>
              <a:gd name="connsiteY963" fmla="*/ 59161 h 6858000"/>
              <a:gd name="connsiteX964" fmla="*/ 45427 w 7467600"/>
              <a:gd name="connsiteY964" fmla="*/ 101078 h 6858000"/>
              <a:gd name="connsiteX965" fmla="*/ 630103 w 7467600"/>
              <a:gd name="connsiteY965" fmla="*/ 485885 h 6858000"/>
              <a:gd name="connsiteX966" fmla="*/ 532040 w 7467600"/>
              <a:gd name="connsiteY966" fmla="*/ 399359 h 6858000"/>
              <a:gd name="connsiteX967" fmla="*/ 517618 w 7467600"/>
              <a:gd name="connsiteY967" fmla="*/ 385726 h 6858000"/>
              <a:gd name="connsiteX968" fmla="*/ 285074 w 7467600"/>
              <a:gd name="connsiteY968" fmla="*/ 182755 h 6858000"/>
              <a:gd name="connsiteX969" fmla="*/ 43151 w 7467600"/>
              <a:gd name="connsiteY96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356878 w 7467600"/>
              <a:gd name="connsiteY80" fmla="*/ 5981332 h 6858000"/>
              <a:gd name="connsiteX81" fmla="*/ 7467600 w 7467600"/>
              <a:gd name="connsiteY81" fmla="*/ 6117703 h 6858000"/>
              <a:gd name="connsiteX82" fmla="*/ 7467600 w 7467600"/>
              <a:gd name="connsiteY82" fmla="*/ 6163634 h 6858000"/>
              <a:gd name="connsiteX83" fmla="*/ 7403637 w 7467600"/>
              <a:gd name="connsiteY83" fmla="*/ 6083957 h 6858000"/>
              <a:gd name="connsiteX84" fmla="*/ 7254615 w 7467600"/>
              <a:gd name="connsiteY84" fmla="*/ 5911918 h 6858000"/>
              <a:gd name="connsiteX85" fmla="*/ 7312589 w 7467600"/>
              <a:gd name="connsiteY85" fmla="*/ 5982309 h 6858000"/>
              <a:gd name="connsiteX86" fmla="*/ 7448321 w 7467600"/>
              <a:gd name="connsiteY86" fmla="*/ 6190991 h 6858000"/>
              <a:gd name="connsiteX87" fmla="*/ 7467600 w 7467600"/>
              <a:gd name="connsiteY87" fmla="*/ 6221686 h 6858000"/>
              <a:gd name="connsiteX88" fmla="*/ 7467600 w 7467600"/>
              <a:gd name="connsiteY88" fmla="*/ 6334256 h 6858000"/>
              <a:gd name="connsiteX89" fmla="*/ 7454976 w 7467600"/>
              <a:gd name="connsiteY89" fmla="*/ 6318297 h 6858000"/>
              <a:gd name="connsiteX90" fmla="*/ 1456157 w 7467600"/>
              <a:gd name="connsiteY90" fmla="*/ 5371404 h 6858000"/>
              <a:gd name="connsiteX91" fmla="*/ 1244432 w 7467600"/>
              <a:gd name="connsiteY91" fmla="*/ 5385601 h 6858000"/>
              <a:gd name="connsiteX92" fmla="*/ 973990 w 7467600"/>
              <a:gd name="connsiteY92" fmla="*/ 5424940 h 6858000"/>
              <a:gd name="connsiteX93" fmla="*/ 1103809 w 7467600"/>
              <a:gd name="connsiteY93" fmla="*/ 5433720 h 6858000"/>
              <a:gd name="connsiteX94" fmla="*/ 1123454 w 7467600"/>
              <a:gd name="connsiteY94" fmla="*/ 5435727 h 6858000"/>
              <a:gd name="connsiteX95" fmla="*/ 1737017 w 7467600"/>
              <a:gd name="connsiteY95" fmla="*/ 5452183 h 6858000"/>
              <a:gd name="connsiteX96" fmla="*/ 1824397 w 7467600"/>
              <a:gd name="connsiteY96" fmla="*/ 5447757 h 6858000"/>
              <a:gd name="connsiteX97" fmla="*/ 2070059 w 7467600"/>
              <a:gd name="connsiteY97" fmla="*/ 5441660 h 6858000"/>
              <a:gd name="connsiteX98" fmla="*/ 1456157 w 7467600"/>
              <a:gd name="connsiteY98" fmla="*/ 5371404 h 6858000"/>
              <a:gd name="connsiteX99" fmla="*/ 4988186 w 7467600"/>
              <a:gd name="connsiteY99" fmla="*/ 5216467 h 6858000"/>
              <a:gd name="connsiteX100" fmla="*/ 4777334 w 7467600"/>
              <a:gd name="connsiteY100" fmla="*/ 5406072 h 6858000"/>
              <a:gd name="connsiteX101" fmla="*/ 4718341 w 7467600"/>
              <a:gd name="connsiteY101" fmla="*/ 5468043 h 6858000"/>
              <a:gd name="connsiteX102" fmla="*/ 4604655 w 7467600"/>
              <a:gd name="connsiteY102" fmla="*/ 5583434 h 6858000"/>
              <a:gd name="connsiteX103" fmla="*/ 4565074 w 7467600"/>
              <a:gd name="connsiteY103" fmla="*/ 5618550 h 6858000"/>
              <a:gd name="connsiteX104" fmla="*/ 4988186 w 7467600"/>
              <a:gd name="connsiteY104" fmla="*/ 5216467 h 6858000"/>
              <a:gd name="connsiteX105" fmla="*/ 4978032 w 7467600"/>
              <a:gd name="connsiteY105" fmla="*/ 5183809 h 6858000"/>
              <a:gd name="connsiteX106" fmla="*/ 4463413 w 7467600"/>
              <a:gd name="connsiteY106" fmla="*/ 5615162 h 6858000"/>
              <a:gd name="connsiteX107" fmla="*/ 4358134 w 7467600"/>
              <a:gd name="connsiteY107" fmla="*/ 5742791 h 6858000"/>
              <a:gd name="connsiteX108" fmla="*/ 4376219 w 7467600"/>
              <a:gd name="connsiteY108" fmla="*/ 5729027 h 6858000"/>
              <a:gd name="connsiteX109" fmla="*/ 4582340 w 7467600"/>
              <a:gd name="connsiteY109" fmla="*/ 5561037 h 6858000"/>
              <a:gd name="connsiteX110" fmla="*/ 4694684 w 7467600"/>
              <a:gd name="connsiteY110" fmla="*/ 5447098 h 6858000"/>
              <a:gd name="connsiteX111" fmla="*/ 4754123 w 7467600"/>
              <a:gd name="connsiteY111" fmla="*/ 5384643 h 6858000"/>
              <a:gd name="connsiteX112" fmla="*/ 4978032 w 7467600"/>
              <a:gd name="connsiteY112" fmla="*/ 5183809 h 6858000"/>
              <a:gd name="connsiteX113" fmla="*/ 1903353 w 7467600"/>
              <a:gd name="connsiteY113" fmla="*/ 5044827 h 6858000"/>
              <a:gd name="connsiteX114" fmla="*/ 1936931 w 7467600"/>
              <a:gd name="connsiteY114" fmla="*/ 5093954 h 6858000"/>
              <a:gd name="connsiteX115" fmla="*/ 2195868 w 7467600"/>
              <a:gd name="connsiteY115" fmla="*/ 5396574 h 6858000"/>
              <a:gd name="connsiteX116" fmla="*/ 2088852 w 7467600"/>
              <a:gd name="connsiteY116" fmla="*/ 5166123 h 6858000"/>
              <a:gd name="connsiteX117" fmla="*/ 1958241 w 7467600"/>
              <a:gd name="connsiteY117" fmla="*/ 5067955 h 6858000"/>
              <a:gd name="connsiteX118" fmla="*/ 1903353 w 7467600"/>
              <a:gd name="connsiteY118" fmla="*/ 5044827 h 6858000"/>
              <a:gd name="connsiteX119" fmla="*/ 1979378 w 7467600"/>
              <a:gd name="connsiteY119" fmla="*/ 4769504 h 6858000"/>
              <a:gd name="connsiteX120" fmla="*/ 2882120 w 7467600"/>
              <a:gd name="connsiteY120" fmla="*/ 5064547 h 6858000"/>
              <a:gd name="connsiteX121" fmla="*/ 2793103 w 7467600"/>
              <a:gd name="connsiteY121" fmla="*/ 5039699 h 6858000"/>
              <a:gd name="connsiteX122" fmla="*/ 2770041 w 7467600"/>
              <a:gd name="connsiteY122" fmla="*/ 5033634 h 6858000"/>
              <a:gd name="connsiteX123" fmla="*/ 1979378 w 7467600"/>
              <a:gd name="connsiteY123" fmla="*/ 4769504 h 6858000"/>
              <a:gd name="connsiteX124" fmla="*/ 1927410 w 7467600"/>
              <a:gd name="connsiteY124" fmla="*/ 4716164 h 6858000"/>
              <a:gd name="connsiteX125" fmla="*/ 1959587 w 7467600"/>
              <a:gd name="connsiteY125" fmla="*/ 4728849 h 6858000"/>
              <a:gd name="connsiteX126" fmla="*/ 2777707 w 7467600"/>
              <a:gd name="connsiteY126" fmla="*/ 5003991 h 6858000"/>
              <a:gd name="connsiteX127" fmla="*/ 2800768 w 7467600"/>
              <a:gd name="connsiteY127" fmla="*/ 5010056 h 6858000"/>
              <a:gd name="connsiteX128" fmla="*/ 2879408 w 7467600"/>
              <a:gd name="connsiteY128" fmla="*/ 5031590 h 6858000"/>
              <a:gd name="connsiteX129" fmla="*/ 2862295 w 7467600"/>
              <a:gd name="connsiteY129" fmla="*/ 5022958 h 6858000"/>
              <a:gd name="connsiteX130" fmla="*/ 2813343 w 7467600"/>
              <a:gd name="connsiteY130" fmla="*/ 4998369 h 6858000"/>
              <a:gd name="connsiteX131" fmla="*/ 2646245 w 7467600"/>
              <a:gd name="connsiteY131" fmla="*/ 4930999 h 6858000"/>
              <a:gd name="connsiteX132" fmla="*/ 1999243 w 7467600"/>
              <a:gd name="connsiteY132" fmla="*/ 4730524 h 6858000"/>
              <a:gd name="connsiteX133" fmla="*/ 1979527 w 7467600"/>
              <a:gd name="connsiteY133" fmla="*/ 4726651 h 6858000"/>
              <a:gd name="connsiteX134" fmla="*/ 1927410 w 7467600"/>
              <a:gd name="connsiteY134" fmla="*/ 4716164 h 6858000"/>
              <a:gd name="connsiteX135" fmla="*/ 1997014 w 7467600"/>
              <a:gd name="connsiteY135" fmla="*/ 4698007 h 6858000"/>
              <a:gd name="connsiteX136" fmla="*/ 2005458 w 7467600"/>
              <a:gd name="connsiteY136" fmla="*/ 4699540 h 6858000"/>
              <a:gd name="connsiteX137" fmla="*/ 2657186 w 7467600"/>
              <a:gd name="connsiteY137" fmla="*/ 4901687 h 6858000"/>
              <a:gd name="connsiteX138" fmla="*/ 2826662 w 7467600"/>
              <a:gd name="connsiteY138" fmla="*/ 4970362 h 6858000"/>
              <a:gd name="connsiteX139" fmla="*/ 2876100 w 7467600"/>
              <a:gd name="connsiteY139" fmla="*/ 4995397 h 6858000"/>
              <a:gd name="connsiteX140" fmla="*/ 3042600 w 7467600"/>
              <a:gd name="connsiteY140" fmla="*/ 5059532 h 6858000"/>
              <a:gd name="connsiteX141" fmla="*/ 1997014 w 7467600"/>
              <a:gd name="connsiteY141" fmla="*/ 4698007 h 6858000"/>
              <a:gd name="connsiteX142" fmla="*/ 2305292 w 7467600"/>
              <a:gd name="connsiteY142" fmla="*/ 4219492 h 6858000"/>
              <a:gd name="connsiteX143" fmla="*/ 3360922 w 7467600"/>
              <a:gd name="connsiteY143" fmla="*/ 4529373 h 6858000"/>
              <a:gd name="connsiteX144" fmla="*/ 3492420 w 7467600"/>
              <a:gd name="connsiteY144" fmla="*/ 4510145 h 6858000"/>
              <a:gd name="connsiteX145" fmla="*/ 3364086 w 7467600"/>
              <a:gd name="connsiteY145" fmla="*/ 4480340 h 6858000"/>
              <a:gd name="connsiteX146" fmla="*/ 3225818 w 7467600"/>
              <a:gd name="connsiteY146" fmla="*/ 4411822 h 6858000"/>
              <a:gd name="connsiteX147" fmla="*/ 3129696 w 7467600"/>
              <a:gd name="connsiteY147" fmla="*/ 4360704 h 6858000"/>
              <a:gd name="connsiteX148" fmla="*/ 2814545 w 7467600"/>
              <a:gd name="connsiteY148" fmla="*/ 4282955 h 6858000"/>
              <a:gd name="connsiteX149" fmla="*/ 2305292 w 7467600"/>
              <a:gd name="connsiteY149" fmla="*/ 4219492 h 6858000"/>
              <a:gd name="connsiteX150" fmla="*/ 2626982 w 7467600"/>
              <a:gd name="connsiteY150" fmla="*/ 4206450 h 6858000"/>
              <a:gd name="connsiteX151" fmla="*/ 2490617 w 7467600"/>
              <a:gd name="connsiteY151" fmla="*/ 4206951 h 6858000"/>
              <a:gd name="connsiteX152" fmla="*/ 2819869 w 7467600"/>
              <a:gd name="connsiteY152" fmla="*/ 4252936 h 6858000"/>
              <a:gd name="connsiteX153" fmla="*/ 3143018 w 7467600"/>
              <a:gd name="connsiteY153" fmla="*/ 4332698 h 6858000"/>
              <a:gd name="connsiteX154" fmla="*/ 3241520 w 7467600"/>
              <a:gd name="connsiteY154" fmla="*/ 4385112 h 6858000"/>
              <a:gd name="connsiteX155" fmla="*/ 3374575 w 7467600"/>
              <a:gd name="connsiteY155" fmla="*/ 4451517 h 6858000"/>
              <a:gd name="connsiteX156" fmla="*/ 3505221 w 7467600"/>
              <a:gd name="connsiteY156" fmla="*/ 4480757 h 6858000"/>
              <a:gd name="connsiteX157" fmla="*/ 2626982 w 7467600"/>
              <a:gd name="connsiteY157" fmla="*/ 4206450 h 6858000"/>
              <a:gd name="connsiteX158" fmla="*/ 1310106 w 7467600"/>
              <a:gd name="connsiteY158" fmla="*/ 3943217 h 6858000"/>
              <a:gd name="connsiteX159" fmla="*/ 854994 w 7467600"/>
              <a:gd name="connsiteY159" fmla="*/ 4399136 h 6858000"/>
              <a:gd name="connsiteX160" fmla="*/ 742462 w 7467600"/>
              <a:gd name="connsiteY160" fmla="*/ 4594648 h 6858000"/>
              <a:gd name="connsiteX161" fmla="*/ 820602 w 7467600"/>
              <a:gd name="connsiteY161" fmla="*/ 4485915 h 6858000"/>
              <a:gd name="connsiteX162" fmla="*/ 878295 w 7467600"/>
              <a:gd name="connsiteY162" fmla="*/ 4403594 h 6858000"/>
              <a:gd name="connsiteX163" fmla="*/ 1240607 w 7467600"/>
              <a:gd name="connsiteY163" fmla="*/ 4010401 h 6858000"/>
              <a:gd name="connsiteX164" fmla="*/ 1310106 w 7467600"/>
              <a:gd name="connsiteY164" fmla="*/ 3943217 h 6858000"/>
              <a:gd name="connsiteX165" fmla="*/ 1423113 w 7467600"/>
              <a:gd name="connsiteY165" fmla="*/ 3874565 h 6858000"/>
              <a:gd name="connsiteX166" fmla="*/ 1260565 w 7467600"/>
              <a:gd name="connsiteY166" fmla="*/ 4031982 h 6858000"/>
              <a:gd name="connsiteX167" fmla="*/ 901900 w 7467600"/>
              <a:gd name="connsiteY167" fmla="*/ 4421236 h 6858000"/>
              <a:gd name="connsiteX168" fmla="*/ 845044 w 7467600"/>
              <a:gd name="connsiteY168" fmla="*/ 4502436 h 6858000"/>
              <a:gd name="connsiteX169" fmla="*/ 685926 w 7467600"/>
              <a:gd name="connsiteY169" fmla="*/ 4703069 h 6858000"/>
              <a:gd name="connsiteX170" fmla="*/ 684248 w 7467600"/>
              <a:gd name="connsiteY170" fmla="*/ 4706721 h 6858000"/>
              <a:gd name="connsiteX171" fmla="*/ 1423113 w 7467600"/>
              <a:gd name="connsiteY171" fmla="*/ 3874565 h 6858000"/>
              <a:gd name="connsiteX172" fmla="*/ 3316479 w 7467600"/>
              <a:gd name="connsiteY172" fmla="*/ 3872136 h 6858000"/>
              <a:gd name="connsiteX173" fmla="*/ 3546806 w 7467600"/>
              <a:gd name="connsiteY173" fmla="*/ 4356139 h 6858000"/>
              <a:gd name="connsiteX174" fmla="*/ 3364433 w 7467600"/>
              <a:gd name="connsiteY174" fmla="*/ 3953121 h 6858000"/>
              <a:gd name="connsiteX175" fmla="*/ 3316479 w 7467600"/>
              <a:gd name="connsiteY175" fmla="*/ 3872136 h 6858000"/>
              <a:gd name="connsiteX176" fmla="*/ 3291335 w 7467600"/>
              <a:gd name="connsiteY176" fmla="*/ 3767420 h 6858000"/>
              <a:gd name="connsiteX177" fmla="*/ 3390805 w 7467600"/>
              <a:gd name="connsiteY177" fmla="*/ 3937163 h 6858000"/>
              <a:gd name="connsiteX178" fmla="*/ 3579062 w 7467600"/>
              <a:gd name="connsiteY178" fmla="*/ 4359040 h 6858000"/>
              <a:gd name="connsiteX179" fmla="*/ 3467355 w 7467600"/>
              <a:gd name="connsiteY179" fmla="*/ 3988130 h 6858000"/>
              <a:gd name="connsiteX180" fmla="*/ 3310753 w 7467600"/>
              <a:gd name="connsiteY180" fmla="*/ 3787140 h 6858000"/>
              <a:gd name="connsiteX181" fmla="*/ 3291335 w 7467600"/>
              <a:gd name="connsiteY181" fmla="*/ 3767420 h 6858000"/>
              <a:gd name="connsiteX182" fmla="*/ 1635889 w 7467600"/>
              <a:gd name="connsiteY182" fmla="*/ 3709494 h 6858000"/>
              <a:gd name="connsiteX183" fmla="*/ 1634800 w 7467600"/>
              <a:gd name="connsiteY183" fmla="*/ 3731111 h 6858000"/>
              <a:gd name="connsiteX184" fmla="*/ 1635889 w 7467600"/>
              <a:gd name="connsiteY184" fmla="*/ 3709494 h 6858000"/>
              <a:gd name="connsiteX185" fmla="*/ 1510397 w 7467600"/>
              <a:gd name="connsiteY185" fmla="*/ 3684705 h 6858000"/>
              <a:gd name="connsiteX186" fmla="*/ 1146550 w 7467600"/>
              <a:gd name="connsiteY186" fmla="*/ 3802012 h 6858000"/>
              <a:gd name="connsiteX187" fmla="*/ 698834 w 7467600"/>
              <a:gd name="connsiteY187" fmla="*/ 3952272 h 6858000"/>
              <a:gd name="connsiteX188" fmla="*/ 34256 w 7467600"/>
              <a:gd name="connsiteY188" fmla="*/ 4347603 h 6858000"/>
              <a:gd name="connsiteX189" fmla="*/ 527241 w 7467600"/>
              <a:gd name="connsiteY189" fmla="*/ 4065078 h 6858000"/>
              <a:gd name="connsiteX190" fmla="*/ 1510397 w 7467600"/>
              <a:gd name="connsiteY190" fmla="*/ 3684705 h 6858000"/>
              <a:gd name="connsiteX191" fmla="*/ 1313114 w 7467600"/>
              <a:gd name="connsiteY191" fmla="*/ 3655216 h 6858000"/>
              <a:gd name="connsiteX192" fmla="*/ 1109304 w 7467600"/>
              <a:gd name="connsiteY192" fmla="*/ 3669030 h 6858000"/>
              <a:gd name="connsiteX193" fmla="*/ 8129 w 7467600"/>
              <a:gd name="connsiteY193" fmla="*/ 4330519 h 6858000"/>
              <a:gd name="connsiteX194" fmla="*/ 687572 w 7467600"/>
              <a:gd name="connsiteY194" fmla="*/ 3925629 h 6858000"/>
              <a:gd name="connsiteX195" fmla="*/ 1138365 w 7467600"/>
              <a:gd name="connsiteY195" fmla="*/ 3774515 h 6858000"/>
              <a:gd name="connsiteX196" fmla="*/ 1505579 w 7467600"/>
              <a:gd name="connsiteY196" fmla="*/ 3655526 h 6858000"/>
              <a:gd name="connsiteX197" fmla="*/ 1313114 w 7467600"/>
              <a:gd name="connsiteY197" fmla="*/ 3655216 h 6858000"/>
              <a:gd name="connsiteX198" fmla="*/ 3655073 w 7467600"/>
              <a:gd name="connsiteY198" fmla="*/ 3650884 h 6858000"/>
              <a:gd name="connsiteX199" fmla="*/ 3989938 w 7467600"/>
              <a:gd name="connsiteY199" fmla="*/ 3991685 h 6858000"/>
              <a:gd name="connsiteX200" fmla="*/ 4393907 w 7467600"/>
              <a:gd name="connsiteY200" fmla="*/ 4261258 h 6858000"/>
              <a:gd name="connsiteX201" fmla="*/ 4648051 w 7467600"/>
              <a:gd name="connsiteY201" fmla="*/ 4374051 h 6858000"/>
              <a:gd name="connsiteX202" fmla="*/ 4383389 w 7467600"/>
              <a:gd name="connsiteY202" fmla="*/ 4184369 h 6858000"/>
              <a:gd name="connsiteX203" fmla="*/ 4165508 w 7467600"/>
              <a:gd name="connsiteY203" fmla="*/ 4035196 h 6858000"/>
              <a:gd name="connsiteX204" fmla="*/ 4068162 w 7467600"/>
              <a:gd name="connsiteY204" fmla="*/ 3953394 h 6858000"/>
              <a:gd name="connsiteX205" fmla="*/ 3981416 w 7467600"/>
              <a:gd name="connsiteY205" fmla="*/ 3880482 h 6858000"/>
              <a:gd name="connsiteX206" fmla="*/ 3800147 w 7467600"/>
              <a:gd name="connsiteY206" fmla="*/ 3749872 h 6858000"/>
              <a:gd name="connsiteX207" fmla="*/ 3655073 w 7467600"/>
              <a:gd name="connsiteY207" fmla="*/ 3650884 h 6858000"/>
              <a:gd name="connsiteX208" fmla="*/ 3670252 w 7467600"/>
              <a:gd name="connsiteY208" fmla="*/ 3622798 h 6858000"/>
              <a:gd name="connsiteX209" fmla="*/ 3817258 w 7467600"/>
              <a:gd name="connsiteY209" fmla="*/ 3723577 h 6858000"/>
              <a:gd name="connsiteX210" fmla="*/ 4000461 w 7467600"/>
              <a:gd name="connsiteY210" fmla="*/ 3855966 h 6858000"/>
              <a:gd name="connsiteX211" fmla="*/ 4088180 w 7467600"/>
              <a:gd name="connsiteY211" fmla="*/ 3929774 h 6858000"/>
              <a:gd name="connsiteX212" fmla="*/ 4184555 w 7467600"/>
              <a:gd name="connsiteY212" fmla="*/ 4010683 h 6858000"/>
              <a:gd name="connsiteX213" fmla="*/ 4399563 w 7467600"/>
              <a:gd name="connsiteY213" fmla="*/ 4158106 h 6858000"/>
              <a:gd name="connsiteX214" fmla="*/ 4684469 w 7467600"/>
              <a:gd name="connsiteY214" fmla="*/ 4364680 h 6858000"/>
              <a:gd name="connsiteX215" fmla="*/ 4690271 w 7467600"/>
              <a:gd name="connsiteY215" fmla="*/ 4370034 h 6858000"/>
              <a:gd name="connsiteX216" fmla="*/ 4136093 w 7467600"/>
              <a:gd name="connsiteY216" fmla="*/ 3858466 h 6858000"/>
              <a:gd name="connsiteX217" fmla="*/ 3670252 w 7467600"/>
              <a:gd name="connsiteY217" fmla="*/ 3622798 h 6858000"/>
              <a:gd name="connsiteX218" fmla="*/ 4440129 w 7467600"/>
              <a:gd name="connsiteY218" fmla="*/ 3448571 h 6858000"/>
              <a:gd name="connsiteX219" fmla="*/ 4856525 w 7467600"/>
              <a:gd name="connsiteY219" fmla="*/ 3915351 h 6858000"/>
              <a:gd name="connsiteX220" fmla="*/ 5059055 w 7467600"/>
              <a:gd name="connsiteY220" fmla="*/ 4108918 h 6858000"/>
              <a:gd name="connsiteX221" fmla="*/ 5290070 w 7467600"/>
              <a:gd name="connsiteY221" fmla="*/ 4263619 h 6858000"/>
              <a:gd name="connsiteX222" fmla="*/ 4834991 w 7467600"/>
              <a:gd name="connsiteY222" fmla="*/ 3830985 h 6858000"/>
              <a:gd name="connsiteX223" fmla="*/ 4440129 w 7467600"/>
              <a:gd name="connsiteY223" fmla="*/ 3448571 h 6858000"/>
              <a:gd name="connsiteX224" fmla="*/ 4441737 w 7467600"/>
              <a:gd name="connsiteY224" fmla="*/ 3399734 h 6858000"/>
              <a:gd name="connsiteX225" fmla="*/ 4431236 w 7467600"/>
              <a:gd name="connsiteY225" fmla="*/ 3400954 h 6858000"/>
              <a:gd name="connsiteX226" fmla="*/ 4557150 w 7467600"/>
              <a:gd name="connsiteY226" fmla="*/ 3510023 h 6858000"/>
              <a:gd name="connsiteX227" fmla="*/ 4856936 w 7467600"/>
              <a:gd name="connsiteY227" fmla="*/ 3809146 h 6858000"/>
              <a:gd name="connsiteX228" fmla="*/ 5111996 w 7467600"/>
              <a:gd name="connsiteY228" fmla="*/ 4065759 h 6858000"/>
              <a:gd name="connsiteX229" fmla="*/ 5388878 w 7467600"/>
              <a:gd name="connsiteY229" fmla="*/ 4300185 h 6858000"/>
              <a:gd name="connsiteX230" fmla="*/ 5425556 w 7467600"/>
              <a:gd name="connsiteY230" fmla="*/ 4308967 h 6858000"/>
              <a:gd name="connsiteX231" fmla="*/ 4943646 w 7467600"/>
              <a:gd name="connsiteY231" fmla="*/ 3822916 h 6858000"/>
              <a:gd name="connsiteX232" fmla="*/ 4594837 w 7467600"/>
              <a:gd name="connsiteY232" fmla="*/ 3532274 h 6858000"/>
              <a:gd name="connsiteX233" fmla="*/ 4441737 w 7467600"/>
              <a:gd name="connsiteY233" fmla="*/ 3399734 h 6858000"/>
              <a:gd name="connsiteX234" fmla="*/ 5425834 w 7467600"/>
              <a:gd name="connsiteY234" fmla="*/ 3162785 h 6858000"/>
              <a:gd name="connsiteX235" fmla="*/ 5401644 w 7467600"/>
              <a:gd name="connsiteY235" fmla="*/ 3617847 h 6858000"/>
              <a:gd name="connsiteX236" fmla="*/ 5467256 w 7467600"/>
              <a:gd name="connsiteY236" fmla="*/ 4175494 h 6858000"/>
              <a:gd name="connsiteX237" fmla="*/ 5448069 w 7467600"/>
              <a:gd name="connsiteY237" fmla="*/ 3567554 h 6858000"/>
              <a:gd name="connsiteX238" fmla="*/ 5425834 w 7467600"/>
              <a:gd name="connsiteY238" fmla="*/ 3162785 h 6858000"/>
              <a:gd name="connsiteX239" fmla="*/ 1318687 w 7467600"/>
              <a:gd name="connsiteY239" fmla="*/ 3113840 h 6858000"/>
              <a:gd name="connsiteX240" fmla="*/ 1066793 w 7467600"/>
              <a:gd name="connsiteY240" fmla="*/ 3212171 h 6858000"/>
              <a:gd name="connsiteX241" fmla="*/ 993319 w 7467600"/>
              <a:gd name="connsiteY241" fmla="*/ 3247648 h 6858000"/>
              <a:gd name="connsiteX242" fmla="*/ 853081 w 7467600"/>
              <a:gd name="connsiteY242" fmla="*/ 3312410 h 6858000"/>
              <a:gd name="connsiteX243" fmla="*/ 805957 w 7467600"/>
              <a:gd name="connsiteY243" fmla="*/ 3330443 h 6858000"/>
              <a:gd name="connsiteX244" fmla="*/ 1318687 w 7467600"/>
              <a:gd name="connsiteY244" fmla="*/ 3113840 h 6858000"/>
              <a:gd name="connsiteX245" fmla="*/ 5453702 w 7467600"/>
              <a:gd name="connsiteY245" fmla="*/ 3090882 h 6858000"/>
              <a:gd name="connsiteX246" fmla="*/ 5480135 w 7467600"/>
              <a:gd name="connsiteY246" fmla="*/ 3565802 h 6858000"/>
              <a:gd name="connsiteX247" fmla="*/ 5499023 w 7467600"/>
              <a:gd name="connsiteY247" fmla="*/ 4166310 h 6858000"/>
              <a:gd name="connsiteX248" fmla="*/ 5547022 w 7467600"/>
              <a:gd name="connsiteY248" fmla="*/ 3607838 h 6858000"/>
              <a:gd name="connsiteX249" fmla="*/ 5515964 w 7467600"/>
              <a:gd name="connsiteY249" fmla="*/ 3378541 h 6858000"/>
              <a:gd name="connsiteX250" fmla="*/ 5453702 w 7467600"/>
              <a:gd name="connsiteY250" fmla="*/ 3090882 h 6858000"/>
              <a:gd name="connsiteX251" fmla="*/ 1238695 w 7467600"/>
              <a:gd name="connsiteY251" fmla="*/ 3076820 h 6858000"/>
              <a:gd name="connsiteX252" fmla="*/ 716371 w 7467600"/>
              <a:gd name="connsiteY252" fmla="*/ 3293249 h 6858000"/>
              <a:gd name="connsiteX253" fmla="*/ 579522 w 7467600"/>
              <a:gd name="connsiteY253" fmla="*/ 3371759 h 6858000"/>
              <a:gd name="connsiteX254" fmla="*/ 600288 w 7467600"/>
              <a:gd name="connsiteY254" fmla="*/ 3365555 h 6858000"/>
              <a:gd name="connsiteX255" fmla="*/ 840692 w 7467600"/>
              <a:gd name="connsiteY255" fmla="*/ 3284921 h 6858000"/>
              <a:gd name="connsiteX256" fmla="*/ 979248 w 7467600"/>
              <a:gd name="connsiteY256" fmla="*/ 3221003 h 6858000"/>
              <a:gd name="connsiteX257" fmla="*/ 1053282 w 7467600"/>
              <a:gd name="connsiteY257" fmla="*/ 3185247 h 6858000"/>
              <a:gd name="connsiteX258" fmla="*/ 1320603 w 7467600"/>
              <a:gd name="connsiteY258" fmla="*/ 3081281 h 6858000"/>
              <a:gd name="connsiteX259" fmla="*/ 1238695 w 7467600"/>
              <a:gd name="connsiteY259" fmla="*/ 3076820 h 6858000"/>
              <a:gd name="connsiteX260" fmla="*/ 5425627 w 7467600"/>
              <a:gd name="connsiteY260" fmla="*/ 2954192 h 6858000"/>
              <a:gd name="connsiteX261" fmla="*/ 5470770 w 7467600"/>
              <a:gd name="connsiteY261" fmla="*/ 3005435 h 6858000"/>
              <a:gd name="connsiteX262" fmla="*/ 5519779 w 7467600"/>
              <a:gd name="connsiteY262" fmla="*/ 4359223 h 6858000"/>
              <a:gd name="connsiteX263" fmla="*/ 5520293 w 7467600"/>
              <a:gd name="connsiteY263" fmla="*/ 4360602 h 6858000"/>
              <a:gd name="connsiteX264" fmla="*/ 5767221 w 7467600"/>
              <a:gd name="connsiteY264" fmla="*/ 4665564 h 6858000"/>
              <a:gd name="connsiteX265" fmla="*/ 6937169 w 7467600"/>
              <a:gd name="connsiteY265" fmla="*/ 4815941 h 6858000"/>
              <a:gd name="connsiteX266" fmla="*/ 6953922 w 7467600"/>
              <a:gd name="connsiteY266" fmla="*/ 4890068 h 6858000"/>
              <a:gd name="connsiteX267" fmla="*/ 6071359 w 7467600"/>
              <a:gd name="connsiteY267" fmla="*/ 4770770 h 6858000"/>
              <a:gd name="connsiteX268" fmla="*/ 6038839 w 7467600"/>
              <a:gd name="connsiteY268" fmla="*/ 4764474 h 6858000"/>
              <a:gd name="connsiteX269" fmla="*/ 6038706 w 7467600"/>
              <a:gd name="connsiteY269" fmla="*/ 4763847 h 6858000"/>
              <a:gd name="connsiteX270" fmla="*/ 6037784 w 7467600"/>
              <a:gd name="connsiteY270" fmla="*/ 4764270 h 6858000"/>
              <a:gd name="connsiteX271" fmla="*/ 6038839 w 7467600"/>
              <a:gd name="connsiteY271" fmla="*/ 4764474 h 6858000"/>
              <a:gd name="connsiteX272" fmla="*/ 6040338 w 7467600"/>
              <a:gd name="connsiteY272" fmla="*/ 4771418 h 6858000"/>
              <a:gd name="connsiteX273" fmla="*/ 6024488 w 7467600"/>
              <a:gd name="connsiteY273" fmla="*/ 4809903 h 6858000"/>
              <a:gd name="connsiteX274" fmla="*/ 5599771 w 7467600"/>
              <a:gd name="connsiteY274" fmla="*/ 5509652 h 6858000"/>
              <a:gd name="connsiteX275" fmla="*/ 5548843 w 7467600"/>
              <a:gd name="connsiteY275" fmla="*/ 5563845 h 6858000"/>
              <a:gd name="connsiteX276" fmla="*/ 5940952 w 7467600"/>
              <a:gd name="connsiteY276" fmla="*/ 6250028 h 6858000"/>
              <a:gd name="connsiteX277" fmla="*/ 6043441 w 7467600"/>
              <a:gd name="connsiteY277" fmla="*/ 6665847 h 6858000"/>
              <a:gd name="connsiteX278" fmla="*/ 6093432 w 7467600"/>
              <a:gd name="connsiteY278" fmla="*/ 6858000 h 6858000"/>
              <a:gd name="connsiteX279" fmla="*/ 6034344 w 7467600"/>
              <a:gd name="connsiteY279" fmla="*/ 6858000 h 6858000"/>
              <a:gd name="connsiteX280" fmla="*/ 6026679 w 7467600"/>
              <a:gd name="connsiteY280" fmla="*/ 6836959 h 6858000"/>
              <a:gd name="connsiteX281" fmla="*/ 5800441 w 7467600"/>
              <a:gd name="connsiteY281" fmla="*/ 6335286 h 6858000"/>
              <a:gd name="connsiteX282" fmla="*/ 5526562 w 7467600"/>
              <a:gd name="connsiteY282" fmla="*/ 5705388 h 6858000"/>
              <a:gd name="connsiteX283" fmla="*/ 5519640 w 7467600"/>
              <a:gd name="connsiteY283" fmla="*/ 5683774 h 6858000"/>
              <a:gd name="connsiteX284" fmla="*/ 5844559 w 7467600"/>
              <a:gd name="connsiteY284" fmla="*/ 6553349 h 6858000"/>
              <a:gd name="connsiteX285" fmla="*/ 5975994 w 7467600"/>
              <a:gd name="connsiteY285" fmla="*/ 6858000 h 6858000"/>
              <a:gd name="connsiteX286" fmla="*/ 5898547 w 7467600"/>
              <a:gd name="connsiteY286" fmla="*/ 6858000 h 6858000"/>
              <a:gd name="connsiteX287" fmla="*/ 5682041 w 7467600"/>
              <a:gd name="connsiteY287" fmla="*/ 6355860 h 6858000"/>
              <a:gd name="connsiteX288" fmla="*/ 5461758 w 7467600"/>
              <a:gd name="connsiteY288" fmla="*/ 5820220 h 6858000"/>
              <a:gd name="connsiteX289" fmla="*/ 5237282 w 7467600"/>
              <a:gd name="connsiteY289" fmla="*/ 6579086 h 6858000"/>
              <a:gd name="connsiteX290" fmla="*/ 5115009 w 7467600"/>
              <a:gd name="connsiteY290" fmla="*/ 6858000 h 6858000"/>
              <a:gd name="connsiteX291" fmla="*/ 5028074 w 7467600"/>
              <a:gd name="connsiteY291" fmla="*/ 6858000 h 6858000"/>
              <a:gd name="connsiteX292" fmla="*/ 5079508 w 7467600"/>
              <a:gd name="connsiteY292" fmla="*/ 6749074 h 6858000"/>
              <a:gd name="connsiteX293" fmla="*/ 5371846 w 7467600"/>
              <a:gd name="connsiteY293" fmla="*/ 5924413 h 6858000"/>
              <a:gd name="connsiteX294" fmla="*/ 5270512 w 7467600"/>
              <a:gd name="connsiteY294" fmla="*/ 6138975 h 6858000"/>
              <a:gd name="connsiteX295" fmla="*/ 5062409 w 7467600"/>
              <a:gd name="connsiteY295" fmla="*/ 6653544 h 6858000"/>
              <a:gd name="connsiteX296" fmla="*/ 5036628 w 7467600"/>
              <a:gd name="connsiteY296" fmla="*/ 6754247 h 6858000"/>
              <a:gd name="connsiteX297" fmla="*/ 5009112 w 7467600"/>
              <a:gd name="connsiteY297" fmla="*/ 6858000 h 6858000"/>
              <a:gd name="connsiteX298" fmla="*/ 4976679 w 7467600"/>
              <a:gd name="connsiteY298" fmla="*/ 6858000 h 6858000"/>
              <a:gd name="connsiteX299" fmla="*/ 5006537 w 7467600"/>
              <a:gd name="connsiteY299" fmla="*/ 6747068 h 6858000"/>
              <a:gd name="connsiteX300" fmla="*/ 5032723 w 7467600"/>
              <a:gd name="connsiteY300" fmla="*/ 6644957 h 6858000"/>
              <a:gd name="connsiteX301" fmla="*/ 5242949 w 7467600"/>
              <a:gd name="connsiteY301" fmla="*/ 6125175 h 6858000"/>
              <a:gd name="connsiteX302" fmla="*/ 5286321 w 7467600"/>
              <a:gd name="connsiteY302" fmla="*/ 6033555 h 6858000"/>
              <a:gd name="connsiteX303" fmla="*/ 5008210 w 7467600"/>
              <a:gd name="connsiteY303" fmla="*/ 6649194 h 6858000"/>
              <a:gd name="connsiteX304" fmla="*/ 4986321 w 7467600"/>
              <a:gd name="connsiteY304" fmla="*/ 6765687 h 6858000"/>
              <a:gd name="connsiteX305" fmla="*/ 4973474 w 7467600"/>
              <a:gd name="connsiteY305" fmla="*/ 6858000 h 6858000"/>
              <a:gd name="connsiteX306" fmla="*/ 4907178 w 7467600"/>
              <a:gd name="connsiteY306" fmla="*/ 6858000 h 6858000"/>
              <a:gd name="connsiteX307" fmla="*/ 4910810 w 7467600"/>
              <a:gd name="connsiteY307" fmla="*/ 6829660 h 6858000"/>
              <a:gd name="connsiteX308" fmla="*/ 4987461 w 7467600"/>
              <a:gd name="connsiteY308" fmla="*/ 6432994 h 6858000"/>
              <a:gd name="connsiteX309" fmla="*/ 5179262 w 7467600"/>
              <a:gd name="connsiteY309" fmla="*/ 6035044 h 6858000"/>
              <a:gd name="connsiteX310" fmla="*/ 4689678 w 7467600"/>
              <a:gd name="connsiteY310" fmla="*/ 6440241 h 6858000"/>
              <a:gd name="connsiteX311" fmla="*/ 4477543 w 7467600"/>
              <a:gd name="connsiteY311" fmla="*/ 6674836 h 6858000"/>
              <a:gd name="connsiteX312" fmla="*/ 4329957 w 7467600"/>
              <a:gd name="connsiteY312" fmla="*/ 6858000 h 6858000"/>
              <a:gd name="connsiteX313" fmla="*/ 4218595 w 7467600"/>
              <a:gd name="connsiteY313" fmla="*/ 6858000 h 6858000"/>
              <a:gd name="connsiteX314" fmla="*/ 4368888 w 7467600"/>
              <a:gd name="connsiteY314" fmla="*/ 6668412 h 6858000"/>
              <a:gd name="connsiteX315" fmla="*/ 4563091 w 7467600"/>
              <a:gd name="connsiteY315" fmla="*/ 6442508 h 6858000"/>
              <a:gd name="connsiteX316" fmla="*/ 5387324 w 7467600"/>
              <a:gd name="connsiteY316" fmla="*/ 5705830 h 6858000"/>
              <a:gd name="connsiteX317" fmla="*/ 5073620 w 7467600"/>
              <a:gd name="connsiteY317" fmla="*/ 5955437 h 6858000"/>
              <a:gd name="connsiteX318" fmla="*/ 4689789 w 7467600"/>
              <a:gd name="connsiteY318" fmla="*/ 6268382 h 6858000"/>
              <a:gd name="connsiteX319" fmla="*/ 4418722 w 7467600"/>
              <a:gd name="connsiteY319" fmla="*/ 6570886 h 6858000"/>
              <a:gd name="connsiteX320" fmla="*/ 4214944 w 7467600"/>
              <a:gd name="connsiteY320" fmla="*/ 6858000 h 6858000"/>
              <a:gd name="connsiteX321" fmla="*/ 4177898 w 7467600"/>
              <a:gd name="connsiteY321" fmla="*/ 6858000 h 6858000"/>
              <a:gd name="connsiteX322" fmla="*/ 4391597 w 7467600"/>
              <a:gd name="connsiteY322" fmla="*/ 6556370 h 6858000"/>
              <a:gd name="connsiteX323" fmla="*/ 4668889 w 7467600"/>
              <a:gd name="connsiteY323" fmla="*/ 6246399 h 6858000"/>
              <a:gd name="connsiteX324" fmla="*/ 5055427 w 7467600"/>
              <a:gd name="connsiteY324" fmla="*/ 5931476 h 6858000"/>
              <a:gd name="connsiteX325" fmla="*/ 5371814 w 7467600"/>
              <a:gd name="connsiteY325" fmla="*/ 5678975 h 6858000"/>
              <a:gd name="connsiteX326" fmla="*/ 4987918 w 7467600"/>
              <a:gd name="connsiteY326" fmla="*/ 5838701 h 6858000"/>
              <a:gd name="connsiteX327" fmla="*/ 4317146 w 7467600"/>
              <a:gd name="connsiteY327" fmla="*/ 6587716 h 6858000"/>
              <a:gd name="connsiteX328" fmla="*/ 4171627 w 7467600"/>
              <a:gd name="connsiteY328" fmla="*/ 6858000 h 6858000"/>
              <a:gd name="connsiteX329" fmla="*/ 4081585 w 7467600"/>
              <a:gd name="connsiteY329" fmla="*/ 6858000 h 6858000"/>
              <a:gd name="connsiteX330" fmla="*/ 4238603 w 7467600"/>
              <a:gd name="connsiteY330" fmla="*/ 6559341 h 6858000"/>
              <a:gd name="connsiteX331" fmla="*/ 4778333 w 7467600"/>
              <a:gd name="connsiteY331" fmla="*/ 5873626 h 6858000"/>
              <a:gd name="connsiteX332" fmla="*/ 5414185 w 7467600"/>
              <a:gd name="connsiteY332" fmla="*/ 5573882 h 6858000"/>
              <a:gd name="connsiteX333" fmla="*/ 5959648 w 7467600"/>
              <a:gd name="connsiteY333" fmla="*/ 4760797 h 6858000"/>
              <a:gd name="connsiteX334" fmla="*/ 5355019 w 7467600"/>
              <a:gd name="connsiteY334" fmla="*/ 4734672 h 6858000"/>
              <a:gd name="connsiteX335" fmla="*/ 5083565 w 7467600"/>
              <a:gd name="connsiteY335" fmla="*/ 5179121 h 6858000"/>
              <a:gd name="connsiteX336" fmla="*/ 4713577 w 7467600"/>
              <a:gd name="connsiteY336" fmla="*/ 5616803 h 6858000"/>
              <a:gd name="connsiteX337" fmla="*/ 3989559 w 7467600"/>
              <a:gd name="connsiteY337" fmla="*/ 6145945 h 6858000"/>
              <a:gd name="connsiteX338" fmla="*/ 3939824 w 7467600"/>
              <a:gd name="connsiteY338" fmla="*/ 6066900 h 6858000"/>
              <a:gd name="connsiteX339" fmla="*/ 4584537 w 7467600"/>
              <a:gd name="connsiteY339" fmla="*/ 5324826 h 6858000"/>
              <a:gd name="connsiteX340" fmla="*/ 5037105 w 7467600"/>
              <a:gd name="connsiteY340" fmla="*/ 5088765 h 6858000"/>
              <a:gd name="connsiteX341" fmla="*/ 5039930 w 7467600"/>
              <a:gd name="connsiteY341" fmla="*/ 5089585 h 6858000"/>
              <a:gd name="connsiteX342" fmla="*/ 5263764 w 7467600"/>
              <a:gd name="connsiteY342" fmla="*/ 4735525 h 6858000"/>
              <a:gd name="connsiteX343" fmla="*/ 4086300 w 7467600"/>
              <a:gd name="connsiteY343" fmla="*/ 4884599 h 6858000"/>
              <a:gd name="connsiteX344" fmla="*/ 4085485 w 7467600"/>
              <a:gd name="connsiteY344" fmla="*/ 4899070 h 6858000"/>
              <a:gd name="connsiteX345" fmla="*/ 3871915 w 7467600"/>
              <a:gd name="connsiteY345" fmla="*/ 5253645 h 6858000"/>
              <a:gd name="connsiteX346" fmla="*/ 3799374 w 7467600"/>
              <a:gd name="connsiteY346" fmla="*/ 5466127 h 6858000"/>
              <a:gd name="connsiteX347" fmla="*/ 3498850 w 7467600"/>
              <a:gd name="connsiteY347" fmla="*/ 6661888 h 6858000"/>
              <a:gd name="connsiteX348" fmla="*/ 3399216 w 7467600"/>
              <a:gd name="connsiteY348" fmla="*/ 6858000 h 6858000"/>
              <a:gd name="connsiteX349" fmla="*/ 3303688 w 7467600"/>
              <a:gd name="connsiteY349" fmla="*/ 6858000 h 6858000"/>
              <a:gd name="connsiteX350" fmla="*/ 3391774 w 7467600"/>
              <a:gd name="connsiteY350" fmla="*/ 6697181 h 6858000"/>
              <a:gd name="connsiteX351" fmla="*/ 3735540 w 7467600"/>
              <a:gd name="connsiteY351" fmla="*/ 5546923 h 6858000"/>
              <a:gd name="connsiteX352" fmla="*/ 3729438 w 7467600"/>
              <a:gd name="connsiteY352" fmla="*/ 5569058 h 6858000"/>
              <a:gd name="connsiteX353" fmla="*/ 3707782 w 7467600"/>
              <a:gd name="connsiteY353" fmla="*/ 5644908 h 6858000"/>
              <a:gd name="connsiteX354" fmla="*/ 3583827 w 7467600"/>
              <a:gd name="connsiteY354" fmla="*/ 6039215 h 6858000"/>
              <a:gd name="connsiteX355" fmla="*/ 3547861 w 7467600"/>
              <a:gd name="connsiteY355" fmla="*/ 6129609 h 6858000"/>
              <a:gd name="connsiteX356" fmla="*/ 3490905 w 7467600"/>
              <a:gd name="connsiteY356" fmla="*/ 6277660 h 6858000"/>
              <a:gd name="connsiteX357" fmla="*/ 3455859 w 7467600"/>
              <a:gd name="connsiteY357" fmla="*/ 6391301 h 6858000"/>
              <a:gd name="connsiteX358" fmla="*/ 3429112 w 7467600"/>
              <a:gd name="connsiteY358" fmla="*/ 6479469 h 6858000"/>
              <a:gd name="connsiteX359" fmla="*/ 3304862 w 7467600"/>
              <a:gd name="connsiteY359" fmla="*/ 6796476 h 6858000"/>
              <a:gd name="connsiteX360" fmla="*/ 3276071 w 7467600"/>
              <a:gd name="connsiteY360" fmla="*/ 6858000 h 6858000"/>
              <a:gd name="connsiteX361" fmla="*/ 3240805 w 7467600"/>
              <a:gd name="connsiteY361" fmla="*/ 6858000 h 6858000"/>
              <a:gd name="connsiteX362" fmla="*/ 3275917 w 7467600"/>
              <a:gd name="connsiteY362" fmla="*/ 6783192 h 6858000"/>
              <a:gd name="connsiteX363" fmla="*/ 3399358 w 7467600"/>
              <a:gd name="connsiteY363" fmla="*/ 6469011 h 6858000"/>
              <a:gd name="connsiteX364" fmla="*/ 3425650 w 7467600"/>
              <a:gd name="connsiteY364" fmla="*/ 6381333 h 6858000"/>
              <a:gd name="connsiteX365" fmla="*/ 3460661 w 7467600"/>
              <a:gd name="connsiteY365" fmla="*/ 6266763 h 6858000"/>
              <a:gd name="connsiteX366" fmla="*/ 3518021 w 7467600"/>
              <a:gd name="connsiteY366" fmla="*/ 6117298 h 6858000"/>
              <a:gd name="connsiteX367" fmla="*/ 3554035 w 7467600"/>
              <a:gd name="connsiteY367" fmla="*/ 6027832 h 6858000"/>
              <a:gd name="connsiteX368" fmla="*/ 3677174 w 7467600"/>
              <a:gd name="connsiteY368" fmla="*/ 5636351 h 6858000"/>
              <a:gd name="connsiteX369" fmla="*/ 3698819 w 7467600"/>
              <a:gd name="connsiteY369" fmla="*/ 5560503 h 6858000"/>
              <a:gd name="connsiteX370" fmla="*/ 3702094 w 7467600"/>
              <a:gd name="connsiteY370" fmla="*/ 5549194 h 6858000"/>
              <a:gd name="connsiteX371" fmla="*/ 3398355 w 7467600"/>
              <a:gd name="connsiteY371" fmla="*/ 6094603 h 6858000"/>
              <a:gd name="connsiteX372" fmla="*/ 3193941 w 7467600"/>
              <a:gd name="connsiteY372" fmla="*/ 6798775 h 6858000"/>
              <a:gd name="connsiteX373" fmla="*/ 3184140 w 7467600"/>
              <a:gd name="connsiteY373" fmla="*/ 6858000 h 6858000"/>
              <a:gd name="connsiteX374" fmla="*/ 3099978 w 7467600"/>
              <a:gd name="connsiteY374" fmla="*/ 6858000 h 6858000"/>
              <a:gd name="connsiteX375" fmla="*/ 3101556 w 7467600"/>
              <a:gd name="connsiteY375" fmla="*/ 6843337 h 6858000"/>
              <a:gd name="connsiteX376" fmla="*/ 3370162 w 7467600"/>
              <a:gd name="connsiteY376" fmla="*/ 5785550 h 6858000"/>
              <a:gd name="connsiteX377" fmla="*/ 3746477 w 7467600"/>
              <a:gd name="connsiteY377" fmla="*/ 5377889 h 6858000"/>
              <a:gd name="connsiteX378" fmla="*/ 3863399 w 7467600"/>
              <a:gd name="connsiteY378" fmla="*/ 5087257 h 6858000"/>
              <a:gd name="connsiteX379" fmla="*/ 3968712 w 7467600"/>
              <a:gd name="connsiteY379" fmla="*/ 4913989 h 6858000"/>
              <a:gd name="connsiteX380" fmla="*/ 2792390 w 7467600"/>
              <a:gd name="connsiteY380" fmla="*/ 5382974 h 6858000"/>
              <a:gd name="connsiteX381" fmla="*/ 2714982 w 7467600"/>
              <a:gd name="connsiteY381" fmla="*/ 5427051 h 6858000"/>
              <a:gd name="connsiteX382" fmla="*/ 2813361 w 7467600"/>
              <a:gd name="connsiteY382" fmla="*/ 6023912 h 6858000"/>
              <a:gd name="connsiteX383" fmla="*/ 2688430 w 7467600"/>
              <a:gd name="connsiteY383" fmla="*/ 6801564 h 6858000"/>
              <a:gd name="connsiteX384" fmla="*/ 2629626 w 7467600"/>
              <a:gd name="connsiteY384" fmla="*/ 6763394 h 6858000"/>
              <a:gd name="connsiteX385" fmla="*/ 2565328 w 7467600"/>
              <a:gd name="connsiteY385" fmla="*/ 5516399 h 6858000"/>
              <a:gd name="connsiteX386" fmla="*/ 1922999 w 7467600"/>
              <a:gd name="connsiteY386" fmla="*/ 5980343 h 6858000"/>
              <a:gd name="connsiteX387" fmla="*/ 1950261 w 7467600"/>
              <a:gd name="connsiteY387" fmla="*/ 6405858 h 6858000"/>
              <a:gd name="connsiteX388" fmla="*/ 2365554 w 7467600"/>
              <a:gd name="connsiteY388" fmla="*/ 6759107 h 6858000"/>
              <a:gd name="connsiteX389" fmla="*/ 2424142 w 7467600"/>
              <a:gd name="connsiteY389" fmla="*/ 6858000 h 6858000"/>
              <a:gd name="connsiteX390" fmla="*/ 2395994 w 7467600"/>
              <a:gd name="connsiteY390" fmla="*/ 6858000 h 6858000"/>
              <a:gd name="connsiteX391" fmla="*/ 2392863 w 7467600"/>
              <a:gd name="connsiteY391" fmla="*/ 6852964 h 6858000"/>
              <a:gd name="connsiteX392" fmla="*/ 2017589 w 7467600"/>
              <a:gd name="connsiteY392" fmla="*/ 6493982 h 6858000"/>
              <a:gd name="connsiteX393" fmla="*/ 2147336 w 7467600"/>
              <a:gd name="connsiteY393" fmla="*/ 6594052 h 6858000"/>
              <a:gd name="connsiteX394" fmla="*/ 2207047 w 7467600"/>
              <a:gd name="connsiteY394" fmla="*/ 6654540 h 6858000"/>
              <a:gd name="connsiteX395" fmla="*/ 2299106 w 7467600"/>
              <a:gd name="connsiteY395" fmla="*/ 6778931 h 6858000"/>
              <a:gd name="connsiteX396" fmla="*/ 2314430 w 7467600"/>
              <a:gd name="connsiteY396" fmla="*/ 6801144 h 6858000"/>
              <a:gd name="connsiteX397" fmla="*/ 2352406 w 7467600"/>
              <a:gd name="connsiteY397" fmla="*/ 6858000 h 6858000"/>
              <a:gd name="connsiteX398" fmla="*/ 2314492 w 7467600"/>
              <a:gd name="connsiteY398" fmla="*/ 6858000 h 6858000"/>
              <a:gd name="connsiteX399" fmla="*/ 2288095 w 7467600"/>
              <a:gd name="connsiteY399" fmla="*/ 6818030 h 6858000"/>
              <a:gd name="connsiteX400" fmla="*/ 2272768 w 7467600"/>
              <a:gd name="connsiteY400" fmla="*/ 6795822 h 6858000"/>
              <a:gd name="connsiteX401" fmla="*/ 2182715 w 7467600"/>
              <a:gd name="connsiteY401" fmla="*/ 6675071 h 6858000"/>
              <a:gd name="connsiteX402" fmla="*/ 2032061 w 7467600"/>
              <a:gd name="connsiteY402" fmla="*/ 6541380 h 6858000"/>
              <a:gd name="connsiteX403" fmla="*/ 2257220 w 7467600"/>
              <a:gd name="connsiteY403" fmla="*/ 6826257 h 6858000"/>
              <a:gd name="connsiteX404" fmla="*/ 2281324 w 7467600"/>
              <a:gd name="connsiteY404" fmla="*/ 6858000 h 6858000"/>
              <a:gd name="connsiteX405" fmla="*/ 2242860 w 7467600"/>
              <a:gd name="connsiteY405" fmla="*/ 6858000 h 6858000"/>
              <a:gd name="connsiteX406" fmla="*/ 2232818 w 7467600"/>
              <a:gd name="connsiteY406" fmla="*/ 6844926 h 6858000"/>
              <a:gd name="connsiteX407" fmla="*/ 1990172 w 7467600"/>
              <a:gd name="connsiteY407" fmla="*/ 6542121 h 6858000"/>
              <a:gd name="connsiteX408" fmla="*/ 2124090 w 7467600"/>
              <a:gd name="connsiteY408" fmla="*/ 6761017 h 6858000"/>
              <a:gd name="connsiteX409" fmla="*/ 2200380 w 7467600"/>
              <a:gd name="connsiteY409" fmla="*/ 6858000 h 6858000"/>
              <a:gd name="connsiteX410" fmla="*/ 2147507 w 7467600"/>
              <a:gd name="connsiteY410" fmla="*/ 6858000 h 6858000"/>
              <a:gd name="connsiteX411" fmla="*/ 2070668 w 7467600"/>
              <a:gd name="connsiteY411" fmla="*/ 6761520 h 6858000"/>
              <a:gd name="connsiteX412" fmla="*/ 1975142 w 7467600"/>
              <a:gd name="connsiteY412" fmla="*/ 6585570 h 6858000"/>
              <a:gd name="connsiteX413" fmla="*/ 2050035 w 7467600"/>
              <a:gd name="connsiteY413" fmla="*/ 6813345 h 6858000"/>
              <a:gd name="connsiteX414" fmla="*/ 2063025 w 7467600"/>
              <a:gd name="connsiteY414" fmla="*/ 6858000 h 6858000"/>
              <a:gd name="connsiteX415" fmla="*/ 2021675 w 7467600"/>
              <a:gd name="connsiteY415" fmla="*/ 6858000 h 6858000"/>
              <a:gd name="connsiteX416" fmla="*/ 2019308 w 7467600"/>
              <a:gd name="connsiteY416" fmla="*/ 6847118 h 6858000"/>
              <a:gd name="connsiteX417" fmla="*/ 1938835 w 7467600"/>
              <a:gd name="connsiteY417" fmla="*/ 6551160 h 6858000"/>
              <a:gd name="connsiteX418" fmla="*/ 1953230 w 7467600"/>
              <a:gd name="connsiteY418" fmla="*/ 6759699 h 6858000"/>
              <a:gd name="connsiteX419" fmla="*/ 1956763 w 7467600"/>
              <a:gd name="connsiteY419" fmla="*/ 6778191 h 6858000"/>
              <a:gd name="connsiteX420" fmla="*/ 1967925 w 7467600"/>
              <a:gd name="connsiteY420" fmla="*/ 6858000 h 6858000"/>
              <a:gd name="connsiteX421" fmla="*/ 1936622 w 7467600"/>
              <a:gd name="connsiteY421" fmla="*/ 6858000 h 6858000"/>
              <a:gd name="connsiteX422" fmla="*/ 1926261 w 7467600"/>
              <a:gd name="connsiteY422" fmla="*/ 6784064 h 6858000"/>
              <a:gd name="connsiteX423" fmla="*/ 1922724 w 7467600"/>
              <a:gd name="connsiteY423" fmla="*/ 6765577 h 6858000"/>
              <a:gd name="connsiteX424" fmla="*/ 1904650 w 7467600"/>
              <a:gd name="connsiteY424" fmla="*/ 6639616 h 6858000"/>
              <a:gd name="connsiteX425" fmla="*/ 1885273 w 7467600"/>
              <a:gd name="connsiteY425" fmla="*/ 6858000 h 6858000"/>
              <a:gd name="connsiteX426" fmla="*/ 1854363 w 7467600"/>
              <a:gd name="connsiteY426" fmla="*/ 6858000 h 6858000"/>
              <a:gd name="connsiteX427" fmla="*/ 1880391 w 7467600"/>
              <a:gd name="connsiteY427" fmla="*/ 6603796 h 6858000"/>
              <a:gd name="connsiteX428" fmla="*/ 1818273 w 7467600"/>
              <a:gd name="connsiteY428" fmla="*/ 6715729 h 6858000"/>
              <a:gd name="connsiteX429" fmla="*/ 1794691 w 7467600"/>
              <a:gd name="connsiteY429" fmla="*/ 6843239 h 6858000"/>
              <a:gd name="connsiteX430" fmla="*/ 1794914 w 7467600"/>
              <a:gd name="connsiteY430" fmla="*/ 6858000 h 6858000"/>
              <a:gd name="connsiteX431" fmla="*/ 1746128 w 7467600"/>
              <a:gd name="connsiteY431" fmla="*/ 6858000 h 6858000"/>
              <a:gd name="connsiteX432" fmla="*/ 1753934 w 7467600"/>
              <a:gd name="connsiteY432" fmla="*/ 6724796 h 6858000"/>
              <a:gd name="connsiteX433" fmla="*/ 1792053 w 7467600"/>
              <a:gd name="connsiteY433" fmla="*/ 6572396 h 6858000"/>
              <a:gd name="connsiteX434" fmla="*/ 1862248 w 7467600"/>
              <a:gd name="connsiteY434" fmla="*/ 6266397 h 6858000"/>
              <a:gd name="connsiteX435" fmla="*/ 1862250 w 7467600"/>
              <a:gd name="connsiteY435" fmla="*/ 6033531 h 6858000"/>
              <a:gd name="connsiteX436" fmla="*/ 1211999 w 7467600"/>
              <a:gd name="connsiteY436" fmla="*/ 6683610 h 6858000"/>
              <a:gd name="connsiteX437" fmla="*/ 1213266 w 7467600"/>
              <a:gd name="connsiteY437" fmla="*/ 6691947 h 6858000"/>
              <a:gd name="connsiteX438" fmla="*/ 1203370 w 7467600"/>
              <a:gd name="connsiteY438" fmla="*/ 6850676 h 6858000"/>
              <a:gd name="connsiteX439" fmla="*/ 1203671 w 7467600"/>
              <a:gd name="connsiteY439" fmla="*/ 6858000 h 6858000"/>
              <a:gd name="connsiteX440" fmla="*/ 1143180 w 7467600"/>
              <a:gd name="connsiteY440" fmla="*/ 6858000 h 6858000"/>
              <a:gd name="connsiteX441" fmla="*/ 1142176 w 7467600"/>
              <a:gd name="connsiteY441" fmla="*/ 6766045 h 6858000"/>
              <a:gd name="connsiteX442" fmla="*/ 1067484 w 7467600"/>
              <a:gd name="connsiteY442" fmla="*/ 6858000 h 6858000"/>
              <a:gd name="connsiteX443" fmla="*/ 953928 w 7467600"/>
              <a:gd name="connsiteY443" fmla="*/ 6858000 h 6858000"/>
              <a:gd name="connsiteX444" fmla="*/ 959715 w 7467600"/>
              <a:gd name="connsiteY444" fmla="*/ 6850185 h 6858000"/>
              <a:gd name="connsiteX445" fmla="*/ 1483788 w 7467600"/>
              <a:gd name="connsiteY445" fmla="*/ 6259174 h 6858000"/>
              <a:gd name="connsiteX446" fmla="*/ 1100671 w 7467600"/>
              <a:gd name="connsiteY446" fmla="*/ 6252137 h 6858000"/>
              <a:gd name="connsiteX447" fmla="*/ 1090144 w 7467600"/>
              <a:gd name="connsiteY447" fmla="*/ 6256748 h 6858000"/>
              <a:gd name="connsiteX448" fmla="*/ 1095872 w 7467600"/>
              <a:gd name="connsiteY448" fmla="*/ 6271892 h 6858000"/>
              <a:gd name="connsiteX449" fmla="*/ 262785 w 7467600"/>
              <a:gd name="connsiteY449" fmla="*/ 6845450 h 6858000"/>
              <a:gd name="connsiteX450" fmla="*/ 209968 w 7467600"/>
              <a:gd name="connsiteY450" fmla="*/ 6770713 h 6858000"/>
              <a:gd name="connsiteX451" fmla="*/ 873460 w 7467600"/>
              <a:gd name="connsiteY451" fmla="*/ 6253768 h 6858000"/>
              <a:gd name="connsiteX452" fmla="*/ 192686 w 7467600"/>
              <a:gd name="connsiteY452" fmla="*/ 5849257 h 6858000"/>
              <a:gd name="connsiteX453" fmla="*/ 4696 w 7467600"/>
              <a:gd name="connsiteY453" fmla="*/ 5697668 h 6858000"/>
              <a:gd name="connsiteX454" fmla="*/ 0 w 7467600"/>
              <a:gd name="connsiteY454" fmla="*/ 5689984 h 6858000"/>
              <a:gd name="connsiteX455" fmla="*/ 0 w 7467600"/>
              <a:gd name="connsiteY455" fmla="*/ 5513472 h 6858000"/>
              <a:gd name="connsiteX456" fmla="*/ 174101 w 7467600"/>
              <a:gd name="connsiteY456" fmla="*/ 5620277 h 6858000"/>
              <a:gd name="connsiteX457" fmla="*/ 891800 w 7467600"/>
              <a:gd name="connsiteY457" fmla="*/ 6036935 h 6858000"/>
              <a:gd name="connsiteX458" fmla="*/ 1072219 w 7467600"/>
              <a:gd name="connsiteY458" fmla="*/ 6169443 h 6858000"/>
              <a:gd name="connsiteX459" fmla="*/ 1074117 w 7467600"/>
              <a:gd name="connsiteY459" fmla="*/ 6170301 h 6858000"/>
              <a:gd name="connsiteX460" fmla="*/ 1083114 w 7467600"/>
              <a:gd name="connsiteY460" fmla="*/ 6174131 h 6858000"/>
              <a:gd name="connsiteX461" fmla="*/ 1543010 w 7467600"/>
              <a:gd name="connsiteY461" fmla="*/ 6191140 h 6858000"/>
              <a:gd name="connsiteX462" fmla="*/ 1551080 w 7467600"/>
              <a:gd name="connsiteY462" fmla="*/ 6195006 h 6858000"/>
              <a:gd name="connsiteX463" fmla="*/ 2345443 w 7467600"/>
              <a:gd name="connsiteY463" fmla="*/ 5549882 h 6858000"/>
              <a:gd name="connsiteX464" fmla="*/ 1721499 w 7467600"/>
              <a:gd name="connsiteY464" fmla="*/ 5599969 h 6858000"/>
              <a:gd name="connsiteX465" fmla="*/ 767716 w 7467600"/>
              <a:gd name="connsiteY465" fmla="*/ 5472768 h 6858000"/>
              <a:gd name="connsiteX466" fmla="*/ 722147 w 7467600"/>
              <a:gd name="connsiteY466" fmla="*/ 5393091 h 6858000"/>
              <a:gd name="connsiteX467" fmla="*/ 1485552 w 7467600"/>
              <a:gd name="connsiteY467" fmla="*/ 5313202 h 6858000"/>
              <a:gd name="connsiteX468" fmla="*/ 2143004 w 7467600"/>
              <a:gd name="connsiteY468" fmla="*/ 5402420 h 6858000"/>
              <a:gd name="connsiteX469" fmla="*/ 1933391 w 7467600"/>
              <a:gd name="connsiteY469" fmla="*/ 5156971 h 6858000"/>
              <a:gd name="connsiteX470" fmla="*/ 1827118 w 7467600"/>
              <a:gd name="connsiteY470" fmla="*/ 4968410 h 6858000"/>
              <a:gd name="connsiteX471" fmla="*/ 1837349 w 7467600"/>
              <a:gd name="connsiteY471" fmla="*/ 4956357 h 6858000"/>
              <a:gd name="connsiteX472" fmla="*/ 2162835 w 7467600"/>
              <a:gd name="connsiteY472" fmla="*/ 5187853 h 6858000"/>
              <a:gd name="connsiteX473" fmla="*/ 2257167 w 7467600"/>
              <a:gd name="connsiteY473" fmla="*/ 5462123 h 6858000"/>
              <a:gd name="connsiteX474" fmla="*/ 2261598 w 7467600"/>
              <a:gd name="connsiteY474" fmla="*/ 5467998 h 6858000"/>
              <a:gd name="connsiteX475" fmla="*/ 2437177 w 7467600"/>
              <a:gd name="connsiteY475" fmla="*/ 5479608 h 6858000"/>
              <a:gd name="connsiteX476" fmla="*/ 2445247 w 7467600"/>
              <a:gd name="connsiteY476" fmla="*/ 5483476 h 6858000"/>
              <a:gd name="connsiteX477" fmla="*/ 2743626 w 7467600"/>
              <a:gd name="connsiteY477" fmla="*/ 5304819 h 6858000"/>
              <a:gd name="connsiteX478" fmla="*/ 3048102 w 7467600"/>
              <a:gd name="connsiteY478" fmla="*/ 5150595 h 6858000"/>
              <a:gd name="connsiteX479" fmla="*/ 1799414 w 7467600"/>
              <a:gd name="connsiteY479" fmla="*/ 4694732 h 6858000"/>
              <a:gd name="connsiteX480" fmla="*/ 1771735 w 7467600"/>
              <a:gd name="connsiteY480" fmla="*/ 4619929 h 6858000"/>
              <a:gd name="connsiteX481" fmla="*/ 3104273 w 7467600"/>
              <a:gd name="connsiteY481" fmla="*/ 5076159 h 6858000"/>
              <a:gd name="connsiteX482" fmla="*/ 3113245 w 7467600"/>
              <a:gd name="connsiteY482" fmla="*/ 5090705 h 6858000"/>
              <a:gd name="connsiteX483" fmla="*/ 3126294 w 7467600"/>
              <a:gd name="connsiteY483" fmla="*/ 5114400 h 6858000"/>
              <a:gd name="connsiteX484" fmla="*/ 3937433 w 7467600"/>
              <a:gd name="connsiteY484" fmla="*/ 4830473 h 6858000"/>
              <a:gd name="connsiteX485" fmla="*/ 3590475 w 7467600"/>
              <a:gd name="connsiteY485" fmla="*/ 4597974 h 6858000"/>
              <a:gd name="connsiteX486" fmla="*/ 3100264 w 7467600"/>
              <a:gd name="connsiteY486" fmla="*/ 4579845 h 6858000"/>
              <a:gd name="connsiteX487" fmla="*/ 2183576 w 7467600"/>
              <a:gd name="connsiteY487" fmla="*/ 4227150 h 6858000"/>
              <a:gd name="connsiteX488" fmla="*/ 2151029 w 7467600"/>
              <a:gd name="connsiteY488" fmla="*/ 4146947 h 6858000"/>
              <a:gd name="connsiteX489" fmla="*/ 3563434 w 7467600"/>
              <a:gd name="connsiteY489" fmla="*/ 4469115 h 6858000"/>
              <a:gd name="connsiteX490" fmla="*/ 3177952 w 7467600"/>
              <a:gd name="connsiteY490" fmla="*/ 3657386 h 6858000"/>
              <a:gd name="connsiteX491" fmla="*/ 3189263 w 7467600"/>
              <a:gd name="connsiteY491" fmla="*/ 3625726 h 6858000"/>
              <a:gd name="connsiteX492" fmla="*/ 3560912 w 7467600"/>
              <a:gd name="connsiteY492" fmla="*/ 4079863 h 6858000"/>
              <a:gd name="connsiteX493" fmla="*/ 3626636 w 7467600"/>
              <a:gd name="connsiteY493" fmla="*/ 4512230 h 6858000"/>
              <a:gd name="connsiteX494" fmla="*/ 3653088 w 7467600"/>
              <a:gd name="connsiteY494" fmla="*/ 4521417 h 6858000"/>
              <a:gd name="connsiteX495" fmla="*/ 3988128 w 7467600"/>
              <a:gd name="connsiteY495" fmla="*/ 4817267 h 6858000"/>
              <a:gd name="connsiteX496" fmla="*/ 4830582 w 7467600"/>
              <a:gd name="connsiteY496" fmla="*/ 4676000 h 6858000"/>
              <a:gd name="connsiteX497" fmla="*/ 4830100 w 7467600"/>
              <a:gd name="connsiteY497" fmla="*/ 4675554 h 6858000"/>
              <a:gd name="connsiteX498" fmla="*/ 4036318 w 7467600"/>
              <a:gd name="connsiteY498" fmla="*/ 4147013 h 6858000"/>
              <a:gd name="connsiteX499" fmla="*/ 3432098 w 7467600"/>
              <a:gd name="connsiteY499" fmla="*/ 3537312 h 6858000"/>
              <a:gd name="connsiteX500" fmla="*/ 3446761 w 7467600"/>
              <a:gd name="connsiteY500" fmla="*/ 3461278 h 6858000"/>
              <a:gd name="connsiteX501" fmla="*/ 4419733 w 7467600"/>
              <a:gd name="connsiteY501" fmla="*/ 3963555 h 6858000"/>
              <a:gd name="connsiteX502" fmla="*/ 4781371 w 7467600"/>
              <a:gd name="connsiteY502" fmla="*/ 4458604 h 6858000"/>
              <a:gd name="connsiteX503" fmla="*/ 4780440 w 7467600"/>
              <a:gd name="connsiteY503" fmla="*/ 4470290 h 6858000"/>
              <a:gd name="connsiteX504" fmla="*/ 4898954 w 7467600"/>
              <a:gd name="connsiteY504" fmla="*/ 4662092 h 6858000"/>
              <a:gd name="connsiteX505" fmla="*/ 4900699 w 7467600"/>
              <a:gd name="connsiteY505" fmla="*/ 4670867 h 6858000"/>
              <a:gd name="connsiteX506" fmla="*/ 5714511 w 7467600"/>
              <a:gd name="connsiteY506" fmla="*/ 4663483 h 6858000"/>
              <a:gd name="connsiteX507" fmla="*/ 5464793 w 7467600"/>
              <a:gd name="connsiteY507" fmla="*/ 4393556 h 6858000"/>
              <a:gd name="connsiteX508" fmla="*/ 5461897 w 7467600"/>
              <a:gd name="connsiteY508" fmla="*/ 4390879 h 6858000"/>
              <a:gd name="connsiteX509" fmla="*/ 4294126 w 7467600"/>
              <a:gd name="connsiteY509" fmla="*/ 3303048 h 6858000"/>
              <a:gd name="connsiteX510" fmla="*/ 4305321 w 7467600"/>
              <a:gd name="connsiteY510" fmla="*/ 3256953 h 6858000"/>
              <a:gd name="connsiteX511" fmla="*/ 4949299 w 7467600"/>
              <a:gd name="connsiteY511" fmla="*/ 3766336 h 6858000"/>
              <a:gd name="connsiteX512" fmla="*/ 5291452 w 7467600"/>
              <a:gd name="connsiteY512" fmla="*/ 4076801 h 6858000"/>
              <a:gd name="connsiteX513" fmla="*/ 5434998 w 7467600"/>
              <a:gd name="connsiteY513" fmla="*/ 4254100 h 6858000"/>
              <a:gd name="connsiteX514" fmla="*/ 5351015 w 7467600"/>
              <a:gd name="connsiteY514" fmla="*/ 3760989 h 6858000"/>
              <a:gd name="connsiteX515" fmla="*/ 5413780 w 7467600"/>
              <a:gd name="connsiteY515" fmla="*/ 2966265 h 6858000"/>
              <a:gd name="connsiteX516" fmla="*/ 5425627 w 7467600"/>
              <a:gd name="connsiteY516" fmla="*/ 2954192 h 6858000"/>
              <a:gd name="connsiteX517" fmla="*/ 6604735 w 7467600"/>
              <a:gd name="connsiteY517" fmla="*/ 2041381 h 6858000"/>
              <a:gd name="connsiteX518" fmla="*/ 7204487 w 7467600"/>
              <a:gd name="connsiteY518" fmla="*/ 2742112 h 6858000"/>
              <a:gd name="connsiteX519" fmla="*/ 7131592 w 7467600"/>
              <a:gd name="connsiteY519" fmla="*/ 2672096 h 6858000"/>
              <a:gd name="connsiteX520" fmla="*/ 6996344 w 7467600"/>
              <a:gd name="connsiteY520" fmla="*/ 2518310 h 6858000"/>
              <a:gd name="connsiteX521" fmla="*/ 6735495 w 7467600"/>
              <a:gd name="connsiteY521" fmla="*/ 2196890 h 6858000"/>
              <a:gd name="connsiteX522" fmla="*/ 6721901 w 7467600"/>
              <a:gd name="connsiteY522" fmla="*/ 2179274 h 6858000"/>
              <a:gd name="connsiteX523" fmla="*/ 6604735 w 7467600"/>
              <a:gd name="connsiteY523" fmla="*/ 2041381 h 6858000"/>
              <a:gd name="connsiteX524" fmla="*/ 6591670 w 7467600"/>
              <a:gd name="connsiteY524" fmla="*/ 1988277 h 6858000"/>
              <a:gd name="connsiteX525" fmla="*/ 6747349 w 7467600"/>
              <a:gd name="connsiteY525" fmla="*/ 2160069 h 6858000"/>
              <a:gd name="connsiteX526" fmla="*/ 6760943 w 7467600"/>
              <a:gd name="connsiteY526" fmla="*/ 2177686 h 6858000"/>
              <a:gd name="connsiteX527" fmla="*/ 7021065 w 7467600"/>
              <a:gd name="connsiteY527" fmla="*/ 2498102 h 6858000"/>
              <a:gd name="connsiteX528" fmla="*/ 7155223 w 7467600"/>
              <a:gd name="connsiteY528" fmla="*/ 2650386 h 6858000"/>
              <a:gd name="connsiteX529" fmla="*/ 7203167 w 7467600"/>
              <a:gd name="connsiteY529" fmla="*/ 2697288 h 6858000"/>
              <a:gd name="connsiteX530" fmla="*/ 6937703 w 7467600"/>
              <a:gd name="connsiteY530" fmla="*/ 2321981 h 6858000"/>
              <a:gd name="connsiteX531" fmla="*/ 6591670 w 7467600"/>
              <a:gd name="connsiteY531" fmla="*/ 1988277 h 6858000"/>
              <a:gd name="connsiteX532" fmla="*/ 5798671 w 7467600"/>
              <a:gd name="connsiteY532" fmla="*/ 1981601 h 6858000"/>
              <a:gd name="connsiteX533" fmla="*/ 5754709 w 7467600"/>
              <a:gd name="connsiteY533" fmla="*/ 2071454 h 6858000"/>
              <a:gd name="connsiteX534" fmla="*/ 5763044 w 7467600"/>
              <a:gd name="connsiteY534" fmla="*/ 2842206 h 6858000"/>
              <a:gd name="connsiteX535" fmla="*/ 5764974 w 7467600"/>
              <a:gd name="connsiteY535" fmla="*/ 2799609 h 6858000"/>
              <a:gd name="connsiteX536" fmla="*/ 5767665 w 7467600"/>
              <a:gd name="connsiteY536" fmla="*/ 2666409 h 6858000"/>
              <a:gd name="connsiteX537" fmla="*/ 5763055 w 7467600"/>
              <a:gd name="connsiteY537" fmla="*/ 2579705 h 6858000"/>
              <a:gd name="connsiteX538" fmla="*/ 5758079 w 7467600"/>
              <a:gd name="connsiteY538" fmla="*/ 2492508 h 6858000"/>
              <a:gd name="connsiteX539" fmla="*/ 5779325 w 7467600"/>
              <a:gd name="connsiteY539" fmla="*/ 2197069 h 6858000"/>
              <a:gd name="connsiteX540" fmla="*/ 5798671 w 7467600"/>
              <a:gd name="connsiteY540" fmla="*/ 1981601 h 6858000"/>
              <a:gd name="connsiteX541" fmla="*/ 5829202 w 7467600"/>
              <a:gd name="connsiteY541" fmla="*/ 1971679 h 6858000"/>
              <a:gd name="connsiteX542" fmla="*/ 5809558 w 7467600"/>
              <a:gd name="connsiteY542" fmla="*/ 2198043 h 6858000"/>
              <a:gd name="connsiteX543" fmla="*/ 5788653 w 7467600"/>
              <a:gd name="connsiteY543" fmla="*/ 2489430 h 6858000"/>
              <a:gd name="connsiteX544" fmla="*/ 5793439 w 7467600"/>
              <a:gd name="connsiteY544" fmla="*/ 2575235 h 6858000"/>
              <a:gd name="connsiteX545" fmla="*/ 5796837 w 7467600"/>
              <a:gd name="connsiteY545" fmla="*/ 2637633 h 6858000"/>
              <a:gd name="connsiteX546" fmla="*/ 5818614 w 7467600"/>
              <a:gd name="connsiteY546" fmla="*/ 2473055 h 6858000"/>
              <a:gd name="connsiteX547" fmla="*/ 5829202 w 7467600"/>
              <a:gd name="connsiteY547" fmla="*/ 1971679 h 6858000"/>
              <a:gd name="connsiteX548" fmla="*/ 5911389 w 7467600"/>
              <a:gd name="connsiteY548" fmla="*/ 1898371 h 6858000"/>
              <a:gd name="connsiteX549" fmla="*/ 6237627 w 7467600"/>
              <a:gd name="connsiteY549" fmla="*/ 2231921 h 6858000"/>
              <a:gd name="connsiteX550" fmla="*/ 5911389 w 7467600"/>
              <a:gd name="connsiteY550" fmla="*/ 1898371 h 6858000"/>
              <a:gd name="connsiteX551" fmla="*/ 6944437 w 7467600"/>
              <a:gd name="connsiteY551" fmla="*/ 1575402 h 6858000"/>
              <a:gd name="connsiteX552" fmla="*/ 6304730 w 7467600"/>
              <a:gd name="connsiteY552" fmla="*/ 1766654 h 6858000"/>
              <a:gd name="connsiteX553" fmla="*/ 6944437 w 7467600"/>
              <a:gd name="connsiteY553" fmla="*/ 1575402 h 6858000"/>
              <a:gd name="connsiteX554" fmla="*/ 7019523 w 7467600"/>
              <a:gd name="connsiteY554" fmla="*/ 1519450 h 6858000"/>
              <a:gd name="connsiteX555" fmla="*/ 6298091 w 7467600"/>
              <a:gd name="connsiteY555" fmla="*/ 1737122 h 6858000"/>
              <a:gd name="connsiteX556" fmla="*/ 7019523 w 7467600"/>
              <a:gd name="connsiteY556" fmla="*/ 1519450 h 6858000"/>
              <a:gd name="connsiteX557" fmla="*/ 2399523 w 7467600"/>
              <a:gd name="connsiteY557" fmla="*/ 1428234 h 6858000"/>
              <a:gd name="connsiteX558" fmla="*/ 2224982 w 7467600"/>
              <a:gd name="connsiteY558" fmla="*/ 1826201 h 6858000"/>
              <a:gd name="connsiteX559" fmla="*/ 2096099 w 7467600"/>
              <a:gd name="connsiteY559" fmla="*/ 2345900 h 6858000"/>
              <a:gd name="connsiteX560" fmla="*/ 2283317 w 7467600"/>
              <a:gd name="connsiteY560" fmla="*/ 1796925 h 6858000"/>
              <a:gd name="connsiteX561" fmla="*/ 2399523 w 7467600"/>
              <a:gd name="connsiteY561" fmla="*/ 1428234 h 6858000"/>
              <a:gd name="connsiteX562" fmla="*/ 2448558 w 7467600"/>
              <a:gd name="connsiteY562" fmla="*/ 1373435 h 6858000"/>
              <a:gd name="connsiteX563" fmla="*/ 2312521 w 7467600"/>
              <a:gd name="connsiteY563" fmla="*/ 1806140 h 6858000"/>
              <a:gd name="connsiteX564" fmla="*/ 2127533 w 7467600"/>
              <a:gd name="connsiteY564" fmla="*/ 2348380 h 6858000"/>
              <a:gd name="connsiteX565" fmla="*/ 2358080 w 7467600"/>
              <a:gd name="connsiteY565" fmla="*/ 1866134 h 6858000"/>
              <a:gd name="connsiteX566" fmla="*/ 2407436 w 7467600"/>
              <a:gd name="connsiteY566" fmla="*/ 1651070 h 6858000"/>
              <a:gd name="connsiteX567" fmla="*/ 2448558 w 7467600"/>
              <a:gd name="connsiteY567" fmla="*/ 1373435 h 6858000"/>
              <a:gd name="connsiteX568" fmla="*/ 278707 w 7467600"/>
              <a:gd name="connsiteY568" fmla="*/ 1352270 h 6858000"/>
              <a:gd name="connsiteX569" fmla="*/ 321570 w 7467600"/>
              <a:gd name="connsiteY569" fmla="*/ 1861610 h 6858000"/>
              <a:gd name="connsiteX570" fmla="*/ 294281 w 7467600"/>
              <a:gd name="connsiteY570" fmla="*/ 1440658 h 6858000"/>
              <a:gd name="connsiteX571" fmla="*/ 278707 w 7467600"/>
              <a:gd name="connsiteY571" fmla="*/ 1352270 h 6858000"/>
              <a:gd name="connsiteX572" fmla="*/ 1423821 w 7467600"/>
              <a:gd name="connsiteY572" fmla="*/ 1351958 h 6858000"/>
              <a:gd name="connsiteX573" fmla="*/ 1638521 w 7467600"/>
              <a:gd name="connsiteY573" fmla="*/ 1908470 h 6858000"/>
              <a:gd name="connsiteX574" fmla="*/ 1754199 w 7467600"/>
              <a:gd name="connsiteY574" fmla="*/ 2149284 h 6858000"/>
              <a:gd name="connsiteX575" fmla="*/ 1908359 w 7467600"/>
              <a:gd name="connsiteY575" fmla="*/ 2364988 h 6858000"/>
              <a:gd name="connsiteX576" fmla="*/ 1647661 w 7467600"/>
              <a:gd name="connsiteY576" fmla="*/ 1825945 h 6858000"/>
              <a:gd name="connsiteX577" fmla="*/ 1423821 w 7467600"/>
              <a:gd name="connsiteY577" fmla="*/ 1351958 h 6858000"/>
              <a:gd name="connsiteX578" fmla="*/ 1431890 w 7467600"/>
              <a:gd name="connsiteY578" fmla="*/ 1306475 h 6858000"/>
              <a:gd name="connsiteX579" fmla="*/ 1507597 w 7467600"/>
              <a:gd name="connsiteY579" fmla="*/ 1446132 h 6858000"/>
              <a:gd name="connsiteX580" fmla="*/ 1674586 w 7467600"/>
              <a:gd name="connsiteY580" fmla="*/ 1813832 h 6858000"/>
              <a:gd name="connsiteX581" fmla="*/ 1815950 w 7467600"/>
              <a:gd name="connsiteY581" fmla="*/ 2128564 h 6858000"/>
              <a:gd name="connsiteX582" fmla="*/ 1984242 w 7467600"/>
              <a:gd name="connsiteY582" fmla="*/ 2430829 h 6858000"/>
              <a:gd name="connsiteX583" fmla="*/ 2014023 w 7467600"/>
              <a:gd name="connsiteY583" fmla="*/ 2450995 h 6858000"/>
              <a:gd name="connsiteX584" fmla="*/ 1747337 w 7467600"/>
              <a:gd name="connsiteY584" fmla="*/ 1855264 h 6858000"/>
              <a:gd name="connsiteX585" fmla="*/ 1533749 w 7467600"/>
              <a:gd name="connsiteY585" fmla="*/ 1478656 h 6858000"/>
              <a:gd name="connsiteX586" fmla="*/ 1431890 w 7467600"/>
              <a:gd name="connsiteY586" fmla="*/ 1306475 h 6858000"/>
              <a:gd name="connsiteX587" fmla="*/ 5052692 w 7467600"/>
              <a:gd name="connsiteY587" fmla="*/ 1292994 h 6858000"/>
              <a:gd name="connsiteX588" fmla="*/ 5200661 w 7467600"/>
              <a:gd name="connsiteY588" fmla="*/ 1635186 h 6858000"/>
              <a:gd name="connsiteX589" fmla="*/ 5297138 w 7467600"/>
              <a:gd name="connsiteY589" fmla="*/ 1906351 h 6858000"/>
              <a:gd name="connsiteX590" fmla="*/ 5052692 w 7467600"/>
              <a:gd name="connsiteY590" fmla="*/ 1292994 h 6858000"/>
              <a:gd name="connsiteX591" fmla="*/ 5009948 w 7467600"/>
              <a:gd name="connsiteY591" fmla="*/ 1273619 h 6858000"/>
              <a:gd name="connsiteX592" fmla="*/ 5121777 w 7467600"/>
              <a:gd name="connsiteY592" fmla="*/ 1654213 h 6858000"/>
              <a:gd name="connsiteX593" fmla="*/ 5293545 w 7467600"/>
              <a:gd name="connsiteY593" fmla="*/ 2072247 h 6858000"/>
              <a:gd name="connsiteX594" fmla="*/ 5294042 w 7467600"/>
              <a:gd name="connsiteY594" fmla="*/ 2065019 h 6858000"/>
              <a:gd name="connsiteX595" fmla="*/ 5171936 w 7467600"/>
              <a:gd name="connsiteY595" fmla="*/ 1647613 h 6858000"/>
              <a:gd name="connsiteX596" fmla="*/ 5009948 w 7467600"/>
              <a:gd name="connsiteY596" fmla="*/ 1273619 h 6858000"/>
              <a:gd name="connsiteX597" fmla="*/ 655236 w 7467600"/>
              <a:gd name="connsiteY597" fmla="*/ 1268632 h 6858000"/>
              <a:gd name="connsiteX598" fmla="*/ 839521 w 7467600"/>
              <a:gd name="connsiteY598" fmla="*/ 1685315 h 6858000"/>
              <a:gd name="connsiteX599" fmla="*/ 1109416 w 7467600"/>
              <a:gd name="connsiteY599" fmla="*/ 2061663 h 6858000"/>
              <a:gd name="connsiteX600" fmla="*/ 1298300 w 7467600"/>
              <a:gd name="connsiteY600" fmla="*/ 2247742 h 6858000"/>
              <a:gd name="connsiteX601" fmla="*/ 1125871 w 7467600"/>
              <a:gd name="connsiteY601" fmla="*/ 1989513 h 6858000"/>
              <a:gd name="connsiteX602" fmla="*/ 981574 w 7467600"/>
              <a:gd name="connsiteY602" fmla="*/ 1783157 h 6858000"/>
              <a:gd name="connsiteX603" fmla="*/ 922198 w 7467600"/>
              <a:gd name="connsiteY603" fmla="*/ 1677437 h 6858000"/>
              <a:gd name="connsiteX604" fmla="*/ 869293 w 7467600"/>
              <a:gd name="connsiteY604" fmla="*/ 1583214 h 6858000"/>
              <a:gd name="connsiteX605" fmla="*/ 751431 w 7467600"/>
              <a:gd name="connsiteY605" fmla="*/ 1405731 h 6858000"/>
              <a:gd name="connsiteX606" fmla="*/ 655236 w 7467600"/>
              <a:gd name="connsiteY606" fmla="*/ 1268632 h 6858000"/>
              <a:gd name="connsiteX607" fmla="*/ 6516292 w 7467600"/>
              <a:gd name="connsiteY607" fmla="*/ 1263064 h 6858000"/>
              <a:gd name="connsiteX608" fmla="*/ 5736320 w 7467600"/>
              <a:gd name="connsiteY608" fmla="*/ 1501803 h 6858000"/>
              <a:gd name="connsiteX609" fmla="*/ 6516292 w 7467600"/>
              <a:gd name="connsiteY609" fmla="*/ 1263064 h 6858000"/>
              <a:gd name="connsiteX610" fmla="*/ 291466 w 7467600"/>
              <a:gd name="connsiteY610" fmla="*/ 1250369 h 6858000"/>
              <a:gd name="connsiteX611" fmla="*/ 323180 w 7467600"/>
              <a:gd name="connsiteY611" fmla="*/ 1435283 h 6858000"/>
              <a:gd name="connsiteX612" fmla="*/ 349381 w 7467600"/>
              <a:gd name="connsiteY612" fmla="*/ 1875041 h 6858000"/>
              <a:gd name="connsiteX613" fmla="*/ 374363 w 7467600"/>
              <a:gd name="connsiteY613" fmla="*/ 1506494 h 6858000"/>
              <a:gd name="connsiteX614" fmla="*/ 302168 w 7467600"/>
              <a:gd name="connsiteY614" fmla="*/ 1274495 h 6858000"/>
              <a:gd name="connsiteX615" fmla="*/ 291466 w 7467600"/>
              <a:gd name="connsiteY615" fmla="*/ 1250369 h 6858000"/>
              <a:gd name="connsiteX616" fmla="*/ 678222 w 7467600"/>
              <a:gd name="connsiteY616" fmla="*/ 1248670 h 6858000"/>
              <a:gd name="connsiteX617" fmla="*/ 775536 w 7467600"/>
              <a:gd name="connsiteY617" fmla="*/ 1388015 h 6858000"/>
              <a:gd name="connsiteX618" fmla="*/ 894529 w 7467600"/>
              <a:gd name="connsiteY618" fmla="*/ 1567739 h 6858000"/>
              <a:gd name="connsiteX619" fmla="*/ 948000 w 7467600"/>
              <a:gd name="connsiteY619" fmla="*/ 1663088 h 6858000"/>
              <a:gd name="connsiteX620" fmla="*/ 1006812 w 7467600"/>
              <a:gd name="connsiteY620" fmla="*/ 1767683 h 6858000"/>
              <a:gd name="connsiteX621" fmla="*/ 1149133 w 7467600"/>
              <a:gd name="connsiteY621" fmla="*/ 1971513 h 6858000"/>
              <a:gd name="connsiteX622" fmla="*/ 1333952 w 7467600"/>
              <a:gd name="connsiteY622" fmla="*/ 2251620 h 6858000"/>
              <a:gd name="connsiteX623" fmla="*/ 1337329 w 7467600"/>
              <a:gd name="connsiteY623" fmla="*/ 2258350 h 6858000"/>
              <a:gd name="connsiteX624" fmla="*/ 1014726 w 7467600"/>
              <a:gd name="connsiteY624" fmla="*/ 1615556 h 6858000"/>
              <a:gd name="connsiteX625" fmla="*/ 678222 w 7467600"/>
              <a:gd name="connsiteY625" fmla="*/ 1248670 h 6858000"/>
              <a:gd name="connsiteX626" fmla="*/ 6691602 w 7467600"/>
              <a:gd name="connsiteY626" fmla="*/ 1140573 h 6858000"/>
              <a:gd name="connsiteX627" fmla="*/ 6571100 w 7467600"/>
              <a:gd name="connsiteY627" fmla="*/ 1183662 h 6858000"/>
              <a:gd name="connsiteX628" fmla="*/ 6241687 w 7467600"/>
              <a:gd name="connsiteY628" fmla="*/ 1257600 h 6858000"/>
              <a:gd name="connsiteX629" fmla="*/ 5693009 w 7467600"/>
              <a:gd name="connsiteY629" fmla="*/ 1478256 h 6858000"/>
              <a:gd name="connsiteX630" fmla="*/ 6548420 w 7467600"/>
              <a:gd name="connsiteY630" fmla="*/ 1214599 h 6858000"/>
              <a:gd name="connsiteX631" fmla="*/ 6605473 w 7467600"/>
              <a:gd name="connsiteY631" fmla="*/ 1184686 h 6858000"/>
              <a:gd name="connsiteX632" fmla="*/ 6691602 w 7467600"/>
              <a:gd name="connsiteY632" fmla="*/ 1140573 h 6858000"/>
              <a:gd name="connsiteX633" fmla="*/ 4002475 w 7467600"/>
              <a:gd name="connsiteY633" fmla="*/ 1037802 h 6858000"/>
              <a:gd name="connsiteX634" fmla="*/ 4000324 w 7467600"/>
              <a:gd name="connsiteY634" fmla="*/ 1039362 h 6858000"/>
              <a:gd name="connsiteX635" fmla="*/ 4002862 w 7467600"/>
              <a:gd name="connsiteY635" fmla="*/ 1042866 h 6858000"/>
              <a:gd name="connsiteX636" fmla="*/ 4002475 w 7467600"/>
              <a:gd name="connsiteY636" fmla="*/ 1037802 h 6858000"/>
              <a:gd name="connsiteX637" fmla="*/ 506322 w 7467600"/>
              <a:gd name="connsiteY637" fmla="*/ 1020997 h 6858000"/>
              <a:gd name="connsiteX638" fmla="*/ 533068 w 7467600"/>
              <a:gd name="connsiteY638" fmla="*/ 1029409 h 6858000"/>
              <a:gd name="connsiteX639" fmla="*/ 1232525 w 7467600"/>
              <a:gd name="connsiteY639" fmla="*/ 1804675 h 6858000"/>
              <a:gd name="connsiteX640" fmla="*/ 1388858 w 7467600"/>
              <a:gd name="connsiteY640" fmla="*/ 2368011 h 6858000"/>
              <a:gd name="connsiteX641" fmla="*/ 1384098 w 7467600"/>
              <a:gd name="connsiteY641" fmla="*/ 2378125 h 6858000"/>
              <a:gd name="connsiteX642" fmla="*/ 1425393 w 7467600"/>
              <a:gd name="connsiteY642" fmla="*/ 2589124 h 6858000"/>
              <a:gd name="connsiteX643" fmla="*/ 1424001 w 7467600"/>
              <a:gd name="connsiteY643" fmla="*/ 2597541 h 6858000"/>
              <a:gd name="connsiteX644" fmla="*/ 2152729 w 7467600"/>
              <a:gd name="connsiteY644" fmla="*/ 2864487 h 6858000"/>
              <a:gd name="connsiteX645" fmla="*/ 2020609 w 7467600"/>
              <a:gd name="connsiteY645" fmla="*/ 2539671 h 6858000"/>
              <a:gd name="connsiteX646" fmla="*/ 2018920 w 7467600"/>
              <a:gd name="connsiteY646" fmla="*/ 2536309 h 6858000"/>
              <a:gd name="connsiteX647" fmla="*/ 1342441 w 7467600"/>
              <a:gd name="connsiteY647" fmla="*/ 1173017 h 6858000"/>
              <a:gd name="connsiteX648" fmla="*/ 1367925 w 7467600"/>
              <a:gd name="connsiteY648" fmla="*/ 1135648 h 6858000"/>
              <a:gd name="connsiteX649" fmla="*/ 1771401 w 7467600"/>
              <a:gd name="connsiteY649" fmla="*/ 1806673 h 6858000"/>
              <a:gd name="connsiteX650" fmla="*/ 1972385 w 7467600"/>
              <a:gd name="connsiteY650" fmla="*/ 2198735 h 6858000"/>
              <a:gd name="connsiteX651" fmla="*/ 2040892 w 7467600"/>
              <a:gd name="connsiteY651" fmla="*/ 2405205 h 6858000"/>
              <a:gd name="connsiteX652" fmla="*/ 2131689 w 7467600"/>
              <a:gd name="connsiteY652" fmla="*/ 1936926 h 6858000"/>
              <a:gd name="connsiteX653" fmla="*/ 2454820 w 7467600"/>
              <a:gd name="connsiteY653" fmla="*/ 1248808 h 6858000"/>
              <a:gd name="connsiteX654" fmla="*/ 2492512 w 7467600"/>
              <a:gd name="connsiteY654" fmla="*/ 1302920 h 6858000"/>
              <a:gd name="connsiteX655" fmla="*/ 2081216 w 7467600"/>
              <a:gd name="connsiteY655" fmla="*/ 2527513 h 6858000"/>
              <a:gd name="connsiteX656" fmla="*/ 2081211 w 7467600"/>
              <a:gd name="connsiteY656" fmla="*/ 2528916 h 6858000"/>
              <a:gd name="connsiteX657" fmla="*/ 2199067 w 7467600"/>
              <a:gd name="connsiteY657" fmla="*/ 2884061 h 6858000"/>
              <a:gd name="connsiteX658" fmla="*/ 3192586 w 7467600"/>
              <a:gd name="connsiteY658" fmla="*/ 3411496 h 6858000"/>
              <a:gd name="connsiteX659" fmla="*/ 3182620 w 7467600"/>
              <a:gd name="connsiteY659" fmla="*/ 3483279 h 6858000"/>
              <a:gd name="connsiteX660" fmla="*/ 2435119 w 7467600"/>
              <a:gd name="connsiteY660" fmla="*/ 3080173 h 6858000"/>
              <a:gd name="connsiteX661" fmla="*/ 2410152 w 7467600"/>
              <a:gd name="connsiteY661" fmla="*/ 3063751 h 6858000"/>
              <a:gd name="connsiteX662" fmla="*/ 2408099 w 7467600"/>
              <a:gd name="connsiteY662" fmla="*/ 3064403 h 6858000"/>
              <a:gd name="connsiteX663" fmla="*/ 2407218 w 7467600"/>
              <a:gd name="connsiteY663" fmla="*/ 3070324 h 6858000"/>
              <a:gd name="connsiteX664" fmla="*/ 2380138 w 7467600"/>
              <a:gd name="connsiteY664" fmla="*/ 3099341 h 6858000"/>
              <a:gd name="connsiteX665" fmla="*/ 1765923 w 7467600"/>
              <a:gd name="connsiteY665" fmla="*/ 3581043 h 6858000"/>
              <a:gd name="connsiteX666" fmla="*/ 1702258 w 7467600"/>
              <a:gd name="connsiteY666" fmla="*/ 3612286 h 6858000"/>
              <a:gd name="connsiteX667" fmla="*/ 1538370 w 7467600"/>
              <a:gd name="connsiteY667" fmla="*/ 3811804 h 6858000"/>
              <a:gd name="connsiteX668" fmla="*/ 542867 w 7467600"/>
              <a:gd name="connsiteY668" fmla="*/ 4944092 h 6858000"/>
              <a:gd name="connsiteX669" fmla="*/ 515800 w 7467600"/>
              <a:gd name="connsiteY669" fmla="*/ 4862180 h 6858000"/>
              <a:gd name="connsiteX670" fmla="*/ 909145 w 7467600"/>
              <a:gd name="connsiteY670" fmla="*/ 4199225 h 6858000"/>
              <a:gd name="connsiteX671" fmla="*/ 1214067 w 7467600"/>
              <a:gd name="connsiteY671" fmla="*/ 3908561 h 6858000"/>
              <a:gd name="connsiteX672" fmla="*/ 640967 w 7467600"/>
              <a:gd name="connsiteY672" fmla="*/ 4105601 h 6858000"/>
              <a:gd name="connsiteX673" fmla="*/ 112563 w 7467600"/>
              <a:gd name="connsiteY673" fmla="*/ 4396952 h 6858000"/>
              <a:gd name="connsiteX674" fmla="*/ 0 w 7467600"/>
              <a:gd name="connsiteY674" fmla="*/ 4466006 h 6858000"/>
              <a:gd name="connsiteX675" fmla="*/ 0 w 7467600"/>
              <a:gd name="connsiteY675" fmla="*/ 4233763 h 6858000"/>
              <a:gd name="connsiteX676" fmla="*/ 36881 w 7467600"/>
              <a:gd name="connsiteY676" fmla="*/ 4200118 h 6858000"/>
              <a:gd name="connsiteX677" fmla="*/ 910534 w 7467600"/>
              <a:gd name="connsiteY677" fmla="*/ 3629753 h 6858000"/>
              <a:gd name="connsiteX678" fmla="*/ 1578717 w 7467600"/>
              <a:gd name="connsiteY678" fmla="*/ 3575982 h 6858000"/>
              <a:gd name="connsiteX679" fmla="*/ 2338780 w 7467600"/>
              <a:gd name="connsiteY679" fmla="*/ 3033725 h 6858000"/>
              <a:gd name="connsiteX680" fmla="*/ 1807991 w 7467600"/>
              <a:gd name="connsiteY680" fmla="*/ 2807184 h 6858000"/>
              <a:gd name="connsiteX681" fmla="*/ 1416358 w 7467600"/>
              <a:gd name="connsiteY681" fmla="*/ 3112571 h 6858000"/>
              <a:gd name="connsiteX682" fmla="*/ 939066 w 7467600"/>
              <a:gd name="connsiteY682" fmla="*/ 3378798 h 6858000"/>
              <a:gd name="connsiteX683" fmla="*/ 115099 w 7467600"/>
              <a:gd name="connsiteY683" fmla="*/ 3607650 h 6858000"/>
              <a:gd name="connsiteX684" fmla="*/ 97284 w 7467600"/>
              <a:gd name="connsiteY684" fmla="*/ 3520393 h 6858000"/>
              <a:gd name="connsiteX685" fmla="*/ 922050 w 7467600"/>
              <a:gd name="connsiteY685" fmla="*/ 3074867 h 6858000"/>
              <a:gd name="connsiteX686" fmla="*/ 1405265 w 7467600"/>
              <a:gd name="connsiteY686" fmla="*/ 3016319 h 6858000"/>
              <a:gd name="connsiteX687" fmla="*/ 1407512 w 7467600"/>
              <a:gd name="connsiteY687" fmla="*/ 3018001 h 6858000"/>
              <a:gd name="connsiteX688" fmla="*/ 1726266 w 7467600"/>
              <a:gd name="connsiteY688" fmla="*/ 2777274 h 6858000"/>
              <a:gd name="connsiteX689" fmla="*/ 625390 w 7467600"/>
              <a:gd name="connsiteY689" fmla="*/ 2514541 h 6858000"/>
              <a:gd name="connsiteX690" fmla="*/ 619799 w 7467600"/>
              <a:gd name="connsiteY690" fmla="*/ 2527180 h 6858000"/>
              <a:gd name="connsiteX691" fmla="*/ 310030 w 7467600"/>
              <a:gd name="connsiteY691" fmla="*/ 2771818 h 6858000"/>
              <a:gd name="connsiteX692" fmla="*/ 173877 w 7467600"/>
              <a:gd name="connsiteY692" fmla="*/ 2937056 h 6858000"/>
              <a:gd name="connsiteX693" fmla="*/ 77889 w 7467600"/>
              <a:gd name="connsiteY693" fmla="*/ 3138440 h 6858000"/>
              <a:gd name="connsiteX694" fmla="*/ 0 w 7467600"/>
              <a:gd name="connsiteY694" fmla="*/ 3271395 h 6858000"/>
              <a:gd name="connsiteX695" fmla="*/ 0 w 7467600"/>
              <a:gd name="connsiteY695" fmla="*/ 3153002 h 6858000"/>
              <a:gd name="connsiteX696" fmla="*/ 2386 w 7467600"/>
              <a:gd name="connsiteY696" fmla="*/ 3149203 h 6858000"/>
              <a:gd name="connsiteX697" fmla="*/ 89753 w 7467600"/>
              <a:gd name="connsiteY697" fmla="*/ 2987702 h 6858000"/>
              <a:gd name="connsiteX698" fmla="*/ 76869 w 7467600"/>
              <a:gd name="connsiteY698" fmla="*/ 3005404 h 6858000"/>
              <a:gd name="connsiteX699" fmla="*/ 32049 w 7467600"/>
              <a:gd name="connsiteY699" fmla="*/ 3065814 h 6858000"/>
              <a:gd name="connsiteX700" fmla="*/ 0 w 7467600"/>
              <a:gd name="connsiteY700" fmla="*/ 3108744 h 6858000"/>
              <a:gd name="connsiteX701" fmla="*/ 0 w 7467600"/>
              <a:gd name="connsiteY701" fmla="*/ 3058059 h 6858000"/>
              <a:gd name="connsiteX702" fmla="*/ 7610 w 7467600"/>
              <a:gd name="connsiteY702" fmla="*/ 3047889 h 6858000"/>
              <a:gd name="connsiteX703" fmla="*/ 52419 w 7467600"/>
              <a:gd name="connsiteY703" fmla="*/ 2987479 h 6858000"/>
              <a:gd name="connsiteX704" fmla="*/ 59142 w 7467600"/>
              <a:gd name="connsiteY704" fmla="*/ 2978488 h 6858000"/>
              <a:gd name="connsiteX705" fmla="*/ 0 w 7467600"/>
              <a:gd name="connsiteY705" fmla="*/ 3015334 h 6858000"/>
              <a:gd name="connsiteX706" fmla="*/ 0 w 7467600"/>
              <a:gd name="connsiteY706" fmla="*/ 2914286 h 6858000"/>
              <a:gd name="connsiteX707" fmla="*/ 36383 w 7467600"/>
              <a:gd name="connsiteY707" fmla="*/ 2901128 h 6858000"/>
              <a:gd name="connsiteX708" fmla="*/ 156329 w 7467600"/>
              <a:gd name="connsiteY708" fmla="*/ 2840533 h 6858000"/>
              <a:gd name="connsiteX709" fmla="*/ 358355 w 7467600"/>
              <a:gd name="connsiteY709" fmla="*/ 2620471 h 6858000"/>
              <a:gd name="connsiteX710" fmla="*/ 510577 w 7467600"/>
              <a:gd name="connsiteY710" fmla="*/ 2501244 h 6858000"/>
              <a:gd name="connsiteX711" fmla="*/ 211967 w 7467600"/>
              <a:gd name="connsiteY711" fmla="*/ 2479171 h 6858000"/>
              <a:gd name="connsiteX712" fmla="*/ 0 w 7467600"/>
              <a:gd name="connsiteY712" fmla="*/ 2476398 h 6858000"/>
              <a:gd name="connsiteX713" fmla="*/ 0 w 7467600"/>
              <a:gd name="connsiteY713" fmla="*/ 2389189 h 6858000"/>
              <a:gd name="connsiteX714" fmla="*/ 103062 w 7467600"/>
              <a:gd name="connsiteY714" fmla="*/ 2389518 h 6858000"/>
              <a:gd name="connsiteX715" fmla="*/ 510734 w 7467600"/>
              <a:gd name="connsiteY715" fmla="*/ 2416201 h 6858000"/>
              <a:gd name="connsiteX716" fmla="*/ 279257 w 7467600"/>
              <a:gd name="connsiteY716" fmla="*/ 2092102 h 6858000"/>
              <a:gd name="connsiteX717" fmla="*/ 65265 w 7467600"/>
              <a:gd name="connsiteY717" fmla="*/ 2006049 h 6858000"/>
              <a:gd name="connsiteX718" fmla="*/ 0 w 7467600"/>
              <a:gd name="connsiteY718" fmla="*/ 1982532 h 6858000"/>
              <a:gd name="connsiteX719" fmla="*/ 0 w 7467600"/>
              <a:gd name="connsiteY719" fmla="*/ 1912789 h 6858000"/>
              <a:gd name="connsiteX720" fmla="*/ 97460 w 7467600"/>
              <a:gd name="connsiteY720" fmla="*/ 1953725 h 6858000"/>
              <a:gd name="connsiteX721" fmla="*/ 221272 w 7467600"/>
              <a:gd name="connsiteY721" fmla="*/ 1980766 h 6858000"/>
              <a:gd name="connsiteX722" fmla="*/ 116765 w 7467600"/>
              <a:gd name="connsiteY722" fmla="*/ 1911033 h 6858000"/>
              <a:gd name="connsiteX723" fmla="*/ 16405 w 7467600"/>
              <a:gd name="connsiteY723" fmla="*/ 1803412 h 6858000"/>
              <a:gd name="connsiteX724" fmla="*/ 0 w 7467600"/>
              <a:gd name="connsiteY724" fmla="*/ 1784777 h 6858000"/>
              <a:gd name="connsiteX725" fmla="*/ 0 w 7467600"/>
              <a:gd name="connsiteY725" fmla="*/ 1740082 h 6858000"/>
              <a:gd name="connsiteX726" fmla="*/ 39394 w 7467600"/>
              <a:gd name="connsiteY726" fmla="*/ 1784856 h 6858000"/>
              <a:gd name="connsiteX727" fmla="*/ 135813 w 7467600"/>
              <a:gd name="connsiteY727" fmla="*/ 1888838 h 6858000"/>
              <a:gd name="connsiteX728" fmla="*/ 242575 w 7467600"/>
              <a:gd name="connsiteY728" fmla="*/ 1958841 h 6858000"/>
              <a:gd name="connsiteX729" fmla="*/ 82197 w 7467600"/>
              <a:gd name="connsiteY729" fmla="*/ 1754826 h 6858000"/>
              <a:gd name="connsiteX730" fmla="*/ 0 w 7467600"/>
              <a:gd name="connsiteY730" fmla="*/ 1679650 h 6858000"/>
              <a:gd name="connsiteX731" fmla="*/ 0 w 7467600"/>
              <a:gd name="connsiteY731" fmla="*/ 1602463 h 6858000"/>
              <a:gd name="connsiteX732" fmla="*/ 84689 w 7467600"/>
              <a:gd name="connsiteY732" fmla="*/ 1677442 h 6858000"/>
              <a:gd name="connsiteX733" fmla="*/ 298437 w 7467600"/>
              <a:gd name="connsiteY733" fmla="*/ 1968019 h 6858000"/>
              <a:gd name="connsiteX734" fmla="*/ 227269 w 7467600"/>
              <a:gd name="connsiteY734" fmla="*/ 1114064 h 6858000"/>
              <a:gd name="connsiteX735" fmla="*/ 248003 w 7467600"/>
              <a:gd name="connsiteY735" fmla="*/ 1089613 h 6858000"/>
              <a:gd name="connsiteX736" fmla="*/ 427020 w 7467600"/>
              <a:gd name="connsiteY736" fmla="*/ 1619803 h 6858000"/>
              <a:gd name="connsiteX737" fmla="*/ 340345 w 7467600"/>
              <a:gd name="connsiteY737" fmla="*/ 2027739 h 6858000"/>
              <a:gd name="connsiteX738" fmla="*/ 360865 w 7467600"/>
              <a:gd name="connsiteY738" fmla="*/ 2044827 h 6858000"/>
              <a:gd name="connsiteX739" fmla="*/ 560414 w 7467600"/>
              <a:gd name="connsiteY739" fmla="*/ 2421457 h 6858000"/>
              <a:gd name="connsiteX740" fmla="*/ 1359703 w 7467600"/>
              <a:gd name="connsiteY740" fmla="*/ 2578554 h 6858000"/>
              <a:gd name="connsiteX741" fmla="*/ 1359422 w 7467600"/>
              <a:gd name="connsiteY741" fmla="*/ 2577994 h 6858000"/>
              <a:gd name="connsiteX742" fmla="*/ 828701 w 7467600"/>
              <a:gd name="connsiteY742" fmla="*/ 1839520 h 6858000"/>
              <a:gd name="connsiteX743" fmla="*/ 494427 w 7467600"/>
              <a:gd name="connsiteY743" fmla="*/ 1092333 h 6858000"/>
              <a:gd name="connsiteX744" fmla="*/ 506322 w 7467600"/>
              <a:gd name="connsiteY744" fmla="*/ 1020997 h 6858000"/>
              <a:gd name="connsiteX745" fmla="*/ 4570198 w 7467600"/>
              <a:gd name="connsiteY745" fmla="*/ 978081 h 6858000"/>
              <a:gd name="connsiteX746" fmla="*/ 4523691 w 7467600"/>
              <a:gd name="connsiteY746" fmla="*/ 1127776 h 6858000"/>
              <a:gd name="connsiteX747" fmla="*/ 4509875 w 7467600"/>
              <a:gd name="connsiteY747" fmla="*/ 1167552 h 6858000"/>
              <a:gd name="connsiteX748" fmla="*/ 4478168 w 7467600"/>
              <a:gd name="connsiteY748" fmla="*/ 1260735 h 6858000"/>
              <a:gd name="connsiteX749" fmla="*/ 4409309 w 7467600"/>
              <a:gd name="connsiteY749" fmla="*/ 1666996 h 6858000"/>
              <a:gd name="connsiteX750" fmla="*/ 4370031 w 7467600"/>
              <a:gd name="connsiteY750" fmla="*/ 1955666 h 6858000"/>
              <a:gd name="connsiteX751" fmla="*/ 4570198 w 7467600"/>
              <a:gd name="connsiteY751" fmla="*/ 978081 h 6858000"/>
              <a:gd name="connsiteX752" fmla="*/ 4557898 w 7467600"/>
              <a:gd name="connsiteY752" fmla="*/ 900011 h 6858000"/>
              <a:gd name="connsiteX753" fmla="*/ 4344840 w 7467600"/>
              <a:gd name="connsiteY753" fmla="*/ 1922038 h 6858000"/>
              <a:gd name="connsiteX754" fmla="*/ 4378710 w 7467600"/>
              <a:gd name="connsiteY754" fmla="*/ 1665516 h 6858000"/>
              <a:gd name="connsiteX755" fmla="*/ 4448798 w 7467600"/>
              <a:gd name="connsiteY755" fmla="*/ 1253024 h 6858000"/>
              <a:gd name="connsiteX756" fmla="*/ 4480315 w 7467600"/>
              <a:gd name="connsiteY756" fmla="*/ 1158454 h 6858000"/>
              <a:gd name="connsiteX757" fmla="*/ 4494133 w 7467600"/>
              <a:gd name="connsiteY757" fmla="*/ 1118676 h 6858000"/>
              <a:gd name="connsiteX758" fmla="*/ 4557898 w 7467600"/>
              <a:gd name="connsiteY758" fmla="*/ 900011 h 6858000"/>
              <a:gd name="connsiteX759" fmla="*/ 5870151 w 7467600"/>
              <a:gd name="connsiteY759" fmla="*/ 898890 h 6858000"/>
              <a:gd name="connsiteX760" fmla="*/ 5861335 w 7467600"/>
              <a:gd name="connsiteY760" fmla="*/ 899177 h 6858000"/>
              <a:gd name="connsiteX761" fmla="*/ 5843702 w 7467600"/>
              <a:gd name="connsiteY761" fmla="*/ 899748 h 6858000"/>
              <a:gd name="connsiteX762" fmla="*/ 5651107 w 7467600"/>
              <a:gd name="connsiteY762" fmla="*/ 920306 h 6858000"/>
              <a:gd name="connsiteX763" fmla="*/ 5459407 w 7467600"/>
              <a:gd name="connsiteY763" fmla="*/ 940975 h 6858000"/>
              <a:gd name="connsiteX764" fmla="*/ 5374846 w 7467600"/>
              <a:gd name="connsiteY764" fmla="*/ 941988 h 6858000"/>
              <a:gd name="connsiteX765" fmla="*/ 5256105 w 7467600"/>
              <a:gd name="connsiteY765" fmla="*/ 945632 h 6858000"/>
              <a:gd name="connsiteX766" fmla="*/ 5107071 w 7467600"/>
              <a:gd name="connsiteY766" fmla="*/ 969720 h 6858000"/>
              <a:gd name="connsiteX767" fmla="*/ 4998681 w 7467600"/>
              <a:gd name="connsiteY767" fmla="*/ 988771 h 6858000"/>
              <a:gd name="connsiteX768" fmla="*/ 5870151 w 7467600"/>
              <a:gd name="connsiteY768" fmla="*/ 898890 h 6858000"/>
              <a:gd name="connsiteX769" fmla="*/ 5504425 w 7467600"/>
              <a:gd name="connsiteY769" fmla="*/ 848067 h 6858000"/>
              <a:gd name="connsiteX770" fmla="*/ 4968849 w 7467600"/>
              <a:gd name="connsiteY770" fmla="*/ 962318 h 6858000"/>
              <a:gd name="connsiteX771" fmla="*/ 5104039 w 7467600"/>
              <a:gd name="connsiteY771" fmla="*/ 940634 h 6858000"/>
              <a:gd name="connsiteX772" fmla="*/ 5256311 w 7467600"/>
              <a:gd name="connsiteY772" fmla="*/ 916490 h 6858000"/>
              <a:gd name="connsiteX773" fmla="*/ 5377381 w 7467600"/>
              <a:gd name="connsiteY773" fmla="*/ 912671 h 6858000"/>
              <a:gd name="connsiteX774" fmla="*/ 5460148 w 7467600"/>
              <a:gd name="connsiteY774" fmla="*/ 911442 h 6858000"/>
              <a:gd name="connsiteX775" fmla="*/ 5648971 w 7467600"/>
              <a:gd name="connsiteY775" fmla="*/ 891331 h 6858000"/>
              <a:gd name="connsiteX776" fmla="*/ 5844807 w 7467600"/>
              <a:gd name="connsiteY776" fmla="*/ 870718 h 6858000"/>
              <a:gd name="connsiteX777" fmla="*/ 5862975 w 7467600"/>
              <a:gd name="connsiteY777" fmla="*/ 869756 h 6858000"/>
              <a:gd name="connsiteX778" fmla="*/ 5920887 w 7467600"/>
              <a:gd name="connsiteY778" fmla="*/ 865929 h 6858000"/>
              <a:gd name="connsiteX779" fmla="*/ 5504425 w 7467600"/>
              <a:gd name="connsiteY779" fmla="*/ 848067 h 6858000"/>
              <a:gd name="connsiteX780" fmla="*/ 3607114 w 7467600"/>
              <a:gd name="connsiteY780" fmla="*/ 467441 h 6858000"/>
              <a:gd name="connsiteX781" fmla="*/ 3296242 w 7467600"/>
              <a:gd name="connsiteY781" fmla="*/ 807991 h 6858000"/>
              <a:gd name="connsiteX782" fmla="*/ 3174674 w 7467600"/>
              <a:gd name="connsiteY782" fmla="*/ 919759 h 6858000"/>
              <a:gd name="connsiteX783" fmla="*/ 3042978 w 7467600"/>
              <a:gd name="connsiteY783" fmla="*/ 1054894 h 6858000"/>
              <a:gd name="connsiteX784" fmla="*/ 2968914 w 7467600"/>
              <a:gd name="connsiteY784" fmla="*/ 1133756 h 6858000"/>
              <a:gd name="connsiteX785" fmla="*/ 3103823 w 7467600"/>
              <a:gd name="connsiteY785" fmla="*/ 1026814 h 6858000"/>
              <a:gd name="connsiteX786" fmla="*/ 3607114 w 7467600"/>
              <a:gd name="connsiteY786" fmla="*/ 467441 h 6858000"/>
              <a:gd name="connsiteX787" fmla="*/ 3744487 w 7467600"/>
              <a:gd name="connsiteY787" fmla="*/ 383136 h 6858000"/>
              <a:gd name="connsiteX788" fmla="*/ 3970213 w 7467600"/>
              <a:gd name="connsiteY788" fmla="*/ 995559 h 6858000"/>
              <a:gd name="connsiteX789" fmla="*/ 3744487 w 7467600"/>
              <a:gd name="connsiteY789" fmla="*/ 383136 h 6858000"/>
              <a:gd name="connsiteX790" fmla="*/ 3624562 w 7467600"/>
              <a:gd name="connsiteY790" fmla="*/ 367041 h 6858000"/>
              <a:gd name="connsiteX791" fmla="*/ 3489712 w 7467600"/>
              <a:gd name="connsiteY791" fmla="*/ 485386 h 6858000"/>
              <a:gd name="connsiteX792" fmla="*/ 3182994 w 7467600"/>
              <a:gd name="connsiteY792" fmla="*/ 828265 h 6858000"/>
              <a:gd name="connsiteX793" fmla="*/ 2892114 w 7467600"/>
              <a:gd name="connsiteY793" fmla="*/ 1172635 h 6858000"/>
              <a:gd name="connsiteX794" fmla="*/ 3021459 w 7467600"/>
              <a:gd name="connsiteY794" fmla="*/ 1035385 h 6858000"/>
              <a:gd name="connsiteX795" fmla="*/ 3153873 w 7467600"/>
              <a:gd name="connsiteY795" fmla="*/ 898971 h 6858000"/>
              <a:gd name="connsiteX796" fmla="*/ 3276511 w 7467600"/>
              <a:gd name="connsiteY796" fmla="*/ 786423 h 6858000"/>
              <a:gd name="connsiteX797" fmla="*/ 3584154 w 7467600"/>
              <a:gd name="connsiteY797" fmla="*/ 448218 h 6858000"/>
              <a:gd name="connsiteX798" fmla="*/ 3624562 w 7467600"/>
              <a:gd name="connsiteY798" fmla="*/ 367041 h 6858000"/>
              <a:gd name="connsiteX799" fmla="*/ 3766672 w 7467600"/>
              <a:gd name="connsiteY799" fmla="*/ 359429 h 6858000"/>
              <a:gd name="connsiteX800" fmla="*/ 3996338 w 7467600"/>
              <a:gd name="connsiteY800" fmla="*/ 968237 h 6858000"/>
              <a:gd name="connsiteX801" fmla="*/ 3766672 w 7467600"/>
              <a:gd name="connsiteY801" fmla="*/ 359429 h 6858000"/>
              <a:gd name="connsiteX802" fmla="*/ 5805386 w 7467600"/>
              <a:gd name="connsiteY802" fmla="*/ 239240 h 6858000"/>
              <a:gd name="connsiteX803" fmla="*/ 5736947 w 7467600"/>
              <a:gd name="connsiteY803" fmla="*/ 261367 h 6858000"/>
              <a:gd name="connsiteX804" fmla="*/ 5427012 w 7467600"/>
              <a:gd name="connsiteY804" fmla="*/ 311272 h 6858000"/>
              <a:gd name="connsiteX805" fmla="*/ 5147818 w 7467600"/>
              <a:gd name="connsiteY805" fmla="*/ 322112 h 6858000"/>
              <a:gd name="connsiteX806" fmla="*/ 5060854 w 7467600"/>
              <a:gd name="connsiteY806" fmla="*/ 311882 h 6858000"/>
              <a:gd name="connsiteX807" fmla="*/ 4945989 w 7467600"/>
              <a:gd name="connsiteY807" fmla="*/ 300516 h 6858000"/>
              <a:gd name="connsiteX808" fmla="*/ 5410479 w 7467600"/>
              <a:gd name="connsiteY808" fmla="*/ 348434 h 6858000"/>
              <a:gd name="connsiteX809" fmla="*/ 5805386 w 7467600"/>
              <a:gd name="connsiteY809" fmla="*/ 239240 h 6858000"/>
              <a:gd name="connsiteX810" fmla="*/ 5905192 w 7467600"/>
              <a:gd name="connsiteY810" fmla="*/ 163079 h 6858000"/>
              <a:gd name="connsiteX811" fmla="*/ 5865655 w 7467600"/>
              <a:gd name="connsiteY811" fmla="*/ 171901 h 6858000"/>
              <a:gd name="connsiteX812" fmla="*/ 5259740 w 7467600"/>
              <a:gd name="connsiteY812" fmla="*/ 257013 h 6858000"/>
              <a:gd name="connsiteX813" fmla="*/ 5208466 w 7467600"/>
              <a:gd name="connsiteY813" fmla="*/ 257550 h 6858000"/>
              <a:gd name="connsiteX814" fmla="*/ 4980204 w 7467600"/>
              <a:gd name="connsiteY814" fmla="*/ 271903 h 6858000"/>
              <a:gd name="connsiteX815" fmla="*/ 5068068 w 7467600"/>
              <a:gd name="connsiteY815" fmla="*/ 282244 h 6858000"/>
              <a:gd name="connsiteX816" fmla="*/ 5153231 w 7467600"/>
              <a:gd name="connsiteY816" fmla="*/ 292240 h 6858000"/>
              <a:gd name="connsiteX817" fmla="*/ 5426491 w 7467600"/>
              <a:gd name="connsiteY817" fmla="*/ 281128 h 6858000"/>
              <a:gd name="connsiteX818" fmla="*/ 5731212 w 7467600"/>
              <a:gd name="connsiteY818" fmla="*/ 231951 h 6858000"/>
              <a:gd name="connsiteX819" fmla="*/ 5905192 w 7467600"/>
              <a:gd name="connsiteY819" fmla="*/ 163079 h 6858000"/>
              <a:gd name="connsiteX820" fmla="*/ 5944437 w 7467600"/>
              <a:gd name="connsiteY820" fmla="*/ 113829 h 6858000"/>
              <a:gd name="connsiteX821" fmla="*/ 5825032 w 7467600"/>
              <a:gd name="connsiteY821" fmla="*/ 146405 h 6858000"/>
              <a:gd name="connsiteX822" fmla="*/ 4955599 w 7467600"/>
              <a:gd name="connsiteY822" fmla="*/ 247008 h 6858000"/>
              <a:gd name="connsiteX823" fmla="*/ 5210104 w 7467600"/>
              <a:gd name="connsiteY823" fmla="*/ 228123 h 6858000"/>
              <a:gd name="connsiteX824" fmla="*/ 5261015 w 7467600"/>
              <a:gd name="connsiteY824" fmla="*/ 227087 h 6858000"/>
              <a:gd name="connsiteX825" fmla="*/ 5861181 w 7467600"/>
              <a:gd name="connsiteY825" fmla="*/ 143093 h 6858000"/>
              <a:gd name="connsiteX826" fmla="*/ 5961252 w 7467600"/>
              <a:gd name="connsiteY826" fmla="*/ 114820 h 6858000"/>
              <a:gd name="connsiteX827" fmla="*/ 5944437 w 7467600"/>
              <a:gd name="connsiteY827" fmla="*/ 113829 h 6858000"/>
              <a:gd name="connsiteX828" fmla="*/ 3882765 w 7467600"/>
              <a:gd name="connsiteY828" fmla="*/ 0 h 6858000"/>
              <a:gd name="connsiteX829" fmla="*/ 3995099 w 7467600"/>
              <a:gd name="connsiteY829" fmla="*/ 0 h 6858000"/>
              <a:gd name="connsiteX830" fmla="*/ 4163818 w 7467600"/>
              <a:gd name="connsiteY830" fmla="*/ 234104 h 6858000"/>
              <a:gd name="connsiteX831" fmla="*/ 4172099 w 7467600"/>
              <a:gd name="connsiteY831" fmla="*/ 234207 h 6858000"/>
              <a:gd name="connsiteX832" fmla="*/ 4784282 w 7467600"/>
              <a:gd name="connsiteY832" fmla="*/ 276561 h 6858000"/>
              <a:gd name="connsiteX833" fmla="*/ 4801687 w 7467600"/>
              <a:gd name="connsiteY833" fmla="*/ 267764 h 6858000"/>
              <a:gd name="connsiteX834" fmla="*/ 6082788 w 7467600"/>
              <a:gd name="connsiteY834" fmla="*/ 64119 h 6858000"/>
              <a:gd name="connsiteX835" fmla="*/ 6099442 w 7467600"/>
              <a:gd name="connsiteY835" fmla="*/ 82568 h 6858000"/>
              <a:gd name="connsiteX836" fmla="*/ 4804137 w 7467600"/>
              <a:gd name="connsiteY836" fmla="*/ 320931 h 6858000"/>
              <a:gd name="connsiteX837" fmla="*/ 4227047 w 7467600"/>
              <a:gd name="connsiteY837" fmla="*/ 313415 h 6858000"/>
              <a:gd name="connsiteX838" fmla="*/ 4346041 w 7467600"/>
              <a:gd name="connsiteY838" fmla="*/ 456086 h 6858000"/>
              <a:gd name="connsiteX839" fmla="*/ 4870967 w 7467600"/>
              <a:gd name="connsiteY839" fmla="*/ 963061 h 6858000"/>
              <a:gd name="connsiteX840" fmla="*/ 4889647 w 7467600"/>
              <a:gd name="connsiteY840" fmla="*/ 957147 h 6858000"/>
              <a:gd name="connsiteX841" fmla="*/ 5422504 w 7467600"/>
              <a:gd name="connsiteY841" fmla="*/ 805191 h 6858000"/>
              <a:gd name="connsiteX842" fmla="*/ 6087656 w 7467600"/>
              <a:gd name="connsiteY842" fmla="*/ 826703 h 6858000"/>
              <a:gd name="connsiteX843" fmla="*/ 6058717 w 7467600"/>
              <a:gd name="connsiteY843" fmla="*/ 865992 h 6858000"/>
              <a:gd name="connsiteX844" fmla="*/ 4974153 w 7467600"/>
              <a:gd name="connsiteY844" fmla="*/ 1045456 h 6858000"/>
              <a:gd name="connsiteX845" fmla="*/ 5627835 w 7467600"/>
              <a:gd name="connsiteY845" fmla="*/ 1472077 h 6858000"/>
              <a:gd name="connsiteX846" fmla="*/ 5629817 w 7467600"/>
              <a:gd name="connsiteY846" fmla="*/ 1471412 h 6858000"/>
              <a:gd name="connsiteX847" fmla="*/ 5634124 w 7467600"/>
              <a:gd name="connsiteY847" fmla="*/ 1470572 h 6858000"/>
              <a:gd name="connsiteX848" fmla="*/ 5755832 w 7467600"/>
              <a:gd name="connsiteY848" fmla="*/ 1383886 h 6858000"/>
              <a:gd name="connsiteX849" fmla="*/ 6014186 w 7467600"/>
              <a:gd name="connsiteY849" fmla="*/ 1279799 h 6858000"/>
              <a:gd name="connsiteX850" fmla="*/ 6901619 w 7467600"/>
              <a:gd name="connsiteY850" fmla="*/ 1047874 h 6858000"/>
              <a:gd name="connsiteX851" fmla="*/ 6931566 w 7467600"/>
              <a:gd name="connsiteY851" fmla="*/ 1062034 h 6858000"/>
              <a:gd name="connsiteX852" fmla="*/ 5790982 w 7467600"/>
              <a:gd name="connsiteY852" fmla="*/ 1561380 h 6858000"/>
              <a:gd name="connsiteX853" fmla="*/ 6188971 w 7467600"/>
              <a:gd name="connsiteY853" fmla="*/ 1755168 h 6858000"/>
              <a:gd name="connsiteX854" fmla="*/ 6202446 w 7467600"/>
              <a:gd name="connsiteY854" fmla="*/ 1752268 h 6858000"/>
              <a:gd name="connsiteX855" fmla="*/ 7179560 w 7467600"/>
              <a:gd name="connsiteY855" fmla="*/ 1467551 h 6858000"/>
              <a:gd name="connsiteX856" fmla="*/ 7158730 w 7467600"/>
              <a:gd name="connsiteY856" fmla="*/ 1507835 h 6858000"/>
              <a:gd name="connsiteX857" fmla="*/ 6326959 w 7467600"/>
              <a:gd name="connsiteY857" fmla="*/ 1817686 h 6858000"/>
              <a:gd name="connsiteX858" fmla="*/ 6537433 w 7467600"/>
              <a:gd name="connsiteY858" fmla="*/ 1907790 h 6858000"/>
              <a:gd name="connsiteX859" fmla="*/ 6550221 w 7467600"/>
              <a:gd name="connsiteY859" fmla="*/ 1910729 h 6858000"/>
              <a:gd name="connsiteX860" fmla="*/ 6964438 w 7467600"/>
              <a:gd name="connsiteY860" fmla="*/ 2209505 h 6858000"/>
              <a:gd name="connsiteX861" fmla="*/ 7367862 w 7467600"/>
              <a:gd name="connsiteY861" fmla="*/ 2806833 h 6858000"/>
              <a:gd name="connsiteX862" fmla="*/ 7364329 w 7467600"/>
              <a:gd name="connsiteY862" fmla="*/ 2826907 h 6858000"/>
              <a:gd name="connsiteX863" fmla="*/ 7290545 w 7467600"/>
              <a:gd name="connsiteY863" fmla="*/ 2850663 h 6858000"/>
              <a:gd name="connsiteX864" fmla="*/ 6472036 w 7467600"/>
              <a:gd name="connsiteY864" fmla="*/ 1959003 h 6858000"/>
              <a:gd name="connsiteX865" fmla="*/ 5792897 w 7467600"/>
              <a:gd name="connsiteY865" fmla="*/ 1647747 h 6858000"/>
              <a:gd name="connsiteX866" fmla="*/ 5842751 w 7467600"/>
              <a:gd name="connsiteY866" fmla="*/ 1816112 h 6858000"/>
              <a:gd name="connsiteX867" fmla="*/ 5847424 w 7467600"/>
              <a:gd name="connsiteY867" fmla="*/ 1815776 h 6858000"/>
              <a:gd name="connsiteX868" fmla="*/ 6399821 w 7467600"/>
              <a:gd name="connsiteY868" fmla="*/ 2344799 h 6858000"/>
              <a:gd name="connsiteX869" fmla="*/ 6323232 w 7467600"/>
              <a:gd name="connsiteY869" fmla="*/ 2389634 h 6858000"/>
              <a:gd name="connsiteX870" fmla="*/ 5942958 w 7467600"/>
              <a:gd name="connsiteY870" fmla="*/ 2077708 h 6858000"/>
              <a:gd name="connsiteX871" fmla="*/ 5921559 w 7467600"/>
              <a:gd name="connsiteY871" fmla="*/ 2378596 h 6858000"/>
              <a:gd name="connsiteX872" fmla="*/ 5817651 w 7467600"/>
              <a:gd name="connsiteY872" fmla="*/ 3023919 h 6858000"/>
              <a:gd name="connsiteX873" fmla="*/ 5729634 w 7467600"/>
              <a:gd name="connsiteY873" fmla="*/ 3051849 h 6858000"/>
              <a:gd name="connsiteX874" fmla="*/ 5611018 w 7467600"/>
              <a:gd name="connsiteY874" fmla="*/ 2316769 h 6858000"/>
              <a:gd name="connsiteX875" fmla="*/ 5687608 w 7467600"/>
              <a:gd name="connsiteY875" fmla="*/ 2039972 h 6858000"/>
              <a:gd name="connsiteX876" fmla="*/ 5657554 w 7467600"/>
              <a:gd name="connsiteY876" fmla="*/ 1576445 h 6858000"/>
              <a:gd name="connsiteX877" fmla="*/ 5150475 w 7467600"/>
              <a:gd name="connsiteY877" fmla="*/ 1274012 h 6858000"/>
              <a:gd name="connsiteX878" fmla="*/ 5349142 w 7467600"/>
              <a:gd name="connsiteY878" fmla="*/ 2204405 h 6858000"/>
              <a:gd name="connsiteX879" fmla="*/ 5262214 w 7467600"/>
              <a:gd name="connsiteY879" fmla="*/ 2233836 h 6858000"/>
              <a:gd name="connsiteX880" fmla="*/ 4981539 w 7467600"/>
              <a:gd name="connsiteY880" fmla="*/ 1542201 h 6858000"/>
              <a:gd name="connsiteX881" fmla="*/ 4958461 w 7467600"/>
              <a:gd name="connsiteY881" fmla="*/ 1136957 h 6858000"/>
              <a:gd name="connsiteX882" fmla="*/ 4655015 w 7467600"/>
              <a:gd name="connsiteY882" fmla="*/ 891426 h 6858000"/>
              <a:gd name="connsiteX883" fmla="*/ 4348002 w 7467600"/>
              <a:gd name="connsiteY883" fmla="*/ 2205895 h 6858000"/>
              <a:gd name="connsiteX884" fmla="*/ 4262250 w 7467600"/>
              <a:gd name="connsiteY884" fmla="*/ 2219972 h 6858000"/>
              <a:gd name="connsiteX885" fmla="*/ 4550611 w 7467600"/>
              <a:gd name="connsiteY885" fmla="*/ 817540 h 6858000"/>
              <a:gd name="connsiteX886" fmla="*/ 4564418 w 7467600"/>
              <a:gd name="connsiteY886" fmla="*/ 808293 h 6858000"/>
              <a:gd name="connsiteX887" fmla="*/ 4266388 w 7467600"/>
              <a:gd name="connsiteY887" fmla="*/ 500083 h 6858000"/>
              <a:gd name="connsiteX888" fmla="*/ 4032842 w 7467600"/>
              <a:gd name="connsiteY888" fmla="*/ 211809 h 6858000"/>
              <a:gd name="connsiteX889" fmla="*/ 3882765 w 7467600"/>
              <a:gd name="connsiteY889" fmla="*/ 0 h 6858000"/>
              <a:gd name="connsiteX890" fmla="*/ 3721337 w 7467600"/>
              <a:gd name="connsiteY890" fmla="*/ 0 h 6858000"/>
              <a:gd name="connsiteX891" fmla="*/ 3797544 w 7467600"/>
              <a:gd name="connsiteY891" fmla="*/ 0 h 6858000"/>
              <a:gd name="connsiteX892" fmla="*/ 3775734 w 7467600"/>
              <a:gd name="connsiteY892" fmla="*/ 95131 h 6858000"/>
              <a:gd name="connsiteX893" fmla="*/ 3724807 w 7467600"/>
              <a:gd name="connsiteY893" fmla="*/ 272257 h 6858000"/>
              <a:gd name="connsiteX894" fmla="*/ 3726844 w 7467600"/>
              <a:gd name="connsiteY894" fmla="*/ 282988 h 6858000"/>
              <a:gd name="connsiteX895" fmla="*/ 3742664 w 7467600"/>
              <a:gd name="connsiteY895" fmla="*/ 279918 h 6858000"/>
              <a:gd name="connsiteX896" fmla="*/ 4103910 w 7467600"/>
              <a:gd name="connsiteY896" fmla="*/ 1161917 h 6858000"/>
              <a:gd name="connsiteX897" fmla="*/ 4020269 w 7467600"/>
              <a:gd name="connsiteY897" fmla="*/ 1200406 h 6858000"/>
              <a:gd name="connsiteX898" fmla="*/ 3674882 w 7467600"/>
              <a:gd name="connsiteY898" fmla="*/ 488524 h 6858000"/>
              <a:gd name="connsiteX899" fmla="*/ 3132682 w 7467600"/>
              <a:gd name="connsiteY899" fmla="*/ 1072284 h 6858000"/>
              <a:gd name="connsiteX900" fmla="*/ 2716346 w 7467600"/>
              <a:gd name="connsiteY900" fmla="*/ 1276376 h 6858000"/>
              <a:gd name="connsiteX901" fmla="*/ 2716772 w 7467600"/>
              <a:gd name="connsiteY901" fmla="*/ 1255462 h 6858000"/>
              <a:gd name="connsiteX902" fmla="*/ 3471096 w 7467600"/>
              <a:gd name="connsiteY902" fmla="*/ 437072 h 6858000"/>
              <a:gd name="connsiteX903" fmla="*/ 3639057 w 7467600"/>
              <a:gd name="connsiteY903" fmla="*/ 286334 h 6858000"/>
              <a:gd name="connsiteX904" fmla="*/ 3640309 w 7467600"/>
              <a:gd name="connsiteY904" fmla="*/ 284664 h 6858000"/>
              <a:gd name="connsiteX905" fmla="*/ 3646022 w 7467600"/>
              <a:gd name="connsiteY905" fmla="*/ 276711 h 6858000"/>
              <a:gd name="connsiteX906" fmla="*/ 3707943 w 7467600"/>
              <a:gd name="connsiteY906" fmla="*/ 65958 h 6858000"/>
              <a:gd name="connsiteX907" fmla="*/ 3721337 w 7467600"/>
              <a:gd name="connsiteY907" fmla="*/ 0 h 6858000"/>
              <a:gd name="connsiteX908" fmla="*/ 2867960 w 7467600"/>
              <a:gd name="connsiteY908" fmla="*/ 0 h 6858000"/>
              <a:gd name="connsiteX909" fmla="*/ 2926351 w 7467600"/>
              <a:gd name="connsiteY909" fmla="*/ 0 h 6858000"/>
              <a:gd name="connsiteX910" fmla="*/ 2902823 w 7467600"/>
              <a:gd name="connsiteY910" fmla="*/ 262929 h 6858000"/>
              <a:gd name="connsiteX911" fmla="*/ 2940663 w 7467600"/>
              <a:gd name="connsiteY911" fmla="*/ 140884 h 6858000"/>
              <a:gd name="connsiteX912" fmla="*/ 2947039 w 7467600"/>
              <a:gd name="connsiteY912" fmla="*/ 122524 h 6858000"/>
              <a:gd name="connsiteX913" fmla="*/ 2984316 w 7467600"/>
              <a:gd name="connsiteY913" fmla="*/ 0 h 6858000"/>
              <a:gd name="connsiteX914" fmla="*/ 3016114 w 7467600"/>
              <a:gd name="connsiteY914" fmla="*/ 0 h 6858000"/>
              <a:gd name="connsiteX915" fmla="*/ 2979949 w 7467600"/>
              <a:gd name="connsiteY915" fmla="*/ 119274 h 6858000"/>
              <a:gd name="connsiteX916" fmla="*/ 3023879 w 7467600"/>
              <a:gd name="connsiteY916" fmla="*/ 0 h 6858000"/>
              <a:gd name="connsiteX917" fmla="*/ 3105400 w 7467600"/>
              <a:gd name="connsiteY917" fmla="*/ 0 h 6858000"/>
              <a:gd name="connsiteX918" fmla="*/ 3094669 w 7467600"/>
              <a:gd name="connsiteY918" fmla="*/ 30308 h 6858000"/>
              <a:gd name="connsiteX919" fmla="*/ 2901945 w 7467600"/>
              <a:gd name="connsiteY919" fmla="*/ 466538 h 6858000"/>
              <a:gd name="connsiteX920" fmla="*/ 2815209 w 7467600"/>
              <a:gd name="connsiteY920" fmla="*/ 497361 h 6858000"/>
              <a:gd name="connsiteX921" fmla="*/ 2844845 w 7467600"/>
              <a:gd name="connsiteY921" fmla="*/ 127638 h 6858000"/>
              <a:gd name="connsiteX922" fmla="*/ 2867960 w 7467600"/>
              <a:gd name="connsiteY922" fmla="*/ 0 h 6858000"/>
              <a:gd name="connsiteX923" fmla="*/ 1057230 w 7467600"/>
              <a:gd name="connsiteY923" fmla="*/ 0 h 6858000"/>
              <a:gd name="connsiteX924" fmla="*/ 1111003 w 7467600"/>
              <a:gd name="connsiteY924" fmla="*/ 0 h 6858000"/>
              <a:gd name="connsiteX925" fmla="*/ 1125553 w 7467600"/>
              <a:gd name="connsiteY925" fmla="*/ 52588 h 6858000"/>
              <a:gd name="connsiteX926" fmla="*/ 1304276 w 7467600"/>
              <a:gd name="connsiteY926" fmla="*/ 476275 h 6858000"/>
              <a:gd name="connsiteX927" fmla="*/ 1492066 w 7467600"/>
              <a:gd name="connsiteY927" fmla="*/ 886333 h 6858000"/>
              <a:gd name="connsiteX928" fmla="*/ 1423698 w 7467600"/>
              <a:gd name="connsiteY928" fmla="*/ 710817 h 6858000"/>
              <a:gd name="connsiteX929" fmla="*/ 1357609 w 7467600"/>
              <a:gd name="connsiteY929" fmla="*/ 532892 h 6858000"/>
              <a:gd name="connsiteX930" fmla="*/ 1309550 w 7467600"/>
              <a:gd name="connsiteY930" fmla="*/ 374031 h 6858000"/>
              <a:gd name="connsiteX931" fmla="*/ 1193673 w 7467600"/>
              <a:gd name="connsiteY931" fmla="*/ 49533 h 6858000"/>
              <a:gd name="connsiteX932" fmla="*/ 1164391 w 7467600"/>
              <a:gd name="connsiteY932" fmla="*/ 0 h 6858000"/>
              <a:gd name="connsiteX933" fmla="*/ 1200666 w 7467600"/>
              <a:gd name="connsiteY933" fmla="*/ 0 h 6858000"/>
              <a:gd name="connsiteX934" fmla="*/ 1223408 w 7467600"/>
              <a:gd name="connsiteY934" fmla="*/ 38996 h 6858000"/>
              <a:gd name="connsiteX935" fmla="*/ 1339635 w 7467600"/>
              <a:gd name="connsiteY935" fmla="*/ 365517 h 6858000"/>
              <a:gd name="connsiteX936" fmla="*/ 1387469 w 7467600"/>
              <a:gd name="connsiteY936" fmla="*/ 523079 h 6858000"/>
              <a:gd name="connsiteX937" fmla="*/ 1452685 w 7467600"/>
              <a:gd name="connsiteY937" fmla="*/ 699806 h 6858000"/>
              <a:gd name="connsiteX938" fmla="*/ 1492092 w 7467600"/>
              <a:gd name="connsiteY938" fmla="*/ 800424 h 6858000"/>
              <a:gd name="connsiteX939" fmla="*/ 1455302 w 7467600"/>
              <a:gd name="connsiteY939" fmla="*/ 632913 h 6858000"/>
              <a:gd name="connsiteX940" fmla="*/ 1222336 w 7467600"/>
              <a:gd name="connsiteY940" fmla="*/ 9480 h 6858000"/>
              <a:gd name="connsiteX941" fmla="*/ 1214634 w 7467600"/>
              <a:gd name="connsiteY941" fmla="*/ 0 h 6858000"/>
              <a:gd name="connsiteX942" fmla="*/ 1289827 w 7467600"/>
              <a:gd name="connsiteY942" fmla="*/ 0 h 6858000"/>
              <a:gd name="connsiteX943" fmla="*/ 1321076 w 7467600"/>
              <a:gd name="connsiteY943" fmla="*/ 59722 h 6858000"/>
              <a:gd name="connsiteX944" fmla="*/ 1512579 w 7467600"/>
              <a:gd name="connsiteY944" fmla="*/ 626441 h 6858000"/>
              <a:gd name="connsiteX945" fmla="*/ 1506076 w 7467600"/>
              <a:gd name="connsiteY945" fmla="*/ 1089289 h 6858000"/>
              <a:gd name="connsiteX946" fmla="*/ 1486346 w 7467600"/>
              <a:gd name="connsiteY946" fmla="*/ 1079919 h 6858000"/>
              <a:gd name="connsiteX947" fmla="*/ 1070511 w 7467600"/>
              <a:gd name="connsiteY947" fmla="*/ 48609 h 6858000"/>
              <a:gd name="connsiteX948" fmla="*/ 1057230 w 7467600"/>
              <a:gd name="connsiteY948" fmla="*/ 0 h 6858000"/>
              <a:gd name="connsiteX949" fmla="*/ 43151 w 7467600"/>
              <a:gd name="connsiteY949" fmla="*/ 0 h 6858000"/>
              <a:gd name="connsiteX950" fmla="*/ 95283 w 7467600"/>
              <a:gd name="connsiteY950" fmla="*/ 0 h 6858000"/>
              <a:gd name="connsiteX951" fmla="*/ 300708 w 7467600"/>
              <a:gd name="connsiteY951" fmla="*/ 154571 h 6858000"/>
              <a:gd name="connsiteX952" fmla="*/ 530414 w 7467600"/>
              <a:gd name="connsiteY952" fmla="*/ 354673 h 6858000"/>
              <a:gd name="connsiteX953" fmla="*/ 333785 w 7467600"/>
              <a:gd name="connsiteY953" fmla="*/ 161564 h 6858000"/>
              <a:gd name="connsiteX954" fmla="*/ 147005 w 7467600"/>
              <a:gd name="connsiteY954" fmla="*/ 0 h 6858000"/>
              <a:gd name="connsiteX955" fmla="*/ 272509 w 7467600"/>
              <a:gd name="connsiteY955" fmla="*/ 0 h 6858000"/>
              <a:gd name="connsiteX956" fmla="*/ 326276 w 7467600"/>
              <a:gd name="connsiteY956" fmla="*/ 45847 h 6858000"/>
              <a:gd name="connsiteX957" fmla="*/ 823759 w 7467600"/>
              <a:gd name="connsiteY957" fmla="*/ 574145 h 6858000"/>
              <a:gd name="connsiteX958" fmla="*/ 811254 w 7467600"/>
              <a:gd name="connsiteY958" fmla="*/ 665546 h 6858000"/>
              <a:gd name="connsiteX959" fmla="*/ 154042 w 7467600"/>
              <a:gd name="connsiteY959" fmla="*/ 261522 h 6858000"/>
              <a:gd name="connsiteX960" fmla="*/ 13550 w 7467600"/>
              <a:gd name="connsiteY960" fmla="*/ 158423 h 6858000"/>
              <a:gd name="connsiteX961" fmla="*/ 0 w 7467600"/>
              <a:gd name="connsiteY961" fmla="*/ 146618 h 6858000"/>
              <a:gd name="connsiteX962" fmla="*/ 0 w 7467600"/>
              <a:gd name="connsiteY962" fmla="*/ 59161 h 6858000"/>
              <a:gd name="connsiteX963" fmla="*/ 45427 w 7467600"/>
              <a:gd name="connsiteY963" fmla="*/ 101078 h 6858000"/>
              <a:gd name="connsiteX964" fmla="*/ 630103 w 7467600"/>
              <a:gd name="connsiteY964" fmla="*/ 485885 h 6858000"/>
              <a:gd name="connsiteX965" fmla="*/ 532040 w 7467600"/>
              <a:gd name="connsiteY965" fmla="*/ 399359 h 6858000"/>
              <a:gd name="connsiteX966" fmla="*/ 517618 w 7467600"/>
              <a:gd name="connsiteY966" fmla="*/ 385726 h 6858000"/>
              <a:gd name="connsiteX967" fmla="*/ 285074 w 7467600"/>
              <a:gd name="connsiteY967" fmla="*/ 182755 h 6858000"/>
              <a:gd name="connsiteX968" fmla="*/ 43151 w 7467600"/>
              <a:gd name="connsiteY96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467600 w 7467600"/>
              <a:gd name="connsiteY78" fmla="*/ 6012219 h 6858000"/>
              <a:gd name="connsiteX79" fmla="*/ 7356878 w 7467600"/>
              <a:gd name="connsiteY79" fmla="*/ 5981332 h 6858000"/>
              <a:gd name="connsiteX80" fmla="*/ 7467600 w 7467600"/>
              <a:gd name="connsiteY80" fmla="*/ 6117703 h 6858000"/>
              <a:gd name="connsiteX81" fmla="*/ 7467600 w 7467600"/>
              <a:gd name="connsiteY81" fmla="*/ 6163634 h 6858000"/>
              <a:gd name="connsiteX82" fmla="*/ 7403637 w 7467600"/>
              <a:gd name="connsiteY82" fmla="*/ 6083957 h 6858000"/>
              <a:gd name="connsiteX83" fmla="*/ 7254615 w 7467600"/>
              <a:gd name="connsiteY83" fmla="*/ 5911918 h 6858000"/>
              <a:gd name="connsiteX84" fmla="*/ 7312589 w 7467600"/>
              <a:gd name="connsiteY84" fmla="*/ 5982309 h 6858000"/>
              <a:gd name="connsiteX85" fmla="*/ 7448321 w 7467600"/>
              <a:gd name="connsiteY85" fmla="*/ 6190991 h 6858000"/>
              <a:gd name="connsiteX86" fmla="*/ 7467600 w 7467600"/>
              <a:gd name="connsiteY86" fmla="*/ 6221686 h 6858000"/>
              <a:gd name="connsiteX87" fmla="*/ 7467600 w 7467600"/>
              <a:gd name="connsiteY87" fmla="*/ 6334256 h 6858000"/>
              <a:gd name="connsiteX88" fmla="*/ 7454976 w 7467600"/>
              <a:gd name="connsiteY88" fmla="*/ 6318297 h 6858000"/>
              <a:gd name="connsiteX89" fmla="*/ 1456157 w 7467600"/>
              <a:gd name="connsiteY89" fmla="*/ 5371404 h 6858000"/>
              <a:gd name="connsiteX90" fmla="*/ 1244432 w 7467600"/>
              <a:gd name="connsiteY90" fmla="*/ 5385601 h 6858000"/>
              <a:gd name="connsiteX91" fmla="*/ 973990 w 7467600"/>
              <a:gd name="connsiteY91" fmla="*/ 5424940 h 6858000"/>
              <a:gd name="connsiteX92" fmla="*/ 1103809 w 7467600"/>
              <a:gd name="connsiteY92" fmla="*/ 5433720 h 6858000"/>
              <a:gd name="connsiteX93" fmla="*/ 1123454 w 7467600"/>
              <a:gd name="connsiteY93" fmla="*/ 5435727 h 6858000"/>
              <a:gd name="connsiteX94" fmla="*/ 1737017 w 7467600"/>
              <a:gd name="connsiteY94" fmla="*/ 5452183 h 6858000"/>
              <a:gd name="connsiteX95" fmla="*/ 1824397 w 7467600"/>
              <a:gd name="connsiteY95" fmla="*/ 5447757 h 6858000"/>
              <a:gd name="connsiteX96" fmla="*/ 2070059 w 7467600"/>
              <a:gd name="connsiteY96" fmla="*/ 5441660 h 6858000"/>
              <a:gd name="connsiteX97" fmla="*/ 1456157 w 7467600"/>
              <a:gd name="connsiteY97" fmla="*/ 5371404 h 6858000"/>
              <a:gd name="connsiteX98" fmla="*/ 4988186 w 7467600"/>
              <a:gd name="connsiteY98" fmla="*/ 5216467 h 6858000"/>
              <a:gd name="connsiteX99" fmla="*/ 4777334 w 7467600"/>
              <a:gd name="connsiteY99" fmla="*/ 5406072 h 6858000"/>
              <a:gd name="connsiteX100" fmla="*/ 4718341 w 7467600"/>
              <a:gd name="connsiteY100" fmla="*/ 5468043 h 6858000"/>
              <a:gd name="connsiteX101" fmla="*/ 4604655 w 7467600"/>
              <a:gd name="connsiteY101" fmla="*/ 5583434 h 6858000"/>
              <a:gd name="connsiteX102" fmla="*/ 4565074 w 7467600"/>
              <a:gd name="connsiteY102" fmla="*/ 5618550 h 6858000"/>
              <a:gd name="connsiteX103" fmla="*/ 4988186 w 7467600"/>
              <a:gd name="connsiteY103" fmla="*/ 5216467 h 6858000"/>
              <a:gd name="connsiteX104" fmla="*/ 4978032 w 7467600"/>
              <a:gd name="connsiteY104" fmla="*/ 5183809 h 6858000"/>
              <a:gd name="connsiteX105" fmla="*/ 4463413 w 7467600"/>
              <a:gd name="connsiteY105" fmla="*/ 5615162 h 6858000"/>
              <a:gd name="connsiteX106" fmla="*/ 4358134 w 7467600"/>
              <a:gd name="connsiteY106" fmla="*/ 5742791 h 6858000"/>
              <a:gd name="connsiteX107" fmla="*/ 4376219 w 7467600"/>
              <a:gd name="connsiteY107" fmla="*/ 5729027 h 6858000"/>
              <a:gd name="connsiteX108" fmla="*/ 4582340 w 7467600"/>
              <a:gd name="connsiteY108" fmla="*/ 5561037 h 6858000"/>
              <a:gd name="connsiteX109" fmla="*/ 4694684 w 7467600"/>
              <a:gd name="connsiteY109" fmla="*/ 5447098 h 6858000"/>
              <a:gd name="connsiteX110" fmla="*/ 4754123 w 7467600"/>
              <a:gd name="connsiteY110" fmla="*/ 5384643 h 6858000"/>
              <a:gd name="connsiteX111" fmla="*/ 4978032 w 7467600"/>
              <a:gd name="connsiteY111" fmla="*/ 5183809 h 6858000"/>
              <a:gd name="connsiteX112" fmla="*/ 1903353 w 7467600"/>
              <a:gd name="connsiteY112" fmla="*/ 5044827 h 6858000"/>
              <a:gd name="connsiteX113" fmla="*/ 1936931 w 7467600"/>
              <a:gd name="connsiteY113" fmla="*/ 5093954 h 6858000"/>
              <a:gd name="connsiteX114" fmla="*/ 2195868 w 7467600"/>
              <a:gd name="connsiteY114" fmla="*/ 5396574 h 6858000"/>
              <a:gd name="connsiteX115" fmla="*/ 2088852 w 7467600"/>
              <a:gd name="connsiteY115" fmla="*/ 5166123 h 6858000"/>
              <a:gd name="connsiteX116" fmla="*/ 1958241 w 7467600"/>
              <a:gd name="connsiteY116" fmla="*/ 5067955 h 6858000"/>
              <a:gd name="connsiteX117" fmla="*/ 1903353 w 7467600"/>
              <a:gd name="connsiteY117" fmla="*/ 5044827 h 6858000"/>
              <a:gd name="connsiteX118" fmla="*/ 1979378 w 7467600"/>
              <a:gd name="connsiteY118" fmla="*/ 4769504 h 6858000"/>
              <a:gd name="connsiteX119" fmla="*/ 2882120 w 7467600"/>
              <a:gd name="connsiteY119" fmla="*/ 5064547 h 6858000"/>
              <a:gd name="connsiteX120" fmla="*/ 2793103 w 7467600"/>
              <a:gd name="connsiteY120" fmla="*/ 5039699 h 6858000"/>
              <a:gd name="connsiteX121" fmla="*/ 2770041 w 7467600"/>
              <a:gd name="connsiteY121" fmla="*/ 5033634 h 6858000"/>
              <a:gd name="connsiteX122" fmla="*/ 1979378 w 7467600"/>
              <a:gd name="connsiteY122" fmla="*/ 4769504 h 6858000"/>
              <a:gd name="connsiteX123" fmla="*/ 1927410 w 7467600"/>
              <a:gd name="connsiteY123" fmla="*/ 4716164 h 6858000"/>
              <a:gd name="connsiteX124" fmla="*/ 1959587 w 7467600"/>
              <a:gd name="connsiteY124" fmla="*/ 4728849 h 6858000"/>
              <a:gd name="connsiteX125" fmla="*/ 2777707 w 7467600"/>
              <a:gd name="connsiteY125" fmla="*/ 5003991 h 6858000"/>
              <a:gd name="connsiteX126" fmla="*/ 2800768 w 7467600"/>
              <a:gd name="connsiteY126" fmla="*/ 5010056 h 6858000"/>
              <a:gd name="connsiteX127" fmla="*/ 2879408 w 7467600"/>
              <a:gd name="connsiteY127" fmla="*/ 5031590 h 6858000"/>
              <a:gd name="connsiteX128" fmla="*/ 2862295 w 7467600"/>
              <a:gd name="connsiteY128" fmla="*/ 5022958 h 6858000"/>
              <a:gd name="connsiteX129" fmla="*/ 2813343 w 7467600"/>
              <a:gd name="connsiteY129" fmla="*/ 4998369 h 6858000"/>
              <a:gd name="connsiteX130" fmla="*/ 2646245 w 7467600"/>
              <a:gd name="connsiteY130" fmla="*/ 4930999 h 6858000"/>
              <a:gd name="connsiteX131" fmla="*/ 1999243 w 7467600"/>
              <a:gd name="connsiteY131" fmla="*/ 4730524 h 6858000"/>
              <a:gd name="connsiteX132" fmla="*/ 1979527 w 7467600"/>
              <a:gd name="connsiteY132" fmla="*/ 4726651 h 6858000"/>
              <a:gd name="connsiteX133" fmla="*/ 1927410 w 7467600"/>
              <a:gd name="connsiteY133" fmla="*/ 4716164 h 6858000"/>
              <a:gd name="connsiteX134" fmla="*/ 1997014 w 7467600"/>
              <a:gd name="connsiteY134" fmla="*/ 4698007 h 6858000"/>
              <a:gd name="connsiteX135" fmla="*/ 2005458 w 7467600"/>
              <a:gd name="connsiteY135" fmla="*/ 4699540 h 6858000"/>
              <a:gd name="connsiteX136" fmla="*/ 2657186 w 7467600"/>
              <a:gd name="connsiteY136" fmla="*/ 4901687 h 6858000"/>
              <a:gd name="connsiteX137" fmla="*/ 2826662 w 7467600"/>
              <a:gd name="connsiteY137" fmla="*/ 4970362 h 6858000"/>
              <a:gd name="connsiteX138" fmla="*/ 2876100 w 7467600"/>
              <a:gd name="connsiteY138" fmla="*/ 4995397 h 6858000"/>
              <a:gd name="connsiteX139" fmla="*/ 3042600 w 7467600"/>
              <a:gd name="connsiteY139" fmla="*/ 5059532 h 6858000"/>
              <a:gd name="connsiteX140" fmla="*/ 1997014 w 7467600"/>
              <a:gd name="connsiteY140" fmla="*/ 4698007 h 6858000"/>
              <a:gd name="connsiteX141" fmla="*/ 2305292 w 7467600"/>
              <a:gd name="connsiteY141" fmla="*/ 4219492 h 6858000"/>
              <a:gd name="connsiteX142" fmla="*/ 3360922 w 7467600"/>
              <a:gd name="connsiteY142" fmla="*/ 4529373 h 6858000"/>
              <a:gd name="connsiteX143" fmla="*/ 3492420 w 7467600"/>
              <a:gd name="connsiteY143" fmla="*/ 4510145 h 6858000"/>
              <a:gd name="connsiteX144" fmla="*/ 3364086 w 7467600"/>
              <a:gd name="connsiteY144" fmla="*/ 4480340 h 6858000"/>
              <a:gd name="connsiteX145" fmla="*/ 3225818 w 7467600"/>
              <a:gd name="connsiteY145" fmla="*/ 4411822 h 6858000"/>
              <a:gd name="connsiteX146" fmla="*/ 3129696 w 7467600"/>
              <a:gd name="connsiteY146" fmla="*/ 4360704 h 6858000"/>
              <a:gd name="connsiteX147" fmla="*/ 2814545 w 7467600"/>
              <a:gd name="connsiteY147" fmla="*/ 4282955 h 6858000"/>
              <a:gd name="connsiteX148" fmla="*/ 2305292 w 7467600"/>
              <a:gd name="connsiteY148" fmla="*/ 4219492 h 6858000"/>
              <a:gd name="connsiteX149" fmla="*/ 2626982 w 7467600"/>
              <a:gd name="connsiteY149" fmla="*/ 4206450 h 6858000"/>
              <a:gd name="connsiteX150" fmla="*/ 2490617 w 7467600"/>
              <a:gd name="connsiteY150" fmla="*/ 4206951 h 6858000"/>
              <a:gd name="connsiteX151" fmla="*/ 2819869 w 7467600"/>
              <a:gd name="connsiteY151" fmla="*/ 4252936 h 6858000"/>
              <a:gd name="connsiteX152" fmla="*/ 3143018 w 7467600"/>
              <a:gd name="connsiteY152" fmla="*/ 4332698 h 6858000"/>
              <a:gd name="connsiteX153" fmla="*/ 3241520 w 7467600"/>
              <a:gd name="connsiteY153" fmla="*/ 4385112 h 6858000"/>
              <a:gd name="connsiteX154" fmla="*/ 3374575 w 7467600"/>
              <a:gd name="connsiteY154" fmla="*/ 4451517 h 6858000"/>
              <a:gd name="connsiteX155" fmla="*/ 3505221 w 7467600"/>
              <a:gd name="connsiteY155" fmla="*/ 4480757 h 6858000"/>
              <a:gd name="connsiteX156" fmla="*/ 2626982 w 7467600"/>
              <a:gd name="connsiteY156" fmla="*/ 4206450 h 6858000"/>
              <a:gd name="connsiteX157" fmla="*/ 1310106 w 7467600"/>
              <a:gd name="connsiteY157" fmla="*/ 3943217 h 6858000"/>
              <a:gd name="connsiteX158" fmla="*/ 854994 w 7467600"/>
              <a:gd name="connsiteY158" fmla="*/ 4399136 h 6858000"/>
              <a:gd name="connsiteX159" fmla="*/ 742462 w 7467600"/>
              <a:gd name="connsiteY159" fmla="*/ 4594648 h 6858000"/>
              <a:gd name="connsiteX160" fmla="*/ 820602 w 7467600"/>
              <a:gd name="connsiteY160" fmla="*/ 4485915 h 6858000"/>
              <a:gd name="connsiteX161" fmla="*/ 878295 w 7467600"/>
              <a:gd name="connsiteY161" fmla="*/ 4403594 h 6858000"/>
              <a:gd name="connsiteX162" fmla="*/ 1240607 w 7467600"/>
              <a:gd name="connsiteY162" fmla="*/ 4010401 h 6858000"/>
              <a:gd name="connsiteX163" fmla="*/ 1310106 w 7467600"/>
              <a:gd name="connsiteY163" fmla="*/ 3943217 h 6858000"/>
              <a:gd name="connsiteX164" fmla="*/ 1423113 w 7467600"/>
              <a:gd name="connsiteY164" fmla="*/ 3874565 h 6858000"/>
              <a:gd name="connsiteX165" fmla="*/ 1260565 w 7467600"/>
              <a:gd name="connsiteY165" fmla="*/ 4031982 h 6858000"/>
              <a:gd name="connsiteX166" fmla="*/ 901900 w 7467600"/>
              <a:gd name="connsiteY166" fmla="*/ 4421236 h 6858000"/>
              <a:gd name="connsiteX167" fmla="*/ 845044 w 7467600"/>
              <a:gd name="connsiteY167" fmla="*/ 4502436 h 6858000"/>
              <a:gd name="connsiteX168" fmla="*/ 685926 w 7467600"/>
              <a:gd name="connsiteY168" fmla="*/ 4703069 h 6858000"/>
              <a:gd name="connsiteX169" fmla="*/ 684248 w 7467600"/>
              <a:gd name="connsiteY169" fmla="*/ 4706721 h 6858000"/>
              <a:gd name="connsiteX170" fmla="*/ 1423113 w 7467600"/>
              <a:gd name="connsiteY170" fmla="*/ 3874565 h 6858000"/>
              <a:gd name="connsiteX171" fmla="*/ 3316479 w 7467600"/>
              <a:gd name="connsiteY171" fmla="*/ 3872136 h 6858000"/>
              <a:gd name="connsiteX172" fmla="*/ 3546806 w 7467600"/>
              <a:gd name="connsiteY172" fmla="*/ 4356139 h 6858000"/>
              <a:gd name="connsiteX173" fmla="*/ 3364433 w 7467600"/>
              <a:gd name="connsiteY173" fmla="*/ 3953121 h 6858000"/>
              <a:gd name="connsiteX174" fmla="*/ 3316479 w 7467600"/>
              <a:gd name="connsiteY174" fmla="*/ 3872136 h 6858000"/>
              <a:gd name="connsiteX175" fmla="*/ 3291335 w 7467600"/>
              <a:gd name="connsiteY175" fmla="*/ 3767420 h 6858000"/>
              <a:gd name="connsiteX176" fmla="*/ 3390805 w 7467600"/>
              <a:gd name="connsiteY176" fmla="*/ 3937163 h 6858000"/>
              <a:gd name="connsiteX177" fmla="*/ 3579062 w 7467600"/>
              <a:gd name="connsiteY177" fmla="*/ 4359040 h 6858000"/>
              <a:gd name="connsiteX178" fmla="*/ 3467355 w 7467600"/>
              <a:gd name="connsiteY178" fmla="*/ 3988130 h 6858000"/>
              <a:gd name="connsiteX179" fmla="*/ 3310753 w 7467600"/>
              <a:gd name="connsiteY179" fmla="*/ 3787140 h 6858000"/>
              <a:gd name="connsiteX180" fmla="*/ 3291335 w 7467600"/>
              <a:gd name="connsiteY180" fmla="*/ 3767420 h 6858000"/>
              <a:gd name="connsiteX181" fmla="*/ 1635889 w 7467600"/>
              <a:gd name="connsiteY181" fmla="*/ 3709494 h 6858000"/>
              <a:gd name="connsiteX182" fmla="*/ 1634800 w 7467600"/>
              <a:gd name="connsiteY182" fmla="*/ 3731111 h 6858000"/>
              <a:gd name="connsiteX183" fmla="*/ 1635889 w 7467600"/>
              <a:gd name="connsiteY183" fmla="*/ 3709494 h 6858000"/>
              <a:gd name="connsiteX184" fmla="*/ 1510397 w 7467600"/>
              <a:gd name="connsiteY184" fmla="*/ 3684705 h 6858000"/>
              <a:gd name="connsiteX185" fmla="*/ 1146550 w 7467600"/>
              <a:gd name="connsiteY185" fmla="*/ 3802012 h 6858000"/>
              <a:gd name="connsiteX186" fmla="*/ 698834 w 7467600"/>
              <a:gd name="connsiteY186" fmla="*/ 3952272 h 6858000"/>
              <a:gd name="connsiteX187" fmla="*/ 34256 w 7467600"/>
              <a:gd name="connsiteY187" fmla="*/ 4347603 h 6858000"/>
              <a:gd name="connsiteX188" fmla="*/ 527241 w 7467600"/>
              <a:gd name="connsiteY188" fmla="*/ 4065078 h 6858000"/>
              <a:gd name="connsiteX189" fmla="*/ 1510397 w 7467600"/>
              <a:gd name="connsiteY189" fmla="*/ 3684705 h 6858000"/>
              <a:gd name="connsiteX190" fmla="*/ 1313114 w 7467600"/>
              <a:gd name="connsiteY190" fmla="*/ 3655216 h 6858000"/>
              <a:gd name="connsiteX191" fmla="*/ 1109304 w 7467600"/>
              <a:gd name="connsiteY191" fmla="*/ 3669030 h 6858000"/>
              <a:gd name="connsiteX192" fmla="*/ 8129 w 7467600"/>
              <a:gd name="connsiteY192" fmla="*/ 4330519 h 6858000"/>
              <a:gd name="connsiteX193" fmla="*/ 687572 w 7467600"/>
              <a:gd name="connsiteY193" fmla="*/ 3925629 h 6858000"/>
              <a:gd name="connsiteX194" fmla="*/ 1138365 w 7467600"/>
              <a:gd name="connsiteY194" fmla="*/ 3774515 h 6858000"/>
              <a:gd name="connsiteX195" fmla="*/ 1505579 w 7467600"/>
              <a:gd name="connsiteY195" fmla="*/ 3655526 h 6858000"/>
              <a:gd name="connsiteX196" fmla="*/ 1313114 w 7467600"/>
              <a:gd name="connsiteY196" fmla="*/ 3655216 h 6858000"/>
              <a:gd name="connsiteX197" fmla="*/ 3655073 w 7467600"/>
              <a:gd name="connsiteY197" fmla="*/ 3650884 h 6858000"/>
              <a:gd name="connsiteX198" fmla="*/ 3989938 w 7467600"/>
              <a:gd name="connsiteY198" fmla="*/ 3991685 h 6858000"/>
              <a:gd name="connsiteX199" fmla="*/ 4393907 w 7467600"/>
              <a:gd name="connsiteY199" fmla="*/ 4261258 h 6858000"/>
              <a:gd name="connsiteX200" fmla="*/ 4648051 w 7467600"/>
              <a:gd name="connsiteY200" fmla="*/ 4374051 h 6858000"/>
              <a:gd name="connsiteX201" fmla="*/ 4383389 w 7467600"/>
              <a:gd name="connsiteY201" fmla="*/ 4184369 h 6858000"/>
              <a:gd name="connsiteX202" fmla="*/ 4165508 w 7467600"/>
              <a:gd name="connsiteY202" fmla="*/ 4035196 h 6858000"/>
              <a:gd name="connsiteX203" fmla="*/ 4068162 w 7467600"/>
              <a:gd name="connsiteY203" fmla="*/ 3953394 h 6858000"/>
              <a:gd name="connsiteX204" fmla="*/ 3981416 w 7467600"/>
              <a:gd name="connsiteY204" fmla="*/ 3880482 h 6858000"/>
              <a:gd name="connsiteX205" fmla="*/ 3800147 w 7467600"/>
              <a:gd name="connsiteY205" fmla="*/ 3749872 h 6858000"/>
              <a:gd name="connsiteX206" fmla="*/ 3655073 w 7467600"/>
              <a:gd name="connsiteY206" fmla="*/ 3650884 h 6858000"/>
              <a:gd name="connsiteX207" fmla="*/ 3670252 w 7467600"/>
              <a:gd name="connsiteY207" fmla="*/ 3622798 h 6858000"/>
              <a:gd name="connsiteX208" fmla="*/ 3817258 w 7467600"/>
              <a:gd name="connsiteY208" fmla="*/ 3723577 h 6858000"/>
              <a:gd name="connsiteX209" fmla="*/ 4000461 w 7467600"/>
              <a:gd name="connsiteY209" fmla="*/ 3855966 h 6858000"/>
              <a:gd name="connsiteX210" fmla="*/ 4088180 w 7467600"/>
              <a:gd name="connsiteY210" fmla="*/ 3929774 h 6858000"/>
              <a:gd name="connsiteX211" fmla="*/ 4184555 w 7467600"/>
              <a:gd name="connsiteY211" fmla="*/ 4010683 h 6858000"/>
              <a:gd name="connsiteX212" fmla="*/ 4399563 w 7467600"/>
              <a:gd name="connsiteY212" fmla="*/ 4158106 h 6858000"/>
              <a:gd name="connsiteX213" fmla="*/ 4684469 w 7467600"/>
              <a:gd name="connsiteY213" fmla="*/ 4364680 h 6858000"/>
              <a:gd name="connsiteX214" fmla="*/ 4690271 w 7467600"/>
              <a:gd name="connsiteY214" fmla="*/ 4370034 h 6858000"/>
              <a:gd name="connsiteX215" fmla="*/ 4136093 w 7467600"/>
              <a:gd name="connsiteY215" fmla="*/ 3858466 h 6858000"/>
              <a:gd name="connsiteX216" fmla="*/ 3670252 w 7467600"/>
              <a:gd name="connsiteY216" fmla="*/ 3622798 h 6858000"/>
              <a:gd name="connsiteX217" fmla="*/ 4440129 w 7467600"/>
              <a:gd name="connsiteY217" fmla="*/ 3448571 h 6858000"/>
              <a:gd name="connsiteX218" fmla="*/ 4856525 w 7467600"/>
              <a:gd name="connsiteY218" fmla="*/ 3915351 h 6858000"/>
              <a:gd name="connsiteX219" fmla="*/ 5059055 w 7467600"/>
              <a:gd name="connsiteY219" fmla="*/ 4108918 h 6858000"/>
              <a:gd name="connsiteX220" fmla="*/ 5290070 w 7467600"/>
              <a:gd name="connsiteY220" fmla="*/ 4263619 h 6858000"/>
              <a:gd name="connsiteX221" fmla="*/ 4834991 w 7467600"/>
              <a:gd name="connsiteY221" fmla="*/ 3830985 h 6858000"/>
              <a:gd name="connsiteX222" fmla="*/ 4440129 w 7467600"/>
              <a:gd name="connsiteY222" fmla="*/ 3448571 h 6858000"/>
              <a:gd name="connsiteX223" fmla="*/ 4441737 w 7467600"/>
              <a:gd name="connsiteY223" fmla="*/ 3399734 h 6858000"/>
              <a:gd name="connsiteX224" fmla="*/ 4431236 w 7467600"/>
              <a:gd name="connsiteY224" fmla="*/ 3400954 h 6858000"/>
              <a:gd name="connsiteX225" fmla="*/ 4557150 w 7467600"/>
              <a:gd name="connsiteY225" fmla="*/ 3510023 h 6858000"/>
              <a:gd name="connsiteX226" fmla="*/ 4856936 w 7467600"/>
              <a:gd name="connsiteY226" fmla="*/ 3809146 h 6858000"/>
              <a:gd name="connsiteX227" fmla="*/ 5111996 w 7467600"/>
              <a:gd name="connsiteY227" fmla="*/ 4065759 h 6858000"/>
              <a:gd name="connsiteX228" fmla="*/ 5388878 w 7467600"/>
              <a:gd name="connsiteY228" fmla="*/ 4300185 h 6858000"/>
              <a:gd name="connsiteX229" fmla="*/ 5425556 w 7467600"/>
              <a:gd name="connsiteY229" fmla="*/ 4308967 h 6858000"/>
              <a:gd name="connsiteX230" fmla="*/ 4943646 w 7467600"/>
              <a:gd name="connsiteY230" fmla="*/ 3822916 h 6858000"/>
              <a:gd name="connsiteX231" fmla="*/ 4594837 w 7467600"/>
              <a:gd name="connsiteY231" fmla="*/ 3532274 h 6858000"/>
              <a:gd name="connsiteX232" fmla="*/ 4441737 w 7467600"/>
              <a:gd name="connsiteY232" fmla="*/ 3399734 h 6858000"/>
              <a:gd name="connsiteX233" fmla="*/ 5425834 w 7467600"/>
              <a:gd name="connsiteY233" fmla="*/ 3162785 h 6858000"/>
              <a:gd name="connsiteX234" fmla="*/ 5401644 w 7467600"/>
              <a:gd name="connsiteY234" fmla="*/ 3617847 h 6858000"/>
              <a:gd name="connsiteX235" fmla="*/ 5467256 w 7467600"/>
              <a:gd name="connsiteY235" fmla="*/ 4175494 h 6858000"/>
              <a:gd name="connsiteX236" fmla="*/ 5448069 w 7467600"/>
              <a:gd name="connsiteY236" fmla="*/ 3567554 h 6858000"/>
              <a:gd name="connsiteX237" fmla="*/ 5425834 w 7467600"/>
              <a:gd name="connsiteY237" fmla="*/ 3162785 h 6858000"/>
              <a:gd name="connsiteX238" fmla="*/ 1318687 w 7467600"/>
              <a:gd name="connsiteY238" fmla="*/ 3113840 h 6858000"/>
              <a:gd name="connsiteX239" fmla="*/ 1066793 w 7467600"/>
              <a:gd name="connsiteY239" fmla="*/ 3212171 h 6858000"/>
              <a:gd name="connsiteX240" fmla="*/ 993319 w 7467600"/>
              <a:gd name="connsiteY240" fmla="*/ 3247648 h 6858000"/>
              <a:gd name="connsiteX241" fmla="*/ 853081 w 7467600"/>
              <a:gd name="connsiteY241" fmla="*/ 3312410 h 6858000"/>
              <a:gd name="connsiteX242" fmla="*/ 805957 w 7467600"/>
              <a:gd name="connsiteY242" fmla="*/ 3330443 h 6858000"/>
              <a:gd name="connsiteX243" fmla="*/ 1318687 w 7467600"/>
              <a:gd name="connsiteY243" fmla="*/ 3113840 h 6858000"/>
              <a:gd name="connsiteX244" fmla="*/ 5453702 w 7467600"/>
              <a:gd name="connsiteY244" fmla="*/ 3090882 h 6858000"/>
              <a:gd name="connsiteX245" fmla="*/ 5480135 w 7467600"/>
              <a:gd name="connsiteY245" fmla="*/ 3565802 h 6858000"/>
              <a:gd name="connsiteX246" fmla="*/ 5499023 w 7467600"/>
              <a:gd name="connsiteY246" fmla="*/ 4166310 h 6858000"/>
              <a:gd name="connsiteX247" fmla="*/ 5547022 w 7467600"/>
              <a:gd name="connsiteY247" fmla="*/ 3607838 h 6858000"/>
              <a:gd name="connsiteX248" fmla="*/ 5515964 w 7467600"/>
              <a:gd name="connsiteY248" fmla="*/ 3378541 h 6858000"/>
              <a:gd name="connsiteX249" fmla="*/ 5453702 w 7467600"/>
              <a:gd name="connsiteY249" fmla="*/ 3090882 h 6858000"/>
              <a:gd name="connsiteX250" fmla="*/ 1238695 w 7467600"/>
              <a:gd name="connsiteY250" fmla="*/ 3076820 h 6858000"/>
              <a:gd name="connsiteX251" fmla="*/ 716371 w 7467600"/>
              <a:gd name="connsiteY251" fmla="*/ 3293249 h 6858000"/>
              <a:gd name="connsiteX252" fmla="*/ 579522 w 7467600"/>
              <a:gd name="connsiteY252" fmla="*/ 3371759 h 6858000"/>
              <a:gd name="connsiteX253" fmla="*/ 600288 w 7467600"/>
              <a:gd name="connsiteY253" fmla="*/ 3365555 h 6858000"/>
              <a:gd name="connsiteX254" fmla="*/ 840692 w 7467600"/>
              <a:gd name="connsiteY254" fmla="*/ 3284921 h 6858000"/>
              <a:gd name="connsiteX255" fmla="*/ 979248 w 7467600"/>
              <a:gd name="connsiteY255" fmla="*/ 3221003 h 6858000"/>
              <a:gd name="connsiteX256" fmla="*/ 1053282 w 7467600"/>
              <a:gd name="connsiteY256" fmla="*/ 3185247 h 6858000"/>
              <a:gd name="connsiteX257" fmla="*/ 1320603 w 7467600"/>
              <a:gd name="connsiteY257" fmla="*/ 3081281 h 6858000"/>
              <a:gd name="connsiteX258" fmla="*/ 1238695 w 7467600"/>
              <a:gd name="connsiteY258" fmla="*/ 3076820 h 6858000"/>
              <a:gd name="connsiteX259" fmla="*/ 5425627 w 7467600"/>
              <a:gd name="connsiteY259" fmla="*/ 2954192 h 6858000"/>
              <a:gd name="connsiteX260" fmla="*/ 5470770 w 7467600"/>
              <a:gd name="connsiteY260" fmla="*/ 3005435 h 6858000"/>
              <a:gd name="connsiteX261" fmla="*/ 5519779 w 7467600"/>
              <a:gd name="connsiteY261" fmla="*/ 4359223 h 6858000"/>
              <a:gd name="connsiteX262" fmla="*/ 5520293 w 7467600"/>
              <a:gd name="connsiteY262" fmla="*/ 4360602 h 6858000"/>
              <a:gd name="connsiteX263" fmla="*/ 5767221 w 7467600"/>
              <a:gd name="connsiteY263" fmla="*/ 4665564 h 6858000"/>
              <a:gd name="connsiteX264" fmla="*/ 6937169 w 7467600"/>
              <a:gd name="connsiteY264" fmla="*/ 4815941 h 6858000"/>
              <a:gd name="connsiteX265" fmla="*/ 6953922 w 7467600"/>
              <a:gd name="connsiteY265" fmla="*/ 4890068 h 6858000"/>
              <a:gd name="connsiteX266" fmla="*/ 6071359 w 7467600"/>
              <a:gd name="connsiteY266" fmla="*/ 4770770 h 6858000"/>
              <a:gd name="connsiteX267" fmla="*/ 6038839 w 7467600"/>
              <a:gd name="connsiteY267" fmla="*/ 4764474 h 6858000"/>
              <a:gd name="connsiteX268" fmla="*/ 6038706 w 7467600"/>
              <a:gd name="connsiteY268" fmla="*/ 4763847 h 6858000"/>
              <a:gd name="connsiteX269" fmla="*/ 6037784 w 7467600"/>
              <a:gd name="connsiteY269" fmla="*/ 4764270 h 6858000"/>
              <a:gd name="connsiteX270" fmla="*/ 6038839 w 7467600"/>
              <a:gd name="connsiteY270" fmla="*/ 4764474 h 6858000"/>
              <a:gd name="connsiteX271" fmla="*/ 6040338 w 7467600"/>
              <a:gd name="connsiteY271" fmla="*/ 4771418 h 6858000"/>
              <a:gd name="connsiteX272" fmla="*/ 6024488 w 7467600"/>
              <a:gd name="connsiteY272" fmla="*/ 4809903 h 6858000"/>
              <a:gd name="connsiteX273" fmla="*/ 5599771 w 7467600"/>
              <a:gd name="connsiteY273" fmla="*/ 5509652 h 6858000"/>
              <a:gd name="connsiteX274" fmla="*/ 5548843 w 7467600"/>
              <a:gd name="connsiteY274" fmla="*/ 5563845 h 6858000"/>
              <a:gd name="connsiteX275" fmla="*/ 5940952 w 7467600"/>
              <a:gd name="connsiteY275" fmla="*/ 6250028 h 6858000"/>
              <a:gd name="connsiteX276" fmla="*/ 6043441 w 7467600"/>
              <a:gd name="connsiteY276" fmla="*/ 6665847 h 6858000"/>
              <a:gd name="connsiteX277" fmla="*/ 6093432 w 7467600"/>
              <a:gd name="connsiteY277" fmla="*/ 6858000 h 6858000"/>
              <a:gd name="connsiteX278" fmla="*/ 6034344 w 7467600"/>
              <a:gd name="connsiteY278" fmla="*/ 6858000 h 6858000"/>
              <a:gd name="connsiteX279" fmla="*/ 6026679 w 7467600"/>
              <a:gd name="connsiteY279" fmla="*/ 6836959 h 6858000"/>
              <a:gd name="connsiteX280" fmla="*/ 5800441 w 7467600"/>
              <a:gd name="connsiteY280" fmla="*/ 6335286 h 6858000"/>
              <a:gd name="connsiteX281" fmla="*/ 5526562 w 7467600"/>
              <a:gd name="connsiteY281" fmla="*/ 5705388 h 6858000"/>
              <a:gd name="connsiteX282" fmla="*/ 5519640 w 7467600"/>
              <a:gd name="connsiteY282" fmla="*/ 5683774 h 6858000"/>
              <a:gd name="connsiteX283" fmla="*/ 5844559 w 7467600"/>
              <a:gd name="connsiteY283" fmla="*/ 6553349 h 6858000"/>
              <a:gd name="connsiteX284" fmla="*/ 5975994 w 7467600"/>
              <a:gd name="connsiteY284" fmla="*/ 6858000 h 6858000"/>
              <a:gd name="connsiteX285" fmla="*/ 5898547 w 7467600"/>
              <a:gd name="connsiteY285" fmla="*/ 6858000 h 6858000"/>
              <a:gd name="connsiteX286" fmla="*/ 5682041 w 7467600"/>
              <a:gd name="connsiteY286" fmla="*/ 6355860 h 6858000"/>
              <a:gd name="connsiteX287" fmla="*/ 5461758 w 7467600"/>
              <a:gd name="connsiteY287" fmla="*/ 5820220 h 6858000"/>
              <a:gd name="connsiteX288" fmla="*/ 5237282 w 7467600"/>
              <a:gd name="connsiteY288" fmla="*/ 6579086 h 6858000"/>
              <a:gd name="connsiteX289" fmla="*/ 5115009 w 7467600"/>
              <a:gd name="connsiteY289" fmla="*/ 6858000 h 6858000"/>
              <a:gd name="connsiteX290" fmla="*/ 5028074 w 7467600"/>
              <a:gd name="connsiteY290" fmla="*/ 6858000 h 6858000"/>
              <a:gd name="connsiteX291" fmla="*/ 5079508 w 7467600"/>
              <a:gd name="connsiteY291" fmla="*/ 6749074 h 6858000"/>
              <a:gd name="connsiteX292" fmla="*/ 5371846 w 7467600"/>
              <a:gd name="connsiteY292" fmla="*/ 5924413 h 6858000"/>
              <a:gd name="connsiteX293" fmla="*/ 5270512 w 7467600"/>
              <a:gd name="connsiteY293" fmla="*/ 6138975 h 6858000"/>
              <a:gd name="connsiteX294" fmla="*/ 5062409 w 7467600"/>
              <a:gd name="connsiteY294" fmla="*/ 6653544 h 6858000"/>
              <a:gd name="connsiteX295" fmla="*/ 5036628 w 7467600"/>
              <a:gd name="connsiteY295" fmla="*/ 6754247 h 6858000"/>
              <a:gd name="connsiteX296" fmla="*/ 5009112 w 7467600"/>
              <a:gd name="connsiteY296" fmla="*/ 6858000 h 6858000"/>
              <a:gd name="connsiteX297" fmla="*/ 4976679 w 7467600"/>
              <a:gd name="connsiteY297" fmla="*/ 6858000 h 6858000"/>
              <a:gd name="connsiteX298" fmla="*/ 5006537 w 7467600"/>
              <a:gd name="connsiteY298" fmla="*/ 6747068 h 6858000"/>
              <a:gd name="connsiteX299" fmla="*/ 5032723 w 7467600"/>
              <a:gd name="connsiteY299" fmla="*/ 6644957 h 6858000"/>
              <a:gd name="connsiteX300" fmla="*/ 5242949 w 7467600"/>
              <a:gd name="connsiteY300" fmla="*/ 6125175 h 6858000"/>
              <a:gd name="connsiteX301" fmla="*/ 5286321 w 7467600"/>
              <a:gd name="connsiteY301" fmla="*/ 6033555 h 6858000"/>
              <a:gd name="connsiteX302" fmla="*/ 5008210 w 7467600"/>
              <a:gd name="connsiteY302" fmla="*/ 6649194 h 6858000"/>
              <a:gd name="connsiteX303" fmla="*/ 4986321 w 7467600"/>
              <a:gd name="connsiteY303" fmla="*/ 6765687 h 6858000"/>
              <a:gd name="connsiteX304" fmla="*/ 4973474 w 7467600"/>
              <a:gd name="connsiteY304" fmla="*/ 6858000 h 6858000"/>
              <a:gd name="connsiteX305" fmla="*/ 4907178 w 7467600"/>
              <a:gd name="connsiteY305" fmla="*/ 6858000 h 6858000"/>
              <a:gd name="connsiteX306" fmla="*/ 4910810 w 7467600"/>
              <a:gd name="connsiteY306" fmla="*/ 6829660 h 6858000"/>
              <a:gd name="connsiteX307" fmla="*/ 4987461 w 7467600"/>
              <a:gd name="connsiteY307" fmla="*/ 6432994 h 6858000"/>
              <a:gd name="connsiteX308" fmla="*/ 5179262 w 7467600"/>
              <a:gd name="connsiteY308" fmla="*/ 6035044 h 6858000"/>
              <a:gd name="connsiteX309" fmla="*/ 4689678 w 7467600"/>
              <a:gd name="connsiteY309" fmla="*/ 6440241 h 6858000"/>
              <a:gd name="connsiteX310" fmla="*/ 4477543 w 7467600"/>
              <a:gd name="connsiteY310" fmla="*/ 6674836 h 6858000"/>
              <a:gd name="connsiteX311" fmla="*/ 4329957 w 7467600"/>
              <a:gd name="connsiteY311" fmla="*/ 6858000 h 6858000"/>
              <a:gd name="connsiteX312" fmla="*/ 4218595 w 7467600"/>
              <a:gd name="connsiteY312" fmla="*/ 6858000 h 6858000"/>
              <a:gd name="connsiteX313" fmla="*/ 4368888 w 7467600"/>
              <a:gd name="connsiteY313" fmla="*/ 6668412 h 6858000"/>
              <a:gd name="connsiteX314" fmla="*/ 4563091 w 7467600"/>
              <a:gd name="connsiteY314" fmla="*/ 6442508 h 6858000"/>
              <a:gd name="connsiteX315" fmla="*/ 5387324 w 7467600"/>
              <a:gd name="connsiteY315" fmla="*/ 5705830 h 6858000"/>
              <a:gd name="connsiteX316" fmla="*/ 5073620 w 7467600"/>
              <a:gd name="connsiteY316" fmla="*/ 5955437 h 6858000"/>
              <a:gd name="connsiteX317" fmla="*/ 4689789 w 7467600"/>
              <a:gd name="connsiteY317" fmla="*/ 6268382 h 6858000"/>
              <a:gd name="connsiteX318" fmla="*/ 4418722 w 7467600"/>
              <a:gd name="connsiteY318" fmla="*/ 6570886 h 6858000"/>
              <a:gd name="connsiteX319" fmla="*/ 4214944 w 7467600"/>
              <a:gd name="connsiteY319" fmla="*/ 6858000 h 6858000"/>
              <a:gd name="connsiteX320" fmla="*/ 4177898 w 7467600"/>
              <a:gd name="connsiteY320" fmla="*/ 6858000 h 6858000"/>
              <a:gd name="connsiteX321" fmla="*/ 4391597 w 7467600"/>
              <a:gd name="connsiteY321" fmla="*/ 6556370 h 6858000"/>
              <a:gd name="connsiteX322" fmla="*/ 4668889 w 7467600"/>
              <a:gd name="connsiteY322" fmla="*/ 6246399 h 6858000"/>
              <a:gd name="connsiteX323" fmla="*/ 5055427 w 7467600"/>
              <a:gd name="connsiteY323" fmla="*/ 5931476 h 6858000"/>
              <a:gd name="connsiteX324" fmla="*/ 5371814 w 7467600"/>
              <a:gd name="connsiteY324" fmla="*/ 5678975 h 6858000"/>
              <a:gd name="connsiteX325" fmla="*/ 4987918 w 7467600"/>
              <a:gd name="connsiteY325" fmla="*/ 5838701 h 6858000"/>
              <a:gd name="connsiteX326" fmla="*/ 4317146 w 7467600"/>
              <a:gd name="connsiteY326" fmla="*/ 6587716 h 6858000"/>
              <a:gd name="connsiteX327" fmla="*/ 4171627 w 7467600"/>
              <a:gd name="connsiteY327" fmla="*/ 6858000 h 6858000"/>
              <a:gd name="connsiteX328" fmla="*/ 4081585 w 7467600"/>
              <a:gd name="connsiteY328" fmla="*/ 6858000 h 6858000"/>
              <a:gd name="connsiteX329" fmla="*/ 4238603 w 7467600"/>
              <a:gd name="connsiteY329" fmla="*/ 6559341 h 6858000"/>
              <a:gd name="connsiteX330" fmla="*/ 4778333 w 7467600"/>
              <a:gd name="connsiteY330" fmla="*/ 5873626 h 6858000"/>
              <a:gd name="connsiteX331" fmla="*/ 5414185 w 7467600"/>
              <a:gd name="connsiteY331" fmla="*/ 5573882 h 6858000"/>
              <a:gd name="connsiteX332" fmla="*/ 5959648 w 7467600"/>
              <a:gd name="connsiteY332" fmla="*/ 4760797 h 6858000"/>
              <a:gd name="connsiteX333" fmla="*/ 5355019 w 7467600"/>
              <a:gd name="connsiteY333" fmla="*/ 4734672 h 6858000"/>
              <a:gd name="connsiteX334" fmla="*/ 5083565 w 7467600"/>
              <a:gd name="connsiteY334" fmla="*/ 5179121 h 6858000"/>
              <a:gd name="connsiteX335" fmla="*/ 4713577 w 7467600"/>
              <a:gd name="connsiteY335" fmla="*/ 5616803 h 6858000"/>
              <a:gd name="connsiteX336" fmla="*/ 3989559 w 7467600"/>
              <a:gd name="connsiteY336" fmla="*/ 6145945 h 6858000"/>
              <a:gd name="connsiteX337" fmla="*/ 3939824 w 7467600"/>
              <a:gd name="connsiteY337" fmla="*/ 6066900 h 6858000"/>
              <a:gd name="connsiteX338" fmla="*/ 4584537 w 7467600"/>
              <a:gd name="connsiteY338" fmla="*/ 5324826 h 6858000"/>
              <a:gd name="connsiteX339" fmla="*/ 5037105 w 7467600"/>
              <a:gd name="connsiteY339" fmla="*/ 5088765 h 6858000"/>
              <a:gd name="connsiteX340" fmla="*/ 5039930 w 7467600"/>
              <a:gd name="connsiteY340" fmla="*/ 5089585 h 6858000"/>
              <a:gd name="connsiteX341" fmla="*/ 5263764 w 7467600"/>
              <a:gd name="connsiteY341" fmla="*/ 4735525 h 6858000"/>
              <a:gd name="connsiteX342" fmla="*/ 4086300 w 7467600"/>
              <a:gd name="connsiteY342" fmla="*/ 4884599 h 6858000"/>
              <a:gd name="connsiteX343" fmla="*/ 4085485 w 7467600"/>
              <a:gd name="connsiteY343" fmla="*/ 4899070 h 6858000"/>
              <a:gd name="connsiteX344" fmla="*/ 3871915 w 7467600"/>
              <a:gd name="connsiteY344" fmla="*/ 5253645 h 6858000"/>
              <a:gd name="connsiteX345" fmla="*/ 3799374 w 7467600"/>
              <a:gd name="connsiteY345" fmla="*/ 5466127 h 6858000"/>
              <a:gd name="connsiteX346" fmla="*/ 3498850 w 7467600"/>
              <a:gd name="connsiteY346" fmla="*/ 6661888 h 6858000"/>
              <a:gd name="connsiteX347" fmla="*/ 3399216 w 7467600"/>
              <a:gd name="connsiteY347" fmla="*/ 6858000 h 6858000"/>
              <a:gd name="connsiteX348" fmla="*/ 3303688 w 7467600"/>
              <a:gd name="connsiteY348" fmla="*/ 6858000 h 6858000"/>
              <a:gd name="connsiteX349" fmla="*/ 3391774 w 7467600"/>
              <a:gd name="connsiteY349" fmla="*/ 6697181 h 6858000"/>
              <a:gd name="connsiteX350" fmla="*/ 3735540 w 7467600"/>
              <a:gd name="connsiteY350" fmla="*/ 5546923 h 6858000"/>
              <a:gd name="connsiteX351" fmla="*/ 3729438 w 7467600"/>
              <a:gd name="connsiteY351" fmla="*/ 5569058 h 6858000"/>
              <a:gd name="connsiteX352" fmla="*/ 3707782 w 7467600"/>
              <a:gd name="connsiteY352" fmla="*/ 5644908 h 6858000"/>
              <a:gd name="connsiteX353" fmla="*/ 3583827 w 7467600"/>
              <a:gd name="connsiteY353" fmla="*/ 6039215 h 6858000"/>
              <a:gd name="connsiteX354" fmla="*/ 3547861 w 7467600"/>
              <a:gd name="connsiteY354" fmla="*/ 6129609 h 6858000"/>
              <a:gd name="connsiteX355" fmla="*/ 3490905 w 7467600"/>
              <a:gd name="connsiteY355" fmla="*/ 6277660 h 6858000"/>
              <a:gd name="connsiteX356" fmla="*/ 3455859 w 7467600"/>
              <a:gd name="connsiteY356" fmla="*/ 6391301 h 6858000"/>
              <a:gd name="connsiteX357" fmla="*/ 3429112 w 7467600"/>
              <a:gd name="connsiteY357" fmla="*/ 6479469 h 6858000"/>
              <a:gd name="connsiteX358" fmla="*/ 3304862 w 7467600"/>
              <a:gd name="connsiteY358" fmla="*/ 6796476 h 6858000"/>
              <a:gd name="connsiteX359" fmla="*/ 3276071 w 7467600"/>
              <a:gd name="connsiteY359" fmla="*/ 6858000 h 6858000"/>
              <a:gd name="connsiteX360" fmla="*/ 3240805 w 7467600"/>
              <a:gd name="connsiteY360" fmla="*/ 6858000 h 6858000"/>
              <a:gd name="connsiteX361" fmla="*/ 3275917 w 7467600"/>
              <a:gd name="connsiteY361" fmla="*/ 6783192 h 6858000"/>
              <a:gd name="connsiteX362" fmla="*/ 3399358 w 7467600"/>
              <a:gd name="connsiteY362" fmla="*/ 6469011 h 6858000"/>
              <a:gd name="connsiteX363" fmla="*/ 3425650 w 7467600"/>
              <a:gd name="connsiteY363" fmla="*/ 6381333 h 6858000"/>
              <a:gd name="connsiteX364" fmla="*/ 3460661 w 7467600"/>
              <a:gd name="connsiteY364" fmla="*/ 6266763 h 6858000"/>
              <a:gd name="connsiteX365" fmla="*/ 3518021 w 7467600"/>
              <a:gd name="connsiteY365" fmla="*/ 6117298 h 6858000"/>
              <a:gd name="connsiteX366" fmla="*/ 3554035 w 7467600"/>
              <a:gd name="connsiteY366" fmla="*/ 6027832 h 6858000"/>
              <a:gd name="connsiteX367" fmla="*/ 3677174 w 7467600"/>
              <a:gd name="connsiteY367" fmla="*/ 5636351 h 6858000"/>
              <a:gd name="connsiteX368" fmla="*/ 3698819 w 7467600"/>
              <a:gd name="connsiteY368" fmla="*/ 5560503 h 6858000"/>
              <a:gd name="connsiteX369" fmla="*/ 3702094 w 7467600"/>
              <a:gd name="connsiteY369" fmla="*/ 5549194 h 6858000"/>
              <a:gd name="connsiteX370" fmla="*/ 3398355 w 7467600"/>
              <a:gd name="connsiteY370" fmla="*/ 6094603 h 6858000"/>
              <a:gd name="connsiteX371" fmla="*/ 3193941 w 7467600"/>
              <a:gd name="connsiteY371" fmla="*/ 6798775 h 6858000"/>
              <a:gd name="connsiteX372" fmla="*/ 3184140 w 7467600"/>
              <a:gd name="connsiteY372" fmla="*/ 6858000 h 6858000"/>
              <a:gd name="connsiteX373" fmla="*/ 3099978 w 7467600"/>
              <a:gd name="connsiteY373" fmla="*/ 6858000 h 6858000"/>
              <a:gd name="connsiteX374" fmla="*/ 3101556 w 7467600"/>
              <a:gd name="connsiteY374" fmla="*/ 6843337 h 6858000"/>
              <a:gd name="connsiteX375" fmla="*/ 3370162 w 7467600"/>
              <a:gd name="connsiteY375" fmla="*/ 5785550 h 6858000"/>
              <a:gd name="connsiteX376" fmla="*/ 3746477 w 7467600"/>
              <a:gd name="connsiteY376" fmla="*/ 5377889 h 6858000"/>
              <a:gd name="connsiteX377" fmla="*/ 3863399 w 7467600"/>
              <a:gd name="connsiteY377" fmla="*/ 5087257 h 6858000"/>
              <a:gd name="connsiteX378" fmla="*/ 3968712 w 7467600"/>
              <a:gd name="connsiteY378" fmla="*/ 4913989 h 6858000"/>
              <a:gd name="connsiteX379" fmla="*/ 2792390 w 7467600"/>
              <a:gd name="connsiteY379" fmla="*/ 5382974 h 6858000"/>
              <a:gd name="connsiteX380" fmla="*/ 2714982 w 7467600"/>
              <a:gd name="connsiteY380" fmla="*/ 5427051 h 6858000"/>
              <a:gd name="connsiteX381" fmla="*/ 2813361 w 7467600"/>
              <a:gd name="connsiteY381" fmla="*/ 6023912 h 6858000"/>
              <a:gd name="connsiteX382" fmla="*/ 2688430 w 7467600"/>
              <a:gd name="connsiteY382" fmla="*/ 6801564 h 6858000"/>
              <a:gd name="connsiteX383" fmla="*/ 2629626 w 7467600"/>
              <a:gd name="connsiteY383" fmla="*/ 6763394 h 6858000"/>
              <a:gd name="connsiteX384" fmla="*/ 2565328 w 7467600"/>
              <a:gd name="connsiteY384" fmla="*/ 5516399 h 6858000"/>
              <a:gd name="connsiteX385" fmla="*/ 1922999 w 7467600"/>
              <a:gd name="connsiteY385" fmla="*/ 5980343 h 6858000"/>
              <a:gd name="connsiteX386" fmla="*/ 1950261 w 7467600"/>
              <a:gd name="connsiteY386" fmla="*/ 6405858 h 6858000"/>
              <a:gd name="connsiteX387" fmla="*/ 2365554 w 7467600"/>
              <a:gd name="connsiteY387" fmla="*/ 6759107 h 6858000"/>
              <a:gd name="connsiteX388" fmla="*/ 2424142 w 7467600"/>
              <a:gd name="connsiteY388" fmla="*/ 6858000 h 6858000"/>
              <a:gd name="connsiteX389" fmla="*/ 2395994 w 7467600"/>
              <a:gd name="connsiteY389" fmla="*/ 6858000 h 6858000"/>
              <a:gd name="connsiteX390" fmla="*/ 2392863 w 7467600"/>
              <a:gd name="connsiteY390" fmla="*/ 6852964 h 6858000"/>
              <a:gd name="connsiteX391" fmla="*/ 2017589 w 7467600"/>
              <a:gd name="connsiteY391" fmla="*/ 6493982 h 6858000"/>
              <a:gd name="connsiteX392" fmla="*/ 2147336 w 7467600"/>
              <a:gd name="connsiteY392" fmla="*/ 6594052 h 6858000"/>
              <a:gd name="connsiteX393" fmla="*/ 2207047 w 7467600"/>
              <a:gd name="connsiteY393" fmla="*/ 6654540 h 6858000"/>
              <a:gd name="connsiteX394" fmla="*/ 2299106 w 7467600"/>
              <a:gd name="connsiteY394" fmla="*/ 6778931 h 6858000"/>
              <a:gd name="connsiteX395" fmla="*/ 2314430 w 7467600"/>
              <a:gd name="connsiteY395" fmla="*/ 6801144 h 6858000"/>
              <a:gd name="connsiteX396" fmla="*/ 2352406 w 7467600"/>
              <a:gd name="connsiteY396" fmla="*/ 6858000 h 6858000"/>
              <a:gd name="connsiteX397" fmla="*/ 2314492 w 7467600"/>
              <a:gd name="connsiteY397" fmla="*/ 6858000 h 6858000"/>
              <a:gd name="connsiteX398" fmla="*/ 2288095 w 7467600"/>
              <a:gd name="connsiteY398" fmla="*/ 6818030 h 6858000"/>
              <a:gd name="connsiteX399" fmla="*/ 2272768 w 7467600"/>
              <a:gd name="connsiteY399" fmla="*/ 6795822 h 6858000"/>
              <a:gd name="connsiteX400" fmla="*/ 2182715 w 7467600"/>
              <a:gd name="connsiteY400" fmla="*/ 6675071 h 6858000"/>
              <a:gd name="connsiteX401" fmla="*/ 2032061 w 7467600"/>
              <a:gd name="connsiteY401" fmla="*/ 6541380 h 6858000"/>
              <a:gd name="connsiteX402" fmla="*/ 2257220 w 7467600"/>
              <a:gd name="connsiteY402" fmla="*/ 6826257 h 6858000"/>
              <a:gd name="connsiteX403" fmla="*/ 2281324 w 7467600"/>
              <a:gd name="connsiteY403" fmla="*/ 6858000 h 6858000"/>
              <a:gd name="connsiteX404" fmla="*/ 2242860 w 7467600"/>
              <a:gd name="connsiteY404" fmla="*/ 6858000 h 6858000"/>
              <a:gd name="connsiteX405" fmla="*/ 2232818 w 7467600"/>
              <a:gd name="connsiteY405" fmla="*/ 6844926 h 6858000"/>
              <a:gd name="connsiteX406" fmla="*/ 1990172 w 7467600"/>
              <a:gd name="connsiteY406" fmla="*/ 6542121 h 6858000"/>
              <a:gd name="connsiteX407" fmla="*/ 2124090 w 7467600"/>
              <a:gd name="connsiteY407" fmla="*/ 6761017 h 6858000"/>
              <a:gd name="connsiteX408" fmla="*/ 2200380 w 7467600"/>
              <a:gd name="connsiteY408" fmla="*/ 6858000 h 6858000"/>
              <a:gd name="connsiteX409" fmla="*/ 2147507 w 7467600"/>
              <a:gd name="connsiteY409" fmla="*/ 6858000 h 6858000"/>
              <a:gd name="connsiteX410" fmla="*/ 2070668 w 7467600"/>
              <a:gd name="connsiteY410" fmla="*/ 6761520 h 6858000"/>
              <a:gd name="connsiteX411" fmla="*/ 1975142 w 7467600"/>
              <a:gd name="connsiteY411" fmla="*/ 6585570 h 6858000"/>
              <a:gd name="connsiteX412" fmla="*/ 2050035 w 7467600"/>
              <a:gd name="connsiteY412" fmla="*/ 6813345 h 6858000"/>
              <a:gd name="connsiteX413" fmla="*/ 2063025 w 7467600"/>
              <a:gd name="connsiteY413" fmla="*/ 6858000 h 6858000"/>
              <a:gd name="connsiteX414" fmla="*/ 2021675 w 7467600"/>
              <a:gd name="connsiteY414" fmla="*/ 6858000 h 6858000"/>
              <a:gd name="connsiteX415" fmla="*/ 2019308 w 7467600"/>
              <a:gd name="connsiteY415" fmla="*/ 6847118 h 6858000"/>
              <a:gd name="connsiteX416" fmla="*/ 1938835 w 7467600"/>
              <a:gd name="connsiteY416" fmla="*/ 6551160 h 6858000"/>
              <a:gd name="connsiteX417" fmla="*/ 1953230 w 7467600"/>
              <a:gd name="connsiteY417" fmla="*/ 6759699 h 6858000"/>
              <a:gd name="connsiteX418" fmla="*/ 1956763 w 7467600"/>
              <a:gd name="connsiteY418" fmla="*/ 6778191 h 6858000"/>
              <a:gd name="connsiteX419" fmla="*/ 1967925 w 7467600"/>
              <a:gd name="connsiteY419" fmla="*/ 6858000 h 6858000"/>
              <a:gd name="connsiteX420" fmla="*/ 1936622 w 7467600"/>
              <a:gd name="connsiteY420" fmla="*/ 6858000 h 6858000"/>
              <a:gd name="connsiteX421" fmla="*/ 1926261 w 7467600"/>
              <a:gd name="connsiteY421" fmla="*/ 6784064 h 6858000"/>
              <a:gd name="connsiteX422" fmla="*/ 1922724 w 7467600"/>
              <a:gd name="connsiteY422" fmla="*/ 6765577 h 6858000"/>
              <a:gd name="connsiteX423" fmla="*/ 1904650 w 7467600"/>
              <a:gd name="connsiteY423" fmla="*/ 6639616 h 6858000"/>
              <a:gd name="connsiteX424" fmla="*/ 1885273 w 7467600"/>
              <a:gd name="connsiteY424" fmla="*/ 6858000 h 6858000"/>
              <a:gd name="connsiteX425" fmla="*/ 1854363 w 7467600"/>
              <a:gd name="connsiteY425" fmla="*/ 6858000 h 6858000"/>
              <a:gd name="connsiteX426" fmla="*/ 1880391 w 7467600"/>
              <a:gd name="connsiteY426" fmla="*/ 6603796 h 6858000"/>
              <a:gd name="connsiteX427" fmla="*/ 1818273 w 7467600"/>
              <a:gd name="connsiteY427" fmla="*/ 6715729 h 6858000"/>
              <a:gd name="connsiteX428" fmla="*/ 1794691 w 7467600"/>
              <a:gd name="connsiteY428" fmla="*/ 6843239 h 6858000"/>
              <a:gd name="connsiteX429" fmla="*/ 1794914 w 7467600"/>
              <a:gd name="connsiteY429" fmla="*/ 6858000 h 6858000"/>
              <a:gd name="connsiteX430" fmla="*/ 1746128 w 7467600"/>
              <a:gd name="connsiteY430" fmla="*/ 6858000 h 6858000"/>
              <a:gd name="connsiteX431" fmla="*/ 1753934 w 7467600"/>
              <a:gd name="connsiteY431" fmla="*/ 6724796 h 6858000"/>
              <a:gd name="connsiteX432" fmla="*/ 1792053 w 7467600"/>
              <a:gd name="connsiteY432" fmla="*/ 6572396 h 6858000"/>
              <a:gd name="connsiteX433" fmla="*/ 1862248 w 7467600"/>
              <a:gd name="connsiteY433" fmla="*/ 6266397 h 6858000"/>
              <a:gd name="connsiteX434" fmla="*/ 1862250 w 7467600"/>
              <a:gd name="connsiteY434" fmla="*/ 6033531 h 6858000"/>
              <a:gd name="connsiteX435" fmla="*/ 1211999 w 7467600"/>
              <a:gd name="connsiteY435" fmla="*/ 6683610 h 6858000"/>
              <a:gd name="connsiteX436" fmla="*/ 1213266 w 7467600"/>
              <a:gd name="connsiteY436" fmla="*/ 6691947 h 6858000"/>
              <a:gd name="connsiteX437" fmla="*/ 1203370 w 7467600"/>
              <a:gd name="connsiteY437" fmla="*/ 6850676 h 6858000"/>
              <a:gd name="connsiteX438" fmla="*/ 1203671 w 7467600"/>
              <a:gd name="connsiteY438" fmla="*/ 6858000 h 6858000"/>
              <a:gd name="connsiteX439" fmla="*/ 1143180 w 7467600"/>
              <a:gd name="connsiteY439" fmla="*/ 6858000 h 6858000"/>
              <a:gd name="connsiteX440" fmla="*/ 1142176 w 7467600"/>
              <a:gd name="connsiteY440" fmla="*/ 6766045 h 6858000"/>
              <a:gd name="connsiteX441" fmla="*/ 1067484 w 7467600"/>
              <a:gd name="connsiteY441" fmla="*/ 6858000 h 6858000"/>
              <a:gd name="connsiteX442" fmla="*/ 953928 w 7467600"/>
              <a:gd name="connsiteY442" fmla="*/ 6858000 h 6858000"/>
              <a:gd name="connsiteX443" fmla="*/ 959715 w 7467600"/>
              <a:gd name="connsiteY443" fmla="*/ 6850185 h 6858000"/>
              <a:gd name="connsiteX444" fmla="*/ 1483788 w 7467600"/>
              <a:gd name="connsiteY444" fmla="*/ 6259174 h 6858000"/>
              <a:gd name="connsiteX445" fmla="*/ 1100671 w 7467600"/>
              <a:gd name="connsiteY445" fmla="*/ 6252137 h 6858000"/>
              <a:gd name="connsiteX446" fmla="*/ 1090144 w 7467600"/>
              <a:gd name="connsiteY446" fmla="*/ 6256748 h 6858000"/>
              <a:gd name="connsiteX447" fmla="*/ 1095872 w 7467600"/>
              <a:gd name="connsiteY447" fmla="*/ 6271892 h 6858000"/>
              <a:gd name="connsiteX448" fmla="*/ 262785 w 7467600"/>
              <a:gd name="connsiteY448" fmla="*/ 6845450 h 6858000"/>
              <a:gd name="connsiteX449" fmla="*/ 209968 w 7467600"/>
              <a:gd name="connsiteY449" fmla="*/ 6770713 h 6858000"/>
              <a:gd name="connsiteX450" fmla="*/ 873460 w 7467600"/>
              <a:gd name="connsiteY450" fmla="*/ 6253768 h 6858000"/>
              <a:gd name="connsiteX451" fmla="*/ 192686 w 7467600"/>
              <a:gd name="connsiteY451" fmla="*/ 5849257 h 6858000"/>
              <a:gd name="connsiteX452" fmla="*/ 4696 w 7467600"/>
              <a:gd name="connsiteY452" fmla="*/ 5697668 h 6858000"/>
              <a:gd name="connsiteX453" fmla="*/ 0 w 7467600"/>
              <a:gd name="connsiteY453" fmla="*/ 5689984 h 6858000"/>
              <a:gd name="connsiteX454" fmla="*/ 0 w 7467600"/>
              <a:gd name="connsiteY454" fmla="*/ 5513472 h 6858000"/>
              <a:gd name="connsiteX455" fmla="*/ 174101 w 7467600"/>
              <a:gd name="connsiteY455" fmla="*/ 5620277 h 6858000"/>
              <a:gd name="connsiteX456" fmla="*/ 891800 w 7467600"/>
              <a:gd name="connsiteY456" fmla="*/ 6036935 h 6858000"/>
              <a:gd name="connsiteX457" fmla="*/ 1072219 w 7467600"/>
              <a:gd name="connsiteY457" fmla="*/ 6169443 h 6858000"/>
              <a:gd name="connsiteX458" fmla="*/ 1074117 w 7467600"/>
              <a:gd name="connsiteY458" fmla="*/ 6170301 h 6858000"/>
              <a:gd name="connsiteX459" fmla="*/ 1083114 w 7467600"/>
              <a:gd name="connsiteY459" fmla="*/ 6174131 h 6858000"/>
              <a:gd name="connsiteX460" fmla="*/ 1543010 w 7467600"/>
              <a:gd name="connsiteY460" fmla="*/ 6191140 h 6858000"/>
              <a:gd name="connsiteX461" fmla="*/ 1551080 w 7467600"/>
              <a:gd name="connsiteY461" fmla="*/ 6195006 h 6858000"/>
              <a:gd name="connsiteX462" fmla="*/ 2345443 w 7467600"/>
              <a:gd name="connsiteY462" fmla="*/ 5549882 h 6858000"/>
              <a:gd name="connsiteX463" fmla="*/ 1721499 w 7467600"/>
              <a:gd name="connsiteY463" fmla="*/ 5599969 h 6858000"/>
              <a:gd name="connsiteX464" fmla="*/ 767716 w 7467600"/>
              <a:gd name="connsiteY464" fmla="*/ 5472768 h 6858000"/>
              <a:gd name="connsiteX465" fmla="*/ 722147 w 7467600"/>
              <a:gd name="connsiteY465" fmla="*/ 5393091 h 6858000"/>
              <a:gd name="connsiteX466" fmla="*/ 1485552 w 7467600"/>
              <a:gd name="connsiteY466" fmla="*/ 5313202 h 6858000"/>
              <a:gd name="connsiteX467" fmla="*/ 2143004 w 7467600"/>
              <a:gd name="connsiteY467" fmla="*/ 5402420 h 6858000"/>
              <a:gd name="connsiteX468" fmla="*/ 1933391 w 7467600"/>
              <a:gd name="connsiteY468" fmla="*/ 5156971 h 6858000"/>
              <a:gd name="connsiteX469" fmla="*/ 1827118 w 7467600"/>
              <a:gd name="connsiteY469" fmla="*/ 4968410 h 6858000"/>
              <a:gd name="connsiteX470" fmla="*/ 1837349 w 7467600"/>
              <a:gd name="connsiteY470" fmla="*/ 4956357 h 6858000"/>
              <a:gd name="connsiteX471" fmla="*/ 2162835 w 7467600"/>
              <a:gd name="connsiteY471" fmla="*/ 5187853 h 6858000"/>
              <a:gd name="connsiteX472" fmla="*/ 2257167 w 7467600"/>
              <a:gd name="connsiteY472" fmla="*/ 5462123 h 6858000"/>
              <a:gd name="connsiteX473" fmla="*/ 2261598 w 7467600"/>
              <a:gd name="connsiteY473" fmla="*/ 5467998 h 6858000"/>
              <a:gd name="connsiteX474" fmla="*/ 2437177 w 7467600"/>
              <a:gd name="connsiteY474" fmla="*/ 5479608 h 6858000"/>
              <a:gd name="connsiteX475" fmla="*/ 2445247 w 7467600"/>
              <a:gd name="connsiteY475" fmla="*/ 5483476 h 6858000"/>
              <a:gd name="connsiteX476" fmla="*/ 2743626 w 7467600"/>
              <a:gd name="connsiteY476" fmla="*/ 5304819 h 6858000"/>
              <a:gd name="connsiteX477" fmla="*/ 3048102 w 7467600"/>
              <a:gd name="connsiteY477" fmla="*/ 5150595 h 6858000"/>
              <a:gd name="connsiteX478" fmla="*/ 1799414 w 7467600"/>
              <a:gd name="connsiteY478" fmla="*/ 4694732 h 6858000"/>
              <a:gd name="connsiteX479" fmla="*/ 1771735 w 7467600"/>
              <a:gd name="connsiteY479" fmla="*/ 4619929 h 6858000"/>
              <a:gd name="connsiteX480" fmla="*/ 3104273 w 7467600"/>
              <a:gd name="connsiteY480" fmla="*/ 5076159 h 6858000"/>
              <a:gd name="connsiteX481" fmla="*/ 3113245 w 7467600"/>
              <a:gd name="connsiteY481" fmla="*/ 5090705 h 6858000"/>
              <a:gd name="connsiteX482" fmla="*/ 3126294 w 7467600"/>
              <a:gd name="connsiteY482" fmla="*/ 5114400 h 6858000"/>
              <a:gd name="connsiteX483" fmla="*/ 3937433 w 7467600"/>
              <a:gd name="connsiteY483" fmla="*/ 4830473 h 6858000"/>
              <a:gd name="connsiteX484" fmla="*/ 3590475 w 7467600"/>
              <a:gd name="connsiteY484" fmla="*/ 4597974 h 6858000"/>
              <a:gd name="connsiteX485" fmla="*/ 3100264 w 7467600"/>
              <a:gd name="connsiteY485" fmla="*/ 4579845 h 6858000"/>
              <a:gd name="connsiteX486" fmla="*/ 2183576 w 7467600"/>
              <a:gd name="connsiteY486" fmla="*/ 4227150 h 6858000"/>
              <a:gd name="connsiteX487" fmla="*/ 2151029 w 7467600"/>
              <a:gd name="connsiteY487" fmla="*/ 4146947 h 6858000"/>
              <a:gd name="connsiteX488" fmla="*/ 3563434 w 7467600"/>
              <a:gd name="connsiteY488" fmla="*/ 4469115 h 6858000"/>
              <a:gd name="connsiteX489" fmla="*/ 3177952 w 7467600"/>
              <a:gd name="connsiteY489" fmla="*/ 3657386 h 6858000"/>
              <a:gd name="connsiteX490" fmla="*/ 3189263 w 7467600"/>
              <a:gd name="connsiteY490" fmla="*/ 3625726 h 6858000"/>
              <a:gd name="connsiteX491" fmla="*/ 3560912 w 7467600"/>
              <a:gd name="connsiteY491" fmla="*/ 4079863 h 6858000"/>
              <a:gd name="connsiteX492" fmla="*/ 3626636 w 7467600"/>
              <a:gd name="connsiteY492" fmla="*/ 4512230 h 6858000"/>
              <a:gd name="connsiteX493" fmla="*/ 3653088 w 7467600"/>
              <a:gd name="connsiteY493" fmla="*/ 4521417 h 6858000"/>
              <a:gd name="connsiteX494" fmla="*/ 3988128 w 7467600"/>
              <a:gd name="connsiteY494" fmla="*/ 4817267 h 6858000"/>
              <a:gd name="connsiteX495" fmla="*/ 4830582 w 7467600"/>
              <a:gd name="connsiteY495" fmla="*/ 4676000 h 6858000"/>
              <a:gd name="connsiteX496" fmla="*/ 4830100 w 7467600"/>
              <a:gd name="connsiteY496" fmla="*/ 4675554 h 6858000"/>
              <a:gd name="connsiteX497" fmla="*/ 4036318 w 7467600"/>
              <a:gd name="connsiteY497" fmla="*/ 4147013 h 6858000"/>
              <a:gd name="connsiteX498" fmla="*/ 3432098 w 7467600"/>
              <a:gd name="connsiteY498" fmla="*/ 3537312 h 6858000"/>
              <a:gd name="connsiteX499" fmla="*/ 3446761 w 7467600"/>
              <a:gd name="connsiteY499" fmla="*/ 3461278 h 6858000"/>
              <a:gd name="connsiteX500" fmla="*/ 4419733 w 7467600"/>
              <a:gd name="connsiteY500" fmla="*/ 3963555 h 6858000"/>
              <a:gd name="connsiteX501" fmla="*/ 4781371 w 7467600"/>
              <a:gd name="connsiteY501" fmla="*/ 4458604 h 6858000"/>
              <a:gd name="connsiteX502" fmla="*/ 4780440 w 7467600"/>
              <a:gd name="connsiteY502" fmla="*/ 4470290 h 6858000"/>
              <a:gd name="connsiteX503" fmla="*/ 4898954 w 7467600"/>
              <a:gd name="connsiteY503" fmla="*/ 4662092 h 6858000"/>
              <a:gd name="connsiteX504" fmla="*/ 4900699 w 7467600"/>
              <a:gd name="connsiteY504" fmla="*/ 4670867 h 6858000"/>
              <a:gd name="connsiteX505" fmla="*/ 5714511 w 7467600"/>
              <a:gd name="connsiteY505" fmla="*/ 4663483 h 6858000"/>
              <a:gd name="connsiteX506" fmla="*/ 5464793 w 7467600"/>
              <a:gd name="connsiteY506" fmla="*/ 4393556 h 6858000"/>
              <a:gd name="connsiteX507" fmla="*/ 5461897 w 7467600"/>
              <a:gd name="connsiteY507" fmla="*/ 4390879 h 6858000"/>
              <a:gd name="connsiteX508" fmla="*/ 4294126 w 7467600"/>
              <a:gd name="connsiteY508" fmla="*/ 3303048 h 6858000"/>
              <a:gd name="connsiteX509" fmla="*/ 4305321 w 7467600"/>
              <a:gd name="connsiteY509" fmla="*/ 3256953 h 6858000"/>
              <a:gd name="connsiteX510" fmla="*/ 4949299 w 7467600"/>
              <a:gd name="connsiteY510" fmla="*/ 3766336 h 6858000"/>
              <a:gd name="connsiteX511" fmla="*/ 5291452 w 7467600"/>
              <a:gd name="connsiteY511" fmla="*/ 4076801 h 6858000"/>
              <a:gd name="connsiteX512" fmla="*/ 5434998 w 7467600"/>
              <a:gd name="connsiteY512" fmla="*/ 4254100 h 6858000"/>
              <a:gd name="connsiteX513" fmla="*/ 5351015 w 7467600"/>
              <a:gd name="connsiteY513" fmla="*/ 3760989 h 6858000"/>
              <a:gd name="connsiteX514" fmla="*/ 5413780 w 7467600"/>
              <a:gd name="connsiteY514" fmla="*/ 2966265 h 6858000"/>
              <a:gd name="connsiteX515" fmla="*/ 5425627 w 7467600"/>
              <a:gd name="connsiteY515" fmla="*/ 2954192 h 6858000"/>
              <a:gd name="connsiteX516" fmla="*/ 6604735 w 7467600"/>
              <a:gd name="connsiteY516" fmla="*/ 2041381 h 6858000"/>
              <a:gd name="connsiteX517" fmla="*/ 7204487 w 7467600"/>
              <a:gd name="connsiteY517" fmla="*/ 2742112 h 6858000"/>
              <a:gd name="connsiteX518" fmla="*/ 7131592 w 7467600"/>
              <a:gd name="connsiteY518" fmla="*/ 2672096 h 6858000"/>
              <a:gd name="connsiteX519" fmla="*/ 6996344 w 7467600"/>
              <a:gd name="connsiteY519" fmla="*/ 2518310 h 6858000"/>
              <a:gd name="connsiteX520" fmla="*/ 6735495 w 7467600"/>
              <a:gd name="connsiteY520" fmla="*/ 2196890 h 6858000"/>
              <a:gd name="connsiteX521" fmla="*/ 6721901 w 7467600"/>
              <a:gd name="connsiteY521" fmla="*/ 2179274 h 6858000"/>
              <a:gd name="connsiteX522" fmla="*/ 6604735 w 7467600"/>
              <a:gd name="connsiteY522" fmla="*/ 2041381 h 6858000"/>
              <a:gd name="connsiteX523" fmla="*/ 6591670 w 7467600"/>
              <a:gd name="connsiteY523" fmla="*/ 1988277 h 6858000"/>
              <a:gd name="connsiteX524" fmla="*/ 6747349 w 7467600"/>
              <a:gd name="connsiteY524" fmla="*/ 2160069 h 6858000"/>
              <a:gd name="connsiteX525" fmla="*/ 6760943 w 7467600"/>
              <a:gd name="connsiteY525" fmla="*/ 2177686 h 6858000"/>
              <a:gd name="connsiteX526" fmla="*/ 7021065 w 7467600"/>
              <a:gd name="connsiteY526" fmla="*/ 2498102 h 6858000"/>
              <a:gd name="connsiteX527" fmla="*/ 7155223 w 7467600"/>
              <a:gd name="connsiteY527" fmla="*/ 2650386 h 6858000"/>
              <a:gd name="connsiteX528" fmla="*/ 7203167 w 7467600"/>
              <a:gd name="connsiteY528" fmla="*/ 2697288 h 6858000"/>
              <a:gd name="connsiteX529" fmla="*/ 6937703 w 7467600"/>
              <a:gd name="connsiteY529" fmla="*/ 2321981 h 6858000"/>
              <a:gd name="connsiteX530" fmla="*/ 6591670 w 7467600"/>
              <a:gd name="connsiteY530" fmla="*/ 1988277 h 6858000"/>
              <a:gd name="connsiteX531" fmla="*/ 5798671 w 7467600"/>
              <a:gd name="connsiteY531" fmla="*/ 1981601 h 6858000"/>
              <a:gd name="connsiteX532" fmla="*/ 5754709 w 7467600"/>
              <a:gd name="connsiteY532" fmla="*/ 2071454 h 6858000"/>
              <a:gd name="connsiteX533" fmla="*/ 5763044 w 7467600"/>
              <a:gd name="connsiteY533" fmla="*/ 2842206 h 6858000"/>
              <a:gd name="connsiteX534" fmla="*/ 5764974 w 7467600"/>
              <a:gd name="connsiteY534" fmla="*/ 2799609 h 6858000"/>
              <a:gd name="connsiteX535" fmla="*/ 5767665 w 7467600"/>
              <a:gd name="connsiteY535" fmla="*/ 2666409 h 6858000"/>
              <a:gd name="connsiteX536" fmla="*/ 5763055 w 7467600"/>
              <a:gd name="connsiteY536" fmla="*/ 2579705 h 6858000"/>
              <a:gd name="connsiteX537" fmla="*/ 5758079 w 7467600"/>
              <a:gd name="connsiteY537" fmla="*/ 2492508 h 6858000"/>
              <a:gd name="connsiteX538" fmla="*/ 5779325 w 7467600"/>
              <a:gd name="connsiteY538" fmla="*/ 2197069 h 6858000"/>
              <a:gd name="connsiteX539" fmla="*/ 5798671 w 7467600"/>
              <a:gd name="connsiteY539" fmla="*/ 1981601 h 6858000"/>
              <a:gd name="connsiteX540" fmla="*/ 5829202 w 7467600"/>
              <a:gd name="connsiteY540" fmla="*/ 1971679 h 6858000"/>
              <a:gd name="connsiteX541" fmla="*/ 5809558 w 7467600"/>
              <a:gd name="connsiteY541" fmla="*/ 2198043 h 6858000"/>
              <a:gd name="connsiteX542" fmla="*/ 5788653 w 7467600"/>
              <a:gd name="connsiteY542" fmla="*/ 2489430 h 6858000"/>
              <a:gd name="connsiteX543" fmla="*/ 5793439 w 7467600"/>
              <a:gd name="connsiteY543" fmla="*/ 2575235 h 6858000"/>
              <a:gd name="connsiteX544" fmla="*/ 5796837 w 7467600"/>
              <a:gd name="connsiteY544" fmla="*/ 2637633 h 6858000"/>
              <a:gd name="connsiteX545" fmla="*/ 5818614 w 7467600"/>
              <a:gd name="connsiteY545" fmla="*/ 2473055 h 6858000"/>
              <a:gd name="connsiteX546" fmla="*/ 5829202 w 7467600"/>
              <a:gd name="connsiteY546" fmla="*/ 1971679 h 6858000"/>
              <a:gd name="connsiteX547" fmla="*/ 5911389 w 7467600"/>
              <a:gd name="connsiteY547" fmla="*/ 1898371 h 6858000"/>
              <a:gd name="connsiteX548" fmla="*/ 6237627 w 7467600"/>
              <a:gd name="connsiteY548" fmla="*/ 2231921 h 6858000"/>
              <a:gd name="connsiteX549" fmla="*/ 5911389 w 7467600"/>
              <a:gd name="connsiteY549" fmla="*/ 1898371 h 6858000"/>
              <a:gd name="connsiteX550" fmla="*/ 6944437 w 7467600"/>
              <a:gd name="connsiteY550" fmla="*/ 1575402 h 6858000"/>
              <a:gd name="connsiteX551" fmla="*/ 6304730 w 7467600"/>
              <a:gd name="connsiteY551" fmla="*/ 1766654 h 6858000"/>
              <a:gd name="connsiteX552" fmla="*/ 6944437 w 7467600"/>
              <a:gd name="connsiteY552" fmla="*/ 1575402 h 6858000"/>
              <a:gd name="connsiteX553" fmla="*/ 7019523 w 7467600"/>
              <a:gd name="connsiteY553" fmla="*/ 1519450 h 6858000"/>
              <a:gd name="connsiteX554" fmla="*/ 6298091 w 7467600"/>
              <a:gd name="connsiteY554" fmla="*/ 1737122 h 6858000"/>
              <a:gd name="connsiteX555" fmla="*/ 7019523 w 7467600"/>
              <a:gd name="connsiteY555" fmla="*/ 1519450 h 6858000"/>
              <a:gd name="connsiteX556" fmla="*/ 2399523 w 7467600"/>
              <a:gd name="connsiteY556" fmla="*/ 1428234 h 6858000"/>
              <a:gd name="connsiteX557" fmla="*/ 2224982 w 7467600"/>
              <a:gd name="connsiteY557" fmla="*/ 1826201 h 6858000"/>
              <a:gd name="connsiteX558" fmla="*/ 2096099 w 7467600"/>
              <a:gd name="connsiteY558" fmla="*/ 2345900 h 6858000"/>
              <a:gd name="connsiteX559" fmla="*/ 2283317 w 7467600"/>
              <a:gd name="connsiteY559" fmla="*/ 1796925 h 6858000"/>
              <a:gd name="connsiteX560" fmla="*/ 2399523 w 7467600"/>
              <a:gd name="connsiteY560" fmla="*/ 1428234 h 6858000"/>
              <a:gd name="connsiteX561" fmla="*/ 2448558 w 7467600"/>
              <a:gd name="connsiteY561" fmla="*/ 1373435 h 6858000"/>
              <a:gd name="connsiteX562" fmla="*/ 2312521 w 7467600"/>
              <a:gd name="connsiteY562" fmla="*/ 1806140 h 6858000"/>
              <a:gd name="connsiteX563" fmla="*/ 2127533 w 7467600"/>
              <a:gd name="connsiteY563" fmla="*/ 2348380 h 6858000"/>
              <a:gd name="connsiteX564" fmla="*/ 2358080 w 7467600"/>
              <a:gd name="connsiteY564" fmla="*/ 1866134 h 6858000"/>
              <a:gd name="connsiteX565" fmla="*/ 2407436 w 7467600"/>
              <a:gd name="connsiteY565" fmla="*/ 1651070 h 6858000"/>
              <a:gd name="connsiteX566" fmla="*/ 2448558 w 7467600"/>
              <a:gd name="connsiteY566" fmla="*/ 1373435 h 6858000"/>
              <a:gd name="connsiteX567" fmla="*/ 278707 w 7467600"/>
              <a:gd name="connsiteY567" fmla="*/ 1352270 h 6858000"/>
              <a:gd name="connsiteX568" fmla="*/ 321570 w 7467600"/>
              <a:gd name="connsiteY568" fmla="*/ 1861610 h 6858000"/>
              <a:gd name="connsiteX569" fmla="*/ 294281 w 7467600"/>
              <a:gd name="connsiteY569" fmla="*/ 1440658 h 6858000"/>
              <a:gd name="connsiteX570" fmla="*/ 278707 w 7467600"/>
              <a:gd name="connsiteY570" fmla="*/ 1352270 h 6858000"/>
              <a:gd name="connsiteX571" fmla="*/ 1423821 w 7467600"/>
              <a:gd name="connsiteY571" fmla="*/ 1351958 h 6858000"/>
              <a:gd name="connsiteX572" fmla="*/ 1638521 w 7467600"/>
              <a:gd name="connsiteY572" fmla="*/ 1908470 h 6858000"/>
              <a:gd name="connsiteX573" fmla="*/ 1754199 w 7467600"/>
              <a:gd name="connsiteY573" fmla="*/ 2149284 h 6858000"/>
              <a:gd name="connsiteX574" fmla="*/ 1908359 w 7467600"/>
              <a:gd name="connsiteY574" fmla="*/ 2364988 h 6858000"/>
              <a:gd name="connsiteX575" fmla="*/ 1647661 w 7467600"/>
              <a:gd name="connsiteY575" fmla="*/ 1825945 h 6858000"/>
              <a:gd name="connsiteX576" fmla="*/ 1423821 w 7467600"/>
              <a:gd name="connsiteY576" fmla="*/ 1351958 h 6858000"/>
              <a:gd name="connsiteX577" fmla="*/ 1431890 w 7467600"/>
              <a:gd name="connsiteY577" fmla="*/ 1306475 h 6858000"/>
              <a:gd name="connsiteX578" fmla="*/ 1507597 w 7467600"/>
              <a:gd name="connsiteY578" fmla="*/ 1446132 h 6858000"/>
              <a:gd name="connsiteX579" fmla="*/ 1674586 w 7467600"/>
              <a:gd name="connsiteY579" fmla="*/ 1813832 h 6858000"/>
              <a:gd name="connsiteX580" fmla="*/ 1815950 w 7467600"/>
              <a:gd name="connsiteY580" fmla="*/ 2128564 h 6858000"/>
              <a:gd name="connsiteX581" fmla="*/ 1984242 w 7467600"/>
              <a:gd name="connsiteY581" fmla="*/ 2430829 h 6858000"/>
              <a:gd name="connsiteX582" fmla="*/ 2014023 w 7467600"/>
              <a:gd name="connsiteY582" fmla="*/ 2450995 h 6858000"/>
              <a:gd name="connsiteX583" fmla="*/ 1747337 w 7467600"/>
              <a:gd name="connsiteY583" fmla="*/ 1855264 h 6858000"/>
              <a:gd name="connsiteX584" fmla="*/ 1533749 w 7467600"/>
              <a:gd name="connsiteY584" fmla="*/ 1478656 h 6858000"/>
              <a:gd name="connsiteX585" fmla="*/ 1431890 w 7467600"/>
              <a:gd name="connsiteY585" fmla="*/ 1306475 h 6858000"/>
              <a:gd name="connsiteX586" fmla="*/ 5052692 w 7467600"/>
              <a:gd name="connsiteY586" fmla="*/ 1292994 h 6858000"/>
              <a:gd name="connsiteX587" fmla="*/ 5200661 w 7467600"/>
              <a:gd name="connsiteY587" fmla="*/ 1635186 h 6858000"/>
              <a:gd name="connsiteX588" fmla="*/ 5297138 w 7467600"/>
              <a:gd name="connsiteY588" fmla="*/ 1906351 h 6858000"/>
              <a:gd name="connsiteX589" fmla="*/ 5052692 w 7467600"/>
              <a:gd name="connsiteY589" fmla="*/ 1292994 h 6858000"/>
              <a:gd name="connsiteX590" fmla="*/ 5009948 w 7467600"/>
              <a:gd name="connsiteY590" fmla="*/ 1273619 h 6858000"/>
              <a:gd name="connsiteX591" fmla="*/ 5121777 w 7467600"/>
              <a:gd name="connsiteY591" fmla="*/ 1654213 h 6858000"/>
              <a:gd name="connsiteX592" fmla="*/ 5293545 w 7467600"/>
              <a:gd name="connsiteY592" fmla="*/ 2072247 h 6858000"/>
              <a:gd name="connsiteX593" fmla="*/ 5294042 w 7467600"/>
              <a:gd name="connsiteY593" fmla="*/ 2065019 h 6858000"/>
              <a:gd name="connsiteX594" fmla="*/ 5171936 w 7467600"/>
              <a:gd name="connsiteY594" fmla="*/ 1647613 h 6858000"/>
              <a:gd name="connsiteX595" fmla="*/ 5009948 w 7467600"/>
              <a:gd name="connsiteY595" fmla="*/ 1273619 h 6858000"/>
              <a:gd name="connsiteX596" fmla="*/ 655236 w 7467600"/>
              <a:gd name="connsiteY596" fmla="*/ 1268632 h 6858000"/>
              <a:gd name="connsiteX597" fmla="*/ 839521 w 7467600"/>
              <a:gd name="connsiteY597" fmla="*/ 1685315 h 6858000"/>
              <a:gd name="connsiteX598" fmla="*/ 1109416 w 7467600"/>
              <a:gd name="connsiteY598" fmla="*/ 2061663 h 6858000"/>
              <a:gd name="connsiteX599" fmla="*/ 1298300 w 7467600"/>
              <a:gd name="connsiteY599" fmla="*/ 2247742 h 6858000"/>
              <a:gd name="connsiteX600" fmla="*/ 1125871 w 7467600"/>
              <a:gd name="connsiteY600" fmla="*/ 1989513 h 6858000"/>
              <a:gd name="connsiteX601" fmla="*/ 981574 w 7467600"/>
              <a:gd name="connsiteY601" fmla="*/ 1783157 h 6858000"/>
              <a:gd name="connsiteX602" fmla="*/ 922198 w 7467600"/>
              <a:gd name="connsiteY602" fmla="*/ 1677437 h 6858000"/>
              <a:gd name="connsiteX603" fmla="*/ 869293 w 7467600"/>
              <a:gd name="connsiteY603" fmla="*/ 1583214 h 6858000"/>
              <a:gd name="connsiteX604" fmla="*/ 751431 w 7467600"/>
              <a:gd name="connsiteY604" fmla="*/ 1405731 h 6858000"/>
              <a:gd name="connsiteX605" fmla="*/ 655236 w 7467600"/>
              <a:gd name="connsiteY605" fmla="*/ 1268632 h 6858000"/>
              <a:gd name="connsiteX606" fmla="*/ 6516292 w 7467600"/>
              <a:gd name="connsiteY606" fmla="*/ 1263064 h 6858000"/>
              <a:gd name="connsiteX607" fmla="*/ 5736320 w 7467600"/>
              <a:gd name="connsiteY607" fmla="*/ 1501803 h 6858000"/>
              <a:gd name="connsiteX608" fmla="*/ 6516292 w 7467600"/>
              <a:gd name="connsiteY608" fmla="*/ 1263064 h 6858000"/>
              <a:gd name="connsiteX609" fmla="*/ 291466 w 7467600"/>
              <a:gd name="connsiteY609" fmla="*/ 1250369 h 6858000"/>
              <a:gd name="connsiteX610" fmla="*/ 323180 w 7467600"/>
              <a:gd name="connsiteY610" fmla="*/ 1435283 h 6858000"/>
              <a:gd name="connsiteX611" fmla="*/ 349381 w 7467600"/>
              <a:gd name="connsiteY611" fmla="*/ 1875041 h 6858000"/>
              <a:gd name="connsiteX612" fmla="*/ 374363 w 7467600"/>
              <a:gd name="connsiteY612" fmla="*/ 1506494 h 6858000"/>
              <a:gd name="connsiteX613" fmla="*/ 302168 w 7467600"/>
              <a:gd name="connsiteY613" fmla="*/ 1274495 h 6858000"/>
              <a:gd name="connsiteX614" fmla="*/ 291466 w 7467600"/>
              <a:gd name="connsiteY614" fmla="*/ 1250369 h 6858000"/>
              <a:gd name="connsiteX615" fmla="*/ 678222 w 7467600"/>
              <a:gd name="connsiteY615" fmla="*/ 1248670 h 6858000"/>
              <a:gd name="connsiteX616" fmla="*/ 775536 w 7467600"/>
              <a:gd name="connsiteY616" fmla="*/ 1388015 h 6858000"/>
              <a:gd name="connsiteX617" fmla="*/ 894529 w 7467600"/>
              <a:gd name="connsiteY617" fmla="*/ 1567739 h 6858000"/>
              <a:gd name="connsiteX618" fmla="*/ 948000 w 7467600"/>
              <a:gd name="connsiteY618" fmla="*/ 1663088 h 6858000"/>
              <a:gd name="connsiteX619" fmla="*/ 1006812 w 7467600"/>
              <a:gd name="connsiteY619" fmla="*/ 1767683 h 6858000"/>
              <a:gd name="connsiteX620" fmla="*/ 1149133 w 7467600"/>
              <a:gd name="connsiteY620" fmla="*/ 1971513 h 6858000"/>
              <a:gd name="connsiteX621" fmla="*/ 1333952 w 7467600"/>
              <a:gd name="connsiteY621" fmla="*/ 2251620 h 6858000"/>
              <a:gd name="connsiteX622" fmla="*/ 1337329 w 7467600"/>
              <a:gd name="connsiteY622" fmla="*/ 2258350 h 6858000"/>
              <a:gd name="connsiteX623" fmla="*/ 1014726 w 7467600"/>
              <a:gd name="connsiteY623" fmla="*/ 1615556 h 6858000"/>
              <a:gd name="connsiteX624" fmla="*/ 678222 w 7467600"/>
              <a:gd name="connsiteY624" fmla="*/ 1248670 h 6858000"/>
              <a:gd name="connsiteX625" fmla="*/ 6691602 w 7467600"/>
              <a:gd name="connsiteY625" fmla="*/ 1140573 h 6858000"/>
              <a:gd name="connsiteX626" fmla="*/ 6571100 w 7467600"/>
              <a:gd name="connsiteY626" fmla="*/ 1183662 h 6858000"/>
              <a:gd name="connsiteX627" fmla="*/ 6241687 w 7467600"/>
              <a:gd name="connsiteY627" fmla="*/ 1257600 h 6858000"/>
              <a:gd name="connsiteX628" fmla="*/ 5693009 w 7467600"/>
              <a:gd name="connsiteY628" fmla="*/ 1478256 h 6858000"/>
              <a:gd name="connsiteX629" fmla="*/ 6548420 w 7467600"/>
              <a:gd name="connsiteY629" fmla="*/ 1214599 h 6858000"/>
              <a:gd name="connsiteX630" fmla="*/ 6605473 w 7467600"/>
              <a:gd name="connsiteY630" fmla="*/ 1184686 h 6858000"/>
              <a:gd name="connsiteX631" fmla="*/ 6691602 w 7467600"/>
              <a:gd name="connsiteY631" fmla="*/ 1140573 h 6858000"/>
              <a:gd name="connsiteX632" fmla="*/ 4002475 w 7467600"/>
              <a:gd name="connsiteY632" fmla="*/ 1037802 h 6858000"/>
              <a:gd name="connsiteX633" fmla="*/ 4000324 w 7467600"/>
              <a:gd name="connsiteY633" fmla="*/ 1039362 h 6858000"/>
              <a:gd name="connsiteX634" fmla="*/ 4002862 w 7467600"/>
              <a:gd name="connsiteY634" fmla="*/ 1042866 h 6858000"/>
              <a:gd name="connsiteX635" fmla="*/ 4002475 w 7467600"/>
              <a:gd name="connsiteY635" fmla="*/ 1037802 h 6858000"/>
              <a:gd name="connsiteX636" fmla="*/ 506322 w 7467600"/>
              <a:gd name="connsiteY636" fmla="*/ 1020997 h 6858000"/>
              <a:gd name="connsiteX637" fmla="*/ 533068 w 7467600"/>
              <a:gd name="connsiteY637" fmla="*/ 1029409 h 6858000"/>
              <a:gd name="connsiteX638" fmla="*/ 1232525 w 7467600"/>
              <a:gd name="connsiteY638" fmla="*/ 1804675 h 6858000"/>
              <a:gd name="connsiteX639" fmla="*/ 1388858 w 7467600"/>
              <a:gd name="connsiteY639" fmla="*/ 2368011 h 6858000"/>
              <a:gd name="connsiteX640" fmla="*/ 1384098 w 7467600"/>
              <a:gd name="connsiteY640" fmla="*/ 2378125 h 6858000"/>
              <a:gd name="connsiteX641" fmla="*/ 1425393 w 7467600"/>
              <a:gd name="connsiteY641" fmla="*/ 2589124 h 6858000"/>
              <a:gd name="connsiteX642" fmla="*/ 1424001 w 7467600"/>
              <a:gd name="connsiteY642" fmla="*/ 2597541 h 6858000"/>
              <a:gd name="connsiteX643" fmla="*/ 2152729 w 7467600"/>
              <a:gd name="connsiteY643" fmla="*/ 2864487 h 6858000"/>
              <a:gd name="connsiteX644" fmla="*/ 2020609 w 7467600"/>
              <a:gd name="connsiteY644" fmla="*/ 2539671 h 6858000"/>
              <a:gd name="connsiteX645" fmla="*/ 2018920 w 7467600"/>
              <a:gd name="connsiteY645" fmla="*/ 2536309 h 6858000"/>
              <a:gd name="connsiteX646" fmla="*/ 1342441 w 7467600"/>
              <a:gd name="connsiteY646" fmla="*/ 1173017 h 6858000"/>
              <a:gd name="connsiteX647" fmla="*/ 1367925 w 7467600"/>
              <a:gd name="connsiteY647" fmla="*/ 1135648 h 6858000"/>
              <a:gd name="connsiteX648" fmla="*/ 1771401 w 7467600"/>
              <a:gd name="connsiteY648" fmla="*/ 1806673 h 6858000"/>
              <a:gd name="connsiteX649" fmla="*/ 1972385 w 7467600"/>
              <a:gd name="connsiteY649" fmla="*/ 2198735 h 6858000"/>
              <a:gd name="connsiteX650" fmla="*/ 2040892 w 7467600"/>
              <a:gd name="connsiteY650" fmla="*/ 2405205 h 6858000"/>
              <a:gd name="connsiteX651" fmla="*/ 2131689 w 7467600"/>
              <a:gd name="connsiteY651" fmla="*/ 1936926 h 6858000"/>
              <a:gd name="connsiteX652" fmla="*/ 2454820 w 7467600"/>
              <a:gd name="connsiteY652" fmla="*/ 1248808 h 6858000"/>
              <a:gd name="connsiteX653" fmla="*/ 2492512 w 7467600"/>
              <a:gd name="connsiteY653" fmla="*/ 1302920 h 6858000"/>
              <a:gd name="connsiteX654" fmla="*/ 2081216 w 7467600"/>
              <a:gd name="connsiteY654" fmla="*/ 2527513 h 6858000"/>
              <a:gd name="connsiteX655" fmla="*/ 2081211 w 7467600"/>
              <a:gd name="connsiteY655" fmla="*/ 2528916 h 6858000"/>
              <a:gd name="connsiteX656" fmla="*/ 2199067 w 7467600"/>
              <a:gd name="connsiteY656" fmla="*/ 2884061 h 6858000"/>
              <a:gd name="connsiteX657" fmla="*/ 3192586 w 7467600"/>
              <a:gd name="connsiteY657" fmla="*/ 3411496 h 6858000"/>
              <a:gd name="connsiteX658" fmla="*/ 3182620 w 7467600"/>
              <a:gd name="connsiteY658" fmla="*/ 3483279 h 6858000"/>
              <a:gd name="connsiteX659" fmla="*/ 2435119 w 7467600"/>
              <a:gd name="connsiteY659" fmla="*/ 3080173 h 6858000"/>
              <a:gd name="connsiteX660" fmla="*/ 2410152 w 7467600"/>
              <a:gd name="connsiteY660" fmla="*/ 3063751 h 6858000"/>
              <a:gd name="connsiteX661" fmla="*/ 2408099 w 7467600"/>
              <a:gd name="connsiteY661" fmla="*/ 3064403 h 6858000"/>
              <a:gd name="connsiteX662" fmla="*/ 2407218 w 7467600"/>
              <a:gd name="connsiteY662" fmla="*/ 3070324 h 6858000"/>
              <a:gd name="connsiteX663" fmla="*/ 2380138 w 7467600"/>
              <a:gd name="connsiteY663" fmla="*/ 3099341 h 6858000"/>
              <a:gd name="connsiteX664" fmla="*/ 1765923 w 7467600"/>
              <a:gd name="connsiteY664" fmla="*/ 3581043 h 6858000"/>
              <a:gd name="connsiteX665" fmla="*/ 1702258 w 7467600"/>
              <a:gd name="connsiteY665" fmla="*/ 3612286 h 6858000"/>
              <a:gd name="connsiteX666" fmla="*/ 1538370 w 7467600"/>
              <a:gd name="connsiteY666" fmla="*/ 3811804 h 6858000"/>
              <a:gd name="connsiteX667" fmla="*/ 542867 w 7467600"/>
              <a:gd name="connsiteY667" fmla="*/ 4944092 h 6858000"/>
              <a:gd name="connsiteX668" fmla="*/ 515800 w 7467600"/>
              <a:gd name="connsiteY668" fmla="*/ 4862180 h 6858000"/>
              <a:gd name="connsiteX669" fmla="*/ 909145 w 7467600"/>
              <a:gd name="connsiteY669" fmla="*/ 4199225 h 6858000"/>
              <a:gd name="connsiteX670" fmla="*/ 1214067 w 7467600"/>
              <a:gd name="connsiteY670" fmla="*/ 3908561 h 6858000"/>
              <a:gd name="connsiteX671" fmla="*/ 640967 w 7467600"/>
              <a:gd name="connsiteY671" fmla="*/ 4105601 h 6858000"/>
              <a:gd name="connsiteX672" fmla="*/ 112563 w 7467600"/>
              <a:gd name="connsiteY672" fmla="*/ 4396952 h 6858000"/>
              <a:gd name="connsiteX673" fmla="*/ 0 w 7467600"/>
              <a:gd name="connsiteY673" fmla="*/ 4466006 h 6858000"/>
              <a:gd name="connsiteX674" fmla="*/ 0 w 7467600"/>
              <a:gd name="connsiteY674" fmla="*/ 4233763 h 6858000"/>
              <a:gd name="connsiteX675" fmla="*/ 36881 w 7467600"/>
              <a:gd name="connsiteY675" fmla="*/ 4200118 h 6858000"/>
              <a:gd name="connsiteX676" fmla="*/ 910534 w 7467600"/>
              <a:gd name="connsiteY676" fmla="*/ 3629753 h 6858000"/>
              <a:gd name="connsiteX677" fmla="*/ 1578717 w 7467600"/>
              <a:gd name="connsiteY677" fmla="*/ 3575982 h 6858000"/>
              <a:gd name="connsiteX678" fmla="*/ 2338780 w 7467600"/>
              <a:gd name="connsiteY678" fmla="*/ 3033725 h 6858000"/>
              <a:gd name="connsiteX679" fmla="*/ 1807991 w 7467600"/>
              <a:gd name="connsiteY679" fmla="*/ 2807184 h 6858000"/>
              <a:gd name="connsiteX680" fmla="*/ 1416358 w 7467600"/>
              <a:gd name="connsiteY680" fmla="*/ 3112571 h 6858000"/>
              <a:gd name="connsiteX681" fmla="*/ 939066 w 7467600"/>
              <a:gd name="connsiteY681" fmla="*/ 3378798 h 6858000"/>
              <a:gd name="connsiteX682" fmla="*/ 115099 w 7467600"/>
              <a:gd name="connsiteY682" fmla="*/ 3607650 h 6858000"/>
              <a:gd name="connsiteX683" fmla="*/ 97284 w 7467600"/>
              <a:gd name="connsiteY683" fmla="*/ 3520393 h 6858000"/>
              <a:gd name="connsiteX684" fmla="*/ 922050 w 7467600"/>
              <a:gd name="connsiteY684" fmla="*/ 3074867 h 6858000"/>
              <a:gd name="connsiteX685" fmla="*/ 1405265 w 7467600"/>
              <a:gd name="connsiteY685" fmla="*/ 3016319 h 6858000"/>
              <a:gd name="connsiteX686" fmla="*/ 1407512 w 7467600"/>
              <a:gd name="connsiteY686" fmla="*/ 3018001 h 6858000"/>
              <a:gd name="connsiteX687" fmla="*/ 1726266 w 7467600"/>
              <a:gd name="connsiteY687" fmla="*/ 2777274 h 6858000"/>
              <a:gd name="connsiteX688" fmla="*/ 625390 w 7467600"/>
              <a:gd name="connsiteY688" fmla="*/ 2514541 h 6858000"/>
              <a:gd name="connsiteX689" fmla="*/ 619799 w 7467600"/>
              <a:gd name="connsiteY689" fmla="*/ 2527180 h 6858000"/>
              <a:gd name="connsiteX690" fmla="*/ 310030 w 7467600"/>
              <a:gd name="connsiteY690" fmla="*/ 2771818 h 6858000"/>
              <a:gd name="connsiteX691" fmla="*/ 173877 w 7467600"/>
              <a:gd name="connsiteY691" fmla="*/ 2937056 h 6858000"/>
              <a:gd name="connsiteX692" fmla="*/ 77889 w 7467600"/>
              <a:gd name="connsiteY692" fmla="*/ 3138440 h 6858000"/>
              <a:gd name="connsiteX693" fmla="*/ 0 w 7467600"/>
              <a:gd name="connsiteY693" fmla="*/ 3271395 h 6858000"/>
              <a:gd name="connsiteX694" fmla="*/ 0 w 7467600"/>
              <a:gd name="connsiteY694" fmla="*/ 3153002 h 6858000"/>
              <a:gd name="connsiteX695" fmla="*/ 2386 w 7467600"/>
              <a:gd name="connsiteY695" fmla="*/ 3149203 h 6858000"/>
              <a:gd name="connsiteX696" fmla="*/ 89753 w 7467600"/>
              <a:gd name="connsiteY696" fmla="*/ 2987702 h 6858000"/>
              <a:gd name="connsiteX697" fmla="*/ 76869 w 7467600"/>
              <a:gd name="connsiteY697" fmla="*/ 3005404 h 6858000"/>
              <a:gd name="connsiteX698" fmla="*/ 32049 w 7467600"/>
              <a:gd name="connsiteY698" fmla="*/ 3065814 h 6858000"/>
              <a:gd name="connsiteX699" fmla="*/ 0 w 7467600"/>
              <a:gd name="connsiteY699" fmla="*/ 3108744 h 6858000"/>
              <a:gd name="connsiteX700" fmla="*/ 0 w 7467600"/>
              <a:gd name="connsiteY700" fmla="*/ 3058059 h 6858000"/>
              <a:gd name="connsiteX701" fmla="*/ 7610 w 7467600"/>
              <a:gd name="connsiteY701" fmla="*/ 3047889 h 6858000"/>
              <a:gd name="connsiteX702" fmla="*/ 52419 w 7467600"/>
              <a:gd name="connsiteY702" fmla="*/ 2987479 h 6858000"/>
              <a:gd name="connsiteX703" fmla="*/ 59142 w 7467600"/>
              <a:gd name="connsiteY703" fmla="*/ 2978488 h 6858000"/>
              <a:gd name="connsiteX704" fmla="*/ 0 w 7467600"/>
              <a:gd name="connsiteY704" fmla="*/ 3015334 h 6858000"/>
              <a:gd name="connsiteX705" fmla="*/ 0 w 7467600"/>
              <a:gd name="connsiteY705" fmla="*/ 2914286 h 6858000"/>
              <a:gd name="connsiteX706" fmla="*/ 36383 w 7467600"/>
              <a:gd name="connsiteY706" fmla="*/ 2901128 h 6858000"/>
              <a:gd name="connsiteX707" fmla="*/ 156329 w 7467600"/>
              <a:gd name="connsiteY707" fmla="*/ 2840533 h 6858000"/>
              <a:gd name="connsiteX708" fmla="*/ 358355 w 7467600"/>
              <a:gd name="connsiteY708" fmla="*/ 2620471 h 6858000"/>
              <a:gd name="connsiteX709" fmla="*/ 510577 w 7467600"/>
              <a:gd name="connsiteY709" fmla="*/ 2501244 h 6858000"/>
              <a:gd name="connsiteX710" fmla="*/ 211967 w 7467600"/>
              <a:gd name="connsiteY710" fmla="*/ 2479171 h 6858000"/>
              <a:gd name="connsiteX711" fmla="*/ 0 w 7467600"/>
              <a:gd name="connsiteY711" fmla="*/ 2476398 h 6858000"/>
              <a:gd name="connsiteX712" fmla="*/ 0 w 7467600"/>
              <a:gd name="connsiteY712" fmla="*/ 2389189 h 6858000"/>
              <a:gd name="connsiteX713" fmla="*/ 103062 w 7467600"/>
              <a:gd name="connsiteY713" fmla="*/ 2389518 h 6858000"/>
              <a:gd name="connsiteX714" fmla="*/ 510734 w 7467600"/>
              <a:gd name="connsiteY714" fmla="*/ 2416201 h 6858000"/>
              <a:gd name="connsiteX715" fmla="*/ 279257 w 7467600"/>
              <a:gd name="connsiteY715" fmla="*/ 2092102 h 6858000"/>
              <a:gd name="connsiteX716" fmla="*/ 65265 w 7467600"/>
              <a:gd name="connsiteY716" fmla="*/ 2006049 h 6858000"/>
              <a:gd name="connsiteX717" fmla="*/ 0 w 7467600"/>
              <a:gd name="connsiteY717" fmla="*/ 1982532 h 6858000"/>
              <a:gd name="connsiteX718" fmla="*/ 0 w 7467600"/>
              <a:gd name="connsiteY718" fmla="*/ 1912789 h 6858000"/>
              <a:gd name="connsiteX719" fmla="*/ 97460 w 7467600"/>
              <a:gd name="connsiteY719" fmla="*/ 1953725 h 6858000"/>
              <a:gd name="connsiteX720" fmla="*/ 221272 w 7467600"/>
              <a:gd name="connsiteY720" fmla="*/ 1980766 h 6858000"/>
              <a:gd name="connsiteX721" fmla="*/ 116765 w 7467600"/>
              <a:gd name="connsiteY721" fmla="*/ 1911033 h 6858000"/>
              <a:gd name="connsiteX722" fmla="*/ 16405 w 7467600"/>
              <a:gd name="connsiteY722" fmla="*/ 1803412 h 6858000"/>
              <a:gd name="connsiteX723" fmla="*/ 0 w 7467600"/>
              <a:gd name="connsiteY723" fmla="*/ 1784777 h 6858000"/>
              <a:gd name="connsiteX724" fmla="*/ 0 w 7467600"/>
              <a:gd name="connsiteY724" fmla="*/ 1740082 h 6858000"/>
              <a:gd name="connsiteX725" fmla="*/ 39394 w 7467600"/>
              <a:gd name="connsiteY725" fmla="*/ 1784856 h 6858000"/>
              <a:gd name="connsiteX726" fmla="*/ 135813 w 7467600"/>
              <a:gd name="connsiteY726" fmla="*/ 1888838 h 6858000"/>
              <a:gd name="connsiteX727" fmla="*/ 242575 w 7467600"/>
              <a:gd name="connsiteY727" fmla="*/ 1958841 h 6858000"/>
              <a:gd name="connsiteX728" fmla="*/ 82197 w 7467600"/>
              <a:gd name="connsiteY728" fmla="*/ 1754826 h 6858000"/>
              <a:gd name="connsiteX729" fmla="*/ 0 w 7467600"/>
              <a:gd name="connsiteY729" fmla="*/ 1679650 h 6858000"/>
              <a:gd name="connsiteX730" fmla="*/ 0 w 7467600"/>
              <a:gd name="connsiteY730" fmla="*/ 1602463 h 6858000"/>
              <a:gd name="connsiteX731" fmla="*/ 84689 w 7467600"/>
              <a:gd name="connsiteY731" fmla="*/ 1677442 h 6858000"/>
              <a:gd name="connsiteX732" fmla="*/ 298437 w 7467600"/>
              <a:gd name="connsiteY732" fmla="*/ 1968019 h 6858000"/>
              <a:gd name="connsiteX733" fmla="*/ 227269 w 7467600"/>
              <a:gd name="connsiteY733" fmla="*/ 1114064 h 6858000"/>
              <a:gd name="connsiteX734" fmla="*/ 248003 w 7467600"/>
              <a:gd name="connsiteY734" fmla="*/ 1089613 h 6858000"/>
              <a:gd name="connsiteX735" fmla="*/ 427020 w 7467600"/>
              <a:gd name="connsiteY735" fmla="*/ 1619803 h 6858000"/>
              <a:gd name="connsiteX736" fmla="*/ 340345 w 7467600"/>
              <a:gd name="connsiteY736" fmla="*/ 2027739 h 6858000"/>
              <a:gd name="connsiteX737" fmla="*/ 360865 w 7467600"/>
              <a:gd name="connsiteY737" fmla="*/ 2044827 h 6858000"/>
              <a:gd name="connsiteX738" fmla="*/ 560414 w 7467600"/>
              <a:gd name="connsiteY738" fmla="*/ 2421457 h 6858000"/>
              <a:gd name="connsiteX739" fmla="*/ 1359703 w 7467600"/>
              <a:gd name="connsiteY739" fmla="*/ 2578554 h 6858000"/>
              <a:gd name="connsiteX740" fmla="*/ 1359422 w 7467600"/>
              <a:gd name="connsiteY740" fmla="*/ 2577994 h 6858000"/>
              <a:gd name="connsiteX741" fmla="*/ 828701 w 7467600"/>
              <a:gd name="connsiteY741" fmla="*/ 1839520 h 6858000"/>
              <a:gd name="connsiteX742" fmla="*/ 494427 w 7467600"/>
              <a:gd name="connsiteY742" fmla="*/ 1092333 h 6858000"/>
              <a:gd name="connsiteX743" fmla="*/ 506322 w 7467600"/>
              <a:gd name="connsiteY743" fmla="*/ 1020997 h 6858000"/>
              <a:gd name="connsiteX744" fmla="*/ 4570198 w 7467600"/>
              <a:gd name="connsiteY744" fmla="*/ 978081 h 6858000"/>
              <a:gd name="connsiteX745" fmla="*/ 4523691 w 7467600"/>
              <a:gd name="connsiteY745" fmla="*/ 1127776 h 6858000"/>
              <a:gd name="connsiteX746" fmla="*/ 4509875 w 7467600"/>
              <a:gd name="connsiteY746" fmla="*/ 1167552 h 6858000"/>
              <a:gd name="connsiteX747" fmla="*/ 4478168 w 7467600"/>
              <a:gd name="connsiteY747" fmla="*/ 1260735 h 6858000"/>
              <a:gd name="connsiteX748" fmla="*/ 4409309 w 7467600"/>
              <a:gd name="connsiteY748" fmla="*/ 1666996 h 6858000"/>
              <a:gd name="connsiteX749" fmla="*/ 4370031 w 7467600"/>
              <a:gd name="connsiteY749" fmla="*/ 1955666 h 6858000"/>
              <a:gd name="connsiteX750" fmla="*/ 4570198 w 7467600"/>
              <a:gd name="connsiteY750" fmla="*/ 978081 h 6858000"/>
              <a:gd name="connsiteX751" fmla="*/ 4557898 w 7467600"/>
              <a:gd name="connsiteY751" fmla="*/ 900011 h 6858000"/>
              <a:gd name="connsiteX752" fmla="*/ 4344840 w 7467600"/>
              <a:gd name="connsiteY752" fmla="*/ 1922038 h 6858000"/>
              <a:gd name="connsiteX753" fmla="*/ 4378710 w 7467600"/>
              <a:gd name="connsiteY753" fmla="*/ 1665516 h 6858000"/>
              <a:gd name="connsiteX754" fmla="*/ 4448798 w 7467600"/>
              <a:gd name="connsiteY754" fmla="*/ 1253024 h 6858000"/>
              <a:gd name="connsiteX755" fmla="*/ 4480315 w 7467600"/>
              <a:gd name="connsiteY755" fmla="*/ 1158454 h 6858000"/>
              <a:gd name="connsiteX756" fmla="*/ 4494133 w 7467600"/>
              <a:gd name="connsiteY756" fmla="*/ 1118676 h 6858000"/>
              <a:gd name="connsiteX757" fmla="*/ 4557898 w 7467600"/>
              <a:gd name="connsiteY757" fmla="*/ 900011 h 6858000"/>
              <a:gd name="connsiteX758" fmla="*/ 5870151 w 7467600"/>
              <a:gd name="connsiteY758" fmla="*/ 898890 h 6858000"/>
              <a:gd name="connsiteX759" fmla="*/ 5861335 w 7467600"/>
              <a:gd name="connsiteY759" fmla="*/ 899177 h 6858000"/>
              <a:gd name="connsiteX760" fmla="*/ 5843702 w 7467600"/>
              <a:gd name="connsiteY760" fmla="*/ 899748 h 6858000"/>
              <a:gd name="connsiteX761" fmla="*/ 5651107 w 7467600"/>
              <a:gd name="connsiteY761" fmla="*/ 920306 h 6858000"/>
              <a:gd name="connsiteX762" fmla="*/ 5459407 w 7467600"/>
              <a:gd name="connsiteY762" fmla="*/ 940975 h 6858000"/>
              <a:gd name="connsiteX763" fmla="*/ 5374846 w 7467600"/>
              <a:gd name="connsiteY763" fmla="*/ 941988 h 6858000"/>
              <a:gd name="connsiteX764" fmla="*/ 5256105 w 7467600"/>
              <a:gd name="connsiteY764" fmla="*/ 945632 h 6858000"/>
              <a:gd name="connsiteX765" fmla="*/ 5107071 w 7467600"/>
              <a:gd name="connsiteY765" fmla="*/ 969720 h 6858000"/>
              <a:gd name="connsiteX766" fmla="*/ 4998681 w 7467600"/>
              <a:gd name="connsiteY766" fmla="*/ 988771 h 6858000"/>
              <a:gd name="connsiteX767" fmla="*/ 5870151 w 7467600"/>
              <a:gd name="connsiteY767" fmla="*/ 898890 h 6858000"/>
              <a:gd name="connsiteX768" fmla="*/ 5504425 w 7467600"/>
              <a:gd name="connsiteY768" fmla="*/ 848067 h 6858000"/>
              <a:gd name="connsiteX769" fmla="*/ 4968849 w 7467600"/>
              <a:gd name="connsiteY769" fmla="*/ 962318 h 6858000"/>
              <a:gd name="connsiteX770" fmla="*/ 5104039 w 7467600"/>
              <a:gd name="connsiteY770" fmla="*/ 940634 h 6858000"/>
              <a:gd name="connsiteX771" fmla="*/ 5256311 w 7467600"/>
              <a:gd name="connsiteY771" fmla="*/ 916490 h 6858000"/>
              <a:gd name="connsiteX772" fmla="*/ 5377381 w 7467600"/>
              <a:gd name="connsiteY772" fmla="*/ 912671 h 6858000"/>
              <a:gd name="connsiteX773" fmla="*/ 5460148 w 7467600"/>
              <a:gd name="connsiteY773" fmla="*/ 911442 h 6858000"/>
              <a:gd name="connsiteX774" fmla="*/ 5648971 w 7467600"/>
              <a:gd name="connsiteY774" fmla="*/ 891331 h 6858000"/>
              <a:gd name="connsiteX775" fmla="*/ 5844807 w 7467600"/>
              <a:gd name="connsiteY775" fmla="*/ 870718 h 6858000"/>
              <a:gd name="connsiteX776" fmla="*/ 5862975 w 7467600"/>
              <a:gd name="connsiteY776" fmla="*/ 869756 h 6858000"/>
              <a:gd name="connsiteX777" fmla="*/ 5920887 w 7467600"/>
              <a:gd name="connsiteY777" fmla="*/ 865929 h 6858000"/>
              <a:gd name="connsiteX778" fmla="*/ 5504425 w 7467600"/>
              <a:gd name="connsiteY778" fmla="*/ 848067 h 6858000"/>
              <a:gd name="connsiteX779" fmla="*/ 3607114 w 7467600"/>
              <a:gd name="connsiteY779" fmla="*/ 467441 h 6858000"/>
              <a:gd name="connsiteX780" fmla="*/ 3296242 w 7467600"/>
              <a:gd name="connsiteY780" fmla="*/ 807991 h 6858000"/>
              <a:gd name="connsiteX781" fmla="*/ 3174674 w 7467600"/>
              <a:gd name="connsiteY781" fmla="*/ 919759 h 6858000"/>
              <a:gd name="connsiteX782" fmla="*/ 3042978 w 7467600"/>
              <a:gd name="connsiteY782" fmla="*/ 1054894 h 6858000"/>
              <a:gd name="connsiteX783" fmla="*/ 2968914 w 7467600"/>
              <a:gd name="connsiteY783" fmla="*/ 1133756 h 6858000"/>
              <a:gd name="connsiteX784" fmla="*/ 3103823 w 7467600"/>
              <a:gd name="connsiteY784" fmla="*/ 1026814 h 6858000"/>
              <a:gd name="connsiteX785" fmla="*/ 3607114 w 7467600"/>
              <a:gd name="connsiteY785" fmla="*/ 467441 h 6858000"/>
              <a:gd name="connsiteX786" fmla="*/ 3744487 w 7467600"/>
              <a:gd name="connsiteY786" fmla="*/ 383136 h 6858000"/>
              <a:gd name="connsiteX787" fmla="*/ 3970213 w 7467600"/>
              <a:gd name="connsiteY787" fmla="*/ 995559 h 6858000"/>
              <a:gd name="connsiteX788" fmla="*/ 3744487 w 7467600"/>
              <a:gd name="connsiteY788" fmla="*/ 383136 h 6858000"/>
              <a:gd name="connsiteX789" fmla="*/ 3624562 w 7467600"/>
              <a:gd name="connsiteY789" fmla="*/ 367041 h 6858000"/>
              <a:gd name="connsiteX790" fmla="*/ 3489712 w 7467600"/>
              <a:gd name="connsiteY790" fmla="*/ 485386 h 6858000"/>
              <a:gd name="connsiteX791" fmla="*/ 3182994 w 7467600"/>
              <a:gd name="connsiteY791" fmla="*/ 828265 h 6858000"/>
              <a:gd name="connsiteX792" fmla="*/ 2892114 w 7467600"/>
              <a:gd name="connsiteY792" fmla="*/ 1172635 h 6858000"/>
              <a:gd name="connsiteX793" fmla="*/ 3021459 w 7467600"/>
              <a:gd name="connsiteY793" fmla="*/ 1035385 h 6858000"/>
              <a:gd name="connsiteX794" fmla="*/ 3153873 w 7467600"/>
              <a:gd name="connsiteY794" fmla="*/ 898971 h 6858000"/>
              <a:gd name="connsiteX795" fmla="*/ 3276511 w 7467600"/>
              <a:gd name="connsiteY795" fmla="*/ 786423 h 6858000"/>
              <a:gd name="connsiteX796" fmla="*/ 3584154 w 7467600"/>
              <a:gd name="connsiteY796" fmla="*/ 448218 h 6858000"/>
              <a:gd name="connsiteX797" fmla="*/ 3624562 w 7467600"/>
              <a:gd name="connsiteY797" fmla="*/ 367041 h 6858000"/>
              <a:gd name="connsiteX798" fmla="*/ 3766672 w 7467600"/>
              <a:gd name="connsiteY798" fmla="*/ 359429 h 6858000"/>
              <a:gd name="connsiteX799" fmla="*/ 3996338 w 7467600"/>
              <a:gd name="connsiteY799" fmla="*/ 968237 h 6858000"/>
              <a:gd name="connsiteX800" fmla="*/ 3766672 w 7467600"/>
              <a:gd name="connsiteY800" fmla="*/ 359429 h 6858000"/>
              <a:gd name="connsiteX801" fmla="*/ 5805386 w 7467600"/>
              <a:gd name="connsiteY801" fmla="*/ 239240 h 6858000"/>
              <a:gd name="connsiteX802" fmla="*/ 5736947 w 7467600"/>
              <a:gd name="connsiteY802" fmla="*/ 261367 h 6858000"/>
              <a:gd name="connsiteX803" fmla="*/ 5427012 w 7467600"/>
              <a:gd name="connsiteY803" fmla="*/ 311272 h 6858000"/>
              <a:gd name="connsiteX804" fmla="*/ 5147818 w 7467600"/>
              <a:gd name="connsiteY804" fmla="*/ 322112 h 6858000"/>
              <a:gd name="connsiteX805" fmla="*/ 5060854 w 7467600"/>
              <a:gd name="connsiteY805" fmla="*/ 311882 h 6858000"/>
              <a:gd name="connsiteX806" fmla="*/ 4945989 w 7467600"/>
              <a:gd name="connsiteY806" fmla="*/ 300516 h 6858000"/>
              <a:gd name="connsiteX807" fmla="*/ 5410479 w 7467600"/>
              <a:gd name="connsiteY807" fmla="*/ 348434 h 6858000"/>
              <a:gd name="connsiteX808" fmla="*/ 5805386 w 7467600"/>
              <a:gd name="connsiteY808" fmla="*/ 239240 h 6858000"/>
              <a:gd name="connsiteX809" fmla="*/ 5905192 w 7467600"/>
              <a:gd name="connsiteY809" fmla="*/ 163079 h 6858000"/>
              <a:gd name="connsiteX810" fmla="*/ 5865655 w 7467600"/>
              <a:gd name="connsiteY810" fmla="*/ 171901 h 6858000"/>
              <a:gd name="connsiteX811" fmla="*/ 5259740 w 7467600"/>
              <a:gd name="connsiteY811" fmla="*/ 257013 h 6858000"/>
              <a:gd name="connsiteX812" fmla="*/ 5208466 w 7467600"/>
              <a:gd name="connsiteY812" fmla="*/ 257550 h 6858000"/>
              <a:gd name="connsiteX813" fmla="*/ 4980204 w 7467600"/>
              <a:gd name="connsiteY813" fmla="*/ 271903 h 6858000"/>
              <a:gd name="connsiteX814" fmla="*/ 5068068 w 7467600"/>
              <a:gd name="connsiteY814" fmla="*/ 282244 h 6858000"/>
              <a:gd name="connsiteX815" fmla="*/ 5153231 w 7467600"/>
              <a:gd name="connsiteY815" fmla="*/ 292240 h 6858000"/>
              <a:gd name="connsiteX816" fmla="*/ 5426491 w 7467600"/>
              <a:gd name="connsiteY816" fmla="*/ 281128 h 6858000"/>
              <a:gd name="connsiteX817" fmla="*/ 5731212 w 7467600"/>
              <a:gd name="connsiteY817" fmla="*/ 231951 h 6858000"/>
              <a:gd name="connsiteX818" fmla="*/ 5905192 w 7467600"/>
              <a:gd name="connsiteY818" fmla="*/ 163079 h 6858000"/>
              <a:gd name="connsiteX819" fmla="*/ 5944437 w 7467600"/>
              <a:gd name="connsiteY819" fmla="*/ 113829 h 6858000"/>
              <a:gd name="connsiteX820" fmla="*/ 5825032 w 7467600"/>
              <a:gd name="connsiteY820" fmla="*/ 146405 h 6858000"/>
              <a:gd name="connsiteX821" fmla="*/ 4955599 w 7467600"/>
              <a:gd name="connsiteY821" fmla="*/ 247008 h 6858000"/>
              <a:gd name="connsiteX822" fmla="*/ 5210104 w 7467600"/>
              <a:gd name="connsiteY822" fmla="*/ 228123 h 6858000"/>
              <a:gd name="connsiteX823" fmla="*/ 5261015 w 7467600"/>
              <a:gd name="connsiteY823" fmla="*/ 227087 h 6858000"/>
              <a:gd name="connsiteX824" fmla="*/ 5861181 w 7467600"/>
              <a:gd name="connsiteY824" fmla="*/ 143093 h 6858000"/>
              <a:gd name="connsiteX825" fmla="*/ 5961252 w 7467600"/>
              <a:gd name="connsiteY825" fmla="*/ 114820 h 6858000"/>
              <a:gd name="connsiteX826" fmla="*/ 5944437 w 7467600"/>
              <a:gd name="connsiteY826" fmla="*/ 113829 h 6858000"/>
              <a:gd name="connsiteX827" fmla="*/ 3882765 w 7467600"/>
              <a:gd name="connsiteY827" fmla="*/ 0 h 6858000"/>
              <a:gd name="connsiteX828" fmla="*/ 3995099 w 7467600"/>
              <a:gd name="connsiteY828" fmla="*/ 0 h 6858000"/>
              <a:gd name="connsiteX829" fmla="*/ 4163818 w 7467600"/>
              <a:gd name="connsiteY829" fmla="*/ 234104 h 6858000"/>
              <a:gd name="connsiteX830" fmla="*/ 4172099 w 7467600"/>
              <a:gd name="connsiteY830" fmla="*/ 234207 h 6858000"/>
              <a:gd name="connsiteX831" fmla="*/ 4784282 w 7467600"/>
              <a:gd name="connsiteY831" fmla="*/ 276561 h 6858000"/>
              <a:gd name="connsiteX832" fmla="*/ 4801687 w 7467600"/>
              <a:gd name="connsiteY832" fmla="*/ 267764 h 6858000"/>
              <a:gd name="connsiteX833" fmla="*/ 6082788 w 7467600"/>
              <a:gd name="connsiteY833" fmla="*/ 64119 h 6858000"/>
              <a:gd name="connsiteX834" fmla="*/ 6099442 w 7467600"/>
              <a:gd name="connsiteY834" fmla="*/ 82568 h 6858000"/>
              <a:gd name="connsiteX835" fmla="*/ 4804137 w 7467600"/>
              <a:gd name="connsiteY835" fmla="*/ 320931 h 6858000"/>
              <a:gd name="connsiteX836" fmla="*/ 4227047 w 7467600"/>
              <a:gd name="connsiteY836" fmla="*/ 313415 h 6858000"/>
              <a:gd name="connsiteX837" fmla="*/ 4346041 w 7467600"/>
              <a:gd name="connsiteY837" fmla="*/ 456086 h 6858000"/>
              <a:gd name="connsiteX838" fmla="*/ 4870967 w 7467600"/>
              <a:gd name="connsiteY838" fmla="*/ 963061 h 6858000"/>
              <a:gd name="connsiteX839" fmla="*/ 4889647 w 7467600"/>
              <a:gd name="connsiteY839" fmla="*/ 957147 h 6858000"/>
              <a:gd name="connsiteX840" fmla="*/ 5422504 w 7467600"/>
              <a:gd name="connsiteY840" fmla="*/ 805191 h 6858000"/>
              <a:gd name="connsiteX841" fmla="*/ 6087656 w 7467600"/>
              <a:gd name="connsiteY841" fmla="*/ 826703 h 6858000"/>
              <a:gd name="connsiteX842" fmla="*/ 6058717 w 7467600"/>
              <a:gd name="connsiteY842" fmla="*/ 865992 h 6858000"/>
              <a:gd name="connsiteX843" fmla="*/ 4974153 w 7467600"/>
              <a:gd name="connsiteY843" fmla="*/ 1045456 h 6858000"/>
              <a:gd name="connsiteX844" fmla="*/ 5627835 w 7467600"/>
              <a:gd name="connsiteY844" fmla="*/ 1472077 h 6858000"/>
              <a:gd name="connsiteX845" fmla="*/ 5629817 w 7467600"/>
              <a:gd name="connsiteY845" fmla="*/ 1471412 h 6858000"/>
              <a:gd name="connsiteX846" fmla="*/ 5634124 w 7467600"/>
              <a:gd name="connsiteY846" fmla="*/ 1470572 h 6858000"/>
              <a:gd name="connsiteX847" fmla="*/ 5755832 w 7467600"/>
              <a:gd name="connsiteY847" fmla="*/ 1383886 h 6858000"/>
              <a:gd name="connsiteX848" fmla="*/ 6014186 w 7467600"/>
              <a:gd name="connsiteY848" fmla="*/ 1279799 h 6858000"/>
              <a:gd name="connsiteX849" fmla="*/ 6901619 w 7467600"/>
              <a:gd name="connsiteY849" fmla="*/ 1047874 h 6858000"/>
              <a:gd name="connsiteX850" fmla="*/ 6931566 w 7467600"/>
              <a:gd name="connsiteY850" fmla="*/ 1062034 h 6858000"/>
              <a:gd name="connsiteX851" fmla="*/ 5790982 w 7467600"/>
              <a:gd name="connsiteY851" fmla="*/ 1561380 h 6858000"/>
              <a:gd name="connsiteX852" fmla="*/ 6188971 w 7467600"/>
              <a:gd name="connsiteY852" fmla="*/ 1755168 h 6858000"/>
              <a:gd name="connsiteX853" fmla="*/ 6202446 w 7467600"/>
              <a:gd name="connsiteY853" fmla="*/ 1752268 h 6858000"/>
              <a:gd name="connsiteX854" fmla="*/ 7179560 w 7467600"/>
              <a:gd name="connsiteY854" fmla="*/ 1467551 h 6858000"/>
              <a:gd name="connsiteX855" fmla="*/ 7158730 w 7467600"/>
              <a:gd name="connsiteY855" fmla="*/ 1507835 h 6858000"/>
              <a:gd name="connsiteX856" fmla="*/ 6326959 w 7467600"/>
              <a:gd name="connsiteY856" fmla="*/ 1817686 h 6858000"/>
              <a:gd name="connsiteX857" fmla="*/ 6537433 w 7467600"/>
              <a:gd name="connsiteY857" fmla="*/ 1907790 h 6858000"/>
              <a:gd name="connsiteX858" fmla="*/ 6550221 w 7467600"/>
              <a:gd name="connsiteY858" fmla="*/ 1910729 h 6858000"/>
              <a:gd name="connsiteX859" fmla="*/ 6964438 w 7467600"/>
              <a:gd name="connsiteY859" fmla="*/ 2209505 h 6858000"/>
              <a:gd name="connsiteX860" fmla="*/ 7367862 w 7467600"/>
              <a:gd name="connsiteY860" fmla="*/ 2806833 h 6858000"/>
              <a:gd name="connsiteX861" fmla="*/ 7364329 w 7467600"/>
              <a:gd name="connsiteY861" fmla="*/ 2826907 h 6858000"/>
              <a:gd name="connsiteX862" fmla="*/ 7290545 w 7467600"/>
              <a:gd name="connsiteY862" fmla="*/ 2850663 h 6858000"/>
              <a:gd name="connsiteX863" fmla="*/ 6472036 w 7467600"/>
              <a:gd name="connsiteY863" fmla="*/ 1959003 h 6858000"/>
              <a:gd name="connsiteX864" fmla="*/ 5792897 w 7467600"/>
              <a:gd name="connsiteY864" fmla="*/ 1647747 h 6858000"/>
              <a:gd name="connsiteX865" fmla="*/ 5842751 w 7467600"/>
              <a:gd name="connsiteY865" fmla="*/ 1816112 h 6858000"/>
              <a:gd name="connsiteX866" fmla="*/ 5847424 w 7467600"/>
              <a:gd name="connsiteY866" fmla="*/ 1815776 h 6858000"/>
              <a:gd name="connsiteX867" fmla="*/ 6399821 w 7467600"/>
              <a:gd name="connsiteY867" fmla="*/ 2344799 h 6858000"/>
              <a:gd name="connsiteX868" fmla="*/ 6323232 w 7467600"/>
              <a:gd name="connsiteY868" fmla="*/ 2389634 h 6858000"/>
              <a:gd name="connsiteX869" fmla="*/ 5942958 w 7467600"/>
              <a:gd name="connsiteY869" fmla="*/ 2077708 h 6858000"/>
              <a:gd name="connsiteX870" fmla="*/ 5921559 w 7467600"/>
              <a:gd name="connsiteY870" fmla="*/ 2378596 h 6858000"/>
              <a:gd name="connsiteX871" fmla="*/ 5817651 w 7467600"/>
              <a:gd name="connsiteY871" fmla="*/ 3023919 h 6858000"/>
              <a:gd name="connsiteX872" fmla="*/ 5729634 w 7467600"/>
              <a:gd name="connsiteY872" fmla="*/ 3051849 h 6858000"/>
              <a:gd name="connsiteX873" fmla="*/ 5611018 w 7467600"/>
              <a:gd name="connsiteY873" fmla="*/ 2316769 h 6858000"/>
              <a:gd name="connsiteX874" fmla="*/ 5687608 w 7467600"/>
              <a:gd name="connsiteY874" fmla="*/ 2039972 h 6858000"/>
              <a:gd name="connsiteX875" fmla="*/ 5657554 w 7467600"/>
              <a:gd name="connsiteY875" fmla="*/ 1576445 h 6858000"/>
              <a:gd name="connsiteX876" fmla="*/ 5150475 w 7467600"/>
              <a:gd name="connsiteY876" fmla="*/ 1274012 h 6858000"/>
              <a:gd name="connsiteX877" fmla="*/ 5349142 w 7467600"/>
              <a:gd name="connsiteY877" fmla="*/ 2204405 h 6858000"/>
              <a:gd name="connsiteX878" fmla="*/ 5262214 w 7467600"/>
              <a:gd name="connsiteY878" fmla="*/ 2233836 h 6858000"/>
              <a:gd name="connsiteX879" fmla="*/ 4981539 w 7467600"/>
              <a:gd name="connsiteY879" fmla="*/ 1542201 h 6858000"/>
              <a:gd name="connsiteX880" fmla="*/ 4958461 w 7467600"/>
              <a:gd name="connsiteY880" fmla="*/ 1136957 h 6858000"/>
              <a:gd name="connsiteX881" fmla="*/ 4655015 w 7467600"/>
              <a:gd name="connsiteY881" fmla="*/ 891426 h 6858000"/>
              <a:gd name="connsiteX882" fmla="*/ 4348002 w 7467600"/>
              <a:gd name="connsiteY882" fmla="*/ 2205895 h 6858000"/>
              <a:gd name="connsiteX883" fmla="*/ 4262250 w 7467600"/>
              <a:gd name="connsiteY883" fmla="*/ 2219972 h 6858000"/>
              <a:gd name="connsiteX884" fmla="*/ 4550611 w 7467600"/>
              <a:gd name="connsiteY884" fmla="*/ 817540 h 6858000"/>
              <a:gd name="connsiteX885" fmla="*/ 4564418 w 7467600"/>
              <a:gd name="connsiteY885" fmla="*/ 808293 h 6858000"/>
              <a:gd name="connsiteX886" fmla="*/ 4266388 w 7467600"/>
              <a:gd name="connsiteY886" fmla="*/ 500083 h 6858000"/>
              <a:gd name="connsiteX887" fmla="*/ 4032842 w 7467600"/>
              <a:gd name="connsiteY887" fmla="*/ 211809 h 6858000"/>
              <a:gd name="connsiteX888" fmla="*/ 3882765 w 7467600"/>
              <a:gd name="connsiteY888" fmla="*/ 0 h 6858000"/>
              <a:gd name="connsiteX889" fmla="*/ 3721337 w 7467600"/>
              <a:gd name="connsiteY889" fmla="*/ 0 h 6858000"/>
              <a:gd name="connsiteX890" fmla="*/ 3797544 w 7467600"/>
              <a:gd name="connsiteY890" fmla="*/ 0 h 6858000"/>
              <a:gd name="connsiteX891" fmla="*/ 3775734 w 7467600"/>
              <a:gd name="connsiteY891" fmla="*/ 95131 h 6858000"/>
              <a:gd name="connsiteX892" fmla="*/ 3724807 w 7467600"/>
              <a:gd name="connsiteY892" fmla="*/ 272257 h 6858000"/>
              <a:gd name="connsiteX893" fmla="*/ 3726844 w 7467600"/>
              <a:gd name="connsiteY893" fmla="*/ 282988 h 6858000"/>
              <a:gd name="connsiteX894" fmla="*/ 3742664 w 7467600"/>
              <a:gd name="connsiteY894" fmla="*/ 279918 h 6858000"/>
              <a:gd name="connsiteX895" fmla="*/ 4103910 w 7467600"/>
              <a:gd name="connsiteY895" fmla="*/ 1161917 h 6858000"/>
              <a:gd name="connsiteX896" fmla="*/ 4020269 w 7467600"/>
              <a:gd name="connsiteY896" fmla="*/ 1200406 h 6858000"/>
              <a:gd name="connsiteX897" fmla="*/ 3674882 w 7467600"/>
              <a:gd name="connsiteY897" fmla="*/ 488524 h 6858000"/>
              <a:gd name="connsiteX898" fmla="*/ 3132682 w 7467600"/>
              <a:gd name="connsiteY898" fmla="*/ 1072284 h 6858000"/>
              <a:gd name="connsiteX899" fmla="*/ 2716346 w 7467600"/>
              <a:gd name="connsiteY899" fmla="*/ 1276376 h 6858000"/>
              <a:gd name="connsiteX900" fmla="*/ 2716772 w 7467600"/>
              <a:gd name="connsiteY900" fmla="*/ 1255462 h 6858000"/>
              <a:gd name="connsiteX901" fmla="*/ 3471096 w 7467600"/>
              <a:gd name="connsiteY901" fmla="*/ 437072 h 6858000"/>
              <a:gd name="connsiteX902" fmla="*/ 3639057 w 7467600"/>
              <a:gd name="connsiteY902" fmla="*/ 286334 h 6858000"/>
              <a:gd name="connsiteX903" fmla="*/ 3640309 w 7467600"/>
              <a:gd name="connsiteY903" fmla="*/ 284664 h 6858000"/>
              <a:gd name="connsiteX904" fmla="*/ 3646022 w 7467600"/>
              <a:gd name="connsiteY904" fmla="*/ 276711 h 6858000"/>
              <a:gd name="connsiteX905" fmla="*/ 3707943 w 7467600"/>
              <a:gd name="connsiteY905" fmla="*/ 65958 h 6858000"/>
              <a:gd name="connsiteX906" fmla="*/ 3721337 w 7467600"/>
              <a:gd name="connsiteY906" fmla="*/ 0 h 6858000"/>
              <a:gd name="connsiteX907" fmla="*/ 2867960 w 7467600"/>
              <a:gd name="connsiteY907" fmla="*/ 0 h 6858000"/>
              <a:gd name="connsiteX908" fmla="*/ 2926351 w 7467600"/>
              <a:gd name="connsiteY908" fmla="*/ 0 h 6858000"/>
              <a:gd name="connsiteX909" fmla="*/ 2902823 w 7467600"/>
              <a:gd name="connsiteY909" fmla="*/ 262929 h 6858000"/>
              <a:gd name="connsiteX910" fmla="*/ 2940663 w 7467600"/>
              <a:gd name="connsiteY910" fmla="*/ 140884 h 6858000"/>
              <a:gd name="connsiteX911" fmla="*/ 2947039 w 7467600"/>
              <a:gd name="connsiteY911" fmla="*/ 122524 h 6858000"/>
              <a:gd name="connsiteX912" fmla="*/ 2984316 w 7467600"/>
              <a:gd name="connsiteY912" fmla="*/ 0 h 6858000"/>
              <a:gd name="connsiteX913" fmla="*/ 3016114 w 7467600"/>
              <a:gd name="connsiteY913" fmla="*/ 0 h 6858000"/>
              <a:gd name="connsiteX914" fmla="*/ 2979949 w 7467600"/>
              <a:gd name="connsiteY914" fmla="*/ 119274 h 6858000"/>
              <a:gd name="connsiteX915" fmla="*/ 3023879 w 7467600"/>
              <a:gd name="connsiteY915" fmla="*/ 0 h 6858000"/>
              <a:gd name="connsiteX916" fmla="*/ 3105400 w 7467600"/>
              <a:gd name="connsiteY916" fmla="*/ 0 h 6858000"/>
              <a:gd name="connsiteX917" fmla="*/ 3094669 w 7467600"/>
              <a:gd name="connsiteY917" fmla="*/ 30308 h 6858000"/>
              <a:gd name="connsiteX918" fmla="*/ 2901945 w 7467600"/>
              <a:gd name="connsiteY918" fmla="*/ 466538 h 6858000"/>
              <a:gd name="connsiteX919" fmla="*/ 2815209 w 7467600"/>
              <a:gd name="connsiteY919" fmla="*/ 497361 h 6858000"/>
              <a:gd name="connsiteX920" fmla="*/ 2844845 w 7467600"/>
              <a:gd name="connsiteY920" fmla="*/ 127638 h 6858000"/>
              <a:gd name="connsiteX921" fmla="*/ 2867960 w 7467600"/>
              <a:gd name="connsiteY921" fmla="*/ 0 h 6858000"/>
              <a:gd name="connsiteX922" fmla="*/ 1057230 w 7467600"/>
              <a:gd name="connsiteY922" fmla="*/ 0 h 6858000"/>
              <a:gd name="connsiteX923" fmla="*/ 1111003 w 7467600"/>
              <a:gd name="connsiteY923" fmla="*/ 0 h 6858000"/>
              <a:gd name="connsiteX924" fmla="*/ 1125553 w 7467600"/>
              <a:gd name="connsiteY924" fmla="*/ 52588 h 6858000"/>
              <a:gd name="connsiteX925" fmla="*/ 1304276 w 7467600"/>
              <a:gd name="connsiteY925" fmla="*/ 476275 h 6858000"/>
              <a:gd name="connsiteX926" fmla="*/ 1492066 w 7467600"/>
              <a:gd name="connsiteY926" fmla="*/ 886333 h 6858000"/>
              <a:gd name="connsiteX927" fmla="*/ 1423698 w 7467600"/>
              <a:gd name="connsiteY927" fmla="*/ 710817 h 6858000"/>
              <a:gd name="connsiteX928" fmla="*/ 1357609 w 7467600"/>
              <a:gd name="connsiteY928" fmla="*/ 532892 h 6858000"/>
              <a:gd name="connsiteX929" fmla="*/ 1309550 w 7467600"/>
              <a:gd name="connsiteY929" fmla="*/ 374031 h 6858000"/>
              <a:gd name="connsiteX930" fmla="*/ 1193673 w 7467600"/>
              <a:gd name="connsiteY930" fmla="*/ 49533 h 6858000"/>
              <a:gd name="connsiteX931" fmla="*/ 1164391 w 7467600"/>
              <a:gd name="connsiteY931" fmla="*/ 0 h 6858000"/>
              <a:gd name="connsiteX932" fmla="*/ 1200666 w 7467600"/>
              <a:gd name="connsiteY932" fmla="*/ 0 h 6858000"/>
              <a:gd name="connsiteX933" fmla="*/ 1223408 w 7467600"/>
              <a:gd name="connsiteY933" fmla="*/ 38996 h 6858000"/>
              <a:gd name="connsiteX934" fmla="*/ 1339635 w 7467600"/>
              <a:gd name="connsiteY934" fmla="*/ 365517 h 6858000"/>
              <a:gd name="connsiteX935" fmla="*/ 1387469 w 7467600"/>
              <a:gd name="connsiteY935" fmla="*/ 523079 h 6858000"/>
              <a:gd name="connsiteX936" fmla="*/ 1452685 w 7467600"/>
              <a:gd name="connsiteY936" fmla="*/ 699806 h 6858000"/>
              <a:gd name="connsiteX937" fmla="*/ 1492092 w 7467600"/>
              <a:gd name="connsiteY937" fmla="*/ 800424 h 6858000"/>
              <a:gd name="connsiteX938" fmla="*/ 1455302 w 7467600"/>
              <a:gd name="connsiteY938" fmla="*/ 632913 h 6858000"/>
              <a:gd name="connsiteX939" fmla="*/ 1222336 w 7467600"/>
              <a:gd name="connsiteY939" fmla="*/ 9480 h 6858000"/>
              <a:gd name="connsiteX940" fmla="*/ 1214634 w 7467600"/>
              <a:gd name="connsiteY940" fmla="*/ 0 h 6858000"/>
              <a:gd name="connsiteX941" fmla="*/ 1289827 w 7467600"/>
              <a:gd name="connsiteY941" fmla="*/ 0 h 6858000"/>
              <a:gd name="connsiteX942" fmla="*/ 1321076 w 7467600"/>
              <a:gd name="connsiteY942" fmla="*/ 59722 h 6858000"/>
              <a:gd name="connsiteX943" fmla="*/ 1512579 w 7467600"/>
              <a:gd name="connsiteY943" fmla="*/ 626441 h 6858000"/>
              <a:gd name="connsiteX944" fmla="*/ 1506076 w 7467600"/>
              <a:gd name="connsiteY944" fmla="*/ 1089289 h 6858000"/>
              <a:gd name="connsiteX945" fmla="*/ 1486346 w 7467600"/>
              <a:gd name="connsiteY945" fmla="*/ 1079919 h 6858000"/>
              <a:gd name="connsiteX946" fmla="*/ 1070511 w 7467600"/>
              <a:gd name="connsiteY946" fmla="*/ 48609 h 6858000"/>
              <a:gd name="connsiteX947" fmla="*/ 1057230 w 7467600"/>
              <a:gd name="connsiteY947" fmla="*/ 0 h 6858000"/>
              <a:gd name="connsiteX948" fmla="*/ 43151 w 7467600"/>
              <a:gd name="connsiteY948" fmla="*/ 0 h 6858000"/>
              <a:gd name="connsiteX949" fmla="*/ 95283 w 7467600"/>
              <a:gd name="connsiteY949" fmla="*/ 0 h 6858000"/>
              <a:gd name="connsiteX950" fmla="*/ 300708 w 7467600"/>
              <a:gd name="connsiteY950" fmla="*/ 154571 h 6858000"/>
              <a:gd name="connsiteX951" fmla="*/ 530414 w 7467600"/>
              <a:gd name="connsiteY951" fmla="*/ 354673 h 6858000"/>
              <a:gd name="connsiteX952" fmla="*/ 333785 w 7467600"/>
              <a:gd name="connsiteY952" fmla="*/ 161564 h 6858000"/>
              <a:gd name="connsiteX953" fmla="*/ 147005 w 7467600"/>
              <a:gd name="connsiteY953" fmla="*/ 0 h 6858000"/>
              <a:gd name="connsiteX954" fmla="*/ 272509 w 7467600"/>
              <a:gd name="connsiteY954" fmla="*/ 0 h 6858000"/>
              <a:gd name="connsiteX955" fmla="*/ 326276 w 7467600"/>
              <a:gd name="connsiteY955" fmla="*/ 45847 h 6858000"/>
              <a:gd name="connsiteX956" fmla="*/ 823759 w 7467600"/>
              <a:gd name="connsiteY956" fmla="*/ 574145 h 6858000"/>
              <a:gd name="connsiteX957" fmla="*/ 811254 w 7467600"/>
              <a:gd name="connsiteY957" fmla="*/ 665546 h 6858000"/>
              <a:gd name="connsiteX958" fmla="*/ 154042 w 7467600"/>
              <a:gd name="connsiteY958" fmla="*/ 261522 h 6858000"/>
              <a:gd name="connsiteX959" fmla="*/ 13550 w 7467600"/>
              <a:gd name="connsiteY959" fmla="*/ 158423 h 6858000"/>
              <a:gd name="connsiteX960" fmla="*/ 0 w 7467600"/>
              <a:gd name="connsiteY960" fmla="*/ 146618 h 6858000"/>
              <a:gd name="connsiteX961" fmla="*/ 0 w 7467600"/>
              <a:gd name="connsiteY961" fmla="*/ 59161 h 6858000"/>
              <a:gd name="connsiteX962" fmla="*/ 45427 w 7467600"/>
              <a:gd name="connsiteY962" fmla="*/ 101078 h 6858000"/>
              <a:gd name="connsiteX963" fmla="*/ 630103 w 7467600"/>
              <a:gd name="connsiteY963" fmla="*/ 485885 h 6858000"/>
              <a:gd name="connsiteX964" fmla="*/ 532040 w 7467600"/>
              <a:gd name="connsiteY964" fmla="*/ 399359 h 6858000"/>
              <a:gd name="connsiteX965" fmla="*/ 517618 w 7467600"/>
              <a:gd name="connsiteY965" fmla="*/ 385726 h 6858000"/>
              <a:gd name="connsiteX966" fmla="*/ 285074 w 7467600"/>
              <a:gd name="connsiteY966" fmla="*/ 182755 h 6858000"/>
              <a:gd name="connsiteX967" fmla="*/ 43151 w 7467600"/>
              <a:gd name="connsiteY96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467600 w 7467600"/>
              <a:gd name="connsiteY77" fmla="*/ 6012219 h 6858000"/>
              <a:gd name="connsiteX78" fmla="*/ 7356878 w 7467600"/>
              <a:gd name="connsiteY78" fmla="*/ 5981332 h 6858000"/>
              <a:gd name="connsiteX79" fmla="*/ 7467600 w 7467600"/>
              <a:gd name="connsiteY79" fmla="*/ 6117703 h 6858000"/>
              <a:gd name="connsiteX80" fmla="*/ 7467600 w 7467600"/>
              <a:gd name="connsiteY80" fmla="*/ 6163634 h 6858000"/>
              <a:gd name="connsiteX81" fmla="*/ 7403637 w 7467600"/>
              <a:gd name="connsiteY81" fmla="*/ 6083957 h 6858000"/>
              <a:gd name="connsiteX82" fmla="*/ 7254615 w 7467600"/>
              <a:gd name="connsiteY82" fmla="*/ 5911918 h 6858000"/>
              <a:gd name="connsiteX83" fmla="*/ 7312589 w 7467600"/>
              <a:gd name="connsiteY83" fmla="*/ 5982309 h 6858000"/>
              <a:gd name="connsiteX84" fmla="*/ 7448321 w 7467600"/>
              <a:gd name="connsiteY84" fmla="*/ 6190991 h 6858000"/>
              <a:gd name="connsiteX85" fmla="*/ 7467600 w 7467600"/>
              <a:gd name="connsiteY85" fmla="*/ 6221686 h 6858000"/>
              <a:gd name="connsiteX86" fmla="*/ 7467600 w 7467600"/>
              <a:gd name="connsiteY86" fmla="*/ 6334256 h 6858000"/>
              <a:gd name="connsiteX87" fmla="*/ 7454976 w 7467600"/>
              <a:gd name="connsiteY87" fmla="*/ 6318297 h 6858000"/>
              <a:gd name="connsiteX88" fmla="*/ 1456157 w 7467600"/>
              <a:gd name="connsiteY88" fmla="*/ 5371404 h 6858000"/>
              <a:gd name="connsiteX89" fmla="*/ 1244432 w 7467600"/>
              <a:gd name="connsiteY89" fmla="*/ 5385601 h 6858000"/>
              <a:gd name="connsiteX90" fmla="*/ 973990 w 7467600"/>
              <a:gd name="connsiteY90" fmla="*/ 5424940 h 6858000"/>
              <a:gd name="connsiteX91" fmla="*/ 1103809 w 7467600"/>
              <a:gd name="connsiteY91" fmla="*/ 5433720 h 6858000"/>
              <a:gd name="connsiteX92" fmla="*/ 1123454 w 7467600"/>
              <a:gd name="connsiteY92" fmla="*/ 5435727 h 6858000"/>
              <a:gd name="connsiteX93" fmla="*/ 1737017 w 7467600"/>
              <a:gd name="connsiteY93" fmla="*/ 5452183 h 6858000"/>
              <a:gd name="connsiteX94" fmla="*/ 1824397 w 7467600"/>
              <a:gd name="connsiteY94" fmla="*/ 5447757 h 6858000"/>
              <a:gd name="connsiteX95" fmla="*/ 2070059 w 7467600"/>
              <a:gd name="connsiteY95" fmla="*/ 5441660 h 6858000"/>
              <a:gd name="connsiteX96" fmla="*/ 1456157 w 7467600"/>
              <a:gd name="connsiteY96" fmla="*/ 5371404 h 6858000"/>
              <a:gd name="connsiteX97" fmla="*/ 4988186 w 7467600"/>
              <a:gd name="connsiteY97" fmla="*/ 5216467 h 6858000"/>
              <a:gd name="connsiteX98" fmla="*/ 4777334 w 7467600"/>
              <a:gd name="connsiteY98" fmla="*/ 5406072 h 6858000"/>
              <a:gd name="connsiteX99" fmla="*/ 4718341 w 7467600"/>
              <a:gd name="connsiteY99" fmla="*/ 5468043 h 6858000"/>
              <a:gd name="connsiteX100" fmla="*/ 4604655 w 7467600"/>
              <a:gd name="connsiteY100" fmla="*/ 5583434 h 6858000"/>
              <a:gd name="connsiteX101" fmla="*/ 4565074 w 7467600"/>
              <a:gd name="connsiteY101" fmla="*/ 5618550 h 6858000"/>
              <a:gd name="connsiteX102" fmla="*/ 4988186 w 7467600"/>
              <a:gd name="connsiteY102" fmla="*/ 5216467 h 6858000"/>
              <a:gd name="connsiteX103" fmla="*/ 4978032 w 7467600"/>
              <a:gd name="connsiteY103" fmla="*/ 5183809 h 6858000"/>
              <a:gd name="connsiteX104" fmla="*/ 4463413 w 7467600"/>
              <a:gd name="connsiteY104" fmla="*/ 5615162 h 6858000"/>
              <a:gd name="connsiteX105" fmla="*/ 4358134 w 7467600"/>
              <a:gd name="connsiteY105" fmla="*/ 5742791 h 6858000"/>
              <a:gd name="connsiteX106" fmla="*/ 4376219 w 7467600"/>
              <a:gd name="connsiteY106" fmla="*/ 5729027 h 6858000"/>
              <a:gd name="connsiteX107" fmla="*/ 4582340 w 7467600"/>
              <a:gd name="connsiteY107" fmla="*/ 5561037 h 6858000"/>
              <a:gd name="connsiteX108" fmla="*/ 4694684 w 7467600"/>
              <a:gd name="connsiteY108" fmla="*/ 5447098 h 6858000"/>
              <a:gd name="connsiteX109" fmla="*/ 4754123 w 7467600"/>
              <a:gd name="connsiteY109" fmla="*/ 5384643 h 6858000"/>
              <a:gd name="connsiteX110" fmla="*/ 4978032 w 7467600"/>
              <a:gd name="connsiteY110" fmla="*/ 5183809 h 6858000"/>
              <a:gd name="connsiteX111" fmla="*/ 1903353 w 7467600"/>
              <a:gd name="connsiteY111" fmla="*/ 5044827 h 6858000"/>
              <a:gd name="connsiteX112" fmla="*/ 1936931 w 7467600"/>
              <a:gd name="connsiteY112" fmla="*/ 5093954 h 6858000"/>
              <a:gd name="connsiteX113" fmla="*/ 2195868 w 7467600"/>
              <a:gd name="connsiteY113" fmla="*/ 5396574 h 6858000"/>
              <a:gd name="connsiteX114" fmla="*/ 2088852 w 7467600"/>
              <a:gd name="connsiteY114" fmla="*/ 5166123 h 6858000"/>
              <a:gd name="connsiteX115" fmla="*/ 1958241 w 7467600"/>
              <a:gd name="connsiteY115" fmla="*/ 5067955 h 6858000"/>
              <a:gd name="connsiteX116" fmla="*/ 1903353 w 7467600"/>
              <a:gd name="connsiteY116" fmla="*/ 5044827 h 6858000"/>
              <a:gd name="connsiteX117" fmla="*/ 1979378 w 7467600"/>
              <a:gd name="connsiteY117" fmla="*/ 4769504 h 6858000"/>
              <a:gd name="connsiteX118" fmla="*/ 2882120 w 7467600"/>
              <a:gd name="connsiteY118" fmla="*/ 5064547 h 6858000"/>
              <a:gd name="connsiteX119" fmla="*/ 2793103 w 7467600"/>
              <a:gd name="connsiteY119" fmla="*/ 5039699 h 6858000"/>
              <a:gd name="connsiteX120" fmla="*/ 2770041 w 7467600"/>
              <a:gd name="connsiteY120" fmla="*/ 5033634 h 6858000"/>
              <a:gd name="connsiteX121" fmla="*/ 1979378 w 7467600"/>
              <a:gd name="connsiteY121" fmla="*/ 4769504 h 6858000"/>
              <a:gd name="connsiteX122" fmla="*/ 1927410 w 7467600"/>
              <a:gd name="connsiteY122" fmla="*/ 4716164 h 6858000"/>
              <a:gd name="connsiteX123" fmla="*/ 1959587 w 7467600"/>
              <a:gd name="connsiteY123" fmla="*/ 4728849 h 6858000"/>
              <a:gd name="connsiteX124" fmla="*/ 2777707 w 7467600"/>
              <a:gd name="connsiteY124" fmla="*/ 5003991 h 6858000"/>
              <a:gd name="connsiteX125" fmla="*/ 2800768 w 7467600"/>
              <a:gd name="connsiteY125" fmla="*/ 5010056 h 6858000"/>
              <a:gd name="connsiteX126" fmla="*/ 2879408 w 7467600"/>
              <a:gd name="connsiteY126" fmla="*/ 5031590 h 6858000"/>
              <a:gd name="connsiteX127" fmla="*/ 2862295 w 7467600"/>
              <a:gd name="connsiteY127" fmla="*/ 5022958 h 6858000"/>
              <a:gd name="connsiteX128" fmla="*/ 2813343 w 7467600"/>
              <a:gd name="connsiteY128" fmla="*/ 4998369 h 6858000"/>
              <a:gd name="connsiteX129" fmla="*/ 2646245 w 7467600"/>
              <a:gd name="connsiteY129" fmla="*/ 4930999 h 6858000"/>
              <a:gd name="connsiteX130" fmla="*/ 1999243 w 7467600"/>
              <a:gd name="connsiteY130" fmla="*/ 4730524 h 6858000"/>
              <a:gd name="connsiteX131" fmla="*/ 1979527 w 7467600"/>
              <a:gd name="connsiteY131" fmla="*/ 4726651 h 6858000"/>
              <a:gd name="connsiteX132" fmla="*/ 1927410 w 7467600"/>
              <a:gd name="connsiteY132" fmla="*/ 4716164 h 6858000"/>
              <a:gd name="connsiteX133" fmla="*/ 1997014 w 7467600"/>
              <a:gd name="connsiteY133" fmla="*/ 4698007 h 6858000"/>
              <a:gd name="connsiteX134" fmla="*/ 2005458 w 7467600"/>
              <a:gd name="connsiteY134" fmla="*/ 4699540 h 6858000"/>
              <a:gd name="connsiteX135" fmla="*/ 2657186 w 7467600"/>
              <a:gd name="connsiteY135" fmla="*/ 4901687 h 6858000"/>
              <a:gd name="connsiteX136" fmla="*/ 2826662 w 7467600"/>
              <a:gd name="connsiteY136" fmla="*/ 4970362 h 6858000"/>
              <a:gd name="connsiteX137" fmla="*/ 2876100 w 7467600"/>
              <a:gd name="connsiteY137" fmla="*/ 4995397 h 6858000"/>
              <a:gd name="connsiteX138" fmla="*/ 3042600 w 7467600"/>
              <a:gd name="connsiteY138" fmla="*/ 5059532 h 6858000"/>
              <a:gd name="connsiteX139" fmla="*/ 1997014 w 7467600"/>
              <a:gd name="connsiteY139" fmla="*/ 4698007 h 6858000"/>
              <a:gd name="connsiteX140" fmla="*/ 2305292 w 7467600"/>
              <a:gd name="connsiteY140" fmla="*/ 4219492 h 6858000"/>
              <a:gd name="connsiteX141" fmla="*/ 3360922 w 7467600"/>
              <a:gd name="connsiteY141" fmla="*/ 4529373 h 6858000"/>
              <a:gd name="connsiteX142" fmla="*/ 3492420 w 7467600"/>
              <a:gd name="connsiteY142" fmla="*/ 4510145 h 6858000"/>
              <a:gd name="connsiteX143" fmla="*/ 3364086 w 7467600"/>
              <a:gd name="connsiteY143" fmla="*/ 4480340 h 6858000"/>
              <a:gd name="connsiteX144" fmla="*/ 3225818 w 7467600"/>
              <a:gd name="connsiteY144" fmla="*/ 4411822 h 6858000"/>
              <a:gd name="connsiteX145" fmla="*/ 3129696 w 7467600"/>
              <a:gd name="connsiteY145" fmla="*/ 4360704 h 6858000"/>
              <a:gd name="connsiteX146" fmla="*/ 2814545 w 7467600"/>
              <a:gd name="connsiteY146" fmla="*/ 4282955 h 6858000"/>
              <a:gd name="connsiteX147" fmla="*/ 2305292 w 7467600"/>
              <a:gd name="connsiteY147" fmla="*/ 4219492 h 6858000"/>
              <a:gd name="connsiteX148" fmla="*/ 2626982 w 7467600"/>
              <a:gd name="connsiteY148" fmla="*/ 4206450 h 6858000"/>
              <a:gd name="connsiteX149" fmla="*/ 2490617 w 7467600"/>
              <a:gd name="connsiteY149" fmla="*/ 4206951 h 6858000"/>
              <a:gd name="connsiteX150" fmla="*/ 2819869 w 7467600"/>
              <a:gd name="connsiteY150" fmla="*/ 4252936 h 6858000"/>
              <a:gd name="connsiteX151" fmla="*/ 3143018 w 7467600"/>
              <a:gd name="connsiteY151" fmla="*/ 4332698 h 6858000"/>
              <a:gd name="connsiteX152" fmla="*/ 3241520 w 7467600"/>
              <a:gd name="connsiteY152" fmla="*/ 4385112 h 6858000"/>
              <a:gd name="connsiteX153" fmla="*/ 3374575 w 7467600"/>
              <a:gd name="connsiteY153" fmla="*/ 4451517 h 6858000"/>
              <a:gd name="connsiteX154" fmla="*/ 3505221 w 7467600"/>
              <a:gd name="connsiteY154" fmla="*/ 4480757 h 6858000"/>
              <a:gd name="connsiteX155" fmla="*/ 2626982 w 7467600"/>
              <a:gd name="connsiteY155" fmla="*/ 4206450 h 6858000"/>
              <a:gd name="connsiteX156" fmla="*/ 1310106 w 7467600"/>
              <a:gd name="connsiteY156" fmla="*/ 3943217 h 6858000"/>
              <a:gd name="connsiteX157" fmla="*/ 854994 w 7467600"/>
              <a:gd name="connsiteY157" fmla="*/ 4399136 h 6858000"/>
              <a:gd name="connsiteX158" fmla="*/ 742462 w 7467600"/>
              <a:gd name="connsiteY158" fmla="*/ 4594648 h 6858000"/>
              <a:gd name="connsiteX159" fmla="*/ 820602 w 7467600"/>
              <a:gd name="connsiteY159" fmla="*/ 4485915 h 6858000"/>
              <a:gd name="connsiteX160" fmla="*/ 878295 w 7467600"/>
              <a:gd name="connsiteY160" fmla="*/ 4403594 h 6858000"/>
              <a:gd name="connsiteX161" fmla="*/ 1240607 w 7467600"/>
              <a:gd name="connsiteY161" fmla="*/ 4010401 h 6858000"/>
              <a:gd name="connsiteX162" fmla="*/ 1310106 w 7467600"/>
              <a:gd name="connsiteY162" fmla="*/ 3943217 h 6858000"/>
              <a:gd name="connsiteX163" fmla="*/ 1423113 w 7467600"/>
              <a:gd name="connsiteY163" fmla="*/ 3874565 h 6858000"/>
              <a:gd name="connsiteX164" fmla="*/ 1260565 w 7467600"/>
              <a:gd name="connsiteY164" fmla="*/ 4031982 h 6858000"/>
              <a:gd name="connsiteX165" fmla="*/ 901900 w 7467600"/>
              <a:gd name="connsiteY165" fmla="*/ 4421236 h 6858000"/>
              <a:gd name="connsiteX166" fmla="*/ 845044 w 7467600"/>
              <a:gd name="connsiteY166" fmla="*/ 4502436 h 6858000"/>
              <a:gd name="connsiteX167" fmla="*/ 685926 w 7467600"/>
              <a:gd name="connsiteY167" fmla="*/ 4703069 h 6858000"/>
              <a:gd name="connsiteX168" fmla="*/ 684248 w 7467600"/>
              <a:gd name="connsiteY168" fmla="*/ 4706721 h 6858000"/>
              <a:gd name="connsiteX169" fmla="*/ 1423113 w 7467600"/>
              <a:gd name="connsiteY169" fmla="*/ 3874565 h 6858000"/>
              <a:gd name="connsiteX170" fmla="*/ 3316479 w 7467600"/>
              <a:gd name="connsiteY170" fmla="*/ 3872136 h 6858000"/>
              <a:gd name="connsiteX171" fmla="*/ 3546806 w 7467600"/>
              <a:gd name="connsiteY171" fmla="*/ 4356139 h 6858000"/>
              <a:gd name="connsiteX172" fmla="*/ 3364433 w 7467600"/>
              <a:gd name="connsiteY172" fmla="*/ 3953121 h 6858000"/>
              <a:gd name="connsiteX173" fmla="*/ 3316479 w 7467600"/>
              <a:gd name="connsiteY173" fmla="*/ 3872136 h 6858000"/>
              <a:gd name="connsiteX174" fmla="*/ 3291335 w 7467600"/>
              <a:gd name="connsiteY174" fmla="*/ 3767420 h 6858000"/>
              <a:gd name="connsiteX175" fmla="*/ 3390805 w 7467600"/>
              <a:gd name="connsiteY175" fmla="*/ 3937163 h 6858000"/>
              <a:gd name="connsiteX176" fmla="*/ 3579062 w 7467600"/>
              <a:gd name="connsiteY176" fmla="*/ 4359040 h 6858000"/>
              <a:gd name="connsiteX177" fmla="*/ 3467355 w 7467600"/>
              <a:gd name="connsiteY177" fmla="*/ 3988130 h 6858000"/>
              <a:gd name="connsiteX178" fmla="*/ 3310753 w 7467600"/>
              <a:gd name="connsiteY178" fmla="*/ 3787140 h 6858000"/>
              <a:gd name="connsiteX179" fmla="*/ 3291335 w 7467600"/>
              <a:gd name="connsiteY179" fmla="*/ 3767420 h 6858000"/>
              <a:gd name="connsiteX180" fmla="*/ 1635889 w 7467600"/>
              <a:gd name="connsiteY180" fmla="*/ 3709494 h 6858000"/>
              <a:gd name="connsiteX181" fmla="*/ 1634800 w 7467600"/>
              <a:gd name="connsiteY181" fmla="*/ 3731111 h 6858000"/>
              <a:gd name="connsiteX182" fmla="*/ 1635889 w 7467600"/>
              <a:gd name="connsiteY182" fmla="*/ 3709494 h 6858000"/>
              <a:gd name="connsiteX183" fmla="*/ 1510397 w 7467600"/>
              <a:gd name="connsiteY183" fmla="*/ 3684705 h 6858000"/>
              <a:gd name="connsiteX184" fmla="*/ 1146550 w 7467600"/>
              <a:gd name="connsiteY184" fmla="*/ 3802012 h 6858000"/>
              <a:gd name="connsiteX185" fmla="*/ 698834 w 7467600"/>
              <a:gd name="connsiteY185" fmla="*/ 3952272 h 6858000"/>
              <a:gd name="connsiteX186" fmla="*/ 34256 w 7467600"/>
              <a:gd name="connsiteY186" fmla="*/ 4347603 h 6858000"/>
              <a:gd name="connsiteX187" fmla="*/ 527241 w 7467600"/>
              <a:gd name="connsiteY187" fmla="*/ 4065078 h 6858000"/>
              <a:gd name="connsiteX188" fmla="*/ 1510397 w 7467600"/>
              <a:gd name="connsiteY188" fmla="*/ 3684705 h 6858000"/>
              <a:gd name="connsiteX189" fmla="*/ 1313114 w 7467600"/>
              <a:gd name="connsiteY189" fmla="*/ 3655216 h 6858000"/>
              <a:gd name="connsiteX190" fmla="*/ 1109304 w 7467600"/>
              <a:gd name="connsiteY190" fmla="*/ 3669030 h 6858000"/>
              <a:gd name="connsiteX191" fmla="*/ 8129 w 7467600"/>
              <a:gd name="connsiteY191" fmla="*/ 4330519 h 6858000"/>
              <a:gd name="connsiteX192" fmla="*/ 687572 w 7467600"/>
              <a:gd name="connsiteY192" fmla="*/ 3925629 h 6858000"/>
              <a:gd name="connsiteX193" fmla="*/ 1138365 w 7467600"/>
              <a:gd name="connsiteY193" fmla="*/ 3774515 h 6858000"/>
              <a:gd name="connsiteX194" fmla="*/ 1505579 w 7467600"/>
              <a:gd name="connsiteY194" fmla="*/ 3655526 h 6858000"/>
              <a:gd name="connsiteX195" fmla="*/ 1313114 w 7467600"/>
              <a:gd name="connsiteY195" fmla="*/ 3655216 h 6858000"/>
              <a:gd name="connsiteX196" fmla="*/ 3655073 w 7467600"/>
              <a:gd name="connsiteY196" fmla="*/ 3650884 h 6858000"/>
              <a:gd name="connsiteX197" fmla="*/ 3989938 w 7467600"/>
              <a:gd name="connsiteY197" fmla="*/ 3991685 h 6858000"/>
              <a:gd name="connsiteX198" fmla="*/ 4393907 w 7467600"/>
              <a:gd name="connsiteY198" fmla="*/ 4261258 h 6858000"/>
              <a:gd name="connsiteX199" fmla="*/ 4648051 w 7467600"/>
              <a:gd name="connsiteY199" fmla="*/ 4374051 h 6858000"/>
              <a:gd name="connsiteX200" fmla="*/ 4383389 w 7467600"/>
              <a:gd name="connsiteY200" fmla="*/ 4184369 h 6858000"/>
              <a:gd name="connsiteX201" fmla="*/ 4165508 w 7467600"/>
              <a:gd name="connsiteY201" fmla="*/ 4035196 h 6858000"/>
              <a:gd name="connsiteX202" fmla="*/ 4068162 w 7467600"/>
              <a:gd name="connsiteY202" fmla="*/ 3953394 h 6858000"/>
              <a:gd name="connsiteX203" fmla="*/ 3981416 w 7467600"/>
              <a:gd name="connsiteY203" fmla="*/ 3880482 h 6858000"/>
              <a:gd name="connsiteX204" fmla="*/ 3800147 w 7467600"/>
              <a:gd name="connsiteY204" fmla="*/ 3749872 h 6858000"/>
              <a:gd name="connsiteX205" fmla="*/ 3655073 w 7467600"/>
              <a:gd name="connsiteY205" fmla="*/ 3650884 h 6858000"/>
              <a:gd name="connsiteX206" fmla="*/ 3670252 w 7467600"/>
              <a:gd name="connsiteY206" fmla="*/ 3622798 h 6858000"/>
              <a:gd name="connsiteX207" fmla="*/ 3817258 w 7467600"/>
              <a:gd name="connsiteY207" fmla="*/ 3723577 h 6858000"/>
              <a:gd name="connsiteX208" fmla="*/ 4000461 w 7467600"/>
              <a:gd name="connsiteY208" fmla="*/ 3855966 h 6858000"/>
              <a:gd name="connsiteX209" fmla="*/ 4088180 w 7467600"/>
              <a:gd name="connsiteY209" fmla="*/ 3929774 h 6858000"/>
              <a:gd name="connsiteX210" fmla="*/ 4184555 w 7467600"/>
              <a:gd name="connsiteY210" fmla="*/ 4010683 h 6858000"/>
              <a:gd name="connsiteX211" fmla="*/ 4399563 w 7467600"/>
              <a:gd name="connsiteY211" fmla="*/ 4158106 h 6858000"/>
              <a:gd name="connsiteX212" fmla="*/ 4684469 w 7467600"/>
              <a:gd name="connsiteY212" fmla="*/ 4364680 h 6858000"/>
              <a:gd name="connsiteX213" fmla="*/ 4690271 w 7467600"/>
              <a:gd name="connsiteY213" fmla="*/ 4370034 h 6858000"/>
              <a:gd name="connsiteX214" fmla="*/ 4136093 w 7467600"/>
              <a:gd name="connsiteY214" fmla="*/ 3858466 h 6858000"/>
              <a:gd name="connsiteX215" fmla="*/ 3670252 w 7467600"/>
              <a:gd name="connsiteY215" fmla="*/ 3622798 h 6858000"/>
              <a:gd name="connsiteX216" fmla="*/ 4440129 w 7467600"/>
              <a:gd name="connsiteY216" fmla="*/ 3448571 h 6858000"/>
              <a:gd name="connsiteX217" fmla="*/ 4856525 w 7467600"/>
              <a:gd name="connsiteY217" fmla="*/ 3915351 h 6858000"/>
              <a:gd name="connsiteX218" fmla="*/ 5059055 w 7467600"/>
              <a:gd name="connsiteY218" fmla="*/ 4108918 h 6858000"/>
              <a:gd name="connsiteX219" fmla="*/ 5290070 w 7467600"/>
              <a:gd name="connsiteY219" fmla="*/ 4263619 h 6858000"/>
              <a:gd name="connsiteX220" fmla="*/ 4834991 w 7467600"/>
              <a:gd name="connsiteY220" fmla="*/ 3830985 h 6858000"/>
              <a:gd name="connsiteX221" fmla="*/ 4440129 w 7467600"/>
              <a:gd name="connsiteY221" fmla="*/ 3448571 h 6858000"/>
              <a:gd name="connsiteX222" fmla="*/ 4441737 w 7467600"/>
              <a:gd name="connsiteY222" fmla="*/ 3399734 h 6858000"/>
              <a:gd name="connsiteX223" fmla="*/ 4431236 w 7467600"/>
              <a:gd name="connsiteY223" fmla="*/ 3400954 h 6858000"/>
              <a:gd name="connsiteX224" fmla="*/ 4557150 w 7467600"/>
              <a:gd name="connsiteY224" fmla="*/ 3510023 h 6858000"/>
              <a:gd name="connsiteX225" fmla="*/ 4856936 w 7467600"/>
              <a:gd name="connsiteY225" fmla="*/ 3809146 h 6858000"/>
              <a:gd name="connsiteX226" fmla="*/ 5111996 w 7467600"/>
              <a:gd name="connsiteY226" fmla="*/ 4065759 h 6858000"/>
              <a:gd name="connsiteX227" fmla="*/ 5388878 w 7467600"/>
              <a:gd name="connsiteY227" fmla="*/ 4300185 h 6858000"/>
              <a:gd name="connsiteX228" fmla="*/ 5425556 w 7467600"/>
              <a:gd name="connsiteY228" fmla="*/ 4308967 h 6858000"/>
              <a:gd name="connsiteX229" fmla="*/ 4943646 w 7467600"/>
              <a:gd name="connsiteY229" fmla="*/ 3822916 h 6858000"/>
              <a:gd name="connsiteX230" fmla="*/ 4594837 w 7467600"/>
              <a:gd name="connsiteY230" fmla="*/ 3532274 h 6858000"/>
              <a:gd name="connsiteX231" fmla="*/ 4441737 w 7467600"/>
              <a:gd name="connsiteY231" fmla="*/ 3399734 h 6858000"/>
              <a:gd name="connsiteX232" fmla="*/ 5425834 w 7467600"/>
              <a:gd name="connsiteY232" fmla="*/ 3162785 h 6858000"/>
              <a:gd name="connsiteX233" fmla="*/ 5401644 w 7467600"/>
              <a:gd name="connsiteY233" fmla="*/ 3617847 h 6858000"/>
              <a:gd name="connsiteX234" fmla="*/ 5467256 w 7467600"/>
              <a:gd name="connsiteY234" fmla="*/ 4175494 h 6858000"/>
              <a:gd name="connsiteX235" fmla="*/ 5448069 w 7467600"/>
              <a:gd name="connsiteY235" fmla="*/ 3567554 h 6858000"/>
              <a:gd name="connsiteX236" fmla="*/ 5425834 w 7467600"/>
              <a:gd name="connsiteY236" fmla="*/ 3162785 h 6858000"/>
              <a:gd name="connsiteX237" fmla="*/ 1318687 w 7467600"/>
              <a:gd name="connsiteY237" fmla="*/ 3113840 h 6858000"/>
              <a:gd name="connsiteX238" fmla="*/ 1066793 w 7467600"/>
              <a:gd name="connsiteY238" fmla="*/ 3212171 h 6858000"/>
              <a:gd name="connsiteX239" fmla="*/ 993319 w 7467600"/>
              <a:gd name="connsiteY239" fmla="*/ 3247648 h 6858000"/>
              <a:gd name="connsiteX240" fmla="*/ 853081 w 7467600"/>
              <a:gd name="connsiteY240" fmla="*/ 3312410 h 6858000"/>
              <a:gd name="connsiteX241" fmla="*/ 805957 w 7467600"/>
              <a:gd name="connsiteY241" fmla="*/ 3330443 h 6858000"/>
              <a:gd name="connsiteX242" fmla="*/ 1318687 w 7467600"/>
              <a:gd name="connsiteY242" fmla="*/ 3113840 h 6858000"/>
              <a:gd name="connsiteX243" fmla="*/ 5453702 w 7467600"/>
              <a:gd name="connsiteY243" fmla="*/ 3090882 h 6858000"/>
              <a:gd name="connsiteX244" fmla="*/ 5480135 w 7467600"/>
              <a:gd name="connsiteY244" fmla="*/ 3565802 h 6858000"/>
              <a:gd name="connsiteX245" fmla="*/ 5499023 w 7467600"/>
              <a:gd name="connsiteY245" fmla="*/ 4166310 h 6858000"/>
              <a:gd name="connsiteX246" fmla="*/ 5547022 w 7467600"/>
              <a:gd name="connsiteY246" fmla="*/ 3607838 h 6858000"/>
              <a:gd name="connsiteX247" fmla="*/ 5515964 w 7467600"/>
              <a:gd name="connsiteY247" fmla="*/ 3378541 h 6858000"/>
              <a:gd name="connsiteX248" fmla="*/ 5453702 w 7467600"/>
              <a:gd name="connsiteY248" fmla="*/ 3090882 h 6858000"/>
              <a:gd name="connsiteX249" fmla="*/ 1238695 w 7467600"/>
              <a:gd name="connsiteY249" fmla="*/ 3076820 h 6858000"/>
              <a:gd name="connsiteX250" fmla="*/ 716371 w 7467600"/>
              <a:gd name="connsiteY250" fmla="*/ 3293249 h 6858000"/>
              <a:gd name="connsiteX251" fmla="*/ 579522 w 7467600"/>
              <a:gd name="connsiteY251" fmla="*/ 3371759 h 6858000"/>
              <a:gd name="connsiteX252" fmla="*/ 600288 w 7467600"/>
              <a:gd name="connsiteY252" fmla="*/ 3365555 h 6858000"/>
              <a:gd name="connsiteX253" fmla="*/ 840692 w 7467600"/>
              <a:gd name="connsiteY253" fmla="*/ 3284921 h 6858000"/>
              <a:gd name="connsiteX254" fmla="*/ 979248 w 7467600"/>
              <a:gd name="connsiteY254" fmla="*/ 3221003 h 6858000"/>
              <a:gd name="connsiteX255" fmla="*/ 1053282 w 7467600"/>
              <a:gd name="connsiteY255" fmla="*/ 3185247 h 6858000"/>
              <a:gd name="connsiteX256" fmla="*/ 1320603 w 7467600"/>
              <a:gd name="connsiteY256" fmla="*/ 3081281 h 6858000"/>
              <a:gd name="connsiteX257" fmla="*/ 1238695 w 7467600"/>
              <a:gd name="connsiteY257" fmla="*/ 3076820 h 6858000"/>
              <a:gd name="connsiteX258" fmla="*/ 5425627 w 7467600"/>
              <a:gd name="connsiteY258" fmla="*/ 2954192 h 6858000"/>
              <a:gd name="connsiteX259" fmla="*/ 5470770 w 7467600"/>
              <a:gd name="connsiteY259" fmla="*/ 3005435 h 6858000"/>
              <a:gd name="connsiteX260" fmla="*/ 5519779 w 7467600"/>
              <a:gd name="connsiteY260" fmla="*/ 4359223 h 6858000"/>
              <a:gd name="connsiteX261" fmla="*/ 5520293 w 7467600"/>
              <a:gd name="connsiteY261" fmla="*/ 4360602 h 6858000"/>
              <a:gd name="connsiteX262" fmla="*/ 5767221 w 7467600"/>
              <a:gd name="connsiteY262" fmla="*/ 4665564 h 6858000"/>
              <a:gd name="connsiteX263" fmla="*/ 6937169 w 7467600"/>
              <a:gd name="connsiteY263" fmla="*/ 4815941 h 6858000"/>
              <a:gd name="connsiteX264" fmla="*/ 6953922 w 7467600"/>
              <a:gd name="connsiteY264" fmla="*/ 4890068 h 6858000"/>
              <a:gd name="connsiteX265" fmla="*/ 6071359 w 7467600"/>
              <a:gd name="connsiteY265" fmla="*/ 4770770 h 6858000"/>
              <a:gd name="connsiteX266" fmla="*/ 6038839 w 7467600"/>
              <a:gd name="connsiteY266" fmla="*/ 4764474 h 6858000"/>
              <a:gd name="connsiteX267" fmla="*/ 6038706 w 7467600"/>
              <a:gd name="connsiteY267" fmla="*/ 4763847 h 6858000"/>
              <a:gd name="connsiteX268" fmla="*/ 6037784 w 7467600"/>
              <a:gd name="connsiteY268" fmla="*/ 4764270 h 6858000"/>
              <a:gd name="connsiteX269" fmla="*/ 6038839 w 7467600"/>
              <a:gd name="connsiteY269" fmla="*/ 4764474 h 6858000"/>
              <a:gd name="connsiteX270" fmla="*/ 6040338 w 7467600"/>
              <a:gd name="connsiteY270" fmla="*/ 4771418 h 6858000"/>
              <a:gd name="connsiteX271" fmla="*/ 6024488 w 7467600"/>
              <a:gd name="connsiteY271" fmla="*/ 4809903 h 6858000"/>
              <a:gd name="connsiteX272" fmla="*/ 5599771 w 7467600"/>
              <a:gd name="connsiteY272" fmla="*/ 5509652 h 6858000"/>
              <a:gd name="connsiteX273" fmla="*/ 5548843 w 7467600"/>
              <a:gd name="connsiteY273" fmla="*/ 5563845 h 6858000"/>
              <a:gd name="connsiteX274" fmla="*/ 5940952 w 7467600"/>
              <a:gd name="connsiteY274" fmla="*/ 6250028 h 6858000"/>
              <a:gd name="connsiteX275" fmla="*/ 6043441 w 7467600"/>
              <a:gd name="connsiteY275" fmla="*/ 6665847 h 6858000"/>
              <a:gd name="connsiteX276" fmla="*/ 6093432 w 7467600"/>
              <a:gd name="connsiteY276" fmla="*/ 6858000 h 6858000"/>
              <a:gd name="connsiteX277" fmla="*/ 6034344 w 7467600"/>
              <a:gd name="connsiteY277" fmla="*/ 6858000 h 6858000"/>
              <a:gd name="connsiteX278" fmla="*/ 6026679 w 7467600"/>
              <a:gd name="connsiteY278" fmla="*/ 6836959 h 6858000"/>
              <a:gd name="connsiteX279" fmla="*/ 5800441 w 7467600"/>
              <a:gd name="connsiteY279" fmla="*/ 6335286 h 6858000"/>
              <a:gd name="connsiteX280" fmla="*/ 5526562 w 7467600"/>
              <a:gd name="connsiteY280" fmla="*/ 5705388 h 6858000"/>
              <a:gd name="connsiteX281" fmla="*/ 5519640 w 7467600"/>
              <a:gd name="connsiteY281" fmla="*/ 5683774 h 6858000"/>
              <a:gd name="connsiteX282" fmla="*/ 5844559 w 7467600"/>
              <a:gd name="connsiteY282" fmla="*/ 6553349 h 6858000"/>
              <a:gd name="connsiteX283" fmla="*/ 5975994 w 7467600"/>
              <a:gd name="connsiteY283" fmla="*/ 6858000 h 6858000"/>
              <a:gd name="connsiteX284" fmla="*/ 5898547 w 7467600"/>
              <a:gd name="connsiteY284" fmla="*/ 6858000 h 6858000"/>
              <a:gd name="connsiteX285" fmla="*/ 5682041 w 7467600"/>
              <a:gd name="connsiteY285" fmla="*/ 6355860 h 6858000"/>
              <a:gd name="connsiteX286" fmla="*/ 5461758 w 7467600"/>
              <a:gd name="connsiteY286" fmla="*/ 5820220 h 6858000"/>
              <a:gd name="connsiteX287" fmla="*/ 5237282 w 7467600"/>
              <a:gd name="connsiteY287" fmla="*/ 6579086 h 6858000"/>
              <a:gd name="connsiteX288" fmla="*/ 5115009 w 7467600"/>
              <a:gd name="connsiteY288" fmla="*/ 6858000 h 6858000"/>
              <a:gd name="connsiteX289" fmla="*/ 5028074 w 7467600"/>
              <a:gd name="connsiteY289" fmla="*/ 6858000 h 6858000"/>
              <a:gd name="connsiteX290" fmla="*/ 5079508 w 7467600"/>
              <a:gd name="connsiteY290" fmla="*/ 6749074 h 6858000"/>
              <a:gd name="connsiteX291" fmla="*/ 5371846 w 7467600"/>
              <a:gd name="connsiteY291" fmla="*/ 5924413 h 6858000"/>
              <a:gd name="connsiteX292" fmla="*/ 5270512 w 7467600"/>
              <a:gd name="connsiteY292" fmla="*/ 6138975 h 6858000"/>
              <a:gd name="connsiteX293" fmla="*/ 5062409 w 7467600"/>
              <a:gd name="connsiteY293" fmla="*/ 6653544 h 6858000"/>
              <a:gd name="connsiteX294" fmla="*/ 5036628 w 7467600"/>
              <a:gd name="connsiteY294" fmla="*/ 6754247 h 6858000"/>
              <a:gd name="connsiteX295" fmla="*/ 5009112 w 7467600"/>
              <a:gd name="connsiteY295" fmla="*/ 6858000 h 6858000"/>
              <a:gd name="connsiteX296" fmla="*/ 4976679 w 7467600"/>
              <a:gd name="connsiteY296" fmla="*/ 6858000 h 6858000"/>
              <a:gd name="connsiteX297" fmla="*/ 5006537 w 7467600"/>
              <a:gd name="connsiteY297" fmla="*/ 6747068 h 6858000"/>
              <a:gd name="connsiteX298" fmla="*/ 5032723 w 7467600"/>
              <a:gd name="connsiteY298" fmla="*/ 6644957 h 6858000"/>
              <a:gd name="connsiteX299" fmla="*/ 5242949 w 7467600"/>
              <a:gd name="connsiteY299" fmla="*/ 6125175 h 6858000"/>
              <a:gd name="connsiteX300" fmla="*/ 5286321 w 7467600"/>
              <a:gd name="connsiteY300" fmla="*/ 6033555 h 6858000"/>
              <a:gd name="connsiteX301" fmla="*/ 5008210 w 7467600"/>
              <a:gd name="connsiteY301" fmla="*/ 6649194 h 6858000"/>
              <a:gd name="connsiteX302" fmla="*/ 4986321 w 7467600"/>
              <a:gd name="connsiteY302" fmla="*/ 6765687 h 6858000"/>
              <a:gd name="connsiteX303" fmla="*/ 4973474 w 7467600"/>
              <a:gd name="connsiteY303" fmla="*/ 6858000 h 6858000"/>
              <a:gd name="connsiteX304" fmla="*/ 4907178 w 7467600"/>
              <a:gd name="connsiteY304" fmla="*/ 6858000 h 6858000"/>
              <a:gd name="connsiteX305" fmla="*/ 4910810 w 7467600"/>
              <a:gd name="connsiteY305" fmla="*/ 6829660 h 6858000"/>
              <a:gd name="connsiteX306" fmla="*/ 4987461 w 7467600"/>
              <a:gd name="connsiteY306" fmla="*/ 6432994 h 6858000"/>
              <a:gd name="connsiteX307" fmla="*/ 5179262 w 7467600"/>
              <a:gd name="connsiteY307" fmla="*/ 6035044 h 6858000"/>
              <a:gd name="connsiteX308" fmla="*/ 4689678 w 7467600"/>
              <a:gd name="connsiteY308" fmla="*/ 6440241 h 6858000"/>
              <a:gd name="connsiteX309" fmla="*/ 4477543 w 7467600"/>
              <a:gd name="connsiteY309" fmla="*/ 6674836 h 6858000"/>
              <a:gd name="connsiteX310" fmla="*/ 4329957 w 7467600"/>
              <a:gd name="connsiteY310" fmla="*/ 6858000 h 6858000"/>
              <a:gd name="connsiteX311" fmla="*/ 4218595 w 7467600"/>
              <a:gd name="connsiteY311" fmla="*/ 6858000 h 6858000"/>
              <a:gd name="connsiteX312" fmla="*/ 4368888 w 7467600"/>
              <a:gd name="connsiteY312" fmla="*/ 6668412 h 6858000"/>
              <a:gd name="connsiteX313" fmla="*/ 4563091 w 7467600"/>
              <a:gd name="connsiteY313" fmla="*/ 6442508 h 6858000"/>
              <a:gd name="connsiteX314" fmla="*/ 5387324 w 7467600"/>
              <a:gd name="connsiteY314" fmla="*/ 5705830 h 6858000"/>
              <a:gd name="connsiteX315" fmla="*/ 5073620 w 7467600"/>
              <a:gd name="connsiteY315" fmla="*/ 5955437 h 6858000"/>
              <a:gd name="connsiteX316" fmla="*/ 4689789 w 7467600"/>
              <a:gd name="connsiteY316" fmla="*/ 6268382 h 6858000"/>
              <a:gd name="connsiteX317" fmla="*/ 4418722 w 7467600"/>
              <a:gd name="connsiteY317" fmla="*/ 6570886 h 6858000"/>
              <a:gd name="connsiteX318" fmla="*/ 4214944 w 7467600"/>
              <a:gd name="connsiteY318" fmla="*/ 6858000 h 6858000"/>
              <a:gd name="connsiteX319" fmla="*/ 4177898 w 7467600"/>
              <a:gd name="connsiteY319" fmla="*/ 6858000 h 6858000"/>
              <a:gd name="connsiteX320" fmla="*/ 4391597 w 7467600"/>
              <a:gd name="connsiteY320" fmla="*/ 6556370 h 6858000"/>
              <a:gd name="connsiteX321" fmla="*/ 4668889 w 7467600"/>
              <a:gd name="connsiteY321" fmla="*/ 6246399 h 6858000"/>
              <a:gd name="connsiteX322" fmla="*/ 5055427 w 7467600"/>
              <a:gd name="connsiteY322" fmla="*/ 5931476 h 6858000"/>
              <a:gd name="connsiteX323" fmla="*/ 5371814 w 7467600"/>
              <a:gd name="connsiteY323" fmla="*/ 5678975 h 6858000"/>
              <a:gd name="connsiteX324" fmla="*/ 4987918 w 7467600"/>
              <a:gd name="connsiteY324" fmla="*/ 5838701 h 6858000"/>
              <a:gd name="connsiteX325" fmla="*/ 4317146 w 7467600"/>
              <a:gd name="connsiteY325" fmla="*/ 6587716 h 6858000"/>
              <a:gd name="connsiteX326" fmla="*/ 4171627 w 7467600"/>
              <a:gd name="connsiteY326" fmla="*/ 6858000 h 6858000"/>
              <a:gd name="connsiteX327" fmla="*/ 4081585 w 7467600"/>
              <a:gd name="connsiteY327" fmla="*/ 6858000 h 6858000"/>
              <a:gd name="connsiteX328" fmla="*/ 4238603 w 7467600"/>
              <a:gd name="connsiteY328" fmla="*/ 6559341 h 6858000"/>
              <a:gd name="connsiteX329" fmla="*/ 4778333 w 7467600"/>
              <a:gd name="connsiteY329" fmla="*/ 5873626 h 6858000"/>
              <a:gd name="connsiteX330" fmla="*/ 5414185 w 7467600"/>
              <a:gd name="connsiteY330" fmla="*/ 5573882 h 6858000"/>
              <a:gd name="connsiteX331" fmla="*/ 5959648 w 7467600"/>
              <a:gd name="connsiteY331" fmla="*/ 4760797 h 6858000"/>
              <a:gd name="connsiteX332" fmla="*/ 5355019 w 7467600"/>
              <a:gd name="connsiteY332" fmla="*/ 4734672 h 6858000"/>
              <a:gd name="connsiteX333" fmla="*/ 5083565 w 7467600"/>
              <a:gd name="connsiteY333" fmla="*/ 5179121 h 6858000"/>
              <a:gd name="connsiteX334" fmla="*/ 4713577 w 7467600"/>
              <a:gd name="connsiteY334" fmla="*/ 5616803 h 6858000"/>
              <a:gd name="connsiteX335" fmla="*/ 3989559 w 7467600"/>
              <a:gd name="connsiteY335" fmla="*/ 6145945 h 6858000"/>
              <a:gd name="connsiteX336" fmla="*/ 3939824 w 7467600"/>
              <a:gd name="connsiteY336" fmla="*/ 6066900 h 6858000"/>
              <a:gd name="connsiteX337" fmla="*/ 4584537 w 7467600"/>
              <a:gd name="connsiteY337" fmla="*/ 5324826 h 6858000"/>
              <a:gd name="connsiteX338" fmla="*/ 5037105 w 7467600"/>
              <a:gd name="connsiteY338" fmla="*/ 5088765 h 6858000"/>
              <a:gd name="connsiteX339" fmla="*/ 5039930 w 7467600"/>
              <a:gd name="connsiteY339" fmla="*/ 5089585 h 6858000"/>
              <a:gd name="connsiteX340" fmla="*/ 5263764 w 7467600"/>
              <a:gd name="connsiteY340" fmla="*/ 4735525 h 6858000"/>
              <a:gd name="connsiteX341" fmla="*/ 4086300 w 7467600"/>
              <a:gd name="connsiteY341" fmla="*/ 4884599 h 6858000"/>
              <a:gd name="connsiteX342" fmla="*/ 4085485 w 7467600"/>
              <a:gd name="connsiteY342" fmla="*/ 4899070 h 6858000"/>
              <a:gd name="connsiteX343" fmla="*/ 3871915 w 7467600"/>
              <a:gd name="connsiteY343" fmla="*/ 5253645 h 6858000"/>
              <a:gd name="connsiteX344" fmla="*/ 3799374 w 7467600"/>
              <a:gd name="connsiteY344" fmla="*/ 5466127 h 6858000"/>
              <a:gd name="connsiteX345" fmla="*/ 3498850 w 7467600"/>
              <a:gd name="connsiteY345" fmla="*/ 6661888 h 6858000"/>
              <a:gd name="connsiteX346" fmla="*/ 3399216 w 7467600"/>
              <a:gd name="connsiteY346" fmla="*/ 6858000 h 6858000"/>
              <a:gd name="connsiteX347" fmla="*/ 3303688 w 7467600"/>
              <a:gd name="connsiteY347" fmla="*/ 6858000 h 6858000"/>
              <a:gd name="connsiteX348" fmla="*/ 3391774 w 7467600"/>
              <a:gd name="connsiteY348" fmla="*/ 6697181 h 6858000"/>
              <a:gd name="connsiteX349" fmla="*/ 3735540 w 7467600"/>
              <a:gd name="connsiteY349" fmla="*/ 5546923 h 6858000"/>
              <a:gd name="connsiteX350" fmla="*/ 3729438 w 7467600"/>
              <a:gd name="connsiteY350" fmla="*/ 5569058 h 6858000"/>
              <a:gd name="connsiteX351" fmla="*/ 3707782 w 7467600"/>
              <a:gd name="connsiteY351" fmla="*/ 5644908 h 6858000"/>
              <a:gd name="connsiteX352" fmla="*/ 3583827 w 7467600"/>
              <a:gd name="connsiteY352" fmla="*/ 6039215 h 6858000"/>
              <a:gd name="connsiteX353" fmla="*/ 3547861 w 7467600"/>
              <a:gd name="connsiteY353" fmla="*/ 6129609 h 6858000"/>
              <a:gd name="connsiteX354" fmla="*/ 3490905 w 7467600"/>
              <a:gd name="connsiteY354" fmla="*/ 6277660 h 6858000"/>
              <a:gd name="connsiteX355" fmla="*/ 3455859 w 7467600"/>
              <a:gd name="connsiteY355" fmla="*/ 6391301 h 6858000"/>
              <a:gd name="connsiteX356" fmla="*/ 3429112 w 7467600"/>
              <a:gd name="connsiteY356" fmla="*/ 6479469 h 6858000"/>
              <a:gd name="connsiteX357" fmla="*/ 3304862 w 7467600"/>
              <a:gd name="connsiteY357" fmla="*/ 6796476 h 6858000"/>
              <a:gd name="connsiteX358" fmla="*/ 3276071 w 7467600"/>
              <a:gd name="connsiteY358" fmla="*/ 6858000 h 6858000"/>
              <a:gd name="connsiteX359" fmla="*/ 3240805 w 7467600"/>
              <a:gd name="connsiteY359" fmla="*/ 6858000 h 6858000"/>
              <a:gd name="connsiteX360" fmla="*/ 3275917 w 7467600"/>
              <a:gd name="connsiteY360" fmla="*/ 6783192 h 6858000"/>
              <a:gd name="connsiteX361" fmla="*/ 3399358 w 7467600"/>
              <a:gd name="connsiteY361" fmla="*/ 6469011 h 6858000"/>
              <a:gd name="connsiteX362" fmla="*/ 3425650 w 7467600"/>
              <a:gd name="connsiteY362" fmla="*/ 6381333 h 6858000"/>
              <a:gd name="connsiteX363" fmla="*/ 3460661 w 7467600"/>
              <a:gd name="connsiteY363" fmla="*/ 6266763 h 6858000"/>
              <a:gd name="connsiteX364" fmla="*/ 3518021 w 7467600"/>
              <a:gd name="connsiteY364" fmla="*/ 6117298 h 6858000"/>
              <a:gd name="connsiteX365" fmla="*/ 3554035 w 7467600"/>
              <a:gd name="connsiteY365" fmla="*/ 6027832 h 6858000"/>
              <a:gd name="connsiteX366" fmla="*/ 3677174 w 7467600"/>
              <a:gd name="connsiteY366" fmla="*/ 5636351 h 6858000"/>
              <a:gd name="connsiteX367" fmla="*/ 3698819 w 7467600"/>
              <a:gd name="connsiteY367" fmla="*/ 5560503 h 6858000"/>
              <a:gd name="connsiteX368" fmla="*/ 3702094 w 7467600"/>
              <a:gd name="connsiteY368" fmla="*/ 5549194 h 6858000"/>
              <a:gd name="connsiteX369" fmla="*/ 3398355 w 7467600"/>
              <a:gd name="connsiteY369" fmla="*/ 6094603 h 6858000"/>
              <a:gd name="connsiteX370" fmla="*/ 3193941 w 7467600"/>
              <a:gd name="connsiteY370" fmla="*/ 6798775 h 6858000"/>
              <a:gd name="connsiteX371" fmla="*/ 3184140 w 7467600"/>
              <a:gd name="connsiteY371" fmla="*/ 6858000 h 6858000"/>
              <a:gd name="connsiteX372" fmla="*/ 3099978 w 7467600"/>
              <a:gd name="connsiteY372" fmla="*/ 6858000 h 6858000"/>
              <a:gd name="connsiteX373" fmla="*/ 3101556 w 7467600"/>
              <a:gd name="connsiteY373" fmla="*/ 6843337 h 6858000"/>
              <a:gd name="connsiteX374" fmla="*/ 3370162 w 7467600"/>
              <a:gd name="connsiteY374" fmla="*/ 5785550 h 6858000"/>
              <a:gd name="connsiteX375" fmla="*/ 3746477 w 7467600"/>
              <a:gd name="connsiteY375" fmla="*/ 5377889 h 6858000"/>
              <a:gd name="connsiteX376" fmla="*/ 3863399 w 7467600"/>
              <a:gd name="connsiteY376" fmla="*/ 5087257 h 6858000"/>
              <a:gd name="connsiteX377" fmla="*/ 3968712 w 7467600"/>
              <a:gd name="connsiteY377" fmla="*/ 4913989 h 6858000"/>
              <a:gd name="connsiteX378" fmla="*/ 2792390 w 7467600"/>
              <a:gd name="connsiteY378" fmla="*/ 5382974 h 6858000"/>
              <a:gd name="connsiteX379" fmla="*/ 2714982 w 7467600"/>
              <a:gd name="connsiteY379" fmla="*/ 5427051 h 6858000"/>
              <a:gd name="connsiteX380" fmla="*/ 2813361 w 7467600"/>
              <a:gd name="connsiteY380" fmla="*/ 6023912 h 6858000"/>
              <a:gd name="connsiteX381" fmla="*/ 2688430 w 7467600"/>
              <a:gd name="connsiteY381" fmla="*/ 6801564 h 6858000"/>
              <a:gd name="connsiteX382" fmla="*/ 2629626 w 7467600"/>
              <a:gd name="connsiteY382" fmla="*/ 6763394 h 6858000"/>
              <a:gd name="connsiteX383" fmla="*/ 2565328 w 7467600"/>
              <a:gd name="connsiteY383" fmla="*/ 5516399 h 6858000"/>
              <a:gd name="connsiteX384" fmla="*/ 1922999 w 7467600"/>
              <a:gd name="connsiteY384" fmla="*/ 5980343 h 6858000"/>
              <a:gd name="connsiteX385" fmla="*/ 1950261 w 7467600"/>
              <a:gd name="connsiteY385" fmla="*/ 6405858 h 6858000"/>
              <a:gd name="connsiteX386" fmla="*/ 2365554 w 7467600"/>
              <a:gd name="connsiteY386" fmla="*/ 6759107 h 6858000"/>
              <a:gd name="connsiteX387" fmla="*/ 2424142 w 7467600"/>
              <a:gd name="connsiteY387" fmla="*/ 6858000 h 6858000"/>
              <a:gd name="connsiteX388" fmla="*/ 2395994 w 7467600"/>
              <a:gd name="connsiteY388" fmla="*/ 6858000 h 6858000"/>
              <a:gd name="connsiteX389" fmla="*/ 2392863 w 7467600"/>
              <a:gd name="connsiteY389" fmla="*/ 6852964 h 6858000"/>
              <a:gd name="connsiteX390" fmla="*/ 2017589 w 7467600"/>
              <a:gd name="connsiteY390" fmla="*/ 6493982 h 6858000"/>
              <a:gd name="connsiteX391" fmla="*/ 2147336 w 7467600"/>
              <a:gd name="connsiteY391" fmla="*/ 6594052 h 6858000"/>
              <a:gd name="connsiteX392" fmla="*/ 2207047 w 7467600"/>
              <a:gd name="connsiteY392" fmla="*/ 6654540 h 6858000"/>
              <a:gd name="connsiteX393" fmla="*/ 2299106 w 7467600"/>
              <a:gd name="connsiteY393" fmla="*/ 6778931 h 6858000"/>
              <a:gd name="connsiteX394" fmla="*/ 2314430 w 7467600"/>
              <a:gd name="connsiteY394" fmla="*/ 6801144 h 6858000"/>
              <a:gd name="connsiteX395" fmla="*/ 2352406 w 7467600"/>
              <a:gd name="connsiteY395" fmla="*/ 6858000 h 6858000"/>
              <a:gd name="connsiteX396" fmla="*/ 2314492 w 7467600"/>
              <a:gd name="connsiteY396" fmla="*/ 6858000 h 6858000"/>
              <a:gd name="connsiteX397" fmla="*/ 2288095 w 7467600"/>
              <a:gd name="connsiteY397" fmla="*/ 6818030 h 6858000"/>
              <a:gd name="connsiteX398" fmla="*/ 2272768 w 7467600"/>
              <a:gd name="connsiteY398" fmla="*/ 6795822 h 6858000"/>
              <a:gd name="connsiteX399" fmla="*/ 2182715 w 7467600"/>
              <a:gd name="connsiteY399" fmla="*/ 6675071 h 6858000"/>
              <a:gd name="connsiteX400" fmla="*/ 2032061 w 7467600"/>
              <a:gd name="connsiteY400" fmla="*/ 6541380 h 6858000"/>
              <a:gd name="connsiteX401" fmla="*/ 2257220 w 7467600"/>
              <a:gd name="connsiteY401" fmla="*/ 6826257 h 6858000"/>
              <a:gd name="connsiteX402" fmla="*/ 2281324 w 7467600"/>
              <a:gd name="connsiteY402" fmla="*/ 6858000 h 6858000"/>
              <a:gd name="connsiteX403" fmla="*/ 2242860 w 7467600"/>
              <a:gd name="connsiteY403" fmla="*/ 6858000 h 6858000"/>
              <a:gd name="connsiteX404" fmla="*/ 2232818 w 7467600"/>
              <a:gd name="connsiteY404" fmla="*/ 6844926 h 6858000"/>
              <a:gd name="connsiteX405" fmla="*/ 1990172 w 7467600"/>
              <a:gd name="connsiteY405" fmla="*/ 6542121 h 6858000"/>
              <a:gd name="connsiteX406" fmla="*/ 2124090 w 7467600"/>
              <a:gd name="connsiteY406" fmla="*/ 6761017 h 6858000"/>
              <a:gd name="connsiteX407" fmla="*/ 2200380 w 7467600"/>
              <a:gd name="connsiteY407" fmla="*/ 6858000 h 6858000"/>
              <a:gd name="connsiteX408" fmla="*/ 2147507 w 7467600"/>
              <a:gd name="connsiteY408" fmla="*/ 6858000 h 6858000"/>
              <a:gd name="connsiteX409" fmla="*/ 2070668 w 7467600"/>
              <a:gd name="connsiteY409" fmla="*/ 6761520 h 6858000"/>
              <a:gd name="connsiteX410" fmla="*/ 1975142 w 7467600"/>
              <a:gd name="connsiteY410" fmla="*/ 6585570 h 6858000"/>
              <a:gd name="connsiteX411" fmla="*/ 2050035 w 7467600"/>
              <a:gd name="connsiteY411" fmla="*/ 6813345 h 6858000"/>
              <a:gd name="connsiteX412" fmla="*/ 2063025 w 7467600"/>
              <a:gd name="connsiteY412" fmla="*/ 6858000 h 6858000"/>
              <a:gd name="connsiteX413" fmla="*/ 2021675 w 7467600"/>
              <a:gd name="connsiteY413" fmla="*/ 6858000 h 6858000"/>
              <a:gd name="connsiteX414" fmla="*/ 2019308 w 7467600"/>
              <a:gd name="connsiteY414" fmla="*/ 6847118 h 6858000"/>
              <a:gd name="connsiteX415" fmla="*/ 1938835 w 7467600"/>
              <a:gd name="connsiteY415" fmla="*/ 6551160 h 6858000"/>
              <a:gd name="connsiteX416" fmla="*/ 1953230 w 7467600"/>
              <a:gd name="connsiteY416" fmla="*/ 6759699 h 6858000"/>
              <a:gd name="connsiteX417" fmla="*/ 1956763 w 7467600"/>
              <a:gd name="connsiteY417" fmla="*/ 6778191 h 6858000"/>
              <a:gd name="connsiteX418" fmla="*/ 1967925 w 7467600"/>
              <a:gd name="connsiteY418" fmla="*/ 6858000 h 6858000"/>
              <a:gd name="connsiteX419" fmla="*/ 1936622 w 7467600"/>
              <a:gd name="connsiteY419" fmla="*/ 6858000 h 6858000"/>
              <a:gd name="connsiteX420" fmla="*/ 1926261 w 7467600"/>
              <a:gd name="connsiteY420" fmla="*/ 6784064 h 6858000"/>
              <a:gd name="connsiteX421" fmla="*/ 1922724 w 7467600"/>
              <a:gd name="connsiteY421" fmla="*/ 6765577 h 6858000"/>
              <a:gd name="connsiteX422" fmla="*/ 1904650 w 7467600"/>
              <a:gd name="connsiteY422" fmla="*/ 6639616 h 6858000"/>
              <a:gd name="connsiteX423" fmla="*/ 1885273 w 7467600"/>
              <a:gd name="connsiteY423" fmla="*/ 6858000 h 6858000"/>
              <a:gd name="connsiteX424" fmla="*/ 1854363 w 7467600"/>
              <a:gd name="connsiteY424" fmla="*/ 6858000 h 6858000"/>
              <a:gd name="connsiteX425" fmla="*/ 1880391 w 7467600"/>
              <a:gd name="connsiteY425" fmla="*/ 6603796 h 6858000"/>
              <a:gd name="connsiteX426" fmla="*/ 1818273 w 7467600"/>
              <a:gd name="connsiteY426" fmla="*/ 6715729 h 6858000"/>
              <a:gd name="connsiteX427" fmla="*/ 1794691 w 7467600"/>
              <a:gd name="connsiteY427" fmla="*/ 6843239 h 6858000"/>
              <a:gd name="connsiteX428" fmla="*/ 1794914 w 7467600"/>
              <a:gd name="connsiteY428" fmla="*/ 6858000 h 6858000"/>
              <a:gd name="connsiteX429" fmla="*/ 1746128 w 7467600"/>
              <a:gd name="connsiteY429" fmla="*/ 6858000 h 6858000"/>
              <a:gd name="connsiteX430" fmla="*/ 1753934 w 7467600"/>
              <a:gd name="connsiteY430" fmla="*/ 6724796 h 6858000"/>
              <a:gd name="connsiteX431" fmla="*/ 1792053 w 7467600"/>
              <a:gd name="connsiteY431" fmla="*/ 6572396 h 6858000"/>
              <a:gd name="connsiteX432" fmla="*/ 1862248 w 7467600"/>
              <a:gd name="connsiteY432" fmla="*/ 6266397 h 6858000"/>
              <a:gd name="connsiteX433" fmla="*/ 1862250 w 7467600"/>
              <a:gd name="connsiteY433" fmla="*/ 6033531 h 6858000"/>
              <a:gd name="connsiteX434" fmla="*/ 1211999 w 7467600"/>
              <a:gd name="connsiteY434" fmla="*/ 6683610 h 6858000"/>
              <a:gd name="connsiteX435" fmla="*/ 1213266 w 7467600"/>
              <a:gd name="connsiteY435" fmla="*/ 6691947 h 6858000"/>
              <a:gd name="connsiteX436" fmla="*/ 1203370 w 7467600"/>
              <a:gd name="connsiteY436" fmla="*/ 6850676 h 6858000"/>
              <a:gd name="connsiteX437" fmla="*/ 1203671 w 7467600"/>
              <a:gd name="connsiteY437" fmla="*/ 6858000 h 6858000"/>
              <a:gd name="connsiteX438" fmla="*/ 1143180 w 7467600"/>
              <a:gd name="connsiteY438" fmla="*/ 6858000 h 6858000"/>
              <a:gd name="connsiteX439" fmla="*/ 1142176 w 7467600"/>
              <a:gd name="connsiteY439" fmla="*/ 6766045 h 6858000"/>
              <a:gd name="connsiteX440" fmla="*/ 1067484 w 7467600"/>
              <a:gd name="connsiteY440" fmla="*/ 6858000 h 6858000"/>
              <a:gd name="connsiteX441" fmla="*/ 953928 w 7467600"/>
              <a:gd name="connsiteY441" fmla="*/ 6858000 h 6858000"/>
              <a:gd name="connsiteX442" fmla="*/ 959715 w 7467600"/>
              <a:gd name="connsiteY442" fmla="*/ 6850185 h 6858000"/>
              <a:gd name="connsiteX443" fmla="*/ 1483788 w 7467600"/>
              <a:gd name="connsiteY443" fmla="*/ 6259174 h 6858000"/>
              <a:gd name="connsiteX444" fmla="*/ 1100671 w 7467600"/>
              <a:gd name="connsiteY444" fmla="*/ 6252137 h 6858000"/>
              <a:gd name="connsiteX445" fmla="*/ 1090144 w 7467600"/>
              <a:gd name="connsiteY445" fmla="*/ 6256748 h 6858000"/>
              <a:gd name="connsiteX446" fmla="*/ 1095872 w 7467600"/>
              <a:gd name="connsiteY446" fmla="*/ 6271892 h 6858000"/>
              <a:gd name="connsiteX447" fmla="*/ 262785 w 7467600"/>
              <a:gd name="connsiteY447" fmla="*/ 6845450 h 6858000"/>
              <a:gd name="connsiteX448" fmla="*/ 209968 w 7467600"/>
              <a:gd name="connsiteY448" fmla="*/ 6770713 h 6858000"/>
              <a:gd name="connsiteX449" fmla="*/ 873460 w 7467600"/>
              <a:gd name="connsiteY449" fmla="*/ 6253768 h 6858000"/>
              <a:gd name="connsiteX450" fmla="*/ 192686 w 7467600"/>
              <a:gd name="connsiteY450" fmla="*/ 5849257 h 6858000"/>
              <a:gd name="connsiteX451" fmla="*/ 4696 w 7467600"/>
              <a:gd name="connsiteY451" fmla="*/ 5697668 h 6858000"/>
              <a:gd name="connsiteX452" fmla="*/ 0 w 7467600"/>
              <a:gd name="connsiteY452" fmla="*/ 5689984 h 6858000"/>
              <a:gd name="connsiteX453" fmla="*/ 0 w 7467600"/>
              <a:gd name="connsiteY453" fmla="*/ 5513472 h 6858000"/>
              <a:gd name="connsiteX454" fmla="*/ 174101 w 7467600"/>
              <a:gd name="connsiteY454" fmla="*/ 5620277 h 6858000"/>
              <a:gd name="connsiteX455" fmla="*/ 891800 w 7467600"/>
              <a:gd name="connsiteY455" fmla="*/ 6036935 h 6858000"/>
              <a:gd name="connsiteX456" fmla="*/ 1072219 w 7467600"/>
              <a:gd name="connsiteY456" fmla="*/ 6169443 h 6858000"/>
              <a:gd name="connsiteX457" fmla="*/ 1074117 w 7467600"/>
              <a:gd name="connsiteY457" fmla="*/ 6170301 h 6858000"/>
              <a:gd name="connsiteX458" fmla="*/ 1083114 w 7467600"/>
              <a:gd name="connsiteY458" fmla="*/ 6174131 h 6858000"/>
              <a:gd name="connsiteX459" fmla="*/ 1543010 w 7467600"/>
              <a:gd name="connsiteY459" fmla="*/ 6191140 h 6858000"/>
              <a:gd name="connsiteX460" fmla="*/ 1551080 w 7467600"/>
              <a:gd name="connsiteY460" fmla="*/ 6195006 h 6858000"/>
              <a:gd name="connsiteX461" fmla="*/ 2345443 w 7467600"/>
              <a:gd name="connsiteY461" fmla="*/ 5549882 h 6858000"/>
              <a:gd name="connsiteX462" fmla="*/ 1721499 w 7467600"/>
              <a:gd name="connsiteY462" fmla="*/ 5599969 h 6858000"/>
              <a:gd name="connsiteX463" fmla="*/ 767716 w 7467600"/>
              <a:gd name="connsiteY463" fmla="*/ 5472768 h 6858000"/>
              <a:gd name="connsiteX464" fmla="*/ 722147 w 7467600"/>
              <a:gd name="connsiteY464" fmla="*/ 5393091 h 6858000"/>
              <a:gd name="connsiteX465" fmla="*/ 1485552 w 7467600"/>
              <a:gd name="connsiteY465" fmla="*/ 5313202 h 6858000"/>
              <a:gd name="connsiteX466" fmla="*/ 2143004 w 7467600"/>
              <a:gd name="connsiteY466" fmla="*/ 5402420 h 6858000"/>
              <a:gd name="connsiteX467" fmla="*/ 1933391 w 7467600"/>
              <a:gd name="connsiteY467" fmla="*/ 5156971 h 6858000"/>
              <a:gd name="connsiteX468" fmla="*/ 1827118 w 7467600"/>
              <a:gd name="connsiteY468" fmla="*/ 4968410 h 6858000"/>
              <a:gd name="connsiteX469" fmla="*/ 1837349 w 7467600"/>
              <a:gd name="connsiteY469" fmla="*/ 4956357 h 6858000"/>
              <a:gd name="connsiteX470" fmla="*/ 2162835 w 7467600"/>
              <a:gd name="connsiteY470" fmla="*/ 5187853 h 6858000"/>
              <a:gd name="connsiteX471" fmla="*/ 2257167 w 7467600"/>
              <a:gd name="connsiteY471" fmla="*/ 5462123 h 6858000"/>
              <a:gd name="connsiteX472" fmla="*/ 2261598 w 7467600"/>
              <a:gd name="connsiteY472" fmla="*/ 5467998 h 6858000"/>
              <a:gd name="connsiteX473" fmla="*/ 2437177 w 7467600"/>
              <a:gd name="connsiteY473" fmla="*/ 5479608 h 6858000"/>
              <a:gd name="connsiteX474" fmla="*/ 2445247 w 7467600"/>
              <a:gd name="connsiteY474" fmla="*/ 5483476 h 6858000"/>
              <a:gd name="connsiteX475" fmla="*/ 2743626 w 7467600"/>
              <a:gd name="connsiteY475" fmla="*/ 5304819 h 6858000"/>
              <a:gd name="connsiteX476" fmla="*/ 3048102 w 7467600"/>
              <a:gd name="connsiteY476" fmla="*/ 5150595 h 6858000"/>
              <a:gd name="connsiteX477" fmla="*/ 1799414 w 7467600"/>
              <a:gd name="connsiteY477" fmla="*/ 4694732 h 6858000"/>
              <a:gd name="connsiteX478" fmla="*/ 1771735 w 7467600"/>
              <a:gd name="connsiteY478" fmla="*/ 4619929 h 6858000"/>
              <a:gd name="connsiteX479" fmla="*/ 3104273 w 7467600"/>
              <a:gd name="connsiteY479" fmla="*/ 5076159 h 6858000"/>
              <a:gd name="connsiteX480" fmla="*/ 3113245 w 7467600"/>
              <a:gd name="connsiteY480" fmla="*/ 5090705 h 6858000"/>
              <a:gd name="connsiteX481" fmla="*/ 3126294 w 7467600"/>
              <a:gd name="connsiteY481" fmla="*/ 5114400 h 6858000"/>
              <a:gd name="connsiteX482" fmla="*/ 3937433 w 7467600"/>
              <a:gd name="connsiteY482" fmla="*/ 4830473 h 6858000"/>
              <a:gd name="connsiteX483" fmla="*/ 3590475 w 7467600"/>
              <a:gd name="connsiteY483" fmla="*/ 4597974 h 6858000"/>
              <a:gd name="connsiteX484" fmla="*/ 3100264 w 7467600"/>
              <a:gd name="connsiteY484" fmla="*/ 4579845 h 6858000"/>
              <a:gd name="connsiteX485" fmla="*/ 2183576 w 7467600"/>
              <a:gd name="connsiteY485" fmla="*/ 4227150 h 6858000"/>
              <a:gd name="connsiteX486" fmla="*/ 2151029 w 7467600"/>
              <a:gd name="connsiteY486" fmla="*/ 4146947 h 6858000"/>
              <a:gd name="connsiteX487" fmla="*/ 3563434 w 7467600"/>
              <a:gd name="connsiteY487" fmla="*/ 4469115 h 6858000"/>
              <a:gd name="connsiteX488" fmla="*/ 3177952 w 7467600"/>
              <a:gd name="connsiteY488" fmla="*/ 3657386 h 6858000"/>
              <a:gd name="connsiteX489" fmla="*/ 3189263 w 7467600"/>
              <a:gd name="connsiteY489" fmla="*/ 3625726 h 6858000"/>
              <a:gd name="connsiteX490" fmla="*/ 3560912 w 7467600"/>
              <a:gd name="connsiteY490" fmla="*/ 4079863 h 6858000"/>
              <a:gd name="connsiteX491" fmla="*/ 3626636 w 7467600"/>
              <a:gd name="connsiteY491" fmla="*/ 4512230 h 6858000"/>
              <a:gd name="connsiteX492" fmla="*/ 3653088 w 7467600"/>
              <a:gd name="connsiteY492" fmla="*/ 4521417 h 6858000"/>
              <a:gd name="connsiteX493" fmla="*/ 3988128 w 7467600"/>
              <a:gd name="connsiteY493" fmla="*/ 4817267 h 6858000"/>
              <a:gd name="connsiteX494" fmla="*/ 4830582 w 7467600"/>
              <a:gd name="connsiteY494" fmla="*/ 4676000 h 6858000"/>
              <a:gd name="connsiteX495" fmla="*/ 4830100 w 7467600"/>
              <a:gd name="connsiteY495" fmla="*/ 4675554 h 6858000"/>
              <a:gd name="connsiteX496" fmla="*/ 4036318 w 7467600"/>
              <a:gd name="connsiteY496" fmla="*/ 4147013 h 6858000"/>
              <a:gd name="connsiteX497" fmla="*/ 3432098 w 7467600"/>
              <a:gd name="connsiteY497" fmla="*/ 3537312 h 6858000"/>
              <a:gd name="connsiteX498" fmla="*/ 3446761 w 7467600"/>
              <a:gd name="connsiteY498" fmla="*/ 3461278 h 6858000"/>
              <a:gd name="connsiteX499" fmla="*/ 4419733 w 7467600"/>
              <a:gd name="connsiteY499" fmla="*/ 3963555 h 6858000"/>
              <a:gd name="connsiteX500" fmla="*/ 4781371 w 7467600"/>
              <a:gd name="connsiteY500" fmla="*/ 4458604 h 6858000"/>
              <a:gd name="connsiteX501" fmla="*/ 4780440 w 7467600"/>
              <a:gd name="connsiteY501" fmla="*/ 4470290 h 6858000"/>
              <a:gd name="connsiteX502" fmla="*/ 4898954 w 7467600"/>
              <a:gd name="connsiteY502" fmla="*/ 4662092 h 6858000"/>
              <a:gd name="connsiteX503" fmla="*/ 4900699 w 7467600"/>
              <a:gd name="connsiteY503" fmla="*/ 4670867 h 6858000"/>
              <a:gd name="connsiteX504" fmla="*/ 5714511 w 7467600"/>
              <a:gd name="connsiteY504" fmla="*/ 4663483 h 6858000"/>
              <a:gd name="connsiteX505" fmla="*/ 5464793 w 7467600"/>
              <a:gd name="connsiteY505" fmla="*/ 4393556 h 6858000"/>
              <a:gd name="connsiteX506" fmla="*/ 5461897 w 7467600"/>
              <a:gd name="connsiteY506" fmla="*/ 4390879 h 6858000"/>
              <a:gd name="connsiteX507" fmla="*/ 4294126 w 7467600"/>
              <a:gd name="connsiteY507" fmla="*/ 3303048 h 6858000"/>
              <a:gd name="connsiteX508" fmla="*/ 4305321 w 7467600"/>
              <a:gd name="connsiteY508" fmla="*/ 3256953 h 6858000"/>
              <a:gd name="connsiteX509" fmla="*/ 4949299 w 7467600"/>
              <a:gd name="connsiteY509" fmla="*/ 3766336 h 6858000"/>
              <a:gd name="connsiteX510" fmla="*/ 5291452 w 7467600"/>
              <a:gd name="connsiteY510" fmla="*/ 4076801 h 6858000"/>
              <a:gd name="connsiteX511" fmla="*/ 5434998 w 7467600"/>
              <a:gd name="connsiteY511" fmla="*/ 4254100 h 6858000"/>
              <a:gd name="connsiteX512" fmla="*/ 5351015 w 7467600"/>
              <a:gd name="connsiteY512" fmla="*/ 3760989 h 6858000"/>
              <a:gd name="connsiteX513" fmla="*/ 5413780 w 7467600"/>
              <a:gd name="connsiteY513" fmla="*/ 2966265 h 6858000"/>
              <a:gd name="connsiteX514" fmla="*/ 5425627 w 7467600"/>
              <a:gd name="connsiteY514" fmla="*/ 2954192 h 6858000"/>
              <a:gd name="connsiteX515" fmla="*/ 6604735 w 7467600"/>
              <a:gd name="connsiteY515" fmla="*/ 2041381 h 6858000"/>
              <a:gd name="connsiteX516" fmla="*/ 7204487 w 7467600"/>
              <a:gd name="connsiteY516" fmla="*/ 2742112 h 6858000"/>
              <a:gd name="connsiteX517" fmla="*/ 7131592 w 7467600"/>
              <a:gd name="connsiteY517" fmla="*/ 2672096 h 6858000"/>
              <a:gd name="connsiteX518" fmla="*/ 6996344 w 7467600"/>
              <a:gd name="connsiteY518" fmla="*/ 2518310 h 6858000"/>
              <a:gd name="connsiteX519" fmla="*/ 6735495 w 7467600"/>
              <a:gd name="connsiteY519" fmla="*/ 2196890 h 6858000"/>
              <a:gd name="connsiteX520" fmla="*/ 6721901 w 7467600"/>
              <a:gd name="connsiteY520" fmla="*/ 2179274 h 6858000"/>
              <a:gd name="connsiteX521" fmla="*/ 6604735 w 7467600"/>
              <a:gd name="connsiteY521" fmla="*/ 2041381 h 6858000"/>
              <a:gd name="connsiteX522" fmla="*/ 6591670 w 7467600"/>
              <a:gd name="connsiteY522" fmla="*/ 1988277 h 6858000"/>
              <a:gd name="connsiteX523" fmla="*/ 6747349 w 7467600"/>
              <a:gd name="connsiteY523" fmla="*/ 2160069 h 6858000"/>
              <a:gd name="connsiteX524" fmla="*/ 6760943 w 7467600"/>
              <a:gd name="connsiteY524" fmla="*/ 2177686 h 6858000"/>
              <a:gd name="connsiteX525" fmla="*/ 7021065 w 7467600"/>
              <a:gd name="connsiteY525" fmla="*/ 2498102 h 6858000"/>
              <a:gd name="connsiteX526" fmla="*/ 7155223 w 7467600"/>
              <a:gd name="connsiteY526" fmla="*/ 2650386 h 6858000"/>
              <a:gd name="connsiteX527" fmla="*/ 7203167 w 7467600"/>
              <a:gd name="connsiteY527" fmla="*/ 2697288 h 6858000"/>
              <a:gd name="connsiteX528" fmla="*/ 6937703 w 7467600"/>
              <a:gd name="connsiteY528" fmla="*/ 2321981 h 6858000"/>
              <a:gd name="connsiteX529" fmla="*/ 6591670 w 7467600"/>
              <a:gd name="connsiteY529" fmla="*/ 1988277 h 6858000"/>
              <a:gd name="connsiteX530" fmla="*/ 5798671 w 7467600"/>
              <a:gd name="connsiteY530" fmla="*/ 1981601 h 6858000"/>
              <a:gd name="connsiteX531" fmla="*/ 5754709 w 7467600"/>
              <a:gd name="connsiteY531" fmla="*/ 2071454 h 6858000"/>
              <a:gd name="connsiteX532" fmla="*/ 5763044 w 7467600"/>
              <a:gd name="connsiteY532" fmla="*/ 2842206 h 6858000"/>
              <a:gd name="connsiteX533" fmla="*/ 5764974 w 7467600"/>
              <a:gd name="connsiteY533" fmla="*/ 2799609 h 6858000"/>
              <a:gd name="connsiteX534" fmla="*/ 5767665 w 7467600"/>
              <a:gd name="connsiteY534" fmla="*/ 2666409 h 6858000"/>
              <a:gd name="connsiteX535" fmla="*/ 5763055 w 7467600"/>
              <a:gd name="connsiteY535" fmla="*/ 2579705 h 6858000"/>
              <a:gd name="connsiteX536" fmla="*/ 5758079 w 7467600"/>
              <a:gd name="connsiteY536" fmla="*/ 2492508 h 6858000"/>
              <a:gd name="connsiteX537" fmla="*/ 5779325 w 7467600"/>
              <a:gd name="connsiteY537" fmla="*/ 2197069 h 6858000"/>
              <a:gd name="connsiteX538" fmla="*/ 5798671 w 7467600"/>
              <a:gd name="connsiteY538" fmla="*/ 1981601 h 6858000"/>
              <a:gd name="connsiteX539" fmla="*/ 5829202 w 7467600"/>
              <a:gd name="connsiteY539" fmla="*/ 1971679 h 6858000"/>
              <a:gd name="connsiteX540" fmla="*/ 5809558 w 7467600"/>
              <a:gd name="connsiteY540" fmla="*/ 2198043 h 6858000"/>
              <a:gd name="connsiteX541" fmla="*/ 5788653 w 7467600"/>
              <a:gd name="connsiteY541" fmla="*/ 2489430 h 6858000"/>
              <a:gd name="connsiteX542" fmla="*/ 5793439 w 7467600"/>
              <a:gd name="connsiteY542" fmla="*/ 2575235 h 6858000"/>
              <a:gd name="connsiteX543" fmla="*/ 5796837 w 7467600"/>
              <a:gd name="connsiteY543" fmla="*/ 2637633 h 6858000"/>
              <a:gd name="connsiteX544" fmla="*/ 5818614 w 7467600"/>
              <a:gd name="connsiteY544" fmla="*/ 2473055 h 6858000"/>
              <a:gd name="connsiteX545" fmla="*/ 5829202 w 7467600"/>
              <a:gd name="connsiteY545" fmla="*/ 1971679 h 6858000"/>
              <a:gd name="connsiteX546" fmla="*/ 5911389 w 7467600"/>
              <a:gd name="connsiteY546" fmla="*/ 1898371 h 6858000"/>
              <a:gd name="connsiteX547" fmla="*/ 6237627 w 7467600"/>
              <a:gd name="connsiteY547" fmla="*/ 2231921 h 6858000"/>
              <a:gd name="connsiteX548" fmla="*/ 5911389 w 7467600"/>
              <a:gd name="connsiteY548" fmla="*/ 1898371 h 6858000"/>
              <a:gd name="connsiteX549" fmla="*/ 6944437 w 7467600"/>
              <a:gd name="connsiteY549" fmla="*/ 1575402 h 6858000"/>
              <a:gd name="connsiteX550" fmla="*/ 6304730 w 7467600"/>
              <a:gd name="connsiteY550" fmla="*/ 1766654 h 6858000"/>
              <a:gd name="connsiteX551" fmla="*/ 6944437 w 7467600"/>
              <a:gd name="connsiteY551" fmla="*/ 1575402 h 6858000"/>
              <a:gd name="connsiteX552" fmla="*/ 7019523 w 7467600"/>
              <a:gd name="connsiteY552" fmla="*/ 1519450 h 6858000"/>
              <a:gd name="connsiteX553" fmla="*/ 6298091 w 7467600"/>
              <a:gd name="connsiteY553" fmla="*/ 1737122 h 6858000"/>
              <a:gd name="connsiteX554" fmla="*/ 7019523 w 7467600"/>
              <a:gd name="connsiteY554" fmla="*/ 1519450 h 6858000"/>
              <a:gd name="connsiteX555" fmla="*/ 2399523 w 7467600"/>
              <a:gd name="connsiteY555" fmla="*/ 1428234 h 6858000"/>
              <a:gd name="connsiteX556" fmla="*/ 2224982 w 7467600"/>
              <a:gd name="connsiteY556" fmla="*/ 1826201 h 6858000"/>
              <a:gd name="connsiteX557" fmla="*/ 2096099 w 7467600"/>
              <a:gd name="connsiteY557" fmla="*/ 2345900 h 6858000"/>
              <a:gd name="connsiteX558" fmla="*/ 2283317 w 7467600"/>
              <a:gd name="connsiteY558" fmla="*/ 1796925 h 6858000"/>
              <a:gd name="connsiteX559" fmla="*/ 2399523 w 7467600"/>
              <a:gd name="connsiteY559" fmla="*/ 1428234 h 6858000"/>
              <a:gd name="connsiteX560" fmla="*/ 2448558 w 7467600"/>
              <a:gd name="connsiteY560" fmla="*/ 1373435 h 6858000"/>
              <a:gd name="connsiteX561" fmla="*/ 2312521 w 7467600"/>
              <a:gd name="connsiteY561" fmla="*/ 1806140 h 6858000"/>
              <a:gd name="connsiteX562" fmla="*/ 2127533 w 7467600"/>
              <a:gd name="connsiteY562" fmla="*/ 2348380 h 6858000"/>
              <a:gd name="connsiteX563" fmla="*/ 2358080 w 7467600"/>
              <a:gd name="connsiteY563" fmla="*/ 1866134 h 6858000"/>
              <a:gd name="connsiteX564" fmla="*/ 2407436 w 7467600"/>
              <a:gd name="connsiteY564" fmla="*/ 1651070 h 6858000"/>
              <a:gd name="connsiteX565" fmla="*/ 2448558 w 7467600"/>
              <a:gd name="connsiteY565" fmla="*/ 1373435 h 6858000"/>
              <a:gd name="connsiteX566" fmla="*/ 278707 w 7467600"/>
              <a:gd name="connsiteY566" fmla="*/ 1352270 h 6858000"/>
              <a:gd name="connsiteX567" fmla="*/ 321570 w 7467600"/>
              <a:gd name="connsiteY567" fmla="*/ 1861610 h 6858000"/>
              <a:gd name="connsiteX568" fmla="*/ 294281 w 7467600"/>
              <a:gd name="connsiteY568" fmla="*/ 1440658 h 6858000"/>
              <a:gd name="connsiteX569" fmla="*/ 278707 w 7467600"/>
              <a:gd name="connsiteY569" fmla="*/ 1352270 h 6858000"/>
              <a:gd name="connsiteX570" fmla="*/ 1423821 w 7467600"/>
              <a:gd name="connsiteY570" fmla="*/ 1351958 h 6858000"/>
              <a:gd name="connsiteX571" fmla="*/ 1638521 w 7467600"/>
              <a:gd name="connsiteY571" fmla="*/ 1908470 h 6858000"/>
              <a:gd name="connsiteX572" fmla="*/ 1754199 w 7467600"/>
              <a:gd name="connsiteY572" fmla="*/ 2149284 h 6858000"/>
              <a:gd name="connsiteX573" fmla="*/ 1908359 w 7467600"/>
              <a:gd name="connsiteY573" fmla="*/ 2364988 h 6858000"/>
              <a:gd name="connsiteX574" fmla="*/ 1647661 w 7467600"/>
              <a:gd name="connsiteY574" fmla="*/ 1825945 h 6858000"/>
              <a:gd name="connsiteX575" fmla="*/ 1423821 w 7467600"/>
              <a:gd name="connsiteY575" fmla="*/ 1351958 h 6858000"/>
              <a:gd name="connsiteX576" fmla="*/ 1431890 w 7467600"/>
              <a:gd name="connsiteY576" fmla="*/ 1306475 h 6858000"/>
              <a:gd name="connsiteX577" fmla="*/ 1507597 w 7467600"/>
              <a:gd name="connsiteY577" fmla="*/ 1446132 h 6858000"/>
              <a:gd name="connsiteX578" fmla="*/ 1674586 w 7467600"/>
              <a:gd name="connsiteY578" fmla="*/ 1813832 h 6858000"/>
              <a:gd name="connsiteX579" fmla="*/ 1815950 w 7467600"/>
              <a:gd name="connsiteY579" fmla="*/ 2128564 h 6858000"/>
              <a:gd name="connsiteX580" fmla="*/ 1984242 w 7467600"/>
              <a:gd name="connsiteY580" fmla="*/ 2430829 h 6858000"/>
              <a:gd name="connsiteX581" fmla="*/ 2014023 w 7467600"/>
              <a:gd name="connsiteY581" fmla="*/ 2450995 h 6858000"/>
              <a:gd name="connsiteX582" fmla="*/ 1747337 w 7467600"/>
              <a:gd name="connsiteY582" fmla="*/ 1855264 h 6858000"/>
              <a:gd name="connsiteX583" fmla="*/ 1533749 w 7467600"/>
              <a:gd name="connsiteY583" fmla="*/ 1478656 h 6858000"/>
              <a:gd name="connsiteX584" fmla="*/ 1431890 w 7467600"/>
              <a:gd name="connsiteY584" fmla="*/ 1306475 h 6858000"/>
              <a:gd name="connsiteX585" fmla="*/ 5052692 w 7467600"/>
              <a:gd name="connsiteY585" fmla="*/ 1292994 h 6858000"/>
              <a:gd name="connsiteX586" fmla="*/ 5200661 w 7467600"/>
              <a:gd name="connsiteY586" fmla="*/ 1635186 h 6858000"/>
              <a:gd name="connsiteX587" fmla="*/ 5297138 w 7467600"/>
              <a:gd name="connsiteY587" fmla="*/ 1906351 h 6858000"/>
              <a:gd name="connsiteX588" fmla="*/ 5052692 w 7467600"/>
              <a:gd name="connsiteY588" fmla="*/ 1292994 h 6858000"/>
              <a:gd name="connsiteX589" fmla="*/ 5009948 w 7467600"/>
              <a:gd name="connsiteY589" fmla="*/ 1273619 h 6858000"/>
              <a:gd name="connsiteX590" fmla="*/ 5121777 w 7467600"/>
              <a:gd name="connsiteY590" fmla="*/ 1654213 h 6858000"/>
              <a:gd name="connsiteX591" fmla="*/ 5293545 w 7467600"/>
              <a:gd name="connsiteY591" fmla="*/ 2072247 h 6858000"/>
              <a:gd name="connsiteX592" fmla="*/ 5294042 w 7467600"/>
              <a:gd name="connsiteY592" fmla="*/ 2065019 h 6858000"/>
              <a:gd name="connsiteX593" fmla="*/ 5171936 w 7467600"/>
              <a:gd name="connsiteY593" fmla="*/ 1647613 h 6858000"/>
              <a:gd name="connsiteX594" fmla="*/ 5009948 w 7467600"/>
              <a:gd name="connsiteY594" fmla="*/ 1273619 h 6858000"/>
              <a:gd name="connsiteX595" fmla="*/ 655236 w 7467600"/>
              <a:gd name="connsiteY595" fmla="*/ 1268632 h 6858000"/>
              <a:gd name="connsiteX596" fmla="*/ 839521 w 7467600"/>
              <a:gd name="connsiteY596" fmla="*/ 1685315 h 6858000"/>
              <a:gd name="connsiteX597" fmla="*/ 1109416 w 7467600"/>
              <a:gd name="connsiteY597" fmla="*/ 2061663 h 6858000"/>
              <a:gd name="connsiteX598" fmla="*/ 1298300 w 7467600"/>
              <a:gd name="connsiteY598" fmla="*/ 2247742 h 6858000"/>
              <a:gd name="connsiteX599" fmla="*/ 1125871 w 7467600"/>
              <a:gd name="connsiteY599" fmla="*/ 1989513 h 6858000"/>
              <a:gd name="connsiteX600" fmla="*/ 981574 w 7467600"/>
              <a:gd name="connsiteY600" fmla="*/ 1783157 h 6858000"/>
              <a:gd name="connsiteX601" fmla="*/ 922198 w 7467600"/>
              <a:gd name="connsiteY601" fmla="*/ 1677437 h 6858000"/>
              <a:gd name="connsiteX602" fmla="*/ 869293 w 7467600"/>
              <a:gd name="connsiteY602" fmla="*/ 1583214 h 6858000"/>
              <a:gd name="connsiteX603" fmla="*/ 751431 w 7467600"/>
              <a:gd name="connsiteY603" fmla="*/ 1405731 h 6858000"/>
              <a:gd name="connsiteX604" fmla="*/ 655236 w 7467600"/>
              <a:gd name="connsiteY604" fmla="*/ 1268632 h 6858000"/>
              <a:gd name="connsiteX605" fmla="*/ 6516292 w 7467600"/>
              <a:gd name="connsiteY605" fmla="*/ 1263064 h 6858000"/>
              <a:gd name="connsiteX606" fmla="*/ 5736320 w 7467600"/>
              <a:gd name="connsiteY606" fmla="*/ 1501803 h 6858000"/>
              <a:gd name="connsiteX607" fmla="*/ 6516292 w 7467600"/>
              <a:gd name="connsiteY607" fmla="*/ 1263064 h 6858000"/>
              <a:gd name="connsiteX608" fmla="*/ 291466 w 7467600"/>
              <a:gd name="connsiteY608" fmla="*/ 1250369 h 6858000"/>
              <a:gd name="connsiteX609" fmla="*/ 323180 w 7467600"/>
              <a:gd name="connsiteY609" fmla="*/ 1435283 h 6858000"/>
              <a:gd name="connsiteX610" fmla="*/ 349381 w 7467600"/>
              <a:gd name="connsiteY610" fmla="*/ 1875041 h 6858000"/>
              <a:gd name="connsiteX611" fmla="*/ 374363 w 7467600"/>
              <a:gd name="connsiteY611" fmla="*/ 1506494 h 6858000"/>
              <a:gd name="connsiteX612" fmla="*/ 302168 w 7467600"/>
              <a:gd name="connsiteY612" fmla="*/ 1274495 h 6858000"/>
              <a:gd name="connsiteX613" fmla="*/ 291466 w 7467600"/>
              <a:gd name="connsiteY613" fmla="*/ 1250369 h 6858000"/>
              <a:gd name="connsiteX614" fmla="*/ 678222 w 7467600"/>
              <a:gd name="connsiteY614" fmla="*/ 1248670 h 6858000"/>
              <a:gd name="connsiteX615" fmla="*/ 775536 w 7467600"/>
              <a:gd name="connsiteY615" fmla="*/ 1388015 h 6858000"/>
              <a:gd name="connsiteX616" fmla="*/ 894529 w 7467600"/>
              <a:gd name="connsiteY616" fmla="*/ 1567739 h 6858000"/>
              <a:gd name="connsiteX617" fmla="*/ 948000 w 7467600"/>
              <a:gd name="connsiteY617" fmla="*/ 1663088 h 6858000"/>
              <a:gd name="connsiteX618" fmla="*/ 1006812 w 7467600"/>
              <a:gd name="connsiteY618" fmla="*/ 1767683 h 6858000"/>
              <a:gd name="connsiteX619" fmla="*/ 1149133 w 7467600"/>
              <a:gd name="connsiteY619" fmla="*/ 1971513 h 6858000"/>
              <a:gd name="connsiteX620" fmla="*/ 1333952 w 7467600"/>
              <a:gd name="connsiteY620" fmla="*/ 2251620 h 6858000"/>
              <a:gd name="connsiteX621" fmla="*/ 1337329 w 7467600"/>
              <a:gd name="connsiteY621" fmla="*/ 2258350 h 6858000"/>
              <a:gd name="connsiteX622" fmla="*/ 1014726 w 7467600"/>
              <a:gd name="connsiteY622" fmla="*/ 1615556 h 6858000"/>
              <a:gd name="connsiteX623" fmla="*/ 678222 w 7467600"/>
              <a:gd name="connsiteY623" fmla="*/ 1248670 h 6858000"/>
              <a:gd name="connsiteX624" fmla="*/ 6691602 w 7467600"/>
              <a:gd name="connsiteY624" fmla="*/ 1140573 h 6858000"/>
              <a:gd name="connsiteX625" fmla="*/ 6571100 w 7467600"/>
              <a:gd name="connsiteY625" fmla="*/ 1183662 h 6858000"/>
              <a:gd name="connsiteX626" fmla="*/ 6241687 w 7467600"/>
              <a:gd name="connsiteY626" fmla="*/ 1257600 h 6858000"/>
              <a:gd name="connsiteX627" fmla="*/ 5693009 w 7467600"/>
              <a:gd name="connsiteY627" fmla="*/ 1478256 h 6858000"/>
              <a:gd name="connsiteX628" fmla="*/ 6548420 w 7467600"/>
              <a:gd name="connsiteY628" fmla="*/ 1214599 h 6858000"/>
              <a:gd name="connsiteX629" fmla="*/ 6605473 w 7467600"/>
              <a:gd name="connsiteY629" fmla="*/ 1184686 h 6858000"/>
              <a:gd name="connsiteX630" fmla="*/ 6691602 w 7467600"/>
              <a:gd name="connsiteY630" fmla="*/ 1140573 h 6858000"/>
              <a:gd name="connsiteX631" fmla="*/ 4002475 w 7467600"/>
              <a:gd name="connsiteY631" fmla="*/ 1037802 h 6858000"/>
              <a:gd name="connsiteX632" fmla="*/ 4000324 w 7467600"/>
              <a:gd name="connsiteY632" fmla="*/ 1039362 h 6858000"/>
              <a:gd name="connsiteX633" fmla="*/ 4002862 w 7467600"/>
              <a:gd name="connsiteY633" fmla="*/ 1042866 h 6858000"/>
              <a:gd name="connsiteX634" fmla="*/ 4002475 w 7467600"/>
              <a:gd name="connsiteY634" fmla="*/ 1037802 h 6858000"/>
              <a:gd name="connsiteX635" fmla="*/ 506322 w 7467600"/>
              <a:gd name="connsiteY635" fmla="*/ 1020997 h 6858000"/>
              <a:gd name="connsiteX636" fmla="*/ 533068 w 7467600"/>
              <a:gd name="connsiteY636" fmla="*/ 1029409 h 6858000"/>
              <a:gd name="connsiteX637" fmla="*/ 1232525 w 7467600"/>
              <a:gd name="connsiteY637" fmla="*/ 1804675 h 6858000"/>
              <a:gd name="connsiteX638" fmla="*/ 1388858 w 7467600"/>
              <a:gd name="connsiteY638" fmla="*/ 2368011 h 6858000"/>
              <a:gd name="connsiteX639" fmla="*/ 1384098 w 7467600"/>
              <a:gd name="connsiteY639" fmla="*/ 2378125 h 6858000"/>
              <a:gd name="connsiteX640" fmla="*/ 1425393 w 7467600"/>
              <a:gd name="connsiteY640" fmla="*/ 2589124 h 6858000"/>
              <a:gd name="connsiteX641" fmla="*/ 1424001 w 7467600"/>
              <a:gd name="connsiteY641" fmla="*/ 2597541 h 6858000"/>
              <a:gd name="connsiteX642" fmla="*/ 2152729 w 7467600"/>
              <a:gd name="connsiteY642" fmla="*/ 2864487 h 6858000"/>
              <a:gd name="connsiteX643" fmla="*/ 2020609 w 7467600"/>
              <a:gd name="connsiteY643" fmla="*/ 2539671 h 6858000"/>
              <a:gd name="connsiteX644" fmla="*/ 2018920 w 7467600"/>
              <a:gd name="connsiteY644" fmla="*/ 2536309 h 6858000"/>
              <a:gd name="connsiteX645" fmla="*/ 1342441 w 7467600"/>
              <a:gd name="connsiteY645" fmla="*/ 1173017 h 6858000"/>
              <a:gd name="connsiteX646" fmla="*/ 1367925 w 7467600"/>
              <a:gd name="connsiteY646" fmla="*/ 1135648 h 6858000"/>
              <a:gd name="connsiteX647" fmla="*/ 1771401 w 7467600"/>
              <a:gd name="connsiteY647" fmla="*/ 1806673 h 6858000"/>
              <a:gd name="connsiteX648" fmla="*/ 1972385 w 7467600"/>
              <a:gd name="connsiteY648" fmla="*/ 2198735 h 6858000"/>
              <a:gd name="connsiteX649" fmla="*/ 2040892 w 7467600"/>
              <a:gd name="connsiteY649" fmla="*/ 2405205 h 6858000"/>
              <a:gd name="connsiteX650" fmla="*/ 2131689 w 7467600"/>
              <a:gd name="connsiteY650" fmla="*/ 1936926 h 6858000"/>
              <a:gd name="connsiteX651" fmla="*/ 2454820 w 7467600"/>
              <a:gd name="connsiteY651" fmla="*/ 1248808 h 6858000"/>
              <a:gd name="connsiteX652" fmla="*/ 2492512 w 7467600"/>
              <a:gd name="connsiteY652" fmla="*/ 1302920 h 6858000"/>
              <a:gd name="connsiteX653" fmla="*/ 2081216 w 7467600"/>
              <a:gd name="connsiteY653" fmla="*/ 2527513 h 6858000"/>
              <a:gd name="connsiteX654" fmla="*/ 2081211 w 7467600"/>
              <a:gd name="connsiteY654" fmla="*/ 2528916 h 6858000"/>
              <a:gd name="connsiteX655" fmla="*/ 2199067 w 7467600"/>
              <a:gd name="connsiteY655" fmla="*/ 2884061 h 6858000"/>
              <a:gd name="connsiteX656" fmla="*/ 3192586 w 7467600"/>
              <a:gd name="connsiteY656" fmla="*/ 3411496 h 6858000"/>
              <a:gd name="connsiteX657" fmla="*/ 3182620 w 7467600"/>
              <a:gd name="connsiteY657" fmla="*/ 3483279 h 6858000"/>
              <a:gd name="connsiteX658" fmla="*/ 2435119 w 7467600"/>
              <a:gd name="connsiteY658" fmla="*/ 3080173 h 6858000"/>
              <a:gd name="connsiteX659" fmla="*/ 2410152 w 7467600"/>
              <a:gd name="connsiteY659" fmla="*/ 3063751 h 6858000"/>
              <a:gd name="connsiteX660" fmla="*/ 2408099 w 7467600"/>
              <a:gd name="connsiteY660" fmla="*/ 3064403 h 6858000"/>
              <a:gd name="connsiteX661" fmla="*/ 2407218 w 7467600"/>
              <a:gd name="connsiteY661" fmla="*/ 3070324 h 6858000"/>
              <a:gd name="connsiteX662" fmla="*/ 2380138 w 7467600"/>
              <a:gd name="connsiteY662" fmla="*/ 3099341 h 6858000"/>
              <a:gd name="connsiteX663" fmla="*/ 1765923 w 7467600"/>
              <a:gd name="connsiteY663" fmla="*/ 3581043 h 6858000"/>
              <a:gd name="connsiteX664" fmla="*/ 1702258 w 7467600"/>
              <a:gd name="connsiteY664" fmla="*/ 3612286 h 6858000"/>
              <a:gd name="connsiteX665" fmla="*/ 1538370 w 7467600"/>
              <a:gd name="connsiteY665" fmla="*/ 3811804 h 6858000"/>
              <a:gd name="connsiteX666" fmla="*/ 542867 w 7467600"/>
              <a:gd name="connsiteY666" fmla="*/ 4944092 h 6858000"/>
              <a:gd name="connsiteX667" fmla="*/ 515800 w 7467600"/>
              <a:gd name="connsiteY667" fmla="*/ 4862180 h 6858000"/>
              <a:gd name="connsiteX668" fmla="*/ 909145 w 7467600"/>
              <a:gd name="connsiteY668" fmla="*/ 4199225 h 6858000"/>
              <a:gd name="connsiteX669" fmla="*/ 1214067 w 7467600"/>
              <a:gd name="connsiteY669" fmla="*/ 3908561 h 6858000"/>
              <a:gd name="connsiteX670" fmla="*/ 640967 w 7467600"/>
              <a:gd name="connsiteY670" fmla="*/ 4105601 h 6858000"/>
              <a:gd name="connsiteX671" fmla="*/ 112563 w 7467600"/>
              <a:gd name="connsiteY671" fmla="*/ 4396952 h 6858000"/>
              <a:gd name="connsiteX672" fmla="*/ 0 w 7467600"/>
              <a:gd name="connsiteY672" fmla="*/ 4466006 h 6858000"/>
              <a:gd name="connsiteX673" fmla="*/ 0 w 7467600"/>
              <a:gd name="connsiteY673" fmla="*/ 4233763 h 6858000"/>
              <a:gd name="connsiteX674" fmla="*/ 36881 w 7467600"/>
              <a:gd name="connsiteY674" fmla="*/ 4200118 h 6858000"/>
              <a:gd name="connsiteX675" fmla="*/ 910534 w 7467600"/>
              <a:gd name="connsiteY675" fmla="*/ 3629753 h 6858000"/>
              <a:gd name="connsiteX676" fmla="*/ 1578717 w 7467600"/>
              <a:gd name="connsiteY676" fmla="*/ 3575982 h 6858000"/>
              <a:gd name="connsiteX677" fmla="*/ 2338780 w 7467600"/>
              <a:gd name="connsiteY677" fmla="*/ 3033725 h 6858000"/>
              <a:gd name="connsiteX678" fmla="*/ 1807991 w 7467600"/>
              <a:gd name="connsiteY678" fmla="*/ 2807184 h 6858000"/>
              <a:gd name="connsiteX679" fmla="*/ 1416358 w 7467600"/>
              <a:gd name="connsiteY679" fmla="*/ 3112571 h 6858000"/>
              <a:gd name="connsiteX680" fmla="*/ 939066 w 7467600"/>
              <a:gd name="connsiteY680" fmla="*/ 3378798 h 6858000"/>
              <a:gd name="connsiteX681" fmla="*/ 115099 w 7467600"/>
              <a:gd name="connsiteY681" fmla="*/ 3607650 h 6858000"/>
              <a:gd name="connsiteX682" fmla="*/ 97284 w 7467600"/>
              <a:gd name="connsiteY682" fmla="*/ 3520393 h 6858000"/>
              <a:gd name="connsiteX683" fmla="*/ 922050 w 7467600"/>
              <a:gd name="connsiteY683" fmla="*/ 3074867 h 6858000"/>
              <a:gd name="connsiteX684" fmla="*/ 1405265 w 7467600"/>
              <a:gd name="connsiteY684" fmla="*/ 3016319 h 6858000"/>
              <a:gd name="connsiteX685" fmla="*/ 1407512 w 7467600"/>
              <a:gd name="connsiteY685" fmla="*/ 3018001 h 6858000"/>
              <a:gd name="connsiteX686" fmla="*/ 1726266 w 7467600"/>
              <a:gd name="connsiteY686" fmla="*/ 2777274 h 6858000"/>
              <a:gd name="connsiteX687" fmla="*/ 625390 w 7467600"/>
              <a:gd name="connsiteY687" fmla="*/ 2514541 h 6858000"/>
              <a:gd name="connsiteX688" fmla="*/ 619799 w 7467600"/>
              <a:gd name="connsiteY688" fmla="*/ 2527180 h 6858000"/>
              <a:gd name="connsiteX689" fmla="*/ 310030 w 7467600"/>
              <a:gd name="connsiteY689" fmla="*/ 2771818 h 6858000"/>
              <a:gd name="connsiteX690" fmla="*/ 173877 w 7467600"/>
              <a:gd name="connsiteY690" fmla="*/ 2937056 h 6858000"/>
              <a:gd name="connsiteX691" fmla="*/ 77889 w 7467600"/>
              <a:gd name="connsiteY691" fmla="*/ 3138440 h 6858000"/>
              <a:gd name="connsiteX692" fmla="*/ 0 w 7467600"/>
              <a:gd name="connsiteY692" fmla="*/ 3271395 h 6858000"/>
              <a:gd name="connsiteX693" fmla="*/ 0 w 7467600"/>
              <a:gd name="connsiteY693" fmla="*/ 3153002 h 6858000"/>
              <a:gd name="connsiteX694" fmla="*/ 2386 w 7467600"/>
              <a:gd name="connsiteY694" fmla="*/ 3149203 h 6858000"/>
              <a:gd name="connsiteX695" fmla="*/ 89753 w 7467600"/>
              <a:gd name="connsiteY695" fmla="*/ 2987702 h 6858000"/>
              <a:gd name="connsiteX696" fmla="*/ 76869 w 7467600"/>
              <a:gd name="connsiteY696" fmla="*/ 3005404 h 6858000"/>
              <a:gd name="connsiteX697" fmla="*/ 32049 w 7467600"/>
              <a:gd name="connsiteY697" fmla="*/ 3065814 h 6858000"/>
              <a:gd name="connsiteX698" fmla="*/ 0 w 7467600"/>
              <a:gd name="connsiteY698" fmla="*/ 3108744 h 6858000"/>
              <a:gd name="connsiteX699" fmla="*/ 0 w 7467600"/>
              <a:gd name="connsiteY699" fmla="*/ 3058059 h 6858000"/>
              <a:gd name="connsiteX700" fmla="*/ 7610 w 7467600"/>
              <a:gd name="connsiteY700" fmla="*/ 3047889 h 6858000"/>
              <a:gd name="connsiteX701" fmla="*/ 52419 w 7467600"/>
              <a:gd name="connsiteY701" fmla="*/ 2987479 h 6858000"/>
              <a:gd name="connsiteX702" fmla="*/ 59142 w 7467600"/>
              <a:gd name="connsiteY702" fmla="*/ 2978488 h 6858000"/>
              <a:gd name="connsiteX703" fmla="*/ 0 w 7467600"/>
              <a:gd name="connsiteY703" fmla="*/ 3015334 h 6858000"/>
              <a:gd name="connsiteX704" fmla="*/ 0 w 7467600"/>
              <a:gd name="connsiteY704" fmla="*/ 2914286 h 6858000"/>
              <a:gd name="connsiteX705" fmla="*/ 36383 w 7467600"/>
              <a:gd name="connsiteY705" fmla="*/ 2901128 h 6858000"/>
              <a:gd name="connsiteX706" fmla="*/ 156329 w 7467600"/>
              <a:gd name="connsiteY706" fmla="*/ 2840533 h 6858000"/>
              <a:gd name="connsiteX707" fmla="*/ 358355 w 7467600"/>
              <a:gd name="connsiteY707" fmla="*/ 2620471 h 6858000"/>
              <a:gd name="connsiteX708" fmla="*/ 510577 w 7467600"/>
              <a:gd name="connsiteY708" fmla="*/ 2501244 h 6858000"/>
              <a:gd name="connsiteX709" fmla="*/ 211967 w 7467600"/>
              <a:gd name="connsiteY709" fmla="*/ 2479171 h 6858000"/>
              <a:gd name="connsiteX710" fmla="*/ 0 w 7467600"/>
              <a:gd name="connsiteY710" fmla="*/ 2476398 h 6858000"/>
              <a:gd name="connsiteX711" fmla="*/ 0 w 7467600"/>
              <a:gd name="connsiteY711" fmla="*/ 2389189 h 6858000"/>
              <a:gd name="connsiteX712" fmla="*/ 103062 w 7467600"/>
              <a:gd name="connsiteY712" fmla="*/ 2389518 h 6858000"/>
              <a:gd name="connsiteX713" fmla="*/ 510734 w 7467600"/>
              <a:gd name="connsiteY713" fmla="*/ 2416201 h 6858000"/>
              <a:gd name="connsiteX714" fmla="*/ 279257 w 7467600"/>
              <a:gd name="connsiteY714" fmla="*/ 2092102 h 6858000"/>
              <a:gd name="connsiteX715" fmla="*/ 65265 w 7467600"/>
              <a:gd name="connsiteY715" fmla="*/ 2006049 h 6858000"/>
              <a:gd name="connsiteX716" fmla="*/ 0 w 7467600"/>
              <a:gd name="connsiteY716" fmla="*/ 1982532 h 6858000"/>
              <a:gd name="connsiteX717" fmla="*/ 0 w 7467600"/>
              <a:gd name="connsiteY717" fmla="*/ 1912789 h 6858000"/>
              <a:gd name="connsiteX718" fmla="*/ 97460 w 7467600"/>
              <a:gd name="connsiteY718" fmla="*/ 1953725 h 6858000"/>
              <a:gd name="connsiteX719" fmla="*/ 221272 w 7467600"/>
              <a:gd name="connsiteY719" fmla="*/ 1980766 h 6858000"/>
              <a:gd name="connsiteX720" fmla="*/ 116765 w 7467600"/>
              <a:gd name="connsiteY720" fmla="*/ 1911033 h 6858000"/>
              <a:gd name="connsiteX721" fmla="*/ 16405 w 7467600"/>
              <a:gd name="connsiteY721" fmla="*/ 1803412 h 6858000"/>
              <a:gd name="connsiteX722" fmla="*/ 0 w 7467600"/>
              <a:gd name="connsiteY722" fmla="*/ 1784777 h 6858000"/>
              <a:gd name="connsiteX723" fmla="*/ 0 w 7467600"/>
              <a:gd name="connsiteY723" fmla="*/ 1740082 h 6858000"/>
              <a:gd name="connsiteX724" fmla="*/ 39394 w 7467600"/>
              <a:gd name="connsiteY724" fmla="*/ 1784856 h 6858000"/>
              <a:gd name="connsiteX725" fmla="*/ 135813 w 7467600"/>
              <a:gd name="connsiteY725" fmla="*/ 1888838 h 6858000"/>
              <a:gd name="connsiteX726" fmla="*/ 242575 w 7467600"/>
              <a:gd name="connsiteY726" fmla="*/ 1958841 h 6858000"/>
              <a:gd name="connsiteX727" fmla="*/ 82197 w 7467600"/>
              <a:gd name="connsiteY727" fmla="*/ 1754826 h 6858000"/>
              <a:gd name="connsiteX728" fmla="*/ 0 w 7467600"/>
              <a:gd name="connsiteY728" fmla="*/ 1679650 h 6858000"/>
              <a:gd name="connsiteX729" fmla="*/ 0 w 7467600"/>
              <a:gd name="connsiteY729" fmla="*/ 1602463 h 6858000"/>
              <a:gd name="connsiteX730" fmla="*/ 84689 w 7467600"/>
              <a:gd name="connsiteY730" fmla="*/ 1677442 h 6858000"/>
              <a:gd name="connsiteX731" fmla="*/ 298437 w 7467600"/>
              <a:gd name="connsiteY731" fmla="*/ 1968019 h 6858000"/>
              <a:gd name="connsiteX732" fmla="*/ 227269 w 7467600"/>
              <a:gd name="connsiteY732" fmla="*/ 1114064 h 6858000"/>
              <a:gd name="connsiteX733" fmla="*/ 248003 w 7467600"/>
              <a:gd name="connsiteY733" fmla="*/ 1089613 h 6858000"/>
              <a:gd name="connsiteX734" fmla="*/ 427020 w 7467600"/>
              <a:gd name="connsiteY734" fmla="*/ 1619803 h 6858000"/>
              <a:gd name="connsiteX735" fmla="*/ 340345 w 7467600"/>
              <a:gd name="connsiteY735" fmla="*/ 2027739 h 6858000"/>
              <a:gd name="connsiteX736" fmla="*/ 360865 w 7467600"/>
              <a:gd name="connsiteY736" fmla="*/ 2044827 h 6858000"/>
              <a:gd name="connsiteX737" fmla="*/ 560414 w 7467600"/>
              <a:gd name="connsiteY737" fmla="*/ 2421457 h 6858000"/>
              <a:gd name="connsiteX738" fmla="*/ 1359703 w 7467600"/>
              <a:gd name="connsiteY738" fmla="*/ 2578554 h 6858000"/>
              <a:gd name="connsiteX739" fmla="*/ 1359422 w 7467600"/>
              <a:gd name="connsiteY739" fmla="*/ 2577994 h 6858000"/>
              <a:gd name="connsiteX740" fmla="*/ 828701 w 7467600"/>
              <a:gd name="connsiteY740" fmla="*/ 1839520 h 6858000"/>
              <a:gd name="connsiteX741" fmla="*/ 494427 w 7467600"/>
              <a:gd name="connsiteY741" fmla="*/ 1092333 h 6858000"/>
              <a:gd name="connsiteX742" fmla="*/ 506322 w 7467600"/>
              <a:gd name="connsiteY742" fmla="*/ 1020997 h 6858000"/>
              <a:gd name="connsiteX743" fmla="*/ 4570198 w 7467600"/>
              <a:gd name="connsiteY743" fmla="*/ 978081 h 6858000"/>
              <a:gd name="connsiteX744" fmla="*/ 4523691 w 7467600"/>
              <a:gd name="connsiteY744" fmla="*/ 1127776 h 6858000"/>
              <a:gd name="connsiteX745" fmla="*/ 4509875 w 7467600"/>
              <a:gd name="connsiteY745" fmla="*/ 1167552 h 6858000"/>
              <a:gd name="connsiteX746" fmla="*/ 4478168 w 7467600"/>
              <a:gd name="connsiteY746" fmla="*/ 1260735 h 6858000"/>
              <a:gd name="connsiteX747" fmla="*/ 4409309 w 7467600"/>
              <a:gd name="connsiteY747" fmla="*/ 1666996 h 6858000"/>
              <a:gd name="connsiteX748" fmla="*/ 4370031 w 7467600"/>
              <a:gd name="connsiteY748" fmla="*/ 1955666 h 6858000"/>
              <a:gd name="connsiteX749" fmla="*/ 4570198 w 7467600"/>
              <a:gd name="connsiteY749" fmla="*/ 978081 h 6858000"/>
              <a:gd name="connsiteX750" fmla="*/ 4557898 w 7467600"/>
              <a:gd name="connsiteY750" fmla="*/ 900011 h 6858000"/>
              <a:gd name="connsiteX751" fmla="*/ 4344840 w 7467600"/>
              <a:gd name="connsiteY751" fmla="*/ 1922038 h 6858000"/>
              <a:gd name="connsiteX752" fmla="*/ 4378710 w 7467600"/>
              <a:gd name="connsiteY752" fmla="*/ 1665516 h 6858000"/>
              <a:gd name="connsiteX753" fmla="*/ 4448798 w 7467600"/>
              <a:gd name="connsiteY753" fmla="*/ 1253024 h 6858000"/>
              <a:gd name="connsiteX754" fmla="*/ 4480315 w 7467600"/>
              <a:gd name="connsiteY754" fmla="*/ 1158454 h 6858000"/>
              <a:gd name="connsiteX755" fmla="*/ 4494133 w 7467600"/>
              <a:gd name="connsiteY755" fmla="*/ 1118676 h 6858000"/>
              <a:gd name="connsiteX756" fmla="*/ 4557898 w 7467600"/>
              <a:gd name="connsiteY756" fmla="*/ 900011 h 6858000"/>
              <a:gd name="connsiteX757" fmla="*/ 5870151 w 7467600"/>
              <a:gd name="connsiteY757" fmla="*/ 898890 h 6858000"/>
              <a:gd name="connsiteX758" fmla="*/ 5861335 w 7467600"/>
              <a:gd name="connsiteY758" fmla="*/ 899177 h 6858000"/>
              <a:gd name="connsiteX759" fmla="*/ 5843702 w 7467600"/>
              <a:gd name="connsiteY759" fmla="*/ 899748 h 6858000"/>
              <a:gd name="connsiteX760" fmla="*/ 5651107 w 7467600"/>
              <a:gd name="connsiteY760" fmla="*/ 920306 h 6858000"/>
              <a:gd name="connsiteX761" fmla="*/ 5459407 w 7467600"/>
              <a:gd name="connsiteY761" fmla="*/ 940975 h 6858000"/>
              <a:gd name="connsiteX762" fmla="*/ 5374846 w 7467600"/>
              <a:gd name="connsiteY762" fmla="*/ 941988 h 6858000"/>
              <a:gd name="connsiteX763" fmla="*/ 5256105 w 7467600"/>
              <a:gd name="connsiteY763" fmla="*/ 945632 h 6858000"/>
              <a:gd name="connsiteX764" fmla="*/ 5107071 w 7467600"/>
              <a:gd name="connsiteY764" fmla="*/ 969720 h 6858000"/>
              <a:gd name="connsiteX765" fmla="*/ 4998681 w 7467600"/>
              <a:gd name="connsiteY765" fmla="*/ 988771 h 6858000"/>
              <a:gd name="connsiteX766" fmla="*/ 5870151 w 7467600"/>
              <a:gd name="connsiteY766" fmla="*/ 898890 h 6858000"/>
              <a:gd name="connsiteX767" fmla="*/ 5504425 w 7467600"/>
              <a:gd name="connsiteY767" fmla="*/ 848067 h 6858000"/>
              <a:gd name="connsiteX768" fmla="*/ 4968849 w 7467600"/>
              <a:gd name="connsiteY768" fmla="*/ 962318 h 6858000"/>
              <a:gd name="connsiteX769" fmla="*/ 5104039 w 7467600"/>
              <a:gd name="connsiteY769" fmla="*/ 940634 h 6858000"/>
              <a:gd name="connsiteX770" fmla="*/ 5256311 w 7467600"/>
              <a:gd name="connsiteY770" fmla="*/ 916490 h 6858000"/>
              <a:gd name="connsiteX771" fmla="*/ 5377381 w 7467600"/>
              <a:gd name="connsiteY771" fmla="*/ 912671 h 6858000"/>
              <a:gd name="connsiteX772" fmla="*/ 5460148 w 7467600"/>
              <a:gd name="connsiteY772" fmla="*/ 911442 h 6858000"/>
              <a:gd name="connsiteX773" fmla="*/ 5648971 w 7467600"/>
              <a:gd name="connsiteY773" fmla="*/ 891331 h 6858000"/>
              <a:gd name="connsiteX774" fmla="*/ 5844807 w 7467600"/>
              <a:gd name="connsiteY774" fmla="*/ 870718 h 6858000"/>
              <a:gd name="connsiteX775" fmla="*/ 5862975 w 7467600"/>
              <a:gd name="connsiteY775" fmla="*/ 869756 h 6858000"/>
              <a:gd name="connsiteX776" fmla="*/ 5920887 w 7467600"/>
              <a:gd name="connsiteY776" fmla="*/ 865929 h 6858000"/>
              <a:gd name="connsiteX777" fmla="*/ 5504425 w 7467600"/>
              <a:gd name="connsiteY777" fmla="*/ 848067 h 6858000"/>
              <a:gd name="connsiteX778" fmla="*/ 3607114 w 7467600"/>
              <a:gd name="connsiteY778" fmla="*/ 467441 h 6858000"/>
              <a:gd name="connsiteX779" fmla="*/ 3296242 w 7467600"/>
              <a:gd name="connsiteY779" fmla="*/ 807991 h 6858000"/>
              <a:gd name="connsiteX780" fmla="*/ 3174674 w 7467600"/>
              <a:gd name="connsiteY780" fmla="*/ 919759 h 6858000"/>
              <a:gd name="connsiteX781" fmla="*/ 3042978 w 7467600"/>
              <a:gd name="connsiteY781" fmla="*/ 1054894 h 6858000"/>
              <a:gd name="connsiteX782" fmla="*/ 2968914 w 7467600"/>
              <a:gd name="connsiteY782" fmla="*/ 1133756 h 6858000"/>
              <a:gd name="connsiteX783" fmla="*/ 3103823 w 7467600"/>
              <a:gd name="connsiteY783" fmla="*/ 1026814 h 6858000"/>
              <a:gd name="connsiteX784" fmla="*/ 3607114 w 7467600"/>
              <a:gd name="connsiteY784" fmla="*/ 467441 h 6858000"/>
              <a:gd name="connsiteX785" fmla="*/ 3744487 w 7467600"/>
              <a:gd name="connsiteY785" fmla="*/ 383136 h 6858000"/>
              <a:gd name="connsiteX786" fmla="*/ 3970213 w 7467600"/>
              <a:gd name="connsiteY786" fmla="*/ 995559 h 6858000"/>
              <a:gd name="connsiteX787" fmla="*/ 3744487 w 7467600"/>
              <a:gd name="connsiteY787" fmla="*/ 383136 h 6858000"/>
              <a:gd name="connsiteX788" fmla="*/ 3624562 w 7467600"/>
              <a:gd name="connsiteY788" fmla="*/ 367041 h 6858000"/>
              <a:gd name="connsiteX789" fmla="*/ 3489712 w 7467600"/>
              <a:gd name="connsiteY789" fmla="*/ 485386 h 6858000"/>
              <a:gd name="connsiteX790" fmla="*/ 3182994 w 7467600"/>
              <a:gd name="connsiteY790" fmla="*/ 828265 h 6858000"/>
              <a:gd name="connsiteX791" fmla="*/ 2892114 w 7467600"/>
              <a:gd name="connsiteY791" fmla="*/ 1172635 h 6858000"/>
              <a:gd name="connsiteX792" fmla="*/ 3021459 w 7467600"/>
              <a:gd name="connsiteY792" fmla="*/ 1035385 h 6858000"/>
              <a:gd name="connsiteX793" fmla="*/ 3153873 w 7467600"/>
              <a:gd name="connsiteY793" fmla="*/ 898971 h 6858000"/>
              <a:gd name="connsiteX794" fmla="*/ 3276511 w 7467600"/>
              <a:gd name="connsiteY794" fmla="*/ 786423 h 6858000"/>
              <a:gd name="connsiteX795" fmla="*/ 3584154 w 7467600"/>
              <a:gd name="connsiteY795" fmla="*/ 448218 h 6858000"/>
              <a:gd name="connsiteX796" fmla="*/ 3624562 w 7467600"/>
              <a:gd name="connsiteY796" fmla="*/ 367041 h 6858000"/>
              <a:gd name="connsiteX797" fmla="*/ 3766672 w 7467600"/>
              <a:gd name="connsiteY797" fmla="*/ 359429 h 6858000"/>
              <a:gd name="connsiteX798" fmla="*/ 3996338 w 7467600"/>
              <a:gd name="connsiteY798" fmla="*/ 968237 h 6858000"/>
              <a:gd name="connsiteX799" fmla="*/ 3766672 w 7467600"/>
              <a:gd name="connsiteY799" fmla="*/ 359429 h 6858000"/>
              <a:gd name="connsiteX800" fmla="*/ 5805386 w 7467600"/>
              <a:gd name="connsiteY800" fmla="*/ 239240 h 6858000"/>
              <a:gd name="connsiteX801" fmla="*/ 5736947 w 7467600"/>
              <a:gd name="connsiteY801" fmla="*/ 261367 h 6858000"/>
              <a:gd name="connsiteX802" fmla="*/ 5427012 w 7467600"/>
              <a:gd name="connsiteY802" fmla="*/ 311272 h 6858000"/>
              <a:gd name="connsiteX803" fmla="*/ 5147818 w 7467600"/>
              <a:gd name="connsiteY803" fmla="*/ 322112 h 6858000"/>
              <a:gd name="connsiteX804" fmla="*/ 5060854 w 7467600"/>
              <a:gd name="connsiteY804" fmla="*/ 311882 h 6858000"/>
              <a:gd name="connsiteX805" fmla="*/ 4945989 w 7467600"/>
              <a:gd name="connsiteY805" fmla="*/ 300516 h 6858000"/>
              <a:gd name="connsiteX806" fmla="*/ 5410479 w 7467600"/>
              <a:gd name="connsiteY806" fmla="*/ 348434 h 6858000"/>
              <a:gd name="connsiteX807" fmla="*/ 5805386 w 7467600"/>
              <a:gd name="connsiteY807" fmla="*/ 239240 h 6858000"/>
              <a:gd name="connsiteX808" fmla="*/ 5905192 w 7467600"/>
              <a:gd name="connsiteY808" fmla="*/ 163079 h 6858000"/>
              <a:gd name="connsiteX809" fmla="*/ 5865655 w 7467600"/>
              <a:gd name="connsiteY809" fmla="*/ 171901 h 6858000"/>
              <a:gd name="connsiteX810" fmla="*/ 5259740 w 7467600"/>
              <a:gd name="connsiteY810" fmla="*/ 257013 h 6858000"/>
              <a:gd name="connsiteX811" fmla="*/ 5208466 w 7467600"/>
              <a:gd name="connsiteY811" fmla="*/ 257550 h 6858000"/>
              <a:gd name="connsiteX812" fmla="*/ 4980204 w 7467600"/>
              <a:gd name="connsiteY812" fmla="*/ 271903 h 6858000"/>
              <a:gd name="connsiteX813" fmla="*/ 5068068 w 7467600"/>
              <a:gd name="connsiteY813" fmla="*/ 282244 h 6858000"/>
              <a:gd name="connsiteX814" fmla="*/ 5153231 w 7467600"/>
              <a:gd name="connsiteY814" fmla="*/ 292240 h 6858000"/>
              <a:gd name="connsiteX815" fmla="*/ 5426491 w 7467600"/>
              <a:gd name="connsiteY815" fmla="*/ 281128 h 6858000"/>
              <a:gd name="connsiteX816" fmla="*/ 5731212 w 7467600"/>
              <a:gd name="connsiteY816" fmla="*/ 231951 h 6858000"/>
              <a:gd name="connsiteX817" fmla="*/ 5905192 w 7467600"/>
              <a:gd name="connsiteY817" fmla="*/ 163079 h 6858000"/>
              <a:gd name="connsiteX818" fmla="*/ 5944437 w 7467600"/>
              <a:gd name="connsiteY818" fmla="*/ 113829 h 6858000"/>
              <a:gd name="connsiteX819" fmla="*/ 5825032 w 7467600"/>
              <a:gd name="connsiteY819" fmla="*/ 146405 h 6858000"/>
              <a:gd name="connsiteX820" fmla="*/ 4955599 w 7467600"/>
              <a:gd name="connsiteY820" fmla="*/ 247008 h 6858000"/>
              <a:gd name="connsiteX821" fmla="*/ 5210104 w 7467600"/>
              <a:gd name="connsiteY821" fmla="*/ 228123 h 6858000"/>
              <a:gd name="connsiteX822" fmla="*/ 5261015 w 7467600"/>
              <a:gd name="connsiteY822" fmla="*/ 227087 h 6858000"/>
              <a:gd name="connsiteX823" fmla="*/ 5861181 w 7467600"/>
              <a:gd name="connsiteY823" fmla="*/ 143093 h 6858000"/>
              <a:gd name="connsiteX824" fmla="*/ 5961252 w 7467600"/>
              <a:gd name="connsiteY824" fmla="*/ 114820 h 6858000"/>
              <a:gd name="connsiteX825" fmla="*/ 5944437 w 7467600"/>
              <a:gd name="connsiteY825" fmla="*/ 113829 h 6858000"/>
              <a:gd name="connsiteX826" fmla="*/ 3882765 w 7467600"/>
              <a:gd name="connsiteY826" fmla="*/ 0 h 6858000"/>
              <a:gd name="connsiteX827" fmla="*/ 3995099 w 7467600"/>
              <a:gd name="connsiteY827" fmla="*/ 0 h 6858000"/>
              <a:gd name="connsiteX828" fmla="*/ 4163818 w 7467600"/>
              <a:gd name="connsiteY828" fmla="*/ 234104 h 6858000"/>
              <a:gd name="connsiteX829" fmla="*/ 4172099 w 7467600"/>
              <a:gd name="connsiteY829" fmla="*/ 234207 h 6858000"/>
              <a:gd name="connsiteX830" fmla="*/ 4784282 w 7467600"/>
              <a:gd name="connsiteY830" fmla="*/ 276561 h 6858000"/>
              <a:gd name="connsiteX831" fmla="*/ 4801687 w 7467600"/>
              <a:gd name="connsiteY831" fmla="*/ 267764 h 6858000"/>
              <a:gd name="connsiteX832" fmla="*/ 6082788 w 7467600"/>
              <a:gd name="connsiteY832" fmla="*/ 64119 h 6858000"/>
              <a:gd name="connsiteX833" fmla="*/ 6099442 w 7467600"/>
              <a:gd name="connsiteY833" fmla="*/ 82568 h 6858000"/>
              <a:gd name="connsiteX834" fmla="*/ 4804137 w 7467600"/>
              <a:gd name="connsiteY834" fmla="*/ 320931 h 6858000"/>
              <a:gd name="connsiteX835" fmla="*/ 4227047 w 7467600"/>
              <a:gd name="connsiteY835" fmla="*/ 313415 h 6858000"/>
              <a:gd name="connsiteX836" fmla="*/ 4346041 w 7467600"/>
              <a:gd name="connsiteY836" fmla="*/ 456086 h 6858000"/>
              <a:gd name="connsiteX837" fmla="*/ 4870967 w 7467600"/>
              <a:gd name="connsiteY837" fmla="*/ 963061 h 6858000"/>
              <a:gd name="connsiteX838" fmla="*/ 4889647 w 7467600"/>
              <a:gd name="connsiteY838" fmla="*/ 957147 h 6858000"/>
              <a:gd name="connsiteX839" fmla="*/ 5422504 w 7467600"/>
              <a:gd name="connsiteY839" fmla="*/ 805191 h 6858000"/>
              <a:gd name="connsiteX840" fmla="*/ 6087656 w 7467600"/>
              <a:gd name="connsiteY840" fmla="*/ 826703 h 6858000"/>
              <a:gd name="connsiteX841" fmla="*/ 6058717 w 7467600"/>
              <a:gd name="connsiteY841" fmla="*/ 865992 h 6858000"/>
              <a:gd name="connsiteX842" fmla="*/ 4974153 w 7467600"/>
              <a:gd name="connsiteY842" fmla="*/ 1045456 h 6858000"/>
              <a:gd name="connsiteX843" fmla="*/ 5627835 w 7467600"/>
              <a:gd name="connsiteY843" fmla="*/ 1472077 h 6858000"/>
              <a:gd name="connsiteX844" fmla="*/ 5629817 w 7467600"/>
              <a:gd name="connsiteY844" fmla="*/ 1471412 h 6858000"/>
              <a:gd name="connsiteX845" fmla="*/ 5634124 w 7467600"/>
              <a:gd name="connsiteY845" fmla="*/ 1470572 h 6858000"/>
              <a:gd name="connsiteX846" fmla="*/ 5755832 w 7467600"/>
              <a:gd name="connsiteY846" fmla="*/ 1383886 h 6858000"/>
              <a:gd name="connsiteX847" fmla="*/ 6014186 w 7467600"/>
              <a:gd name="connsiteY847" fmla="*/ 1279799 h 6858000"/>
              <a:gd name="connsiteX848" fmla="*/ 6901619 w 7467600"/>
              <a:gd name="connsiteY848" fmla="*/ 1047874 h 6858000"/>
              <a:gd name="connsiteX849" fmla="*/ 6931566 w 7467600"/>
              <a:gd name="connsiteY849" fmla="*/ 1062034 h 6858000"/>
              <a:gd name="connsiteX850" fmla="*/ 5790982 w 7467600"/>
              <a:gd name="connsiteY850" fmla="*/ 1561380 h 6858000"/>
              <a:gd name="connsiteX851" fmla="*/ 6188971 w 7467600"/>
              <a:gd name="connsiteY851" fmla="*/ 1755168 h 6858000"/>
              <a:gd name="connsiteX852" fmla="*/ 6202446 w 7467600"/>
              <a:gd name="connsiteY852" fmla="*/ 1752268 h 6858000"/>
              <a:gd name="connsiteX853" fmla="*/ 7179560 w 7467600"/>
              <a:gd name="connsiteY853" fmla="*/ 1467551 h 6858000"/>
              <a:gd name="connsiteX854" fmla="*/ 7158730 w 7467600"/>
              <a:gd name="connsiteY854" fmla="*/ 1507835 h 6858000"/>
              <a:gd name="connsiteX855" fmla="*/ 6326959 w 7467600"/>
              <a:gd name="connsiteY855" fmla="*/ 1817686 h 6858000"/>
              <a:gd name="connsiteX856" fmla="*/ 6537433 w 7467600"/>
              <a:gd name="connsiteY856" fmla="*/ 1907790 h 6858000"/>
              <a:gd name="connsiteX857" fmla="*/ 6550221 w 7467600"/>
              <a:gd name="connsiteY857" fmla="*/ 1910729 h 6858000"/>
              <a:gd name="connsiteX858" fmla="*/ 6964438 w 7467600"/>
              <a:gd name="connsiteY858" fmla="*/ 2209505 h 6858000"/>
              <a:gd name="connsiteX859" fmla="*/ 7367862 w 7467600"/>
              <a:gd name="connsiteY859" fmla="*/ 2806833 h 6858000"/>
              <a:gd name="connsiteX860" fmla="*/ 7364329 w 7467600"/>
              <a:gd name="connsiteY860" fmla="*/ 2826907 h 6858000"/>
              <a:gd name="connsiteX861" fmla="*/ 7290545 w 7467600"/>
              <a:gd name="connsiteY861" fmla="*/ 2850663 h 6858000"/>
              <a:gd name="connsiteX862" fmla="*/ 6472036 w 7467600"/>
              <a:gd name="connsiteY862" fmla="*/ 1959003 h 6858000"/>
              <a:gd name="connsiteX863" fmla="*/ 5792897 w 7467600"/>
              <a:gd name="connsiteY863" fmla="*/ 1647747 h 6858000"/>
              <a:gd name="connsiteX864" fmla="*/ 5842751 w 7467600"/>
              <a:gd name="connsiteY864" fmla="*/ 1816112 h 6858000"/>
              <a:gd name="connsiteX865" fmla="*/ 5847424 w 7467600"/>
              <a:gd name="connsiteY865" fmla="*/ 1815776 h 6858000"/>
              <a:gd name="connsiteX866" fmla="*/ 6399821 w 7467600"/>
              <a:gd name="connsiteY866" fmla="*/ 2344799 h 6858000"/>
              <a:gd name="connsiteX867" fmla="*/ 6323232 w 7467600"/>
              <a:gd name="connsiteY867" fmla="*/ 2389634 h 6858000"/>
              <a:gd name="connsiteX868" fmla="*/ 5942958 w 7467600"/>
              <a:gd name="connsiteY868" fmla="*/ 2077708 h 6858000"/>
              <a:gd name="connsiteX869" fmla="*/ 5921559 w 7467600"/>
              <a:gd name="connsiteY869" fmla="*/ 2378596 h 6858000"/>
              <a:gd name="connsiteX870" fmla="*/ 5817651 w 7467600"/>
              <a:gd name="connsiteY870" fmla="*/ 3023919 h 6858000"/>
              <a:gd name="connsiteX871" fmla="*/ 5729634 w 7467600"/>
              <a:gd name="connsiteY871" fmla="*/ 3051849 h 6858000"/>
              <a:gd name="connsiteX872" fmla="*/ 5611018 w 7467600"/>
              <a:gd name="connsiteY872" fmla="*/ 2316769 h 6858000"/>
              <a:gd name="connsiteX873" fmla="*/ 5687608 w 7467600"/>
              <a:gd name="connsiteY873" fmla="*/ 2039972 h 6858000"/>
              <a:gd name="connsiteX874" fmla="*/ 5657554 w 7467600"/>
              <a:gd name="connsiteY874" fmla="*/ 1576445 h 6858000"/>
              <a:gd name="connsiteX875" fmla="*/ 5150475 w 7467600"/>
              <a:gd name="connsiteY875" fmla="*/ 1274012 h 6858000"/>
              <a:gd name="connsiteX876" fmla="*/ 5349142 w 7467600"/>
              <a:gd name="connsiteY876" fmla="*/ 2204405 h 6858000"/>
              <a:gd name="connsiteX877" fmla="*/ 5262214 w 7467600"/>
              <a:gd name="connsiteY877" fmla="*/ 2233836 h 6858000"/>
              <a:gd name="connsiteX878" fmla="*/ 4981539 w 7467600"/>
              <a:gd name="connsiteY878" fmla="*/ 1542201 h 6858000"/>
              <a:gd name="connsiteX879" fmla="*/ 4958461 w 7467600"/>
              <a:gd name="connsiteY879" fmla="*/ 1136957 h 6858000"/>
              <a:gd name="connsiteX880" fmla="*/ 4655015 w 7467600"/>
              <a:gd name="connsiteY880" fmla="*/ 891426 h 6858000"/>
              <a:gd name="connsiteX881" fmla="*/ 4348002 w 7467600"/>
              <a:gd name="connsiteY881" fmla="*/ 2205895 h 6858000"/>
              <a:gd name="connsiteX882" fmla="*/ 4262250 w 7467600"/>
              <a:gd name="connsiteY882" fmla="*/ 2219972 h 6858000"/>
              <a:gd name="connsiteX883" fmla="*/ 4550611 w 7467600"/>
              <a:gd name="connsiteY883" fmla="*/ 817540 h 6858000"/>
              <a:gd name="connsiteX884" fmla="*/ 4564418 w 7467600"/>
              <a:gd name="connsiteY884" fmla="*/ 808293 h 6858000"/>
              <a:gd name="connsiteX885" fmla="*/ 4266388 w 7467600"/>
              <a:gd name="connsiteY885" fmla="*/ 500083 h 6858000"/>
              <a:gd name="connsiteX886" fmla="*/ 4032842 w 7467600"/>
              <a:gd name="connsiteY886" fmla="*/ 211809 h 6858000"/>
              <a:gd name="connsiteX887" fmla="*/ 3882765 w 7467600"/>
              <a:gd name="connsiteY887" fmla="*/ 0 h 6858000"/>
              <a:gd name="connsiteX888" fmla="*/ 3721337 w 7467600"/>
              <a:gd name="connsiteY888" fmla="*/ 0 h 6858000"/>
              <a:gd name="connsiteX889" fmla="*/ 3797544 w 7467600"/>
              <a:gd name="connsiteY889" fmla="*/ 0 h 6858000"/>
              <a:gd name="connsiteX890" fmla="*/ 3775734 w 7467600"/>
              <a:gd name="connsiteY890" fmla="*/ 95131 h 6858000"/>
              <a:gd name="connsiteX891" fmla="*/ 3724807 w 7467600"/>
              <a:gd name="connsiteY891" fmla="*/ 272257 h 6858000"/>
              <a:gd name="connsiteX892" fmla="*/ 3726844 w 7467600"/>
              <a:gd name="connsiteY892" fmla="*/ 282988 h 6858000"/>
              <a:gd name="connsiteX893" fmla="*/ 3742664 w 7467600"/>
              <a:gd name="connsiteY893" fmla="*/ 279918 h 6858000"/>
              <a:gd name="connsiteX894" fmla="*/ 4103910 w 7467600"/>
              <a:gd name="connsiteY894" fmla="*/ 1161917 h 6858000"/>
              <a:gd name="connsiteX895" fmla="*/ 4020269 w 7467600"/>
              <a:gd name="connsiteY895" fmla="*/ 1200406 h 6858000"/>
              <a:gd name="connsiteX896" fmla="*/ 3674882 w 7467600"/>
              <a:gd name="connsiteY896" fmla="*/ 488524 h 6858000"/>
              <a:gd name="connsiteX897" fmla="*/ 3132682 w 7467600"/>
              <a:gd name="connsiteY897" fmla="*/ 1072284 h 6858000"/>
              <a:gd name="connsiteX898" fmla="*/ 2716346 w 7467600"/>
              <a:gd name="connsiteY898" fmla="*/ 1276376 h 6858000"/>
              <a:gd name="connsiteX899" fmla="*/ 2716772 w 7467600"/>
              <a:gd name="connsiteY899" fmla="*/ 1255462 h 6858000"/>
              <a:gd name="connsiteX900" fmla="*/ 3471096 w 7467600"/>
              <a:gd name="connsiteY900" fmla="*/ 437072 h 6858000"/>
              <a:gd name="connsiteX901" fmla="*/ 3639057 w 7467600"/>
              <a:gd name="connsiteY901" fmla="*/ 286334 h 6858000"/>
              <a:gd name="connsiteX902" fmla="*/ 3640309 w 7467600"/>
              <a:gd name="connsiteY902" fmla="*/ 284664 h 6858000"/>
              <a:gd name="connsiteX903" fmla="*/ 3646022 w 7467600"/>
              <a:gd name="connsiteY903" fmla="*/ 276711 h 6858000"/>
              <a:gd name="connsiteX904" fmla="*/ 3707943 w 7467600"/>
              <a:gd name="connsiteY904" fmla="*/ 65958 h 6858000"/>
              <a:gd name="connsiteX905" fmla="*/ 3721337 w 7467600"/>
              <a:gd name="connsiteY905" fmla="*/ 0 h 6858000"/>
              <a:gd name="connsiteX906" fmla="*/ 2867960 w 7467600"/>
              <a:gd name="connsiteY906" fmla="*/ 0 h 6858000"/>
              <a:gd name="connsiteX907" fmla="*/ 2926351 w 7467600"/>
              <a:gd name="connsiteY907" fmla="*/ 0 h 6858000"/>
              <a:gd name="connsiteX908" fmla="*/ 2902823 w 7467600"/>
              <a:gd name="connsiteY908" fmla="*/ 262929 h 6858000"/>
              <a:gd name="connsiteX909" fmla="*/ 2940663 w 7467600"/>
              <a:gd name="connsiteY909" fmla="*/ 140884 h 6858000"/>
              <a:gd name="connsiteX910" fmla="*/ 2947039 w 7467600"/>
              <a:gd name="connsiteY910" fmla="*/ 122524 h 6858000"/>
              <a:gd name="connsiteX911" fmla="*/ 2984316 w 7467600"/>
              <a:gd name="connsiteY911" fmla="*/ 0 h 6858000"/>
              <a:gd name="connsiteX912" fmla="*/ 3016114 w 7467600"/>
              <a:gd name="connsiteY912" fmla="*/ 0 h 6858000"/>
              <a:gd name="connsiteX913" fmla="*/ 2979949 w 7467600"/>
              <a:gd name="connsiteY913" fmla="*/ 119274 h 6858000"/>
              <a:gd name="connsiteX914" fmla="*/ 3023879 w 7467600"/>
              <a:gd name="connsiteY914" fmla="*/ 0 h 6858000"/>
              <a:gd name="connsiteX915" fmla="*/ 3105400 w 7467600"/>
              <a:gd name="connsiteY915" fmla="*/ 0 h 6858000"/>
              <a:gd name="connsiteX916" fmla="*/ 3094669 w 7467600"/>
              <a:gd name="connsiteY916" fmla="*/ 30308 h 6858000"/>
              <a:gd name="connsiteX917" fmla="*/ 2901945 w 7467600"/>
              <a:gd name="connsiteY917" fmla="*/ 466538 h 6858000"/>
              <a:gd name="connsiteX918" fmla="*/ 2815209 w 7467600"/>
              <a:gd name="connsiteY918" fmla="*/ 497361 h 6858000"/>
              <a:gd name="connsiteX919" fmla="*/ 2844845 w 7467600"/>
              <a:gd name="connsiteY919" fmla="*/ 127638 h 6858000"/>
              <a:gd name="connsiteX920" fmla="*/ 2867960 w 7467600"/>
              <a:gd name="connsiteY920" fmla="*/ 0 h 6858000"/>
              <a:gd name="connsiteX921" fmla="*/ 1057230 w 7467600"/>
              <a:gd name="connsiteY921" fmla="*/ 0 h 6858000"/>
              <a:gd name="connsiteX922" fmla="*/ 1111003 w 7467600"/>
              <a:gd name="connsiteY922" fmla="*/ 0 h 6858000"/>
              <a:gd name="connsiteX923" fmla="*/ 1125553 w 7467600"/>
              <a:gd name="connsiteY923" fmla="*/ 52588 h 6858000"/>
              <a:gd name="connsiteX924" fmla="*/ 1304276 w 7467600"/>
              <a:gd name="connsiteY924" fmla="*/ 476275 h 6858000"/>
              <a:gd name="connsiteX925" fmla="*/ 1492066 w 7467600"/>
              <a:gd name="connsiteY925" fmla="*/ 886333 h 6858000"/>
              <a:gd name="connsiteX926" fmla="*/ 1423698 w 7467600"/>
              <a:gd name="connsiteY926" fmla="*/ 710817 h 6858000"/>
              <a:gd name="connsiteX927" fmla="*/ 1357609 w 7467600"/>
              <a:gd name="connsiteY927" fmla="*/ 532892 h 6858000"/>
              <a:gd name="connsiteX928" fmla="*/ 1309550 w 7467600"/>
              <a:gd name="connsiteY928" fmla="*/ 374031 h 6858000"/>
              <a:gd name="connsiteX929" fmla="*/ 1193673 w 7467600"/>
              <a:gd name="connsiteY929" fmla="*/ 49533 h 6858000"/>
              <a:gd name="connsiteX930" fmla="*/ 1164391 w 7467600"/>
              <a:gd name="connsiteY930" fmla="*/ 0 h 6858000"/>
              <a:gd name="connsiteX931" fmla="*/ 1200666 w 7467600"/>
              <a:gd name="connsiteY931" fmla="*/ 0 h 6858000"/>
              <a:gd name="connsiteX932" fmla="*/ 1223408 w 7467600"/>
              <a:gd name="connsiteY932" fmla="*/ 38996 h 6858000"/>
              <a:gd name="connsiteX933" fmla="*/ 1339635 w 7467600"/>
              <a:gd name="connsiteY933" fmla="*/ 365517 h 6858000"/>
              <a:gd name="connsiteX934" fmla="*/ 1387469 w 7467600"/>
              <a:gd name="connsiteY934" fmla="*/ 523079 h 6858000"/>
              <a:gd name="connsiteX935" fmla="*/ 1452685 w 7467600"/>
              <a:gd name="connsiteY935" fmla="*/ 699806 h 6858000"/>
              <a:gd name="connsiteX936" fmla="*/ 1492092 w 7467600"/>
              <a:gd name="connsiteY936" fmla="*/ 800424 h 6858000"/>
              <a:gd name="connsiteX937" fmla="*/ 1455302 w 7467600"/>
              <a:gd name="connsiteY937" fmla="*/ 632913 h 6858000"/>
              <a:gd name="connsiteX938" fmla="*/ 1222336 w 7467600"/>
              <a:gd name="connsiteY938" fmla="*/ 9480 h 6858000"/>
              <a:gd name="connsiteX939" fmla="*/ 1214634 w 7467600"/>
              <a:gd name="connsiteY939" fmla="*/ 0 h 6858000"/>
              <a:gd name="connsiteX940" fmla="*/ 1289827 w 7467600"/>
              <a:gd name="connsiteY940" fmla="*/ 0 h 6858000"/>
              <a:gd name="connsiteX941" fmla="*/ 1321076 w 7467600"/>
              <a:gd name="connsiteY941" fmla="*/ 59722 h 6858000"/>
              <a:gd name="connsiteX942" fmla="*/ 1512579 w 7467600"/>
              <a:gd name="connsiteY942" fmla="*/ 626441 h 6858000"/>
              <a:gd name="connsiteX943" fmla="*/ 1506076 w 7467600"/>
              <a:gd name="connsiteY943" fmla="*/ 1089289 h 6858000"/>
              <a:gd name="connsiteX944" fmla="*/ 1486346 w 7467600"/>
              <a:gd name="connsiteY944" fmla="*/ 1079919 h 6858000"/>
              <a:gd name="connsiteX945" fmla="*/ 1070511 w 7467600"/>
              <a:gd name="connsiteY945" fmla="*/ 48609 h 6858000"/>
              <a:gd name="connsiteX946" fmla="*/ 1057230 w 7467600"/>
              <a:gd name="connsiteY946" fmla="*/ 0 h 6858000"/>
              <a:gd name="connsiteX947" fmla="*/ 43151 w 7467600"/>
              <a:gd name="connsiteY947" fmla="*/ 0 h 6858000"/>
              <a:gd name="connsiteX948" fmla="*/ 95283 w 7467600"/>
              <a:gd name="connsiteY948" fmla="*/ 0 h 6858000"/>
              <a:gd name="connsiteX949" fmla="*/ 300708 w 7467600"/>
              <a:gd name="connsiteY949" fmla="*/ 154571 h 6858000"/>
              <a:gd name="connsiteX950" fmla="*/ 530414 w 7467600"/>
              <a:gd name="connsiteY950" fmla="*/ 354673 h 6858000"/>
              <a:gd name="connsiteX951" fmla="*/ 333785 w 7467600"/>
              <a:gd name="connsiteY951" fmla="*/ 161564 h 6858000"/>
              <a:gd name="connsiteX952" fmla="*/ 147005 w 7467600"/>
              <a:gd name="connsiteY952" fmla="*/ 0 h 6858000"/>
              <a:gd name="connsiteX953" fmla="*/ 272509 w 7467600"/>
              <a:gd name="connsiteY953" fmla="*/ 0 h 6858000"/>
              <a:gd name="connsiteX954" fmla="*/ 326276 w 7467600"/>
              <a:gd name="connsiteY954" fmla="*/ 45847 h 6858000"/>
              <a:gd name="connsiteX955" fmla="*/ 823759 w 7467600"/>
              <a:gd name="connsiteY955" fmla="*/ 574145 h 6858000"/>
              <a:gd name="connsiteX956" fmla="*/ 811254 w 7467600"/>
              <a:gd name="connsiteY956" fmla="*/ 665546 h 6858000"/>
              <a:gd name="connsiteX957" fmla="*/ 154042 w 7467600"/>
              <a:gd name="connsiteY957" fmla="*/ 261522 h 6858000"/>
              <a:gd name="connsiteX958" fmla="*/ 13550 w 7467600"/>
              <a:gd name="connsiteY958" fmla="*/ 158423 h 6858000"/>
              <a:gd name="connsiteX959" fmla="*/ 0 w 7467600"/>
              <a:gd name="connsiteY959" fmla="*/ 146618 h 6858000"/>
              <a:gd name="connsiteX960" fmla="*/ 0 w 7467600"/>
              <a:gd name="connsiteY960" fmla="*/ 59161 h 6858000"/>
              <a:gd name="connsiteX961" fmla="*/ 45427 w 7467600"/>
              <a:gd name="connsiteY961" fmla="*/ 101078 h 6858000"/>
              <a:gd name="connsiteX962" fmla="*/ 630103 w 7467600"/>
              <a:gd name="connsiteY962" fmla="*/ 485885 h 6858000"/>
              <a:gd name="connsiteX963" fmla="*/ 532040 w 7467600"/>
              <a:gd name="connsiteY963" fmla="*/ 399359 h 6858000"/>
              <a:gd name="connsiteX964" fmla="*/ 517618 w 7467600"/>
              <a:gd name="connsiteY964" fmla="*/ 385726 h 6858000"/>
              <a:gd name="connsiteX965" fmla="*/ 285074 w 7467600"/>
              <a:gd name="connsiteY965" fmla="*/ 182755 h 6858000"/>
              <a:gd name="connsiteX966" fmla="*/ 43151 w 7467600"/>
              <a:gd name="connsiteY96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6012219 h 6858000"/>
              <a:gd name="connsiteX77" fmla="*/ 7356878 w 7467600"/>
              <a:gd name="connsiteY77" fmla="*/ 5981332 h 6858000"/>
              <a:gd name="connsiteX78" fmla="*/ 7467600 w 7467600"/>
              <a:gd name="connsiteY78" fmla="*/ 6117703 h 6858000"/>
              <a:gd name="connsiteX79" fmla="*/ 7467600 w 7467600"/>
              <a:gd name="connsiteY79" fmla="*/ 6163634 h 6858000"/>
              <a:gd name="connsiteX80" fmla="*/ 7403637 w 7467600"/>
              <a:gd name="connsiteY80" fmla="*/ 6083957 h 6858000"/>
              <a:gd name="connsiteX81" fmla="*/ 7254615 w 7467600"/>
              <a:gd name="connsiteY81" fmla="*/ 5911918 h 6858000"/>
              <a:gd name="connsiteX82" fmla="*/ 7312589 w 7467600"/>
              <a:gd name="connsiteY82" fmla="*/ 5982309 h 6858000"/>
              <a:gd name="connsiteX83" fmla="*/ 7448321 w 7467600"/>
              <a:gd name="connsiteY83" fmla="*/ 6190991 h 6858000"/>
              <a:gd name="connsiteX84" fmla="*/ 7467600 w 7467600"/>
              <a:gd name="connsiteY84" fmla="*/ 6221686 h 6858000"/>
              <a:gd name="connsiteX85" fmla="*/ 7467600 w 7467600"/>
              <a:gd name="connsiteY85" fmla="*/ 6334256 h 6858000"/>
              <a:gd name="connsiteX86" fmla="*/ 7454976 w 7467600"/>
              <a:gd name="connsiteY86" fmla="*/ 6318297 h 6858000"/>
              <a:gd name="connsiteX87" fmla="*/ 1456157 w 7467600"/>
              <a:gd name="connsiteY87" fmla="*/ 5371404 h 6858000"/>
              <a:gd name="connsiteX88" fmla="*/ 1244432 w 7467600"/>
              <a:gd name="connsiteY88" fmla="*/ 5385601 h 6858000"/>
              <a:gd name="connsiteX89" fmla="*/ 973990 w 7467600"/>
              <a:gd name="connsiteY89" fmla="*/ 5424940 h 6858000"/>
              <a:gd name="connsiteX90" fmla="*/ 1103809 w 7467600"/>
              <a:gd name="connsiteY90" fmla="*/ 5433720 h 6858000"/>
              <a:gd name="connsiteX91" fmla="*/ 1123454 w 7467600"/>
              <a:gd name="connsiteY91" fmla="*/ 5435727 h 6858000"/>
              <a:gd name="connsiteX92" fmla="*/ 1737017 w 7467600"/>
              <a:gd name="connsiteY92" fmla="*/ 5452183 h 6858000"/>
              <a:gd name="connsiteX93" fmla="*/ 1824397 w 7467600"/>
              <a:gd name="connsiteY93" fmla="*/ 5447757 h 6858000"/>
              <a:gd name="connsiteX94" fmla="*/ 2070059 w 7467600"/>
              <a:gd name="connsiteY94" fmla="*/ 5441660 h 6858000"/>
              <a:gd name="connsiteX95" fmla="*/ 1456157 w 7467600"/>
              <a:gd name="connsiteY95" fmla="*/ 5371404 h 6858000"/>
              <a:gd name="connsiteX96" fmla="*/ 4988186 w 7467600"/>
              <a:gd name="connsiteY96" fmla="*/ 5216467 h 6858000"/>
              <a:gd name="connsiteX97" fmla="*/ 4777334 w 7467600"/>
              <a:gd name="connsiteY97" fmla="*/ 5406072 h 6858000"/>
              <a:gd name="connsiteX98" fmla="*/ 4718341 w 7467600"/>
              <a:gd name="connsiteY98" fmla="*/ 5468043 h 6858000"/>
              <a:gd name="connsiteX99" fmla="*/ 4604655 w 7467600"/>
              <a:gd name="connsiteY99" fmla="*/ 5583434 h 6858000"/>
              <a:gd name="connsiteX100" fmla="*/ 4565074 w 7467600"/>
              <a:gd name="connsiteY100" fmla="*/ 5618550 h 6858000"/>
              <a:gd name="connsiteX101" fmla="*/ 4988186 w 7467600"/>
              <a:gd name="connsiteY101" fmla="*/ 5216467 h 6858000"/>
              <a:gd name="connsiteX102" fmla="*/ 4978032 w 7467600"/>
              <a:gd name="connsiteY102" fmla="*/ 5183809 h 6858000"/>
              <a:gd name="connsiteX103" fmla="*/ 4463413 w 7467600"/>
              <a:gd name="connsiteY103" fmla="*/ 5615162 h 6858000"/>
              <a:gd name="connsiteX104" fmla="*/ 4358134 w 7467600"/>
              <a:gd name="connsiteY104" fmla="*/ 5742791 h 6858000"/>
              <a:gd name="connsiteX105" fmla="*/ 4376219 w 7467600"/>
              <a:gd name="connsiteY105" fmla="*/ 5729027 h 6858000"/>
              <a:gd name="connsiteX106" fmla="*/ 4582340 w 7467600"/>
              <a:gd name="connsiteY106" fmla="*/ 5561037 h 6858000"/>
              <a:gd name="connsiteX107" fmla="*/ 4694684 w 7467600"/>
              <a:gd name="connsiteY107" fmla="*/ 5447098 h 6858000"/>
              <a:gd name="connsiteX108" fmla="*/ 4754123 w 7467600"/>
              <a:gd name="connsiteY108" fmla="*/ 5384643 h 6858000"/>
              <a:gd name="connsiteX109" fmla="*/ 4978032 w 7467600"/>
              <a:gd name="connsiteY109" fmla="*/ 5183809 h 6858000"/>
              <a:gd name="connsiteX110" fmla="*/ 1903353 w 7467600"/>
              <a:gd name="connsiteY110" fmla="*/ 5044827 h 6858000"/>
              <a:gd name="connsiteX111" fmla="*/ 1936931 w 7467600"/>
              <a:gd name="connsiteY111" fmla="*/ 5093954 h 6858000"/>
              <a:gd name="connsiteX112" fmla="*/ 2195868 w 7467600"/>
              <a:gd name="connsiteY112" fmla="*/ 5396574 h 6858000"/>
              <a:gd name="connsiteX113" fmla="*/ 2088852 w 7467600"/>
              <a:gd name="connsiteY113" fmla="*/ 5166123 h 6858000"/>
              <a:gd name="connsiteX114" fmla="*/ 1958241 w 7467600"/>
              <a:gd name="connsiteY114" fmla="*/ 5067955 h 6858000"/>
              <a:gd name="connsiteX115" fmla="*/ 1903353 w 7467600"/>
              <a:gd name="connsiteY115" fmla="*/ 5044827 h 6858000"/>
              <a:gd name="connsiteX116" fmla="*/ 1979378 w 7467600"/>
              <a:gd name="connsiteY116" fmla="*/ 4769504 h 6858000"/>
              <a:gd name="connsiteX117" fmla="*/ 2882120 w 7467600"/>
              <a:gd name="connsiteY117" fmla="*/ 5064547 h 6858000"/>
              <a:gd name="connsiteX118" fmla="*/ 2793103 w 7467600"/>
              <a:gd name="connsiteY118" fmla="*/ 5039699 h 6858000"/>
              <a:gd name="connsiteX119" fmla="*/ 2770041 w 7467600"/>
              <a:gd name="connsiteY119" fmla="*/ 5033634 h 6858000"/>
              <a:gd name="connsiteX120" fmla="*/ 1979378 w 7467600"/>
              <a:gd name="connsiteY120" fmla="*/ 4769504 h 6858000"/>
              <a:gd name="connsiteX121" fmla="*/ 1927410 w 7467600"/>
              <a:gd name="connsiteY121" fmla="*/ 4716164 h 6858000"/>
              <a:gd name="connsiteX122" fmla="*/ 1959587 w 7467600"/>
              <a:gd name="connsiteY122" fmla="*/ 4728849 h 6858000"/>
              <a:gd name="connsiteX123" fmla="*/ 2777707 w 7467600"/>
              <a:gd name="connsiteY123" fmla="*/ 5003991 h 6858000"/>
              <a:gd name="connsiteX124" fmla="*/ 2800768 w 7467600"/>
              <a:gd name="connsiteY124" fmla="*/ 5010056 h 6858000"/>
              <a:gd name="connsiteX125" fmla="*/ 2879408 w 7467600"/>
              <a:gd name="connsiteY125" fmla="*/ 5031590 h 6858000"/>
              <a:gd name="connsiteX126" fmla="*/ 2862295 w 7467600"/>
              <a:gd name="connsiteY126" fmla="*/ 5022958 h 6858000"/>
              <a:gd name="connsiteX127" fmla="*/ 2813343 w 7467600"/>
              <a:gd name="connsiteY127" fmla="*/ 4998369 h 6858000"/>
              <a:gd name="connsiteX128" fmla="*/ 2646245 w 7467600"/>
              <a:gd name="connsiteY128" fmla="*/ 4930999 h 6858000"/>
              <a:gd name="connsiteX129" fmla="*/ 1999243 w 7467600"/>
              <a:gd name="connsiteY129" fmla="*/ 4730524 h 6858000"/>
              <a:gd name="connsiteX130" fmla="*/ 1979527 w 7467600"/>
              <a:gd name="connsiteY130" fmla="*/ 4726651 h 6858000"/>
              <a:gd name="connsiteX131" fmla="*/ 1927410 w 7467600"/>
              <a:gd name="connsiteY131" fmla="*/ 4716164 h 6858000"/>
              <a:gd name="connsiteX132" fmla="*/ 1997014 w 7467600"/>
              <a:gd name="connsiteY132" fmla="*/ 4698007 h 6858000"/>
              <a:gd name="connsiteX133" fmla="*/ 2005458 w 7467600"/>
              <a:gd name="connsiteY133" fmla="*/ 4699540 h 6858000"/>
              <a:gd name="connsiteX134" fmla="*/ 2657186 w 7467600"/>
              <a:gd name="connsiteY134" fmla="*/ 4901687 h 6858000"/>
              <a:gd name="connsiteX135" fmla="*/ 2826662 w 7467600"/>
              <a:gd name="connsiteY135" fmla="*/ 4970362 h 6858000"/>
              <a:gd name="connsiteX136" fmla="*/ 2876100 w 7467600"/>
              <a:gd name="connsiteY136" fmla="*/ 4995397 h 6858000"/>
              <a:gd name="connsiteX137" fmla="*/ 3042600 w 7467600"/>
              <a:gd name="connsiteY137" fmla="*/ 5059532 h 6858000"/>
              <a:gd name="connsiteX138" fmla="*/ 1997014 w 7467600"/>
              <a:gd name="connsiteY138" fmla="*/ 4698007 h 6858000"/>
              <a:gd name="connsiteX139" fmla="*/ 2305292 w 7467600"/>
              <a:gd name="connsiteY139" fmla="*/ 4219492 h 6858000"/>
              <a:gd name="connsiteX140" fmla="*/ 3360922 w 7467600"/>
              <a:gd name="connsiteY140" fmla="*/ 4529373 h 6858000"/>
              <a:gd name="connsiteX141" fmla="*/ 3492420 w 7467600"/>
              <a:gd name="connsiteY141" fmla="*/ 4510145 h 6858000"/>
              <a:gd name="connsiteX142" fmla="*/ 3364086 w 7467600"/>
              <a:gd name="connsiteY142" fmla="*/ 4480340 h 6858000"/>
              <a:gd name="connsiteX143" fmla="*/ 3225818 w 7467600"/>
              <a:gd name="connsiteY143" fmla="*/ 4411822 h 6858000"/>
              <a:gd name="connsiteX144" fmla="*/ 3129696 w 7467600"/>
              <a:gd name="connsiteY144" fmla="*/ 4360704 h 6858000"/>
              <a:gd name="connsiteX145" fmla="*/ 2814545 w 7467600"/>
              <a:gd name="connsiteY145" fmla="*/ 4282955 h 6858000"/>
              <a:gd name="connsiteX146" fmla="*/ 2305292 w 7467600"/>
              <a:gd name="connsiteY146" fmla="*/ 4219492 h 6858000"/>
              <a:gd name="connsiteX147" fmla="*/ 2626982 w 7467600"/>
              <a:gd name="connsiteY147" fmla="*/ 4206450 h 6858000"/>
              <a:gd name="connsiteX148" fmla="*/ 2490617 w 7467600"/>
              <a:gd name="connsiteY148" fmla="*/ 4206951 h 6858000"/>
              <a:gd name="connsiteX149" fmla="*/ 2819869 w 7467600"/>
              <a:gd name="connsiteY149" fmla="*/ 4252936 h 6858000"/>
              <a:gd name="connsiteX150" fmla="*/ 3143018 w 7467600"/>
              <a:gd name="connsiteY150" fmla="*/ 4332698 h 6858000"/>
              <a:gd name="connsiteX151" fmla="*/ 3241520 w 7467600"/>
              <a:gd name="connsiteY151" fmla="*/ 4385112 h 6858000"/>
              <a:gd name="connsiteX152" fmla="*/ 3374575 w 7467600"/>
              <a:gd name="connsiteY152" fmla="*/ 4451517 h 6858000"/>
              <a:gd name="connsiteX153" fmla="*/ 3505221 w 7467600"/>
              <a:gd name="connsiteY153" fmla="*/ 4480757 h 6858000"/>
              <a:gd name="connsiteX154" fmla="*/ 2626982 w 7467600"/>
              <a:gd name="connsiteY154" fmla="*/ 4206450 h 6858000"/>
              <a:gd name="connsiteX155" fmla="*/ 1310106 w 7467600"/>
              <a:gd name="connsiteY155" fmla="*/ 3943217 h 6858000"/>
              <a:gd name="connsiteX156" fmla="*/ 854994 w 7467600"/>
              <a:gd name="connsiteY156" fmla="*/ 4399136 h 6858000"/>
              <a:gd name="connsiteX157" fmla="*/ 742462 w 7467600"/>
              <a:gd name="connsiteY157" fmla="*/ 4594648 h 6858000"/>
              <a:gd name="connsiteX158" fmla="*/ 820602 w 7467600"/>
              <a:gd name="connsiteY158" fmla="*/ 4485915 h 6858000"/>
              <a:gd name="connsiteX159" fmla="*/ 878295 w 7467600"/>
              <a:gd name="connsiteY159" fmla="*/ 4403594 h 6858000"/>
              <a:gd name="connsiteX160" fmla="*/ 1240607 w 7467600"/>
              <a:gd name="connsiteY160" fmla="*/ 4010401 h 6858000"/>
              <a:gd name="connsiteX161" fmla="*/ 1310106 w 7467600"/>
              <a:gd name="connsiteY161" fmla="*/ 3943217 h 6858000"/>
              <a:gd name="connsiteX162" fmla="*/ 1423113 w 7467600"/>
              <a:gd name="connsiteY162" fmla="*/ 3874565 h 6858000"/>
              <a:gd name="connsiteX163" fmla="*/ 1260565 w 7467600"/>
              <a:gd name="connsiteY163" fmla="*/ 4031982 h 6858000"/>
              <a:gd name="connsiteX164" fmla="*/ 901900 w 7467600"/>
              <a:gd name="connsiteY164" fmla="*/ 4421236 h 6858000"/>
              <a:gd name="connsiteX165" fmla="*/ 845044 w 7467600"/>
              <a:gd name="connsiteY165" fmla="*/ 4502436 h 6858000"/>
              <a:gd name="connsiteX166" fmla="*/ 685926 w 7467600"/>
              <a:gd name="connsiteY166" fmla="*/ 4703069 h 6858000"/>
              <a:gd name="connsiteX167" fmla="*/ 684248 w 7467600"/>
              <a:gd name="connsiteY167" fmla="*/ 4706721 h 6858000"/>
              <a:gd name="connsiteX168" fmla="*/ 1423113 w 7467600"/>
              <a:gd name="connsiteY168" fmla="*/ 3874565 h 6858000"/>
              <a:gd name="connsiteX169" fmla="*/ 3316479 w 7467600"/>
              <a:gd name="connsiteY169" fmla="*/ 3872136 h 6858000"/>
              <a:gd name="connsiteX170" fmla="*/ 3546806 w 7467600"/>
              <a:gd name="connsiteY170" fmla="*/ 4356139 h 6858000"/>
              <a:gd name="connsiteX171" fmla="*/ 3364433 w 7467600"/>
              <a:gd name="connsiteY171" fmla="*/ 3953121 h 6858000"/>
              <a:gd name="connsiteX172" fmla="*/ 3316479 w 7467600"/>
              <a:gd name="connsiteY172" fmla="*/ 3872136 h 6858000"/>
              <a:gd name="connsiteX173" fmla="*/ 3291335 w 7467600"/>
              <a:gd name="connsiteY173" fmla="*/ 3767420 h 6858000"/>
              <a:gd name="connsiteX174" fmla="*/ 3390805 w 7467600"/>
              <a:gd name="connsiteY174" fmla="*/ 3937163 h 6858000"/>
              <a:gd name="connsiteX175" fmla="*/ 3579062 w 7467600"/>
              <a:gd name="connsiteY175" fmla="*/ 4359040 h 6858000"/>
              <a:gd name="connsiteX176" fmla="*/ 3467355 w 7467600"/>
              <a:gd name="connsiteY176" fmla="*/ 3988130 h 6858000"/>
              <a:gd name="connsiteX177" fmla="*/ 3310753 w 7467600"/>
              <a:gd name="connsiteY177" fmla="*/ 3787140 h 6858000"/>
              <a:gd name="connsiteX178" fmla="*/ 3291335 w 7467600"/>
              <a:gd name="connsiteY178" fmla="*/ 3767420 h 6858000"/>
              <a:gd name="connsiteX179" fmla="*/ 1635889 w 7467600"/>
              <a:gd name="connsiteY179" fmla="*/ 3709494 h 6858000"/>
              <a:gd name="connsiteX180" fmla="*/ 1634800 w 7467600"/>
              <a:gd name="connsiteY180" fmla="*/ 3731111 h 6858000"/>
              <a:gd name="connsiteX181" fmla="*/ 1635889 w 7467600"/>
              <a:gd name="connsiteY181" fmla="*/ 3709494 h 6858000"/>
              <a:gd name="connsiteX182" fmla="*/ 1510397 w 7467600"/>
              <a:gd name="connsiteY182" fmla="*/ 3684705 h 6858000"/>
              <a:gd name="connsiteX183" fmla="*/ 1146550 w 7467600"/>
              <a:gd name="connsiteY183" fmla="*/ 3802012 h 6858000"/>
              <a:gd name="connsiteX184" fmla="*/ 698834 w 7467600"/>
              <a:gd name="connsiteY184" fmla="*/ 3952272 h 6858000"/>
              <a:gd name="connsiteX185" fmla="*/ 34256 w 7467600"/>
              <a:gd name="connsiteY185" fmla="*/ 4347603 h 6858000"/>
              <a:gd name="connsiteX186" fmla="*/ 527241 w 7467600"/>
              <a:gd name="connsiteY186" fmla="*/ 4065078 h 6858000"/>
              <a:gd name="connsiteX187" fmla="*/ 1510397 w 7467600"/>
              <a:gd name="connsiteY187" fmla="*/ 3684705 h 6858000"/>
              <a:gd name="connsiteX188" fmla="*/ 1313114 w 7467600"/>
              <a:gd name="connsiteY188" fmla="*/ 3655216 h 6858000"/>
              <a:gd name="connsiteX189" fmla="*/ 1109304 w 7467600"/>
              <a:gd name="connsiteY189" fmla="*/ 3669030 h 6858000"/>
              <a:gd name="connsiteX190" fmla="*/ 8129 w 7467600"/>
              <a:gd name="connsiteY190" fmla="*/ 4330519 h 6858000"/>
              <a:gd name="connsiteX191" fmla="*/ 687572 w 7467600"/>
              <a:gd name="connsiteY191" fmla="*/ 3925629 h 6858000"/>
              <a:gd name="connsiteX192" fmla="*/ 1138365 w 7467600"/>
              <a:gd name="connsiteY192" fmla="*/ 3774515 h 6858000"/>
              <a:gd name="connsiteX193" fmla="*/ 1505579 w 7467600"/>
              <a:gd name="connsiteY193" fmla="*/ 3655526 h 6858000"/>
              <a:gd name="connsiteX194" fmla="*/ 1313114 w 7467600"/>
              <a:gd name="connsiteY194" fmla="*/ 3655216 h 6858000"/>
              <a:gd name="connsiteX195" fmla="*/ 3655073 w 7467600"/>
              <a:gd name="connsiteY195" fmla="*/ 3650884 h 6858000"/>
              <a:gd name="connsiteX196" fmla="*/ 3989938 w 7467600"/>
              <a:gd name="connsiteY196" fmla="*/ 3991685 h 6858000"/>
              <a:gd name="connsiteX197" fmla="*/ 4393907 w 7467600"/>
              <a:gd name="connsiteY197" fmla="*/ 4261258 h 6858000"/>
              <a:gd name="connsiteX198" fmla="*/ 4648051 w 7467600"/>
              <a:gd name="connsiteY198" fmla="*/ 4374051 h 6858000"/>
              <a:gd name="connsiteX199" fmla="*/ 4383389 w 7467600"/>
              <a:gd name="connsiteY199" fmla="*/ 4184369 h 6858000"/>
              <a:gd name="connsiteX200" fmla="*/ 4165508 w 7467600"/>
              <a:gd name="connsiteY200" fmla="*/ 4035196 h 6858000"/>
              <a:gd name="connsiteX201" fmla="*/ 4068162 w 7467600"/>
              <a:gd name="connsiteY201" fmla="*/ 3953394 h 6858000"/>
              <a:gd name="connsiteX202" fmla="*/ 3981416 w 7467600"/>
              <a:gd name="connsiteY202" fmla="*/ 3880482 h 6858000"/>
              <a:gd name="connsiteX203" fmla="*/ 3800147 w 7467600"/>
              <a:gd name="connsiteY203" fmla="*/ 3749872 h 6858000"/>
              <a:gd name="connsiteX204" fmla="*/ 3655073 w 7467600"/>
              <a:gd name="connsiteY204" fmla="*/ 3650884 h 6858000"/>
              <a:gd name="connsiteX205" fmla="*/ 3670252 w 7467600"/>
              <a:gd name="connsiteY205" fmla="*/ 3622798 h 6858000"/>
              <a:gd name="connsiteX206" fmla="*/ 3817258 w 7467600"/>
              <a:gd name="connsiteY206" fmla="*/ 3723577 h 6858000"/>
              <a:gd name="connsiteX207" fmla="*/ 4000461 w 7467600"/>
              <a:gd name="connsiteY207" fmla="*/ 3855966 h 6858000"/>
              <a:gd name="connsiteX208" fmla="*/ 4088180 w 7467600"/>
              <a:gd name="connsiteY208" fmla="*/ 3929774 h 6858000"/>
              <a:gd name="connsiteX209" fmla="*/ 4184555 w 7467600"/>
              <a:gd name="connsiteY209" fmla="*/ 4010683 h 6858000"/>
              <a:gd name="connsiteX210" fmla="*/ 4399563 w 7467600"/>
              <a:gd name="connsiteY210" fmla="*/ 4158106 h 6858000"/>
              <a:gd name="connsiteX211" fmla="*/ 4684469 w 7467600"/>
              <a:gd name="connsiteY211" fmla="*/ 4364680 h 6858000"/>
              <a:gd name="connsiteX212" fmla="*/ 4690271 w 7467600"/>
              <a:gd name="connsiteY212" fmla="*/ 4370034 h 6858000"/>
              <a:gd name="connsiteX213" fmla="*/ 4136093 w 7467600"/>
              <a:gd name="connsiteY213" fmla="*/ 3858466 h 6858000"/>
              <a:gd name="connsiteX214" fmla="*/ 3670252 w 7467600"/>
              <a:gd name="connsiteY214" fmla="*/ 3622798 h 6858000"/>
              <a:gd name="connsiteX215" fmla="*/ 4440129 w 7467600"/>
              <a:gd name="connsiteY215" fmla="*/ 3448571 h 6858000"/>
              <a:gd name="connsiteX216" fmla="*/ 4856525 w 7467600"/>
              <a:gd name="connsiteY216" fmla="*/ 3915351 h 6858000"/>
              <a:gd name="connsiteX217" fmla="*/ 5059055 w 7467600"/>
              <a:gd name="connsiteY217" fmla="*/ 4108918 h 6858000"/>
              <a:gd name="connsiteX218" fmla="*/ 5290070 w 7467600"/>
              <a:gd name="connsiteY218" fmla="*/ 4263619 h 6858000"/>
              <a:gd name="connsiteX219" fmla="*/ 4834991 w 7467600"/>
              <a:gd name="connsiteY219" fmla="*/ 3830985 h 6858000"/>
              <a:gd name="connsiteX220" fmla="*/ 4440129 w 7467600"/>
              <a:gd name="connsiteY220" fmla="*/ 3448571 h 6858000"/>
              <a:gd name="connsiteX221" fmla="*/ 4441737 w 7467600"/>
              <a:gd name="connsiteY221" fmla="*/ 3399734 h 6858000"/>
              <a:gd name="connsiteX222" fmla="*/ 4431236 w 7467600"/>
              <a:gd name="connsiteY222" fmla="*/ 3400954 h 6858000"/>
              <a:gd name="connsiteX223" fmla="*/ 4557150 w 7467600"/>
              <a:gd name="connsiteY223" fmla="*/ 3510023 h 6858000"/>
              <a:gd name="connsiteX224" fmla="*/ 4856936 w 7467600"/>
              <a:gd name="connsiteY224" fmla="*/ 3809146 h 6858000"/>
              <a:gd name="connsiteX225" fmla="*/ 5111996 w 7467600"/>
              <a:gd name="connsiteY225" fmla="*/ 4065759 h 6858000"/>
              <a:gd name="connsiteX226" fmla="*/ 5388878 w 7467600"/>
              <a:gd name="connsiteY226" fmla="*/ 4300185 h 6858000"/>
              <a:gd name="connsiteX227" fmla="*/ 5425556 w 7467600"/>
              <a:gd name="connsiteY227" fmla="*/ 4308967 h 6858000"/>
              <a:gd name="connsiteX228" fmla="*/ 4943646 w 7467600"/>
              <a:gd name="connsiteY228" fmla="*/ 3822916 h 6858000"/>
              <a:gd name="connsiteX229" fmla="*/ 4594837 w 7467600"/>
              <a:gd name="connsiteY229" fmla="*/ 3532274 h 6858000"/>
              <a:gd name="connsiteX230" fmla="*/ 4441737 w 7467600"/>
              <a:gd name="connsiteY230" fmla="*/ 3399734 h 6858000"/>
              <a:gd name="connsiteX231" fmla="*/ 5425834 w 7467600"/>
              <a:gd name="connsiteY231" fmla="*/ 3162785 h 6858000"/>
              <a:gd name="connsiteX232" fmla="*/ 5401644 w 7467600"/>
              <a:gd name="connsiteY232" fmla="*/ 3617847 h 6858000"/>
              <a:gd name="connsiteX233" fmla="*/ 5467256 w 7467600"/>
              <a:gd name="connsiteY233" fmla="*/ 4175494 h 6858000"/>
              <a:gd name="connsiteX234" fmla="*/ 5448069 w 7467600"/>
              <a:gd name="connsiteY234" fmla="*/ 3567554 h 6858000"/>
              <a:gd name="connsiteX235" fmla="*/ 5425834 w 7467600"/>
              <a:gd name="connsiteY235" fmla="*/ 3162785 h 6858000"/>
              <a:gd name="connsiteX236" fmla="*/ 1318687 w 7467600"/>
              <a:gd name="connsiteY236" fmla="*/ 3113840 h 6858000"/>
              <a:gd name="connsiteX237" fmla="*/ 1066793 w 7467600"/>
              <a:gd name="connsiteY237" fmla="*/ 3212171 h 6858000"/>
              <a:gd name="connsiteX238" fmla="*/ 993319 w 7467600"/>
              <a:gd name="connsiteY238" fmla="*/ 3247648 h 6858000"/>
              <a:gd name="connsiteX239" fmla="*/ 853081 w 7467600"/>
              <a:gd name="connsiteY239" fmla="*/ 3312410 h 6858000"/>
              <a:gd name="connsiteX240" fmla="*/ 805957 w 7467600"/>
              <a:gd name="connsiteY240" fmla="*/ 3330443 h 6858000"/>
              <a:gd name="connsiteX241" fmla="*/ 1318687 w 7467600"/>
              <a:gd name="connsiteY241" fmla="*/ 3113840 h 6858000"/>
              <a:gd name="connsiteX242" fmla="*/ 5453702 w 7467600"/>
              <a:gd name="connsiteY242" fmla="*/ 3090882 h 6858000"/>
              <a:gd name="connsiteX243" fmla="*/ 5480135 w 7467600"/>
              <a:gd name="connsiteY243" fmla="*/ 3565802 h 6858000"/>
              <a:gd name="connsiteX244" fmla="*/ 5499023 w 7467600"/>
              <a:gd name="connsiteY244" fmla="*/ 4166310 h 6858000"/>
              <a:gd name="connsiteX245" fmla="*/ 5547022 w 7467600"/>
              <a:gd name="connsiteY245" fmla="*/ 3607838 h 6858000"/>
              <a:gd name="connsiteX246" fmla="*/ 5515964 w 7467600"/>
              <a:gd name="connsiteY246" fmla="*/ 3378541 h 6858000"/>
              <a:gd name="connsiteX247" fmla="*/ 5453702 w 7467600"/>
              <a:gd name="connsiteY247" fmla="*/ 3090882 h 6858000"/>
              <a:gd name="connsiteX248" fmla="*/ 1238695 w 7467600"/>
              <a:gd name="connsiteY248" fmla="*/ 3076820 h 6858000"/>
              <a:gd name="connsiteX249" fmla="*/ 716371 w 7467600"/>
              <a:gd name="connsiteY249" fmla="*/ 3293249 h 6858000"/>
              <a:gd name="connsiteX250" fmla="*/ 579522 w 7467600"/>
              <a:gd name="connsiteY250" fmla="*/ 3371759 h 6858000"/>
              <a:gd name="connsiteX251" fmla="*/ 600288 w 7467600"/>
              <a:gd name="connsiteY251" fmla="*/ 3365555 h 6858000"/>
              <a:gd name="connsiteX252" fmla="*/ 840692 w 7467600"/>
              <a:gd name="connsiteY252" fmla="*/ 3284921 h 6858000"/>
              <a:gd name="connsiteX253" fmla="*/ 979248 w 7467600"/>
              <a:gd name="connsiteY253" fmla="*/ 3221003 h 6858000"/>
              <a:gd name="connsiteX254" fmla="*/ 1053282 w 7467600"/>
              <a:gd name="connsiteY254" fmla="*/ 3185247 h 6858000"/>
              <a:gd name="connsiteX255" fmla="*/ 1320603 w 7467600"/>
              <a:gd name="connsiteY255" fmla="*/ 3081281 h 6858000"/>
              <a:gd name="connsiteX256" fmla="*/ 1238695 w 7467600"/>
              <a:gd name="connsiteY256" fmla="*/ 3076820 h 6858000"/>
              <a:gd name="connsiteX257" fmla="*/ 5425627 w 7467600"/>
              <a:gd name="connsiteY257" fmla="*/ 2954192 h 6858000"/>
              <a:gd name="connsiteX258" fmla="*/ 5470770 w 7467600"/>
              <a:gd name="connsiteY258" fmla="*/ 3005435 h 6858000"/>
              <a:gd name="connsiteX259" fmla="*/ 5519779 w 7467600"/>
              <a:gd name="connsiteY259" fmla="*/ 4359223 h 6858000"/>
              <a:gd name="connsiteX260" fmla="*/ 5520293 w 7467600"/>
              <a:gd name="connsiteY260" fmla="*/ 4360602 h 6858000"/>
              <a:gd name="connsiteX261" fmla="*/ 5767221 w 7467600"/>
              <a:gd name="connsiteY261" fmla="*/ 4665564 h 6858000"/>
              <a:gd name="connsiteX262" fmla="*/ 6937169 w 7467600"/>
              <a:gd name="connsiteY262" fmla="*/ 4815941 h 6858000"/>
              <a:gd name="connsiteX263" fmla="*/ 6953922 w 7467600"/>
              <a:gd name="connsiteY263" fmla="*/ 4890068 h 6858000"/>
              <a:gd name="connsiteX264" fmla="*/ 6071359 w 7467600"/>
              <a:gd name="connsiteY264" fmla="*/ 4770770 h 6858000"/>
              <a:gd name="connsiteX265" fmla="*/ 6038839 w 7467600"/>
              <a:gd name="connsiteY265" fmla="*/ 4764474 h 6858000"/>
              <a:gd name="connsiteX266" fmla="*/ 6038706 w 7467600"/>
              <a:gd name="connsiteY266" fmla="*/ 4763847 h 6858000"/>
              <a:gd name="connsiteX267" fmla="*/ 6037784 w 7467600"/>
              <a:gd name="connsiteY267" fmla="*/ 4764270 h 6858000"/>
              <a:gd name="connsiteX268" fmla="*/ 6038839 w 7467600"/>
              <a:gd name="connsiteY268" fmla="*/ 4764474 h 6858000"/>
              <a:gd name="connsiteX269" fmla="*/ 6040338 w 7467600"/>
              <a:gd name="connsiteY269" fmla="*/ 4771418 h 6858000"/>
              <a:gd name="connsiteX270" fmla="*/ 6024488 w 7467600"/>
              <a:gd name="connsiteY270" fmla="*/ 4809903 h 6858000"/>
              <a:gd name="connsiteX271" fmla="*/ 5599771 w 7467600"/>
              <a:gd name="connsiteY271" fmla="*/ 5509652 h 6858000"/>
              <a:gd name="connsiteX272" fmla="*/ 5548843 w 7467600"/>
              <a:gd name="connsiteY272" fmla="*/ 5563845 h 6858000"/>
              <a:gd name="connsiteX273" fmla="*/ 5940952 w 7467600"/>
              <a:gd name="connsiteY273" fmla="*/ 6250028 h 6858000"/>
              <a:gd name="connsiteX274" fmla="*/ 6043441 w 7467600"/>
              <a:gd name="connsiteY274" fmla="*/ 6665847 h 6858000"/>
              <a:gd name="connsiteX275" fmla="*/ 6093432 w 7467600"/>
              <a:gd name="connsiteY275" fmla="*/ 6858000 h 6858000"/>
              <a:gd name="connsiteX276" fmla="*/ 6034344 w 7467600"/>
              <a:gd name="connsiteY276" fmla="*/ 6858000 h 6858000"/>
              <a:gd name="connsiteX277" fmla="*/ 6026679 w 7467600"/>
              <a:gd name="connsiteY277" fmla="*/ 6836959 h 6858000"/>
              <a:gd name="connsiteX278" fmla="*/ 5800441 w 7467600"/>
              <a:gd name="connsiteY278" fmla="*/ 6335286 h 6858000"/>
              <a:gd name="connsiteX279" fmla="*/ 5526562 w 7467600"/>
              <a:gd name="connsiteY279" fmla="*/ 5705388 h 6858000"/>
              <a:gd name="connsiteX280" fmla="*/ 5519640 w 7467600"/>
              <a:gd name="connsiteY280" fmla="*/ 5683774 h 6858000"/>
              <a:gd name="connsiteX281" fmla="*/ 5844559 w 7467600"/>
              <a:gd name="connsiteY281" fmla="*/ 6553349 h 6858000"/>
              <a:gd name="connsiteX282" fmla="*/ 5975994 w 7467600"/>
              <a:gd name="connsiteY282" fmla="*/ 6858000 h 6858000"/>
              <a:gd name="connsiteX283" fmla="*/ 5898547 w 7467600"/>
              <a:gd name="connsiteY283" fmla="*/ 6858000 h 6858000"/>
              <a:gd name="connsiteX284" fmla="*/ 5682041 w 7467600"/>
              <a:gd name="connsiteY284" fmla="*/ 6355860 h 6858000"/>
              <a:gd name="connsiteX285" fmla="*/ 5461758 w 7467600"/>
              <a:gd name="connsiteY285" fmla="*/ 5820220 h 6858000"/>
              <a:gd name="connsiteX286" fmla="*/ 5237282 w 7467600"/>
              <a:gd name="connsiteY286" fmla="*/ 6579086 h 6858000"/>
              <a:gd name="connsiteX287" fmla="*/ 5115009 w 7467600"/>
              <a:gd name="connsiteY287" fmla="*/ 6858000 h 6858000"/>
              <a:gd name="connsiteX288" fmla="*/ 5028074 w 7467600"/>
              <a:gd name="connsiteY288" fmla="*/ 6858000 h 6858000"/>
              <a:gd name="connsiteX289" fmla="*/ 5079508 w 7467600"/>
              <a:gd name="connsiteY289" fmla="*/ 6749074 h 6858000"/>
              <a:gd name="connsiteX290" fmla="*/ 5371846 w 7467600"/>
              <a:gd name="connsiteY290" fmla="*/ 5924413 h 6858000"/>
              <a:gd name="connsiteX291" fmla="*/ 5270512 w 7467600"/>
              <a:gd name="connsiteY291" fmla="*/ 6138975 h 6858000"/>
              <a:gd name="connsiteX292" fmla="*/ 5062409 w 7467600"/>
              <a:gd name="connsiteY292" fmla="*/ 6653544 h 6858000"/>
              <a:gd name="connsiteX293" fmla="*/ 5036628 w 7467600"/>
              <a:gd name="connsiteY293" fmla="*/ 6754247 h 6858000"/>
              <a:gd name="connsiteX294" fmla="*/ 5009112 w 7467600"/>
              <a:gd name="connsiteY294" fmla="*/ 6858000 h 6858000"/>
              <a:gd name="connsiteX295" fmla="*/ 4976679 w 7467600"/>
              <a:gd name="connsiteY295" fmla="*/ 6858000 h 6858000"/>
              <a:gd name="connsiteX296" fmla="*/ 5006537 w 7467600"/>
              <a:gd name="connsiteY296" fmla="*/ 6747068 h 6858000"/>
              <a:gd name="connsiteX297" fmla="*/ 5032723 w 7467600"/>
              <a:gd name="connsiteY297" fmla="*/ 6644957 h 6858000"/>
              <a:gd name="connsiteX298" fmla="*/ 5242949 w 7467600"/>
              <a:gd name="connsiteY298" fmla="*/ 6125175 h 6858000"/>
              <a:gd name="connsiteX299" fmla="*/ 5286321 w 7467600"/>
              <a:gd name="connsiteY299" fmla="*/ 6033555 h 6858000"/>
              <a:gd name="connsiteX300" fmla="*/ 5008210 w 7467600"/>
              <a:gd name="connsiteY300" fmla="*/ 6649194 h 6858000"/>
              <a:gd name="connsiteX301" fmla="*/ 4986321 w 7467600"/>
              <a:gd name="connsiteY301" fmla="*/ 6765687 h 6858000"/>
              <a:gd name="connsiteX302" fmla="*/ 4973474 w 7467600"/>
              <a:gd name="connsiteY302" fmla="*/ 6858000 h 6858000"/>
              <a:gd name="connsiteX303" fmla="*/ 4907178 w 7467600"/>
              <a:gd name="connsiteY303" fmla="*/ 6858000 h 6858000"/>
              <a:gd name="connsiteX304" fmla="*/ 4910810 w 7467600"/>
              <a:gd name="connsiteY304" fmla="*/ 6829660 h 6858000"/>
              <a:gd name="connsiteX305" fmla="*/ 4987461 w 7467600"/>
              <a:gd name="connsiteY305" fmla="*/ 6432994 h 6858000"/>
              <a:gd name="connsiteX306" fmla="*/ 5179262 w 7467600"/>
              <a:gd name="connsiteY306" fmla="*/ 6035044 h 6858000"/>
              <a:gd name="connsiteX307" fmla="*/ 4689678 w 7467600"/>
              <a:gd name="connsiteY307" fmla="*/ 6440241 h 6858000"/>
              <a:gd name="connsiteX308" fmla="*/ 4477543 w 7467600"/>
              <a:gd name="connsiteY308" fmla="*/ 6674836 h 6858000"/>
              <a:gd name="connsiteX309" fmla="*/ 4329957 w 7467600"/>
              <a:gd name="connsiteY309" fmla="*/ 6858000 h 6858000"/>
              <a:gd name="connsiteX310" fmla="*/ 4218595 w 7467600"/>
              <a:gd name="connsiteY310" fmla="*/ 6858000 h 6858000"/>
              <a:gd name="connsiteX311" fmla="*/ 4368888 w 7467600"/>
              <a:gd name="connsiteY311" fmla="*/ 6668412 h 6858000"/>
              <a:gd name="connsiteX312" fmla="*/ 4563091 w 7467600"/>
              <a:gd name="connsiteY312" fmla="*/ 6442508 h 6858000"/>
              <a:gd name="connsiteX313" fmla="*/ 5387324 w 7467600"/>
              <a:gd name="connsiteY313" fmla="*/ 5705830 h 6858000"/>
              <a:gd name="connsiteX314" fmla="*/ 5073620 w 7467600"/>
              <a:gd name="connsiteY314" fmla="*/ 5955437 h 6858000"/>
              <a:gd name="connsiteX315" fmla="*/ 4689789 w 7467600"/>
              <a:gd name="connsiteY315" fmla="*/ 6268382 h 6858000"/>
              <a:gd name="connsiteX316" fmla="*/ 4418722 w 7467600"/>
              <a:gd name="connsiteY316" fmla="*/ 6570886 h 6858000"/>
              <a:gd name="connsiteX317" fmla="*/ 4214944 w 7467600"/>
              <a:gd name="connsiteY317" fmla="*/ 6858000 h 6858000"/>
              <a:gd name="connsiteX318" fmla="*/ 4177898 w 7467600"/>
              <a:gd name="connsiteY318" fmla="*/ 6858000 h 6858000"/>
              <a:gd name="connsiteX319" fmla="*/ 4391597 w 7467600"/>
              <a:gd name="connsiteY319" fmla="*/ 6556370 h 6858000"/>
              <a:gd name="connsiteX320" fmla="*/ 4668889 w 7467600"/>
              <a:gd name="connsiteY320" fmla="*/ 6246399 h 6858000"/>
              <a:gd name="connsiteX321" fmla="*/ 5055427 w 7467600"/>
              <a:gd name="connsiteY321" fmla="*/ 5931476 h 6858000"/>
              <a:gd name="connsiteX322" fmla="*/ 5371814 w 7467600"/>
              <a:gd name="connsiteY322" fmla="*/ 5678975 h 6858000"/>
              <a:gd name="connsiteX323" fmla="*/ 4987918 w 7467600"/>
              <a:gd name="connsiteY323" fmla="*/ 5838701 h 6858000"/>
              <a:gd name="connsiteX324" fmla="*/ 4317146 w 7467600"/>
              <a:gd name="connsiteY324" fmla="*/ 6587716 h 6858000"/>
              <a:gd name="connsiteX325" fmla="*/ 4171627 w 7467600"/>
              <a:gd name="connsiteY325" fmla="*/ 6858000 h 6858000"/>
              <a:gd name="connsiteX326" fmla="*/ 4081585 w 7467600"/>
              <a:gd name="connsiteY326" fmla="*/ 6858000 h 6858000"/>
              <a:gd name="connsiteX327" fmla="*/ 4238603 w 7467600"/>
              <a:gd name="connsiteY327" fmla="*/ 6559341 h 6858000"/>
              <a:gd name="connsiteX328" fmla="*/ 4778333 w 7467600"/>
              <a:gd name="connsiteY328" fmla="*/ 5873626 h 6858000"/>
              <a:gd name="connsiteX329" fmla="*/ 5414185 w 7467600"/>
              <a:gd name="connsiteY329" fmla="*/ 5573882 h 6858000"/>
              <a:gd name="connsiteX330" fmla="*/ 5959648 w 7467600"/>
              <a:gd name="connsiteY330" fmla="*/ 4760797 h 6858000"/>
              <a:gd name="connsiteX331" fmla="*/ 5355019 w 7467600"/>
              <a:gd name="connsiteY331" fmla="*/ 4734672 h 6858000"/>
              <a:gd name="connsiteX332" fmla="*/ 5083565 w 7467600"/>
              <a:gd name="connsiteY332" fmla="*/ 5179121 h 6858000"/>
              <a:gd name="connsiteX333" fmla="*/ 4713577 w 7467600"/>
              <a:gd name="connsiteY333" fmla="*/ 5616803 h 6858000"/>
              <a:gd name="connsiteX334" fmla="*/ 3989559 w 7467600"/>
              <a:gd name="connsiteY334" fmla="*/ 6145945 h 6858000"/>
              <a:gd name="connsiteX335" fmla="*/ 3939824 w 7467600"/>
              <a:gd name="connsiteY335" fmla="*/ 6066900 h 6858000"/>
              <a:gd name="connsiteX336" fmla="*/ 4584537 w 7467600"/>
              <a:gd name="connsiteY336" fmla="*/ 5324826 h 6858000"/>
              <a:gd name="connsiteX337" fmla="*/ 5037105 w 7467600"/>
              <a:gd name="connsiteY337" fmla="*/ 5088765 h 6858000"/>
              <a:gd name="connsiteX338" fmla="*/ 5039930 w 7467600"/>
              <a:gd name="connsiteY338" fmla="*/ 5089585 h 6858000"/>
              <a:gd name="connsiteX339" fmla="*/ 5263764 w 7467600"/>
              <a:gd name="connsiteY339" fmla="*/ 4735525 h 6858000"/>
              <a:gd name="connsiteX340" fmla="*/ 4086300 w 7467600"/>
              <a:gd name="connsiteY340" fmla="*/ 4884599 h 6858000"/>
              <a:gd name="connsiteX341" fmla="*/ 4085485 w 7467600"/>
              <a:gd name="connsiteY341" fmla="*/ 4899070 h 6858000"/>
              <a:gd name="connsiteX342" fmla="*/ 3871915 w 7467600"/>
              <a:gd name="connsiteY342" fmla="*/ 5253645 h 6858000"/>
              <a:gd name="connsiteX343" fmla="*/ 3799374 w 7467600"/>
              <a:gd name="connsiteY343" fmla="*/ 5466127 h 6858000"/>
              <a:gd name="connsiteX344" fmla="*/ 3498850 w 7467600"/>
              <a:gd name="connsiteY344" fmla="*/ 6661888 h 6858000"/>
              <a:gd name="connsiteX345" fmla="*/ 3399216 w 7467600"/>
              <a:gd name="connsiteY345" fmla="*/ 6858000 h 6858000"/>
              <a:gd name="connsiteX346" fmla="*/ 3303688 w 7467600"/>
              <a:gd name="connsiteY346" fmla="*/ 6858000 h 6858000"/>
              <a:gd name="connsiteX347" fmla="*/ 3391774 w 7467600"/>
              <a:gd name="connsiteY347" fmla="*/ 6697181 h 6858000"/>
              <a:gd name="connsiteX348" fmla="*/ 3735540 w 7467600"/>
              <a:gd name="connsiteY348" fmla="*/ 5546923 h 6858000"/>
              <a:gd name="connsiteX349" fmla="*/ 3729438 w 7467600"/>
              <a:gd name="connsiteY349" fmla="*/ 5569058 h 6858000"/>
              <a:gd name="connsiteX350" fmla="*/ 3707782 w 7467600"/>
              <a:gd name="connsiteY350" fmla="*/ 5644908 h 6858000"/>
              <a:gd name="connsiteX351" fmla="*/ 3583827 w 7467600"/>
              <a:gd name="connsiteY351" fmla="*/ 6039215 h 6858000"/>
              <a:gd name="connsiteX352" fmla="*/ 3547861 w 7467600"/>
              <a:gd name="connsiteY352" fmla="*/ 6129609 h 6858000"/>
              <a:gd name="connsiteX353" fmla="*/ 3490905 w 7467600"/>
              <a:gd name="connsiteY353" fmla="*/ 6277660 h 6858000"/>
              <a:gd name="connsiteX354" fmla="*/ 3455859 w 7467600"/>
              <a:gd name="connsiteY354" fmla="*/ 6391301 h 6858000"/>
              <a:gd name="connsiteX355" fmla="*/ 3429112 w 7467600"/>
              <a:gd name="connsiteY355" fmla="*/ 6479469 h 6858000"/>
              <a:gd name="connsiteX356" fmla="*/ 3304862 w 7467600"/>
              <a:gd name="connsiteY356" fmla="*/ 6796476 h 6858000"/>
              <a:gd name="connsiteX357" fmla="*/ 3276071 w 7467600"/>
              <a:gd name="connsiteY357" fmla="*/ 6858000 h 6858000"/>
              <a:gd name="connsiteX358" fmla="*/ 3240805 w 7467600"/>
              <a:gd name="connsiteY358" fmla="*/ 6858000 h 6858000"/>
              <a:gd name="connsiteX359" fmla="*/ 3275917 w 7467600"/>
              <a:gd name="connsiteY359" fmla="*/ 6783192 h 6858000"/>
              <a:gd name="connsiteX360" fmla="*/ 3399358 w 7467600"/>
              <a:gd name="connsiteY360" fmla="*/ 6469011 h 6858000"/>
              <a:gd name="connsiteX361" fmla="*/ 3425650 w 7467600"/>
              <a:gd name="connsiteY361" fmla="*/ 6381333 h 6858000"/>
              <a:gd name="connsiteX362" fmla="*/ 3460661 w 7467600"/>
              <a:gd name="connsiteY362" fmla="*/ 6266763 h 6858000"/>
              <a:gd name="connsiteX363" fmla="*/ 3518021 w 7467600"/>
              <a:gd name="connsiteY363" fmla="*/ 6117298 h 6858000"/>
              <a:gd name="connsiteX364" fmla="*/ 3554035 w 7467600"/>
              <a:gd name="connsiteY364" fmla="*/ 6027832 h 6858000"/>
              <a:gd name="connsiteX365" fmla="*/ 3677174 w 7467600"/>
              <a:gd name="connsiteY365" fmla="*/ 5636351 h 6858000"/>
              <a:gd name="connsiteX366" fmla="*/ 3698819 w 7467600"/>
              <a:gd name="connsiteY366" fmla="*/ 5560503 h 6858000"/>
              <a:gd name="connsiteX367" fmla="*/ 3702094 w 7467600"/>
              <a:gd name="connsiteY367" fmla="*/ 5549194 h 6858000"/>
              <a:gd name="connsiteX368" fmla="*/ 3398355 w 7467600"/>
              <a:gd name="connsiteY368" fmla="*/ 6094603 h 6858000"/>
              <a:gd name="connsiteX369" fmla="*/ 3193941 w 7467600"/>
              <a:gd name="connsiteY369" fmla="*/ 6798775 h 6858000"/>
              <a:gd name="connsiteX370" fmla="*/ 3184140 w 7467600"/>
              <a:gd name="connsiteY370" fmla="*/ 6858000 h 6858000"/>
              <a:gd name="connsiteX371" fmla="*/ 3099978 w 7467600"/>
              <a:gd name="connsiteY371" fmla="*/ 6858000 h 6858000"/>
              <a:gd name="connsiteX372" fmla="*/ 3101556 w 7467600"/>
              <a:gd name="connsiteY372" fmla="*/ 6843337 h 6858000"/>
              <a:gd name="connsiteX373" fmla="*/ 3370162 w 7467600"/>
              <a:gd name="connsiteY373" fmla="*/ 5785550 h 6858000"/>
              <a:gd name="connsiteX374" fmla="*/ 3746477 w 7467600"/>
              <a:gd name="connsiteY374" fmla="*/ 5377889 h 6858000"/>
              <a:gd name="connsiteX375" fmla="*/ 3863399 w 7467600"/>
              <a:gd name="connsiteY375" fmla="*/ 5087257 h 6858000"/>
              <a:gd name="connsiteX376" fmla="*/ 3968712 w 7467600"/>
              <a:gd name="connsiteY376" fmla="*/ 4913989 h 6858000"/>
              <a:gd name="connsiteX377" fmla="*/ 2792390 w 7467600"/>
              <a:gd name="connsiteY377" fmla="*/ 5382974 h 6858000"/>
              <a:gd name="connsiteX378" fmla="*/ 2714982 w 7467600"/>
              <a:gd name="connsiteY378" fmla="*/ 5427051 h 6858000"/>
              <a:gd name="connsiteX379" fmla="*/ 2813361 w 7467600"/>
              <a:gd name="connsiteY379" fmla="*/ 6023912 h 6858000"/>
              <a:gd name="connsiteX380" fmla="*/ 2688430 w 7467600"/>
              <a:gd name="connsiteY380" fmla="*/ 6801564 h 6858000"/>
              <a:gd name="connsiteX381" fmla="*/ 2629626 w 7467600"/>
              <a:gd name="connsiteY381" fmla="*/ 6763394 h 6858000"/>
              <a:gd name="connsiteX382" fmla="*/ 2565328 w 7467600"/>
              <a:gd name="connsiteY382" fmla="*/ 5516399 h 6858000"/>
              <a:gd name="connsiteX383" fmla="*/ 1922999 w 7467600"/>
              <a:gd name="connsiteY383" fmla="*/ 5980343 h 6858000"/>
              <a:gd name="connsiteX384" fmla="*/ 1950261 w 7467600"/>
              <a:gd name="connsiteY384" fmla="*/ 6405858 h 6858000"/>
              <a:gd name="connsiteX385" fmla="*/ 2365554 w 7467600"/>
              <a:gd name="connsiteY385" fmla="*/ 6759107 h 6858000"/>
              <a:gd name="connsiteX386" fmla="*/ 2424142 w 7467600"/>
              <a:gd name="connsiteY386" fmla="*/ 6858000 h 6858000"/>
              <a:gd name="connsiteX387" fmla="*/ 2395994 w 7467600"/>
              <a:gd name="connsiteY387" fmla="*/ 6858000 h 6858000"/>
              <a:gd name="connsiteX388" fmla="*/ 2392863 w 7467600"/>
              <a:gd name="connsiteY388" fmla="*/ 6852964 h 6858000"/>
              <a:gd name="connsiteX389" fmla="*/ 2017589 w 7467600"/>
              <a:gd name="connsiteY389" fmla="*/ 6493982 h 6858000"/>
              <a:gd name="connsiteX390" fmla="*/ 2147336 w 7467600"/>
              <a:gd name="connsiteY390" fmla="*/ 6594052 h 6858000"/>
              <a:gd name="connsiteX391" fmla="*/ 2207047 w 7467600"/>
              <a:gd name="connsiteY391" fmla="*/ 6654540 h 6858000"/>
              <a:gd name="connsiteX392" fmla="*/ 2299106 w 7467600"/>
              <a:gd name="connsiteY392" fmla="*/ 6778931 h 6858000"/>
              <a:gd name="connsiteX393" fmla="*/ 2314430 w 7467600"/>
              <a:gd name="connsiteY393" fmla="*/ 6801144 h 6858000"/>
              <a:gd name="connsiteX394" fmla="*/ 2352406 w 7467600"/>
              <a:gd name="connsiteY394" fmla="*/ 6858000 h 6858000"/>
              <a:gd name="connsiteX395" fmla="*/ 2314492 w 7467600"/>
              <a:gd name="connsiteY395" fmla="*/ 6858000 h 6858000"/>
              <a:gd name="connsiteX396" fmla="*/ 2288095 w 7467600"/>
              <a:gd name="connsiteY396" fmla="*/ 6818030 h 6858000"/>
              <a:gd name="connsiteX397" fmla="*/ 2272768 w 7467600"/>
              <a:gd name="connsiteY397" fmla="*/ 6795822 h 6858000"/>
              <a:gd name="connsiteX398" fmla="*/ 2182715 w 7467600"/>
              <a:gd name="connsiteY398" fmla="*/ 6675071 h 6858000"/>
              <a:gd name="connsiteX399" fmla="*/ 2032061 w 7467600"/>
              <a:gd name="connsiteY399" fmla="*/ 6541380 h 6858000"/>
              <a:gd name="connsiteX400" fmla="*/ 2257220 w 7467600"/>
              <a:gd name="connsiteY400" fmla="*/ 6826257 h 6858000"/>
              <a:gd name="connsiteX401" fmla="*/ 2281324 w 7467600"/>
              <a:gd name="connsiteY401" fmla="*/ 6858000 h 6858000"/>
              <a:gd name="connsiteX402" fmla="*/ 2242860 w 7467600"/>
              <a:gd name="connsiteY402" fmla="*/ 6858000 h 6858000"/>
              <a:gd name="connsiteX403" fmla="*/ 2232818 w 7467600"/>
              <a:gd name="connsiteY403" fmla="*/ 6844926 h 6858000"/>
              <a:gd name="connsiteX404" fmla="*/ 1990172 w 7467600"/>
              <a:gd name="connsiteY404" fmla="*/ 6542121 h 6858000"/>
              <a:gd name="connsiteX405" fmla="*/ 2124090 w 7467600"/>
              <a:gd name="connsiteY405" fmla="*/ 6761017 h 6858000"/>
              <a:gd name="connsiteX406" fmla="*/ 2200380 w 7467600"/>
              <a:gd name="connsiteY406" fmla="*/ 6858000 h 6858000"/>
              <a:gd name="connsiteX407" fmla="*/ 2147507 w 7467600"/>
              <a:gd name="connsiteY407" fmla="*/ 6858000 h 6858000"/>
              <a:gd name="connsiteX408" fmla="*/ 2070668 w 7467600"/>
              <a:gd name="connsiteY408" fmla="*/ 6761520 h 6858000"/>
              <a:gd name="connsiteX409" fmla="*/ 1975142 w 7467600"/>
              <a:gd name="connsiteY409" fmla="*/ 6585570 h 6858000"/>
              <a:gd name="connsiteX410" fmla="*/ 2050035 w 7467600"/>
              <a:gd name="connsiteY410" fmla="*/ 6813345 h 6858000"/>
              <a:gd name="connsiteX411" fmla="*/ 2063025 w 7467600"/>
              <a:gd name="connsiteY411" fmla="*/ 6858000 h 6858000"/>
              <a:gd name="connsiteX412" fmla="*/ 2021675 w 7467600"/>
              <a:gd name="connsiteY412" fmla="*/ 6858000 h 6858000"/>
              <a:gd name="connsiteX413" fmla="*/ 2019308 w 7467600"/>
              <a:gd name="connsiteY413" fmla="*/ 6847118 h 6858000"/>
              <a:gd name="connsiteX414" fmla="*/ 1938835 w 7467600"/>
              <a:gd name="connsiteY414" fmla="*/ 6551160 h 6858000"/>
              <a:gd name="connsiteX415" fmla="*/ 1953230 w 7467600"/>
              <a:gd name="connsiteY415" fmla="*/ 6759699 h 6858000"/>
              <a:gd name="connsiteX416" fmla="*/ 1956763 w 7467600"/>
              <a:gd name="connsiteY416" fmla="*/ 6778191 h 6858000"/>
              <a:gd name="connsiteX417" fmla="*/ 1967925 w 7467600"/>
              <a:gd name="connsiteY417" fmla="*/ 6858000 h 6858000"/>
              <a:gd name="connsiteX418" fmla="*/ 1936622 w 7467600"/>
              <a:gd name="connsiteY418" fmla="*/ 6858000 h 6858000"/>
              <a:gd name="connsiteX419" fmla="*/ 1926261 w 7467600"/>
              <a:gd name="connsiteY419" fmla="*/ 6784064 h 6858000"/>
              <a:gd name="connsiteX420" fmla="*/ 1922724 w 7467600"/>
              <a:gd name="connsiteY420" fmla="*/ 6765577 h 6858000"/>
              <a:gd name="connsiteX421" fmla="*/ 1904650 w 7467600"/>
              <a:gd name="connsiteY421" fmla="*/ 6639616 h 6858000"/>
              <a:gd name="connsiteX422" fmla="*/ 1885273 w 7467600"/>
              <a:gd name="connsiteY422" fmla="*/ 6858000 h 6858000"/>
              <a:gd name="connsiteX423" fmla="*/ 1854363 w 7467600"/>
              <a:gd name="connsiteY423" fmla="*/ 6858000 h 6858000"/>
              <a:gd name="connsiteX424" fmla="*/ 1880391 w 7467600"/>
              <a:gd name="connsiteY424" fmla="*/ 6603796 h 6858000"/>
              <a:gd name="connsiteX425" fmla="*/ 1818273 w 7467600"/>
              <a:gd name="connsiteY425" fmla="*/ 6715729 h 6858000"/>
              <a:gd name="connsiteX426" fmla="*/ 1794691 w 7467600"/>
              <a:gd name="connsiteY426" fmla="*/ 6843239 h 6858000"/>
              <a:gd name="connsiteX427" fmla="*/ 1794914 w 7467600"/>
              <a:gd name="connsiteY427" fmla="*/ 6858000 h 6858000"/>
              <a:gd name="connsiteX428" fmla="*/ 1746128 w 7467600"/>
              <a:gd name="connsiteY428" fmla="*/ 6858000 h 6858000"/>
              <a:gd name="connsiteX429" fmla="*/ 1753934 w 7467600"/>
              <a:gd name="connsiteY429" fmla="*/ 6724796 h 6858000"/>
              <a:gd name="connsiteX430" fmla="*/ 1792053 w 7467600"/>
              <a:gd name="connsiteY430" fmla="*/ 6572396 h 6858000"/>
              <a:gd name="connsiteX431" fmla="*/ 1862248 w 7467600"/>
              <a:gd name="connsiteY431" fmla="*/ 6266397 h 6858000"/>
              <a:gd name="connsiteX432" fmla="*/ 1862250 w 7467600"/>
              <a:gd name="connsiteY432" fmla="*/ 6033531 h 6858000"/>
              <a:gd name="connsiteX433" fmla="*/ 1211999 w 7467600"/>
              <a:gd name="connsiteY433" fmla="*/ 6683610 h 6858000"/>
              <a:gd name="connsiteX434" fmla="*/ 1213266 w 7467600"/>
              <a:gd name="connsiteY434" fmla="*/ 6691947 h 6858000"/>
              <a:gd name="connsiteX435" fmla="*/ 1203370 w 7467600"/>
              <a:gd name="connsiteY435" fmla="*/ 6850676 h 6858000"/>
              <a:gd name="connsiteX436" fmla="*/ 1203671 w 7467600"/>
              <a:gd name="connsiteY436" fmla="*/ 6858000 h 6858000"/>
              <a:gd name="connsiteX437" fmla="*/ 1143180 w 7467600"/>
              <a:gd name="connsiteY437" fmla="*/ 6858000 h 6858000"/>
              <a:gd name="connsiteX438" fmla="*/ 1142176 w 7467600"/>
              <a:gd name="connsiteY438" fmla="*/ 6766045 h 6858000"/>
              <a:gd name="connsiteX439" fmla="*/ 1067484 w 7467600"/>
              <a:gd name="connsiteY439" fmla="*/ 6858000 h 6858000"/>
              <a:gd name="connsiteX440" fmla="*/ 953928 w 7467600"/>
              <a:gd name="connsiteY440" fmla="*/ 6858000 h 6858000"/>
              <a:gd name="connsiteX441" fmla="*/ 959715 w 7467600"/>
              <a:gd name="connsiteY441" fmla="*/ 6850185 h 6858000"/>
              <a:gd name="connsiteX442" fmla="*/ 1483788 w 7467600"/>
              <a:gd name="connsiteY442" fmla="*/ 6259174 h 6858000"/>
              <a:gd name="connsiteX443" fmla="*/ 1100671 w 7467600"/>
              <a:gd name="connsiteY443" fmla="*/ 6252137 h 6858000"/>
              <a:gd name="connsiteX444" fmla="*/ 1090144 w 7467600"/>
              <a:gd name="connsiteY444" fmla="*/ 6256748 h 6858000"/>
              <a:gd name="connsiteX445" fmla="*/ 1095872 w 7467600"/>
              <a:gd name="connsiteY445" fmla="*/ 6271892 h 6858000"/>
              <a:gd name="connsiteX446" fmla="*/ 262785 w 7467600"/>
              <a:gd name="connsiteY446" fmla="*/ 6845450 h 6858000"/>
              <a:gd name="connsiteX447" fmla="*/ 209968 w 7467600"/>
              <a:gd name="connsiteY447" fmla="*/ 6770713 h 6858000"/>
              <a:gd name="connsiteX448" fmla="*/ 873460 w 7467600"/>
              <a:gd name="connsiteY448" fmla="*/ 6253768 h 6858000"/>
              <a:gd name="connsiteX449" fmla="*/ 192686 w 7467600"/>
              <a:gd name="connsiteY449" fmla="*/ 5849257 h 6858000"/>
              <a:gd name="connsiteX450" fmla="*/ 4696 w 7467600"/>
              <a:gd name="connsiteY450" fmla="*/ 5697668 h 6858000"/>
              <a:gd name="connsiteX451" fmla="*/ 0 w 7467600"/>
              <a:gd name="connsiteY451" fmla="*/ 5689984 h 6858000"/>
              <a:gd name="connsiteX452" fmla="*/ 0 w 7467600"/>
              <a:gd name="connsiteY452" fmla="*/ 5513472 h 6858000"/>
              <a:gd name="connsiteX453" fmla="*/ 174101 w 7467600"/>
              <a:gd name="connsiteY453" fmla="*/ 5620277 h 6858000"/>
              <a:gd name="connsiteX454" fmla="*/ 891800 w 7467600"/>
              <a:gd name="connsiteY454" fmla="*/ 6036935 h 6858000"/>
              <a:gd name="connsiteX455" fmla="*/ 1072219 w 7467600"/>
              <a:gd name="connsiteY455" fmla="*/ 6169443 h 6858000"/>
              <a:gd name="connsiteX456" fmla="*/ 1074117 w 7467600"/>
              <a:gd name="connsiteY456" fmla="*/ 6170301 h 6858000"/>
              <a:gd name="connsiteX457" fmla="*/ 1083114 w 7467600"/>
              <a:gd name="connsiteY457" fmla="*/ 6174131 h 6858000"/>
              <a:gd name="connsiteX458" fmla="*/ 1543010 w 7467600"/>
              <a:gd name="connsiteY458" fmla="*/ 6191140 h 6858000"/>
              <a:gd name="connsiteX459" fmla="*/ 1551080 w 7467600"/>
              <a:gd name="connsiteY459" fmla="*/ 6195006 h 6858000"/>
              <a:gd name="connsiteX460" fmla="*/ 2345443 w 7467600"/>
              <a:gd name="connsiteY460" fmla="*/ 5549882 h 6858000"/>
              <a:gd name="connsiteX461" fmla="*/ 1721499 w 7467600"/>
              <a:gd name="connsiteY461" fmla="*/ 5599969 h 6858000"/>
              <a:gd name="connsiteX462" fmla="*/ 767716 w 7467600"/>
              <a:gd name="connsiteY462" fmla="*/ 5472768 h 6858000"/>
              <a:gd name="connsiteX463" fmla="*/ 722147 w 7467600"/>
              <a:gd name="connsiteY463" fmla="*/ 5393091 h 6858000"/>
              <a:gd name="connsiteX464" fmla="*/ 1485552 w 7467600"/>
              <a:gd name="connsiteY464" fmla="*/ 5313202 h 6858000"/>
              <a:gd name="connsiteX465" fmla="*/ 2143004 w 7467600"/>
              <a:gd name="connsiteY465" fmla="*/ 5402420 h 6858000"/>
              <a:gd name="connsiteX466" fmla="*/ 1933391 w 7467600"/>
              <a:gd name="connsiteY466" fmla="*/ 5156971 h 6858000"/>
              <a:gd name="connsiteX467" fmla="*/ 1827118 w 7467600"/>
              <a:gd name="connsiteY467" fmla="*/ 4968410 h 6858000"/>
              <a:gd name="connsiteX468" fmla="*/ 1837349 w 7467600"/>
              <a:gd name="connsiteY468" fmla="*/ 4956357 h 6858000"/>
              <a:gd name="connsiteX469" fmla="*/ 2162835 w 7467600"/>
              <a:gd name="connsiteY469" fmla="*/ 5187853 h 6858000"/>
              <a:gd name="connsiteX470" fmla="*/ 2257167 w 7467600"/>
              <a:gd name="connsiteY470" fmla="*/ 5462123 h 6858000"/>
              <a:gd name="connsiteX471" fmla="*/ 2261598 w 7467600"/>
              <a:gd name="connsiteY471" fmla="*/ 5467998 h 6858000"/>
              <a:gd name="connsiteX472" fmla="*/ 2437177 w 7467600"/>
              <a:gd name="connsiteY472" fmla="*/ 5479608 h 6858000"/>
              <a:gd name="connsiteX473" fmla="*/ 2445247 w 7467600"/>
              <a:gd name="connsiteY473" fmla="*/ 5483476 h 6858000"/>
              <a:gd name="connsiteX474" fmla="*/ 2743626 w 7467600"/>
              <a:gd name="connsiteY474" fmla="*/ 5304819 h 6858000"/>
              <a:gd name="connsiteX475" fmla="*/ 3048102 w 7467600"/>
              <a:gd name="connsiteY475" fmla="*/ 5150595 h 6858000"/>
              <a:gd name="connsiteX476" fmla="*/ 1799414 w 7467600"/>
              <a:gd name="connsiteY476" fmla="*/ 4694732 h 6858000"/>
              <a:gd name="connsiteX477" fmla="*/ 1771735 w 7467600"/>
              <a:gd name="connsiteY477" fmla="*/ 4619929 h 6858000"/>
              <a:gd name="connsiteX478" fmla="*/ 3104273 w 7467600"/>
              <a:gd name="connsiteY478" fmla="*/ 5076159 h 6858000"/>
              <a:gd name="connsiteX479" fmla="*/ 3113245 w 7467600"/>
              <a:gd name="connsiteY479" fmla="*/ 5090705 h 6858000"/>
              <a:gd name="connsiteX480" fmla="*/ 3126294 w 7467600"/>
              <a:gd name="connsiteY480" fmla="*/ 5114400 h 6858000"/>
              <a:gd name="connsiteX481" fmla="*/ 3937433 w 7467600"/>
              <a:gd name="connsiteY481" fmla="*/ 4830473 h 6858000"/>
              <a:gd name="connsiteX482" fmla="*/ 3590475 w 7467600"/>
              <a:gd name="connsiteY482" fmla="*/ 4597974 h 6858000"/>
              <a:gd name="connsiteX483" fmla="*/ 3100264 w 7467600"/>
              <a:gd name="connsiteY483" fmla="*/ 4579845 h 6858000"/>
              <a:gd name="connsiteX484" fmla="*/ 2183576 w 7467600"/>
              <a:gd name="connsiteY484" fmla="*/ 4227150 h 6858000"/>
              <a:gd name="connsiteX485" fmla="*/ 2151029 w 7467600"/>
              <a:gd name="connsiteY485" fmla="*/ 4146947 h 6858000"/>
              <a:gd name="connsiteX486" fmla="*/ 3563434 w 7467600"/>
              <a:gd name="connsiteY486" fmla="*/ 4469115 h 6858000"/>
              <a:gd name="connsiteX487" fmla="*/ 3177952 w 7467600"/>
              <a:gd name="connsiteY487" fmla="*/ 3657386 h 6858000"/>
              <a:gd name="connsiteX488" fmla="*/ 3189263 w 7467600"/>
              <a:gd name="connsiteY488" fmla="*/ 3625726 h 6858000"/>
              <a:gd name="connsiteX489" fmla="*/ 3560912 w 7467600"/>
              <a:gd name="connsiteY489" fmla="*/ 4079863 h 6858000"/>
              <a:gd name="connsiteX490" fmla="*/ 3626636 w 7467600"/>
              <a:gd name="connsiteY490" fmla="*/ 4512230 h 6858000"/>
              <a:gd name="connsiteX491" fmla="*/ 3653088 w 7467600"/>
              <a:gd name="connsiteY491" fmla="*/ 4521417 h 6858000"/>
              <a:gd name="connsiteX492" fmla="*/ 3988128 w 7467600"/>
              <a:gd name="connsiteY492" fmla="*/ 4817267 h 6858000"/>
              <a:gd name="connsiteX493" fmla="*/ 4830582 w 7467600"/>
              <a:gd name="connsiteY493" fmla="*/ 4676000 h 6858000"/>
              <a:gd name="connsiteX494" fmla="*/ 4830100 w 7467600"/>
              <a:gd name="connsiteY494" fmla="*/ 4675554 h 6858000"/>
              <a:gd name="connsiteX495" fmla="*/ 4036318 w 7467600"/>
              <a:gd name="connsiteY495" fmla="*/ 4147013 h 6858000"/>
              <a:gd name="connsiteX496" fmla="*/ 3432098 w 7467600"/>
              <a:gd name="connsiteY496" fmla="*/ 3537312 h 6858000"/>
              <a:gd name="connsiteX497" fmla="*/ 3446761 w 7467600"/>
              <a:gd name="connsiteY497" fmla="*/ 3461278 h 6858000"/>
              <a:gd name="connsiteX498" fmla="*/ 4419733 w 7467600"/>
              <a:gd name="connsiteY498" fmla="*/ 3963555 h 6858000"/>
              <a:gd name="connsiteX499" fmla="*/ 4781371 w 7467600"/>
              <a:gd name="connsiteY499" fmla="*/ 4458604 h 6858000"/>
              <a:gd name="connsiteX500" fmla="*/ 4780440 w 7467600"/>
              <a:gd name="connsiteY500" fmla="*/ 4470290 h 6858000"/>
              <a:gd name="connsiteX501" fmla="*/ 4898954 w 7467600"/>
              <a:gd name="connsiteY501" fmla="*/ 4662092 h 6858000"/>
              <a:gd name="connsiteX502" fmla="*/ 4900699 w 7467600"/>
              <a:gd name="connsiteY502" fmla="*/ 4670867 h 6858000"/>
              <a:gd name="connsiteX503" fmla="*/ 5714511 w 7467600"/>
              <a:gd name="connsiteY503" fmla="*/ 4663483 h 6858000"/>
              <a:gd name="connsiteX504" fmla="*/ 5464793 w 7467600"/>
              <a:gd name="connsiteY504" fmla="*/ 4393556 h 6858000"/>
              <a:gd name="connsiteX505" fmla="*/ 5461897 w 7467600"/>
              <a:gd name="connsiteY505" fmla="*/ 4390879 h 6858000"/>
              <a:gd name="connsiteX506" fmla="*/ 4294126 w 7467600"/>
              <a:gd name="connsiteY506" fmla="*/ 3303048 h 6858000"/>
              <a:gd name="connsiteX507" fmla="*/ 4305321 w 7467600"/>
              <a:gd name="connsiteY507" fmla="*/ 3256953 h 6858000"/>
              <a:gd name="connsiteX508" fmla="*/ 4949299 w 7467600"/>
              <a:gd name="connsiteY508" fmla="*/ 3766336 h 6858000"/>
              <a:gd name="connsiteX509" fmla="*/ 5291452 w 7467600"/>
              <a:gd name="connsiteY509" fmla="*/ 4076801 h 6858000"/>
              <a:gd name="connsiteX510" fmla="*/ 5434998 w 7467600"/>
              <a:gd name="connsiteY510" fmla="*/ 4254100 h 6858000"/>
              <a:gd name="connsiteX511" fmla="*/ 5351015 w 7467600"/>
              <a:gd name="connsiteY511" fmla="*/ 3760989 h 6858000"/>
              <a:gd name="connsiteX512" fmla="*/ 5413780 w 7467600"/>
              <a:gd name="connsiteY512" fmla="*/ 2966265 h 6858000"/>
              <a:gd name="connsiteX513" fmla="*/ 5425627 w 7467600"/>
              <a:gd name="connsiteY513" fmla="*/ 2954192 h 6858000"/>
              <a:gd name="connsiteX514" fmla="*/ 6604735 w 7467600"/>
              <a:gd name="connsiteY514" fmla="*/ 2041381 h 6858000"/>
              <a:gd name="connsiteX515" fmla="*/ 7204487 w 7467600"/>
              <a:gd name="connsiteY515" fmla="*/ 2742112 h 6858000"/>
              <a:gd name="connsiteX516" fmla="*/ 7131592 w 7467600"/>
              <a:gd name="connsiteY516" fmla="*/ 2672096 h 6858000"/>
              <a:gd name="connsiteX517" fmla="*/ 6996344 w 7467600"/>
              <a:gd name="connsiteY517" fmla="*/ 2518310 h 6858000"/>
              <a:gd name="connsiteX518" fmla="*/ 6735495 w 7467600"/>
              <a:gd name="connsiteY518" fmla="*/ 2196890 h 6858000"/>
              <a:gd name="connsiteX519" fmla="*/ 6721901 w 7467600"/>
              <a:gd name="connsiteY519" fmla="*/ 2179274 h 6858000"/>
              <a:gd name="connsiteX520" fmla="*/ 6604735 w 7467600"/>
              <a:gd name="connsiteY520" fmla="*/ 2041381 h 6858000"/>
              <a:gd name="connsiteX521" fmla="*/ 6591670 w 7467600"/>
              <a:gd name="connsiteY521" fmla="*/ 1988277 h 6858000"/>
              <a:gd name="connsiteX522" fmla="*/ 6747349 w 7467600"/>
              <a:gd name="connsiteY522" fmla="*/ 2160069 h 6858000"/>
              <a:gd name="connsiteX523" fmla="*/ 6760943 w 7467600"/>
              <a:gd name="connsiteY523" fmla="*/ 2177686 h 6858000"/>
              <a:gd name="connsiteX524" fmla="*/ 7021065 w 7467600"/>
              <a:gd name="connsiteY524" fmla="*/ 2498102 h 6858000"/>
              <a:gd name="connsiteX525" fmla="*/ 7155223 w 7467600"/>
              <a:gd name="connsiteY525" fmla="*/ 2650386 h 6858000"/>
              <a:gd name="connsiteX526" fmla="*/ 7203167 w 7467600"/>
              <a:gd name="connsiteY526" fmla="*/ 2697288 h 6858000"/>
              <a:gd name="connsiteX527" fmla="*/ 6937703 w 7467600"/>
              <a:gd name="connsiteY527" fmla="*/ 2321981 h 6858000"/>
              <a:gd name="connsiteX528" fmla="*/ 6591670 w 7467600"/>
              <a:gd name="connsiteY528" fmla="*/ 1988277 h 6858000"/>
              <a:gd name="connsiteX529" fmla="*/ 5798671 w 7467600"/>
              <a:gd name="connsiteY529" fmla="*/ 1981601 h 6858000"/>
              <a:gd name="connsiteX530" fmla="*/ 5754709 w 7467600"/>
              <a:gd name="connsiteY530" fmla="*/ 2071454 h 6858000"/>
              <a:gd name="connsiteX531" fmla="*/ 5763044 w 7467600"/>
              <a:gd name="connsiteY531" fmla="*/ 2842206 h 6858000"/>
              <a:gd name="connsiteX532" fmla="*/ 5764974 w 7467600"/>
              <a:gd name="connsiteY532" fmla="*/ 2799609 h 6858000"/>
              <a:gd name="connsiteX533" fmla="*/ 5767665 w 7467600"/>
              <a:gd name="connsiteY533" fmla="*/ 2666409 h 6858000"/>
              <a:gd name="connsiteX534" fmla="*/ 5763055 w 7467600"/>
              <a:gd name="connsiteY534" fmla="*/ 2579705 h 6858000"/>
              <a:gd name="connsiteX535" fmla="*/ 5758079 w 7467600"/>
              <a:gd name="connsiteY535" fmla="*/ 2492508 h 6858000"/>
              <a:gd name="connsiteX536" fmla="*/ 5779325 w 7467600"/>
              <a:gd name="connsiteY536" fmla="*/ 2197069 h 6858000"/>
              <a:gd name="connsiteX537" fmla="*/ 5798671 w 7467600"/>
              <a:gd name="connsiteY537" fmla="*/ 1981601 h 6858000"/>
              <a:gd name="connsiteX538" fmla="*/ 5829202 w 7467600"/>
              <a:gd name="connsiteY538" fmla="*/ 1971679 h 6858000"/>
              <a:gd name="connsiteX539" fmla="*/ 5809558 w 7467600"/>
              <a:gd name="connsiteY539" fmla="*/ 2198043 h 6858000"/>
              <a:gd name="connsiteX540" fmla="*/ 5788653 w 7467600"/>
              <a:gd name="connsiteY540" fmla="*/ 2489430 h 6858000"/>
              <a:gd name="connsiteX541" fmla="*/ 5793439 w 7467600"/>
              <a:gd name="connsiteY541" fmla="*/ 2575235 h 6858000"/>
              <a:gd name="connsiteX542" fmla="*/ 5796837 w 7467600"/>
              <a:gd name="connsiteY542" fmla="*/ 2637633 h 6858000"/>
              <a:gd name="connsiteX543" fmla="*/ 5818614 w 7467600"/>
              <a:gd name="connsiteY543" fmla="*/ 2473055 h 6858000"/>
              <a:gd name="connsiteX544" fmla="*/ 5829202 w 7467600"/>
              <a:gd name="connsiteY544" fmla="*/ 1971679 h 6858000"/>
              <a:gd name="connsiteX545" fmla="*/ 5911389 w 7467600"/>
              <a:gd name="connsiteY545" fmla="*/ 1898371 h 6858000"/>
              <a:gd name="connsiteX546" fmla="*/ 6237627 w 7467600"/>
              <a:gd name="connsiteY546" fmla="*/ 2231921 h 6858000"/>
              <a:gd name="connsiteX547" fmla="*/ 5911389 w 7467600"/>
              <a:gd name="connsiteY547" fmla="*/ 1898371 h 6858000"/>
              <a:gd name="connsiteX548" fmla="*/ 6944437 w 7467600"/>
              <a:gd name="connsiteY548" fmla="*/ 1575402 h 6858000"/>
              <a:gd name="connsiteX549" fmla="*/ 6304730 w 7467600"/>
              <a:gd name="connsiteY549" fmla="*/ 1766654 h 6858000"/>
              <a:gd name="connsiteX550" fmla="*/ 6944437 w 7467600"/>
              <a:gd name="connsiteY550" fmla="*/ 1575402 h 6858000"/>
              <a:gd name="connsiteX551" fmla="*/ 7019523 w 7467600"/>
              <a:gd name="connsiteY551" fmla="*/ 1519450 h 6858000"/>
              <a:gd name="connsiteX552" fmla="*/ 6298091 w 7467600"/>
              <a:gd name="connsiteY552" fmla="*/ 1737122 h 6858000"/>
              <a:gd name="connsiteX553" fmla="*/ 7019523 w 7467600"/>
              <a:gd name="connsiteY553" fmla="*/ 1519450 h 6858000"/>
              <a:gd name="connsiteX554" fmla="*/ 2399523 w 7467600"/>
              <a:gd name="connsiteY554" fmla="*/ 1428234 h 6858000"/>
              <a:gd name="connsiteX555" fmla="*/ 2224982 w 7467600"/>
              <a:gd name="connsiteY555" fmla="*/ 1826201 h 6858000"/>
              <a:gd name="connsiteX556" fmla="*/ 2096099 w 7467600"/>
              <a:gd name="connsiteY556" fmla="*/ 2345900 h 6858000"/>
              <a:gd name="connsiteX557" fmla="*/ 2283317 w 7467600"/>
              <a:gd name="connsiteY557" fmla="*/ 1796925 h 6858000"/>
              <a:gd name="connsiteX558" fmla="*/ 2399523 w 7467600"/>
              <a:gd name="connsiteY558" fmla="*/ 1428234 h 6858000"/>
              <a:gd name="connsiteX559" fmla="*/ 2448558 w 7467600"/>
              <a:gd name="connsiteY559" fmla="*/ 1373435 h 6858000"/>
              <a:gd name="connsiteX560" fmla="*/ 2312521 w 7467600"/>
              <a:gd name="connsiteY560" fmla="*/ 1806140 h 6858000"/>
              <a:gd name="connsiteX561" fmla="*/ 2127533 w 7467600"/>
              <a:gd name="connsiteY561" fmla="*/ 2348380 h 6858000"/>
              <a:gd name="connsiteX562" fmla="*/ 2358080 w 7467600"/>
              <a:gd name="connsiteY562" fmla="*/ 1866134 h 6858000"/>
              <a:gd name="connsiteX563" fmla="*/ 2407436 w 7467600"/>
              <a:gd name="connsiteY563" fmla="*/ 1651070 h 6858000"/>
              <a:gd name="connsiteX564" fmla="*/ 2448558 w 7467600"/>
              <a:gd name="connsiteY564" fmla="*/ 1373435 h 6858000"/>
              <a:gd name="connsiteX565" fmla="*/ 278707 w 7467600"/>
              <a:gd name="connsiteY565" fmla="*/ 1352270 h 6858000"/>
              <a:gd name="connsiteX566" fmla="*/ 321570 w 7467600"/>
              <a:gd name="connsiteY566" fmla="*/ 1861610 h 6858000"/>
              <a:gd name="connsiteX567" fmla="*/ 294281 w 7467600"/>
              <a:gd name="connsiteY567" fmla="*/ 1440658 h 6858000"/>
              <a:gd name="connsiteX568" fmla="*/ 278707 w 7467600"/>
              <a:gd name="connsiteY568" fmla="*/ 1352270 h 6858000"/>
              <a:gd name="connsiteX569" fmla="*/ 1423821 w 7467600"/>
              <a:gd name="connsiteY569" fmla="*/ 1351958 h 6858000"/>
              <a:gd name="connsiteX570" fmla="*/ 1638521 w 7467600"/>
              <a:gd name="connsiteY570" fmla="*/ 1908470 h 6858000"/>
              <a:gd name="connsiteX571" fmla="*/ 1754199 w 7467600"/>
              <a:gd name="connsiteY571" fmla="*/ 2149284 h 6858000"/>
              <a:gd name="connsiteX572" fmla="*/ 1908359 w 7467600"/>
              <a:gd name="connsiteY572" fmla="*/ 2364988 h 6858000"/>
              <a:gd name="connsiteX573" fmla="*/ 1647661 w 7467600"/>
              <a:gd name="connsiteY573" fmla="*/ 1825945 h 6858000"/>
              <a:gd name="connsiteX574" fmla="*/ 1423821 w 7467600"/>
              <a:gd name="connsiteY574" fmla="*/ 1351958 h 6858000"/>
              <a:gd name="connsiteX575" fmla="*/ 1431890 w 7467600"/>
              <a:gd name="connsiteY575" fmla="*/ 1306475 h 6858000"/>
              <a:gd name="connsiteX576" fmla="*/ 1507597 w 7467600"/>
              <a:gd name="connsiteY576" fmla="*/ 1446132 h 6858000"/>
              <a:gd name="connsiteX577" fmla="*/ 1674586 w 7467600"/>
              <a:gd name="connsiteY577" fmla="*/ 1813832 h 6858000"/>
              <a:gd name="connsiteX578" fmla="*/ 1815950 w 7467600"/>
              <a:gd name="connsiteY578" fmla="*/ 2128564 h 6858000"/>
              <a:gd name="connsiteX579" fmla="*/ 1984242 w 7467600"/>
              <a:gd name="connsiteY579" fmla="*/ 2430829 h 6858000"/>
              <a:gd name="connsiteX580" fmla="*/ 2014023 w 7467600"/>
              <a:gd name="connsiteY580" fmla="*/ 2450995 h 6858000"/>
              <a:gd name="connsiteX581" fmla="*/ 1747337 w 7467600"/>
              <a:gd name="connsiteY581" fmla="*/ 1855264 h 6858000"/>
              <a:gd name="connsiteX582" fmla="*/ 1533749 w 7467600"/>
              <a:gd name="connsiteY582" fmla="*/ 1478656 h 6858000"/>
              <a:gd name="connsiteX583" fmla="*/ 1431890 w 7467600"/>
              <a:gd name="connsiteY583" fmla="*/ 1306475 h 6858000"/>
              <a:gd name="connsiteX584" fmla="*/ 5052692 w 7467600"/>
              <a:gd name="connsiteY584" fmla="*/ 1292994 h 6858000"/>
              <a:gd name="connsiteX585" fmla="*/ 5200661 w 7467600"/>
              <a:gd name="connsiteY585" fmla="*/ 1635186 h 6858000"/>
              <a:gd name="connsiteX586" fmla="*/ 5297138 w 7467600"/>
              <a:gd name="connsiteY586" fmla="*/ 1906351 h 6858000"/>
              <a:gd name="connsiteX587" fmla="*/ 5052692 w 7467600"/>
              <a:gd name="connsiteY587" fmla="*/ 1292994 h 6858000"/>
              <a:gd name="connsiteX588" fmla="*/ 5009948 w 7467600"/>
              <a:gd name="connsiteY588" fmla="*/ 1273619 h 6858000"/>
              <a:gd name="connsiteX589" fmla="*/ 5121777 w 7467600"/>
              <a:gd name="connsiteY589" fmla="*/ 1654213 h 6858000"/>
              <a:gd name="connsiteX590" fmla="*/ 5293545 w 7467600"/>
              <a:gd name="connsiteY590" fmla="*/ 2072247 h 6858000"/>
              <a:gd name="connsiteX591" fmla="*/ 5294042 w 7467600"/>
              <a:gd name="connsiteY591" fmla="*/ 2065019 h 6858000"/>
              <a:gd name="connsiteX592" fmla="*/ 5171936 w 7467600"/>
              <a:gd name="connsiteY592" fmla="*/ 1647613 h 6858000"/>
              <a:gd name="connsiteX593" fmla="*/ 5009948 w 7467600"/>
              <a:gd name="connsiteY593" fmla="*/ 1273619 h 6858000"/>
              <a:gd name="connsiteX594" fmla="*/ 655236 w 7467600"/>
              <a:gd name="connsiteY594" fmla="*/ 1268632 h 6858000"/>
              <a:gd name="connsiteX595" fmla="*/ 839521 w 7467600"/>
              <a:gd name="connsiteY595" fmla="*/ 1685315 h 6858000"/>
              <a:gd name="connsiteX596" fmla="*/ 1109416 w 7467600"/>
              <a:gd name="connsiteY596" fmla="*/ 2061663 h 6858000"/>
              <a:gd name="connsiteX597" fmla="*/ 1298300 w 7467600"/>
              <a:gd name="connsiteY597" fmla="*/ 2247742 h 6858000"/>
              <a:gd name="connsiteX598" fmla="*/ 1125871 w 7467600"/>
              <a:gd name="connsiteY598" fmla="*/ 1989513 h 6858000"/>
              <a:gd name="connsiteX599" fmla="*/ 981574 w 7467600"/>
              <a:gd name="connsiteY599" fmla="*/ 1783157 h 6858000"/>
              <a:gd name="connsiteX600" fmla="*/ 922198 w 7467600"/>
              <a:gd name="connsiteY600" fmla="*/ 1677437 h 6858000"/>
              <a:gd name="connsiteX601" fmla="*/ 869293 w 7467600"/>
              <a:gd name="connsiteY601" fmla="*/ 1583214 h 6858000"/>
              <a:gd name="connsiteX602" fmla="*/ 751431 w 7467600"/>
              <a:gd name="connsiteY602" fmla="*/ 1405731 h 6858000"/>
              <a:gd name="connsiteX603" fmla="*/ 655236 w 7467600"/>
              <a:gd name="connsiteY603" fmla="*/ 1268632 h 6858000"/>
              <a:gd name="connsiteX604" fmla="*/ 6516292 w 7467600"/>
              <a:gd name="connsiteY604" fmla="*/ 1263064 h 6858000"/>
              <a:gd name="connsiteX605" fmla="*/ 5736320 w 7467600"/>
              <a:gd name="connsiteY605" fmla="*/ 1501803 h 6858000"/>
              <a:gd name="connsiteX606" fmla="*/ 6516292 w 7467600"/>
              <a:gd name="connsiteY606" fmla="*/ 1263064 h 6858000"/>
              <a:gd name="connsiteX607" fmla="*/ 291466 w 7467600"/>
              <a:gd name="connsiteY607" fmla="*/ 1250369 h 6858000"/>
              <a:gd name="connsiteX608" fmla="*/ 323180 w 7467600"/>
              <a:gd name="connsiteY608" fmla="*/ 1435283 h 6858000"/>
              <a:gd name="connsiteX609" fmla="*/ 349381 w 7467600"/>
              <a:gd name="connsiteY609" fmla="*/ 1875041 h 6858000"/>
              <a:gd name="connsiteX610" fmla="*/ 374363 w 7467600"/>
              <a:gd name="connsiteY610" fmla="*/ 1506494 h 6858000"/>
              <a:gd name="connsiteX611" fmla="*/ 302168 w 7467600"/>
              <a:gd name="connsiteY611" fmla="*/ 1274495 h 6858000"/>
              <a:gd name="connsiteX612" fmla="*/ 291466 w 7467600"/>
              <a:gd name="connsiteY612" fmla="*/ 1250369 h 6858000"/>
              <a:gd name="connsiteX613" fmla="*/ 678222 w 7467600"/>
              <a:gd name="connsiteY613" fmla="*/ 1248670 h 6858000"/>
              <a:gd name="connsiteX614" fmla="*/ 775536 w 7467600"/>
              <a:gd name="connsiteY614" fmla="*/ 1388015 h 6858000"/>
              <a:gd name="connsiteX615" fmla="*/ 894529 w 7467600"/>
              <a:gd name="connsiteY615" fmla="*/ 1567739 h 6858000"/>
              <a:gd name="connsiteX616" fmla="*/ 948000 w 7467600"/>
              <a:gd name="connsiteY616" fmla="*/ 1663088 h 6858000"/>
              <a:gd name="connsiteX617" fmla="*/ 1006812 w 7467600"/>
              <a:gd name="connsiteY617" fmla="*/ 1767683 h 6858000"/>
              <a:gd name="connsiteX618" fmla="*/ 1149133 w 7467600"/>
              <a:gd name="connsiteY618" fmla="*/ 1971513 h 6858000"/>
              <a:gd name="connsiteX619" fmla="*/ 1333952 w 7467600"/>
              <a:gd name="connsiteY619" fmla="*/ 2251620 h 6858000"/>
              <a:gd name="connsiteX620" fmla="*/ 1337329 w 7467600"/>
              <a:gd name="connsiteY620" fmla="*/ 2258350 h 6858000"/>
              <a:gd name="connsiteX621" fmla="*/ 1014726 w 7467600"/>
              <a:gd name="connsiteY621" fmla="*/ 1615556 h 6858000"/>
              <a:gd name="connsiteX622" fmla="*/ 678222 w 7467600"/>
              <a:gd name="connsiteY622" fmla="*/ 1248670 h 6858000"/>
              <a:gd name="connsiteX623" fmla="*/ 6691602 w 7467600"/>
              <a:gd name="connsiteY623" fmla="*/ 1140573 h 6858000"/>
              <a:gd name="connsiteX624" fmla="*/ 6571100 w 7467600"/>
              <a:gd name="connsiteY624" fmla="*/ 1183662 h 6858000"/>
              <a:gd name="connsiteX625" fmla="*/ 6241687 w 7467600"/>
              <a:gd name="connsiteY625" fmla="*/ 1257600 h 6858000"/>
              <a:gd name="connsiteX626" fmla="*/ 5693009 w 7467600"/>
              <a:gd name="connsiteY626" fmla="*/ 1478256 h 6858000"/>
              <a:gd name="connsiteX627" fmla="*/ 6548420 w 7467600"/>
              <a:gd name="connsiteY627" fmla="*/ 1214599 h 6858000"/>
              <a:gd name="connsiteX628" fmla="*/ 6605473 w 7467600"/>
              <a:gd name="connsiteY628" fmla="*/ 1184686 h 6858000"/>
              <a:gd name="connsiteX629" fmla="*/ 6691602 w 7467600"/>
              <a:gd name="connsiteY629" fmla="*/ 1140573 h 6858000"/>
              <a:gd name="connsiteX630" fmla="*/ 4002475 w 7467600"/>
              <a:gd name="connsiteY630" fmla="*/ 1037802 h 6858000"/>
              <a:gd name="connsiteX631" fmla="*/ 4000324 w 7467600"/>
              <a:gd name="connsiteY631" fmla="*/ 1039362 h 6858000"/>
              <a:gd name="connsiteX632" fmla="*/ 4002862 w 7467600"/>
              <a:gd name="connsiteY632" fmla="*/ 1042866 h 6858000"/>
              <a:gd name="connsiteX633" fmla="*/ 4002475 w 7467600"/>
              <a:gd name="connsiteY633" fmla="*/ 1037802 h 6858000"/>
              <a:gd name="connsiteX634" fmla="*/ 506322 w 7467600"/>
              <a:gd name="connsiteY634" fmla="*/ 1020997 h 6858000"/>
              <a:gd name="connsiteX635" fmla="*/ 533068 w 7467600"/>
              <a:gd name="connsiteY635" fmla="*/ 1029409 h 6858000"/>
              <a:gd name="connsiteX636" fmla="*/ 1232525 w 7467600"/>
              <a:gd name="connsiteY636" fmla="*/ 1804675 h 6858000"/>
              <a:gd name="connsiteX637" fmla="*/ 1388858 w 7467600"/>
              <a:gd name="connsiteY637" fmla="*/ 2368011 h 6858000"/>
              <a:gd name="connsiteX638" fmla="*/ 1384098 w 7467600"/>
              <a:gd name="connsiteY638" fmla="*/ 2378125 h 6858000"/>
              <a:gd name="connsiteX639" fmla="*/ 1425393 w 7467600"/>
              <a:gd name="connsiteY639" fmla="*/ 2589124 h 6858000"/>
              <a:gd name="connsiteX640" fmla="*/ 1424001 w 7467600"/>
              <a:gd name="connsiteY640" fmla="*/ 2597541 h 6858000"/>
              <a:gd name="connsiteX641" fmla="*/ 2152729 w 7467600"/>
              <a:gd name="connsiteY641" fmla="*/ 2864487 h 6858000"/>
              <a:gd name="connsiteX642" fmla="*/ 2020609 w 7467600"/>
              <a:gd name="connsiteY642" fmla="*/ 2539671 h 6858000"/>
              <a:gd name="connsiteX643" fmla="*/ 2018920 w 7467600"/>
              <a:gd name="connsiteY643" fmla="*/ 2536309 h 6858000"/>
              <a:gd name="connsiteX644" fmla="*/ 1342441 w 7467600"/>
              <a:gd name="connsiteY644" fmla="*/ 1173017 h 6858000"/>
              <a:gd name="connsiteX645" fmla="*/ 1367925 w 7467600"/>
              <a:gd name="connsiteY645" fmla="*/ 1135648 h 6858000"/>
              <a:gd name="connsiteX646" fmla="*/ 1771401 w 7467600"/>
              <a:gd name="connsiteY646" fmla="*/ 1806673 h 6858000"/>
              <a:gd name="connsiteX647" fmla="*/ 1972385 w 7467600"/>
              <a:gd name="connsiteY647" fmla="*/ 2198735 h 6858000"/>
              <a:gd name="connsiteX648" fmla="*/ 2040892 w 7467600"/>
              <a:gd name="connsiteY648" fmla="*/ 2405205 h 6858000"/>
              <a:gd name="connsiteX649" fmla="*/ 2131689 w 7467600"/>
              <a:gd name="connsiteY649" fmla="*/ 1936926 h 6858000"/>
              <a:gd name="connsiteX650" fmla="*/ 2454820 w 7467600"/>
              <a:gd name="connsiteY650" fmla="*/ 1248808 h 6858000"/>
              <a:gd name="connsiteX651" fmla="*/ 2492512 w 7467600"/>
              <a:gd name="connsiteY651" fmla="*/ 1302920 h 6858000"/>
              <a:gd name="connsiteX652" fmla="*/ 2081216 w 7467600"/>
              <a:gd name="connsiteY652" fmla="*/ 2527513 h 6858000"/>
              <a:gd name="connsiteX653" fmla="*/ 2081211 w 7467600"/>
              <a:gd name="connsiteY653" fmla="*/ 2528916 h 6858000"/>
              <a:gd name="connsiteX654" fmla="*/ 2199067 w 7467600"/>
              <a:gd name="connsiteY654" fmla="*/ 2884061 h 6858000"/>
              <a:gd name="connsiteX655" fmla="*/ 3192586 w 7467600"/>
              <a:gd name="connsiteY655" fmla="*/ 3411496 h 6858000"/>
              <a:gd name="connsiteX656" fmla="*/ 3182620 w 7467600"/>
              <a:gd name="connsiteY656" fmla="*/ 3483279 h 6858000"/>
              <a:gd name="connsiteX657" fmla="*/ 2435119 w 7467600"/>
              <a:gd name="connsiteY657" fmla="*/ 3080173 h 6858000"/>
              <a:gd name="connsiteX658" fmla="*/ 2410152 w 7467600"/>
              <a:gd name="connsiteY658" fmla="*/ 3063751 h 6858000"/>
              <a:gd name="connsiteX659" fmla="*/ 2408099 w 7467600"/>
              <a:gd name="connsiteY659" fmla="*/ 3064403 h 6858000"/>
              <a:gd name="connsiteX660" fmla="*/ 2407218 w 7467600"/>
              <a:gd name="connsiteY660" fmla="*/ 3070324 h 6858000"/>
              <a:gd name="connsiteX661" fmla="*/ 2380138 w 7467600"/>
              <a:gd name="connsiteY661" fmla="*/ 3099341 h 6858000"/>
              <a:gd name="connsiteX662" fmla="*/ 1765923 w 7467600"/>
              <a:gd name="connsiteY662" fmla="*/ 3581043 h 6858000"/>
              <a:gd name="connsiteX663" fmla="*/ 1702258 w 7467600"/>
              <a:gd name="connsiteY663" fmla="*/ 3612286 h 6858000"/>
              <a:gd name="connsiteX664" fmla="*/ 1538370 w 7467600"/>
              <a:gd name="connsiteY664" fmla="*/ 3811804 h 6858000"/>
              <a:gd name="connsiteX665" fmla="*/ 542867 w 7467600"/>
              <a:gd name="connsiteY665" fmla="*/ 4944092 h 6858000"/>
              <a:gd name="connsiteX666" fmla="*/ 515800 w 7467600"/>
              <a:gd name="connsiteY666" fmla="*/ 4862180 h 6858000"/>
              <a:gd name="connsiteX667" fmla="*/ 909145 w 7467600"/>
              <a:gd name="connsiteY667" fmla="*/ 4199225 h 6858000"/>
              <a:gd name="connsiteX668" fmla="*/ 1214067 w 7467600"/>
              <a:gd name="connsiteY668" fmla="*/ 3908561 h 6858000"/>
              <a:gd name="connsiteX669" fmla="*/ 640967 w 7467600"/>
              <a:gd name="connsiteY669" fmla="*/ 4105601 h 6858000"/>
              <a:gd name="connsiteX670" fmla="*/ 112563 w 7467600"/>
              <a:gd name="connsiteY670" fmla="*/ 4396952 h 6858000"/>
              <a:gd name="connsiteX671" fmla="*/ 0 w 7467600"/>
              <a:gd name="connsiteY671" fmla="*/ 4466006 h 6858000"/>
              <a:gd name="connsiteX672" fmla="*/ 0 w 7467600"/>
              <a:gd name="connsiteY672" fmla="*/ 4233763 h 6858000"/>
              <a:gd name="connsiteX673" fmla="*/ 36881 w 7467600"/>
              <a:gd name="connsiteY673" fmla="*/ 4200118 h 6858000"/>
              <a:gd name="connsiteX674" fmla="*/ 910534 w 7467600"/>
              <a:gd name="connsiteY674" fmla="*/ 3629753 h 6858000"/>
              <a:gd name="connsiteX675" fmla="*/ 1578717 w 7467600"/>
              <a:gd name="connsiteY675" fmla="*/ 3575982 h 6858000"/>
              <a:gd name="connsiteX676" fmla="*/ 2338780 w 7467600"/>
              <a:gd name="connsiteY676" fmla="*/ 3033725 h 6858000"/>
              <a:gd name="connsiteX677" fmla="*/ 1807991 w 7467600"/>
              <a:gd name="connsiteY677" fmla="*/ 2807184 h 6858000"/>
              <a:gd name="connsiteX678" fmla="*/ 1416358 w 7467600"/>
              <a:gd name="connsiteY678" fmla="*/ 3112571 h 6858000"/>
              <a:gd name="connsiteX679" fmla="*/ 939066 w 7467600"/>
              <a:gd name="connsiteY679" fmla="*/ 3378798 h 6858000"/>
              <a:gd name="connsiteX680" fmla="*/ 115099 w 7467600"/>
              <a:gd name="connsiteY680" fmla="*/ 3607650 h 6858000"/>
              <a:gd name="connsiteX681" fmla="*/ 97284 w 7467600"/>
              <a:gd name="connsiteY681" fmla="*/ 3520393 h 6858000"/>
              <a:gd name="connsiteX682" fmla="*/ 922050 w 7467600"/>
              <a:gd name="connsiteY682" fmla="*/ 3074867 h 6858000"/>
              <a:gd name="connsiteX683" fmla="*/ 1405265 w 7467600"/>
              <a:gd name="connsiteY683" fmla="*/ 3016319 h 6858000"/>
              <a:gd name="connsiteX684" fmla="*/ 1407512 w 7467600"/>
              <a:gd name="connsiteY684" fmla="*/ 3018001 h 6858000"/>
              <a:gd name="connsiteX685" fmla="*/ 1726266 w 7467600"/>
              <a:gd name="connsiteY685" fmla="*/ 2777274 h 6858000"/>
              <a:gd name="connsiteX686" fmla="*/ 625390 w 7467600"/>
              <a:gd name="connsiteY686" fmla="*/ 2514541 h 6858000"/>
              <a:gd name="connsiteX687" fmla="*/ 619799 w 7467600"/>
              <a:gd name="connsiteY687" fmla="*/ 2527180 h 6858000"/>
              <a:gd name="connsiteX688" fmla="*/ 310030 w 7467600"/>
              <a:gd name="connsiteY688" fmla="*/ 2771818 h 6858000"/>
              <a:gd name="connsiteX689" fmla="*/ 173877 w 7467600"/>
              <a:gd name="connsiteY689" fmla="*/ 2937056 h 6858000"/>
              <a:gd name="connsiteX690" fmla="*/ 77889 w 7467600"/>
              <a:gd name="connsiteY690" fmla="*/ 3138440 h 6858000"/>
              <a:gd name="connsiteX691" fmla="*/ 0 w 7467600"/>
              <a:gd name="connsiteY691" fmla="*/ 3271395 h 6858000"/>
              <a:gd name="connsiteX692" fmla="*/ 0 w 7467600"/>
              <a:gd name="connsiteY692" fmla="*/ 3153002 h 6858000"/>
              <a:gd name="connsiteX693" fmla="*/ 2386 w 7467600"/>
              <a:gd name="connsiteY693" fmla="*/ 3149203 h 6858000"/>
              <a:gd name="connsiteX694" fmla="*/ 89753 w 7467600"/>
              <a:gd name="connsiteY694" fmla="*/ 2987702 h 6858000"/>
              <a:gd name="connsiteX695" fmla="*/ 76869 w 7467600"/>
              <a:gd name="connsiteY695" fmla="*/ 3005404 h 6858000"/>
              <a:gd name="connsiteX696" fmla="*/ 32049 w 7467600"/>
              <a:gd name="connsiteY696" fmla="*/ 3065814 h 6858000"/>
              <a:gd name="connsiteX697" fmla="*/ 0 w 7467600"/>
              <a:gd name="connsiteY697" fmla="*/ 3108744 h 6858000"/>
              <a:gd name="connsiteX698" fmla="*/ 0 w 7467600"/>
              <a:gd name="connsiteY698" fmla="*/ 3058059 h 6858000"/>
              <a:gd name="connsiteX699" fmla="*/ 7610 w 7467600"/>
              <a:gd name="connsiteY699" fmla="*/ 3047889 h 6858000"/>
              <a:gd name="connsiteX700" fmla="*/ 52419 w 7467600"/>
              <a:gd name="connsiteY700" fmla="*/ 2987479 h 6858000"/>
              <a:gd name="connsiteX701" fmla="*/ 59142 w 7467600"/>
              <a:gd name="connsiteY701" fmla="*/ 2978488 h 6858000"/>
              <a:gd name="connsiteX702" fmla="*/ 0 w 7467600"/>
              <a:gd name="connsiteY702" fmla="*/ 3015334 h 6858000"/>
              <a:gd name="connsiteX703" fmla="*/ 0 w 7467600"/>
              <a:gd name="connsiteY703" fmla="*/ 2914286 h 6858000"/>
              <a:gd name="connsiteX704" fmla="*/ 36383 w 7467600"/>
              <a:gd name="connsiteY704" fmla="*/ 2901128 h 6858000"/>
              <a:gd name="connsiteX705" fmla="*/ 156329 w 7467600"/>
              <a:gd name="connsiteY705" fmla="*/ 2840533 h 6858000"/>
              <a:gd name="connsiteX706" fmla="*/ 358355 w 7467600"/>
              <a:gd name="connsiteY706" fmla="*/ 2620471 h 6858000"/>
              <a:gd name="connsiteX707" fmla="*/ 510577 w 7467600"/>
              <a:gd name="connsiteY707" fmla="*/ 2501244 h 6858000"/>
              <a:gd name="connsiteX708" fmla="*/ 211967 w 7467600"/>
              <a:gd name="connsiteY708" fmla="*/ 2479171 h 6858000"/>
              <a:gd name="connsiteX709" fmla="*/ 0 w 7467600"/>
              <a:gd name="connsiteY709" fmla="*/ 2476398 h 6858000"/>
              <a:gd name="connsiteX710" fmla="*/ 0 w 7467600"/>
              <a:gd name="connsiteY710" fmla="*/ 2389189 h 6858000"/>
              <a:gd name="connsiteX711" fmla="*/ 103062 w 7467600"/>
              <a:gd name="connsiteY711" fmla="*/ 2389518 h 6858000"/>
              <a:gd name="connsiteX712" fmla="*/ 510734 w 7467600"/>
              <a:gd name="connsiteY712" fmla="*/ 2416201 h 6858000"/>
              <a:gd name="connsiteX713" fmla="*/ 279257 w 7467600"/>
              <a:gd name="connsiteY713" fmla="*/ 2092102 h 6858000"/>
              <a:gd name="connsiteX714" fmla="*/ 65265 w 7467600"/>
              <a:gd name="connsiteY714" fmla="*/ 2006049 h 6858000"/>
              <a:gd name="connsiteX715" fmla="*/ 0 w 7467600"/>
              <a:gd name="connsiteY715" fmla="*/ 1982532 h 6858000"/>
              <a:gd name="connsiteX716" fmla="*/ 0 w 7467600"/>
              <a:gd name="connsiteY716" fmla="*/ 1912789 h 6858000"/>
              <a:gd name="connsiteX717" fmla="*/ 97460 w 7467600"/>
              <a:gd name="connsiteY717" fmla="*/ 1953725 h 6858000"/>
              <a:gd name="connsiteX718" fmla="*/ 221272 w 7467600"/>
              <a:gd name="connsiteY718" fmla="*/ 1980766 h 6858000"/>
              <a:gd name="connsiteX719" fmla="*/ 116765 w 7467600"/>
              <a:gd name="connsiteY719" fmla="*/ 1911033 h 6858000"/>
              <a:gd name="connsiteX720" fmla="*/ 16405 w 7467600"/>
              <a:gd name="connsiteY720" fmla="*/ 1803412 h 6858000"/>
              <a:gd name="connsiteX721" fmla="*/ 0 w 7467600"/>
              <a:gd name="connsiteY721" fmla="*/ 1784777 h 6858000"/>
              <a:gd name="connsiteX722" fmla="*/ 0 w 7467600"/>
              <a:gd name="connsiteY722" fmla="*/ 1740082 h 6858000"/>
              <a:gd name="connsiteX723" fmla="*/ 39394 w 7467600"/>
              <a:gd name="connsiteY723" fmla="*/ 1784856 h 6858000"/>
              <a:gd name="connsiteX724" fmla="*/ 135813 w 7467600"/>
              <a:gd name="connsiteY724" fmla="*/ 1888838 h 6858000"/>
              <a:gd name="connsiteX725" fmla="*/ 242575 w 7467600"/>
              <a:gd name="connsiteY725" fmla="*/ 1958841 h 6858000"/>
              <a:gd name="connsiteX726" fmla="*/ 82197 w 7467600"/>
              <a:gd name="connsiteY726" fmla="*/ 1754826 h 6858000"/>
              <a:gd name="connsiteX727" fmla="*/ 0 w 7467600"/>
              <a:gd name="connsiteY727" fmla="*/ 1679650 h 6858000"/>
              <a:gd name="connsiteX728" fmla="*/ 0 w 7467600"/>
              <a:gd name="connsiteY728" fmla="*/ 1602463 h 6858000"/>
              <a:gd name="connsiteX729" fmla="*/ 84689 w 7467600"/>
              <a:gd name="connsiteY729" fmla="*/ 1677442 h 6858000"/>
              <a:gd name="connsiteX730" fmla="*/ 298437 w 7467600"/>
              <a:gd name="connsiteY730" fmla="*/ 1968019 h 6858000"/>
              <a:gd name="connsiteX731" fmla="*/ 227269 w 7467600"/>
              <a:gd name="connsiteY731" fmla="*/ 1114064 h 6858000"/>
              <a:gd name="connsiteX732" fmla="*/ 248003 w 7467600"/>
              <a:gd name="connsiteY732" fmla="*/ 1089613 h 6858000"/>
              <a:gd name="connsiteX733" fmla="*/ 427020 w 7467600"/>
              <a:gd name="connsiteY733" fmla="*/ 1619803 h 6858000"/>
              <a:gd name="connsiteX734" fmla="*/ 340345 w 7467600"/>
              <a:gd name="connsiteY734" fmla="*/ 2027739 h 6858000"/>
              <a:gd name="connsiteX735" fmla="*/ 360865 w 7467600"/>
              <a:gd name="connsiteY735" fmla="*/ 2044827 h 6858000"/>
              <a:gd name="connsiteX736" fmla="*/ 560414 w 7467600"/>
              <a:gd name="connsiteY736" fmla="*/ 2421457 h 6858000"/>
              <a:gd name="connsiteX737" fmla="*/ 1359703 w 7467600"/>
              <a:gd name="connsiteY737" fmla="*/ 2578554 h 6858000"/>
              <a:gd name="connsiteX738" fmla="*/ 1359422 w 7467600"/>
              <a:gd name="connsiteY738" fmla="*/ 2577994 h 6858000"/>
              <a:gd name="connsiteX739" fmla="*/ 828701 w 7467600"/>
              <a:gd name="connsiteY739" fmla="*/ 1839520 h 6858000"/>
              <a:gd name="connsiteX740" fmla="*/ 494427 w 7467600"/>
              <a:gd name="connsiteY740" fmla="*/ 1092333 h 6858000"/>
              <a:gd name="connsiteX741" fmla="*/ 506322 w 7467600"/>
              <a:gd name="connsiteY741" fmla="*/ 1020997 h 6858000"/>
              <a:gd name="connsiteX742" fmla="*/ 4570198 w 7467600"/>
              <a:gd name="connsiteY742" fmla="*/ 978081 h 6858000"/>
              <a:gd name="connsiteX743" fmla="*/ 4523691 w 7467600"/>
              <a:gd name="connsiteY743" fmla="*/ 1127776 h 6858000"/>
              <a:gd name="connsiteX744" fmla="*/ 4509875 w 7467600"/>
              <a:gd name="connsiteY744" fmla="*/ 1167552 h 6858000"/>
              <a:gd name="connsiteX745" fmla="*/ 4478168 w 7467600"/>
              <a:gd name="connsiteY745" fmla="*/ 1260735 h 6858000"/>
              <a:gd name="connsiteX746" fmla="*/ 4409309 w 7467600"/>
              <a:gd name="connsiteY746" fmla="*/ 1666996 h 6858000"/>
              <a:gd name="connsiteX747" fmla="*/ 4370031 w 7467600"/>
              <a:gd name="connsiteY747" fmla="*/ 1955666 h 6858000"/>
              <a:gd name="connsiteX748" fmla="*/ 4570198 w 7467600"/>
              <a:gd name="connsiteY748" fmla="*/ 978081 h 6858000"/>
              <a:gd name="connsiteX749" fmla="*/ 4557898 w 7467600"/>
              <a:gd name="connsiteY749" fmla="*/ 900011 h 6858000"/>
              <a:gd name="connsiteX750" fmla="*/ 4344840 w 7467600"/>
              <a:gd name="connsiteY750" fmla="*/ 1922038 h 6858000"/>
              <a:gd name="connsiteX751" fmla="*/ 4378710 w 7467600"/>
              <a:gd name="connsiteY751" fmla="*/ 1665516 h 6858000"/>
              <a:gd name="connsiteX752" fmla="*/ 4448798 w 7467600"/>
              <a:gd name="connsiteY752" fmla="*/ 1253024 h 6858000"/>
              <a:gd name="connsiteX753" fmla="*/ 4480315 w 7467600"/>
              <a:gd name="connsiteY753" fmla="*/ 1158454 h 6858000"/>
              <a:gd name="connsiteX754" fmla="*/ 4494133 w 7467600"/>
              <a:gd name="connsiteY754" fmla="*/ 1118676 h 6858000"/>
              <a:gd name="connsiteX755" fmla="*/ 4557898 w 7467600"/>
              <a:gd name="connsiteY755" fmla="*/ 900011 h 6858000"/>
              <a:gd name="connsiteX756" fmla="*/ 5870151 w 7467600"/>
              <a:gd name="connsiteY756" fmla="*/ 898890 h 6858000"/>
              <a:gd name="connsiteX757" fmla="*/ 5861335 w 7467600"/>
              <a:gd name="connsiteY757" fmla="*/ 899177 h 6858000"/>
              <a:gd name="connsiteX758" fmla="*/ 5843702 w 7467600"/>
              <a:gd name="connsiteY758" fmla="*/ 899748 h 6858000"/>
              <a:gd name="connsiteX759" fmla="*/ 5651107 w 7467600"/>
              <a:gd name="connsiteY759" fmla="*/ 920306 h 6858000"/>
              <a:gd name="connsiteX760" fmla="*/ 5459407 w 7467600"/>
              <a:gd name="connsiteY760" fmla="*/ 940975 h 6858000"/>
              <a:gd name="connsiteX761" fmla="*/ 5374846 w 7467600"/>
              <a:gd name="connsiteY761" fmla="*/ 941988 h 6858000"/>
              <a:gd name="connsiteX762" fmla="*/ 5256105 w 7467600"/>
              <a:gd name="connsiteY762" fmla="*/ 945632 h 6858000"/>
              <a:gd name="connsiteX763" fmla="*/ 5107071 w 7467600"/>
              <a:gd name="connsiteY763" fmla="*/ 969720 h 6858000"/>
              <a:gd name="connsiteX764" fmla="*/ 4998681 w 7467600"/>
              <a:gd name="connsiteY764" fmla="*/ 988771 h 6858000"/>
              <a:gd name="connsiteX765" fmla="*/ 5870151 w 7467600"/>
              <a:gd name="connsiteY765" fmla="*/ 898890 h 6858000"/>
              <a:gd name="connsiteX766" fmla="*/ 5504425 w 7467600"/>
              <a:gd name="connsiteY766" fmla="*/ 848067 h 6858000"/>
              <a:gd name="connsiteX767" fmla="*/ 4968849 w 7467600"/>
              <a:gd name="connsiteY767" fmla="*/ 962318 h 6858000"/>
              <a:gd name="connsiteX768" fmla="*/ 5104039 w 7467600"/>
              <a:gd name="connsiteY768" fmla="*/ 940634 h 6858000"/>
              <a:gd name="connsiteX769" fmla="*/ 5256311 w 7467600"/>
              <a:gd name="connsiteY769" fmla="*/ 916490 h 6858000"/>
              <a:gd name="connsiteX770" fmla="*/ 5377381 w 7467600"/>
              <a:gd name="connsiteY770" fmla="*/ 912671 h 6858000"/>
              <a:gd name="connsiteX771" fmla="*/ 5460148 w 7467600"/>
              <a:gd name="connsiteY771" fmla="*/ 911442 h 6858000"/>
              <a:gd name="connsiteX772" fmla="*/ 5648971 w 7467600"/>
              <a:gd name="connsiteY772" fmla="*/ 891331 h 6858000"/>
              <a:gd name="connsiteX773" fmla="*/ 5844807 w 7467600"/>
              <a:gd name="connsiteY773" fmla="*/ 870718 h 6858000"/>
              <a:gd name="connsiteX774" fmla="*/ 5862975 w 7467600"/>
              <a:gd name="connsiteY774" fmla="*/ 869756 h 6858000"/>
              <a:gd name="connsiteX775" fmla="*/ 5920887 w 7467600"/>
              <a:gd name="connsiteY775" fmla="*/ 865929 h 6858000"/>
              <a:gd name="connsiteX776" fmla="*/ 5504425 w 7467600"/>
              <a:gd name="connsiteY776" fmla="*/ 848067 h 6858000"/>
              <a:gd name="connsiteX777" fmla="*/ 3607114 w 7467600"/>
              <a:gd name="connsiteY777" fmla="*/ 467441 h 6858000"/>
              <a:gd name="connsiteX778" fmla="*/ 3296242 w 7467600"/>
              <a:gd name="connsiteY778" fmla="*/ 807991 h 6858000"/>
              <a:gd name="connsiteX779" fmla="*/ 3174674 w 7467600"/>
              <a:gd name="connsiteY779" fmla="*/ 919759 h 6858000"/>
              <a:gd name="connsiteX780" fmla="*/ 3042978 w 7467600"/>
              <a:gd name="connsiteY780" fmla="*/ 1054894 h 6858000"/>
              <a:gd name="connsiteX781" fmla="*/ 2968914 w 7467600"/>
              <a:gd name="connsiteY781" fmla="*/ 1133756 h 6858000"/>
              <a:gd name="connsiteX782" fmla="*/ 3103823 w 7467600"/>
              <a:gd name="connsiteY782" fmla="*/ 1026814 h 6858000"/>
              <a:gd name="connsiteX783" fmla="*/ 3607114 w 7467600"/>
              <a:gd name="connsiteY783" fmla="*/ 467441 h 6858000"/>
              <a:gd name="connsiteX784" fmla="*/ 3744487 w 7467600"/>
              <a:gd name="connsiteY784" fmla="*/ 383136 h 6858000"/>
              <a:gd name="connsiteX785" fmla="*/ 3970213 w 7467600"/>
              <a:gd name="connsiteY785" fmla="*/ 995559 h 6858000"/>
              <a:gd name="connsiteX786" fmla="*/ 3744487 w 7467600"/>
              <a:gd name="connsiteY786" fmla="*/ 383136 h 6858000"/>
              <a:gd name="connsiteX787" fmla="*/ 3624562 w 7467600"/>
              <a:gd name="connsiteY787" fmla="*/ 367041 h 6858000"/>
              <a:gd name="connsiteX788" fmla="*/ 3489712 w 7467600"/>
              <a:gd name="connsiteY788" fmla="*/ 485386 h 6858000"/>
              <a:gd name="connsiteX789" fmla="*/ 3182994 w 7467600"/>
              <a:gd name="connsiteY789" fmla="*/ 828265 h 6858000"/>
              <a:gd name="connsiteX790" fmla="*/ 2892114 w 7467600"/>
              <a:gd name="connsiteY790" fmla="*/ 1172635 h 6858000"/>
              <a:gd name="connsiteX791" fmla="*/ 3021459 w 7467600"/>
              <a:gd name="connsiteY791" fmla="*/ 1035385 h 6858000"/>
              <a:gd name="connsiteX792" fmla="*/ 3153873 w 7467600"/>
              <a:gd name="connsiteY792" fmla="*/ 898971 h 6858000"/>
              <a:gd name="connsiteX793" fmla="*/ 3276511 w 7467600"/>
              <a:gd name="connsiteY793" fmla="*/ 786423 h 6858000"/>
              <a:gd name="connsiteX794" fmla="*/ 3584154 w 7467600"/>
              <a:gd name="connsiteY794" fmla="*/ 448218 h 6858000"/>
              <a:gd name="connsiteX795" fmla="*/ 3624562 w 7467600"/>
              <a:gd name="connsiteY795" fmla="*/ 367041 h 6858000"/>
              <a:gd name="connsiteX796" fmla="*/ 3766672 w 7467600"/>
              <a:gd name="connsiteY796" fmla="*/ 359429 h 6858000"/>
              <a:gd name="connsiteX797" fmla="*/ 3996338 w 7467600"/>
              <a:gd name="connsiteY797" fmla="*/ 968237 h 6858000"/>
              <a:gd name="connsiteX798" fmla="*/ 3766672 w 7467600"/>
              <a:gd name="connsiteY798" fmla="*/ 359429 h 6858000"/>
              <a:gd name="connsiteX799" fmla="*/ 5805386 w 7467600"/>
              <a:gd name="connsiteY799" fmla="*/ 239240 h 6858000"/>
              <a:gd name="connsiteX800" fmla="*/ 5736947 w 7467600"/>
              <a:gd name="connsiteY800" fmla="*/ 261367 h 6858000"/>
              <a:gd name="connsiteX801" fmla="*/ 5427012 w 7467600"/>
              <a:gd name="connsiteY801" fmla="*/ 311272 h 6858000"/>
              <a:gd name="connsiteX802" fmla="*/ 5147818 w 7467600"/>
              <a:gd name="connsiteY802" fmla="*/ 322112 h 6858000"/>
              <a:gd name="connsiteX803" fmla="*/ 5060854 w 7467600"/>
              <a:gd name="connsiteY803" fmla="*/ 311882 h 6858000"/>
              <a:gd name="connsiteX804" fmla="*/ 4945989 w 7467600"/>
              <a:gd name="connsiteY804" fmla="*/ 300516 h 6858000"/>
              <a:gd name="connsiteX805" fmla="*/ 5410479 w 7467600"/>
              <a:gd name="connsiteY805" fmla="*/ 348434 h 6858000"/>
              <a:gd name="connsiteX806" fmla="*/ 5805386 w 7467600"/>
              <a:gd name="connsiteY806" fmla="*/ 239240 h 6858000"/>
              <a:gd name="connsiteX807" fmla="*/ 5905192 w 7467600"/>
              <a:gd name="connsiteY807" fmla="*/ 163079 h 6858000"/>
              <a:gd name="connsiteX808" fmla="*/ 5865655 w 7467600"/>
              <a:gd name="connsiteY808" fmla="*/ 171901 h 6858000"/>
              <a:gd name="connsiteX809" fmla="*/ 5259740 w 7467600"/>
              <a:gd name="connsiteY809" fmla="*/ 257013 h 6858000"/>
              <a:gd name="connsiteX810" fmla="*/ 5208466 w 7467600"/>
              <a:gd name="connsiteY810" fmla="*/ 257550 h 6858000"/>
              <a:gd name="connsiteX811" fmla="*/ 4980204 w 7467600"/>
              <a:gd name="connsiteY811" fmla="*/ 271903 h 6858000"/>
              <a:gd name="connsiteX812" fmla="*/ 5068068 w 7467600"/>
              <a:gd name="connsiteY812" fmla="*/ 282244 h 6858000"/>
              <a:gd name="connsiteX813" fmla="*/ 5153231 w 7467600"/>
              <a:gd name="connsiteY813" fmla="*/ 292240 h 6858000"/>
              <a:gd name="connsiteX814" fmla="*/ 5426491 w 7467600"/>
              <a:gd name="connsiteY814" fmla="*/ 281128 h 6858000"/>
              <a:gd name="connsiteX815" fmla="*/ 5731212 w 7467600"/>
              <a:gd name="connsiteY815" fmla="*/ 231951 h 6858000"/>
              <a:gd name="connsiteX816" fmla="*/ 5905192 w 7467600"/>
              <a:gd name="connsiteY816" fmla="*/ 163079 h 6858000"/>
              <a:gd name="connsiteX817" fmla="*/ 5944437 w 7467600"/>
              <a:gd name="connsiteY817" fmla="*/ 113829 h 6858000"/>
              <a:gd name="connsiteX818" fmla="*/ 5825032 w 7467600"/>
              <a:gd name="connsiteY818" fmla="*/ 146405 h 6858000"/>
              <a:gd name="connsiteX819" fmla="*/ 4955599 w 7467600"/>
              <a:gd name="connsiteY819" fmla="*/ 247008 h 6858000"/>
              <a:gd name="connsiteX820" fmla="*/ 5210104 w 7467600"/>
              <a:gd name="connsiteY820" fmla="*/ 228123 h 6858000"/>
              <a:gd name="connsiteX821" fmla="*/ 5261015 w 7467600"/>
              <a:gd name="connsiteY821" fmla="*/ 227087 h 6858000"/>
              <a:gd name="connsiteX822" fmla="*/ 5861181 w 7467600"/>
              <a:gd name="connsiteY822" fmla="*/ 143093 h 6858000"/>
              <a:gd name="connsiteX823" fmla="*/ 5961252 w 7467600"/>
              <a:gd name="connsiteY823" fmla="*/ 114820 h 6858000"/>
              <a:gd name="connsiteX824" fmla="*/ 5944437 w 7467600"/>
              <a:gd name="connsiteY824" fmla="*/ 113829 h 6858000"/>
              <a:gd name="connsiteX825" fmla="*/ 3882765 w 7467600"/>
              <a:gd name="connsiteY825" fmla="*/ 0 h 6858000"/>
              <a:gd name="connsiteX826" fmla="*/ 3995099 w 7467600"/>
              <a:gd name="connsiteY826" fmla="*/ 0 h 6858000"/>
              <a:gd name="connsiteX827" fmla="*/ 4163818 w 7467600"/>
              <a:gd name="connsiteY827" fmla="*/ 234104 h 6858000"/>
              <a:gd name="connsiteX828" fmla="*/ 4172099 w 7467600"/>
              <a:gd name="connsiteY828" fmla="*/ 234207 h 6858000"/>
              <a:gd name="connsiteX829" fmla="*/ 4784282 w 7467600"/>
              <a:gd name="connsiteY829" fmla="*/ 276561 h 6858000"/>
              <a:gd name="connsiteX830" fmla="*/ 4801687 w 7467600"/>
              <a:gd name="connsiteY830" fmla="*/ 267764 h 6858000"/>
              <a:gd name="connsiteX831" fmla="*/ 6082788 w 7467600"/>
              <a:gd name="connsiteY831" fmla="*/ 64119 h 6858000"/>
              <a:gd name="connsiteX832" fmla="*/ 6099442 w 7467600"/>
              <a:gd name="connsiteY832" fmla="*/ 82568 h 6858000"/>
              <a:gd name="connsiteX833" fmla="*/ 4804137 w 7467600"/>
              <a:gd name="connsiteY833" fmla="*/ 320931 h 6858000"/>
              <a:gd name="connsiteX834" fmla="*/ 4227047 w 7467600"/>
              <a:gd name="connsiteY834" fmla="*/ 313415 h 6858000"/>
              <a:gd name="connsiteX835" fmla="*/ 4346041 w 7467600"/>
              <a:gd name="connsiteY835" fmla="*/ 456086 h 6858000"/>
              <a:gd name="connsiteX836" fmla="*/ 4870967 w 7467600"/>
              <a:gd name="connsiteY836" fmla="*/ 963061 h 6858000"/>
              <a:gd name="connsiteX837" fmla="*/ 4889647 w 7467600"/>
              <a:gd name="connsiteY837" fmla="*/ 957147 h 6858000"/>
              <a:gd name="connsiteX838" fmla="*/ 5422504 w 7467600"/>
              <a:gd name="connsiteY838" fmla="*/ 805191 h 6858000"/>
              <a:gd name="connsiteX839" fmla="*/ 6087656 w 7467600"/>
              <a:gd name="connsiteY839" fmla="*/ 826703 h 6858000"/>
              <a:gd name="connsiteX840" fmla="*/ 6058717 w 7467600"/>
              <a:gd name="connsiteY840" fmla="*/ 865992 h 6858000"/>
              <a:gd name="connsiteX841" fmla="*/ 4974153 w 7467600"/>
              <a:gd name="connsiteY841" fmla="*/ 1045456 h 6858000"/>
              <a:gd name="connsiteX842" fmla="*/ 5627835 w 7467600"/>
              <a:gd name="connsiteY842" fmla="*/ 1472077 h 6858000"/>
              <a:gd name="connsiteX843" fmla="*/ 5629817 w 7467600"/>
              <a:gd name="connsiteY843" fmla="*/ 1471412 h 6858000"/>
              <a:gd name="connsiteX844" fmla="*/ 5634124 w 7467600"/>
              <a:gd name="connsiteY844" fmla="*/ 1470572 h 6858000"/>
              <a:gd name="connsiteX845" fmla="*/ 5755832 w 7467600"/>
              <a:gd name="connsiteY845" fmla="*/ 1383886 h 6858000"/>
              <a:gd name="connsiteX846" fmla="*/ 6014186 w 7467600"/>
              <a:gd name="connsiteY846" fmla="*/ 1279799 h 6858000"/>
              <a:gd name="connsiteX847" fmla="*/ 6901619 w 7467600"/>
              <a:gd name="connsiteY847" fmla="*/ 1047874 h 6858000"/>
              <a:gd name="connsiteX848" fmla="*/ 6931566 w 7467600"/>
              <a:gd name="connsiteY848" fmla="*/ 1062034 h 6858000"/>
              <a:gd name="connsiteX849" fmla="*/ 5790982 w 7467600"/>
              <a:gd name="connsiteY849" fmla="*/ 1561380 h 6858000"/>
              <a:gd name="connsiteX850" fmla="*/ 6188971 w 7467600"/>
              <a:gd name="connsiteY850" fmla="*/ 1755168 h 6858000"/>
              <a:gd name="connsiteX851" fmla="*/ 6202446 w 7467600"/>
              <a:gd name="connsiteY851" fmla="*/ 1752268 h 6858000"/>
              <a:gd name="connsiteX852" fmla="*/ 7179560 w 7467600"/>
              <a:gd name="connsiteY852" fmla="*/ 1467551 h 6858000"/>
              <a:gd name="connsiteX853" fmla="*/ 7158730 w 7467600"/>
              <a:gd name="connsiteY853" fmla="*/ 1507835 h 6858000"/>
              <a:gd name="connsiteX854" fmla="*/ 6326959 w 7467600"/>
              <a:gd name="connsiteY854" fmla="*/ 1817686 h 6858000"/>
              <a:gd name="connsiteX855" fmla="*/ 6537433 w 7467600"/>
              <a:gd name="connsiteY855" fmla="*/ 1907790 h 6858000"/>
              <a:gd name="connsiteX856" fmla="*/ 6550221 w 7467600"/>
              <a:gd name="connsiteY856" fmla="*/ 1910729 h 6858000"/>
              <a:gd name="connsiteX857" fmla="*/ 6964438 w 7467600"/>
              <a:gd name="connsiteY857" fmla="*/ 2209505 h 6858000"/>
              <a:gd name="connsiteX858" fmla="*/ 7367862 w 7467600"/>
              <a:gd name="connsiteY858" fmla="*/ 2806833 h 6858000"/>
              <a:gd name="connsiteX859" fmla="*/ 7364329 w 7467600"/>
              <a:gd name="connsiteY859" fmla="*/ 2826907 h 6858000"/>
              <a:gd name="connsiteX860" fmla="*/ 7290545 w 7467600"/>
              <a:gd name="connsiteY860" fmla="*/ 2850663 h 6858000"/>
              <a:gd name="connsiteX861" fmla="*/ 6472036 w 7467600"/>
              <a:gd name="connsiteY861" fmla="*/ 1959003 h 6858000"/>
              <a:gd name="connsiteX862" fmla="*/ 5792897 w 7467600"/>
              <a:gd name="connsiteY862" fmla="*/ 1647747 h 6858000"/>
              <a:gd name="connsiteX863" fmla="*/ 5842751 w 7467600"/>
              <a:gd name="connsiteY863" fmla="*/ 1816112 h 6858000"/>
              <a:gd name="connsiteX864" fmla="*/ 5847424 w 7467600"/>
              <a:gd name="connsiteY864" fmla="*/ 1815776 h 6858000"/>
              <a:gd name="connsiteX865" fmla="*/ 6399821 w 7467600"/>
              <a:gd name="connsiteY865" fmla="*/ 2344799 h 6858000"/>
              <a:gd name="connsiteX866" fmla="*/ 6323232 w 7467600"/>
              <a:gd name="connsiteY866" fmla="*/ 2389634 h 6858000"/>
              <a:gd name="connsiteX867" fmla="*/ 5942958 w 7467600"/>
              <a:gd name="connsiteY867" fmla="*/ 2077708 h 6858000"/>
              <a:gd name="connsiteX868" fmla="*/ 5921559 w 7467600"/>
              <a:gd name="connsiteY868" fmla="*/ 2378596 h 6858000"/>
              <a:gd name="connsiteX869" fmla="*/ 5817651 w 7467600"/>
              <a:gd name="connsiteY869" fmla="*/ 3023919 h 6858000"/>
              <a:gd name="connsiteX870" fmla="*/ 5729634 w 7467600"/>
              <a:gd name="connsiteY870" fmla="*/ 3051849 h 6858000"/>
              <a:gd name="connsiteX871" fmla="*/ 5611018 w 7467600"/>
              <a:gd name="connsiteY871" fmla="*/ 2316769 h 6858000"/>
              <a:gd name="connsiteX872" fmla="*/ 5687608 w 7467600"/>
              <a:gd name="connsiteY872" fmla="*/ 2039972 h 6858000"/>
              <a:gd name="connsiteX873" fmla="*/ 5657554 w 7467600"/>
              <a:gd name="connsiteY873" fmla="*/ 1576445 h 6858000"/>
              <a:gd name="connsiteX874" fmla="*/ 5150475 w 7467600"/>
              <a:gd name="connsiteY874" fmla="*/ 1274012 h 6858000"/>
              <a:gd name="connsiteX875" fmla="*/ 5349142 w 7467600"/>
              <a:gd name="connsiteY875" fmla="*/ 2204405 h 6858000"/>
              <a:gd name="connsiteX876" fmla="*/ 5262214 w 7467600"/>
              <a:gd name="connsiteY876" fmla="*/ 2233836 h 6858000"/>
              <a:gd name="connsiteX877" fmla="*/ 4981539 w 7467600"/>
              <a:gd name="connsiteY877" fmla="*/ 1542201 h 6858000"/>
              <a:gd name="connsiteX878" fmla="*/ 4958461 w 7467600"/>
              <a:gd name="connsiteY878" fmla="*/ 1136957 h 6858000"/>
              <a:gd name="connsiteX879" fmla="*/ 4655015 w 7467600"/>
              <a:gd name="connsiteY879" fmla="*/ 891426 h 6858000"/>
              <a:gd name="connsiteX880" fmla="*/ 4348002 w 7467600"/>
              <a:gd name="connsiteY880" fmla="*/ 2205895 h 6858000"/>
              <a:gd name="connsiteX881" fmla="*/ 4262250 w 7467600"/>
              <a:gd name="connsiteY881" fmla="*/ 2219972 h 6858000"/>
              <a:gd name="connsiteX882" fmla="*/ 4550611 w 7467600"/>
              <a:gd name="connsiteY882" fmla="*/ 817540 h 6858000"/>
              <a:gd name="connsiteX883" fmla="*/ 4564418 w 7467600"/>
              <a:gd name="connsiteY883" fmla="*/ 808293 h 6858000"/>
              <a:gd name="connsiteX884" fmla="*/ 4266388 w 7467600"/>
              <a:gd name="connsiteY884" fmla="*/ 500083 h 6858000"/>
              <a:gd name="connsiteX885" fmla="*/ 4032842 w 7467600"/>
              <a:gd name="connsiteY885" fmla="*/ 211809 h 6858000"/>
              <a:gd name="connsiteX886" fmla="*/ 3882765 w 7467600"/>
              <a:gd name="connsiteY886" fmla="*/ 0 h 6858000"/>
              <a:gd name="connsiteX887" fmla="*/ 3721337 w 7467600"/>
              <a:gd name="connsiteY887" fmla="*/ 0 h 6858000"/>
              <a:gd name="connsiteX888" fmla="*/ 3797544 w 7467600"/>
              <a:gd name="connsiteY888" fmla="*/ 0 h 6858000"/>
              <a:gd name="connsiteX889" fmla="*/ 3775734 w 7467600"/>
              <a:gd name="connsiteY889" fmla="*/ 95131 h 6858000"/>
              <a:gd name="connsiteX890" fmla="*/ 3724807 w 7467600"/>
              <a:gd name="connsiteY890" fmla="*/ 272257 h 6858000"/>
              <a:gd name="connsiteX891" fmla="*/ 3726844 w 7467600"/>
              <a:gd name="connsiteY891" fmla="*/ 282988 h 6858000"/>
              <a:gd name="connsiteX892" fmla="*/ 3742664 w 7467600"/>
              <a:gd name="connsiteY892" fmla="*/ 279918 h 6858000"/>
              <a:gd name="connsiteX893" fmla="*/ 4103910 w 7467600"/>
              <a:gd name="connsiteY893" fmla="*/ 1161917 h 6858000"/>
              <a:gd name="connsiteX894" fmla="*/ 4020269 w 7467600"/>
              <a:gd name="connsiteY894" fmla="*/ 1200406 h 6858000"/>
              <a:gd name="connsiteX895" fmla="*/ 3674882 w 7467600"/>
              <a:gd name="connsiteY895" fmla="*/ 488524 h 6858000"/>
              <a:gd name="connsiteX896" fmla="*/ 3132682 w 7467600"/>
              <a:gd name="connsiteY896" fmla="*/ 1072284 h 6858000"/>
              <a:gd name="connsiteX897" fmla="*/ 2716346 w 7467600"/>
              <a:gd name="connsiteY897" fmla="*/ 1276376 h 6858000"/>
              <a:gd name="connsiteX898" fmla="*/ 2716772 w 7467600"/>
              <a:gd name="connsiteY898" fmla="*/ 1255462 h 6858000"/>
              <a:gd name="connsiteX899" fmla="*/ 3471096 w 7467600"/>
              <a:gd name="connsiteY899" fmla="*/ 437072 h 6858000"/>
              <a:gd name="connsiteX900" fmla="*/ 3639057 w 7467600"/>
              <a:gd name="connsiteY900" fmla="*/ 286334 h 6858000"/>
              <a:gd name="connsiteX901" fmla="*/ 3640309 w 7467600"/>
              <a:gd name="connsiteY901" fmla="*/ 284664 h 6858000"/>
              <a:gd name="connsiteX902" fmla="*/ 3646022 w 7467600"/>
              <a:gd name="connsiteY902" fmla="*/ 276711 h 6858000"/>
              <a:gd name="connsiteX903" fmla="*/ 3707943 w 7467600"/>
              <a:gd name="connsiteY903" fmla="*/ 65958 h 6858000"/>
              <a:gd name="connsiteX904" fmla="*/ 3721337 w 7467600"/>
              <a:gd name="connsiteY904" fmla="*/ 0 h 6858000"/>
              <a:gd name="connsiteX905" fmla="*/ 2867960 w 7467600"/>
              <a:gd name="connsiteY905" fmla="*/ 0 h 6858000"/>
              <a:gd name="connsiteX906" fmla="*/ 2926351 w 7467600"/>
              <a:gd name="connsiteY906" fmla="*/ 0 h 6858000"/>
              <a:gd name="connsiteX907" fmla="*/ 2902823 w 7467600"/>
              <a:gd name="connsiteY907" fmla="*/ 262929 h 6858000"/>
              <a:gd name="connsiteX908" fmla="*/ 2940663 w 7467600"/>
              <a:gd name="connsiteY908" fmla="*/ 140884 h 6858000"/>
              <a:gd name="connsiteX909" fmla="*/ 2947039 w 7467600"/>
              <a:gd name="connsiteY909" fmla="*/ 122524 h 6858000"/>
              <a:gd name="connsiteX910" fmla="*/ 2984316 w 7467600"/>
              <a:gd name="connsiteY910" fmla="*/ 0 h 6858000"/>
              <a:gd name="connsiteX911" fmla="*/ 3016114 w 7467600"/>
              <a:gd name="connsiteY911" fmla="*/ 0 h 6858000"/>
              <a:gd name="connsiteX912" fmla="*/ 2979949 w 7467600"/>
              <a:gd name="connsiteY912" fmla="*/ 119274 h 6858000"/>
              <a:gd name="connsiteX913" fmla="*/ 3023879 w 7467600"/>
              <a:gd name="connsiteY913" fmla="*/ 0 h 6858000"/>
              <a:gd name="connsiteX914" fmla="*/ 3105400 w 7467600"/>
              <a:gd name="connsiteY914" fmla="*/ 0 h 6858000"/>
              <a:gd name="connsiteX915" fmla="*/ 3094669 w 7467600"/>
              <a:gd name="connsiteY915" fmla="*/ 30308 h 6858000"/>
              <a:gd name="connsiteX916" fmla="*/ 2901945 w 7467600"/>
              <a:gd name="connsiteY916" fmla="*/ 466538 h 6858000"/>
              <a:gd name="connsiteX917" fmla="*/ 2815209 w 7467600"/>
              <a:gd name="connsiteY917" fmla="*/ 497361 h 6858000"/>
              <a:gd name="connsiteX918" fmla="*/ 2844845 w 7467600"/>
              <a:gd name="connsiteY918" fmla="*/ 127638 h 6858000"/>
              <a:gd name="connsiteX919" fmla="*/ 2867960 w 7467600"/>
              <a:gd name="connsiteY919" fmla="*/ 0 h 6858000"/>
              <a:gd name="connsiteX920" fmla="*/ 1057230 w 7467600"/>
              <a:gd name="connsiteY920" fmla="*/ 0 h 6858000"/>
              <a:gd name="connsiteX921" fmla="*/ 1111003 w 7467600"/>
              <a:gd name="connsiteY921" fmla="*/ 0 h 6858000"/>
              <a:gd name="connsiteX922" fmla="*/ 1125553 w 7467600"/>
              <a:gd name="connsiteY922" fmla="*/ 52588 h 6858000"/>
              <a:gd name="connsiteX923" fmla="*/ 1304276 w 7467600"/>
              <a:gd name="connsiteY923" fmla="*/ 476275 h 6858000"/>
              <a:gd name="connsiteX924" fmla="*/ 1492066 w 7467600"/>
              <a:gd name="connsiteY924" fmla="*/ 886333 h 6858000"/>
              <a:gd name="connsiteX925" fmla="*/ 1423698 w 7467600"/>
              <a:gd name="connsiteY925" fmla="*/ 710817 h 6858000"/>
              <a:gd name="connsiteX926" fmla="*/ 1357609 w 7467600"/>
              <a:gd name="connsiteY926" fmla="*/ 532892 h 6858000"/>
              <a:gd name="connsiteX927" fmla="*/ 1309550 w 7467600"/>
              <a:gd name="connsiteY927" fmla="*/ 374031 h 6858000"/>
              <a:gd name="connsiteX928" fmla="*/ 1193673 w 7467600"/>
              <a:gd name="connsiteY928" fmla="*/ 49533 h 6858000"/>
              <a:gd name="connsiteX929" fmla="*/ 1164391 w 7467600"/>
              <a:gd name="connsiteY929" fmla="*/ 0 h 6858000"/>
              <a:gd name="connsiteX930" fmla="*/ 1200666 w 7467600"/>
              <a:gd name="connsiteY930" fmla="*/ 0 h 6858000"/>
              <a:gd name="connsiteX931" fmla="*/ 1223408 w 7467600"/>
              <a:gd name="connsiteY931" fmla="*/ 38996 h 6858000"/>
              <a:gd name="connsiteX932" fmla="*/ 1339635 w 7467600"/>
              <a:gd name="connsiteY932" fmla="*/ 365517 h 6858000"/>
              <a:gd name="connsiteX933" fmla="*/ 1387469 w 7467600"/>
              <a:gd name="connsiteY933" fmla="*/ 523079 h 6858000"/>
              <a:gd name="connsiteX934" fmla="*/ 1452685 w 7467600"/>
              <a:gd name="connsiteY934" fmla="*/ 699806 h 6858000"/>
              <a:gd name="connsiteX935" fmla="*/ 1492092 w 7467600"/>
              <a:gd name="connsiteY935" fmla="*/ 800424 h 6858000"/>
              <a:gd name="connsiteX936" fmla="*/ 1455302 w 7467600"/>
              <a:gd name="connsiteY936" fmla="*/ 632913 h 6858000"/>
              <a:gd name="connsiteX937" fmla="*/ 1222336 w 7467600"/>
              <a:gd name="connsiteY937" fmla="*/ 9480 h 6858000"/>
              <a:gd name="connsiteX938" fmla="*/ 1214634 w 7467600"/>
              <a:gd name="connsiteY938" fmla="*/ 0 h 6858000"/>
              <a:gd name="connsiteX939" fmla="*/ 1289827 w 7467600"/>
              <a:gd name="connsiteY939" fmla="*/ 0 h 6858000"/>
              <a:gd name="connsiteX940" fmla="*/ 1321076 w 7467600"/>
              <a:gd name="connsiteY940" fmla="*/ 59722 h 6858000"/>
              <a:gd name="connsiteX941" fmla="*/ 1512579 w 7467600"/>
              <a:gd name="connsiteY941" fmla="*/ 626441 h 6858000"/>
              <a:gd name="connsiteX942" fmla="*/ 1506076 w 7467600"/>
              <a:gd name="connsiteY942" fmla="*/ 1089289 h 6858000"/>
              <a:gd name="connsiteX943" fmla="*/ 1486346 w 7467600"/>
              <a:gd name="connsiteY943" fmla="*/ 1079919 h 6858000"/>
              <a:gd name="connsiteX944" fmla="*/ 1070511 w 7467600"/>
              <a:gd name="connsiteY944" fmla="*/ 48609 h 6858000"/>
              <a:gd name="connsiteX945" fmla="*/ 1057230 w 7467600"/>
              <a:gd name="connsiteY945" fmla="*/ 0 h 6858000"/>
              <a:gd name="connsiteX946" fmla="*/ 43151 w 7467600"/>
              <a:gd name="connsiteY946" fmla="*/ 0 h 6858000"/>
              <a:gd name="connsiteX947" fmla="*/ 95283 w 7467600"/>
              <a:gd name="connsiteY947" fmla="*/ 0 h 6858000"/>
              <a:gd name="connsiteX948" fmla="*/ 300708 w 7467600"/>
              <a:gd name="connsiteY948" fmla="*/ 154571 h 6858000"/>
              <a:gd name="connsiteX949" fmla="*/ 530414 w 7467600"/>
              <a:gd name="connsiteY949" fmla="*/ 354673 h 6858000"/>
              <a:gd name="connsiteX950" fmla="*/ 333785 w 7467600"/>
              <a:gd name="connsiteY950" fmla="*/ 161564 h 6858000"/>
              <a:gd name="connsiteX951" fmla="*/ 147005 w 7467600"/>
              <a:gd name="connsiteY951" fmla="*/ 0 h 6858000"/>
              <a:gd name="connsiteX952" fmla="*/ 272509 w 7467600"/>
              <a:gd name="connsiteY952" fmla="*/ 0 h 6858000"/>
              <a:gd name="connsiteX953" fmla="*/ 326276 w 7467600"/>
              <a:gd name="connsiteY953" fmla="*/ 45847 h 6858000"/>
              <a:gd name="connsiteX954" fmla="*/ 823759 w 7467600"/>
              <a:gd name="connsiteY954" fmla="*/ 574145 h 6858000"/>
              <a:gd name="connsiteX955" fmla="*/ 811254 w 7467600"/>
              <a:gd name="connsiteY955" fmla="*/ 665546 h 6858000"/>
              <a:gd name="connsiteX956" fmla="*/ 154042 w 7467600"/>
              <a:gd name="connsiteY956" fmla="*/ 261522 h 6858000"/>
              <a:gd name="connsiteX957" fmla="*/ 13550 w 7467600"/>
              <a:gd name="connsiteY957" fmla="*/ 158423 h 6858000"/>
              <a:gd name="connsiteX958" fmla="*/ 0 w 7467600"/>
              <a:gd name="connsiteY958" fmla="*/ 146618 h 6858000"/>
              <a:gd name="connsiteX959" fmla="*/ 0 w 7467600"/>
              <a:gd name="connsiteY959" fmla="*/ 59161 h 6858000"/>
              <a:gd name="connsiteX960" fmla="*/ 45427 w 7467600"/>
              <a:gd name="connsiteY960" fmla="*/ 101078 h 6858000"/>
              <a:gd name="connsiteX961" fmla="*/ 630103 w 7467600"/>
              <a:gd name="connsiteY961" fmla="*/ 485885 h 6858000"/>
              <a:gd name="connsiteX962" fmla="*/ 532040 w 7467600"/>
              <a:gd name="connsiteY962" fmla="*/ 399359 h 6858000"/>
              <a:gd name="connsiteX963" fmla="*/ 517618 w 7467600"/>
              <a:gd name="connsiteY963" fmla="*/ 385726 h 6858000"/>
              <a:gd name="connsiteX964" fmla="*/ 285074 w 7467600"/>
              <a:gd name="connsiteY964" fmla="*/ 182755 h 6858000"/>
              <a:gd name="connsiteX965" fmla="*/ 43151 w 7467600"/>
              <a:gd name="connsiteY965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254615 w 7472601"/>
              <a:gd name="connsiteY80" fmla="*/ 5911918 h 6858000"/>
              <a:gd name="connsiteX81" fmla="*/ 7312589 w 7472601"/>
              <a:gd name="connsiteY81" fmla="*/ 5982309 h 6858000"/>
              <a:gd name="connsiteX82" fmla="*/ 7448321 w 7472601"/>
              <a:gd name="connsiteY82" fmla="*/ 6190991 h 6858000"/>
              <a:gd name="connsiteX83" fmla="*/ 7467600 w 7472601"/>
              <a:gd name="connsiteY83" fmla="*/ 6221686 h 6858000"/>
              <a:gd name="connsiteX84" fmla="*/ 7467600 w 7472601"/>
              <a:gd name="connsiteY84" fmla="*/ 6334256 h 6858000"/>
              <a:gd name="connsiteX85" fmla="*/ 7454976 w 7472601"/>
              <a:gd name="connsiteY85" fmla="*/ 6318297 h 6858000"/>
              <a:gd name="connsiteX86" fmla="*/ 1456157 w 7472601"/>
              <a:gd name="connsiteY86" fmla="*/ 5371404 h 6858000"/>
              <a:gd name="connsiteX87" fmla="*/ 1244432 w 7472601"/>
              <a:gd name="connsiteY87" fmla="*/ 5385601 h 6858000"/>
              <a:gd name="connsiteX88" fmla="*/ 973990 w 7472601"/>
              <a:gd name="connsiteY88" fmla="*/ 5424940 h 6858000"/>
              <a:gd name="connsiteX89" fmla="*/ 1103809 w 7472601"/>
              <a:gd name="connsiteY89" fmla="*/ 5433720 h 6858000"/>
              <a:gd name="connsiteX90" fmla="*/ 1123454 w 7472601"/>
              <a:gd name="connsiteY90" fmla="*/ 5435727 h 6858000"/>
              <a:gd name="connsiteX91" fmla="*/ 1737017 w 7472601"/>
              <a:gd name="connsiteY91" fmla="*/ 5452183 h 6858000"/>
              <a:gd name="connsiteX92" fmla="*/ 1824397 w 7472601"/>
              <a:gd name="connsiteY92" fmla="*/ 5447757 h 6858000"/>
              <a:gd name="connsiteX93" fmla="*/ 2070059 w 7472601"/>
              <a:gd name="connsiteY93" fmla="*/ 5441660 h 6858000"/>
              <a:gd name="connsiteX94" fmla="*/ 1456157 w 7472601"/>
              <a:gd name="connsiteY94" fmla="*/ 5371404 h 6858000"/>
              <a:gd name="connsiteX95" fmla="*/ 4988186 w 7472601"/>
              <a:gd name="connsiteY95" fmla="*/ 5216467 h 6858000"/>
              <a:gd name="connsiteX96" fmla="*/ 4777334 w 7472601"/>
              <a:gd name="connsiteY96" fmla="*/ 5406072 h 6858000"/>
              <a:gd name="connsiteX97" fmla="*/ 4718341 w 7472601"/>
              <a:gd name="connsiteY97" fmla="*/ 5468043 h 6858000"/>
              <a:gd name="connsiteX98" fmla="*/ 4604655 w 7472601"/>
              <a:gd name="connsiteY98" fmla="*/ 5583434 h 6858000"/>
              <a:gd name="connsiteX99" fmla="*/ 4565074 w 7472601"/>
              <a:gd name="connsiteY99" fmla="*/ 5618550 h 6858000"/>
              <a:gd name="connsiteX100" fmla="*/ 4988186 w 7472601"/>
              <a:gd name="connsiteY100" fmla="*/ 5216467 h 6858000"/>
              <a:gd name="connsiteX101" fmla="*/ 4978032 w 7472601"/>
              <a:gd name="connsiteY101" fmla="*/ 5183809 h 6858000"/>
              <a:gd name="connsiteX102" fmla="*/ 4463413 w 7472601"/>
              <a:gd name="connsiteY102" fmla="*/ 5615162 h 6858000"/>
              <a:gd name="connsiteX103" fmla="*/ 4358134 w 7472601"/>
              <a:gd name="connsiteY103" fmla="*/ 5742791 h 6858000"/>
              <a:gd name="connsiteX104" fmla="*/ 4376219 w 7472601"/>
              <a:gd name="connsiteY104" fmla="*/ 5729027 h 6858000"/>
              <a:gd name="connsiteX105" fmla="*/ 4582340 w 7472601"/>
              <a:gd name="connsiteY105" fmla="*/ 5561037 h 6858000"/>
              <a:gd name="connsiteX106" fmla="*/ 4694684 w 7472601"/>
              <a:gd name="connsiteY106" fmla="*/ 5447098 h 6858000"/>
              <a:gd name="connsiteX107" fmla="*/ 4754123 w 7472601"/>
              <a:gd name="connsiteY107" fmla="*/ 5384643 h 6858000"/>
              <a:gd name="connsiteX108" fmla="*/ 4978032 w 7472601"/>
              <a:gd name="connsiteY108" fmla="*/ 5183809 h 6858000"/>
              <a:gd name="connsiteX109" fmla="*/ 1903353 w 7472601"/>
              <a:gd name="connsiteY109" fmla="*/ 5044827 h 6858000"/>
              <a:gd name="connsiteX110" fmla="*/ 1936931 w 7472601"/>
              <a:gd name="connsiteY110" fmla="*/ 5093954 h 6858000"/>
              <a:gd name="connsiteX111" fmla="*/ 2195868 w 7472601"/>
              <a:gd name="connsiteY111" fmla="*/ 5396574 h 6858000"/>
              <a:gd name="connsiteX112" fmla="*/ 2088852 w 7472601"/>
              <a:gd name="connsiteY112" fmla="*/ 5166123 h 6858000"/>
              <a:gd name="connsiteX113" fmla="*/ 1958241 w 7472601"/>
              <a:gd name="connsiteY113" fmla="*/ 5067955 h 6858000"/>
              <a:gd name="connsiteX114" fmla="*/ 1903353 w 7472601"/>
              <a:gd name="connsiteY114" fmla="*/ 5044827 h 6858000"/>
              <a:gd name="connsiteX115" fmla="*/ 1979378 w 7472601"/>
              <a:gd name="connsiteY115" fmla="*/ 4769504 h 6858000"/>
              <a:gd name="connsiteX116" fmla="*/ 2882120 w 7472601"/>
              <a:gd name="connsiteY116" fmla="*/ 5064547 h 6858000"/>
              <a:gd name="connsiteX117" fmla="*/ 2793103 w 7472601"/>
              <a:gd name="connsiteY117" fmla="*/ 5039699 h 6858000"/>
              <a:gd name="connsiteX118" fmla="*/ 2770041 w 7472601"/>
              <a:gd name="connsiteY118" fmla="*/ 5033634 h 6858000"/>
              <a:gd name="connsiteX119" fmla="*/ 1979378 w 7472601"/>
              <a:gd name="connsiteY119" fmla="*/ 4769504 h 6858000"/>
              <a:gd name="connsiteX120" fmla="*/ 1927410 w 7472601"/>
              <a:gd name="connsiteY120" fmla="*/ 4716164 h 6858000"/>
              <a:gd name="connsiteX121" fmla="*/ 1959587 w 7472601"/>
              <a:gd name="connsiteY121" fmla="*/ 4728849 h 6858000"/>
              <a:gd name="connsiteX122" fmla="*/ 2777707 w 7472601"/>
              <a:gd name="connsiteY122" fmla="*/ 5003991 h 6858000"/>
              <a:gd name="connsiteX123" fmla="*/ 2800768 w 7472601"/>
              <a:gd name="connsiteY123" fmla="*/ 5010056 h 6858000"/>
              <a:gd name="connsiteX124" fmla="*/ 2879408 w 7472601"/>
              <a:gd name="connsiteY124" fmla="*/ 5031590 h 6858000"/>
              <a:gd name="connsiteX125" fmla="*/ 2862295 w 7472601"/>
              <a:gd name="connsiteY125" fmla="*/ 5022958 h 6858000"/>
              <a:gd name="connsiteX126" fmla="*/ 2813343 w 7472601"/>
              <a:gd name="connsiteY126" fmla="*/ 4998369 h 6858000"/>
              <a:gd name="connsiteX127" fmla="*/ 2646245 w 7472601"/>
              <a:gd name="connsiteY127" fmla="*/ 4930999 h 6858000"/>
              <a:gd name="connsiteX128" fmla="*/ 1999243 w 7472601"/>
              <a:gd name="connsiteY128" fmla="*/ 4730524 h 6858000"/>
              <a:gd name="connsiteX129" fmla="*/ 1979527 w 7472601"/>
              <a:gd name="connsiteY129" fmla="*/ 4726651 h 6858000"/>
              <a:gd name="connsiteX130" fmla="*/ 1927410 w 7472601"/>
              <a:gd name="connsiteY130" fmla="*/ 4716164 h 6858000"/>
              <a:gd name="connsiteX131" fmla="*/ 1997014 w 7472601"/>
              <a:gd name="connsiteY131" fmla="*/ 4698007 h 6858000"/>
              <a:gd name="connsiteX132" fmla="*/ 2005458 w 7472601"/>
              <a:gd name="connsiteY132" fmla="*/ 4699540 h 6858000"/>
              <a:gd name="connsiteX133" fmla="*/ 2657186 w 7472601"/>
              <a:gd name="connsiteY133" fmla="*/ 4901687 h 6858000"/>
              <a:gd name="connsiteX134" fmla="*/ 2826662 w 7472601"/>
              <a:gd name="connsiteY134" fmla="*/ 4970362 h 6858000"/>
              <a:gd name="connsiteX135" fmla="*/ 2876100 w 7472601"/>
              <a:gd name="connsiteY135" fmla="*/ 4995397 h 6858000"/>
              <a:gd name="connsiteX136" fmla="*/ 3042600 w 7472601"/>
              <a:gd name="connsiteY136" fmla="*/ 5059532 h 6858000"/>
              <a:gd name="connsiteX137" fmla="*/ 1997014 w 7472601"/>
              <a:gd name="connsiteY137" fmla="*/ 4698007 h 6858000"/>
              <a:gd name="connsiteX138" fmla="*/ 2305292 w 7472601"/>
              <a:gd name="connsiteY138" fmla="*/ 4219492 h 6858000"/>
              <a:gd name="connsiteX139" fmla="*/ 3360922 w 7472601"/>
              <a:gd name="connsiteY139" fmla="*/ 4529373 h 6858000"/>
              <a:gd name="connsiteX140" fmla="*/ 3492420 w 7472601"/>
              <a:gd name="connsiteY140" fmla="*/ 4510145 h 6858000"/>
              <a:gd name="connsiteX141" fmla="*/ 3364086 w 7472601"/>
              <a:gd name="connsiteY141" fmla="*/ 4480340 h 6858000"/>
              <a:gd name="connsiteX142" fmla="*/ 3225818 w 7472601"/>
              <a:gd name="connsiteY142" fmla="*/ 4411822 h 6858000"/>
              <a:gd name="connsiteX143" fmla="*/ 3129696 w 7472601"/>
              <a:gd name="connsiteY143" fmla="*/ 4360704 h 6858000"/>
              <a:gd name="connsiteX144" fmla="*/ 2814545 w 7472601"/>
              <a:gd name="connsiteY144" fmla="*/ 4282955 h 6858000"/>
              <a:gd name="connsiteX145" fmla="*/ 2305292 w 7472601"/>
              <a:gd name="connsiteY145" fmla="*/ 4219492 h 6858000"/>
              <a:gd name="connsiteX146" fmla="*/ 2626982 w 7472601"/>
              <a:gd name="connsiteY146" fmla="*/ 4206450 h 6858000"/>
              <a:gd name="connsiteX147" fmla="*/ 2490617 w 7472601"/>
              <a:gd name="connsiteY147" fmla="*/ 4206951 h 6858000"/>
              <a:gd name="connsiteX148" fmla="*/ 2819869 w 7472601"/>
              <a:gd name="connsiteY148" fmla="*/ 4252936 h 6858000"/>
              <a:gd name="connsiteX149" fmla="*/ 3143018 w 7472601"/>
              <a:gd name="connsiteY149" fmla="*/ 4332698 h 6858000"/>
              <a:gd name="connsiteX150" fmla="*/ 3241520 w 7472601"/>
              <a:gd name="connsiteY150" fmla="*/ 4385112 h 6858000"/>
              <a:gd name="connsiteX151" fmla="*/ 3374575 w 7472601"/>
              <a:gd name="connsiteY151" fmla="*/ 4451517 h 6858000"/>
              <a:gd name="connsiteX152" fmla="*/ 3505221 w 7472601"/>
              <a:gd name="connsiteY152" fmla="*/ 4480757 h 6858000"/>
              <a:gd name="connsiteX153" fmla="*/ 2626982 w 7472601"/>
              <a:gd name="connsiteY153" fmla="*/ 4206450 h 6858000"/>
              <a:gd name="connsiteX154" fmla="*/ 1310106 w 7472601"/>
              <a:gd name="connsiteY154" fmla="*/ 3943217 h 6858000"/>
              <a:gd name="connsiteX155" fmla="*/ 854994 w 7472601"/>
              <a:gd name="connsiteY155" fmla="*/ 4399136 h 6858000"/>
              <a:gd name="connsiteX156" fmla="*/ 742462 w 7472601"/>
              <a:gd name="connsiteY156" fmla="*/ 4594648 h 6858000"/>
              <a:gd name="connsiteX157" fmla="*/ 820602 w 7472601"/>
              <a:gd name="connsiteY157" fmla="*/ 4485915 h 6858000"/>
              <a:gd name="connsiteX158" fmla="*/ 878295 w 7472601"/>
              <a:gd name="connsiteY158" fmla="*/ 4403594 h 6858000"/>
              <a:gd name="connsiteX159" fmla="*/ 1240607 w 7472601"/>
              <a:gd name="connsiteY159" fmla="*/ 4010401 h 6858000"/>
              <a:gd name="connsiteX160" fmla="*/ 1310106 w 7472601"/>
              <a:gd name="connsiteY160" fmla="*/ 3943217 h 6858000"/>
              <a:gd name="connsiteX161" fmla="*/ 1423113 w 7472601"/>
              <a:gd name="connsiteY161" fmla="*/ 3874565 h 6858000"/>
              <a:gd name="connsiteX162" fmla="*/ 1260565 w 7472601"/>
              <a:gd name="connsiteY162" fmla="*/ 4031982 h 6858000"/>
              <a:gd name="connsiteX163" fmla="*/ 901900 w 7472601"/>
              <a:gd name="connsiteY163" fmla="*/ 4421236 h 6858000"/>
              <a:gd name="connsiteX164" fmla="*/ 845044 w 7472601"/>
              <a:gd name="connsiteY164" fmla="*/ 4502436 h 6858000"/>
              <a:gd name="connsiteX165" fmla="*/ 685926 w 7472601"/>
              <a:gd name="connsiteY165" fmla="*/ 4703069 h 6858000"/>
              <a:gd name="connsiteX166" fmla="*/ 684248 w 7472601"/>
              <a:gd name="connsiteY166" fmla="*/ 4706721 h 6858000"/>
              <a:gd name="connsiteX167" fmla="*/ 1423113 w 7472601"/>
              <a:gd name="connsiteY167" fmla="*/ 3874565 h 6858000"/>
              <a:gd name="connsiteX168" fmla="*/ 3316479 w 7472601"/>
              <a:gd name="connsiteY168" fmla="*/ 3872136 h 6858000"/>
              <a:gd name="connsiteX169" fmla="*/ 3546806 w 7472601"/>
              <a:gd name="connsiteY169" fmla="*/ 4356139 h 6858000"/>
              <a:gd name="connsiteX170" fmla="*/ 3364433 w 7472601"/>
              <a:gd name="connsiteY170" fmla="*/ 3953121 h 6858000"/>
              <a:gd name="connsiteX171" fmla="*/ 3316479 w 7472601"/>
              <a:gd name="connsiteY171" fmla="*/ 3872136 h 6858000"/>
              <a:gd name="connsiteX172" fmla="*/ 3291335 w 7472601"/>
              <a:gd name="connsiteY172" fmla="*/ 3767420 h 6858000"/>
              <a:gd name="connsiteX173" fmla="*/ 3390805 w 7472601"/>
              <a:gd name="connsiteY173" fmla="*/ 3937163 h 6858000"/>
              <a:gd name="connsiteX174" fmla="*/ 3579062 w 7472601"/>
              <a:gd name="connsiteY174" fmla="*/ 4359040 h 6858000"/>
              <a:gd name="connsiteX175" fmla="*/ 3467355 w 7472601"/>
              <a:gd name="connsiteY175" fmla="*/ 3988130 h 6858000"/>
              <a:gd name="connsiteX176" fmla="*/ 3310753 w 7472601"/>
              <a:gd name="connsiteY176" fmla="*/ 3787140 h 6858000"/>
              <a:gd name="connsiteX177" fmla="*/ 3291335 w 7472601"/>
              <a:gd name="connsiteY177" fmla="*/ 3767420 h 6858000"/>
              <a:gd name="connsiteX178" fmla="*/ 1635889 w 7472601"/>
              <a:gd name="connsiteY178" fmla="*/ 3709494 h 6858000"/>
              <a:gd name="connsiteX179" fmla="*/ 1634800 w 7472601"/>
              <a:gd name="connsiteY179" fmla="*/ 3731111 h 6858000"/>
              <a:gd name="connsiteX180" fmla="*/ 1635889 w 7472601"/>
              <a:gd name="connsiteY180" fmla="*/ 3709494 h 6858000"/>
              <a:gd name="connsiteX181" fmla="*/ 1510397 w 7472601"/>
              <a:gd name="connsiteY181" fmla="*/ 3684705 h 6858000"/>
              <a:gd name="connsiteX182" fmla="*/ 1146550 w 7472601"/>
              <a:gd name="connsiteY182" fmla="*/ 3802012 h 6858000"/>
              <a:gd name="connsiteX183" fmla="*/ 698834 w 7472601"/>
              <a:gd name="connsiteY183" fmla="*/ 3952272 h 6858000"/>
              <a:gd name="connsiteX184" fmla="*/ 34256 w 7472601"/>
              <a:gd name="connsiteY184" fmla="*/ 4347603 h 6858000"/>
              <a:gd name="connsiteX185" fmla="*/ 527241 w 7472601"/>
              <a:gd name="connsiteY185" fmla="*/ 4065078 h 6858000"/>
              <a:gd name="connsiteX186" fmla="*/ 1510397 w 7472601"/>
              <a:gd name="connsiteY186" fmla="*/ 3684705 h 6858000"/>
              <a:gd name="connsiteX187" fmla="*/ 1313114 w 7472601"/>
              <a:gd name="connsiteY187" fmla="*/ 3655216 h 6858000"/>
              <a:gd name="connsiteX188" fmla="*/ 1109304 w 7472601"/>
              <a:gd name="connsiteY188" fmla="*/ 3669030 h 6858000"/>
              <a:gd name="connsiteX189" fmla="*/ 8129 w 7472601"/>
              <a:gd name="connsiteY189" fmla="*/ 4330519 h 6858000"/>
              <a:gd name="connsiteX190" fmla="*/ 687572 w 7472601"/>
              <a:gd name="connsiteY190" fmla="*/ 3925629 h 6858000"/>
              <a:gd name="connsiteX191" fmla="*/ 1138365 w 7472601"/>
              <a:gd name="connsiteY191" fmla="*/ 3774515 h 6858000"/>
              <a:gd name="connsiteX192" fmla="*/ 1505579 w 7472601"/>
              <a:gd name="connsiteY192" fmla="*/ 3655526 h 6858000"/>
              <a:gd name="connsiteX193" fmla="*/ 1313114 w 7472601"/>
              <a:gd name="connsiteY193" fmla="*/ 3655216 h 6858000"/>
              <a:gd name="connsiteX194" fmla="*/ 3655073 w 7472601"/>
              <a:gd name="connsiteY194" fmla="*/ 3650884 h 6858000"/>
              <a:gd name="connsiteX195" fmla="*/ 3989938 w 7472601"/>
              <a:gd name="connsiteY195" fmla="*/ 3991685 h 6858000"/>
              <a:gd name="connsiteX196" fmla="*/ 4393907 w 7472601"/>
              <a:gd name="connsiteY196" fmla="*/ 4261258 h 6858000"/>
              <a:gd name="connsiteX197" fmla="*/ 4648051 w 7472601"/>
              <a:gd name="connsiteY197" fmla="*/ 4374051 h 6858000"/>
              <a:gd name="connsiteX198" fmla="*/ 4383389 w 7472601"/>
              <a:gd name="connsiteY198" fmla="*/ 4184369 h 6858000"/>
              <a:gd name="connsiteX199" fmla="*/ 4165508 w 7472601"/>
              <a:gd name="connsiteY199" fmla="*/ 4035196 h 6858000"/>
              <a:gd name="connsiteX200" fmla="*/ 4068162 w 7472601"/>
              <a:gd name="connsiteY200" fmla="*/ 3953394 h 6858000"/>
              <a:gd name="connsiteX201" fmla="*/ 3981416 w 7472601"/>
              <a:gd name="connsiteY201" fmla="*/ 3880482 h 6858000"/>
              <a:gd name="connsiteX202" fmla="*/ 3800147 w 7472601"/>
              <a:gd name="connsiteY202" fmla="*/ 3749872 h 6858000"/>
              <a:gd name="connsiteX203" fmla="*/ 3655073 w 7472601"/>
              <a:gd name="connsiteY203" fmla="*/ 3650884 h 6858000"/>
              <a:gd name="connsiteX204" fmla="*/ 3670252 w 7472601"/>
              <a:gd name="connsiteY204" fmla="*/ 3622798 h 6858000"/>
              <a:gd name="connsiteX205" fmla="*/ 3817258 w 7472601"/>
              <a:gd name="connsiteY205" fmla="*/ 3723577 h 6858000"/>
              <a:gd name="connsiteX206" fmla="*/ 4000461 w 7472601"/>
              <a:gd name="connsiteY206" fmla="*/ 3855966 h 6858000"/>
              <a:gd name="connsiteX207" fmla="*/ 4088180 w 7472601"/>
              <a:gd name="connsiteY207" fmla="*/ 3929774 h 6858000"/>
              <a:gd name="connsiteX208" fmla="*/ 4184555 w 7472601"/>
              <a:gd name="connsiteY208" fmla="*/ 4010683 h 6858000"/>
              <a:gd name="connsiteX209" fmla="*/ 4399563 w 7472601"/>
              <a:gd name="connsiteY209" fmla="*/ 4158106 h 6858000"/>
              <a:gd name="connsiteX210" fmla="*/ 4684469 w 7472601"/>
              <a:gd name="connsiteY210" fmla="*/ 4364680 h 6858000"/>
              <a:gd name="connsiteX211" fmla="*/ 4690271 w 7472601"/>
              <a:gd name="connsiteY211" fmla="*/ 4370034 h 6858000"/>
              <a:gd name="connsiteX212" fmla="*/ 4136093 w 7472601"/>
              <a:gd name="connsiteY212" fmla="*/ 3858466 h 6858000"/>
              <a:gd name="connsiteX213" fmla="*/ 3670252 w 7472601"/>
              <a:gd name="connsiteY213" fmla="*/ 3622798 h 6858000"/>
              <a:gd name="connsiteX214" fmla="*/ 4440129 w 7472601"/>
              <a:gd name="connsiteY214" fmla="*/ 3448571 h 6858000"/>
              <a:gd name="connsiteX215" fmla="*/ 4856525 w 7472601"/>
              <a:gd name="connsiteY215" fmla="*/ 3915351 h 6858000"/>
              <a:gd name="connsiteX216" fmla="*/ 5059055 w 7472601"/>
              <a:gd name="connsiteY216" fmla="*/ 4108918 h 6858000"/>
              <a:gd name="connsiteX217" fmla="*/ 5290070 w 7472601"/>
              <a:gd name="connsiteY217" fmla="*/ 4263619 h 6858000"/>
              <a:gd name="connsiteX218" fmla="*/ 4834991 w 7472601"/>
              <a:gd name="connsiteY218" fmla="*/ 3830985 h 6858000"/>
              <a:gd name="connsiteX219" fmla="*/ 4440129 w 7472601"/>
              <a:gd name="connsiteY219" fmla="*/ 3448571 h 6858000"/>
              <a:gd name="connsiteX220" fmla="*/ 4441737 w 7472601"/>
              <a:gd name="connsiteY220" fmla="*/ 3399734 h 6858000"/>
              <a:gd name="connsiteX221" fmla="*/ 4431236 w 7472601"/>
              <a:gd name="connsiteY221" fmla="*/ 3400954 h 6858000"/>
              <a:gd name="connsiteX222" fmla="*/ 4557150 w 7472601"/>
              <a:gd name="connsiteY222" fmla="*/ 3510023 h 6858000"/>
              <a:gd name="connsiteX223" fmla="*/ 4856936 w 7472601"/>
              <a:gd name="connsiteY223" fmla="*/ 3809146 h 6858000"/>
              <a:gd name="connsiteX224" fmla="*/ 5111996 w 7472601"/>
              <a:gd name="connsiteY224" fmla="*/ 4065759 h 6858000"/>
              <a:gd name="connsiteX225" fmla="*/ 5388878 w 7472601"/>
              <a:gd name="connsiteY225" fmla="*/ 4300185 h 6858000"/>
              <a:gd name="connsiteX226" fmla="*/ 5425556 w 7472601"/>
              <a:gd name="connsiteY226" fmla="*/ 4308967 h 6858000"/>
              <a:gd name="connsiteX227" fmla="*/ 4943646 w 7472601"/>
              <a:gd name="connsiteY227" fmla="*/ 3822916 h 6858000"/>
              <a:gd name="connsiteX228" fmla="*/ 4594837 w 7472601"/>
              <a:gd name="connsiteY228" fmla="*/ 3532274 h 6858000"/>
              <a:gd name="connsiteX229" fmla="*/ 4441737 w 7472601"/>
              <a:gd name="connsiteY229" fmla="*/ 3399734 h 6858000"/>
              <a:gd name="connsiteX230" fmla="*/ 5425834 w 7472601"/>
              <a:gd name="connsiteY230" fmla="*/ 3162785 h 6858000"/>
              <a:gd name="connsiteX231" fmla="*/ 5401644 w 7472601"/>
              <a:gd name="connsiteY231" fmla="*/ 3617847 h 6858000"/>
              <a:gd name="connsiteX232" fmla="*/ 5467256 w 7472601"/>
              <a:gd name="connsiteY232" fmla="*/ 4175494 h 6858000"/>
              <a:gd name="connsiteX233" fmla="*/ 5448069 w 7472601"/>
              <a:gd name="connsiteY233" fmla="*/ 3567554 h 6858000"/>
              <a:gd name="connsiteX234" fmla="*/ 5425834 w 7472601"/>
              <a:gd name="connsiteY234" fmla="*/ 3162785 h 6858000"/>
              <a:gd name="connsiteX235" fmla="*/ 1318687 w 7472601"/>
              <a:gd name="connsiteY235" fmla="*/ 3113840 h 6858000"/>
              <a:gd name="connsiteX236" fmla="*/ 1066793 w 7472601"/>
              <a:gd name="connsiteY236" fmla="*/ 3212171 h 6858000"/>
              <a:gd name="connsiteX237" fmla="*/ 993319 w 7472601"/>
              <a:gd name="connsiteY237" fmla="*/ 3247648 h 6858000"/>
              <a:gd name="connsiteX238" fmla="*/ 853081 w 7472601"/>
              <a:gd name="connsiteY238" fmla="*/ 3312410 h 6858000"/>
              <a:gd name="connsiteX239" fmla="*/ 805957 w 7472601"/>
              <a:gd name="connsiteY239" fmla="*/ 3330443 h 6858000"/>
              <a:gd name="connsiteX240" fmla="*/ 1318687 w 7472601"/>
              <a:gd name="connsiteY240" fmla="*/ 3113840 h 6858000"/>
              <a:gd name="connsiteX241" fmla="*/ 5453702 w 7472601"/>
              <a:gd name="connsiteY241" fmla="*/ 3090882 h 6858000"/>
              <a:gd name="connsiteX242" fmla="*/ 5480135 w 7472601"/>
              <a:gd name="connsiteY242" fmla="*/ 3565802 h 6858000"/>
              <a:gd name="connsiteX243" fmla="*/ 5499023 w 7472601"/>
              <a:gd name="connsiteY243" fmla="*/ 4166310 h 6858000"/>
              <a:gd name="connsiteX244" fmla="*/ 5547022 w 7472601"/>
              <a:gd name="connsiteY244" fmla="*/ 3607838 h 6858000"/>
              <a:gd name="connsiteX245" fmla="*/ 5515964 w 7472601"/>
              <a:gd name="connsiteY245" fmla="*/ 3378541 h 6858000"/>
              <a:gd name="connsiteX246" fmla="*/ 5453702 w 7472601"/>
              <a:gd name="connsiteY246" fmla="*/ 3090882 h 6858000"/>
              <a:gd name="connsiteX247" fmla="*/ 1238695 w 7472601"/>
              <a:gd name="connsiteY247" fmla="*/ 3076820 h 6858000"/>
              <a:gd name="connsiteX248" fmla="*/ 716371 w 7472601"/>
              <a:gd name="connsiteY248" fmla="*/ 3293249 h 6858000"/>
              <a:gd name="connsiteX249" fmla="*/ 579522 w 7472601"/>
              <a:gd name="connsiteY249" fmla="*/ 3371759 h 6858000"/>
              <a:gd name="connsiteX250" fmla="*/ 600288 w 7472601"/>
              <a:gd name="connsiteY250" fmla="*/ 3365555 h 6858000"/>
              <a:gd name="connsiteX251" fmla="*/ 840692 w 7472601"/>
              <a:gd name="connsiteY251" fmla="*/ 3284921 h 6858000"/>
              <a:gd name="connsiteX252" fmla="*/ 979248 w 7472601"/>
              <a:gd name="connsiteY252" fmla="*/ 3221003 h 6858000"/>
              <a:gd name="connsiteX253" fmla="*/ 1053282 w 7472601"/>
              <a:gd name="connsiteY253" fmla="*/ 3185247 h 6858000"/>
              <a:gd name="connsiteX254" fmla="*/ 1320603 w 7472601"/>
              <a:gd name="connsiteY254" fmla="*/ 3081281 h 6858000"/>
              <a:gd name="connsiteX255" fmla="*/ 1238695 w 7472601"/>
              <a:gd name="connsiteY255" fmla="*/ 3076820 h 6858000"/>
              <a:gd name="connsiteX256" fmla="*/ 5425627 w 7472601"/>
              <a:gd name="connsiteY256" fmla="*/ 2954192 h 6858000"/>
              <a:gd name="connsiteX257" fmla="*/ 5470770 w 7472601"/>
              <a:gd name="connsiteY257" fmla="*/ 3005435 h 6858000"/>
              <a:gd name="connsiteX258" fmla="*/ 5519779 w 7472601"/>
              <a:gd name="connsiteY258" fmla="*/ 4359223 h 6858000"/>
              <a:gd name="connsiteX259" fmla="*/ 5520293 w 7472601"/>
              <a:gd name="connsiteY259" fmla="*/ 4360602 h 6858000"/>
              <a:gd name="connsiteX260" fmla="*/ 5767221 w 7472601"/>
              <a:gd name="connsiteY260" fmla="*/ 4665564 h 6858000"/>
              <a:gd name="connsiteX261" fmla="*/ 6937169 w 7472601"/>
              <a:gd name="connsiteY261" fmla="*/ 4815941 h 6858000"/>
              <a:gd name="connsiteX262" fmla="*/ 6953922 w 7472601"/>
              <a:gd name="connsiteY262" fmla="*/ 4890068 h 6858000"/>
              <a:gd name="connsiteX263" fmla="*/ 6071359 w 7472601"/>
              <a:gd name="connsiteY263" fmla="*/ 4770770 h 6858000"/>
              <a:gd name="connsiteX264" fmla="*/ 6038839 w 7472601"/>
              <a:gd name="connsiteY264" fmla="*/ 4764474 h 6858000"/>
              <a:gd name="connsiteX265" fmla="*/ 6038706 w 7472601"/>
              <a:gd name="connsiteY265" fmla="*/ 4763847 h 6858000"/>
              <a:gd name="connsiteX266" fmla="*/ 6037784 w 7472601"/>
              <a:gd name="connsiteY266" fmla="*/ 4764270 h 6858000"/>
              <a:gd name="connsiteX267" fmla="*/ 6038839 w 7472601"/>
              <a:gd name="connsiteY267" fmla="*/ 4764474 h 6858000"/>
              <a:gd name="connsiteX268" fmla="*/ 6040338 w 7472601"/>
              <a:gd name="connsiteY268" fmla="*/ 4771418 h 6858000"/>
              <a:gd name="connsiteX269" fmla="*/ 6024488 w 7472601"/>
              <a:gd name="connsiteY269" fmla="*/ 4809903 h 6858000"/>
              <a:gd name="connsiteX270" fmla="*/ 5599771 w 7472601"/>
              <a:gd name="connsiteY270" fmla="*/ 5509652 h 6858000"/>
              <a:gd name="connsiteX271" fmla="*/ 5548843 w 7472601"/>
              <a:gd name="connsiteY271" fmla="*/ 5563845 h 6858000"/>
              <a:gd name="connsiteX272" fmla="*/ 5940952 w 7472601"/>
              <a:gd name="connsiteY272" fmla="*/ 6250028 h 6858000"/>
              <a:gd name="connsiteX273" fmla="*/ 6043441 w 7472601"/>
              <a:gd name="connsiteY273" fmla="*/ 6665847 h 6858000"/>
              <a:gd name="connsiteX274" fmla="*/ 6093432 w 7472601"/>
              <a:gd name="connsiteY274" fmla="*/ 6858000 h 6858000"/>
              <a:gd name="connsiteX275" fmla="*/ 6034344 w 7472601"/>
              <a:gd name="connsiteY275" fmla="*/ 6858000 h 6858000"/>
              <a:gd name="connsiteX276" fmla="*/ 6026679 w 7472601"/>
              <a:gd name="connsiteY276" fmla="*/ 6836959 h 6858000"/>
              <a:gd name="connsiteX277" fmla="*/ 5800441 w 7472601"/>
              <a:gd name="connsiteY277" fmla="*/ 6335286 h 6858000"/>
              <a:gd name="connsiteX278" fmla="*/ 5526562 w 7472601"/>
              <a:gd name="connsiteY278" fmla="*/ 5705388 h 6858000"/>
              <a:gd name="connsiteX279" fmla="*/ 5519640 w 7472601"/>
              <a:gd name="connsiteY279" fmla="*/ 5683774 h 6858000"/>
              <a:gd name="connsiteX280" fmla="*/ 5844559 w 7472601"/>
              <a:gd name="connsiteY280" fmla="*/ 6553349 h 6858000"/>
              <a:gd name="connsiteX281" fmla="*/ 5975994 w 7472601"/>
              <a:gd name="connsiteY281" fmla="*/ 6858000 h 6858000"/>
              <a:gd name="connsiteX282" fmla="*/ 5898547 w 7472601"/>
              <a:gd name="connsiteY282" fmla="*/ 6858000 h 6858000"/>
              <a:gd name="connsiteX283" fmla="*/ 5682041 w 7472601"/>
              <a:gd name="connsiteY283" fmla="*/ 6355860 h 6858000"/>
              <a:gd name="connsiteX284" fmla="*/ 5461758 w 7472601"/>
              <a:gd name="connsiteY284" fmla="*/ 5820220 h 6858000"/>
              <a:gd name="connsiteX285" fmla="*/ 5237282 w 7472601"/>
              <a:gd name="connsiteY285" fmla="*/ 6579086 h 6858000"/>
              <a:gd name="connsiteX286" fmla="*/ 5115009 w 7472601"/>
              <a:gd name="connsiteY286" fmla="*/ 6858000 h 6858000"/>
              <a:gd name="connsiteX287" fmla="*/ 5028074 w 7472601"/>
              <a:gd name="connsiteY287" fmla="*/ 6858000 h 6858000"/>
              <a:gd name="connsiteX288" fmla="*/ 5079508 w 7472601"/>
              <a:gd name="connsiteY288" fmla="*/ 6749074 h 6858000"/>
              <a:gd name="connsiteX289" fmla="*/ 5371846 w 7472601"/>
              <a:gd name="connsiteY289" fmla="*/ 5924413 h 6858000"/>
              <a:gd name="connsiteX290" fmla="*/ 5270512 w 7472601"/>
              <a:gd name="connsiteY290" fmla="*/ 6138975 h 6858000"/>
              <a:gd name="connsiteX291" fmla="*/ 5062409 w 7472601"/>
              <a:gd name="connsiteY291" fmla="*/ 6653544 h 6858000"/>
              <a:gd name="connsiteX292" fmla="*/ 5036628 w 7472601"/>
              <a:gd name="connsiteY292" fmla="*/ 6754247 h 6858000"/>
              <a:gd name="connsiteX293" fmla="*/ 5009112 w 7472601"/>
              <a:gd name="connsiteY293" fmla="*/ 6858000 h 6858000"/>
              <a:gd name="connsiteX294" fmla="*/ 4976679 w 7472601"/>
              <a:gd name="connsiteY294" fmla="*/ 6858000 h 6858000"/>
              <a:gd name="connsiteX295" fmla="*/ 5006537 w 7472601"/>
              <a:gd name="connsiteY295" fmla="*/ 6747068 h 6858000"/>
              <a:gd name="connsiteX296" fmla="*/ 5032723 w 7472601"/>
              <a:gd name="connsiteY296" fmla="*/ 6644957 h 6858000"/>
              <a:gd name="connsiteX297" fmla="*/ 5242949 w 7472601"/>
              <a:gd name="connsiteY297" fmla="*/ 6125175 h 6858000"/>
              <a:gd name="connsiteX298" fmla="*/ 5286321 w 7472601"/>
              <a:gd name="connsiteY298" fmla="*/ 6033555 h 6858000"/>
              <a:gd name="connsiteX299" fmla="*/ 5008210 w 7472601"/>
              <a:gd name="connsiteY299" fmla="*/ 6649194 h 6858000"/>
              <a:gd name="connsiteX300" fmla="*/ 4986321 w 7472601"/>
              <a:gd name="connsiteY300" fmla="*/ 6765687 h 6858000"/>
              <a:gd name="connsiteX301" fmla="*/ 4973474 w 7472601"/>
              <a:gd name="connsiteY301" fmla="*/ 6858000 h 6858000"/>
              <a:gd name="connsiteX302" fmla="*/ 4907178 w 7472601"/>
              <a:gd name="connsiteY302" fmla="*/ 6858000 h 6858000"/>
              <a:gd name="connsiteX303" fmla="*/ 4910810 w 7472601"/>
              <a:gd name="connsiteY303" fmla="*/ 6829660 h 6858000"/>
              <a:gd name="connsiteX304" fmla="*/ 4987461 w 7472601"/>
              <a:gd name="connsiteY304" fmla="*/ 6432994 h 6858000"/>
              <a:gd name="connsiteX305" fmla="*/ 5179262 w 7472601"/>
              <a:gd name="connsiteY305" fmla="*/ 6035044 h 6858000"/>
              <a:gd name="connsiteX306" fmla="*/ 4689678 w 7472601"/>
              <a:gd name="connsiteY306" fmla="*/ 6440241 h 6858000"/>
              <a:gd name="connsiteX307" fmla="*/ 4477543 w 7472601"/>
              <a:gd name="connsiteY307" fmla="*/ 6674836 h 6858000"/>
              <a:gd name="connsiteX308" fmla="*/ 4329957 w 7472601"/>
              <a:gd name="connsiteY308" fmla="*/ 6858000 h 6858000"/>
              <a:gd name="connsiteX309" fmla="*/ 4218595 w 7472601"/>
              <a:gd name="connsiteY309" fmla="*/ 6858000 h 6858000"/>
              <a:gd name="connsiteX310" fmla="*/ 4368888 w 7472601"/>
              <a:gd name="connsiteY310" fmla="*/ 6668412 h 6858000"/>
              <a:gd name="connsiteX311" fmla="*/ 4563091 w 7472601"/>
              <a:gd name="connsiteY311" fmla="*/ 6442508 h 6858000"/>
              <a:gd name="connsiteX312" fmla="*/ 5387324 w 7472601"/>
              <a:gd name="connsiteY312" fmla="*/ 5705830 h 6858000"/>
              <a:gd name="connsiteX313" fmla="*/ 5073620 w 7472601"/>
              <a:gd name="connsiteY313" fmla="*/ 5955437 h 6858000"/>
              <a:gd name="connsiteX314" fmla="*/ 4689789 w 7472601"/>
              <a:gd name="connsiteY314" fmla="*/ 6268382 h 6858000"/>
              <a:gd name="connsiteX315" fmla="*/ 4418722 w 7472601"/>
              <a:gd name="connsiteY315" fmla="*/ 6570886 h 6858000"/>
              <a:gd name="connsiteX316" fmla="*/ 4214944 w 7472601"/>
              <a:gd name="connsiteY316" fmla="*/ 6858000 h 6858000"/>
              <a:gd name="connsiteX317" fmla="*/ 4177898 w 7472601"/>
              <a:gd name="connsiteY317" fmla="*/ 6858000 h 6858000"/>
              <a:gd name="connsiteX318" fmla="*/ 4391597 w 7472601"/>
              <a:gd name="connsiteY318" fmla="*/ 6556370 h 6858000"/>
              <a:gd name="connsiteX319" fmla="*/ 4668889 w 7472601"/>
              <a:gd name="connsiteY319" fmla="*/ 6246399 h 6858000"/>
              <a:gd name="connsiteX320" fmla="*/ 5055427 w 7472601"/>
              <a:gd name="connsiteY320" fmla="*/ 5931476 h 6858000"/>
              <a:gd name="connsiteX321" fmla="*/ 5371814 w 7472601"/>
              <a:gd name="connsiteY321" fmla="*/ 5678975 h 6858000"/>
              <a:gd name="connsiteX322" fmla="*/ 4987918 w 7472601"/>
              <a:gd name="connsiteY322" fmla="*/ 5838701 h 6858000"/>
              <a:gd name="connsiteX323" fmla="*/ 4317146 w 7472601"/>
              <a:gd name="connsiteY323" fmla="*/ 6587716 h 6858000"/>
              <a:gd name="connsiteX324" fmla="*/ 4171627 w 7472601"/>
              <a:gd name="connsiteY324" fmla="*/ 6858000 h 6858000"/>
              <a:gd name="connsiteX325" fmla="*/ 4081585 w 7472601"/>
              <a:gd name="connsiteY325" fmla="*/ 6858000 h 6858000"/>
              <a:gd name="connsiteX326" fmla="*/ 4238603 w 7472601"/>
              <a:gd name="connsiteY326" fmla="*/ 6559341 h 6858000"/>
              <a:gd name="connsiteX327" fmla="*/ 4778333 w 7472601"/>
              <a:gd name="connsiteY327" fmla="*/ 5873626 h 6858000"/>
              <a:gd name="connsiteX328" fmla="*/ 5414185 w 7472601"/>
              <a:gd name="connsiteY328" fmla="*/ 5573882 h 6858000"/>
              <a:gd name="connsiteX329" fmla="*/ 5959648 w 7472601"/>
              <a:gd name="connsiteY329" fmla="*/ 4760797 h 6858000"/>
              <a:gd name="connsiteX330" fmla="*/ 5355019 w 7472601"/>
              <a:gd name="connsiteY330" fmla="*/ 4734672 h 6858000"/>
              <a:gd name="connsiteX331" fmla="*/ 5083565 w 7472601"/>
              <a:gd name="connsiteY331" fmla="*/ 5179121 h 6858000"/>
              <a:gd name="connsiteX332" fmla="*/ 4713577 w 7472601"/>
              <a:gd name="connsiteY332" fmla="*/ 5616803 h 6858000"/>
              <a:gd name="connsiteX333" fmla="*/ 3989559 w 7472601"/>
              <a:gd name="connsiteY333" fmla="*/ 6145945 h 6858000"/>
              <a:gd name="connsiteX334" fmla="*/ 3939824 w 7472601"/>
              <a:gd name="connsiteY334" fmla="*/ 6066900 h 6858000"/>
              <a:gd name="connsiteX335" fmla="*/ 4584537 w 7472601"/>
              <a:gd name="connsiteY335" fmla="*/ 5324826 h 6858000"/>
              <a:gd name="connsiteX336" fmla="*/ 5037105 w 7472601"/>
              <a:gd name="connsiteY336" fmla="*/ 5088765 h 6858000"/>
              <a:gd name="connsiteX337" fmla="*/ 5039930 w 7472601"/>
              <a:gd name="connsiteY337" fmla="*/ 5089585 h 6858000"/>
              <a:gd name="connsiteX338" fmla="*/ 5263764 w 7472601"/>
              <a:gd name="connsiteY338" fmla="*/ 4735525 h 6858000"/>
              <a:gd name="connsiteX339" fmla="*/ 4086300 w 7472601"/>
              <a:gd name="connsiteY339" fmla="*/ 4884599 h 6858000"/>
              <a:gd name="connsiteX340" fmla="*/ 4085485 w 7472601"/>
              <a:gd name="connsiteY340" fmla="*/ 4899070 h 6858000"/>
              <a:gd name="connsiteX341" fmla="*/ 3871915 w 7472601"/>
              <a:gd name="connsiteY341" fmla="*/ 5253645 h 6858000"/>
              <a:gd name="connsiteX342" fmla="*/ 3799374 w 7472601"/>
              <a:gd name="connsiteY342" fmla="*/ 5466127 h 6858000"/>
              <a:gd name="connsiteX343" fmla="*/ 3498850 w 7472601"/>
              <a:gd name="connsiteY343" fmla="*/ 6661888 h 6858000"/>
              <a:gd name="connsiteX344" fmla="*/ 3399216 w 7472601"/>
              <a:gd name="connsiteY344" fmla="*/ 6858000 h 6858000"/>
              <a:gd name="connsiteX345" fmla="*/ 3303688 w 7472601"/>
              <a:gd name="connsiteY345" fmla="*/ 6858000 h 6858000"/>
              <a:gd name="connsiteX346" fmla="*/ 3391774 w 7472601"/>
              <a:gd name="connsiteY346" fmla="*/ 6697181 h 6858000"/>
              <a:gd name="connsiteX347" fmla="*/ 3735540 w 7472601"/>
              <a:gd name="connsiteY347" fmla="*/ 5546923 h 6858000"/>
              <a:gd name="connsiteX348" fmla="*/ 3729438 w 7472601"/>
              <a:gd name="connsiteY348" fmla="*/ 5569058 h 6858000"/>
              <a:gd name="connsiteX349" fmla="*/ 3707782 w 7472601"/>
              <a:gd name="connsiteY349" fmla="*/ 5644908 h 6858000"/>
              <a:gd name="connsiteX350" fmla="*/ 3583827 w 7472601"/>
              <a:gd name="connsiteY350" fmla="*/ 6039215 h 6858000"/>
              <a:gd name="connsiteX351" fmla="*/ 3547861 w 7472601"/>
              <a:gd name="connsiteY351" fmla="*/ 6129609 h 6858000"/>
              <a:gd name="connsiteX352" fmla="*/ 3490905 w 7472601"/>
              <a:gd name="connsiteY352" fmla="*/ 6277660 h 6858000"/>
              <a:gd name="connsiteX353" fmla="*/ 3455859 w 7472601"/>
              <a:gd name="connsiteY353" fmla="*/ 6391301 h 6858000"/>
              <a:gd name="connsiteX354" fmla="*/ 3429112 w 7472601"/>
              <a:gd name="connsiteY354" fmla="*/ 6479469 h 6858000"/>
              <a:gd name="connsiteX355" fmla="*/ 3304862 w 7472601"/>
              <a:gd name="connsiteY355" fmla="*/ 6796476 h 6858000"/>
              <a:gd name="connsiteX356" fmla="*/ 3276071 w 7472601"/>
              <a:gd name="connsiteY356" fmla="*/ 6858000 h 6858000"/>
              <a:gd name="connsiteX357" fmla="*/ 3240805 w 7472601"/>
              <a:gd name="connsiteY357" fmla="*/ 6858000 h 6858000"/>
              <a:gd name="connsiteX358" fmla="*/ 3275917 w 7472601"/>
              <a:gd name="connsiteY358" fmla="*/ 6783192 h 6858000"/>
              <a:gd name="connsiteX359" fmla="*/ 3399358 w 7472601"/>
              <a:gd name="connsiteY359" fmla="*/ 6469011 h 6858000"/>
              <a:gd name="connsiteX360" fmla="*/ 3425650 w 7472601"/>
              <a:gd name="connsiteY360" fmla="*/ 6381333 h 6858000"/>
              <a:gd name="connsiteX361" fmla="*/ 3460661 w 7472601"/>
              <a:gd name="connsiteY361" fmla="*/ 6266763 h 6858000"/>
              <a:gd name="connsiteX362" fmla="*/ 3518021 w 7472601"/>
              <a:gd name="connsiteY362" fmla="*/ 6117298 h 6858000"/>
              <a:gd name="connsiteX363" fmla="*/ 3554035 w 7472601"/>
              <a:gd name="connsiteY363" fmla="*/ 6027832 h 6858000"/>
              <a:gd name="connsiteX364" fmla="*/ 3677174 w 7472601"/>
              <a:gd name="connsiteY364" fmla="*/ 5636351 h 6858000"/>
              <a:gd name="connsiteX365" fmla="*/ 3698819 w 7472601"/>
              <a:gd name="connsiteY365" fmla="*/ 5560503 h 6858000"/>
              <a:gd name="connsiteX366" fmla="*/ 3702094 w 7472601"/>
              <a:gd name="connsiteY366" fmla="*/ 5549194 h 6858000"/>
              <a:gd name="connsiteX367" fmla="*/ 3398355 w 7472601"/>
              <a:gd name="connsiteY367" fmla="*/ 6094603 h 6858000"/>
              <a:gd name="connsiteX368" fmla="*/ 3193941 w 7472601"/>
              <a:gd name="connsiteY368" fmla="*/ 6798775 h 6858000"/>
              <a:gd name="connsiteX369" fmla="*/ 3184140 w 7472601"/>
              <a:gd name="connsiteY369" fmla="*/ 6858000 h 6858000"/>
              <a:gd name="connsiteX370" fmla="*/ 3099978 w 7472601"/>
              <a:gd name="connsiteY370" fmla="*/ 6858000 h 6858000"/>
              <a:gd name="connsiteX371" fmla="*/ 3101556 w 7472601"/>
              <a:gd name="connsiteY371" fmla="*/ 6843337 h 6858000"/>
              <a:gd name="connsiteX372" fmla="*/ 3370162 w 7472601"/>
              <a:gd name="connsiteY372" fmla="*/ 5785550 h 6858000"/>
              <a:gd name="connsiteX373" fmla="*/ 3746477 w 7472601"/>
              <a:gd name="connsiteY373" fmla="*/ 5377889 h 6858000"/>
              <a:gd name="connsiteX374" fmla="*/ 3863399 w 7472601"/>
              <a:gd name="connsiteY374" fmla="*/ 5087257 h 6858000"/>
              <a:gd name="connsiteX375" fmla="*/ 3968712 w 7472601"/>
              <a:gd name="connsiteY375" fmla="*/ 4913989 h 6858000"/>
              <a:gd name="connsiteX376" fmla="*/ 2792390 w 7472601"/>
              <a:gd name="connsiteY376" fmla="*/ 5382974 h 6858000"/>
              <a:gd name="connsiteX377" fmla="*/ 2714982 w 7472601"/>
              <a:gd name="connsiteY377" fmla="*/ 5427051 h 6858000"/>
              <a:gd name="connsiteX378" fmla="*/ 2813361 w 7472601"/>
              <a:gd name="connsiteY378" fmla="*/ 6023912 h 6858000"/>
              <a:gd name="connsiteX379" fmla="*/ 2688430 w 7472601"/>
              <a:gd name="connsiteY379" fmla="*/ 6801564 h 6858000"/>
              <a:gd name="connsiteX380" fmla="*/ 2629626 w 7472601"/>
              <a:gd name="connsiteY380" fmla="*/ 6763394 h 6858000"/>
              <a:gd name="connsiteX381" fmla="*/ 2565328 w 7472601"/>
              <a:gd name="connsiteY381" fmla="*/ 5516399 h 6858000"/>
              <a:gd name="connsiteX382" fmla="*/ 1922999 w 7472601"/>
              <a:gd name="connsiteY382" fmla="*/ 5980343 h 6858000"/>
              <a:gd name="connsiteX383" fmla="*/ 1950261 w 7472601"/>
              <a:gd name="connsiteY383" fmla="*/ 6405858 h 6858000"/>
              <a:gd name="connsiteX384" fmla="*/ 2365554 w 7472601"/>
              <a:gd name="connsiteY384" fmla="*/ 6759107 h 6858000"/>
              <a:gd name="connsiteX385" fmla="*/ 2424142 w 7472601"/>
              <a:gd name="connsiteY385" fmla="*/ 6858000 h 6858000"/>
              <a:gd name="connsiteX386" fmla="*/ 2395994 w 7472601"/>
              <a:gd name="connsiteY386" fmla="*/ 6858000 h 6858000"/>
              <a:gd name="connsiteX387" fmla="*/ 2392863 w 7472601"/>
              <a:gd name="connsiteY387" fmla="*/ 6852964 h 6858000"/>
              <a:gd name="connsiteX388" fmla="*/ 2017589 w 7472601"/>
              <a:gd name="connsiteY388" fmla="*/ 6493982 h 6858000"/>
              <a:gd name="connsiteX389" fmla="*/ 2147336 w 7472601"/>
              <a:gd name="connsiteY389" fmla="*/ 6594052 h 6858000"/>
              <a:gd name="connsiteX390" fmla="*/ 2207047 w 7472601"/>
              <a:gd name="connsiteY390" fmla="*/ 6654540 h 6858000"/>
              <a:gd name="connsiteX391" fmla="*/ 2299106 w 7472601"/>
              <a:gd name="connsiteY391" fmla="*/ 6778931 h 6858000"/>
              <a:gd name="connsiteX392" fmla="*/ 2314430 w 7472601"/>
              <a:gd name="connsiteY392" fmla="*/ 6801144 h 6858000"/>
              <a:gd name="connsiteX393" fmla="*/ 2352406 w 7472601"/>
              <a:gd name="connsiteY393" fmla="*/ 6858000 h 6858000"/>
              <a:gd name="connsiteX394" fmla="*/ 2314492 w 7472601"/>
              <a:gd name="connsiteY394" fmla="*/ 6858000 h 6858000"/>
              <a:gd name="connsiteX395" fmla="*/ 2288095 w 7472601"/>
              <a:gd name="connsiteY395" fmla="*/ 6818030 h 6858000"/>
              <a:gd name="connsiteX396" fmla="*/ 2272768 w 7472601"/>
              <a:gd name="connsiteY396" fmla="*/ 6795822 h 6858000"/>
              <a:gd name="connsiteX397" fmla="*/ 2182715 w 7472601"/>
              <a:gd name="connsiteY397" fmla="*/ 6675071 h 6858000"/>
              <a:gd name="connsiteX398" fmla="*/ 2032061 w 7472601"/>
              <a:gd name="connsiteY398" fmla="*/ 6541380 h 6858000"/>
              <a:gd name="connsiteX399" fmla="*/ 2257220 w 7472601"/>
              <a:gd name="connsiteY399" fmla="*/ 6826257 h 6858000"/>
              <a:gd name="connsiteX400" fmla="*/ 2281324 w 7472601"/>
              <a:gd name="connsiteY400" fmla="*/ 6858000 h 6858000"/>
              <a:gd name="connsiteX401" fmla="*/ 2242860 w 7472601"/>
              <a:gd name="connsiteY401" fmla="*/ 6858000 h 6858000"/>
              <a:gd name="connsiteX402" fmla="*/ 2232818 w 7472601"/>
              <a:gd name="connsiteY402" fmla="*/ 6844926 h 6858000"/>
              <a:gd name="connsiteX403" fmla="*/ 1990172 w 7472601"/>
              <a:gd name="connsiteY403" fmla="*/ 6542121 h 6858000"/>
              <a:gd name="connsiteX404" fmla="*/ 2124090 w 7472601"/>
              <a:gd name="connsiteY404" fmla="*/ 6761017 h 6858000"/>
              <a:gd name="connsiteX405" fmla="*/ 2200380 w 7472601"/>
              <a:gd name="connsiteY405" fmla="*/ 6858000 h 6858000"/>
              <a:gd name="connsiteX406" fmla="*/ 2147507 w 7472601"/>
              <a:gd name="connsiteY406" fmla="*/ 6858000 h 6858000"/>
              <a:gd name="connsiteX407" fmla="*/ 2070668 w 7472601"/>
              <a:gd name="connsiteY407" fmla="*/ 6761520 h 6858000"/>
              <a:gd name="connsiteX408" fmla="*/ 1975142 w 7472601"/>
              <a:gd name="connsiteY408" fmla="*/ 6585570 h 6858000"/>
              <a:gd name="connsiteX409" fmla="*/ 2050035 w 7472601"/>
              <a:gd name="connsiteY409" fmla="*/ 6813345 h 6858000"/>
              <a:gd name="connsiteX410" fmla="*/ 2063025 w 7472601"/>
              <a:gd name="connsiteY410" fmla="*/ 6858000 h 6858000"/>
              <a:gd name="connsiteX411" fmla="*/ 2021675 w 7472601"/>
              <a:gd name="connsiteY411" fmla="*/ 6858000 h 6858000"/>
              <a:gd name="connsiteX412" fmla="*/ 2019308 w 7472601"/>
              <a:gd name="connsiteY412" fmla="*/ 6847118 h 6858000"/>
              <a:gd name="connsiteX413" fmla="*/ 1938835 w 7472601"/>
              <a:gd name="connsiteY413" fmla="*/ 6551160 h 6858000"/>
              <a:gd name="connsiteX414" fmla="*/ 1953230 w 7472601"/>
              <a:gd name="connsiteY414" fmla="*/ 6759699 h 6858000"/>
              <a:gd name="connsiteX415" fmla="*/ 1956763 w 7472601"/>
              <a:gd name="connsiteY415" fmla="*/ 6778191 h 6858000"/>
              <a:gd name="connsiteX416" fmla="*/ 1967925 w 7472601"/>
              <a:gd name="connsiteY416" fmla="*/ 6858000 h 6858000"/>
              <a:gd name="connsiteX417" fmla="*/ 1936622 w 7472601"/>
              <a:gd name="connsiteY417" fmla="*/ 6858000 h 6858000"/>
              <a:gd name="connsiteX418" fmla="*/ 1926261 w 7472601"/>
              <a:gd name="connsiteY418" fmla="*/ 6784064 h 6858000"/>
              <a:gd name="connsiteX419" fmla="*/ 1922724 w 7472601"/>
              <a:gd name="connsiteY419" fmla="*/ 6765577 h 6858000"/>
              <a:gd name="connsiteX420" fmla="*/ 1904650 w 7472601"/>
              <a:gd name="connsiteY420" fmla="*/ 6639616 h 6858000"/>
              <a:gd name="connsiteX421" fmla="*/ 1885273 w 7472601"/>
              <a:gd name="connsiteY421" fmla="*/ 6858000 h 6858000"/>
              <a:gd name="connsiteX422" fmla="*/ 1854363 w 7472601"/>
              <a:gd name="connsiteY422" fmla="*/ 6858000 h 6858000"/>
              <a:gd name="connsiteX423" fmla="*/ 1880391 w 7472601"/>
              <a:gd name="connsiteY423" fmla="*/ 6603796 h 6858000"/>
              <a:gd name="connsiteX424" fmla="*/ 1818273 w 7472601"/>
              <a:gd name="connsiteY424" fmla="*/ 6715729 h 6858000"/>
              <a:gd name="connsiteX425" fmla="*/ 1794691 w 7472601"/>
              <a:gd name="connsiteY425" fmla="*/ 6843239 h 6858000"/>
              <a:gd name="connsiteX426" fmla="*/ 1794914 w 7472601"/>
              <a:gd name="connsiteY426" fmla="*/ 6858000 h 6858000"/>
              <a:gd name="connsiteX427" fmla="*/ 1746128 w 7472601"/>
              <a:gd name="connsiteY427" fmla="*/ 6858000 h 6858000"/>
              <a:gd name="connsiteX428" fmla="*/ 1753934 w 7472601"/>
              <a:gd name="connsiteY428" fmla="*/ 6724796 h 6858000"/>
              <a:gd name="connsiteX429" fmla="*/ 1792053 w 7472601"/>
              <a:gd name="connsiteY429" fmla="*/ 6572396 h 6858000"/>
              <a:gd name="connsiteX430" fmla="*/ 1862248 w 7472601"/>
              <a:gd name="connsiteY430" fmla="*/ 6266397 h 6858000"/>
              <a:gd name="connsiteX431" fmla="*/ 1862250 w 7472601"/>
              <a:gd name="connsiteY431" fmla="*/ 6033531 h 6858000"/>
              <a:gd name="connsiteX432" fmla="*/ 1211999 w 7472601"/>
              <a:gd name="connsiteY432" fmla="*/ 6683610 h 6858000"/>
              <a:gd name="connsiteX433" fmla="*/ 1213266 w 7472601"/>
              <a:gd name="connsiteY433" fmla="*/ 6691947 h 6858000"/>
              <a:gd name="connsiteX434" fmla="*/ 1203370 w 7472601"/>
              <a:gd name="connsiteY434" fmla="*/ 6850676 h 6858000"/>
              <a:gd name="connsiteX435" fmla="*/ 1203671 w 7472601"/>
              <a:gd name="connsiteY435" fmla="*/ 6858000 h 6858000"/>
              <a:gd name="connsiteX436" fmla="*/ 1143180 w 7472601"/>
              <a:gd name="connsiteY436" fmla="*/ 6858000 h 6858000"/>
              <a:gd name="connsiteX437" fmla="*/ 1142176 w 7472601"/>
              <a:gd name="connsiteY437" fmla="*/ 6766045 h 6858000"/>
              <a:gd name="connsiteX438" fmla="*/ 1067484 w 7472601"/>
              <a:gd name="connsiteY438" fmla="*/ 6858000 h 6858000"/>
              <a:gd name="connsiteX439" fmla="*/ 953928 w 7472601"/>
              <a:gd name="connsiteY439" fmla="*/ 6858000 h 6858000"/>
              <a:gd name="connsiteX440" fmla="*/ 959715 w 7472601"/>
              <a:gd name="connsiteY440" fmla="*/ 6850185 h 6858000"/>
              <a:gd name="connsiteX441" fmla="*/ 1483788 w 7472601"/>
              <a:gd name="connsiteY441" fmla="*/ 6259174 h 6858000"/>
              <a:gd name="connsiteX442" fmla="*/ 1100671 w 7472601"/>
              <a:gd name="connsiteY442" fmla="*/ 6252137 h 6858000"/>
              <a:gd name="connsiteX443" fmla="*/ 1090144 w 7472601"/>
              <a:gd name="connsiteY443" fmla="*/ 6256748 h 6858000"/>
              <a:gd name="connsiteX444" fmla="*/ 1095872 w 7472601"/>
              <a:gd name="connsiteY444" fmla="*/ 6271892 h 6858000"/>
              <a:gd name="connsiteX445" fmla="*/ 262785 w 7472601"/>
              <a:gd name="connsiteY445" fmla="*/ 6845450 h 6858000"/>
              <a:gd name="connsiteX446" fmla="*/ 209968 w 7472601"/>
              <a:gd name="connsiteY446" fmla="*/ 6770713 h 6858000"/>
              <a:gd name="connsiteX447" fmla="*/ 873460 w 7472601"/>
              <a:gd name="connsiteY447" fmla="*/ 6253768 h 6858000"/>
              <a:gd name="connsiteX448" fmla="*/ 192686 w 7472601"/>
              <a:gd name="connsiteY448" fmla="*/ 5849257 h 6858000"/>
              <a:gd name="connsiteX449" fmla="*/ 4696 w 7472601"/>
              <a:gd name="connsiteY449" fmla="*/ 5697668 h 6858000"/>
              <a:gd name="connsiteX450" fmla="*/ 0 w 7472601"/>
              <a:gd name="connsiteY450" fmla="*/ 5689984 h 6858000"/>
              <a:gd name="connsiteX451" fmla="*/ 0 w 7472601"/>
              <a:gd name="connsiteY451" fmla="*/ 5513472 h 6858000"/>
              <a:gd name="connsiteX452" fmla="*/ 174101 w 7472601"/>
              <a:gd name="connsiteY452" fmla="*/ 5620277 h 6858000"/>
              <a:gd name="connsiteX453" fmla="*/ 891800 w 7472601"/>
              <a:gd name="connsiteY453" fmla="*/ 6036935 h 6858000"/>
              <a:gd name="connsiteX454" fmla="*/ 1072219 w 7472601"/>
              <a:gd name="connsiteY454" fmla="*/ 6169443 h 6858000"/>
              <a:gd name="connsiteX455" fmla="*/ 1074117 w 7472601"/>
              <a:gd name="connsiteY455" fmla="*/ 6170301 h 6858000"/>
              <a:gd name="connsiteX456" fmla="*/ 1083114 w 7472601"/>
              <a:gd name="connsiteY456" fmla="*/ 6174131 h 6858000"/>
              <a:gd name="connsiteX457" fmla="*/ 1543010 w 7472601"/>
              <a:gd name="connsiteY457" fmla="*/ 6191140 h 6858000"/>
              <a:gd name="connsiteX458" fmla="*/ 1551080 w 7472601"/>
              <a:gd name="connsiteY458" fmla="*/ 6195006 h 6858000"/>
              <a:gd name="connsiteX459" fmla="*/ 2345443 w 7472601"/>
              <a:gd name="connsiteY459" fmla="*/ 5549882 h 6858000"/>
              <a:gd name="connsiteX460" fmla="*/ 1721499 w 7472601"/>
              <a:gd name="connsiteY460" fmla="*/ 5599969 h 6858000"/>
              <a:gd name="connsiteX461" fmla="*/ 767716 w 7472601"/>
              <a:gd name="connsiteY461" fmla="*/ 5472768 h 6858000"/>
              <a:gd name="connsiteX462" fmla="*/ 722147 w 7472601"/>
              <a:gd name="connsiteY462" fmla="*/ 5393091 h 6858000"/>
              <a:gd name="connsiteX463" fmla="*/ 1485552 w 7472601"/>
              <a:gd name="connsiteY463" fmla="*/ 5313202 h 6858000"/>
              <a:gd name="connsiteX464" fmla="*/ 2143004 w 7472601"/>
              <a:gd name="connsiteY464" fmla="*/ 5402420 h 6858000"/>
              <a:gd name="connsiteX465" fmla="*/ 1933391 w 7472601"/>
              <a:gd name="connsiteY465" fmla="*/ 5156971 h 6858000"/>
              <a:gd name="connsiteX466" fmla="*/ 1827118 w 7472601"/>
              <a:gd name="connsiteY466" fmla="*/ 4968410 h 6858000"/>
              <a:gd name="connsiteX467" fmla="*/ 1837349 w 7472601"/>
              <a:gd name="connsiteY467" fmla="*/ 4956357 h 6858000"/>
              <a:gd name="connsiteX468" fmla="*/ 2162835 w 7472601"/>
              <a:gd name="connsiteY468" fmla="*/ 5187853 h 6858000"/>
              <a:gd name="connsiteX469" fmla="*/ 2257167 w 7472601"/>
              <a:gd name="connsiteY469" fmla="*/ 5462123 h 6858000"/>
              <a:gd name="connsiteX470" fmla="*/ 2261598 w 7472601"/>
              <a:gd name="connsiteY470" fmla="*/ 5467998 h 6858000"/>
              <a:gd name="connsiteX471" fmla="*/ 2437177 w 7472601"/>
              <a:gd name="connsiteY471" fmla="*/ 5479608 h 6858000"/>
              <a:gd name="connsiteX472" fmla="*/ 2445247 w 7472601"/>
              <a:gd name="connsiteY472" fmla="*/ 5483476 h 6858000"/>
              <a:gd name="connsiteX473" fmla="*/ 2743626 w 7472601"/>
              <a:gd name="connsiteY473" fmla="*/ 5304819 h 6858000"/>
              <a:gd name="connsiteX474" fmla="*/ 3048102 w 7472601"/>
              <a:gd name="connsiteY474" fmla="*/ 5150595 h 6858000"/>
              <a:gd name="connsiteX475" fmla="*/ 1799414 w 7472601"/>
              <a:gd name="connsiteY475" fmla="*/ 4694732 h 6858000"/>
              <a:gd name="connsiteX476" fmla="*/ 1771735 w 7472601"/>
              <a:gd name="connsiteY476" fmla="*/ 4619929 h 6858000"/>
              <a:gd name="connsiteX477" fmla="*/ 3104273 w 7472601"/>
              <a:gd name="connsiteY477" fmla="*/ 5076159 h 6858000"/>
              <a:gd name="connsiteX478" fmla="*/ 3113245 w 7472601"/>
              <a:gd name="connsiteY478" fmla="*/ 5090705 h 6858000"/>
              <a:gd name="connsiteX479" fmla="*/ 3126294 w 7472601"/>
              <a:gd name="connsiteY479" fmla="*/ 5114400 h 6858000"/>
              <a:gd name="connsiteX480" fmla="*/ 3937433 w 7472601"/>
              <a:gd name="connsiteY480" fmla="*/ 4830473 h 6858000"/>
              <a:gd name="connsiteX481" fmla="*/ 3590475 w 7472601"/>
              <a:gd name="connsiteY481" fmla="*/ 4597974 h 6858000"/>
              <a:gd name="connsiteX482" fmla="*/ 3100264 w 7472601"/>
              <a:gd name="connsiteY482" fmla="*/ 4579845 h 6858000"/>
              <a:gd name="connsiteX483" fmla="*/ 2183576 w 7472601"/>
              <a:gd name="connsiteY483" fmla="*/ 4227150 h 6858000"/>
              <a:gd name="connsiteX484" fmla="*/ 2151029 w 7472601"/>
              <a:gd name="connsiteY484" fmla="*/ 4146947 h 6858000"/>
              <a:gd name="connsiteX485" fmla="*/ 3563434 w 7472601"/>
              <a:gd name="connsiteY485" fmla="*/ 4469115 h 6858000"/>
              <a:gd name="connsiteX486" fmla="*/ 3177952 w 7472601"/>
              <a:gd name="connsiteY486" fmla="*/ 3657386 h 6858000"/>
              <a:gd name="connsiteX487" fmla="*/ 3189263 w 7472601"/>
              <a:gd name="connsiteY487" fmla="*/ 3625726 h 6858000"/>
              <a:gd name="connsiteX488" fmla="*/ 3560912 w 7472601"/>
              <a:gd name="connsiteY488" fmla="*/ 4079863 h 6858000"/>
              <a:gd name="connsiteX489" fmla="*/ 3626636 w 7472601"/>
              <a:gd name="connsiteY489" fmla="*/ 4512230 h 6858000"/>
              <a:gd name="connsiteX490" fmla="*/ 3653088 w 7472601"/>
              <a:gd name="connsiteY490" fmla="*/ 4521417 h 6858000"/>
              <a:gd name="connsiteX491" fmla="*/ 3988128 w 7472601"/>
              <a:gd name="connsiteY491" fmla="*/ 4817267 h 6858000"/>
              <a:gd name="connsiteX492" fmla="*/ 4830582 w 7472601"/>
              <a:gd name="connsiteY492" fmla="*/ 4676000 h 6858000"/>
              <a:gd name="connsiteX493" fmla="*/ 4830100 w 7472601"/>
              <a:gd name="connsiteY493" fmla="*/ 4675554 h 6858000"/>
              <a:gd name="connsiteX494" fmla="*/ 4036318 w 7472601"/>
              <a:gd name="connsiteY494" fmla="*/ 4147013 h 6858000"/>
              <a:gd name="connsiteX495" fmla="*/ 3432098 w 7472601"/>
              <a:gd name="connsiteY495" fmla="*/ 3537312 h 6858000"/>
              <a:gd name="connsiteX496" fmla="*/ 3446761 w 7472601"/>
              <a:gd name="connsiteY496" fmla="*/ 3461278 h 6858000"/>
              <a:gd name="connsiteX497" fmla="*/ 4419733 w 7472601"/>
              <a:gd name="connsiteY497" fmla="*/ 3963555 h 6858000"/>
              <a:gd name="connsiteX498" fmla="*/ 4781371 w 7472601"/>
              <a:gd name="connsiteY498" fmla="*/ 4458604 h 6858000"/>
              <a:gd name="connsiteX499" fmla="*/ 4780440 w 7472601"/>
              <a:gd name="connsiteY499" fmla="*/ 4470290 h 6858000"/>
              <a:gd name="connsiteX500" fmla="*/ 4898954 w 7472601"/>
              <a:gd name="connsiteY500" fmla="*/ 4662092 h 6858000"/>
              <a:gd name="connsiteX501" fmla="*/ 4900699 w 7472601"/>
              <a:gd name="connsiteY501" fmla="*/ 4670867 h 6858000"/>
              <a:gd name="connsiteX502" fmla="*/ 5714511 w 7472601"/>
              <a:gd name="connsiteY502" fmla="*/ 4663483 h 6858000"/>
              <a:gd name="connsiteX503" fmla="*/ 5464793 w 7472601"/>
              <a:gd name="connsiteY503" fmla="*/ 4393556 h 6858000"/>
              <a:gd name="connsiteX504" fmla="*/ 5461897 w 7472601"/>
              <a:gd name="connsiteY504" fmla="*/ 4390879 h 6858000"/>
              <a:gd name="connsiteX505" fmla="*/ 4294126 w 7472601"/>
              <a:gd name="connsiteY505" fmla="*/ 3303048 h 6858000"/>
              <a:gd name="connsiteX506" fmla="*/ 4305321 w 7472601"/>
              <a:gd name="connsiteY506" fmla="*/ 3256953 h 6858000"/>
              <a:gd name="connsiteX507" fmla="*/ 4949299 w 7472601"/>
              <a:gd name="connsiteY507" fmla="*/ 3766336 h 6858000"/>
              <a:gd name="connsiteX508" fmla="*/ 5291452 w 7472601"/>
              <a:gd name="connsiteY508" fmla="*/ 4076801 h 6858000"/>
              <a:gd name="connsiteX509" fmla="*/ 5434998 w 7472601"/>
              <a:gd name="connsiteY509" fmla="*/ 4254100 h 6858000"/>
              <a:gd name="connsiteX510" fmla="*/ 5351015 w 7472601"/>
              <a:gd name="connsiteY510" fmla="*/ 3760989 h 6858000"/>
              <a:gd name="connsiteX511" fmla="*/ 5413780 w 7472601"/>
              <a:gd name="connsiteY511" fmla="*/ 2966265 h 6858000"/>
              <a:gd name="connsiteX512" fmla="*/ 5425627 w 7472601"/>
              <a:gd name="connsiteY512" fmla="*/ 2954192 h 6858000"/>
              <a:gd name="connsiteX513" fmla="*/ 6604735 w 7472601"/>
              <a:gd name="connsiteY513" fmla="*/ 2041381 h 6858000"/>
              <a:gd name="connsiteX514" fmla="*/ 7204487 w 7472601"/>
              <a:gd name="connsiteY514" fmla="*/ 2742112 h 6858000"/>
              <a:gd name="connsiteX515" fmla="*/ 7131592 w 7472601"/>
              <a:gd name="connsiteY515" fmla="*/ 2672096 h 6858000"/>
              <a:gd name="connsiteX516" fmla="*/ 6996344 w 7472601"/>
              <a:gd name="connsiteY516" fmla="*/ 2518310 h 6858000"/>
              <a:gd name="connsiteX517" fmla="*/ 6735495 w 7472601"/>
              <a:gd name="connsiteY517" fmla="*/ 2196890 h 6858000"/>
              <a:gd name="connsiteX518" fmla="*/ 6721901 w 7472601"/>
              <a:gd name="connsiteY518" fmla="*/ 2179274 h 6858000"/>
              <a:gd name="connsiteX519" fmla="*/ 6604735 w 7472601"/>
              <a:gd name="connsiteY519" fmla="*/ 2041381 h 6858000"/>
              <a:gd name="connsiteX520" fmla="*/ 6591670 w 7472601"/>
              <a:gd name="connsiteY520" fmla="*/ 1988277 h 6858000"/>
              <a:gd name="connsiteX521" fmla="*/ 6747349 w 7472601"/>
              <a:gd name="connsiteY521" fmla="*/ 2160069 h 6858000"/>
              <a:gd name="connsiteX522" fmla="*/ 6760943 w 7472601"/>
              <a:gd name="connsiteY522" fmla="*/ 2177686 h 6858000"/>
              <a:gd name="connsiteX523" fmla="*/ 7021065 w 7472601"/>
              <a:gd name="connsiteY523" fmla="*/ 2498102 h 6858000"/>
              <a:gd name="connsiteX524" fmla="*/ 7155223 w 7472601"/>
              <a:gd name="connsiteY524" fmla="*/ 2650386 h 6858000"/>
              <a:gd name="connsiteX525" fmla="*/ 7203167 w 7472601"/>
              <a:gd name="connsiteY525" fmla="*/ 2697288 h 6858000"/>
              <a:gd name="connsiteX526" fmla="*/ 6937703 w 7472601"/>
              <a:gd name="connsiteY526" fmla="*/ 2321981 h 6858000"/>
              <a:gd name="connsiteX527" fmla="*/ 6591670 w 7472601"/>
              <a:gd name="connsiteY527" fmla="*/ 1988277 h 6858000"/>
              <a:gd name="connsiteX528" fmla="*/ 5798671 w 7472601"/>
              <a:gd name="connsiteY528" fmla="*/ 1981601 h 6858000"/>
              <a:gd name="connsiteX529" fmla="*/ 5754709 w 7472601"/>
              <a:gd name="connsiteY529" fmla="*/ 2071454 h 6858000"/>
              <a:gd name="connsiteX530" fmla="*/ 5763044 w 7472601"/>
              <a:gd name="connsiteY530" fmla="*/ 2842206 h 6858000"/>
              <a:gd name="connsiteX531" fmla="*/ 5764974 w 7472601"/>
              <a:gd name="connsiteY531" fmla="*/ 2799609 h 6858000"/>
              <a:gd name="connsiteX532" fmla="*/ 5767665 w 7472601"/>
              <a:gd name="connsiteY532" fmla="*/ 2666409 h 6858000"/>
              <a:gd name="connsiteX533" fmla="*/ 5763055 w 7472601"/>
              <a:gd name="connsiteY533" fmla="*/ 2579705 h 6858000"/>
              <a:gd name="connsiteX534" fmla="*/ 5758079 w 7472601"/>
              <a:gd name="connsiteY534" fmla="*/ 2492508 h 6858000"/>
              <a:gd name="connsiteX535" fmla="*/ 5779325 w 7472601"/>
              <a:gd name="connsiteY535" fmla="*/ 2197069 h 6858000"/>
              <a:gd name="connsiteX536" fmla="*/ 5798671 w 7472601"/>
              <a:gd name="connsiteY536" fmla="*/ 1981601 h 6858000"/>
              <a:gd name="connsiteX537" fmla="*/ 5829202 w 7472601"/>
              <a:gd name="connsiteY537" fmla="*/ 1971679 h 6858000"/>
              <a:gd name="connsiteX538" fmla="*/ 5809558 w 7472601"/>
              <a:gd name="connsiteY538" fmla="*/ 2198043 h 6858000"/>
              <a:gd name="connsiteX539" fmla="*/ 5788653 w 7472601"/>
              <a:gd name="connsiteY539" fmla="*/ 2489430 h 6858000"/>
              <a:gd name="connsiteX540" fmla="*/ 5793439 w 7472601"/>
              <a:gd name="connsiteY540" fmla="*/ 2575235 h 6858000"/>
              <a:gd name="connsiteX541" fmla="*/ 5796837 w 7472601"/>
              <a:gd name="connsiteY541" fmla="*/ 2637633 h 6858000"/>
              <a:gd name="connsiteX542" fmla="*/ 5818614 w 7472601"/>
              <a:gd name="connsiteY542" fmla="*/ 2473055 h 6858000"/>
              <a:gd name="connsiteX543" fmla="*/ 5829202 w 7472601"/>
              <a:gd name="connsiteY543" fmla="*/ 1971679 h 6858000"/>
              <a:gd name="connsiteX544" fmla="*/ 5911389 w 7472601"/>
              <a:gd name="connsiteY544" fmla="*/ 1898371 h 6858000"/>
              <a:gd name="connsiteX545" fmla="*/ 6237627 w 7472601"/>
              <a:gd name="connsiteY545" fmla="*/ 2231921 h 6858000"/>
              <a:gd name="connsiteX546" fmla="*/ 5911389 w 7472601"/>
              <a:gd name="connsiteY546" fmla="*/ 1898371 h 6858000"/>
              <a:gd name="connsiteX547" fmla="*/ 6944437 w 7472601"/>
              <a:gd name="connsiteY547" fmla="*/ 1575402 h 6858000"/>
              <a:gd name="connsiteX548" fmla="*/ 6304730 w 7472601"/>
              <a:gd name="connsiteY548" fmla="*/ 1766654 h 6858000"/>
              <a:gd name="connsiteX549" fmla="*/ 6944437 w 7472601"/>
              <a:gd name="connsiteY549" fmla="*/ 1575402 h 6858000"/>
              <a:gd name="connsiteX550" fmla="*/ 7019523 w 7472601"/>
              <a:gd name="connsiteY550" fmla="*/ 1519450 h 6858000"/>
              <a:gd name="connsiteX551" fmla="*/ 6298091 w 7472601"/>
              <a:gd name="connsiteY551" fmla="*/ 1737122 h 6858000"/>
              <a:gd name="connsiteX552" fmla="*/ 7019523 w 7472601"/>
              <a:gd name="connsiteY552" fmla="*/ 1519450 h 6858000"/>
              <a:gd name="connsiteX553" fmla="*/ 2399523 w 7472601"/>
              <a:gd name="connsiteY553" fmla="*/ 1428234 h 6858000"/>
              <a:gd name="connsiteX554" fmla="*/ 2224982 w 7472601"/>
              <a:gd name="connsiteY554" fmla="*/ 1826201 h 6858000"/>
              <a:gd name="connsiteX555" fmla="*/ 2096099 w 7472601"/>
              <a:gd name="connsiteY555" fmla="*/ 2345900 h 6858000"/>
              <a:gd name="connsiteX556" fmla="*/ 2283317 w 7472601"/>
              <a:gd name="connsiteY556" fmla="*/ 1796925 h 6858000"/>
              <a:gd name="connsiteX557" fmla="*/ 2399523 w 7472601"/>
              <a:gd name="connsiteY557" fmla="*/ 1428234 h 6858000"/>
              <a:gd name="connsiteX558" fmla="*/ 2448558 w 7472601"/>
              <a:gd name="connsiteY558" fmla="*/ 1373435 h 6858000"/>
              <a:gd name="connsiteX559" fmla="*/ 2312521 w 7472601"/>
              <a:gd name="connsiteY559" fmla="*/ 1806140 h 6858000"/>
              <a:gd name="connsiteX560" fmla="*/ 2127533 w 7472601"/>
              <a:gd name="connsiteY560" fmla="*/ 2348380 h 6858000"/>
              <a:gd name="connsiteX561" fmla="*/ 2358080 w 7472601"/>
              <a:gd name="connsiteY561" fmla="*/ 1866134 h 6858000"/>
              <a:gd name="connsiteX562" fmla="*/ 2407436 w 7472601"/>
              <a:gd name="connsiteY562" fmla="*/ 1651070 h 6858000"/>
              <a:gd name="connsiteX563" fmla="*/ 2448558 w 7472601"/>
              <a:gd name="connsiteY563" fmla="*/ 1373435 h 6858000"/>
              <a:gd name="connsiteX564" fmla="*/ 278707 w 7472601"/>
              <a:gd name="connsiteY564" fmla="*/ 1352270 h 6858000"/>
              <a:gd name="connsiteX565" fmla="*/ 321570 w 7472601"/>
              <a:gd name="connsiteY565" fmla="*/ 1861610 h 6858000"/>
              <a:gd name="connsiteX566" fmla="*/ 294281 w 7472601"/>
              <a:gd name="connsiteY566" fmla="*/ 1440658 h 6858000"/>
              <a:gd name="connsiteX567" fmla="*/ 278707 w 7472601"/>
              <a:gd name="connsiteY567" fmla="*/ 1352270 h 6858000"/>
              <a:gd name="connsiteX568" fmla="*/ 1423821 w 7472601"/>
              <a:gd name="connsiteY568" fmla="*/ 1351958 h 6858000"/>
              <a:gd name="connsiteX569" fmla="*/ 1638521 w 7472601"/>
              <a:gd name="connsiteY569" fmla="*/ 1908470 h 6858000"/>
              <a:gd name="connsiteX570" fmla="*/ 1754199 w 7472601"/>
              <a:gd name="connsiteY570" fmla="*/ 2149284 h 6858000"/>
              <a:gd name="connsiteX571" fmla="*/ 1908359 w 7472601"/>
              <a:gd name="connsiteY571" fmla="*/ 2364988 h 6858000"/>
              <a:gd name="connsiteX572" fmla="*/ 1647661 w 7472601"/>
              <a:gd name="connsiteY572" fmla="*/ 1825945 h 6858000"/>
              <a:gd name="connsiteX573" fmla="*/ 1423821 w 7472601"/>
              <a:gd name="connsiteY573" fmla="*/ 1351958 h 6858000"/>
              <a:gd name="connsiteX574" fmla="*/ 1431890 w 7472601"/>
              <a:gd name="connsiteY574" fmla="*/ 1306475 h 6858000"/>
              <a:gd name="connsiteX575" fmla="*/ 1507597 w 7472601"/>
              <a:gd name="connsiteY575" fmla="*/ 1446132 h 6858000"/>
              <a:gd name="connsiteX576" fmla="*/ 1674586 w 7472601"/>
              <a:gd name="connsiteY576" fmla="*/ 1813832 h 6858000"/>
              <a:gd name="connsiteX577" fmla="*/ 1815950 w 7472601"/>
              <a:gd name="connsiteY577" fmla="*/ 2128564 h 6858000"/>
              <a:gd name="connsiteX578" fmla="*/ 1984242 w 7472601"/>
              <a:gd name="connsiteY578" fmla="*/ 2430829 h 6858000"/>
              <a:gd name="connsiteX579" fmla="*/ 2014023 w 7472601"/>
              <a:gd name="connsiteY579" fmla="*/ 2450995 h 6858000"/>
              <a:gd name="connsiteX580" fmla="*/ 1747337 w 7472601"/>
              <a:gd name="connsiteY580" fmla="*/ 1855264 h 6858000"/>
              <a:gd name="connsiteX581" fmla="*/ 1533749 w 7472601"/>
              <a:gd name="connsiteY581" fmla="*/ 1478656 h 6858000"/>
              <a:gd name="connsiteX582" fmla="*/ 1431890 w 7472601"/>
              <a:gd name="connsiteY582" fmla="*/ 1306475 h 6858000"/>
              <a:gd name="connsiteX583" fmla="*/ 5052692 w 7472601"/>
              <a:gd name="connsiteY583" fmla="*/ 1292994 h 6858000"/>
              <a:gd name="connsiteX584" fmla="*/ 5200661 w 7472601"/>
              <a:gd name="connsiteY584" fmla="*/ 1635186 h 6858000"/>
              <a:gd name="connsiteX585" fmla="*/ 5297138 w 7472601"/>
              <a:gd name="connsiteY585" fmla="*/ 1906351 h 6858000"/>
              <a:gd name="connsiteX586" fmla="*/ 5052692 w 7472601"/>
              <a:gd name="connsiteY586" fmla="*/ 1292994 h 6858000"/>
              <a:gd name="connsiteX587" fmla="*/ 5009948 w 7472601"/>
              <a:gd name="connsiteY587" fmla="*/ 1273619 h 6858000"/>
              <a:gd name="connsiteX588" fmla="*/ 5121777 w 7472601"/>
              <a:gd name="connsiteY588" fmla="*/ 1654213 h 6858000"/>
              <a:gd name="connsiteX589" fmla="*/ 5293545 w 7472601"/>
              <a:gd name="connsiteY589" fmla="*/ 2072247 h 6858000"/>
              <a:gd name="connsiteX590" fmla="*/ 5294042 w 7472601"/>
              <a:gd name="connsiteY590" fmla="*/ 2065019 h 6858000"/>
              <a:gd name="connsiteX591" fmla="*/ 5171936 w 7472601"/>
              <a:gd name="connsiteY591" fmla="*/ 1647613 h 6858000"/>
              <a:gd name="connsiteX592" fmla="*/ 5009948 w 7472601"/>
              <a:gd name="connsiteY592" fmla="*/ 1273619 h 6858000"/>
              <a:gd name="connsiteX593" fmla="*/ 655236 w 7472601"/>
              <a:gd name="connsiteY593" fmla="*/ 1268632 h 6858000"/>
              <a:gd name="connsiteX594" fmla="*/ 839521 w 7472601"/>
              <a:gd name="connsiteY594" fmla="*/ 1685315 h 6858000"/>
              <a:gd name="connsiteX595" fmla="*/ 1109416 w 7472601"/>
              <a:gd name="connsiteY595" fmla="*/ 2061663 h 6858000"/>
              <a:gd name="connsiteX596" fmla="*/ 1298300 w 7472601"/>
              <a:gd name="connsiteY596" fmla="*/ 2247742 h 6858000"/>
              <a:gd name="connsiteX597" fmla="*/ 1125871 w 7472601"/>
              <a:gd name="connsiteY597" fmla="*/ 1989513 h 6858000"/>
              <a:gd name="connsiteX598" fmla="*/ 981574 w 7472601"/>
              <a:gd name="connsiteY598" fmla="*/ 1783157 h 6858000"/>
              <a:gd name="connsiteX599" fmla="*/ 922198 w 7472601"/>
              <a:gd name="connsiteY599" fmla="*/ 1677437 h 6858000"/>
              <a:gd name="connsiteX600" fmla="*/ 869293 w 7472601"/>
              <a:gd name="connsiteY600" fmla="*/ 1583214 h 6858000"/>
              <a:gd name="connsiteX601" fmla="*/ 751431 w 7472601"/>
              <a:gd name="connsiteY601" fmla="*/ 1405731 h 6858000"/>
              <a:gd name="connsiteX602" fmla="*/ 655236 w 7472601"/>
              <a:gd name="connsiteY602" fmla="*/ 1268632 h 6858000"/>
              <a:gd name="connsiteX603" fmla="*/ 6516292 w 7472601"/>
              <a:gd name="connsiteY603" fmla="*/ 1263064 h 6858000"/>
              <a:gd name="connsiteX604" fmla="*/ 5736320 w 7472601"/>
              <a:gd name="connsiteY604" fmla="*/ 1501803 h 6858000"/>
              <a:gd name="connsiteX605" fmla="*/ 6516292 w 7472601"/>
              <a:gd name="connsiteY605" fmla="*/ 1263064 h 6858000"/>
              <a:gd name="connsiteX606" fmla="*/ 291466 w 7472601"/>
              <a:gd name="connsiteY606" fmla="*/ 1250369 h 6858000"/>
              <a:gd name="connsiteX607" fmla="*/ 323180 w 7472601"/>
              <a:gd name="connsiteY607" fmla="*/ 1435283 h 6858000"/>
              <a:gd name="connsiteX608" fmla="*/ 349381 w 7472601"/>
              <a:gd name="connsiteY608" fmla="*/ 1875041 h 6858000"/>
              <a:gd name="connsiteX609" fmla="*/ 374363 w 7472601"/>
              <a:gd name="connsiteY609" fmla="*/ 1506494 h 6858000"/>
              <a:gd name="connsiteX610" fmla="*/ 302168 w 7472601"/>
              <a:gd name="connsiteY610" fmla="*/ 1274495 h 6858000"/>
              <a:gd name="connsiteX611" fmla="*/ 291466 w 7472601"/>
              <a:gd name="connsiteY611" fmla="*/ 1250369 h 6858000"/>
              <a:gd name="connsiteX612" fmla="*/ 678222 w 7472601"/>
              <a:gd name="connsiteY612" fmla="*/ 1248670 h 6858000"/>
              <a:gd name="connsiteX613" fmla="*/ 775536 w 7472601"/>
              <a:gd name="connsiteY613" fmla="*/ 1388015 h 6858000"/>
              <a:gd name="connsiteX614" fmla="*/ 894529 w 7472601"/>
              <a:gd name="connsiteY614" fmla="*/ 1567739 h 6858000"/>
              <a:gd name="connsiteX615" fmla="*/ 948000 w 7472601"/>
              <a:gd name="connsiteY615" fmla="*/ 1663088 h 6858000"/>
              <a:gd name="connsiteX616" fmla="*/ 1006812 w 7472601"/>
              <a:gd name="connsiteY616" fmla="*/ 1767683 h 6858000"/>
              <a:gd name="connsiteX617" fmla="*/ 1149133 w 7472601"/>
              <a:gd name="connsiteY617" fmla="*/ 1971513 h 6858000"/>
              <a:gd name="connsiteX618" fmla="*/ 1333952 w 7472601"/>
              <a:gd name="connsiteY618" fmla="*/ 2251620 h 6858000"/>
              <a:gd name="connsiteX619" fmla="*/ 1337329 w 7472601"/>
              <a:gd name="connsiteY619" fmla="*/ 2258350 h 6858000"/>
              <a:gd name="connsiteX620" fmla="*/ 1014726 w 7472601"/>
              <a:gd name="connsiteY620" fmla="*/ 1615556 h 6858000"/>
              <a:gd name="connsiteX621" fmla="*/ 678222 w 7472601"/>
              <a:gd name="connsiteY621" fmla="*/ 1248670 h 6858000"/>
              <a:gd name="connsiteX622" fmla="*/ 6691602 w 7472601"/>
              <a:gd name="connsiteY622" fmla="*/ 1140573 h 6858000"/>
              <a:gd name="connsiteX623" fmla="*/ 6571100 w 7472601"/>
              <a:gd name="connsiteY623" fmla="*/ 1183662 h 6858000"/>
              <a:gd name="connsiteX624" fmla="*/ 6241687 w 7472601"/>
              <a:gd name="connsiteY624" fmla="*/ 1257600 h 6858000"/>
              <a:gd name="connsiteX625" fmla="*/ 5693009 w 7472601"/>
              <a:gd name="connsiteY625" fmla="*/ 1478256 h 6858000"/>
              <a:gd name="connsiteX626" fmla="*/ 6548420 w 7472601"/>
              <a:gd name="connsiteY626" fmla="*/ 1214599 h 6858000"/>
              <a:gd name="connsiteX627" fmla="*/ 6605473 w 7472601"/>
              <a:gd name="connsiteY627" fmla="*/ 1184686 h 6858000"/>
              <a:gd name="connsiteX628" fmla="*/ 6691602 w 7472601"/>
              <a:gd name="connsiteY628" fmla="*/ 1140573 h 6858000"/>
              <a:gd name="connsiteX629" fmla="*/ 4002475 w 7472601"/>
              <a:gd name="connsiteY629" fmla="*/ 1037802 h 6858000"/>
              <a:gd name="connsiteX630" fmla="*/ 4000324 w 7472601"/>
              <a:gd name="connsiteY630" fmla="*/ 1039362 h 6858000"/>
              <a:gd name="connsiteX631" fmla="*/ 4002862 w 7472601"/>
              <a:gd name="connsiteY631" fmla="*/ 1042866 h 6858000"/>
              <a:gd name="connsiteX632" fmla="*/ 4002475 w 7472601"/>
              <a:gd name="connsiteY632" fmla="*/ 1037802 h 6858000"/>
              <a:gd name="connsiteX633" fmla="*/ 506322 w 7472601"/>
              <a:gd name="connsiteY633" fmla="*/ 1020997 h 6858000"/>
              <a:gd name="connsiteX634" fmla="*/ 533068 w 7472601"/>
              <a:gd name="connsiteY634" fmla="*/ 1029409 h 6858000"/>
              <a:gd name="connsiteX635" fmla="*/ 1232525 w 7472601"/>
              <a:gd name="connsiteY635" fmla="*/ 1804675 h 6858000"/>
              <a:gd name="connsiteX636" fmla="*/ 1388858 w 7472601"/>
              <a:gd name="connsiteY636" fmla="*/ 2368011 h 6858000"/>
              <a:gd name="connsiteX637" fmla="*/ 1384098 w 7472601"/>
              <a:gd name="connsiteY637" fmla="*/ 2378125 h 6858000"/>
              <a:gd name="connsiteX638" fmla="*/ 1425393 w 7472601"/>
              <a:gd name="connsiteY638" fmla="*/ 2589124 h 6858000"/>
              <a:gd name="connsiteX639" fmla="*/ 1424001 w 7472601"/>
              <a:gd name="connsiteY639" fmla="*/ 2597541 h 6858000"/>
              <a:gd name="connsiteX640" fmla="*/ 2152729 w 7472601"/>
              <a:gd name="connsiteY640" fmla="*/ 2864487 h 6858000"/>
              <a:gd name="connsiteX641" fmla="*/ 2020609 w 7472601"/>
              <a:gd name="connsiteY641" fmla="*/ 2539671 h 6858000"/>
              <a:gd name="connsiteX642" fmla="*/ 2018920 w 7472601"/>
              <a:gd name="connsiteY642" fmla="*/ 2536309 h 6858000"/>
              <a:gd name="connsiteX643" fmla="*/ 1342441 w 7472601"/>
              <a:gd name="connsiteY643" fmla="*/ 1173017 h 6858000"/>
              <a:gd name="connsiteX644" fmla="*/ 1367925 w 7472601"/>
              <a:gd name="connsiteY644" fmla="*/ 1135648 h 6858000"/>
              <a:gd name="connsiteX645" fmla="*/ 1771401 w 7472601"/>
              <a:gd name="connsiteY645" fmla="*/ 1806673 h 6858000"/>
              <a:gd name="connsiteX646" fmla="*/ 1972385 w 7472601"/>
              <a:gd name="connsiteY646" fmla="*/ 2198735 h 6858000"/>
              <a:gd name="connsiteX647" fmla="*/ 2040892 w 7472601"/>
              <a:gd name="connsiteY647" fmla="*/ 2405205 h 6858000"/>
              <a:gd name="connsiteX648" fmla="*/ 2131689 w 7472601"/>
              <a:gd name="connsiteY648" fmla="*/ 1936926 h 6858000"/>
              <a:gd name="connsiteX649" fmla="*/ 2454820 w 7472601"/>
              <a:gd name="connsiteY649" fmla="*/ 1248808 h 6858000"/>
              <a:gd name="connsiteX650" fmla="*/ 2492512 w 7472601"/>
              <a:gd name="connsiteY650" fmla="*/ 1302920 h 6858000"/>
              <a:gd name="connsiteX651" fmla="*/ 2081216 w 7472601"/>
              <a:gd name="connsiteY651" fmla="*/ 2527513 h 6858000"/>
              <a:gd name="connsiteX652" fmla="*/ 2081211 w 7472601"/>
              <a:gd name="connsiteY652" fmla="*/ 2528916 h 6858000"/>
              <a:gd name="connsiteX653" fmla="*/ 2199067 w 7472601"/>
              <a:gd name="connsiteY653" fmla="*/ 2884061 h 6858000"/>
              <a:gd name="connsiteX654" fmla="*/ 3192586 w 7472601"/>
              <a:gd name="connsiteY654" fmla="*/ 3411496 h 6858000"/>
              <a:gd name="connsiteX655" fmla="*/ 3182620 w 7472601"/>
              <a:gd name="connsiteY655" fmla="*/ 3483279 h 6858000"/>
              <a:gd name="connsiteX656" fmla="*/ 2435119 w 7472601"/>
              <a:gd name="connsiteY656" fmla="*/ 3080173 h 6858000"/>
              <a:gd name="connsiteX657" fmla="*/ 2410152 w 7472601"/>
              <a:gd name="connsiteY657" fmla="*/ 3063751 h 6858000"/>
              <a:gd name="connsiteX658" fmla="*/ 2408099 w 7472601"/>
              <a:gd name="connsiteY658" fmla="*/ 3064403 h 6858000"/>
              <a:gd name="connsiteX659" fmla="*/ 2407218 w 7472601"/>
              <a:gd name="connsiteY659" fmla="*/ 3070324 h 6858000"/>
              <a:gd name="connsiteX660" fmla="*/ 2380138 w 7472601"/>
              <a:gd name="connsiteY660" fmla="*/ 3099341 h 6858000"/>
              <a:gd name="connsiteX661" fmla="*/ 1765923 w 7472601"/>
              <a:gd name="connsiteY661" fmla="*/ 3581043 h 6858000"/>
              <a:gd name="connsiteX662" fmla="*/ 1702258 w 7472601"/>
              <a:gd name="connsiteY662" fmla="*/ 3612286 h 6858000"/>
              <a:gd name="connsiteX663" fmla="*/ 1538370 w 7472601"/>
              <a:gd name="connsiteY663" fmla="*/ 3811804 h 6858000"/>
              <a:gd name="connsiteX664" fmla="*/ 542867 w 7472601"/>
              <a:gd name="connsiteY664" fmla="*/ 4944092 h 6858000"/>
              <a:gd name="connsiteX665" fmla="*/ 515800 w 7472601"/>
              <a:gd name="connsiteY665" fmla="*/ 4862180 h 6858000"/>
              <a:gd name="connsiteX666" fmla="*/ 909145 w 7472601"/>
              <a:gd name="connsiteY666" fmla="*/ 4199225 h 6858000"/>
              <a:gd name="connsiteX667" fmla="*/ 1214067 w 7472601"/>
              <a:gd name="connsiteY667" fmla="*/ 3908561 h 6858000"/>
              <a:gd name="connsiteX668" fmla="*/ 640967 w 7472601"/>
              <a:gd name="connsiteY668" fmla="*/ 4105601 h 6858000"/>
              <a:gd name="connsiteX669" fmla="*/ 112563 w 7472601"/>
              <a:gd name="connsiteY669" fmla="*/ 4396952 h 6858000"/>
              <a:gd name="connsiteX670" fmla="*/ 0 w 7472601"/>
              <a:gd name="connsiteY670" fmla="*/ 4466006 h 6858000"/>
              <a:gd name="connsiteX671" fmla="*/ 0 w 7472601"/>
              <a:gd name="connsiteY671" fmla="*/ 4233763 h 6858000"/>
              <a:gd name="connsiteX672" fmla="*/ 36881 w 7472601"/>
              <a:gd name="connsiteY672" fmla="*/ 4200118 h 6858000"/>
              <a:gd name="connsiteX673" fmla="*/ 910534 w 7472601"/>
              <a:gd name="connsiteY673" fmla="*/ 3629753 h 6858000"/>
              <a:gd name="connsiteX674" fmla="*/ 1578717 w 7472601"/>
              <a:gd name="connsiteY674" fmla="*/ 3575982 h 6858000"/>
              <a:gd name="connsiteX675" fmla="*/ 2338780 w 7472601"/>
              <a:gd name="connsiteY675" fmla="*/ 3033725 h 6858000"/>
              <a:gd name="connsiteX676" fmla="*/ 1807991 w 7472601"/>
              <a:gd name="connsiteY676" fmla="*/ 2807184 h 6858000"/>
              <a:gd name="connsiteX677" fmla="*/ 1416358 w 7472601"/>
              <a:gd name="connsiteY677" fmla="*/ 3112571 h 6858000"/>
              <a:gd name="connsiteX678" fmla="*/ 939066 w 7472601"/>
              <a:gd name="connsiteY678" fmla="*/ 3378798 h 6858000"/>
              <a:gd name="connsiteX679" fmla="*/ 115099 w 7472601"/>
              <a:gd name="connsiteY679" fmla="*/ 3607650 h 6858000"/>
              <a:gd name="connsiteX680" fmla="*/ 97284 w 7472601"/>
              <a:gd name="connsiteY680" fmla="*/ 3520393 h 6858000"/>
              <a:gd name="connsiteX681" fmla="*/ 922050 w 7472601"/>
              <a:gd name="connsiteY681" fmla="*/ 3074867 h 6858000"/>
              <a:gd name="connsiteX682" fmla="*/ 1405265 w 7472601"/>
              <a:gd name="connsiteY682" fmla="*/ 3016319 h 6858000"/>
              <a:gd name="connsiteX683" fmla="*/ 1407512 w 7472601"/>
              <a:gd name="connsiteY683" fmla="*/ 3018001 h 6858000"/>
              <a:gd name="connsiteX684" fmla="*/ 1726266 w 7472601"/>
              <a:gd name="connsiteY684" fmla="*/ 2777274 h 6858000"/>
              <a:gd name="connsiteX685" fmla="*/ 625390 w 7472601"/>
              <a:gd name="connsiteY685" fmla="*/ 2514541 h 6858000"/>
              <a:gd name="connsiteX686" fmla="*/ 619799 w 7472601"/>
              <a:gd name="connsiteY686" fmla="*/ 2527180 h 6858000"/>
              <a:gd name="connsiteX687" fmla="*/ 310030 w 7472601"/>
              <a:gd name="connsiteY687" fmla="*/ 2771818 h 6858000"/>
              <a:gd name="connsiteX688" fmla="*/ 173877 w 7472601"/>
              <a:gd name="connsiteY688" fmla="*/ 2937056 h 6858000"/>
              <a:gd name="connsiteX689" fmla="*/ 77889 w 7472601"/>
              <a:gd name="connsiteY689" fmla="*/ 3138440 h 6858000"/>
              <a:gd name="connsiteX690" fmla="*/ 0 w 7472601"/>
              <a:gd name="connsiteY690" fmla="*/ 3271395 h 6858000"/>
              <a:gd name="connsiteX691" fmla="*/ 0 w 7472601"/>
              <a:gd name="connsiteY691" fmla="*/ 3153002 h 6858000"/>
              <a:gd name="connsiteX692" fmla="*/ 2386 w 7472601"/>
              <a:gd name="connsiteY692" fmla="*/ 3149203 h 6858000"/>
              <a:gd name="connsiteX693" fmla="*/ 89753 w 7472601"/>
              <a:gd name="connsiteY693" fmla="*/ 2987702 h 6858000"/>
              <a:gd name="connsiteX694" fmla="*/ 76869 w 7472601"/>
              <a:gd name="connsiteY694" fmla="*/ 3005404 h 6858000"/>
              <a:gd name="connsiteX695" fmla="*/ 32049 w 7472601"/>
              <a:gd name="connsiteY695" fmla="*/ 3065814 h 6858000"/>
              <a:gd name="connsiteX696" fmla="*/ 0 w 7472601"/>
              <a:gd name="connsiteY696" fmla="*/ 3108744 h 6858000"/>
              <a:gd name="connsiteX697" fmla="*/ 0 w 7472601"/>
              <a:gd name="connsiteY697" fmla="*/ 3058059 h 6858000"/>
              <a:gd name="connsiteX698" fmla="*/ 7610 w 7472601"/>
              <a:gd name="connsiteY698" fmla="*/ 3047889 h 6858000"/>
              <a:gd name="connsiteX699" fmla="*/ 52419 w 7472601"/>
              <a:gd name="connsiteY699" fmla="*/ 2987479 h 6858000"/>
              <a:gd name="connsiteX700" fmla="*/ 59142 w 7472601"/>
              <a:gd name="connsiteY700" fmla="*/ 2978488 h 6858000"/>
              <a:gd name="connsiteX701" fmla="*/ 0 w 7472601"/>
              <a:gd name="connsiteY701" fmla="*/ 3015334 h 6858000"/>
              <a:gd name="connsiteX702" fmla="*/ 0 w 7472601"/>
              <a:gd name="connsiteY702" fmla="*/ 2914286 h 6858000"/>
              <a:gd name="connsiteX703" fmla="*/ 36383 w 7472601"/>
              <a:gd name="connsiteY703" fmla="*/ 2901128 h 6858000"/>
              <a:gd name="connsiteX704" fmla="*/ 156329 w 7472601"/>
              <a:gd name="connsiteY704" fmla="*/ 2840533 h 6858000"/>
              <a:gd name="connsiteX705" fmla="*/ 358355 w 7472601"/>
              <a:gd name="connsiteY705" fmla="*/ 2620471 h 6858000"/>
              <a:gd name="connsiteX706" fmla="*/ 510577 w 7472601"/>
              <a:gd name="connsiteY706" fmla="*/ 2501244 h 6858000"/>
              <a:gd name="connsiteX707" fmla="*/ 211967 w 7472601"/>
              <a:gd name="connsiteY707" fmla="*/ 2479171 h 6858000"/>
              <a:gd name="connsiteX708" fmla="*/ 0 w 7472601"/>
              <a:gd name="connsiteY708" fmla="*/ 2476398 h 6858000"/>
              <a:gd name="connsiteX709" fmla="*/ 0 w 7472601"/>
              <a:gd name="connsiteY709" fmla="*/ 2389189 h 6858000"/>
              <a:gd name="connsiteX710" fmla="*/ 103062 w 7472601"/>
              <a:gd name="connsiteY710" fmla="*/ 2389518 h 6858000"/>
              <a:gd name="connsiteX711" fmla="*/ 510734 w 7472601"/>
              <a:gd name="connsiteY711" fmla="*/ 2416201 h 6858000"/>
              <a:gd name="connsiteX712" fmla="*/ 279257 w 7472601"/>
              <a:gd name="connsiteY712" fmla="*/ 2092102 h 6858000"/>
              <a:gd name="connsiteX713" fmla="*/ 65265 w 7472601"/>
              <a:gd name="connsiteY713" fmla="*/ 2006049 h 6858000"/>
              <a:gd name="connsiteX714" fmla="*/ 0 w 7472601"/>
              <a:gd name="connsiteY714" fmla="*/ 1982532 h 6858000"/>
              <a:gd name="connsiteX715" fmla="*/ 0 w 7472601"/>
              <a:gd name="connsiteY715" fmla="*/ 1912789 h 6858000"/>
              <a:gd name="connsiteX716" fmla="*/ 97460 w 7472601"/>
              <a:gd name="connsiteY716" fmla="*/ 1953725 h 6858000"/>
              <a:gd name="connsiteX717" fmla="*/ 221272 w 7472601"/>
              <a:gd name="connsiteY717" fmla="*/ 1980766 h 6858000"/>
              <a:gd name="connsiteX718" fmla="*/ 116765 w 7472601"/>
              <a:gd name="connsiteY718" fmla="*/ 1911033 h 6858000"/>
              <a:gd name="connsiteX719" fmla="*/ 16405 w 7472601"/>
              <a:gd name="connsiteY719" fmla="*/ 1803412 h 6858000"/>
              <a:gd name="connsiteX720" fmla="*/ 0 w 7472601"/>
              <a:gd name="connsiteY720" fmla="*/ 1784777 h 6858000"/>
              <a:gd name="connsiteX721" fmla="*/ 0 w 7472601"/>
              <a:gd name="connsiteY721" fmla="*/ 1740082 h 6858000"/>
              <a:gd name="connsiteX722" fmla="*/ 39394 w 7472601"/>
              <a:gd name="connsiteY722" fmla="*/ 1784856 h 6858000"/>
              <a:gd name="connsiteX723" fmla="*/ 135813 w 7472601"/>
              <a:gd name="connsiteY723" fmla="*/ 1888838 h 6858000"/>
              <a:gd name="connsiteX724" fmla="*/ 242575 w 7472601"/>
              <a:gd name="connsiteY724" fmla="*/ 1958841 h 6858000"/>
              <a:gd name="connsiteX725" fmla="*/ 82197 w 7472601"/>
              <a:gd name="connsiteY725" fmla="*/ 1754826 h 6858000"/>
              <a:gd name="connsiteX726" fmla="*/ 0 w 7472601"/>
              <a:gd name="connsiteY726" fmla="*/ 1679650 h 6858000"/>
              <a:gd name="connsiteX727" fmla="*/ 0 w 7472601"/>
              <a:gd name="connsiteY727" fmla="*/ 1602463 h 6858000"/>
              <a:gd name="connsiteX728" fmla="*/ 84689 w 7472601"/>
              <a:gd name="connsiteY728" fmla="*/ 1677442 h 6858000"/>
              <a:gd name="connsiteX729" fmla="*/ 298437 w 7472601"/>
              <a:gd name="connsiteY729" fmla="*/ 1968019 h 6858000"/>
              <a:gd name="connsiteX730" fmla="*/ 227269 w 7472601"/>
              <a:gd name="connsiteY730" fmla="*/ 1114064 h 6858000"/>
              <a:gd name="connsiteX731" fmla="*/ 248003 w 7472601"/>
              <a:gd name="connsiteY731" fmla="*/ 1089613 h 6858000"/>
              <a:gd name="connsiteX732" fmla="*/ 427020 w 7472601"/>
              <a:gd name="connsiteY732" fmla="*/ 1619803 h 6858000"/>
              <a:gd name="connsiteX733" fmla="*/ 340345 w 7472601"/>
              <a:gd name="connsiteY733" fmla="*/ 2027739 h 6858000"/>
              <a:gd name="connsiteX734" fmla="*/ 360865 w 7472601"/>
              <a:gd name="connsiteY734" fmla="*/ 2044827 h 6858000"/>
              <a:gd name="connsiteX735" fmla="*/ 560414 w 7472601"/>
              <a:gd name="connsiteY735" fmla="*/ 2421457 h 6858000"/>
              <a:gd name="connsiteX736" fmla="*/ 1359703 w 7472601"/>
              <a:gd name="connsiteY736" fmla="*/ 2578554 h 6858000"/>
              <a:gd name="connsiteX737" fmla="*/ 1359422 w 7472601"/>
              <a:gd name="connsiteY737" fmla="*/ 2577994 h 6858000"/>
              <a:gd name="connsiteX738" fmla="*/ 828701 w 7472601"/>
              <a:gd name="connsiteY738" fmla="*/ 1839520 h 6858000"/>
              <a:gd name="connsiteX739" fmla="*/ 494427 w 7472601"/>
              <a:gd name="connsiteY739" fmla="*/ 1092333 h 6858000"/>
              <a:gd name="connsiteX740" fmla="*/ 506322 w 7472601"/>
              <a:gd name="connsiteY740" fmla="*/ 1020997 h 6858000"/>
              <a:gd name="connsiteX741" fmla="*/ 4570198 w 7472601"/>
              <a:gd name="connsiteY741" fmla="*/ 978081 h 6858000"/>
              <a:gd name="connsiteX742" fmla="*/ 4523691 w 7472601"/>
              <a:gd name="connsiteY742" fmla="*/ 1127776 h 6858000"/>
              <a:gd name="connsiteX743" fmla="*/ 4509875 w 7472601"/>
              <a:gd name="connsiteY743" fmla="*/ 1167552 h 6858000"/>
              <a:gd name="connsiteX744" fmla="*/ 4478168 w 7472601"/>
              <a:gd name="connsiteY744" fmla="*/ 1260735 h 6858000"/>
              <a:gd name="connsiteX745" fmla="*/ 4409309 w 7472601"/>
              <a:gd name="connsiteY745" fmla="*/ 1666996 h 6858000"/>
              <a:gd name="connsiteX746" fmla="*/ 4370031 w 7472601"/>
              <a:gd name="connsiteY746" fmla="*/ 1955666 h 6858000"/>
              <a:gd name="connsiteX747" fmla="*/ 4570198 w 7472601"/>
              <a:gd name="connsiteY747" fmla="*/ 978081 h 6858000"/>
              <a:gd name="connsiteX748" fmla="*/ 4557898 w 7472601"/>
              <a:gd name="connsiteY748" fmla="*/ 900011 h 6858000"/>
              <a:gd name="connsiteX749" fmla="*/ 4344840 w 7472601"/>
              <a:gd name="connsiteY749" fmla="*/ 1922038 h 6858000"/>
              <a:gd name="connsiteX750" fmla="*/ 4378710 w 7472601"/>
              <a:gd name="connsiteY750" fmla="*/ 1665516 h 6858000"/>
              <a:gd name="connsiteX751" fmla="*/ 4448798 w 7472601"/>
              <a:gd name="connsiteY751" fmla="*/ 1253024 h 6858000"/>
              <a:gd name="connsiteX752" fmla="*/ 4480315 w 7472601"/>
              <a:gd name="connsiteY752" fmla="*/ 1158454 h 6858000"/>
              <a:gd name="connsiteX753" fmla="*/ 4494133 w 7472601"/>
              <a:gd name="connsiteY753" fmla="*/ 1118676 h 6858000"/>
              <a:gd name="connsiteX754" fmla="*/ 4557898 w 7472601"/>
              <a:gd name="connsiteY754" fmla="*/ 900011 h 6858000"/>
              <a:gd name="connsiteX755" fmla="*/ 5870151 w 7472601"/>
              <a:gd name="connsiteY755" fmla="*/ 898890 h 6858000"/>
              <a:gd name="connsiteX756" fmla="*/ 5861335 w 7472601"/>
              <a:gd name="connsiteY756" fmla="*/ 899177 h 6858000"/>
              <a:gd name="connsiteX757" fmla="*/ 5843702 w 7472601"/>
              <a:gd name="connsiteY757" fmla="*/ 899748 h 6858000"/>
              <a:gd name="connsiteX758" fmla="*/ 5651107 w 7472601"/>
              <a:gd name="connsiteY758" fmla="*/ 920306 h 6858000"/>
              <a:gd name="connsiteX759" fmla="*/ 5459407 w 7472601"/>
              <a:gd name="connsiteY759" fmla="*/ 940975 h 6858000"/>
              <a:gd name="connsiteX760" fmla="*/ 5374846 w 7472601"/>
              <a:gd name="connsiteY760" fmla="*/ 941988 h 6858000"/>
              <a:gd name="connsiteX761" fmla="*/ 5256105 w 7472601"/>
              <a:gd name="connsiteY761" fmla="*/ 945632 h 6858000"/>
              <a:gd name="connsiteX762" fmla="*/ 5107071 w 7472601"/>
              <a:gd name="connsiteY762" fmla="*/ 969720 h 6858000"/>
              <a:gd name="connsiteX763" fmla="*/ 4998681 w 7472601"/>
              <a:gd name="connsiteY763" fmla="*/ 988771 h 6858000"/>
              <a:gd name="connsiteX764" fmla="*/ 5870151 w 7472601"/>
              <a:gd name="connsiteY764" fmla="*/ 898890 h 6858000"/>
              <a:gd name="connsiteX765" fmla="*/ 5504425 w 7472601"/>
              <a:gd name="connsiteY765" fmla="*/ 848067 h 6858000"/>
              <a:gd name="connsiteX766" fmla="*/ 4968849 w 7472601"/>
              <a:gd name="connsiteY766" fmla="*/ 962318 h 6858000"/>
              <a:gd name="connsiteX767" fmla="*/ 5104039 w 7472601"/>
              <a:gd name="connsiteY767" fmla="*/ 940634 h 6858000"/>
              <a:gd name="connsiteX768" fmla="*/ 5256311 w 7472601"/>
              <a:gd name="connsiteY768" fmla="*/ 916490 h 6858000"/>
              <a:gd name="connsiteX769" fmla="*/ 5377381 w 7472601"/>
              <a:gd name="connsiteY769" fmla="*/ 912671 h 6858000"/>
              <a:gd name="connsiteX770" fmla="*/ 5460148 w 7472601"/>
              <a:gd name="connsiteY770" fmla="*/ 911442 h 6858000"/>
              <a:gd name="connsiteX771" fmla="*/ 5648971 w 7472601"/>
              <a:gd name="connsiteY771" fmla="*/ 891331 h 6858000"/>
              <a:gd name="connsiteX772" fmla="*/ 5844807 w 7472601"/>
              <a:gd name="connsiteY772" fmla="*/ 870718 h 6858000"/>
              <a:gd name="connsiteX773" fmla="*/ 5862975 w 7472601"/>
              <a:gd name="connsiteY773" fmla="*/ 869756 h 6858000"/>
              <a:gd name="connsiteX774" fmla="*/ 5920887 w 7472601"/>
              <a:gd name="connsiteY774" fmla="*/ 865929 h 6858000"/>
              <a:gd name="connsiteX775" fmla="*/ 5504425 w 7472601"/>
              <a:gd name="connsiteY775" fmla="*/ 848067 h 6858000"/>
              <a:gd name="connsiteX776" fmla="*/ 3607114 w 7472601"/>
              <a:gd name="connsiteY776" fmla="*/ 467441 h 6858000"/>
              <a:gd name="connsiteX777" fmla="*/ 3296242 w 7472601"/>
              <a:gd name="connsiteY777" fmla="*/ 807991 h 6858000"/>
              <a:gd name="connsiteX778" fmla="*/ 3174674 w 7472601"/>
              <a:gd name="connsiteY778" fmla="*/ 919759 h 6858000"/>
              <a:gd name="connsiteX779" fmla="*/ 3042978 w 7472601"/>
              <a:gd name="connsiteY779" fmla="*/ 1054894 h 6858000"/>
              <a:gd name="connsiteX780" fmla="*/ 2968914 w 7472601"/>
              <a:gd name="connsiteY780" fmla="*/ 1133756 h 6858000"/>
              <a:gd name="connsiteX781" fmla="*/ 3103823 w 7472601"/>
              <a:gd name="connsiteY781" fmla="*/ 1026814 h 6858000"/>
              <a:gd name="connsiteX782" fmla="*/ 3607114 w 7472601"/>
              <a:gd name="connsiteY782" fmla="*/ 467441 h 6858000"/>
              <a:gd name="connsiteX783" fmla="*/ 3744487 w 7472601"/>
              <a:gd name="connsiteY783" fmla="*/ 383136 h 6858000"/>
              <a:gd name="connsiteX784" fmla="*/ 3970213 w 7472601"/>
              <a:gd name="connsiteY784" fmla="*/ 995559 h 6858000"/>
              <a:gd name="connsiteX785" fmla="*/ 3744487 w 7472601"/>
              <a:gd name="connsiteY785" fmla="*/ 383136 h 6858000"/>
              <a:gd name="connsiteX786" fmla="*/ 3624562 w 7472601"/>
              <a:gd name="connsiteY786" fmla="*/ 367041 h 6858000"/>
              <a:gd name="connsiteX787" fmla="*/ 3489712 w 7472601"/>
              <a:gd name="connsiteY787" fmla="*/ 485386 h 6858000"/>
              <a:gd name="connsiteX788" fmla="*/ 3182994 w 7472601"/>
              <a:gd name="connsiteY788" fmla="*/ 828265 h 6858000"/>
              <a:gd name="connsiteX789" fmla="*/ 2892114 w 7472601"/>
              <a:gd name="connsiteY789" fmla="*/ 1172635 h 6858000"/>
              <a:gd name="connsiteX790" fmla="*/ 3021459 w 7472601"/>
              <a:gd name="connsiteY790" fmla="*/ 1035385 h 6858000"/>
              <a:gd name="connsiteX791" fmla="*/ 3153873 w 7472601"/>
              <a:gd name="connsiteY791" fmla="*/ 898971 h 6858000"/>
              <a:gd name="connsiteX792" fmla="*/ 3276511 w 7472601"/>
              <a:gd name="connsiteY792" fmla="*/ 786423 h 6858000"/>
              <a:gd name="connsiteX793" fmla="*/ 3584154 w 7472601"/>
              <a:gd name="connsiteY793" fmla="*/ 448218 h 6858000"/>
              <a:gd name="connsiteX794" fmla="*/ 3624562 w 7472601"/>
              <a:gd name="connsiteY794" fmla="*/ 367041 h 6858000"/>
              <a:gd name="connsiteX795" fmla="*/ 3766672 w 7472601"/>
              <a:gd name="connsiteY795" fmla="*/ 359429 h 6858000"/>
              <a:gd name="connsiteX796" fmla="*/ 3996338 w 7472601"/>
              <a:gd name="connsiteY796" fmla="*/ 968237 h 6858000"/>
              <a:gd name="connsiteX797" fmla="*/ 3766672 w 7472601"/>
              <a:gd name="connsiteY797" fmla="*/ 359429 h 6858000"/>
              <a:gd name="connsiteX798" fmla="*/ 5805386 w 7472601"/>
              <a:gd name="connsiteY798" fmla="*/ 239240 h 6858000"/>
              <a:gd name="connsiteX799" fmla="*/ 5736947 w 7472601"/>
              <a:gd name="connsiteY799" fmla="*/ 261367 h 6858000"/>
              <a:gd name="connsiteX800" fmla="*/ 5427012 w 7472601"/>
              <a:gd name="connsiteY800" fmla="*/ 311272 h 6858000"/>
              <a:gd name="connsiteX801" fmla="*/ 5147818 w 7472601"/>
              <a:gd name="connsiteY801" fmla="*/ 322112 h 6858000"/>
              <a:gd name="connsiteX802" fmla="*/ 5060854 w 7472601"/>
              <a:gd name="connsiteY802" fmla="*/ 311882 h 6858000"/>
              <a:gd name="connsiteX803" fmla="*/ 4945989 w 7472601"/>
              <a:gd name="connsiteY803" fmla="*/ 300516 h 6858000"/>
              <a:gd name="connsiteX804" fmla="*/ 5410479 w 7472601"/>
              <a:gd name="connsiteY804" fmla="*/ 348434 h 6858000"/>
              <a:gd name="connsiteX805" fmla="*/ 5805386 w 7472601"/>
              <a:gd name="connsiteY805" fmla="*/ 239240 h 6858000"/>
              <a:gd name="connsiteX806" fmla="*/ 5905192 w 7472601"/>
              <a:gd name="connsiteY806" fmla="*/ 163079 h 6858000"/>
              <a:gd name="connsiteX807" fmla="*/ 5865655 w 7472601"/>
              <a:gd name="connsiteY807" fmla="*/ 171901 h 6858000"/>
              <a:gd name="connsiteX808" fmla="*/ 5259740 w 7472601"/>
              <a:gd name="connsiteY808" fmla="*/ 257013 h 6858000"/>
              <a:gd name="connsiteX809" fmla="*/ 5208466 w 7472601"/>
              <a:gd name="connsiteY809" fmla="*/ 257550 h 6858000"/>
              <a:gd name="connsiteX810" fmla="*/ 4980204 w 7472601"/>
              <a:gd name="connsiteY810" fmla="*/ 271903 h 6858000"/>
              <a:gd name="connsiteX811" fmla="*/ 5068068 w 7472601"/>
              <a:gd name="connsiteY811" fmla="*/ 282244 h 6858000"/>
              <a:gd name="connsiteX812" fmla="*/ 5153231 w 7472601"/>
              <a:gd name="connsiteY812" fmla="*/ 292240 h 6858000"/>
              <a:gd name="connsiteX813" fmla="*/ 5426491 w 7472601"/>
              <a:gd name="connsiteY813" fmla="*/ 281128 h 6858000"/>
              <a:gd name="connsiteX814" fmla="*/ 5731212 w 7472601"/>
              <a:gd name="connsiteY814" fmla="*/ 231951 h 6858000"/>
              <a:gd name="connsiteX815" fmla="*/ 5905192 w 7472601"/>
              <a:gd name="connsiteY815" fmla="*/ 163079 h 6858000"/>
              <a:gd name="connsiteX816" fmla="*/ 5944437 w 7472601"/>
              <a:gd name="connsiteY816" fmla="*/ 113829 h 6858000"/>
              <a:gd name="connsiteX817" fmla="*/ 5825032 w 7472601"/>
              <a:gd name="connsiteY817" fmla="*/ 146405 h 6858000"/>
              <a:gd name="connsiteX818" fmla="*/ 4955599 w 7472601"/>
              <a:gd name="connsiteY818" fmla="*/ 247008 h 6858000"/>
              <a:gd name="connsiteX819" fmla="*/ 5210104 w 7472601"/>
              <a:gd name="connsiteY819" fmla="*/ 228123 h 6858000"/>
              <a:gd name="connsiteX820" fmla="*/ 5261015 w 7472601"/>
              <a:gd name="connsiteY820" fmla="*/ 227087 h 6858000"/>
              <a:gd name="connsiteX821" fmla="*/ 5861181 w 7472601"/>
              <a:gd name="connsiteY821" fmla="*/ 143093 h 6858000"/>
              <a:gd name="connsiteX822" fmla="*/ 5961252 w 7472601"/>
              <a:gd name="connsiteY822" fmla="*/ 114820 h 6858000"/>
              <a:gd name="connsiteX823" fmla="*/ 5944437 w 7472601"/>
              <a:gd name="connsiteY823" fmla="*/ 113829 h 6858000"/>
              <a:gd name="connsiteX824" fmla="*/ 3882765 w 7472601"/>
              <a:gd name="connsiteY824" fmla="*/ 0 h 6858000"/>
              <a:gd name="connsiteX825" fmla="*/ 3995099 w 7472601"/>
              <a:gd name="connsiteY825" fmla="*/ 0 h 6858000"/>
              <a:gd name="connsiteX826" fmla="*/ 4163818 w 7472601"/>
              <a:gd name="connsiteY826" fmla="*/ 234104 h 6858000"/>
              <a:gd name="connsiteX827" fmla="*/ 4172099 w 7472601"/>
              <a:gd name="connsiteY827" fmla="*/ 234207 h 6858000"/>
              <a:gd name="connsiteX828" fmla="*/ 4784282 w 7472601"/>
              <a:gd name="connsiteY828" fmla="*/ 276561 h 6858000"/>
              <a:gd name="connsiteX829" fmla="*/ 4801687 w 7472601"/>
              <a:gd name="connsiteY829" fmla="*/ 267764 h 6858000"/>
              <a:gd name="connsiteX830" fmla="*/ 6082788 w 7472601"/>
              <a:gd name="connsiteY830" fmla="*/ 64119 h 6858000"/>
              <a:gd name="connsiteX831" fmla="*/ 6099442 w 7472601"/>
              <a:gd name="connsiteY831" fmla="*/ 82568 h 6858000"/>
              <a:gd name="connsiteX832" fmla="*/ 4804137 w 7472601"/>
              <a:gd name="connsiteY832" fmla="*/ 320931 h 6858000"/>
              <a:gd name="connsiteX833" fmla="*/ 4227047 w 7472601"/>
              <a:gd name="connsiteY833" fmla="*/ 313415 h 6858000"/>
              <a:gd name="connsiteX834" fmla="*/ 4346041 w 7472601"/>
              <a:gd name="connsiteY834" fmla="*/ 456086 h 6858000"/>
              <a:gd name="connsiteX835" fmla="*/ 4870967 w 7472601"/>
              <a:gd name="connsiteY835" fmla="*/ 963061 h 6858000"/>
              <a:gd name="connsiteX836" fmla="*/ 4889647 w 7472601"/>
              <a:gd name="connsiteY836" fmla="*/ 957147 h 6858000"/>
              <a:gd name="connsiteX837" fmla="*/ 5422504 w 7472601"/>
              <a:gd name="connsiteY837" fmla="*/ 805191 h 6858000"/>
              <a:gd name="connsiteX838" fmla="*/ 6087656 w 7472601"/>
              <a:gd name="connsiteY838" fmla="*/ 826703 h 6858000"/>
              <a:gd name="connsiteX839" fmla="*/ 6058717 w 7472601"/>
              <a:gd name="connsiteY839" fmla="*/ 865992 h 6858000"/>
              <a:gd name="connsiteX840" fmla="*/ 4974153 w 7472601"/>
              <a:gd name="connsiteY840" fmla="*/ 1045456 h 6858000"/>
              <a:gd name="connsiteX841" fmla="*/ 5627835 w 7472601"/>
              <a:gd name="connsiteY841" fmla="*/ 1472077 h 6858000"/>
              <a:gd name="connsiteX842" fmla="*/ 5629817 w 7472601"/>
              <a:gd name="connsiteY842" fmla="*/ 1471412 h 6858000"/>
              <a:gd name="connsiteX843" fmla="*/ 5634124 w 7472601"/>
              <a:gd name="connsiteY843" fmla="*/ 1470572 h 6858000"/>
              <a:gd name="connsiteX844" fmla="*/ 5755832 w 7472601"/>
              <a:gd name="connsiteY844" fmla="*/ 1383886 h 6858000"/>
              <a:gd name="connsiteX845" fmla="*/ 6014186 w 7472601"/>
              <a:gd name="connsiteY845" fmla="*/ 1279799 h 6858000"/>
              <a:gd name="connsiteX846" fmla="*/ 6901619 w 7472601"/>
              <a:gd name="connsiteY846" fmla="*/ 1047874 h 6858000"/>
              <a:gd name="connsiteX847" fmla="*/ 6931566 w 7472601"/>
              <a:gd name="connsiteY847" fmla="*/ 1062034 h 6858000"/>
              <a:gd name="connsiteX848" fmla="*/ 5790982 w 7472601"/>
              <a:gd name="connsiteY848" fmla="*/ 1561380 h 6858000"/>
              <a:gd name="connsiteX849" fmla="*/ 6188971 w 7472601"/>
              <a:gd name="connsiteY849" fmla="*/ 1755168 h 6858000"/>
              <a:gd name="connsiteX850" fmla="*/ 6202446 w 7472601"/>
              <a:gd name="connsiteY850" fmla="*/ 1752268 h 6858000"/>
              <a:gd name="connsiteX851" fmla="*/ 7179560 w 7472601"/>
              <a:gd name="connsiteY851" fmla="*/ 1467551 h 6858000"/>
              <a:gd name="connsiteX852" fmla="*/ 7158730 w 7472601"/>
              <a:gd name="connsiteY852" fmla="*/ 1507835 h 6858000"/>
              <a:gd name="connsiteX853" fmla="*/ 6326959 w 7472601"/>
              <a:gd name="connsiteY853" fmla="*/ 1817686 h 6858000"/>
              <a:gd name="connsiteX854" fmla="*/ 6537433 w 7472601"/>
              <a:gd name="connsiteY854" fmla="*/ 1907790 h 6858000"/>
              <a:gd name="connsiteX855" fmla="*/ 6550221 w 7472601"/>
              <a:gd name="connsiteY855" fmla="*/ 1910729 h 6858000"/>
              <a:gd name="connsiteX856" fmla="*/ 6964438 w 7472601"/>
              <a:gd name="connsiteY856" fmla="*/ 2209505 h 6858000"/>
              <a:gd name="connsiteX857" fmla="*/ 7367862 w 7472601"/>
              <a:gd name="connsiteY857" fmla="*/ 2806833 h 6858000"/>
              <a:gd name="connsiteX858" fmla="*/ 7364329 w 7472601"/>
              <a:gd name="connsiteY858" fmla="*/ 2826907 h 6858000"/>
              <a:gd name="connsiteX859" fmla="*/ 7290545 w 7472601"/>
              <a:gd name="connsiteY859" fmla="*/ 2850663 h 6858000"/>
              <a:gd name="connsiteX860" fmla="*/ 6472036 w 7472601"/>
              <a:gd name="connsiteY860" fmla="*/ 1959003 h 6858000"/>
              <a:gd name="connsiteX861" fmla="*/ 5792897 w 7472601"/>
              <a:gd name="connsiteY861" fmla="*/ 1647747 h 6858000"/>
              <a:gd name="connsiteX862" fmla="*/ 5842751 w 7472601"/>
              <a:gd name="connsiteY862" fmla="*/ 1816112 h 6858000"/>
              <a:gd name="connsiteX863" fmla="*/ 5847424 w 7472601"/>
              <a:gd name="connsiteY863" fmla="*/ 1815776 h 6858000"/>
              <a:gd name="connsiteX864" fmla="*/ 6399821 w 7472601"/>
              <a:gd name="connsiteY864" fmla="*/ 2344799 h 6858000"/>
              <a:gd name="connsiteX865" fmla="*/ 6323232 w 7472601"/>
              <a:gd name="connsiteY865" fmla="*/ 2389634 h 6858000"/>
              <a:gd name="connsiteX866" fmla="*/ 5942958 w 7472601"/>
              <a:gd name="connsiteY866" fmla="*/ 2077708 h 6858000"/>
              <a:gd name="connsiteX867" fmla="*/ 5921559 w 7472601"/>
              <a:gd name="connsiteY867" fmla="*/ 2378596 h 6858000"/>
              <a:gd name="connsiteX868" fmla="*/ 5817651 w 7472601"/>
              <a:gd name="connsiteY868" fmla="*/ 3023919 h 6858000"/>
              <a:gd name="connsiteX869" fmla="*/ 5729634 w 7472601"/>
              <a:gd name="connsiteY869" fmla="*/ 3051849 h 6858000"/>
              <a:gd name="connsiteX870" fmla="*/ 5611018 w 7472601"/>
              <a:gd name="connsiteY870" fmla="*/ 2316769 h 6858000"/>
              <a:gd name="connsiteX871" fmla="*/ 5687608 w 7472601"/>
              <a:gd name="connsiteY871" fmla="*/ 2039972 h 6858000"/>
              <a:gd name="connsiteX872" fmla="*/ 5657554 w 7472601"/>
              <a:gd name="connsiteY872" fmla="*/ 1576445 h 6858000"/>
              <a:gd name="connsiteX873" fmla="*/ 5150475 w 7472601"/>
              <a:gd name="connsiteY873" fmla="*/ 1274012 h 6858000"/>
              <a:gd name="connsiteX874" fmla="*/ 5349142 w 7472601"/>
              <a:gd name="connsiteY874" fmla="*/ 2204405 h 6858000"/>
              <a:gd name="connsiteX875" fmla="*/ 5262214 w 7472601"/>
              <a:gd name="connsiteY875" fmla="*/ 2233836 h 6858000"/>
              <a:gd name="connsiteX876" fmla="*/ 4981539 w 7472601"/>
              <a:gd name="connsiteY876" fmla="*/ 1542201 h 6858000"/>
              <a:gd name="connsiteX877" fmla="*/ 4958461 w 7472601"/>
              <a:gd name="connsiteY877" fmla="*/ 1136957 h 6858000"/>
              <a:gd name="connsiteX878" fmla="*/ 4655015 w 7472601"/>
              <a:gd name="connsiteY878" fmla="*/ 891426 h 6858000"/>
              <a:gd name="connsiteX879" fmla="*/ 4348002 w 7472601"/>
              <a:gd name="connsiteY879" fmla="*/ 2205895 h 6858000"/>
              <a:gd name="connsiteX880" fmla="*/ 4262250 w 7472601"/>
              <a:gd name="connsiteY880" fmla="*/ 2219972 h 6858000"/>
              <a:gd name="connsiteX881" fmla="*/ 4550611 w 7472601"/>
              <a:gd name="connsiteY881" fmla="*/ 817540 h 6858000"/>
              <a:gd name="connsiteX882" fmla="*/ 4564418 w 7472601"/>
              <a:gd name="connsiteY882" fmla="*/ 808293 h 6858000"/>
              <a:gd name="connsiteX883" fmla="*/ 4266388 w 7472601"/>
              <a:gd name="connsiteY883" fmla="*/ 500083 h 6858000"/>
              <a:gd name="connsiteX884" fmla="*/ 4032842 w 7472601"/>
              <a:gd name="connsiteY884" fmla="*/ 211809 h 6858000"/>
              <a:gd name="connsiteX885" fmla="*/ 3882765 w 7472601"/>
              <a:gd name="connsiteY885" fmla="*/ 0 h 6858000"/>
              <a:gd name="connsiteX886" fmla="*/ 3721337 w 7472601"/>
              <a:gd name="connsiteY886" fmla="*/ 0 h 6858000"/>
              <a:gd name="connsiteX887" fmla="*/ 3797544 w 7472601"/>
              <a:gd name="connsiteY887" fmla="*/ 0 h 6858000"/>
              <a:gd name="connsiteX888" fmla="*/ 3775734 w 7472601"/>
              <a:gd name="connsiteY888" fmla="*/ 95131 h 6858000"/>
              <a:gd name="connsiteX889" fmla="*/ 3724807 w 7472601"/>
              <a:gd name="connsiteY889" fmla="*/ 272257 h 6858000"/>
              <a:gd name="connsiteX890" fmla="*/ 3726844 w 7472601"/>
              <a:gd name="connsiteY890" fmla="*/ 282988 h 6858000"/>
              <a:gd name="connsiteX891" fmla="*/ 3742664 w 7472601"/>
              <a:gd name="connsiteY891" fmla="*/ 279918 h 6858000"/>
              <a:gd name="connsiteX892" fmla="*/ 4103910 w 7472601"/>
              <a:gd name="connsiteY892" fmla="*/ 1161917 h 6858000"/>
              <a:gd name="connsiteX893" fmla="*/ 4020269 w 7472601"/>
              <a:gd name="connsiteY893" fmla="*/ 1200406 h 6858000"/>
              <a:gd name="connsiteX894" fmla="*/ 3674882 w 7472601"/>
              <a:gd name="connsiteY894" fmla="*/ 488524 h 6858000"/>
              <a:gd name="connsiteX895" fmla="*/ 3132682 w 7472601"/>
              <a:gd name="connsiteY895" fmla="*/ 1072284 h 6858000"/>
              <a:gd name="connsiteX896" fmla="*/ 2716346 w 7472601"/>
              <a:gd name="connsiteY896" fmla="*/ 1276376 h 6858000"/>
              <a:gd name="connsiteX897" fmla="*/ 2716772 w 7472601"/>
              <a:gd name="connsiteY897" fmla="*/ 1255462 h 6858000"/>
              <a:gd name="connsiteX898" fmla="*/ 3471096 w 7472601"/>
              <a:gd name="connsiteY898" fmla="*/ 437072 h 6858000"/>
              <a:gd name="connsiteX899" fmla="*/ 3639057 w 7472601"/>
              <a:gd name="connsiteY899" fmla="*/ 286334 h 6858000"/>
              <a:gd name="connsiteX900" fmla="*/ 3640309 w 7472601"/>
              <a:gd name="connsiteY900" fmla="*/ 284664 h 6858000"/>
              <a:gd name="connsiteX901" fmla="*/ 3646022 w 7472601"/>
              <a:gd name="connsiteY901" fmla="*/ 276711 h 6858000"/>
              <a:gd name="connsiteX902" fmla="*/ 3707943 w 7472601"/>
              <a:gd name="connsiteY902" fmla="*/ 65958 h 6858000"/>
              <a:gd name="connsiteX903" fmla="*/ 3721337 w 7472601"/>
              <a:gd name="connsiteY903" fmla="*/ 0 h 6858000"/>
              <a:gd name="connsiteX904" fmla="*/ 2867960 w 7472601"/>
              <a:gd name="connsiteY904" fmla="*/ 0 h 6858000"/>
              <a:gd name="connsiteX905" fmla="*/ 2926351 w 7472601"/>
              <a:gd name="connsiteY905" fmla="*/ 0 h 6858000"/>
              <a:gd name="connsiteX906" fmla="*/ 2902823 w 7472601"/>
              <a:gd name="connsiteY906" fmla="*/ 262929 h 6858000"/>
              <a:gd name="connsiteX907" fmla="*/ 2940663 w 7472601"/>
              <a:gd name="connsiteY907" fmla="*/ 140884 h 6858000"/>
              <a:gd name="connsiteX908" fmla="*/ 2947039 w 7472601"/>
              <a:gd name="connsiteY908" fmla="*/ 122524 h 6858000"/>
              <a:gd name="connsiteX909" fmla="*/ 2984316 w 7472601"/>
              <a:gd name="connsiteY909" fmla="*/ 0 h 6858000"/>
              <a:gd name="connsiteX910" fmla="*/ 3016114 w 7472601"/>
              <a:gd name="connsiteY910" fmla="*/ 0 h 6858000"/>
              <a:gd name="connsiteX911" fmla="*/ 2979949 w 7472601"/>
              <a:gd name="connsiteY911" fmla="*/ 119274 h 6858000"/>
              <a:gd name="connsiteX912" fmla="*/ 3023879 w 7472601"/>
              <a:gd name="connsiteY912" fmla="*/ 0 h 6858000"/>
              <a:gd name="connsiteX913" fmla="*/ 3105400 w 7472601"/>
              <a:gd name="connsiteY913" fmla="*/ 0 h 6858000"/>
              <a:gd name="connsiteX914" fmla="*/ 3094669 w 7472601"/>
              <a:gd name="connsiteY914" fmla="*/ 30308 h 6858000"/>
              <a:gd name="connsiteX915" fmla="*/ 2901945 w 7472601"/>
              <a:gd name="connsiteY915" fmla="*/ 466538 h 6858000"/>
              <a:gd name="connsiteX916" fmla="*/ 2815209 w 7472601"/>
              <a:gd name="connsiteY916" fmla="*/ 497361 h 6858000"/>
              <a:gd name="connsiteX917" fmla="*/ 2844845 w 7472601"/>
              <a:gd name="connsiteY917" fmla="*/ 127638 h 6858000"/>
              <a:gd name="connsiteX918" fmla="*/ 2867960 w 7472601"/>
              <a:gd name="connsiteY918" fmla="*/ 0 h 6858000"/>
              <a:gd name="connsiteX919" fmla="*/ 1057230 w 7472601"/>
              <a:gd name="connsiteY919" fmla="*/ 0 h 6858000"/>
              <a:gd name="connsiteX920" fmla="*/ 1111003 w 7472601"/>
              <a:gd name="connsiteY920" fmla="*/ 0 h 6858000"/>
              <a:gd name="connsiteX921" fmla="*/ 1125553 w 7472601"/>
              <a:gd name="connsiteY921" fmla="*/ 52588 h 6858000"/>
              <a:gd name="connsiteX922" fmla="*/ 1304276 w 7472601"/>
              <a:gd name="connsiteY922" fmla="*/ 476275 h 6858000"/>
              <a:gd name="connsiteX923" fmla="*/ 1492066 w 7472601"/>
              <a:gd name="connsiteY923" fmla="*/ 886333 h 6858000"/>
              <a:gd name="connsiteX924" fmla="*/ 1423698 w 7472601"/>
              <a:gd name="connsiteY924" fmla="*/ 710817 h 6858000"/>
              <a:gd name="connsiteX925" fmla="*/ 1357609 w 7472601"/>
              <a:gd name="connsiteY925" fmla="*/ 532892 h 6858000"/>
              <a:gd name="connsiteX926" fmla="*/ 1309550 w 7472601"/>
              <a:gd name="connsiteY926" fmla="*/ 374031 h 6858000"/>
              <a:gd name="connsiteX927" fmla="*/ 1193673 w 7472601"/>
              <a:gd name="connsiteY927" fmla="*/ 49533 h 6858000"/>
              <a:gd name="connsiteX928" fmla="*/ 1164391 w 7472601"/>
              <a:gd name="connsiteY928" fmla="*/ 0 h 6858000"/>
              <a:gd name="connsiteX929" fmla="*/ 1200666 w 7472601"/>
              <a:gd name="connsiteY929" fmla="*/ 0 h 6858000"/>
              <a:gd name="connsiteX930" fmla="*/ 1223408 w 7472601"/>
              <a:gd name="connsiteY930" fmla="*/ 38996 h 6858000"/>
              <a:gd name="connsiteX931" fmla="*/ 1339635 w 7472601"/>
              <a:gd name="connsiteY931" fmla="*/ 365517 h 6858000"/>
              <a:gd name="connsiteX932" fmla="*/ 1387469 w 7472601"/>
              <a:gd name="connsiteY932" fmla="*/ 523079 h 6858000"/>
              <a:gd name="connsiteX933" fmla="*/ 1452685 w 7472601"/>
              <a:gd name="connsiteY933" fmla="*/ 699806 h 6858000"/>
              <a:gd name="connsiteX934" fmla="*/ 1492092 w 7472601"/>
              <a:gd name="connsiteY934" fmla="*/ 800424 h 6858000"/>
              <a:gd name="connsiteX935" fmla="*/ 1455302 w 7472601"/>
              <a:gd name="connsiteY935" fmla="*/ 632913 h 6858000"/>
              <a:gd name="connsiteX936" fmla="*/ 1222336 w 7472601"/>
              <a:gd name="connsiteY936" fmla="*/ 9480 h 6858000"/>
              <a:gd name="connsiteX937" fmla="*/ 1214634 w 7472601"/>
              <a:gd name="connsiteY937" fmla="*/ 0 h 6858000"/>
              <a:gd name="connsiteX938" fmla="*/ 1289827 w 7472601"/>
              <a:gd name="connsiteY938" fmla="*/ 0 h 6858000"/>
              <a:gd name="connsiteX939" fmla="*/ 1321076 w 7472601"/>
              <a:gd name="connsiteY939" fmla="*/ 59722 h 6858000"/>
              <a:gd name="connsiteX940" fmla="*/ 1512579 w 7472601"/>
              <a:gd name="connsiteY940" fmla="*/ 626441 h 6858000"/>
              <a:gd name="connsiteX941" fmla="*/ 1506076 w 7472601"/>
              <a:gd name="connsiteY941" fmla="*/ 1089289 h 6858000"/>
              <a:gd name="connsiteX942" fmla="*/ 1486346 w 7472601"/>
              <a:gd name="connsiteY942" fmla="*/ 1079919 h 6858000"/>
              <a:gd name="connsiteX943" fmla="*/ 1070511 w 7472601"/>
              <a:gd name="connsiteY943" fmla="*/ 48609 h 6858000"/>
              <a:gd name="connsiteX944" fmla="*/ 1057230 w 7472601"/>
              <a:gd name="connsiteY944" fmla="*/ 0 h 6858000"/>
              <a:gd name="connsiteX945" fmla="*/ 43151 w 7472601"/>
              <a:gd name="connsiteY945" fmla="*/ 0 h 6858000"/>
              <a:gd name="connsiteX946" fmla="*/ 95283 w 7472601"/>
              <a:gd name="connsiteY946" fmla="*/ 0 h 6858000"/>
              <a:gd name="connsiteX947" fmla="*/ 300708 w 7472601"/>
              <a:gd name="connsiteY947" fmla="*/ 154571 h 6858000"/>
              <a:gd name="connsiteX948" fmla="*/ 530414 w 7472601"/>
              <a:gd name="connsiteY948" fmla="*/ 354673 h 6858000"/>
              <a:gd name="connsiteX949" fmla="*/ 333785 w 7472601"/>
              <a:gd name="connsiteY949" fmla="*/ 161564 h 6858000"/>
              <a:gd name="connsiteX950" fmla="*/ 147005 w 7472601"/>
              <a:gd name="connsiteY950" fmla="*/ 0 h 6858000"/>
              <a:gd name="connsiteX951" fmla="*/ 272509 w 7472601"/>
              <a:gd name="connsiteY951" fmla="*/ 0 h 6858000"/>
              <a:gd name="connsiteX952" fmla="*/ 326276 w 7472601"/>
              <a:gd name="connsiteY952" fmla="*/ 45847 h 6858000"/>
              <a:gd name="connsiteX953" fmla="*/ 823759 w 7472601"/>
              <a:gd name="connsiteY953" fmla="*/ 574145 h 6858000"/>
              <a:gd name="connsiteX954" fmla="*/ 811254 w 7472601"/>
              <a:gd name="connsiteY954" fmla="*/ 665546 h 6858000"/>
              <a:gd name="connsiteX955" fmla="*/ 154042 w 7472601"/>
              <a:gd name="connsiteY955" fmla="*/ 261522 h 6858000"/>
              <a:gd name="connsiteX956" fmla="*/ 13550 w 7472601"/>
              <a:gd name="connsiteY956" fmla="*/ 158423 h 6858000"/>
              <a:gd name="connsiteX957" fmla="*/ 0 w 7472601"/>
              <a:gd name="connsiteY957" fmla="*/ 146618 h 6858000"/>
              <a:gd name="connsiteX958" fmla="*/ 0 w 7472601"/>
              <a:gd name="connsiteY958" fmla="*/ 59161 h 6858000"/>
              <a:gd name="connsiteX959" fmla="*/ 45427 w 7472601"/>
              <a:gd name="connsiteY959" fmla="*/ 101078 h 6858000"/>
              <a:gd name="connsiteX960" fmla="*/ 630103 w 7472601"/>
              <a:gd name="connsiteY960" fmla="*/ 485885 h 6858000"/>
              <a:gd name="connsiteX961" fmla="*/ 532040 w 7472601"/>
              <a:gd name="connsiteY961" fmla="*/ 399359 h 6858000"/>
              <a:gd name="connsiteX962" fmla="*/ 517618 w 7472601"/>
              <a:gd name="connsiteY962" fmla="*/ 385726 h 6858000"/>
              <a:gd name="connsiteX963" fmla="*/ 285074 w 7472601"/>
              <a:gd name="connsiteY963" fmla="*/ 182755 h 6858000"/>
              <a:gd name="connsiteX964" fmla="*/ 43151 w 7472601"/>
              <a:gd name="connsiteY964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312589 w 7472601"/>
              <a:gd name="connsiteY80" fmla="*/ 5982309 h 6858000"/>
              <a:gd name="connsiteX81" fmla="*/ 7448321 w 7472601"/>
              <a:gd name="connsiteY81" fmla="*/ 6190991 h 6858000"/>
              <a:gd name="connsiteX82" fmla="*/ 7467600 w 7472601"/>
              <a:gd name="connsiteY82" fmla="*/ 6221686 h 6858000"/>
              <a:gd name="connsiteX83" fmla="*/ 7467600 w 7472601"/>
              <a:gd name="connsiteY83" fmla="*/ 6334256 h 6858000"/>
              <a:gd name="connsiteX84" fmla="*/ 7454976 w 7472601"/>
              <a:gd name="connsiteY84" fmla="*/ 6318297 h 6858000"/>
              <a:gd name="connsiteX85" fmla="*/ 1456157 w 7472601"/>
              <a:gd name="connsiteY85" fmla="*/ 5371404 h 6858000"/>
              <a:gd name="connsiteX86" fmla="*/ 1244432 w 7472601"/>
              <a:gd name="connsiteY86" fmla="*/ 5385601 h 6858000"/>
              <a:gd name="connsiteX87" fmla="*/ 973990 w 7472601"/>
              <a:gd name="connsiteY87" fmla="*/ 5424940 h 6858000"/>
              <a:gd name="connsiteX88" fmla="*/ 1103809 w 7472601"/>
              <a:gd name="connsiteY88" fmla="*/ 5433720 h 6858000"/>
              <a:gd name="connsiteX89" fmla="*/ 1123454 w 7472601"/>
              <a:gd name="connsiteY89" fmla="*/ 5435727 h 6858000"/>
              <a:gd name="connsiteX90" fmla="*/ 1737017 w 7472601"/>
              <a:gd name="connsiteY90" fmla="*/ 5452183 h 6858000"/>
              <a:gd name="connsiteX91" fmla="*/ 1824397 w 7472601"/>
              <a:gd name="connsiteY91" fmla="*/ 5447757 h 6858000"/>
              <a:gd name="connsiteX92" fmla="*/ 2070059 w 7472601"/>
              <a:gd name="connsiteY92" fmla="*/ 5441660 h 6858000"/>
              <a:gd name="connsiteX93" fmla="*/ 1456157 w 7472601"/>
              <a:gd name="connsiteY93" fmla="*/ 5371404 h 6858000"/>
              <a:gd name="connsiteX94" fmla="*/ 4988186 w 7472601"/>
              <a:gd name="connsiteY94" fmla="*/ 5216467 h 6858000"/>
              <a:gd name="connsiteX95" fmla="*/ 4777334 w 7472601"/>
              <a:gd name="connsiteY95" fmla="*/ 5406072 h 6858000"/>
              <a:gd name="connsiteX96" fmla="*/ 4718341 w 7472601"/>
              <a:gd name="connsiteY96" fmla="*/ 5468043 h 6858000"/>
              <a:gd name="connsiteX97" fmla="*/ 4604655 w 7472601"/>
              <a:gd name="connsiteY97" fmla="*/ 5583434 h 6858000"/>
              <a:gd name="connsiteX98" fmla="*/ 4565074 w 7472601"/>
              <a:gd name="connsiteY98" fmla="*/ 5618550 h 6858000"/>
              <a:gd name="connsiteX99" fmla="*/ 4988186 w 7472601"/>
              <a:gd name="connsiteY99" fmla="*/ 5216467 h 6858000"/>
              <a:gd name="connsiteX100" fmla="*/ 4978032 w 7472601"/>
              <a:gd name="connsiteY100" fmla="*/ 5183809 h 6858000"/>
              <a:gd name="connsiteX101" fmla="*/ 4463413 w 7472601"/>
              <a:gd name="connsiteY101" fmla="*/ 5615162 h 6858000"/>
              <a:gd name="connsiteX102" fmla="*/ 4358134 w 7472601"/>
              <a:gd name="connsiteY102" fmla="*/ 5742791 h 6858000"/>
              <a:gd name="connsiteX103" fmla="*/ 4376219 w 7472601"/>
              <a:gd name="connsiteY103" fmla="*/ 5729027 h 6858000"/>
              <a:gd name="connsiteX104" fmla="*/ 4582340 w 7472601"/>
              <a:gd name="connsiteY104" fmla="*/ 5561037 h 6858000"/>
              <a:gd name="connsiteX105" fmla="*/ 4694684 w 7472601"/>
              <a:gd name="connsiteY105" fmla="*/ 5447098 h 6858000"/>
              <a:gd name="connsiteX106" fmla="*/ 4754123 w 7472601"/>
              <a:gd name="connsiteY106" fmla="*/ 5384643 h 6858000"/>
              <a:gd name="connsiteX107" fmla="*/ 4978032 w 7472601"/>
              <a:gd name="connsiteY107" fmla="*/ 5183809 h 6858000"/>
              <a:gd name="connsiteX108" fmla="*/ 1903353 w 7472601"/>
              <a:gd name="connsiteY108" fmla="*/ 5044827 h 6858000"/>
              <a:gd name="connsiteX109" fmla="*/ 1936931 w 7472601"/>
              <a:gd name="connsiteY109" fmla="*/ 5093954 h 6858000"/>
              <a:gd name="connsiteX110" fmla="*/ 2195868 w 7472601"/>
              <a:gd name="connsiteY110" fmla="*/ 5396574 h 6858000"/>
              <a:gd name="connsiteX111" fmla="*/ 2088852 w 7472601"/>
              <a:gd name="connsiteY111" fmla="*/ 5166123 h 6858000"/>
              <a:gd name="connsiteX112" fmla="*/ 1958241 w 7472601"/>
              <a:gd name="connsiteY112" fmla="*/ 5067955 h 6858000"/>
              <a:gd name="connsiteX113" fmla="*/ 1903353 w 7472601"/>
              <a:gd name="connsiteY113" fmla="*/ 5044827 h 6858000"/>
              <a:gd name="connsiteX114" fmla="*/ 1979378 w 7472601"/>
              <a:gd name="connsiteY114" fmla="*/ 4769504 h 6858000"/>
              <a:gd name="connsiteX115" fmla="*/ 2882120 w 7472601"/>
              <a:gd name="connsiteY115" fmla="*/ 5064547 h 6858000"/>
              <a:gd name="connsiteX116" fmla="*/ 2793103 w 7472601"/>
              <a:gd name="connsiteY116" fmla="*/ 5039699 h 6858000"/>
              <a:gd name="connsiteX117" fmla="*/ 2770041 w 7472601"/>
              <a:gd name="connsiteY117" fmla="*/ 5033634 h 6858000"/>
              <a:gd name="connsiteX118" fmla="*/ 1979378 w 7472601"/>
              <a:gd name="connsiteY118" fmla="*/ 4769504 h 6858000"/>
              <a:gd name="connsiteX119" fmla="*/ 1927410 w 7472601"/>
              <a:gd name="connsiteY119" fmla="*/ 4716164 h 6858000"/>
              <a:gd name="connsiteX120" fmla="*/ 1959587 w 7472601"/>
              <a:gd name="connsiteY120" fmla="*/ 4728849 h 6858000"/>
              <a:gd name="connsiteX121" fmla="*/ 2777707 w 7472601"/>
              <a:gd name="connsiteY121" fmla="*/ 5003991 h 6858000"/>
              <a:gd name="connsiteX122" fmla="*/ 2800768 w 7472601"/>
              <a:gd name="connsiteY122" fmla="*/ 5010056 h 6858000"/>
              <a:gd name="connsiteX123" fmla="*/ 2879408 w 7472601"/>
              <a:gd name="connsiteY123" fmla="*/ 5031590 h 6858000"/>
              <a:gd name="connsiteX124" fmla="*/ 2862295 w 7472601"/>
              <a:gd name="connsiteY124" fmla="*/ 5022958 h 6858000"/>
              <a:gd name="connsiteX125" fmla="*/ 2813343 w 7472601"/>
              <a:gd name="connsiteY125" fmla="*/ 4998369 h 6858000"/>
              <a:gd name="connsiteX126" fmla="*/ 2646245 w 7472601"/>
              <a:gd name="connsiteY126" fmla="*/ 4930999 h 6858000"/>
              <a:gd name="connsiteX127" fmla="*/ 1999243 w 7472601"/>
              <a:gd name="connsiteY127" fmla="*/ 4730524 h 6858000"/>
              <a:gd name="connsiteX128" fmla="*/ 1979527 w 7472601"/>
              <a:gd name="connsiteY128" fmla="*/ 4726651 h 6858000"/>
              <a:gd name="connsiteX129" fmla="*/ 1927410 w 7472601"/>
              <a:gd name="connsiteY129" fmla="*/ 4716164 h 6858000"/>
              <a:gd name="connsiteX130" fmla="*/ 1997014 w 7472601"/>
              <a:gd name="connsiteY130" fmla="*/ 4698007 h 6858000"/>
              <a:gd name="connsiteX131" fmla="*/ 2005458 w 7472601"/>
              <a:gd name="connsiteY131" fmla="*/ 4699540 h 6858000"/>
              <a:gd name="connsiteX132" fmla="*/ 2657186 w 7472601"/>
              <a:gd name="connsiteY132" fmla="*/ 4901687 h 6858000"/>
              <a:gd name="connsiteX133" fmla="*/ 2826662 w 7472601"/>
              <a:gd name="connsiteY133" fmla="*/ 4970362 h 6858000"/>
              <a:gd name="connsiteX134" fmla="*/ 2876100 w 7472601"/>
              <a:gd name="connsiteY134" fmla="*/ 4995397 h 6858000"/>
              <a:gd name="connsiteX135" fmla="*/ 3042600 w 7472601"/>
              <a:gd name="connsiteY135" fmla="*/ 5059532 h 6858000"/>
              <a:gd name="connsiteX136" fmla="*/ 1997014 w 7472601"/>
              <a:gd name="connsiteY136" fmla="*/ 4698007 h 6858000"/>
              <a:gd name="connsiteX137" fmla="*/ 2305292 w 7472601"/>
              <a:gd name="connsiteY137" fmla="*/ 4219492 h 6858000"/>
              <a:gd name="connsiteX138" fmla="*/ 3360922 w 7472601"/>
              <a:gd name="connsiteY138" fmla="*/ 4529373 h 6858000"/>
              <a:gd name="connsiteX139" fmla="*/ 3492420 w 7472601"/>
              <a:gd name="connsiteY139" fmla="*/ 4510145 h 6858000"/>
              <a:gd name="connsiteX140" fmla="*/ 3364086 w 7472601"/>
              <a:gd name="connsiteY140" fmla="*/ 4480340 h 6858000"/>
              <a:gd name="connsiteX141" fmla="*/ 3225818 w 7472601"/>
              <a:gd name="connsiteY141" fmla="*/ 4411822 h 6858000"/>
              <a:gd name="connsiteX142" fmla="*/ 3129696 w 7472601"/>
              <a:gd name="connsiteY142" fmla="*/ 4360704 h 6858000"/>
              <a:gd name="connsiteX143" fmla="*/ 2814545 w 7472601"/>
              <a:gd name="connsiteY143" fmla="*/ 4282955 h 6858000"/>
              <a:gd name="connsiteX144" fmla="*/ 2305292 w 7472601"/>
              <a:gd name="connsiteY144" fmla="*/ 4219492 h 6858000"/>
              <a:gd name="connsiteX145" fmla="*/ 2626982 w 7472601"/>
              <a:gd name="connsiteY145" fmla="*/ 4206450 h 6858000"/>
              <a:gd name="connsiteX146" fmla="*/ 2490617 w 7472601"/>
              <a:gd name="connsiteY146" fmla="*/ 4206951 h 6858000"/>
              <a:gd name="connsiteX147" fmla="*/ 2819869 w 7472601"/>
              <a:gd name="connsiteY147" fmla="*/ 4252936 h 6858000"/>
              <a:gd name="connsiteX148" fmla="*/ 3143018 w 7472601"/>
              <a:gd name="connsiteY148" fmla="*/ 4332698 h 6858000"/>
              <a:gd name="connsiteX149" fmla="*/ 3241520 w 7472601"/>
              <a:gd name="connsiteY149" fmla="*/ 4385112 h 6858000"/>
              <a:gd name="connsiteX150" fmla="*/ 3374575 w 7472601"/>
              <a:gd name="connsiteY150" fmla="*/ 4451517 h 6858000"/>
              <a:gd name="connsiteX151" fmla="*/ 3505221 w 7472601"/>
              <a:gd name="connsiteY151" fmla="*/ 4480757 h 6858000"/>
              <a:gd name="connsiteX152" fmla="*/ 2626982 w 7472601"/>
              <a:gd name="connsiteY152" fmla="*/ 4206450 h 6858000"/>
              <a:gd name="connsiteX153" fmla="*/ 1310106 w 7472601"/>
              <a:gd name="connsiteY153" fmla="*/ 3943217 h 6858000"/>
              <a:gd name="connsiteX154" fmla="*/ 854994 w 7472601"/>
              <a:gd name="connsiteY154" fmla="*/ 4399136 h 6858000"/>
              <a:gd name="connsiteX155" fmla="*/ 742462 w 7472601"/>
              <a:gd name="connsiteY155" fmla="*/ 4594648 h 6858000"/>
              <a:gd name="connsiteX156" fmla="*/ 820602 w 7472601"/>
              <a:gd name="connsiteY156" fmla="*/ 4485915 h 6858000"/>
              <a:gd name="connsiteX157" fmla="*/ 878295 w 7472601"/>
              <a:gd name="connsiteY157" fmla="*/ 4403594 h 6858000"/>
              <a:gd name="connsiteX158" fmla="*/ 1240607 w 7472601"/>
              <a:gd name="connsiteY158" fmla="*/ 4010401 h 6858000"/>
              <a:gd name="connsiteX159" fmla="*/ 1310106 w 7472601"/>
              <a:gd name="connsiteY159" fmla="*/ 3943217 h 6858000"/>
              <a:gd name="connsiteX160" fmla="*/ 1423113 w 7472601"/>
              <a:gd name="connsiteY160" fmla="*/ 3874565 h 6858000"/>
              <a:gd name="connsiteX161" fmla="*/ 1260565 w 7472601"/>
              <a:gd name="connsiteY161" fmla="*/ 4031982 h 6858000"/>
              <a:gd name="connsiteX162" fmla="*/ 901900 w 7472601"/>
              <a:gd name="connsiteY162" fmla="*/ 4421236 h 6858000"/>
              <a:gd name="connsiteX163" fmla="*/ 845044 w 7472601"/>
              <a:gd name="connsiteY163" fmla="*/ 4502436 h 6858000"/>
              <a:gd name="connsiteX164" fmla="*/ 685926 w 7472601"/>
              <a:gd name="connsiteY164" fmla="*/ 4703069 h 6858000"/>
              <a:gd name="connsiteX165" fmla="*/ 684248 w 7472601"/>
              <a:gd name="connsiteY165" fmla="*/ 4706721 h 6858000"/>
              <a:gd name="connsiteX166" fmla="*/ 1423113 w 7472601"/>
              <a:gd name="connsiteY166" fmla="*/ 3874565 h 6858000"/>
              <a:gd name="connsiteX167" fmla="*/ 3316479 w 7472601"/>
              <a:gd name="connsiteY167" fmla="*/ 3872136 h 6858000"/>
              <a:gd name="connsiteX168" fmla="*/ 3546806 w 7472601"/>
              <a:gd name="connsiteY168" fmla="*/ 4356139 h 6858000"/>
              <a:gd name="connsiteX169" fmla="*/ 3364433 w 7472601"/>
              <a:gd name="connsiteY169" fmla="*/ 3953121 h 6858000"/>
              <a:gd name="connsiteX170" fmla="*/ 3316479 w 7472601"/>
              <a:gd name="connsiteY170" fmla="*/ 3872136 h 6858000"/>
              <a:gd name="connsiteX171" fmla="*/ 3291335 w 7472601"/>
              <a:gd name="connsiteY171" fmla="*/ 3767420 h 6858000"/>
              <a:gd name="connsiteX172" fmla="*/ 3390805 w 7472601"/>
              <a:gd name="connsiteY172" fmla="*/ 3937163 h 6858000"/>
              <a:gd name="connsiteX173" fmla="*/ 3579062 w 7472601"/>
              <a:gd name="connsiteY173" fmla="*/ 4359040 h 6858000"/>
              <a:gd name="connsiteX174" fmla="*/ 3467355 w 7472601"/>
              <a:gd name="connsiteY174" fmla="*/ 3988130 h 6858000"/>
              <a:gd name="connsiteX175" fmla="*/ 3310753 w 7472601"/>
              <a:gd name="connsiteY175" fmla="*/ 3787140 h 6858000"/>
              <a:gd name="connsiteX176" fmla="*/ 3291335 w 7472601"/>
              <a:gd name="connsiteY176" fmla="*/ 3767420 h 6858000"/>
              <a:gd name="connsiteX177" fmla="*/ 1635889 w 7472601"/>
              <a:gd name="connsiteY177" fmla="*/ 3709494 h 6858000"/>
              <a:gd name="connsiteX178" fmla="*/ 1634800 w 7472601"/>
              <a:gd name="connsiteY178" fmla="*/ 3731111 h 6858000"/>
              <a:gd name="connsiteX179" fmla="*/ 1635889 w 7472601"/>
              <a:gd name="connsiteY179" fmla="*/ 3709494 h 6858000"/>
              <a:gd name="connsiteX180" fmla="*/ 1510397 w 7472601"/>
              <a:gd name="connsiteY180" fmla="*/ 3684705 h 6858000"/>
              <a:gd name="connsiteX181" fmla="*/ 1146550 w 7472601"/>
              <a:gd name="connsiteY181" fmla="*/ 3802012 h 6858000"/>
              <a:gd name="connsiteX182" fmla="*/ 698834 w 7472601"/>
              <a:gd name="connsiteY182" fmla="*/ 3952272 h 6858000"/>
              <a:gd name="connsiteX183" fmla="*/ 34256 w 7472601"/>
              <a:gd name="connsiteY183" fmla="*/ 4347603 h 6858000"/>
              <a:gd name="connsiteX184" fmla="*/ 527241 w 7472601"/>
              <a:gd name="connsiteY184" fmla="*/ 4065078 h 6858000"/>
              <a:gd name="connsiteX185" fmla="*/ 1510397 w 7472601"/>
              <a:gd name="connsiteY185" fmla="*/ 3684705 h 6858000"/>
              <a:gd name="connsiteX186" fmla="*/ 1313114 w 7472601"/>
              <a:gd name="connsiteY186" fmla="*/ 3655216 h 6858000"/>
              <a:gd name="connsiteX187" fmla="*/ 1109304 w 7472601"/>
              <a:gd name="connsiteY187" fmla="*/ 3669030 h 6858000"/>
              <a:gd name="connsiteX188" fmla="*/ 8129 w 7472601"/>
              <a:gd name="connsiteY188" fmla="*/ 4330519 h 6858000"/>
              <a:gd name="connsiteX189" fmla="*/ 687572 w 7472601"/>
              <a:gd name="connsiteY189" fmla="*/ 3925629 h 6858000"/>
              <a:gd name="connsiteX190" fmla="*/ 1138365 w 7472601"/>
              <a:gd name="connsiteY190" fmla="*/ 3774515 h 6858000"/>
              <a:gd name="connsiteX191" fmla="*/ 1505579 w 7472601"/>
              <a:gd name="connsiteY191" fmla="*/ 3655526 h 6858000"/>
              <a:gd name="connsiteX192" fmla="*/ 1313114 w 7472601"/>
              <a:gd name="connsiteY192" fmla="*/ 3655216 h 6858000"/>
              <a:gd name="connsiteX193" fmla="*/ 3655073 w 7472601"/>
              <a:gd name="connsiteY193" fmla="*/ 3650884 h 6858000"/>
              <a:gd name="connsiteX194" fmla="*/ 3989938 w 7472601"/>
              <a:gd name="connsiteY194" fmla="*/ 3991685 h 6858000"/>
              <a:gd name="connsiteX195" fmla="*/ 4393907 w 7472601"/>
              <a:gd name="connsiteY195" fmla="*/ 4261258 h 6858000"/>
              <a:gd name="connsiteX196" fmla="*/ 4648051 w 7472601"/>
              <a:gd name="connsiteY196" fmla="*/ 4374051 h 6858000"/>
              <a:gd name="connsiteX197" fmla="*/ 4383389 w 7472601"/>
              <a:gd name="connsiteY197" fmla="*/ 4184369 h 6858000"/>
              <a:gd name="connsiteX198" fmla="*/ 4165508 w 7472601"/>
              <a:gd name="connsiteY198" fmla="*/ 4035196 h 6858000"/>
              <a:gd name="connsiteX199" fmla="*/ 4068162 w 7472601"/>
              <a:gd name="connsiteY199" fmla="*/ 3953394 h 6858000"/>
              <a:gd name="connsiteX200" fmla="*/ 3981416 w 7472601"/>
              <a:gd name="connsiteY200" fmla="*/ 3880482 h 6858000"/>
              <a:gd name="connsiteX201" fmla="*/ 3800147 w 7472601"/>
              <a:gd name="connsiteY201" fmla="*/ 3749872 h 6858000"/>
              <a:gd name="connsiteX202" fmla="*/ 3655073 w 7472601"/>
              <a:gd name="connsiteY202" fmla="*/ 3650884 h 6858000"/>
              <a:gd name="connsiteX203" fmla="*/ 3670252 w 7472601"/>
              <a:gd name="connsiteY203" fmla="*/ 3622798 h 6858000"/>
              <a:gd name="connsiteX204" fmla="*/ 3817258 w 7472601"/>
              <a:gd name="connsiteY204" fmla="*/ 3723577 h 6858000"/>
              <a:gd name="connsiteX205" fmla="*/ 4000461 w 7472601"/>
              <a:gd name="connsiteY205" fmla="*/ 3855966 h 6858000"/>
              <a:gd name="connsiteX206" fmla="*/ 4088180 w 7472601"/>
              <a:gd name="connsiteY206" fmla="*/ 3929774 h 6858000"/>
              <a:gd name="connsiteX207" fmla="*/ 4184555 w 7472601"/>
              <a:gd name="connsiteY207" fmla="*/ 4010683 h 6858000"/>
              <a:gd name="connsiteX208" fmla="*/ 4399563 w 7472601"/>
              <a:gd name="connsiteY208" fmla="*/ 4158106 h 6858000"/>
              <a:gd name="connsiteX209" fmla="*/ 4684469 w 7472601"/>
              <a:gd name="connsiteY209" fmla="*/ 4364680 h 6858000"/>
              <a:gd name="connsiteX210" fmla="*/ 4690271 w 7472601"/>
              <a:gd name="connsiteY210" fmla="*/ 4370034 h 6858000"/>
              <a:gd name="connsiteX211" fmla="*/ 4136093 w 7472601"/>
              <a:gd name="connsiteY211" fmla="*/ 3858466 h 6858000"/>
              <a:gd name="connsiteX212" fmla="*/ 3670252 w 7472601"/>
              <a:gd name="connsiteY212" fmla="*/ 3622798 h 6858000"/>
              <a:gd name="connsiteX213" fmla="*/ 4440129 w 7472601"/>
              <a:gd name="connsiteY213" fmla="*/ 3448571 h 6858000"/>
              <a:gd name="connsiteX214" fmla="*/ 4856525 w 7472601"/>
              <a:gd name="connsiteY214" fmla="*/ 3915351 h 6858000"/>
              <a:gd name="connsiteX215" fmla="*/ 5059055 w 7472601"/>
              <a:gd name="connsiteY215" fmla="*/ 4108918 h 6858000"/>
              <a:gd name="connsiteX216" fmla="*/ 5290070 w 7472601"/>
              <a:gd name="connsiteY216" fmla="*/ 4263619 h 6858000"/>
              <a:gd name="connsiteX217" fmla="*/ 4834991 w 7472601"/>
              <a:gd name="connsiteY217" fmla="*/ 3830985 h 6858000"/>
              <a:gd name="connsiteX218" fmla="*/ 4440129 w 7472601"/>
              <a:gd name="connsiteY218" fmla="*/ 3448571 h 6858000"/>
              <a:gd name="connsiteX219" fmla="*/ 4441737 w 7472601"/>
              <a:gd name="connsiteY219" fmla="*/ 3399734 h 6858000"/>
              <a:gd name="connsiteX220" fmla="*/ 4431236 w 7472601"/>
              <a:gd name="connsiteY220" fmla="*/ 3400954 h 6858000"/>
              <a:gd name="connsiteX221" fmla="*/ 4557150 w 7472601"/>
              <a:gd name="connsiteY221" fmla="*/ 3510023 h 6858000"/>
              <a:gd name="connsiteX222" fmla="*/ 4856936 w 7472601"/>
              <a:gd name="connsiteY222" fmla="*/ 3809146 h 6858000"/>
              <a:gd name="connsiteX223" fmla="*/ 5111996 w 7472601"/>
              <a:gd name="connsiteY223" fmla="*/ 4065759 h 6858000"/>
              <a:gd name="connsiteX224" fmla="*/ 5388878 w 7472601"/>
              <a:gd name="connsiteY224" fmla="*/ 4300185 h 6858000"/>
              <a:gd name="connsiteX225" fmla="*/ 5425556 w 7472601"/>
              <a:gd name="connsiteY225" fmla="*/ 4308967 h 6858000"/>
              <a:gd name="connsiteX226" fmla="*/ 4943646 w 7472601"/>
              <a:gd name="connsiteY226" fmla="*/ 3822916 h 6858000"/>
              <a:gd name="connsiteX227" fmla="*/ 4594837 w 7472601"/>
              <a:gd name="connsiteY227" fmla="*/ 3532274 h 6858000"/>
              <a:gd name="connsiteX228" fmla="*/ 4441737 w 7472601"/>
              <a:gd name="connsiteY228" fmla="*/ 3399734 h 6858000"/>
              <a:gd name="connsiteX229" fmla="*/ 5425834 w 7472601"/>
              <a:gd name="connsiteY229" fmla="*/ 3162785 h 6858000"/>
              <a:gd name="connsiteX230" fmla="*/ 5401644 w 7472601"/>
              <a:gd name="connsiteY230" fmla="*/ 3617847 h 6858000"/>
              <a:gd name="connsiteX231" fmla="*/ 5467256 w 7472601"/>
              <a:gd name="connsiteY231" fmla="*/ 4175494 h 6858000"/>
              <a:gd name="connsiteX232" fmla="*/ 5448069 w 7472601"/>
              <a:gd name="connsiteY232" fmla="*/ 3567554 h 6858000"/>
              <a:gd name="connsiteX233" fmla="*/ 5425834 w 7472601"/>
              <a:gd name="connsiteY233" fmla="*/ 3162785 h 6858000"/>
              <a:gd name="connsiteX234" fmla="*/ 1318687 w 7472601"/>
              <a:gd name="connsiteY234" fmla="*/ 3113840 h 6858000"/>
              <a:gd name="connsiteX235" fmla="*/ 1066793 w 7472601"/>
              <a:gd name="connsiteY235" fmla="*/ 3212171 h 6858000"/>
              <a:gd name="connsiteX236" fmla="*/ 993319 w 7472601"/>
              <a:gd name="connsiteY236" fmla="*/ 3247648 h 6858000"/>
              <a:gd name="connsiteX237" fmla="*/ 853081 w 7472601"/>
              <a:gd name="connsiteY237" fmla="*/ 3312410 h 6858000"/>
              <a:gd name="connsiteX238" fmla="*/ 805957 w 7472601"/>
              <a:gd name="connsiteY238" fmla="*/ 3330443 h 6858000"/>
              <a:gd name="connsiteX239" fmla="*/ 1318687 w 7472601"/>
              <a:gd name="connsiteY239" fmla="*/ 3113840 h 6858000"/>
              <a:gd name="connsiteX240" fmla="*/ 5453702 w 7472601"/>
              <a:gd name="connsiteY240" fmla="*/ 3090882 h 6858000"/>
              <a:gd name="connsiteX241" fmla="*/ 5480135 w 7472601"/>
              <a:gd name="connsiteY241" fmla="*/ 3565802 h 6858000"/>
              <a:gd name="connsiteX242" fmla="*/ 5499023 w 7472601"/>
              <a:gd name="connsiteY242" fmla="*/ 4166310 h 6858000"/>
              <a:gd name="connsiteX243" fmla="*/ 5547022 w 7472601"/>
              <a:gd name="connsiteY243" fmla="*/ 3607838 h 6858000"/>
              <a:gd name="connsiteX244" fmla="*/ 5515964 w 7472601"/>
              <a:gd name="connsiteY244" fmla="*/ 3378541 h 6858000"/>
              <a:gd name="connsiteX245" fmla="*/ 5453702 w 7472601"/>
              <a:gd name="connsiteY245" fmla="*/ 3090882 h 6858000"/>
              <a:gd name="connsiteX246" fmla="*/ 1238695 w 7472601"/>
              <a:gd name="connsiteY246" fmla="*/ 3076820 h 6858000"/>
              <a:gd name="connsiteX247" fmla="*/ 716371 w 7472601"/>
              <a:gd name="connsiteY247" fmla="*/ 3293249 h 6858000"/>
              <a:gd name="connsiteX248" fmla="*/ 579522 w 7472601"/>
              <a:gd name="connsiteY248" fmla="*/ 3371759 h 6858000"/>
              <a:gd name="connsiteX249" fmla="*/ 600288 w 7472601"/>
              <a:gd name="connsiteY249" fmla="*/ 3365555 h 6858000"/>
              <a:gd name="connsiteX250" fmla="*/ 840692 w 7472601"/>
              <a:gd name="connsiteY250" fmla="*/ 3284921 h 6858000"/>
              <a:gd name="connsiteX251" fmla="*/ 979248 w 7472601"/>
              <a:gd name="connsiteY251" fmla="*/ 3221003 h 6858000"/>
              <a:gd name="connsiteX252" fmla="*/ 1053282 w 7472601"/>
              <a:gd name="connsiteY252" fmla="*/ 3185247 h 6858000"/>
              <a:gd name="connsiteX253" fmla="*/ 1320603 w 7472601"/>
              <a:gd name="connsiteY253" fmla="*/ 3081281 h 6858000"/>
              <a:gd name="connsiteX254" fmla="*/ 1238695 w 7472601"/>
              <a:gd name="connsiteY254" fmla="*/ 3076820 h 6858000"/>
              <a:gd name="connsiteX255" fmla="*/ 5425627 w 7472601"/>
              <a:gd name="connsiteY255" fmla="*/ 2954192 h 6858000"/>
              <a:gd name="connsiteX256" fmla="*/ 5470770 w 7472601"/>
              <a:gd name="connsiteY256" fmla="*/ 3005435 h 6858000"/>
              <a:gd name="connsiteX257" fmla="*/ 5519779 w 7472601"/>
              <a:gd name="connsiteY257" fmla="*/ 4359223 h 6858000"/>
              <a:gd name="connsiteX258" fmla="*/ 5520293 w 7472601"/>
              <a:gd name="connsiteY258" fmla="*/ 4360602 h 6858000"/>
              <a:gd name="connsiteX259" fmla="*/ 5767221 w 7472601"/>
              <a:gd name="connsiteY259" fmla="*/ 4665564 h 6858000"/>
              <a:gd name="connsiteX260" fmla="*/ 6937169 w 7472601"/>
              <a:gd name="connsiteY260" fmla="*/ 4815941 h 6858000"/>
              <a:gd name="connsiteX261" fmla="*/ 6953922 w 7472601"/>
              <a:gd name="connsiteY261" fmla="*/ 4890068 h 6858000"/>
              <a:gd name="connsiteX262" fmla="*/ 6071359 w 7472601"/>
              <a:gd name="connsiteY262" fmla="*/ 4770770 h 6858000"/>
              <a:gd name="connsiteX263" fmla="*/ 6038839 w 7472601"/>
              <a:gd name="connsiteY263" fmla="*/ 4764474 h 6858000"/>
              <a:gd name="connsiteX264" fmla="*/ 6038706 w 7472601"/>
              <a:gd name="connsiteY264" fmla="*/ 4763847 h 6858000"/>
              <a:gd name="connsiteX265" fmla="*/ 6037784 w 7472601"/>
              <a:gd name="connsiteY265" fmla="*/ 4764270 h 6858000"/>
              <a:gd name="connsiteX266" fmla="*/ 6038839 w 7472601"/>
              <a:gd name="connsiteY266" fmla="*/ 4764474 h 6858000"/>
              <a:gd name="connsiteX267" fmla="*/ 6040338 w 7472601"/>
              <a:gd name="connsiteY267" fmla="*/ 4771418 h 6858000"/>
              <a:gd name="connsiteX268" fmla="*/ 6024488 w 7472601"/>
              <a:gd name="connsiteY268" fmla="*/ 4809903 h 6858000"/>
              <a:gd name="connsiteX269" fmla="*/ 5599771 w 7472601"/>
              <a:gd name="connsiteY269" fmla="*/ 5509652 h 6858000"/>
              <a:gd name="connsiteX270" fmla="*/ 5548843 w 7472601"/>
              <a:gd name="connsiteY270" fmla="*/ 5563845 h 6858000"/>
              <a:gd name="connsiteX271" fmla="*/ 5940952 w 7472601"/>
              <a:gd name="connsiteY271" fmla="*/ 6250028 h 6858000"/>
              <a:gd name="connsiteX272" fmla="*/ 6043441 w 7472601"/>
              <a:gd name="connsiteY272" fmla="*/ 6665847 h 6858000"/>
              <a:gd name="connsiteX273" fmla="*/ 6093432 w 7472601"/>
              <a:gd name="connsiteY273" fmla="*/ 6858000 h 6858000"/>
              <a:gd name="connsiteX274" fmla="*/ 6034344 w 7472601"/>
              <a:gd name="connsiteY274" fmla="*/ 6858000 h 6858000"/>
              <a:gd name="connsiteX275" fmla="*/ 6026679 w 7472601"/>
              <a:gd name="connsiteY275" fmla="*/ 6836959 h 6858000"/>
              <a:gd name="connsiteX276" fmla="*/ 5800441 w 7472601"/>
              <a:gd name="connsiteY276" fmla="*/ 6335286 h 6858000"/>
              <a:gd name="connsiteX277" fmla="*/ 5526562 w 7472601"/>
              <a:gd name="connsiteY277" fmla="*/ 5705388 h 6858000"/>
              <a:gd name="connsiteX278" fmla="*/ 5519640 w 7472601"/>
              <a:gd name="connsiteY278" fmla="*/ 5683774 h 6858000"/>
              <a:gd name="connsiteX279" fmla="*/ 5844559 w 7472601"/>
              <a:gd name="connsiteY279" fmla="*/ 6553349 h 6858000"/>
              <a:gd name="connsiteX280" fmla="*/ 5975994 w 7472601"/>
              <a:gd name="connsiteY280" fmla="*/ 6858000 h 6858000"/>
              <a:gd name="connsiteX281" fmla="*/ 5898547 w 7472601"/>
              <a:gd name="connsiteY281" fmla="*/ 6858000 h 6858000"/>
              <a:gd name="connsiteX282" fmla="*/ 5682041 w 7472601"/>
              <a:gd name="connsiteY282" fmla="*/ 6355860 h 6858000"/>
              <a:gd name="connsiteX283" fmla="*/ 5461758 w 7472601"/>
              <a:gd name="connsiteY283" fmla="*/ 5820220 h 6858000"/>
              <a:gd name="connsiteX284" fmla="*/ 5237282 w 7472601"/>
              <a:gd name="connsiteY284" fmla="*/ 6579086 h 6858000"/>
              <a:gd name="connsiteX285" fmla="*/ 5115009 w 7472601"/>
              <a:gd name="connsiteY285" fmla="*/ 6858000 h 6858000"/>
              <a:gd name="connsiteX286" fmla="*/ 5028074 w 7472601"/>
              <a:gd name="connsiteY286" fmla="*/ 6858000 h 6858000"/>
              <a:gd name="connsiteX287" fmla="*/ 5079508 w 7472601"/>
              <a:gd name="connsiteY287" fmla="*/ 6749074 h 6858000"/>
              <a:gd name="connsiteX288" fmla="*/ 5371846 w 7472601"/>
              <a:gd name="connsiteY288" fmla="*/ 5924413 h 6858000"/>
              <a:gd name="connsiteX289" fmla="*/ 5270512 w 7472601"/>
              <a:gd name="connsiteY289" fmla="*/ 6138975 h 6858000"/>
              <a:gd name="connsiteX290" fmla="*/ 5062409 w 7472601"/>
              <a:gd name="connsiteY290" fmla="*/ 6653544 h 6858000"/>
              <a:gd name="connsiteX291" fmla="*/ 5036628 w 7472601"/>
              <a:gd name="connsiteY291" fmla="*/ 6754247 h 6858000"/>
              <a:gd name="connsiteX292" fmla="*/ 5009112 w 7472601"/>
              <a:gd name="connsiteY292" fmla="*/ 6858000 h 6858000"/>
              <a:gd name="connsiteX293" fmla="*/ 4976679 w 7472601"/>
              <a:gd name="connsiteY293" fmla="*/ 6858000 h 6858000"/>
              <a:gd name="connsiteX294" fmla="*/ 5006537 w 7472601"/>
              <a:gd name="connsiteY294" fmla="*/ 6747068 h 6858000"/>
              <a:gd name="connsiteX295" fmla="*/ 5032723 w 7472601"/>
              <a:gd name="connsiteY295" fmla="*/ 6644957 h 6858000"/>
              <a:gd name="connsiteX296" fmla="*/ 5242949 w 7472601"/>
              <a:gd name="connsiteY296" fmla="*/ 6125175 h 6858000"/>
              <a:gd name="connsiteX297" fmla="*/ 5286321 w 7472601"/>
              <a:gd name="connsiteY297" fmla="*/ 6033555 h 6858000"/>
              <a:gd name="connsiteX298" fmla="*/ 5008210 w 7472601"/>
              <a:gd name="connsiteY298" fmla="*/ 6649194 h 6858000"/>
              <a:gd name="connsiteX299" fmla="*/ 4986321 w 7472601"/>
              <a:gd name="connsiteY299" fmla="*/ 6765687 h 6858000"/>
              <a:gd name="connsiteX300" fmla="*/ 4973474 w 7472601"/>
              <a:gd name="connsiteY300" fmla="*/ 6858000 h 6858000"/>
              <a:gd name="connsiteX301" fmla="*/ 4907178 w 7472601"/>
              <a:gd name="connsiteY301" fmla="*/ 6858000 h 6858000"/>
              <a:gd name="connsiteX302" fmla="*/ 4910810 w 7472601"/>
              <a:gd name="connsiteY302" fmla="*/ 6829660 h 6858000"/>
              <a:gd name="connsiteX303" fmla="*/ 4987461 w 7472601"/>
              <a:gd name="connsiteY303" fmla="*/ 6432994 h 6858000"/>
              <a:gd name="connsiteX304" fmla="*/ 5179262 w 7472601"/>
              <a:gd name="connsiteY304" fmla="*/ 6035044 h 6858000"/>
              <a:gd name="connsiteX305" fmla="*/ 4689678 w 7472601"/>
              <a:gd name="connsiteY305" fmla="*/ 6440241 h 6858000"/>
              <a:gd name="connsiteX306" fmla="*/ 4477543 w 7472601"/>
              <a:gd name="connsiteY306" fmla="*/ 6674836 h 6858000"/>
              <a:gd name="connsiteX307" fmla="*/ 4329957 w 7472601"/>
              <a:gd name="connsiteY307" fmla="*/ 6858000 h 6858000"/>
              <a:gd name="connsiteX308" fmla="*/ 4218595 w 7472601"/>
              <a:gd name="connsiteY308" fmla="*/ 6858000 h 6858000"/>
              <a:gd name="connsiteX309" fmla="*/ 4368888 w 7472601"/>
              <a:gd name="connsiteY309" fmla="*/ 6668412 h 6858000"/>
              <a:gd name="connsiteX310" fmla="*/ 4563091 w 7472601"/>
              <a:gd name="connsiteY310" fmla="*/ 6442508 h 6858000"/>
              <a:gd name="connsiteX311" fmla="*/ 5387324 w 7472601"/>
              <a:gd name="connsiteY311" fmla="*/ 5705830 h 6858000"/>
              <a:gd name="connsiteX312" fmla="*/ 5073620 w 7472601"/>
              <a:gd name="connsiteY312" fmla="*/ 5955437 h 6858000"/>
              <a:gd name="connsiteX313" fmla="*/ 4689789 w 7472601"/>
              <a:gd name="connsiteY313" fmla="*/ 6268382 h 6858000"/>
              <a:gd name="connsiteX314" fmla="*/ 4418722 w 7472601"/>
              <a:gd name="connsiteY314" fmla="*/ 6570886 h 6858000"/>
              <a:gd name="connsiteX315" fmla="*/ 4214944 w 7472601"/>
              <a:gd name="connsiteY315" fmla="*/ 6858000 h 6858000"/>
              <a:gd name="connsiteX316" fmla="*/ 4177898 w 7472601"/>
              <a:gd name="connsiteY316" fmla="*/ 6858000 h 6858000"/>
              <a:gd name="connsiteX317" fmla="*/ 4391597 w 7472601"/>
              <a:gd name="connsiteY317" fmla="*/ 6556370 h 6858000"/>
              <a:gd name="connsiteX318" fmla="*/ 4668889 w 7472601"/>
              <a:gd name="connsiteY318" fmla="*/ 6246399 h 6858000"/>
              <a:gd name="connsiteX319" fmla="*/ 5055427 w 7472601"/>
              <a:gd name="connsiteY319" fmla="*/ 5931476 h 6858000"/>
              <a:gd name="connsiteX320" fmla="*/ 5371814 w 7472601"/>
              <a:gd name="connsiteY320" fmla="*/ 5678975 h 6858000"/>
              <a:gd name="connsiteX321" fmla="*/ 4987918 w 7472601"/>
              <a:gd name="connsiteY321" fmla="*/ 5838701 h 6858000"/>
              <a:gd name="connsiteX322" fmla="*/ 4317146 w 7472601"/>
              <a:gd name="connsiteY322" fmla="*/ 6587716 h 6858000"/>
              <a:gd name="connsiteX323" fmla="*/ 4171627 w 7472601"/>
              <a:gd name="connsiteY323" fmla="*/ 6858000 h 6858000"/>
              <a:gd name="connsiteX324" fmla="*/ 4081585 w 7472601"/>
              <a:gd name="connsiteY324" fmla="*/ 6858000 h 6858000"/>
              <a:gd name="connsiteX325" fmla="*/ 4238603 w 7472601"/>
              <a:gd name="connsiteY325" fmla="*/ 6559341 h 6858000"/>
              <a:gd name="connsiteX326" fmla="*/ 4778333 w 7472601"/>
              <a:gd name="connsiteY326" fmla="*/ 5873626 h 6858000"/>
              <a:gd name="connsiteX327" fmla="*/ 5414185 w 7472601"/>
              <a:gd name="connsiteY327" fmla="*/ 5573882 h 6858000"/>
              <a:gd name="connsiteX328" fmla="*/ 5959648 w 7472601"/>
              <a:gd name="connsiteY328" fmla="*/ 4760797 h 6858000"/>
              <a:gd name="connsiteX329" fmla="*/ 5355019 w 7472601"/>
              <a:gd name="connsiteY329" fmla="*/ 4734672 h 6858000"/>
              <a:gd name="connsiteX330" fmla="*/ 5083565 w 7472601"/>
              <a:gd name="connsiteY330" fmla="*/ 5179121 h 6858000"/>
              <a:gd name="connsiteX331" fmla="*/ 4713577 w 7472601"/>
              <a:gd name="connsiteY331" fmla="*/ 5616803 h 6858000"/>
              <a:gd name="connsiteX332" fmla="*/ 3989559 w 7472601"/>
              <a:gd name="connsiteY332" fmla="*/ 6145945 h 6858000"/>
              <a:gd name="connsiteX333" fmla="*/ 3939824 w 7472601"/>
              <a:gd name="connsiteY333" fmla="*/ 6066900 h 6858000"/>
              <a:gd name="connsiteX334" fmla="*/ 4584537 w 7472601"/>
              <a:gd name="connsiteY334" fmla="*/ 5324826 h 6858000"/>
              <a:gd name="connsiteX335" fmla="*/ 5037105 w 7472601"/>
              <a:gd name="connsiteY335" fmla="*/ 5088765 h 6858000"/>
              <a:gd name="connsiteX336" fmla="*/ 5039930 w 7472601"/>
              <a:gd name="connsiteY336" fmla="*/ 5089585 h 6858000"/>
              <a:gd name="connsiteX337" fmla="*/ 5263764 w 7472601"/>
              <a:gd name="connsiteY337" fmla="*/ 4735525 h 6858000"/>
              <a:gd name="connsiteX338" fmla="*/ 4086300 w 7472601"/>
              <a:gd name="connsiteY338" fmla="*/ 4884599 h 6858000"/>
              <a:gd name="connsiteX339" fmla="*/ 4085485 w 7472601"/>
              <a:gd name="connsiteY339" fmla="*/ 4899070 h 6858000"/>
              <a:gd name="connsiteX340" fmla="*/ 3871915 w 7472601"/>
              <a:gd name="connsiteY340" fmla="*/ 5253645 h 6858000"/>
              <a:gd name="connsiteX341" fmla="*/ 3799374 w 7472601"/>
              <a:gd name="connsiteY341" fmla="*/ 5466127 h 6858000"/>
              <a:gd name="connsiteX342" fmla="*/ 3498850 w 7472601"/>
              <a:gd name="connsiteY342" fmla="*/ 6661888 h 6858000"/>
              <a:gd name="connsiteX343" fmla="*/ 3399216 w 7472601"/>
              <a:gd name="connsiteY343" fmla="*/ 6858000 h 6858000"/>
              <a:gd name="connsiteX344" fmla="*/ 3303688 w 7472601"/>
              <a:gd name="connsiteY344" fmla="*/ 6858000 h 6858000"/>
              <a:gd name="connsiteX345" fmla="*/ 3391774 w 7472601"/>
              <a:gd name="connsiteY345" fmla="*/ 6697181 h 6858000"/>
              <a:gd name="connsiteX346" fmla="*/ 3735540 w 7472601"/>
              <a:gd name="connsiteY346" fmla="*/ 5546923 h 6858000"/>
              <a:gd name="connsiteX347" fmla="*/ 3729438 w 7472601"/>
              <a:gd name="connsiteY347" fmla="*/ 5569058 h 6858000"/>
              <a:gd name="connsiteX348" fmla="*/ 3707782 w 7472601"/>
              <a:gd name="connsiteY348" fmla="*/ 5644908 h 6858000"/>
              <a:gd name="connsiteX349" fmla="*/ 3583827 w 7472601"/>
              <a:gd name="connsiteY349" fmla="*/ 6039215 h 6858000"/>
              <a:gd name="connsiteX350" fmla="*/ 3547861 w 7472601"/>
              <a:gd name="connsiteY350" fmla="*/ 6129609 h 6858000"/>
              <a:gd name="connsiteX351" fmla="*/ 3490905 w 7472601"/>
              <a:gd name="connsiteY351" fmla="*/ 6277660 h 6858000"/>
              <a:gd name="connsiteX352" fmla="*/ 3455859 w 7472601"/>
              <a:gd name="connsiteY352" fmla="*/ 6391301 h 6858000"/>
              <a:gd name="connsiteX353" fmla="*/ 3429112 w 7472601"/>
              <a:gd name="connsiteY353" fmla="*/ 6479469 h 6858000"/>
              <a:gd name="connsiteX354" fmla="*/ 3304862 w 7472601"/>
              <a:gd name="connsiteY354" fmla="*/ 6796476 h 6858000"/>
              <a:gd name="connsiteX355" fmla="*/ 3276071 w 7472601"/>
              <a:gd name="connsiteY355" fmla="*/ 6858000 h 6858000"/>
              <a:gd name="connsiteX356" fmla="*/ 3240805 w 7472601"/>
              <a:gd name="connsiteY356" fmla="*/ 6858000 h 6858000"/>
              <a:gd name="connsiteX357" fmla="*/ 3275917 w 7472601"/>
              <a:gd name="connsiteY357" fmla="*/ 6783192 h 6858000"/>
              <a:gd name="connsiteX358" fmla="*/ 3399358 w 7472601"/>
              <a:gd name="connsiteY358" fmla="*/ 6469011 h 6858000"/>
              <a:gd name="connsiteX359" fmla="*/ 3425650 w 7472601"/>
              <a:gd name="connsiteY359" fmla="*/ 6381333 h 6858000"/>
              <a:gd name="connsiteX360" fmla="*/ 3460661 w 7472601"/>
              <a:gd name="connsiteY360" fmla="*/ 6266763 h 6858000"/>
              <a:gd name="connsiteX361" fmla="*/ 3518021 w 7472601"/>
              <a:gd name="connsiteY361" fmla="*/ 6117298 h 6858000"/>
              <a:gd name="connsiteX362" fmla="*/ 3554035 w 7472601"/>
              <a:gd name="connsiteY362" fmla="*/ 6027832 h 6858000"/>
              <a:gd name="connsiteX363" fmla="*/ 3677174 w 7472601"/>
              <a:gd name="connsiteY363" fmla="*/ 5636351 h 6858000"/>
              <a:gd name="connsiteX364" fmla="*/ 3698819 w 7472601"/>
              <a:gd name="connsiteY364" fmla="*/ 5560503 h 6858000"/>
              <a:gd name="connsiteX365" fmla="*/ 3702094 w 7472601"/>
              <a:gd name="connsiteY365" fmla="*/ 5549194 h 6858000"/>
              <a:gd name="connsiteX366" fmla="*/ 3398355 w 7472601"/>
              <a:gd name="connsiteY366" fmla="*/ 6094603 h 6858000"/>
              <a:gd name="connsiteX367" fmla="*/ 3193941 w 7472601"/>
              <a:gd name="connsiteY367" fmla="*/ 6798775 h 6858000"/>
              <a:gd name="connsiteX368" fmla="*/ 3184140 w 7472601"/>
              <a:gd name="connsiteY368" fmla="*/ 6858000 h 6858000"/>
              <a:gd name="connsiteX369" fmla="*/ 3099978 w 7472601"/>
              <a:gd name="connsiteY369" fmla="*/ 6858000 h 6858000"/>
              <a:gd name="connsiteX370" fmla="*/ 3101556 w 7472601"/>
              <a:gd name="connsiteY370" fmla="*/ 6843337 h 6858000"/>
              <a:gd name="connsiteX371" fmla="*/ 3370162 w 7472601"/>
              <a:gd name="connsiteY371" fmla="*/ 5785550 h 6858000"/>
              <a:gd name="connsiteX372" fmla="*/ 3746477 w 7472601"/>
              <a:gd name="connsiteY372" fmla="*/ 5377889 h 6858000"/>
              <a:gd name="connsiteX373" fmla="*/ 3863399 w 7472601"/>
              <a:gd name="connsiteY373" fmla="*/ 5087257 h 6858000"/>
              <a:gd name="connsiteX374" fmla="*/ 3968712 w 7472601"/>
              <a:gd name="connsiteY374" fmla="*/ 4913989 h 6858000"/>
              <a:gd name="connsiteX375" fmla="*/ 2792390 w 7472601"/>
              <a:gd name="connsiteY375" fmla="*/ 5382974 h 6858000"/>
              <a:gd name="connsiteX376" fmla="*/ 2714982 w 7472601"/>
              <a:gd name="connsiteY376" fmla="*/ 5427051 h 6858000"/>
              <a:gd name="connsiteX377" fmla="*/ 2813361 w 7472601"/>
              <a:gd name="connsiteY377" fmla="*/ 6023912 h 6858000"/>
              <a:gd name="connsiteX378" fmla="*/ 2688430 w 7472601"/>
              <a:gd name="connsiteY378" fmla="*/ 6801564 h 6858000"/>
              <a:gd name="connsiteX379" fmla="*/ 2629626 w 7472601"/>
              <a:gd name="connsiteY379" fmla="*/ 6763394 h 6858000"/>
              <a:gd name="connsiteX380" fmla="*/ 2565328 w 7472601"/>
              <a:gd name="connsiteY380" fmla="*/ 5516399 h 6858000"/>
              <a:gd name="connsiteX381" fmla="*/ 1922999 w 7472601"/>
              <a:gd name="connsiteY381" fmla="*/ 5980343 h 6858000"/>
              <a:gd name="connsiteX382" fmla="*/ 1950261 w 7472601"/>
              <a:gd name="connsiteY382" fmla="*/ 6405858 h 6858000"/>
              <a:gd name="connsiteX383" fmla="*/ 2365554 w 7472601"/>
              <a:gd name="connsiteY383" fmla="*/ 6759107 h 6858000"/>
              <a:gd name="connsiteX384" fmla="*/ 2424142 w 7472601"/>
              <a:gd name="connsiteY384" fmla="*/ 6858000 h 6858000"/>
              <a:gd name="connsiteX385" fmla="*/ 2395994 w 7472601"/>
              <a:gd name="connsiteY385" fmla="*/ 6858000 h 6858000"/>
              <a:gd name="connsiteX386" fmla="*/ 2392863 w 7472601"/>
              <a:gd name="connsiteY386" fmla="*/ 6852964 h 6858000"/>
              <a:gd name="connsiteX387" fmla="*/ 2017589 w 7472601"/>
              <a:gd name="connsiteY387" fmla="*/ 6493982 h 6858000"/>
              <a:gd name="connsiteX388" fmla="*/ 2147336 w 7472601"/>
              <a:gd name="connsiteY388" fmla="*/ 6594052 h 6858000"/>
              <a:gd name="connsiteX389" fmla="*/ 2207047 w 7472601"/>
              <a:gd name="connsiteY389" fmla="*/ 6654540 h 6858000"/>
              <a:gd name="connsiteX390" fmla="*/ 2299106 w 7472601"/>
              <a:gd name="connsiteY390" fmla="*/ 6778931 h 6858000"/>
              <a:gd name="connsiteX391" fmla="*/ 2314430 w 7472601"/>
              <a:gd name="connsiteY391" fmla="*/ 6801144 h 6858000"/>
              <a:gd name="connsiteX392" fmla="*/ 2352406 w 7472601"/>
              <a:gd name="connsiteY392" fmla="*/ 6858000 h 6858000"/>
              <a:gd name="connsiteX393" fmla="*/ 2314492 w 7472601"/>
              <a:gd name="connsiteY393" fmla="*/ 6858000 h 6858000"/>
              <a:gd name="connsiteX394" fmla="*/ 2288095 w 7472601"/>
              <a:gd name="connsiteY394" fmla="*/ 6818030 h 6858000"/>
              <a:gd name="connsiteX395" fmla="*/ 2272768 w 7472601"/>
              <a:gd name="connsiteY395" fmla="*/ 6795822 h 6858000"/>
              <a:gd name="connsiteX396" fmla="*/ 2182715 w 7472601"/>
              <a:gd name="connsiteY396" fmla="*/ 6675071 h 6858000"/>
              <a:gd name="connsiteX397" fmla="*/ 2032061 w 7472601"/>
              <a:gd name="connsiteY397" fmla="*/ 6541380 h 6858000"/>
              <a:gd name="connsiteX398" fmla="*/ 2257220 w 7472601"/>
              <a:gd name="connsiteY398" fmla="*/ 6826257 h 6858000"/>
              <a:gd name="connsiteX399" fmla="*/ 2281324 w 7472601"/>
              <a:gd name="connsiteY399" fmla="*/ 6858000 h 6858000"/>
              <a:gd name="connsiteX400" fmla="*/ 2242860 w 7472601"/>
              <a:gd name="connsiteY400" fmla="*/ 6858000 h 6858000"/>
              <a:gd name="connsiteX401" fmla="*/ 2232818 w 7472601"/>
              <a:gd name="connsiteY401" fmla="*/ 6844926 h 6858000"/>
              <a:gd name="connsiteX402" fmla="*/ 1990172 w 7472601"/>
              <a:gd name="connsiteY402" fmla="*/ 6542121 h 6858000"/>
              <a:gd name="connsiteX403" fmla="*/ 2124090 w 7472601"/>
              <a:gd name="connsiteY403" fmla="*/ 6761017 h 6858000"/>
              <a:gd name="connsiteX404" fmla="*/ 2200380 w 7472601"/>
              <a:gd name="connsiteY404" fmla="*/ 6858000 h 6858000"/>
              <a:gd name="connsiteX405" fmla="*/ 2147507 w 7472601"/>
              <a:gd name="connsiteY405" fmla="*/ 6858000 h 6858000"/>
              <a:gd name="connsiteX406" fmla="*/ 2070668 w 7472601"/>
              <a:gd name="connsiteY406" fmla="*/ 6761520 h 6858000"/>
              <a:gd name="connsiteX407" fmla="*/ 1975142 w 7472601"/>
              <a:gd name="connsiteY407" fmla="*/ 6585570 h 6858000"/>
              <a:gd name="connsiteX408" fmla="*/ 2050035 w 7472601"/>
              <a:gd name="connsiteY408" fmla="*/ 6813345 h 6858000"/>
              <a:gd name="connsiteX409" fmla="*/ 2063025 w 7472601"/>
              <a:gd name="connsiteY409" fmla="*/ 6858000 h 6858000"/>
              <a:gd name="connsiteX410" fmla="*/ 2021675 w 7472601"/>
              <a:gd name="connsiteY410" fmla="*/ 6858000 h 6858000"/>
              <a:gd name="connsiteX411" fmla="*/ 2019308 w 7472601"/>
              <a:gd name="connsiteY411" fmla="*/ 6847118 h 6858000"/>
              <a:gd name="connsiteX412" fmla="*/ 1938835 w 7472601"/>
              <a:gd name="connsiteY412" fmla="*/ 6551160 h 6858000"/>
              <a:gd name="connsiteX413" fmla="*/ 1953230 w 7472601"/>
              <a:gd name="connsiteY413" fmla="*/ 6759699 h 6858000"/>
              <a:gd name="connsiteX414" fmla="*/ 1956763 w 7472601"/>
              <a:gd name="connsiteY414" fmla="*/ 6778191 h 6858000"/>
              <a:gd name="connsiteX415" fmla="*/ 1967925 w 7472601"/>
              <a:gd name="connsiteY415" fmla="*/ 6858000 h 6858000"/>
              <a:gd name="connsiteX416" fmla="*/ 1936622 w 7472601"/>
              <a:gd name="connsiteY416" fmla="*/ 6858000 h 6858000"/>
              <a:gd name="connsiteX417" fmla="*/ 1926261 w 7472601"/>
              <a:gd name="connsiteY417" fmla="*/ 6784064 h 6858000"/>
              <a:gd name="connsiteX418" fmla="*/ 1922724 w 7472601"/>
              <a:gd name="connsiteY418" fmla="*/ 6765577 h 6858000"/>
              <a:gd name="connsiteX419" fmla="*/ 1904650 w 7472601"/>
              <a:gd name="connsiteY419" fmla="*/ 6639616 h 6858000"/>
              <a:gd name="connsiteX420" fmla="*/ 1885273 w 7472601"/>
              <a:gd name="connsiteY420" fmla="*/ 6858000 h 6858000"/>
              <a:gd name="connsiteX421" fmla="*/ 1854363 w 7472601"/>
              <a:gd name="connsiteY421" fmla="*/ 6858000 h 6858000"/>
              <a:gd name="connsiteX422" fmla="*/ 1880391 w 7472601"/>
              <a:gd name="connsiteY422" fmla="*/ 6603796 h 6858000"/>
              <a:gd name="connsiteX423" fmla="*/ 1818273 w 7472601"/>
              <a:gd name="connsiteY423" fmla="*/ 6715729 h 6858000"/>
              <a:gd name="connsiteX424" fmla="*/ 1794691 w 7472601"/>
              <a:gd name="connsiteY424" fmla="*/ 6843239 h 6858000"/>
              <a:gd name="connsiteX425" fmla="*/ 1794914 w 7472601"/>
              <a:gd name="connsiteY425" fmla="*/ 6858000 h 6858000"/>
              <a:gd name="connsiteX426" fmla="*/ 1746128 w 7472601"/>
              <a:gd name="connsiteY426" fmla="*/ 6858000 h 6858000"/>
              <a:gd name="connsiteX427" fmla="*/ 1753934 w 7472601"/>
              <a:gd name="connsiteY427" fmla="*/ 6724796 h 6858000"/>
              <a:gd name="connsiteX428" fmla="*/ 1792053 w 7472601"/>
              <a:gd name="connsiteY428" fmla="*/ 6572396 h 6858000"/>
              <a:gd name="connsiteX429" fmla="*/ 1862248 w 7472601"/>
              <a:gd name="connsiteY429" fmla="*/ 6266397 h 6858000"/>
              <a:gd name="connsiteX430" fmla="*/ 1862250 w 7472601"/>
              <a:gd name="connsiteY430" fmla="*/ 6033531 h 6858000"/>
              <a:gd name="connsiteX431" fmla="*/ 1211999 w 7472601"/>
              <a:gd name="connsiteY431" fmla="*/ 6683610 h 6858000"/>
              <a:gd name="connsiteX432" fmla="*/ 1213266 w 7472601"/>
              <a:gd name="connsiteY432" fmla="*/ 6691947 h 6858000"/>
              <a:gd name="connsiteX433" fmla="*/ 1203370 w 7472601"/>
              <a:gd name="connsiteY433" fmla="*/ 6850676 h 6858000"/>
              <a:gd name="connsiteX434" fmla="*/ 1203671 w 7472601"/>
              <a:gd name="connsiteY434" fmla="*/ 6858000 h 6858000"/>
              <a:gd name="connsiteX435" fmla="*/ 1143180 w 7472601"/>
              <a:gd name="connsiteY435" fmla="*/ 6858000 h 6858000"/>
              <a:gd name="connsiteX436" fmla="*/ 1142176 w 7472601"/>
              <a:gd name="connsiteY436" fmla="*/ 6766045 h 6858000"/>
              <a:gd name="connsiteX437" fmla="*/ 1067484 w 7472601"/>
              <a:gd name="connsiteY437" fmla="*/ 6858000 h 6858000"/>
              <a:gd name="connsiteX438" fmla="*/ 953928 w 7472601"/>
              <a:gd name="connsiteY438" fmla="*/ 6858000 h 6858000"/>
              <a:gd name="connsiteX439" fmla="*/ 959715 w 7472601"/>
              <a:gd name="connsiteY439" fmla="*/ 6850185 h 6858000"/>
              <a:gd name="connsiteX440" fmla="*/ 1483788 w 7472601"/>
              <a:gd name="connsiteY440" fmla="*/ 6259174 h 6858000"/>
              <a:gd name="connsiteX441" fmla="*/ 1100671 w 7472601"/>
              <a:gd name="connsiteY441" fmla="*/ 6252137 h 6858000"/>
              <a:gd name="connsiteX442" fmla="*/ 1090144 w 7472601"/>
              <a:gd name="connsiteY442" fmla="*/ 6256748 h 6858000"/>
              <a:gd name="connsiteX443" fmla="*/ 1095872 w 7472601"/>
              <a:gd name="connsiteY443" fmla="*/ 6271892 h 6858000"/>
              <a:gd name="connsiteX444" fmla="*/ 262785 w 7472601"/>
              <a:gd name="connsiteY444" fmla="*/ 6845450 h 6858000"/>
              <a:gd name="connsiteX445" fmla="*/ 209968 w 7472601"/>
              <a:gd name="connsiteY445" fmla="*/ 6770713 h 6858000"/>
              <a:gd name="connsiteX446" fmla="*/ 873460 w 7472601"/>
              <a:gd name="connsiteY446" fmla="*/ 6253768 h 6858000"/>
              <a:gd name="connsiteX447" fmla="*/ 192686 w 7472601"/>
              <a:gd name="connsiteY447" fmla="*/ 5849257 h 6858000"/>
              <a:gd name="connsiteX448" fmla="*/ 4696 w 7472601"/>
              <a:gd name="connsiteY448" fmla="*/ 5697668 h 6858000"/>
              <a:gd name="connsiteX449" fmla="*/ 0 w 7472601"/>
              <a:gd name="connsiteY449" fmla="*/ 5689984 h 6858000"/>
              <a:gd name="connsiteX450" fmla="*/ 0 w 7472601"/>
              <a:gd name="connsiteY450" fmla="*/ 5513472 h 6858000"/>
              <a:gd name="connsiteX451" fmla="*/ 174101 w 7472601"/>
              <a:gd name="connsiteY451" fmla="*/ 5620277 h 6858000"/>
              <a:gd name="connsiteX452" fmla="*/ 891800 w 7472601"/>
              <a:gd name="connsiteY452" fmla="*/ 6036935 h 6858000"/>
              <a:gd name="connsiteX453" fmla="*/ 1072219 w 7472601"/>
              <a:gd name="connsiteY453" fmla="*/ 6169443 h 6858000"/>
              <a:gd name="connsiteX454" fmla="*/ 1074117 w 7472601"/>
              <a:gd name="connsiteY454" fmla="*/ 6170301 h 6858000"/>
              <a:gd name="connsiteX455" fmla="*/ 1083114 w 7472601"/>
              <a:gd name="connsiteY455" fmla="*/ 6174131 h 6858000"/>
              <a:gd name="connsiteX456" fmla="*/ 1543010 w 7472601"/>
              <a:gd name="connsiteY456" fmla="*/ 6191140 h 6858000"/>
              <a:gd name="connsiteX457" fmla="*/ 1551080 w 7472601"/>
              <a:gd name="connsiteY457" fmla="*/ 6195006 h 6858000"/>
              <a:gd name="connsiteX458" fmla="*/ 2345443 w 7472601"/>
              <a:gd name="connsiteY458" fmla="*/ 5549882 h 6858000"/>
              <a:gd name="connsiteX459" fmla="*/ 1721499 w 7472601"/>
              <a:gd name="connsiteY459" fmla="*/ 5599969 h 6858000"/>
              <a:gd name="connsiteX460" fmla="*/ 767716 w 7472601"/>
              <a:gd name="connsiteY460" fmla="*/ 5472768 h 6858000"/>
              <a:gd name="connsiteX461" fmla="*/ 722147 w 7472601"/>
              <a:gd name="connsiteY461" fmla="*/ 5393091 h 6858000"/>
              <a:gd name="connsiteX462" fmla="*/ 1485552 w 7472601"/>
              <a:gd name="connsiteY462" fmla="*/ 5313202 h 6858000"/>
              <a:gd name="connsiteX463" fmla="*/ 2143004 w 7472601"/>
              <a:gd name="connsiteY463" fmla="*/ 5402420 h 6858000"/>
              <a:gd name="connsiteX464" fmla="*/ 1933391 w 7472601"/>
              <a:gd name="connsiteY464" fmla="*/ 5156971 h 6858000"/>
              <a:gd name="connsiteX465" fmla="*/ 1827118 w 7472601"/>
              <a:gd name="connsiteY465" fmla="*/ 4968410 h 6858000"/>
              <a:gd name="connsiteX466" fmla="*/ 1837349 w 7472601"/>
              <a:gd name="connsiteY466" fmla="*/ 4956357 h 6858000"/>
              <a:gd name="connsiteX467" fmla="*/ 2162835 w 7472601"/>
              <a:gd name="connsiteY467" fmla="*/ 5187853 h 6858000"/>
              <a:gd name="connsiteX468" fmla="*/ 2257167 w 7472601"/>
              <a:gd name="connsiteY468" fmla="*/ 5462123 h 6858000"/>
              <a:gd name="connsiteX469" fmla="*/ 2261598 w 7472601"/>
              <a:gd name="connsiteY469" fmla="*/ 5467998 h 6858000"/>
              <a:gd name="connsiteX470" fmla="*/ 2437177 w 7472601"/>
              <a:gd name="connsiteY470" fmla="*/ 5479608 h 6858000"/>
              <a:gd name="connsiteX471" fmla="*/ 2445247 w 7472601"/>
              <a:gd name="connsiteY471" fmla="*/ 5483476 h 6858000"/>
              <a:gd name="connsiteX472" fmla="*/ 2743626 w 7472601"/>
              <a:gd name="connsiteY472" fmla="*/ 5304819 h 6858000"/>
              <a:gd name="connsiteX473" fmla="*/ 3048102 w 7472601"/>
              <a:gd name="connsiteY473" fmla="*/ 5150595 h 6858000"/>
              <a:gd name="connsiteX474" fmla="*/ 1799414 w 7472601"/>
              <a:gd name="connsiteY474" fmla="*/ 4694732 h 6858000"/>
              <a:gd name="connsiteX475" fmla="*/ 1771735 w 7472601"/>
              <a:gd name="connsiteY475" fmla="*/ 4619929 h 6858000"/>
              <a:gd name="connsiteX476" fmla="*/ 3104273 w 7472601"/>
              <a:gd name="connsiteY476" fmla="*/ 5076159 h 6858000"/>
              <a:gd name="connsiteX477" fmla="*/ 3113245 w 7472601"/>
              <a:gd name="connsiteY477" fmla="*/ 5090705 h 6858000"/>
              <a:gd name="connsiteX478" fmla="*/ 3126294 w 7472601"/>
              <a:gd name="connsiteY478" fmla="*/ 5114400 h 6858000"/>
              <a:gd name="connsiteX479" fmla="*/ 3937433 w 7472601"/>
              <a:gd name="connsiteY479" fmla="*/ 4830473 h 6858000"/>
              <a:gd name="connsiteX480" fmla="*/ 3590475 w 7472601"/>
              <a:gd name="connsiteY480" fmla="*/ 4597974 h 6858000"/>
              <a:gd name="connsiteX481" fmla="*/ 3100264 w 7472601"/>
              <a:gd name="connsiteY481" fmla="*/ 4579845 h 6858000"/>
              <a:gd name="connsiteX482" fmla="*/ 2183576 w 7472601"/>
              <a:gd name="connsiteY482" fmla="*/ 4227150 h 6858000"/>
              <a:gd name="connsiteX483" fmla="*/ 2151029 w 7472601"/>
              <a:gd name="connsiteY483" fmla="*/ 4146947 h 6858000"/>
              <a:gd name="connsiteX484" fmla="*/ 3563434 w 7472601"/>
              <a:gd name="connsiteY484" fmla="*/ 4469115 h 6858000"/>
              <a:gd name="connsiteX485" fmla="*/ 3177952 w 7472601"/>
              <a:gd name="connsiteY485" fmla="*/ 3657386 h 6858000"/>
              <a:gd name="connsiteX486" fmla="*/ 3189263 w 7472601"/>
              <a:gd name="connsiteY486" fmla="*/ 3625726 h 6858000"/>
              <a:gd name="connsiteX487" fmla="*/ 3560912 w 7472601"/>
              <a:gd name="connsiteY487" fmla="*/ 4079863 h 6858000"/>
              <a:gd name="connsiteX488" fmla="*/ 3626636 w 7472601"/>
              <a:gd name="connsiteY488" fmla="*/ 4512230 h 6858000"/>
              <a:gd name="connsiteX489" fmla="*/ 3653088 w 7472601"/>
              <a:gd name="connsiteY489" fmla="*/ 4521417 h 6858000"/>
              <a:gd name="connsiteX490" fmla="*/ 3988128 w 7472601"/>
              <a:gd name="connsiteY490" fmla="*/ 4817267 h 6858000"/>
              <a:gd name="connsiteX491" fmla="*/ 4830582 w 7472601"/>
              <a:gd name="connsiteY491" fmla="*/ 4676000 h 6858000"/>
              <a:gd name="connsiteX492" fmla="*/ 4830100 w 7472601"/>
              <a:gd name="connsiteY492" fmla="*/ 4675554 h 6858000"/>
              <a:gd name="connsiteX493" fmla="*/ 4036318 w 7472601"/>
              <a:gd name="connsiteY493" fmla="*/ 4147013 h 6858000"/>
              <a:gd name="connsiteX494" fmla="*/ 3432098 w 7472601"/>
              <a:gd name="connsiteY494" fmla="*/ 3537312 h 6858000"/>
              <a:gd name="connsiteX495" fmla="*/ 3446761 w 7472601"/>
              <a:gd name="connsiteY495" fmla="*/ 3461278 h 6858000"/>
              <a:gd name="connsiteX496" fmla="*/ 4419733 w 7472601"/>
              <a:gd name="connsiteY496" fmla="*/ 3963555 h 6858000"/>
              <a:gd name="connsiteX497" fmla="*/ 4781371 w 7472601"/>
              <a:gd name="connsiteY497" fmla="*/ 4458604 h 6858000"/>
              <a:gd name="connsiteX498" fmla="*/ 4780440 w 7472601"/>
              <a:gd name="connsiteY498" fmla="*/ 4470290 h 6858000"/>
              <a:gd name="connsiteX499" fmla="*/ 4898954 w 7472601"/>
              <a:gd name="connsiteY499" fmla="*/ 4662092 h 6858000"/>
              <a:gd name="connsiteX500" fmla="*/ 4900699 w 7472601"/>
              <a:gd name="connsiteY500" fmla="*/ 4670867 h 6858000"/>
              <a:gd name="connsiteX501" fmla="*/ 5714511 w 7472601"/>
              <a:gd name="connsiteY501" fmla="*/ 4663483 h 6858000"/>
              <a:gd name="connsiteX502" fmla="*/ 5464793 w 7472601"/>
              <a:gd name="connsiteY502" fmla="*/ 4393556 h 6858000"/>
              <a:gd name="connsiteX503" fmla="*/ 5461897 w 7472601"/>
              <a:gd name="connsiteY503" fmla="*/ 4390879 h 6858000"/>
              <a:gd name="connsiteX504" fmla="*/ 4294126 w 7472601"/>
              <a:gd name="connsiteY504" fmla="*/ 3303048 h 6858000"/>
              <a:gd name="connsiteX505" fmla="*/ 4305321 w 7472601"/>
              <a:gd name="connsiteY505" fmla="*/ 3256953 h 6858000"/>
              <a:gd name="connsiteX506" fmla="*/ 4949299 w 7472601"/>
              <a:gd name="connsiteY506" fmla="*/ 3766336 h 6858000"/>
              <a:gd name="connsiteX507" fmla="*/ 5291452 w 7472601"/>
              <a:gd name="connsiteY507" fmla="*/ 4076801 h 6858000"/>
              <a:gd name="connsiteX508" fmla="*/ 5434998 w 7472601"/>
              <a:gd name="connsiteY508" fmla="*/ 4254100 h 6858000"/>
              <a:gd name="connsiteX509" fmla="*/ 5351015 w 7472601"/>
              <a:gd name="connsiteY509" fmla="*/ 3760989 h 6858000"/>
              <a:gd name="connsiteX510" fmla="*/ 5413780 w 7472601"/>
              <a:gd name="connsiteY510" fmla="*/ 2966265 h 6858000"/>
              <a:gd name="connsiteX511" fmla="*/ 5425627 w 7472601"/>
              <a:gd name="connsiteY511" fmla="*/ 2954192 h 6858000"/>
              <a:gd name="connsiteX512" fmla="*/ 6604735 w 7472601"/>
              <a:gd name="connsiteY512" fmla="*/ 2041381 h 6858000"/>
              <a:gd name="connsiteX513" fmla="*/ 7204487 w 7472601"/>
              <a:gd name="connsiteY513" fmla="*/ 2742112 h 6858000"/>
              <a:gd name="connsiteX514" fmla="*/ 7131592 w 7472601"/>
              <a:gd name="connsiteY514" fmla="*/ 2672096 h 6858000"/>
              <a:gd name="connsiteX515" fmla="*/ 6996344 w 7472601"/>
              <a:gd name="connsiteY515" fmla="*/ 2518310 h 6858000"/>
              <a:gd name="connsiteX516" fmla="*/ 6735495 w 7472601"/>
              <a:gd name="connsiteY516" fmla="*/ 2196890 h 6858000"/>
              <a:gd name="connsiteX517" fmla="*/ 6721901 w 7472601"/>
              <a:gd name="connsiteY517" fmla="*/ 2179274 h 6858000"/>
              <a:gd name="connsiteX518" fmla="*/ 6604735 w 7472601"/>
              <a:gd name="connsiteY518" fmla="*/ 2041381 h 6858000"/>
              <a:gd name="connsiteX519" fmla="*/ 6591670 w 7472601"/>
              <a:gd name="connsiteY519" fmla="*/ 1988277 h 6858000"/>
              <a:gd name="connsiteX520" fmla="*/ 6747349 w 7472601"/>
              <a:gd name="connsiteY520" fmla="*/ 2160069 h 6858000"/>
              <a:gd name="connsiteX521" fmla="*/ 6760943 w 7472601"/>
              <a:gd name="connsiteY521" fmla="*/ 2177686 h 6858000"/>
              <a:gd name="connsiteX522" fmla="*/ 7021065 w 7472601"/>
              <a:gd name="connsiteY522" fmla="*/ 2498102 h 6858000"/>
              <a:gd name="connsiteX523" fmla="*/ 7155223 w 7472601"/>
              <a:gd name="connsiteY523" fmla="*/ 2650386 h 6858000"/>
              <a:gd name="connsiteX524" fmla="*/ 7203167 w 7472601"/>
              <a:gd name="connsiteY524" fmla="*/ 2697288 h 6858000"/>
              <a:gd name="connsiteX525" fmla="*/ 6937703 w 7472601"/>
              <a:gd name="connsiteY525" fmla="*/ 2321981 h 6858000"/>
              <a:gd name="connsiteX526" fmla="*/ 6591670 w 7472601"/>
              <a:gd name="connsiteY526" fmla="*/ 1988277 h 6858000"/>
              <a:gd name="connsiteX527" fmla="*/ 5798671 w 7472601"/>
              <a:gd name="connsiteY527" fmla="*/ 1981601 h 6858000"/>
              <a:gd name="connsiteX528" fmla="*/ 5754709 w 7472601"/>
              <a:gd name="connsiteY528" fmla="*/ 2071454 h 6858000"/>
              <a:gd name="connsiteX529" fmla="*/ 5763044 w 7472601"/>
              <a:gd name="connsiteY529" fmla="*/ 2842206 h 6858000"/>
              <a:gd name="connsiteX530" fmla="*/ 5764974 w 7472601"/>
              <a:gd name="connsiteY530" fmla="*/ 2799609 h 6858000"/>
              <a:gd name="connsiteX531" fmla="*/ 5767665 w 7472601"/>
              <a:gd name="connsiteY531" fmla="*/ 2666409 h 6858000"/>
              <a:gd name="connsiteX532" fmla="*/ 5763055 w 7472601"/>
              <a:gd name="connsiteY532" fmla="*/ 2579705 h 6858000"/>
              <a:gd name="connsiteX533" fmla="*/ 5758079 w 7472601"/>
              <a:gd name="connsiteY533" fmla="*/ 2492508 h 6858000"/>
              <a:gd name="connsiteX534" fmla="*/ 5779325 w 7472601"/>
              <a:gd name="connsiteY534" fmla="*/ 2197069 h 6858000"/>
              <a:gd name="connsiteX535" fmla="*/ 5798671 w 7472601"/>
              <a:gd name="connsiteY535" fmla="*/ 1981601 h 6858000"/>
              <a:gd name="connsiteX536" fmla="*/ 5829202 w 7472601"/>
              <a:gd name="connsiteY536" fmla="*/ 1971679 h 6858000"/>
              <a:gd name="connsiteX537" fmla="*/ 5809558 w 7472601"/>
              <a:gd name="connsiteY537" fmla="*/ 2198043 h 6858000"/>
              <a:gd name="connsiteX538" fmla="*/ 5788653 w 7472601"/>
              <a:gd name="connsiteY538" fmla="*/ 2489430 h 6858000"/>
              <a:gd name="connsiteX539" fmla="*/ 5793439 w 7472601"/>
              <a:gd name="connsiteY539" fmla="*/ 2575235 h 6858000"/>
              <a:gd name="connsiteX540" fmla="*/ 5796837 w 7472601"/>
              <a:gd name="connsiteY540" fmla="*/ 2637633 h 6858000"/>
              <a:gd name="connsiteX541" fmla="*/ 5818614 w 7472601"/>
              <a:gd name="connsiteY541" fmla="*/ 2473055 h 6858000"/>
              <a:gd name="connsiteX542" fmla="*/ 5829202 w 7472601"/>
              <a:gd name="connsiteY542" fmla="*/ 1971679 h 6858000"/>
              <a:gd name="connsiteX543" fmla="*/ 5911389 w 7472601"/>
              <a:gd name="connsiteY543" fmla="*/ 1898371 h 6858000"/>
              <a:gd name="connsiteX544" fmla="*/ 6237627 w 7472601"/>
              <a:gd name="connsiteY544" fmla="*/ 2231921 h 6858000"/>
              <a:gd name="connsiteX545" fmla="*/ 5911389 w 7472601"/>
              <a:gd name="connsiteY545" fmla="*/ 1898371 h 6858000"/>
              <a:gd name="connsiteX546" fmla="*/ 6944437 w 7472601"/>
              <a:gd name="connsiteY546" fmla="*/ 1575402 h 6858000"/>
              <a:gd name="connsiteX547" fmla="*/ 6304730 w 7472601"/>
              <a:gd name="connsiteY547" fmla="*/ 1766654 h 6858000"/>
              <a:gd name="connsiteX548" fmla="*/ 6944437 w 7472601"/>
              <a:gd name="connsiteY548" fmla="*/ 1575402 h 6858000"/>
              <a:gd name="connsiteX549" fmla="*/ 7019523 w 7472601"/>
              <a:gd name="connsiteY549" fmla="*/ 1519450 h 6858000"/>
              <a:gd name="connsiteX550" fmla="*/ 6298091 w 7472601"/>
              <a:gd name="connsiteY550" fmla="*/ 1737122 h 6858000"/>
              <a:gd name="connsiteX551" fmla="*/ 7019523 w 7472601"/>
              <a:gd name="connsiteY551" fmla="*/ 1519450 h 6858000"/>
              <a:gd name="connsiteX552" fmla="*/ 2399523 w 7472601"/>
              <a:gd name="connsiteY552" fmla="*/ 1428234 h 6858000"/>
              <a:gd name="connsiteX553" fmla="*/ 2224982 w 7472601"/>
              <a:gd name="connsiteY553" fmla="*/ 1826201 h 6858000"/>
              <a:gd name="connsiteX554" fmla="*/ 2096099 w 7472601"/>
              <a:gd name="connsiteY554" fmla="*/ 2345900 h 6858000"/>
              <a:gd name="connsiteX555" fmla="*/ 2283317 w 7472601"/>
              <a:gd name="connsiteY555" fmla="*/ 1796925 h 6858000"/>
              <a:gd name="connsiteX556" fmla="*/ 2399523 w 7472601"/>
              <a:gd name="connsiteY556" fmla="*/ 1428234 h 6858000"/>
              <a:gd name="connsiteX557" fmla="*/ 2448558 w 7472601"/>
              <a:gd name="connsiteY557" fmla="*/ 1373435 h 6858000"/>
              <a:gd name="connsiteX558" fmla="*/ 2312521 w 7472601"/>
              <a:gd name="connsiteY558" fmla="*/ 1806140 h 6858000"/>
              <a:gd name="connsiteX559" fmla="*/ 2127533 w 7472601"/>
              <a:gd name="connsiteY559" fmla="*/ 2348380 h 6858000"/>
              <a:gd name="connsiteX560" fmla="*/ 2358080 w 7472601"/>
              <a:gd name="connsiteY560" fmla="*/ 1866134 h 6858000"/>
              <a:gd name="connsiteX561" fmla="*/ 2407436 w 7472601"/>
              <a:gd name="connsiteY561" fmla="*/ 1651070 h 6858000"/>
              <a:gd name="connsiteX562" fmla="*/ 2448558 w 7472601"/>
              <a:gd name="connsiteY562" fmla="*/ 1373435 h 6858000"/>
              <a:gd name="connsiteX563" fmla="*/ 278707 w 7472601"/>
              <a:gd name="connsiteY563" fmla="*/ 1352270 h 6858000"/>
              <a:gd name="connsiteX564" fmla="*/ 321570 w 7472601"/>
              <a:gd name="connsiteY564" fmla="*/ 1861610 h 6858000"/>
              <a:gd name="connsiteX565" fmla="*/ 294281 w 7472601"/>
              <a:gd name="connsiteY565" fmla="*/ 1440658 h 6858000"/>
              <a:gd name="connsiteX566" fmla="*/ 278707 w 7472601"/>
              <a:gd name="connsiteY566" fmla="*/ 1352270 h 6858000"/>
              <a:gd name="connsiteX567" fmla="*/ 1423821 w 7472601"/>
              <a:gd name="connsiteY567" fmla="*/ 1351958 h 6858000"/>
              <a:gd name="connsiteX568" fmla="*/ 1638521 w 7472601"/>
              <a:gd name="connsiteY568" fmla="*/ 1908470 h 6858000"/>
              <a:gd name="connsiteX569" fmla="*/ 1754199 w 7472601"/>
              <a:gd name="connsiteY569" fmla="*/ 2149284 h 6858000"/>
              <a:gd name="connsiteX570" fmla="*/ 1908359 w 7472601"/>
              <a:gd name="connsiteY570" fmla="*/ 2364988 h 6858000"/>
              <a:gd name="connsiteX571" fmla="*/ 1647661 w 7472601"/>
              <a:gd name="connsiteY571" fmla="*/ 1825945 h 6858000"/>
              <a:gd name="connsiteX572" fmla="*/ 1423821 w 7472601"/>
              <a:gd name="connsiteY572" fmla="*/ 1351958 h 6858000"/>
              <a:gd name="connsiteX573" fmla="*/ 1431890 w 7472601"/>
              <a:gd name="connsiteY573" fmla="*/ 1306475 h 6858000"/>
              <a:gd name="connsiteX574" fmla="*/ 1507597 w 7472601"/>
              <a:gd name="connsiteY574" fmla="*/ 1446132 h 6858000"/>
              <a:gd name="connsiteX575" fmla="*/ 1674586 w 7472601"/>
              <a:gd name="connsiteY575" fmla="*/ 1813832 h 6858000"/>
              <a:gd name="connsiteX576" fmla="*/ 1815950 w 7472601"/>
              <a:gd name="connsiteY576" fmla="*/ 2128564 h 6858000"/>
              <a:gd name="connsiteX577" fmla="*/ 1984242 w 7472601"/>
              <a:gd name="connsiteY577" fmla="*/ 2430829 h 6858000"/>
              <a:gd name="connsiteX578" fmla="*/ 2014023 w 7472601"/>
              <a:gd name="connsiteY578" fmla="*/ 2450995 h 6858000"/>
              <a:gd name="connsiteX579" fmla="*/ 1747337 w 7472601"/>
              <a:gd name="connsiteY579" fmla="*/ 1855264 h 6858000"/>
              <a:gd name="connsiteX580" fmla="*/ 1533749 w 7472601"/>
              <a:gd name="connsiteY580" fmla="*/ 1478656 h 6858000"/>
              <a:gd name="connsiteX581" fmla="*/ 1431890 w 7472601"/>
              <a:gd name="connsiteY581" fmla="*/ 1306475 h 6858000"/>
              <a:gd name="connsiteX582" fmla="*/ 5052692 w 7472601"/>
              <a:gd name="connsiteY582" fmla="*/ 1292994 h 6858000"/>
              <a:gd name="connsiteX583" fmla="*/ 5200661 w 7472601"/>
              <a:gd name="connsiteY583" fmla="*/ 1635186 h 6858000"/>
              <a:gd name="connsiteX584" fmla="*/ 5297138 w 7472601"/>
              <a:gd name="connsiteY584" fmla="*/ 1906351 h 6858000"/>
              <a:gd name="connsiteX585" fmla="*/ 5052692 w 7472601"/>
              <a:gd name="connsiteY585" fmla="*/ 1292994 h 6858000"/>
              <a:gd name="connsiteX586" fmla="*/ 5009948 w 7472601"/>
              <a:gd name="connsiteY586" fmla="*/ 1273619 h 6858000"/>
              <a:gd name="connsiteX587" fmla="*/ 5121777 w 7472601"/>
              <a:gd name="connsiteY587" fmla="*/ 1654213 h 6858000"/>
              <a:gd name="connsiteX588" fmla="*/ 5293545 w 7472601"/>
              <a:gd name="connsiteY588" fmla="*/ 2072247 h 6858000"/>
              <a:gd name="connsiteX589" fmla="*/ 5294042 w 7472601"/>
              <a:gd name="connsiteY589" fmla="*/ 2065019 h 6858000"/>
              <a:gd name="connsiteX590" fmla="*/ 5171936 w 7472601"/>
              <a:gd name="connsiteY590" fmla="*/ 1647613 h 6858000"/>
              <a:gd name="connsiteX591" fmla="*/ 5009948 w 7472601"/>
              <a:gd name="connsiteY591" fmla="*/ 1273619 h 6858000"/>
              <a:gd name="connsiteX592" fmla="*/ 655236 w 7472601"/>
              <a:gd name="connsiteY592" fmla="*/ 1268632 h 6858000"/>
              <a:gd name="connsiteX593" fmla="*/ 839521 w 7472601"/>
              <a:gd name="connsiteY593" fmla="*/ 1685315 h 6858000"/>
              <a:gd name="connsiteX594" fmla="*/ 1109416 w 7472601"/>
              <a:gd name="connsiteY594" fmla="*/ 2061663 h 6858000"/>
              <a:gd name="connsiteX595" fmla="*/ 1298300 w 7472601"/>
              <a:gd name="connsiteY595" fmla="*/ 2247742 h 6858000"/>
              <a:gd name="connsiteX596" fmla="*/ 1125871 w 7472601"/>
              <a:gd name="connsiteY596" fmla="*/ 1989513 h 6858000"/>
              <a:gd name="connsiteX597" fmla="*/ 981574 w 7472601"/>
              <a:gd name="connsiteY597" fmla="*/ 1783157 h 6858000"/>
              <a:gd name="connsiteX598" fmla="*/ 922198 w 7472601"/>
              <a:gd name="connsiteY598" fmla="*/ 1677437 h 6858000"/>
              <a:gd name="connsiteX599" fmla="*/ 869293 w 7472601"/>
              <a:gd name="connsiteY599" fmla="*/ 1583214 h 6858000"/>
              <a:gd name="connsiteX600" fmla="*/ 751431 w 7472601"/>
              <a:gd name="connsiteY600" fmla="*/ 1405731 h 6858000"/>
              <a:gd name="connsiteX601" fmla="*/ 655236 w 7472601"/>
              <a:gd name="connsiteY601" fmla="*/ 1268632 h 6858000"/>
              <a:gd name="connsiteX602" fmla="*/ 6516292 w 7472601"/>
              <a:gd name="connsiteY602" fmla="*/ 1263064 h 6858000"/>
              <a:gd name="connsiteX603" fmla="*/ 5736320 w 7472601"/>
              <a:gd name="connsiteY603" fmla="*/ 1501803 h 6858000"/>
              <a:gd name="connsiteX604" fmla="*/ 6516292 w 7472601"/>
              <a:gd name="connsiteY604" fmla="*/ 1263064 h 6858000"/>
              <a:gd name="connsiteX605" fmla="*/ 291466 w 7472601"/>
              <a:gd name="connsiteY605" fmla="*/ 1250369 h 6858000"/>
              <a:gd name="connsiteX606" fmla="*/ 323180 w 7472601"/>
              <a:gd name="connsiteY606" fmla="*/ 1435283 h 6858000"/>
              <a:gd name="connsiteX607" fmla="*/ 349381 w 7472601"/>
              <a:gd name="connsiteY607" fmla="*/ 1875041 h 6858000"/>
              <a:gd name="connsiteX608" fmla="*/ 374363 w 7472601"/>
              <a:gd name="connsiteY608" fmla="*/ 1506494 h 6858000"/>
              <a:gd name="connsiteX609" fmla="*/ 302168 w 7472601"/>
              <a:gd name="connsiteY609" fmla="*/ 1274495 h 6858000"/>
              <a:gd name="connsiteX610" fmla="*/ 291466 w 7472601"/>
              <a:gd name="connsiteY610" fmla="*/ 1250369 h 6858000"/>
              <a:gd name="connsiteX611" fmla="*/ 678222 w 7472601"/>
              <a:gd name="connsiteY611" fmla="*/ 1248670 h 6858000"/>
              <a:gd name="connsiteX612" fmla="*/ 775536 w 7472601"/>
              <a:gd name="connsiteY612" fmla="*/ 1388015 h 6858000"/>
              <a:gd name="connsiteX613" fmla="*/ 894529 w 7472601"/>
              <a:gd name="connsiteY613" fmla="*/ 1567739 h 6858000"/>
              <a:gd name="connsiteX614" fmla="*/ 948000 w 7472601"/>
              <a:gd name="connsiteY614" fmla="*/ 1663088 h 6858000"/>
              <a:gd name="connsiteX615" fmla="*/ 1006812 w 7472601"/>
              <a:gd name="connsiteY615" fmla="*/ 1767683 h 6858000"/>
              <a:gd name="connsiteX616" fmla="*/ 1149133 w 7472601"/>
              <a:gd name="connsiteY616" fmla="*/ 1971513 h 6858000"/>
              <a:gd name="connsiteX617" fmla="*/ 1333952 w 7472601"/>
              <a:gd name="connsiteY617" fmla="*/ 2251620 h 6858000"/>
              <a:gd name="connsiteX618" fmla="*/ 1337329 w 7472601"/>
              <a:gd name="connsiteY618" fmla="*/ 2258350 h 6858000"/>
              <a:gd name="connsiteX619" fmla="*/ 1014726 w 7472601"/>
              <a:gd name="connsiteY619" fmla="*/ 1615556 h 6858000"/>
              <a:gd name="connsiteX620" fmla="*/ 678222 w 7472601"/>
              <a:gd name="connsiteY620" fmla="*/ 1248670 h 6858000"/>
              <a:gd name="connsiteX621" fmla="*/ 6691602 w 7472601"/>
              <a:gd name="connsiteY621" fmla="*/ 1140573 h 6858000"/>
              <a:gd name="connsiteX622" fmla="*/ 6571100 w 7472601"/>
              <a:gd name="connsiteY622" fmla="*/ 1183662 h 6858000"/>
              <a:gd name="connsiteX623" fmla="*/ 6241687 w 7472601"/>
              <a:gd name="connsiteY623" fmla="*/ 1257600 h 6858000"/>
              <a:gd name="connsiteX624" fmla="*/ 5693009 w 7472601"/>
              <a:gd name="connsiteY624" fmla="*/ 1478256 h 6858000"/>
              <a:gd name="connsiteX625" fmla="*/ 6548420 w 7472601"/>
              <a:gd name="connsiteY625" fmla="*/ 1214599 h 6858000"/>
              <a:gd name="connsiteX626" fmla="*/ 6605473 w 7472601"/>
              <a:gd name="connsiteY626" fmla="*/ 1184686 h 6858000"/>
              <a:gd name="connsiteX627" fmla="*/ 6691602 w 7472601"/>
              <a:gd name="connsiteY627" fmla="*/ 1140573 h 6858000"/>
              <a:gd name="connsiteX628" fmla="*/ 4002475 w 7472601"/>
              <a:gd name="connsiteY628" fmla="*/ 1037802 h 6858000"/>
              <a:gd name="connsiteX629" fmla="*/ 4000324 w 7472601"/>
              <a:gd name="connsiteY629" fmla="*/ 1039362 h 6858000"/>
              <a:gd name="connsiteX630" fmla="*/ 4002862 w 7472601"/>
              <a:gd name="connsiteY630" fmla="*/ 1042866 h 6858000"/>
              <a:gd name="connsiteX631" fmla="*/ 4002475 w 7472601"/>
              <a:gd name="connsiteY631" fmla="*/ 1037802 h 6858000"/>
              <a:gd name="connsiteX632" fmla="*/ 506322 w 7472601"/>
              <a:gd name="connsiteY632" fmla="*/ 1020997 h 6858000"/>
              <a:gd name="connsiteX633" fmla="*/ 533068 w 7472601"/>
              <a:gd name="connsiteY633" fmla="*/ 1029409 h 6858000"/>
              <a:gd name="connsiteX634" fmla="*/ 1232525 w 7472601"/>
              <a:gd name="connsiteY634" fmla="*/ 1804675 h 6858000"/>
              <a:gd name="connsiteX635" fmla="*/ 1388858 w 7472601"/>
              <a:gd name="connsiteY635" fmla="*/ 2368011 h 6858000"/>
              <a:gd name="connsiteX636" fmla="*/ 1384098 w 7472601"/>
              <a:gd name="connsiteY636" fmla="*/ 2378125 h 6858000"/>
              <a:gd name="connsiteX637" fmla="*/ 1425393 w 7472601"/>
              <a:gd name="connsiteY637" fmla="*/ 2589124 h 6858000"/>
              <a:gd name="connsiteX638" fmla="*/ 1424001 w 7472601"/>
              <a:gd name="connsiteY638" fmla="*/ 2597541 h 6858000"/>
              <a:gd name="connsiteX639" fmla="*/ 2152729 w 7472601"/>
              <a:gd name="connsiteY639" fmla="*/ 2864487 h 6858000"/>
              <a:gd name="connsiteX640" fmla="*/ 2020609 w 7472601"/>
              <a:gd name="connsiteY640" fmla="*/ 2539671 h 6858000"/>
              <a:gd name="connsiteX641" fmla="*/ 2018920 w 7472601"/>
              <a:gd name="connsiteY641" fmla="*/ 2536309 h 6858000"/>
              <a:gd name="connsiteX642" fmla="*/ 1342441 w 7472601"/>
              <a:gd name="connsiteY642" fmla="*/ 1173017 h 6858000"/>
              <a:gd name="connsiteX643" fmla="*/ 1367925 w 7472601"/>
              <a:gd name="connsiteY643" fmla="*/ 1135648 h 6858000"/>
              <a:gd name="connsiteX644" fmla="*/ 1771401 w 7472601"/>
              <a:gd name="connsiteY644" fmla="*/ 1806673 h 6858000"/>
              <a:gd name="connsiteX645" fmla="*/ 1972385 w 7472601"/>
              <a:gd name="connsiteY645" fmla="*/ 2198735 h 6858000"/>
              <a:gd name="connsiteX646" fmla="*/ 2040892 w 7472601"/>
              <a:gd name="connsiteY646" fmla="*/ 2405205 h 6858000"/>
              <a:gd name="connsiteX647" fmla="*/ 2131689 w 7472601"/>
              <a:gd name="connsiteY647" fmla="*/ 1936926 h 6858000"/>
              <a:gd name="connsiteX648" fmla="*/ 2454820 w 7472601"/>
              <a:gd name="connsiteY648" fmla="*/ 1248808 h 6858000"/>
              <a:gd name="connsiteX649" fmla="*/ 2492512 w 7472601"/>
              <a:gd name="connsiteY649" fmla="*/ 1302920 h 6858000"/>
              <a:gd name="connsiteX650" fmla="*/ 2081216 w 7472601"/>
              <a:gd name="connsiteY650" fmla="*/ 2527513 h 6858000"/>
              <a:gd name="connsiteX651" fmla="*/ 2081211 w 7472601"/>
              <a:gd name="connsiteY651" fmla="*/ 2528916 h 6858000"/>
              <a:gd name="connsiteX652" fmla="*/ 2199067 w 7472601"/>
              <a:gd name="connsiteY652" fmla="*/ 2884061 h 6858000"/>
              <a:gd name="connsiteX653" fmla="*/ 3192586 w 7472601"/>
              <a:gd name="connsiteY653" fmla="*/ 3411496 h 6858000"/>
              <a:gd name="connsiteX654" fmla="*/ 3182620 w 7472601"/>
              <a:gd name="connsiteY654" fmla="*/ 3483279 h 6858000"/>
              <a:gd name="connsiteX655" fmla="*/ 2435119 w 7472601"/>
              <a:gd name="connsiteY655" fmla="*/ 3080173 h 6858000"/>
              <a:gd name="connsiteX656" fmla="*/ 2410152 w 7472601"/>
              <a:gd name="connsiteY656" fmla="*/ 3063751 h 6858000"/>
              <a:gd name="connsiteX657" fmla="*/ 2408099 w 7472601"/>
              <a:gd name="connsiteY657" fmla="*/ 3064403 h 6858000"/>
              <a:gd name="connsiteX658" fmla="*/ 2407218 w 7472601"/>
              <a:gd name="connsiteY658" fmla="*/ 3070324 h 6858000"/>
              <a:gd name="connsiteX659" fmla="*/ 2380138 w 7472601"/>
              <a:gd name="connsiteY659" fmla="*/ 3099341 h 6858000"/>
              <a:gd name="connsiteX660" fmla="*/ 1765923 w 7472601"/>
              <a:gd name="connsiteY660" fmla="*/ 3581043 h 6858000"/>
              <a:gd name="connsiteX661" fmla="*/ 1702258 w 7472601"/>
              <a:gd name="connsiteY661" fmla="*/ 3612286 h 6858000"/>
              <a:gd name="connsiteX662" fmla="*/ 1538370 w 7472601"/>
              <a:gd name="connsiteY662" fmla="*/ 3811804 h 6858000"/>
              <a:gd name="connsiteX663" fmla="*/ 542867 w 7472601"/>
              <a:gd name="connsiteY663" fmla="*/ 4944092 h 6858000"/>
              <a:gd name="connsiteX664" fmla="*/ 515800 w 7472601"/>
              <a:gd name="connsiteY664" fmla="*/ 4862180 h 6858000"/>
              <a:gd name="connsiteX665" fmla="*/ 909145 w 7472601"/>
              <a:gd name="connsiteY665" fmla="*/ 4199225 h 6858000"/>
              <a:gd name="connsiteX666" fmla="*/ 1214067 w 7472601"/>
              <a:gd name="connsiteY666" fmla="*/ 3908561 h 6858000"/>
              <a:gd name="connsiteX667" fmla="*/ 640967 w 7472601"/>
              <a:gd name="connsiteY667" fmla="*/ 4105601 h 6858000"/>
              <a:gd name="connsiteX668" fmla="*/ 112563 w 7472601"/>
              <a:gd name="connsiteY668" fmla="*/ 4396952 h 6858000"/>
              <a:gd name="connsiteX669" fmla="*/ 0 w 7472601"/>
              <a:gd name="connsiteY669" fmla="*/ 4466006 h 6858000"/>
              <a:gd name="connsiteX670" fmla="*/ 0 w 7472601"/>
              <a:gd name="connsiteY670" fmla="*/ 4233763 h 6858000"/>
              <a:gd name="connsiteX671" fmla="*/ 36881 w 7472601"/>
              <a:gd name="connsiteY671" fmla="*/ 4200118 h 6858000"/>
              <a:gd name="connsiteX672" fmla="*/ 910534 w 7472601"/>
              <a:gd name="connsiteY672" fmla="*/ 3629753 h 6858000"/>
              <a:gd name="connsiteX673" fmla="*/ 1578717 w 7472601"/>
              <a:gd name="connsiteY673" fmla="*/ 3575982 h 6858000"/>
              <a:gd name="connsiteX674" fmla="*/ 2338780 w 7472601"/>
              <a:gd name="connsiteY674" fmla="*/ 3033725 h 6858000"/>
              <a:gd name="connsiteX675" fmla="*/ 1807991 w 7472601"/>
              <a:gd name="connsiteY675" fmla="*/ 2807184 h 6858000"/>
              <a:gd name="connsiteX676" fmla="*/ 1416358 w 7472601"/>
              <a:gd name="connsiteY676" fmla="*/ 3112571 h 6858000"/>
              <a:gd name="connsiteX677" fmla="*/ 939066 w 7472601"/>
              <a:gd name="connsiteY677" fmla="*/ 3378798 h 6858000"/>
              <a:gd name="connsiteX678" fmla="*/ 115099 w 7472601"/>
              <a:gd name="connsiteY678" fmla="*/ 3607650 h 6858000"/>
              <a:gd name="connsiteX679" fmla="*/ 97284 w 7472601"/>
              <a:gd name="connsiteY679" fmla="*/ 3520393 h 6858000"/>
              <a:gd name="connsiteX680" fmla="*/ 922050 w 7472601"/>
              <a:gd name="connsiteY680" fmla="*/ 3074867 h 6858000"/>
              <a:gd name="connsiteX681" fmla="*/ 1405265 w 7472601"/>
              <a:gd name="connsiteY681" fmla="*/ 3016319 h 6858000"/>
              <a:gd name="connsiteX682" fmla="*/ 1407512 w 7472601"/>
              <a:gd name="connsiteY682" fmla="*/ 3018001 h 6858000"/>
              <a:gd name="connsiteX683" fmla="*/ 1726266 w 7472601"/>
              <a:gd name="connsiteY683" fmla="*/ 2777274 h 6858000"/>
              <a:gd name="connsiteX684" fmla="*/ 625390 w 7472601"/>
              <a:gd name="connsiteY684" fmla="*/ 2514541 h 6858000"/>
              <a:gd name="connsiteX685" fmla="*/ 619799 w 7472601"/>
              <a:gd name="connsiteY685" fmla="*/ 2527180 h 6858000"/>
              <a:gd name="connsiteX686" fmla="*/ 310030 w 7472601"/>
              <a:gd name="connsiteY686" fmla="*/ 2771818 h 6858000"/>
              <a:gd name="connsiteX687" fmla="*/ 173877 w 7472601"/>
              <a:gd name="connsiteY687" fmla="*/ 2937056 h 6858000"/>
              <a:gd name="connsiteX688" fmla="*/ 77889 w 7472601"/>
              <a:gd name="connsiteY688" fmla="*/ 3138440 h 6858000"/>
              <a:gd name="connsiteX689" fmla="*/ 0 w 7472601"/>
              <a:gd name="connsiteY689" fmla="*/ 3271395 h 6858000"/>
              <a:gd name="connsiteX690" fmla="*/ 0 w 7472601"/>
              <a:gd name="connsiteY690" fmla="*/ 3153002 h 6858000"/>
              <a:gd name="connsiteX691" fmla="*/ 2386 w 7472601"/>
              <a:gd name="connsiteY691" fmla="*/ 3149203 h 6858000"/>
              <a:gd name="connsiteX692" fmla="*/ 89753 w 7472601"/>
              <a:gd name="connsiteY692" fmla="*/ 2987702 h 6858000"/>
              <a:gd name="connsiteX693" fmla="*/ 76869 w 7472601"/>
              <a:gd name="connsiteY693" fmla="*/ 3005404 h 6858000"/>
              <a:gd name="connsiteX694" fmla="*/ 32049 w 7472601"/>
              <a:gd name="connsiteY694" fmla="*/ 3065814 h 6858000"/>
              <a:gd name="connsiteX695" fmla="*/ 0 w 7472601"/>
              <a:gd name="connsiteY695" fmla="*/ 3108744 h 6858000"/>
              <a:gd name="connsiteX696" fmla="*/ 0 w 7472601"/>
              <a:gd name="connsiteY696" fmla="*/ 3058059 h 6858000"/>
              <a:gd name="connsiteX697" fmla="*/ 7610 w 7472601"/>
              <a:gd name="connsiteY697" fmla="*/ 3047889 h 6858000"/>
              <a:gd name="connsiteX698" fmla="*/ 52419 w 7472601"/>
              <a:gd name="connsiteY698" fmla="*/ 2987479 h 6858000"/>
              <a:gd name="connsiteX699" fmla="*/ 59142 w 7472601"/>
              <a:gd name="connsiteY699" fmla="*/ 2978488 h 6858000"/>
              <a:gd name="connsiteX700" fmla="*/ 0 w 7472601"/>
              <a:gd name="connsiteY700" fmla="*/ 3015334 h 6858000"/>
              <a:gd name="connsiteX701" fmla="*/ 0 w 7472601"/>
              <a:gd name="connsiteY701" fmla="*/ 2914286 h 6858000"/>
              <a:gd name="connsiteX702" fmla="*/ 36383 w 7472601"/>
              <a:gd name="connsiteY702" fmla="*/ 2901128 h 6858000"/>
              <a:gd name="connsiteX703" fmla="*/ 156329 w 7472601"/>
              <a:gd name="connsiteY703" fmla="*/ 2840533 h 6858000"/>
              <a:gd name="connsiteX704" fmla="*/ 358355 w 7472601"/>
              <a:gd name="connsiteY704" fmla="*/ 2620471 h 6858000"/>
              <a:gd name="connsiteX705" fmla="*/ 510577 w 7472601"/>
              <a:gd name="connsiteY705" fmla="*/ 2501244 h 6858000"/>
              <a:gd name="connsiteX706" fmla="*/ 211967 w 7472601"/>
              <a:gd name="connsiteY706" fmla="*/ 2479171 h 6858000"/>
              <a:gd name="connsiteX707" fmla="*/ 0 w 7472601"/>
              <a:gd name="connsiteY707" fmla="*/ 2476398 h 6858000"/>
              <a:gd name="connsiteX708" fmla="*/ 0 w 7472601"/>
              <a:gd name="connsiteY708" fmla="*/ 2389189 h 6858000"/>
              <a:gd name="connsiteX709" fmla="*/ 103062 w 7472601"/>
              <a:gd name="connsiteY709" fmla="*/ 2389518 h 6858000"/>
              <a:gd name="connsiteX710" fmla="*/ 510734 w 7472601"/>
              <a:gd name="connsiteY710" fmla="*/ 2416201 h 6858000"/>
              <a:gd name="connsiteX711" fmla="*/ 279257 w 7472601"/>
              <a:gd name="connsiteY711" fmla="*/ 2092102 h 6858000"/>
              <a:gd name="connsiteX712" fmla="*/ 65265 w 7472601"/>
              <a:gd name="connsiteY712" fmla="*/ 2006049 h 6858000"/>
              <a:gd name="connsiteX713" fmla="*/ 0 w 7472601"/>
              <a:gd name="connsiteY713" fmla="*/ 1982532 h 6858000"/>
              <a:gd name="connsiteX714" fmla="*/ 0 w 7472601"/>
              <a:gd name="connsiteY714" fmla="*/ 1912789 h 6858000"/>
              <a:gd name="connsiteX715" fmla="*/ 97460 w 7472601"/>
              <a:gd name="connsiteY715" fmla="*/ 1953725 h 6858000"/>
              <a:gd name="connsiteX716" fmla="*/ 221272 w 7472601"/>
              <a:gd name="connsiteY716" fmla="*/ 1980766 h 6858000"/>
              <a:gd name="connsiteX717" fmla="*/ 116765 w 7472601"/>
              <a:gd name="connsiteY717" fmla="*/ 1911033 h 6858000"/>
              <a:gd name="connsiteX718" fmla="*/ 16405 w 7472601"/>
              <a:gd name="connsiteY718" fmla="*/ 1803412 h 6858000"/>
              <a:gd name="connsiteX719" fmla="*/ 0 w 7472601"/>
              <a:gd name="connsiteY719" fmla="*/ 1784777 h 6858000"/>
              <a:gd name="connsiteX720" fmla="*/ 0 w 7472601"/>
              <a:gd name="connsiteY720" fmla="*/ 1740082 h 6858000"/>
              <a:gd name="connsiteX721" fmla="*/ 39394 w 7472601"/>
              <a:gd name="connsiteY721" fmla="*/ 1784856 h 6858000"/>
              <a:gd name="connsiteX722" fmla="*/ 135813 w 7472601"/>
              <a:gd name="connsiteY722" fmla="*/ 1888838 h 6858000"/>
              <a:gd name="connsiteX723" fmla="*/ 242575 w 7472601"/>
              <a:gd name="connsiteY723" fmla="*/ 1958841 h 6858000"/>
              <a:gd name="connsiteX724" fmla="*/ 82197 w 7472601"/>
              <a:gd name="connsiteY724" fmla="*/ 1754826 h 6858000"/>
              <a:gd name="connsiteX725" fmla="*/ 0 w 7472601"/>
              <a:gd name="connsiteY725" fmla="*/ 1679650 h 6858000"/>
              <a:gd name="connsiteX726" fmla="*/ 0 w 7472601"/>
              <a:gd name="connsiteY726" fmla="*/ 1602463 h 6858000"/>
              <a:gd name="connsiteX727" fmla="*/ 84689 w 7472601"/>
              <a:gd name="connsiteY727" fmla="*/ 1677442 h 6858000"/>
              <a:gd name="connsiteX728" fmla="*/ 298437 w 7472601"/>
              <a:gd name="connsiteY728" fmla="*/ 1968019 h 6858000"/>
              <a:gd name="connsiteX729" fmla="*/ 227269 w 7472601"/>
              <a:gd name="connsiteY729" fmla="*/ 1114064 h 6858000"/>
              <a:gd name="connsiteX730" fmla="*/ 248003 w 7472601"/>
              <a:gd name="connsiteY730" fmla="*/ 1089613 h 6858000"/>
              <a:gd name="connsiteX731" fmla="*/ 427020 w 7472601"/>
              <a:gd name="connsiteY731" fmla="*/ 1619803 h 6858000"/>
              <a:gd name="connsiteX732" fmla="*/ 340345 w 7472601"/>
              <a:gd name="connsiteY732" fmla="*/ 2027739 h 6858000"/>
              <a:gd name="connsiteX733" fmla="*/ 360865 w 7472601"/>
              <a:gd name="connsiteY733" fmla="*/ 2044827 h 6858000"/>
              <a:gd name="connsiteX734" fmla="*/ 560414 w 7472601"/>
              <a:gd name="connsiteY734" fmla="*/ 2421457 h 6858000"/>
              <a:gd name="connsiteX735" fmla="*/ 1359703 w 7472601"/>
              <a:gd name="connsiteY735" fmla="*/ 2578554 h 6858000"/>
              <a:gd name="connsiteX736" fmla="*/ 1359422 w 7472601"/>
              <a:gd name="connsiteY736" fmla="*/ 2577994 h 6858000"/>
              <a:gd name="connsiteX737" fmla="*/ 828701 w 7472601"/>
              <a:gd name="connsiteY737" fmla="*/ 1839520 h 6858000"/>
              <a:gd name="connsiteX738" fmla="*/ 494427 w 7472601"/>
              <a:gd name="connsiteY738" fmla="*/ 1092333 h 6858000"/>
              <a:gd name="connsiteX739" fmla="*/ 506322 w 7472601"/>
              <a:gd name="connsiteY739" fmla="*/ 1020997 h 6858000"/>
              <a:gd name="connsiteX740" fmla="*/ 4570198 w 7472601"/>
              <a:gd name="connsiteY740" fmla="*/ 978081 h 6858000"/>
              <a:gd name="connsiteX741" fmla="*/ 4523691 w 7472601"/>
              <a:gd name="connsiteY741" fmla="*/ 1127776 h 6858000"/>
              <a:gd name="connsiteX742" fmla="*/ 4509875 w 7472601"/>
              <a:gd name="connsiteY742" fmla="*/ 1167552 h 6858000"/>
              <a:gd name="connsiteX743" fmla="*/ 4478168 w 7472601"/>
              <a:gd name="connsiteY743" fmla="*/ 1260735 h 6858000"/>
              <a:gd name="connsiteX744" fmla="*/ 4409309 w 7472601"/>
              <a:gd name="connsiteY744" fmla="*/ 1666996 h 6858000"/>
              <a:gd name="connsiteX745" fmla="*/ 4370031 w 7472601"/>
              <a:gd name="connsiteY745" fmla="*/ 1955666 h 6858000"/>
              <a:gd name="connsiteX746" fmla="*/ 4570198 w 7472601"/>
              <a:gd name="connsiteY746" fmla="*/ 978081 h 6858000"/>
              <a:gd name="connsiteX747" fmla="*/ 4557898 w 7472601"/>
              <a:gd name="connsiteY747" fmla="*/ 900011 h 6858000"/>
              <a:gd name="connsiteX748" fmla="*/ 4344840 w 7472601"/>
              <a:gd name="connsiteY748" fmla="*/ 1922038 h 6858000"/>
              <a:gd name="connsiteX749" fmla="*/ 4378710 w 7472601"/>
              <a:gd name="connsiteY749" fmla="*/ 1665516 h 6858000"/>
              <a:gd name="connsiteX750" fmla="*/ 4448798 w 7472601"/>
              <a:gd name="connsiteY750" fmla="*/ 1253024 h 6858000"/>
              <a:gd name="connsiteX751" fmla="*/ 4480315 w 7472601"/>
              <a:gd name="connsiteY751" fmla="*/ 1158454 h 6858000"/>
              <a:gd name="connsiteX752" fmla="*/ 4494133 w 7472601"/>
              <a:gd name="connsiteY752" fmla="*/ 1118676 h 6858000"/>
              <a:gd name="connsiteX753" fmla="*/ 4557898 w 7472601"/>
              <a:gd name="connsiteY753" fmla="*/ 900011 h 6858000"/>
              <a:gd name="connsiteX754" fmla="*/ 5870151 w 7472601"/>
              <a:gd name="connsiteY754" fmla="*/ 898890 h 6858000"/>
              <a:gd name="connsiteX755" fmla="*/ 5861335 w 7472601"/>
              <a:gd name="connsiteY755" fmla="*/ 899177 h 6858000"/>
              <a:gd name="connsiteX756" fmla="*/ 5843702 w 7472601"/>
              <a:gd name="connsiteY756" fmla="*/ 899748 h 6858000"/>
              <a:gd name="connsiteX757" fmla="*/ 5651107 w 7472601"/>
              <a:gd name="connsiteY757" fmla="*/ 920306 h 6858000"/>
              <a:gd name="connsiteX758" fmla="*/ 5459407 w 7472601"/>
              <a:gd name="connsiteY758" fmla="*/ 940975 h 6858000"/>
              <a:gd name="connsiteX759" fmla="*/ 5374846 w 7472601"/>
              <a:gd name="connsiteY759" fmla="*/ 941988 h 6858000"/>
              <a:gd name="connsiteX760" fmla="*/ 5256105 w 7472601"/>
              <a:gd name="connsiteY760" fmla="*/ 945632 h 6858000"/>
              <a:gd name="connsiteX761" fmla="*/ 5107071 w 7472601"/>
              <a:gd name="connsiteY761" fmla="*/ 969720 h 6858000"/>
              <a:gd name="connsiteX762" fmla="*/ 4998681 w 7472601"/>
              <a:gd name="connsiteY762" fmla="*/ 988771 h 6858000"/>
              <a:gd name="connsiteX763" fmla="*/ 5870151 w 7472601"/>
              <a:gd name="connsiteY763" fmla="*/ 898890 h 6858000"/>
              <a:gd name="connsiteX764" fmla="*/ 5504425 w 7472601"/>
              <a:gd name="connsiteY764" fmla="*/ 848067 h 6858000"/>
              <a:gd name="connsiteX765" fmla="*/ 4968849 w 7472601"/>
              <a:gd name="connsiteY765" fmla="*/ 962318 h 6858000"/>
              <a:gd name="connsiteX766" fmla="*/ 5104039 w 7472601"/>
              <a:gd name="connsiteY766" fmla="*/ 940634 h 6858000"/>
              <a:gd name="connsiteX767" fmla="*/ 5256311 w 7472601"/>
              <a:gd name="connsiteY767" fmla="*/ 916490 h 6858000"/>
              <a:gd name="connsiteX768" fmla="*/ 5377381 w 7472601"/>
              <a:gd name="connsiteY768" fmla="*/ 912671 h 6858000"/>
              <a:gd name="connsiteX769" fmla="*/ 5460148 w 7472601"/>
              <a:gd name="connsiteY769" fmla="*/ 911442 h 6858000"/>
              <a:gd name="connsiteX770" fmla="*/ 5648971 w 7472601"/>
              <a:gd name="connsiteY770" fmla="*/ 891331 h 6858000"/>
              <a:gd name="connsiteX771" fmla="*/ 5844807 w 7472601"/>
              <a:gd name="connsiteY771" fmla="*/ 870718 h 6858000"/>
              <a:gd name="connsiteX772" fmla="*/ 5862975 w 7472601"/>
              <a:gd name="connsiteY772" fmla="*/ 869756 h 6858000"/>
              <a:gd name="connsiteX773" fmla="*/ 5920887 w 7472601"/>
              <a:gd name="connsiteY773" fmla="*/ 865929 h 6858000"/>
              <a:gd name="connsiteX774" fmla="*/ 5504425 w 7472601"/>
              <a:gd name="connsiteY774" fmla="*/ 848067 h 6858000"/>
              <a:gd name="connsiteX775" fmla="*/ 3607114 w 7472601"/>
              <a:gd name="connsiteY775" fmla="*/ 467441 h 6858000"/>
              <a:gd name="connsiteX776" fmla="*/ 3296242 w 7472601"/>
              <a:gd name="connsiteY776" fmla="*/ 807991 h 6858000"/>
              <a:gd name="connsiteX777" fmla="*/ 3174674 w 7472601"/>
              <a:gd name="connsiteY777" fmla="*/ 919759 h 6858000"/>
              <a:gd name="connsiteX778" fmla="*/ 3042978 w 7472601"/>
              <a:gd name="connsiteY778" fmla="*/ 1054894 h 6858000"/>
              <a:gd name="connsiteX779" fmla="*/ 2968914 w 7472601"/>
              <a:gd name="connsiteY779" fmla="*/ 1133756 h 6858000"/>
              <a:gd name="connsiteX780" fmla="*/ 3103823 w 7472601"/>
              <a:gd name="connsiteY780" fmla="*/ 1026814 h 6858000"/>
              <a:gd name="connsiteX781" fmla="*/ 3607114 w 7472601"/>
              <a:gd name="connsiteY781" fmla="*/ 467441 h 6858000"/>
              <a:gd name="connsiteX782" fmla="*/ 3744487 w 7472601"/>
              <a:gd name="connsiteY782" fmla="*/ 383136 h 6858000"/>
              <a:gd name="connsiteX783" fmla="*/ 3970213 w 7472601"/>
              <a:gd name="connsiteY783" fmla="*/ 995559 h 6858000"/>
              <a:gd name="connsiteX784" fmla="*/ 3744487 w 7472601"/>
              <a:gd name="connsiteY784" fmla="*/ 383136 h 6858000"/>
              <a:gd name="connsiteX785" fmla="*/ 3624562 w 7472601"/>
              <a:gd name="connsiteY785" fmla="*/ 367041 h 6858000"/>
              <a:gd name="connsiteX786" fmla="*/ 3489712 w 7472601"/>
              <a:gd name="connsiteY786" fmla="*/ 485386 h 6858000"/>
              <a:gd name="connsiteX787" fmla="*/ 3182994 w 7472601"/>
              <a:gd name="connsiteY787" fmla="*/ 828265 h 6858000"/>
              <a:gd name="connsiteX788" fmla="*/ 2892114 w 7472601"/>
              <a:gd name="connsiteY788" fmla="*/ 1172635 h 6858000"/>
              <a:gd name="connsiteX789" fmla="*/ 3021459 w 7472601"/>
              <a:gd name="connsiteY789" fmla="*/ 1035385 h 6858000"/>
              <a:gd name="connsiteX790" fmla="*/ 3153873 w 7472601"/>
              <a:gd name="connsiteY790" fmla="*/ 898971 h 6858000"/>
              <a:gd name="connsiteX791" fmla="*/ 3276511 w 7472601"/>
              <a:gd name="connsiteY791" fmla="*/ 786423 h 6858000"/>
              <a:gd name="connsiteX792" fmla="*/ 3584154 w 7472601"/>
              <a:gd name="connsiteY792" fmla="*/ 448218 h 6858000"/>
              <a:gd name="connsiteX793" fmla="*/ 3624562 w 7472601"/>
              <a:gd name="connsiteY793" fmla="*/ 367041 h 6858000"/>
              <a:gd name="connsiteX794" fmla="*/ 3766672 w 7472601"/>
              <a:gd name="connsiteY794" fmla="*/ 359429 h 6858000"/>
              <a:gd name="connsiteX795" fmla="*/ 3996338 w 7472601"/>
              <a:gd name="connsiteY795" fmla="*/ 968237 h 6858000"/>
              <a:gd name="connsiteX796" fmla="*/ 3766672 w 7472601"/>
              <a:gd name="connsiteY796" fmla="*/ 359429 h 6858000"/>
              <a:gd name="connsiteX797" fmla="*/ 5805386 w 7472601"/>
              <a:gd name="connsiteY797" fmla="*/ 239240 h 6858000"/>
              <a:gd name="connsiteX798" fmla="*/ 5736947 w 7472601"/>
              <a:gd name="connsiteY798" fmla="*/ 261367 h 6858000"/>
              <a:gd name="connsiteX799" fmla="*/ 5427012 w 7472601"/>
              <a:gd name="connsiteY799" fmla="*/ 311272 h 6858000"/>
              <a:gd name="connsiteX800" fmla="*/ 5147818 w 7472601"/>
              <a:gd name="connsiteY800" fmla="*/ 322112 h 6858000"/>
              <a:gd name="connsiteX801" fmla="*/ 5060854 w 7472601"/>
              <a:gd name="connsiteY801" fmla="*/ 311882 h 6858000"/>
              <a:gd name="connsiteX802" fmla="*/ 4945989 w 7472601"/>
              <a:gd name="connsiteY802" fmla="*/ 300516 h 6858000"/>
              <a:gd name="connsiteX803" fmla="*/ 5410479 w 7472601"/>
              <a:gd name="connsiteY803" fmla="*/ 348434 h 6858000"/>
              <a:gd name="connsiteX804" fmla="*/ 5805386 w 7472601"/>
              <a:gd name="connsiteY804" fmla="*/ 239240 h 6858000"/>
              <a:gd name="connsiteX805" fmla="*/ 5905192 w 7472601"/>
              <a:gd name="connsiteY805" fmla="*/ 163079 h 6858000"/>
              <a:gd name="connsiteX806" fmla="*/ 5865655 w 7472601"/>
              <a:gd name="connsiteY806" fmla="*/ 171901 h 6858000"/>
              <a:gd name="connsiteX807" fmla="*/ 5259740 w 7472601"/>
              <a:gd name="connsiteY807" fmla="*/ 257013 h 6858000"/>
              <a:gd name="connsiteX808" fmla="*/ 5208466 w 7472601"/>
              <a:gd name="connsiteY808" fmla="*/ 257550 h 6858000"/>
              <a:gd name="connsiteX809" fmla="*/ 4980204 w 7472601"/>
              <a:gd name="connsiteY809" fmla="*/ 271903 h 6858000"/>
              <a:gd name="connsiteX810" fmla="*/ 5068068 w 7472601"/>
              <a:gd name="connsiteY810" fmla="*/ 282244 h 6858000"/>
              <a:gd name="connsiteX811" fmla="*/ 5153231 w 7472601"/>
              <a:gd name="connsiteY811" fmla="*/ 292240 h 6858000"/>
              <a:gd name="connsiteX812" fmla="*/ 5426491 w 7472601"/>
              <a:gd name="connsiteY812" fmla="*/ 281128 h 6858000"/>
              <a:gd name="connsiteX813" fmla="*/ 5731212 w 7472601"/>
              <a:gd name="connsiteY813" fmla="*/ 231951 h 6858000"/>
              <a:gd name="connsiteX814" fmla="*/ 5905192 w 7472601"/>
              <a:gd name="connsiteY814" fmla="*/ 163079 h 6858000"/>
              <a:gd name="connsiteX815" fmla="*/ 5944437 w 7472601"/>
              <a:gd name="connsiteY815" fmla="*/ 113829 h 6858000"/>
              <a:gd name="connsiteX816" fmla="*/ 5825032 w 7472601"/>
              <a:gd name="connsiteY816" fmla="*/ 146405 h 6858000"/>
              <a:gd name="connsiteX817" fmla="*/ 4955599 w 7472601"/>
              <a:gd name="connsiteY817" fmla="*/ 247008 h 6858000"/>
              <a:gd name="connsiteX818" fmla="*/ 5210104 w 7472601"/>
              <a:gd name="connsiteY818" fmla="*/ 228123 h 6858000"/>
              <a:gd name="connsiteX819" fmla="*/ 5261015 w 7472601"/>
              <a:gd name="connsiteY819" fmla="*/ 227087 h 6858000"/>
              <a:gd name="connsiteX820" fmla="*/ 5861181 w 7472601"/>
              <a:gd name="connsiteY820" fmla="*/ 143093 h 6858000"/>
              <a:gd name="connsiteX821" fmla="*/ 5961252 w 7472601"/>
              <a:gd name="connsiteY821" fmla="*/ 114820 h 6858000"/>
              <a:gd name="connsiteX822" fmla="*/ 5944437 w 7472601"/>
              <a:gd name="connsiteY822" fmla="*/ 113829 h 6858000"/>
              <a:gd name="connsiteX823" fmla="*/ 3882765 w 7472601"/>
              <a:gd name="connsiteY823" fmla="*/ 0 h 6858000"/>
              <a:gd name="connsiteX824" fmla="*/ 3995099 w 7472601"/>
              <a:gd name="connsiteY824" fmla="*/ 0 h 6858000"/>
              <a:gd name="connsiteX825" fmla="*/ 4163818 w 7472601"/>
              <a:gd name="connsiteY825" fmla="*/ 234104 h 6858000"/>
              <a:gd name="connsiteX826" fmla="*/ 4172099 w 7472601"/>
              <a:gd name="connsiteY826" fmla="*/ 234207 h 6858000"/>
              <a:gd name="connsiteX827" fmla="*/ 4784282 w 7472601"/>
              <a:gd name="connsiteY827" fmla="*/ 276561 h 6858000"/>
              <a:gd name="connsiteX828" fmla="*/ 4801687 w 7472601"/>
              <a:gd name="connsiteY828" fmla="*/ 267764 h 6858000"/>
              <a:gd name="connsiteX829" fmla="*/ 6082788 w 7472601"/>
              <a:gd name="connsiteY829" fmla="*/ 64119 h 6858000"/>
              <a:gd name="connsiteX830" fmla="*/ 6099442 w 7472601"/>
              <a:gd name="connsiteY830" fmla="*/ 82568 h 6858000"/>
              <a:gd name="connsiteX831" fmla="*/ 4804137 w 7472601"/>
              <a:gd name="connsiteY831" fmla="*/ 320931 h 6858000"/>
              <a:gd name="connsiteX832" fmla="*/ 4227047 w 7472601"/>
              <a:gd name="connsiteY832" fmla="*/ 313415 h 6858000"/>
              <a:gd name="connsiteX833" fmla="*/ 4346041 w 7472601"/>
              <a:gd name="connsiteY833" fmla="*/ 456086 h 6858000"/>
              <a:gd name="connsiteX834" fmla="*/ 4870967 w 7472601"/>
              <a:gd name="connsiteY834" fmla="*/ 963061 h 6858000"/>
              <a:gd name="connsiteX835" fmla="*/ 4889647 w 7472601"/>
              <a:gd name="connsiteY835" fmla="*/ 957147 h 6858000"/>
              <a:gd name="connsiteX836" fmla="*/ 5422504 w 7472601"/>
              <a:gd name="connsiteY836" fmla="*/ 805191 h 6858000"/>
              <a:gd name="connsiteX837" fmla="*/ 6087656 w 7472601"/>
              <a:gd name="connsiteY837" fmla="*/ 826703 h 6858000"/>
              <a:gd name="connsiteX838" fmla="*/ 6058717 w 7472601"/>
              <a:gd name="connsiteY838" fmla="*/ 865992 h 6858000"/>
              <a:gd name="connsiteX839" fmla="*/ 4974153 w 7472601"/>
              <a:gd name="connsiteY839" fmla="*/ 1045456 h 6858000"/>
              <a:gd name="connsiteX840" fmla="*/ 5627835 w 7472601"/>
              <a:gd name="connsiteY840" fmla="*/ 1472077 h 6858000"/>
              <a:gd name="connsiteX841" fmla="*/ 5629817 w 7472601"/>
              <a:gd name="connsiteY841" fmla="*/ 1471412 h 6858000"/>
              <a:gd name="connsiteX842" fmla="*/ 5634124 w 7472601"/>
              <a:gd name="connsiteY842" fmla="*/ 1470572 h 6858000"/>
              <a:gd name="connsiteX843" fmla="*/ 5755832 w 7472601"/>
              <a:gd name="connsiteY843" fmla="*/ 1383886 h 6858000"/>
              <a:gd name="connsiteX844" fmla="*/ 6014186 w 7472601"/>
              <a:gd name="connsiteY844" fmla="*/ 1279799 h 6858000"/>
              <a:gd name="connsiteX845" fmla="*/ 6901619 w 7472601"/>
              <a:gd name="connsiteY845" fmla="*/ 1047874 h 6858000"/>
              <a:gd name="connsiteX846" fmla="*/ 6931566 w 7472601"/>
              <a:gd name="connsiteY846" fmla="*/ 1062034 h 6858000"/>
              <a:gd name="connsiteX847" fmla="*/ 5790982 w 7472601"/>
              <a:gd name="connsiteY847" fmla="*/ 1561380 h 6858000"/>
              <a:gd name="connsiteX848" fmla="*/ 6188971 w 7472601"/>
              <a:gd name="connsiteY848" fmla="*/ 1755168 h 6858000"/>
              <a:gd name="connsiteX849" fmla="*/ 6202446 w 7472601"/>
              <a:gd name="connsiteY849" fmla="*/ 1752268 h 6858000"/>
              <a:gd name="connsiteX850" fmla="*/ 7179560 w 7472601"/>
              <a:gd name="connsiteY850" fmla="*/ 1467551 h 6858000"/>
              <a:gd name="connsiteX851" fmla="*/ 7158730 w 7472601"/>
              <a:gd name="connsiteY851" fmla="*/ 1507835 h 6858000"/>
              <a:gd name="connsiteX852" fmla="*/ 6326959 w 7472601"/>
              <a:gd name="connsiteY852" fmla="*/ 1817686 h 6858000"/>
              <a:gd name="connsiteX853" fmla="*/ 6537433 w 7472601"/>
              <a:gd name="connsiteY853" fmla="*/ 1907790 h 6858000"/>
              <a:gd name="connsiteX854" fmla="*/ 6550221 w 7472601"/>
              <a:gd name="connsiteY854" fmla="*/ 1910729 h 6858000"/>
              <a:gd name="connsiteX855" fmla="*/ 6964438 w 7472601"/>
              <a:gd name="connsiteY855" fmla="*/ 2209505 h 6858000"/>
              <a:gd name="connsiteX856" fmla="*/ 7367862 w 7472601"/>
              <a:gd name="connsiteY856" fmla="*/ 2806833 h 6858000"/>
              <a:gd name="connsiteX857" fmla="*/ 7364329 w 7472601"/>
              <a:gd name="connsiteY857" fmla="*/ 2826907 h 6858000"/>
              <a:gd name="connsiteX858" fmla="*/ 7290545 w 7472601"/>
              <a:gd name="connsiteY858" fmla="*/ 2850663 h 6858000"/>
              <a:gd name="connsiteX859" fmla="*/ 6472036 w 7472601"/>
              <a:gd name="connsiteY859" fmla="*/ 1959003 h 6858000"/>
              <a:gd name="connsiteX860" fmla="*/ 5792897 w 7472601"/>
              <a:gd name="connsiteY860" fmla="*/ 1647747 h 6858000"/>
              <a:gd name="connsiteX861" fmla="*/ 5842751 w 7472601"/>
              <a:gd name="connsiteY861" fmla="*/ 1816112 h 6858000"/>
              <a:gd name="connsiteX862" fmla="*/ 5847424 w 7472601"/>
              <a:gd name="connsiteY862" fmla="*/ 1815776 h 6858000"/>
              <a:gd name="connsiteX863" fmla="*/ 6399821 w 7472601"/>
              <a:gd name="connsiteY863" fmla="*/ 2344799 h 6858000"/>
              <a:gd name="connsiteX864" fmla="*/ 6323232 w 7472601"/>
              <a:gd name="connsiteY864" fmla="*/ 2389634 h 6858000"/>
              <a:gd name="connsiteX865" fmla="*/ 5942958 w 7472601"/>
              <a:gd name="connsiteY865" fmla="*/ 2077708 h 6858000"/>
              <a:gd name="connsiteX866" fmla="*/ 5921559 w 7472601"/>
              <a:gd name="connsiteY866" fmla="*/ 2378596 h 6858000"/>
              <a:gd name="connsiteX867" fmla="*/ 5817651 w 7472601"/>
              <a:gd name="connsiteY867" fmla="*/ 3023919 h 6858000"/>
              <a:gd name="connsiteX868" fmla="*/ 5729634 w 7472601"/>
              <a:gd name="connsiteY868" fmla="*/ 3051849 h 6858000"/>
              <a:gd name="connsiteX869" fmla="*/ 5611018 w 7472601"/>
              <a:gd name="connsiteY869" fmla="*/ 2316769 h 6858000"/>
              <a:gd name="connsiteX870" fmla="*/ 5687608 w 7472601"/>
              <a:gd name="connsiteY870" fmla="*/ 2039972 h 6858000"/>
              <a:gd name="connsiteX871" fmla="*/ 5657554 w 7472601"/>
              <a:gd name="connsiteY871" fmla="*/ 1576445 h 6858000"/>
              <a:gd name="connsiteX872" fmla="*/ 5150475 w 7472601"/>
              <a:gd name="connsiteY872" fmla="*/ 1274012 h 6858000"/>
              <a:gd name="connsiteX873" fmla="*/ 5349142 w 7472601"/>
              <a:gd name="connsiteY873" fmla="*/ 2204405 h 6858000"/>
              <a:gd name="connsiteX874" fmla="*/ 5262214 w 7472601"/>
              <a:gd name="connsiteY874" fmla="*/ 2233836 h 6858000"/>
              <a:gd name="connsiteX875" fmla="*/ 4981539 w 7472601"/>
              <a:gd name="connsiteY875" fmla="*/ 1542201 h 6858000"/>
              <a:gd name="connsiteX876" fmla="*/ 4958461 w 7472601"/>
              <a:gd name="connsiteY876" fmla="*/ 1136957 h 6858000"/>
              <a:gd name="connsiteX877" fmla="*/ 4655015 w 7472601"/>
              <a:gd name="connsiteY877" fmla="*/ 891426 h 6858000"/>
              <a:gd name="connsiteX878" fmla="*/ 4348002 w 7472601"/>
              <a:gd name="connsiteY878" fmla="*/ 2205895 h 6858000"/>
              <a:gd name="connsiteX879" fmla="*/ 4262250 w 7472601"/>
              <a:gd name="connsiteY879" fmla="*/ 2219972 h 6858000"/>
              <a:gd name="connsiteX880" fmla="*/ 4550611 w 7472601"/>
              <a:gd name="connsiteY880" fmla="*/ 817540 h 6858000"/>
              <a:gd name="connsiteX881" fmla="*/ 4564418 w 7472601"/>
              <a:gd name="connsiteY881" fmla="*/ 808293 h 6858000"/>
              <a:gd name="connsiteX882" fmla="*/ 4266388 w 7472601"/>
              <a:gd name="connsiteY882" fmla="*/ 500083 h 6858000"/>
              <a:gd name="connsiteX883" fmla="*/ 4032842 w 7472601"/>
              <a:gd name="connsiteY883" fmla="*/ 211809 h 6858000"/>
              <a:gd name="connsiteX884" fmla="*/ 3882765 w 7472601"/>
              <a:gd name="connsiteY884" fmla="*/ 0 h 6858000"/>
              <a:gd name="connsiteX885" fmla="*/ 3721337 w 7472601"/>
              <a:gd name="connsiteY885" fmla="*/ 0 h 6858000"/>
              <a:gd name="connsiteX886" fmla="*/ 3797544 w 7472601"/>
              <a:gd name="connsiteY886" fmla="*/ 0 h 6858000"/>
              <a:gd name="connsiteX887" fmla="*/ 3775734 w 7472601"/>
              <a:gd name="connsiteY887" fmla="*/ 95131 h 6858000"/>
              <a:gd name="connsiteX888" fmla="*/ 3724807 w 7472601"/>
              <a:gd name="connsiteY888" fmla="*/ 272257 h 6858000"/>
              <a:gd name="connsiteX889" fmla="*/ 3726844 w 7472601"/>
              <a:gd name="connsiteY889" fmla="*/ 282988 h 6858000"/>
              <a:gd name="connsiteX890" fmla="*/ 3742664 w 7472601"/>
              <a:gd name="connsiteY890" fmla="*/ 279918 h 6858000"/>
              <a:gd name="connsiteX891" fmla="*/ 4103910 w 7472601"/>
              <a:gd name="connsiteY891" fmla="*/ 1161917 h 6858000"/>
              <a:gd name="connsiteX892" fmla="*/ 4020269 w 7472601"/>
              <a:gd name="connsiteY892" fmla="*/ 1200406 h 6858000"/>
              <a:gd name="connsiteX893" fmla="*/ 3674882 w 7472601"/>
              <a:gd name="connsiteY893" fmla="*/ 488524 h 6858000"/>
              <a:gd name="connsiteX894" fmla="*/ 3132682 w 7472601"/>
              <a:gd name="connsiteY894" fmla="*/ 1072284 h 6858000"/>
              <a:gd name="connsiteX895" fmla="*/ 2716346 w 7472601"/>
              <a:gd name="connsiteY895" fmla="*/ 1276376 h 6858000"/>
              <a:gd name="connsiteX896" fmla="*/ 2716772 w 7472601"/>
              <a:gd name="connsiteY896" fmla="*/ 1255462 h 6858000"/>
              <a:gd name="connsiteX897" fmla="*/ 3471096 w 7472601"/>
              <a:gd name="connsiteY897" fmla="*/ 437072 h 6858000"/>
              <a:gd name="connsiteX898" fmla="*/ 3639057 w 7472601"/>
              <a:gd name="connsiteY898" fmla="*/ 286334 h 6858000"/>
              <a:gd name="connsiteX899" fmla="*/ 3640309 w 7472601"/>
              <a:gd name="connsiteY899" fmla="*/ 284664 h 6858000"/>
              <a:gd name="connsiteX900" fmla="*/ 3646022 w 7472601"/>
              <a:gd name="connsiteY900" fmla="*/ 276711 h 6858000"/>
              <a:gd name="connsiteX901" fmla="*/ 3707943 w 7472601"/>
              <a:gd name="connsiteY901" fmla="*/ 65958 h 6858000"/>
              <a:gd name="connsiteX902" fmla="*/ 3721337 w 7472601"/>
              <a:gd name="connsiteY902" fmla="*/ 0 h 6858000"/>
              <a:gd name="connsiteX903" fmla="*/ 2867960 w 7472601"/>
              <a:gd name="connsiteY903" fmla="*/ 0 h 6858000"/>
              <a:gd name="connsiteX904" fmla="*/ 2926351 w 7472601"/>
              <a:gd name="connsiteY904" fmla="*/ 0 h 6858000"/>
              <a:gd name="connsiteX905" fmla="*/ 2902823 w 7472601"/>
              <a:gd name="connsiteY905" fmla="*/ 262929 h 6858000"/>
              <a:gd name="connsiteX906" fmla="*/ 2940663 w 7472601"/>
              <a:gd name="connsiteY906" fmla="*/ 140884 h 6858000"/>
              <a:gd name="connsiteX907" fmla="*/ 2947039 w 7472601"/>
              <a:gd name="connsiteY907" fmla="*/ 122524 h 6858000"/>
              <a:gd name="connsiteX908" fmla="*/ 2984316 w 7472601"/>
              <a:gd name="connsiteY908" fmla="*/ 0 h 6858000"/>
              <a:gd name="connsiteX909" fmla="*/ 3016114 w 7472601"/>
              <a:gd name="connsiteY909" fmla="*/ 0 h 6858000"/>
              <a:gd name="connsiteX910" fmla="*/ 2979949 w 7472601"/>
              <a:gd name="connsiteY910" fmla="*/ 119274 h 6858000"/>
              <a:gd name="connsiteX911" fmla="*/ 3023879 w 7472601"/>
              <a:gd name="connsiteY911" fmla="*/ 0 h 6858000"/>
              <a:gd name="connsiteX912" fmla="*/ 3105400 w 7472601"/>
              <a:gd name="connsiteY912" fmla="*/ 0 h 6858000"/>
              <a:gd name="connsiteX913" fmla="*/ 3094669 w 7472601"/>
              <a:gd name="connsiteY913" fmla="*/ 30308 h 6858000"/>
              <a:gd name="connsiteX914" fmla="*/ 2901945 w 7472601"/>
              <a:gd name="connsiteY914" fmla="*/ 466538 h 6858000"/>
              <a:gd name="connsiteX915" fmla="*/ 2815209 w 7472601"/>
              <a:gd name="connsiteY915" fmla="*/ 497361 h 6858000"/>
              <a:gd name="connsiteX916" fmla="*/ 2844845 w 7472601"/>
              <a:gd name="connsiteY916" fmla="*/ 127638 h 6858000"/>
              <a:gd name="connsiteX917" fmla="*/ 2867960 w 7472601"/>
              <a:gd name="connsiteY917" fmla="*/ 0 h 6858000"/>
              <a:gd name="connsiteX918" fmla="*/ 1057230 w 7472601"/>
              <a:gd name="connsiteY918" fmla="*/ 0 h 6858000"/>
              <a:gd name="connsiteX919" fmla="*/ 1111003 w 7472601"/>
              <a:gd name="connsiteY919" fmla="*/ 0 h 6858000"/>
              <a:gd name="connsiteX920" fmla="*/ 1125553 w 7472601"/>
              <a:gd name="connsiteY920" fmla="*/ 52588 h 6858000"/>
              <a:gd name="connsiteX921" fmla="*/ 1304276 w 7472601"/>
              <a:gd name="connsiteY921" fmla="*/ 476275 h 6858000"/>
              <a:gd name="connsiteX922" fmla="*/ 1492066 w 7472601"/>
              <a:gd name="connsiteY922" fmla="*/ 886333 h 6858000"/>
              <a:gd name="connsiteX923" fmla="*/ 1423698 w 7472601"/>
              <a:gd name="connsiteY923" fmla="*/ 710817 h 6858000"/>
              <a:gd name="connsiteX924" fmla="*/ 1357609 w 7472601"/>
              <a:gd name="connsiteY924" fmla="*/ 532892 h 6858000"/>
              <a:gd name="connsiteX925" fmla="*/ 1309550 w 7472601"/>
              <a:gd name="connsiteY925" fmla="*/ 374031 h 6858000"/>
              <a:gd name="connsiteX926" fmla="*/ 1193673 w 7472601"/>
              <a:gd name="connsiteY926" fmla="*/ 49533 h 6858000"/>
              <a:gd name="connsiteX927" fmla="*/ 1164391 w 7472601"/>
              <a:gd name="connsiteY927" fmla="*/ 0 h 6858000"/>
              <a:gd name="connsiteX928" fmla="*/ 1200666 w 7472601"/>
              <a:gd name="connsiteY928" fmla="*/ 0 h 6858000"/>
              <a:gd name="connsiteX929" fmla="*/ 1223408 w 7472601"/>
              <a:gd name="connsiteY929" fmla="*/ 38996 h 6858000"/>
              <a:gd name="connsiteX930" fmla="*/ 1339635 w 7472601"/>
              <a:gd name="connsiteY930" fmla="*/ 365517 h 6858000"/>
              <a:gd name="connsiteX931" fmla="*/ 1387469 w 7472601"/>
              <a:gd name="connsiteY931" fmla="*/ 523079 h 6858000"/>
              <a:gd name="connsiteX932" fmla="*/ 1452685 w 7472601"/>
              <a:gd name="connsiteY932" fmla="*/ 699806 h 6858000"/>
              <a:gd name="connsiteX933" fmla="*/ 1492092 w 7472601"/>
              <a:gd name="connsiteY933" fmla="*/ 800424 h 6858000"/>
              <a:gd name="connsiteX934" fmla="*/ 1455302 w 7472601"/>
              <a:gd name="connsiteY934" fmla="*/ 632913 h 6858000"/>
              <a:gd name="connsiteX935" fmla="*/ 1222336 w 7472601"/>
              <a:gd name="connsiteY935" fmla="*/ 9480 h 6858000"/>
              <a:gd name="connsiteX936" fmla="*/ 1214634 w 7472601"/>
              <a:gd name="connsiteY936" fmla="*/ 0 h 6858000"/>
              <a:gd name="connsiteX937" fmla="*/ 1289827 w 7472601"/>
              <a:gd name="connsiteY937" fmla="*/ 0 h 6858000"/>
              <a:gd name="connsiteX938" fmla="*/ 1321076 w 7472601"/>
              <a:gd name="connsiteY938" fmla="*/ 59722 h 6858000"/>
              <a:gd name="connsiteX939" fmla="*/ 1512579 w 7472601"/>
              <a:gd name="connsiteY939" fmla="*/ 626441 h 6858000"/>
              <a:gd name="connsiteX940" fmla="*/ 1506076 w 7472601"/>
              <a:gd name="connsiteY940" fmla="*/ 1089289 h 6858000"/>
              <a:gd name="connsiteX941" fmla="*/ 1486346 w 7472601"/>
              <a:gd name="connsiteY941" fmla="*/ 1079919 h 6858000"/>
              <a:gd name="connsiteX942" fmla="*/ 1070511 w 7472601"/>
              <a:gd name="connsiteY942" fmla="*/ 48609 h 6858000"/>
              <a:gd name="connsiteX943" fmla="*/ 1057230 w 7472601"/>
              <a:gd name="connsiteY943" fmla="*/ 0 h 6858000"/>
              <a:gd name="connsiteX944" fmla="*/ 43151 w 7472601"/>
              <a:gd name="connsiteY944" fmla="*/ 0 h 6858000"/>
              <a:gd name="connsiteX945" fmla="*/ 95283 w 7472601"/>
              <a:gd name="connsiteY945" fmla="*/ 0 h 6858000"/>
              <a:gd name="connsiteX946" fmla="*/ 300708 w 7472601"/>
              <a:gd name="connsiteY946" fmla="*/ 154571 h 6858000"/>
              <a:gd name="connsiteX947" fmla="*/ 530414 w 7472601"/>
              <a:gd name="connsiteY947" fmla="*/ 354673 h 6858000"/>
              <a:gd name="connsiteX948" fmla="*/ 333785 w 7472601"/>
              <a:gd name="connsiteY948" fmla="*/ 161564 h 6858000"/>
              <a:gd name="connsiteX949" fmla="*/ 147005 w 7472601"/>
              <a:gd name="connsiteY949" fmla="*/ 0 h 6858000"/>
              <a:gd name="connsiteX950" fmla="*/ 272509 w 7472601"/>
              <a:gd name="connsiteY950" fmla="*/ 0 h 6858000"/>
              <a:gd name="connsiteX951" fmla="*/ 326276 w 7472601"/>
              <a:gd name="connsiteY951" fmla="*/ 45847 h 6858000"/>
              <a:gd name="connsiteX952" fmla="*/ 823759 w 7472601"/>
              <a:gd name="connsiteY952" fmla="*/ 574145 h 6858000"/>
              <a:gd name="connsiteX953" fmla="*/ 811254 w 7472601"/>
              <a:gd name="connsiteY953" fmla="*/ 665546 h 6858000"/>
              <a:gd name="connsiteX954" fmla="*/ 154042 w 7472601"/>
              <a:gd name="connsiteY954" fmla="*/ 261522 h 6858000"/>
              <a:gd name="connsiteX955" fmla="*/ 13550 w 7472601"/>
              <a:gd name="connsiteY955" fmla="*/ 158423 h 6858000"/>
              <a:gd name="connsiteX956" fmla="*/ 0 w 7472601"/>
              <a:gd name="connsiteY956" fmla="*/ 146618 h 6858000"/>
              <a:gd name="connsiteX957" fmla="*/ 0 w 7472601"/>
              <a:gd name="connsiteY957" fmla="*/ 59161 h 6858000"/>
              <a:gd name="connsiteX958" fmla="*/ 45427 w 7472601"/>
              <a:gd name="connsiteY958" fmla="*/ 101078 h 6858000"/>
              <a:gd name="connsiteX959" fmla="*/ 630103 w 7472601"/>
              <a:gd name="connsiteY959" fmla="*/ 485885 h 6858000"/>
              <a:gd name="connsiteX960" fmla="*/ 532040 w 7472601"/>
              <a:gd name="connsiteY960" fmla="*/ 399359 h 6858000"/>
              <a:gd name="connsiteX961" fmla="*/ 517618 w 7472601"/>
              <a:gd name="connsiteY961" fmla="*/ 385726 h 6858000"/>
              <a:gd name="connsiteX962" fmla="*/ 285074 w 7472601"/>
              <a:gd name="connsiteY962" fmla="*/ 182755 h 6858000"/>
              <a:gd name="connsiteX963" fmla="*/ 43151 w 7472601"/>
              <a:gd name="connsiteY963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448321 w 7472601"/>
              <a:gd name="connsiteY80" fmla="*/ 6190991 h 6858000"/>
              <a:gd name="connsiteX81" fmla="*/ 7467600 w 7472601"/>
              <a:gd name="connsiteY81" fmla="*/ 6221686 h 6858000"/>
              <a:gd name="connsiteX82" fmla="*/ 7467600 w 7472601"/>
              <a:gd name="connsiteY82" fmla="*/ 6334256 h 6858000"/>
              <a:gd name="connsiteX83" fmla="*/ 7454976 w 7472601"/>
              <a:gd name="connsiteY83" fmla="*/ 6318297 h 6858000"/>
              <a:gd name="connsiteX84" fmla="*/ 1456157 w 7472601"/>
              <a:gd name="connsiteY84" fmla="*/ 5371404 h 6858000"/>
              <a:gd name="connsiteX85" fmla="*/ 1244432 w 7472601"/>
              <a:gd name="connsiteY85" fmla="*/ 5385601 h 6858000"/>
              <a:gd name="connsiteX86" fmla="*/ 973990 w 7472601"/>
              <a:gd name="connsiteY86" fmla="*/ 5424940 h 6858000"/>
              <a:gd name="connsiteX87" fmla="*/ 1103809 w 7472601"/>
              <a:gd name="connsiteY87" fmla="*/ 5433720 h 6858000"/>
              <a:gd name="connsiteX88" fmla="*/ 1123454 w 7472601"/>
              <a:gd name="connsiteY88" fmla="*/ 5435727 h 6858000"/>
              <a:gd name="connsiteX89" fmla="*/ 1737017 w 7472601"/>
              <a:gd name="connsiteY89" fmla="*/ 5452183 h 6858000"/>
              <a:gd name="connsiteX90" fmla="*/ 1824397 w 7472601"/>
              <a:gd name="connsiteY90" fmla="*/ 5447757 h 6858000"/>
              <a:gd name="connsiteX91" fmla="*/ 2070059 w 7472601"/>
              <a:gd name="connsiteY91" fmla="*/ 5441660 h 6858000"/>
              <a:gd name="connsiteX92" fmla="*/ 1456157 w 7472601"/>
              <a:gd name="connsiteY92" fmla="*/ 5371404 h 6858000"/>
              <a:gd name="connsiteX93" fmla="*/ 4988186 w 7472601"/>
              <a:gd name="connsiteY93" fmla="*/ 5216467 h 6858000"/>
              <a:gd name="connsiteX94" fmla="*/ 4777334 w 7472601"/>
              <a:gd name="connsiteY94" fmla="*/ 5406072 h 6858000"/>
              <a:gd name="connsiteX95" fmla="*/ 4718341 w 7472601"/>
              <a:gd name="connsiteY95" fmla="*/ 5468043 h 6858000"/>
              <a:gd name="connsiteX96" fmla="*/ 4604655 w 7472601"/>
              <a:gd name="connsiteY96" fmla="*/ 5583434 h 6858000"/>
              <a:gd name="connsiteX97" fmla="*/ 4565074 w 7472601"/>
              <a:gd name="connsiteY97" fmla="*/ 5618550 h 6858000"/>
              <a:gd name="connsiteX98" fmla="*/ 4988186 w 7472601"/>
              <a:gd name="connsiteY98" fmla="*/ 5216467 h 6858000"/>
              <a:gd name="connsiteX99" fmla="*/ 4978032 w 7472601"/>
              <a:gd name="connsiteY99" fmla="*/ 5183809 h 6858000"/>
              <a:gd name="connsiteX100" fmla="*/ 4463413 w 7472601"/>
              <a:gd name="connsiteY100" fmla="*/ 5615162 h 6858000"/>
              <a:gd name="connsiteX101" fmla="*/ 4358134 w 7472601"/>
              <a:gd name="connsiteY101" fmla="*/ 5742791 h 6858000"/>
              <a:gd name="connsiteX102" fmla="*/ 4376219 w 7472601"/>
              <a:gd name="connsiteY102" fmla="*/ 5729027 h 6858000"/>
              <a:gd name="connsiteX103" fmla="*/ 4582340 w 7472601"/>
              <a:gd name="connsiteY103" fmla="*/ 5561037 h 6858000"/>
              <a:gd name="connsiteX104" fmla="*/ 4694684 w 7472601"/>
              <a:gd name="connsiteY104" fmla="*/ 5447098 h 6858000"/>
              <a:gd name="connsiteX105" fmla="*/ 4754123 w 7472601"/>
              <a:gd name="connsiteY105" fmla="*/ 5384643 h 6858000"/>
              <a:gd name="connsiteX106" fmla="*/ 4978032 w 7472601"/>
              <a:gd name="connsiteY106" fmla="*/ 5183809 h 6858000"/>
              <a:gd name="connsiteX107" fmla="*/ 1903353 w 7472601"/>
              <a:gd name="connsiteY107" fmla="*/ 5044827 h 6858000"/>
              <a:gd name="connsiteX108" fmla="*/ 1936931 w 7472601"/>
              <a:gd name="connsiteY108" fmla="*/ 5093954 h 6858000"/>
              <a:gd name="connsiteX109" fmla="*/ 2195868 w 7472601"/>
              <a:gd name="connsiteY109" fmla="*/ 5396574 h 6858000"/>
              <a:gd name="connsiteX110" fmla="*/ 2088852 w 7472601"/>
              <a:gd name="connsiteY110" fmla="*/ 5166123 h 6858000"/>
              <a:gd name="connsiteX111" fmla="*/ 1958241 w 7472601"/>
              <a:gd name="connsiteY111" fmla="*/ 5067955 h 6858000"/>
              <a:gd name="connsiteX112" fmla="*/ 1903353 w 7472601"/>
              <a:gd name="connsiteY112" fmla="*/ 5044827 h 6858000"/>
              <a:gd name="connsiteX113" fmla="*/ 1979378 w 7472601"/>
              <a:gd name="connsiteY113" fmla="*/ 4769504 h 6858000"/>
              <a:gd name="connsiteX114" fmla="*/ 2882120 w 7472601"/>
              <a:gd name="connsiteY114" fmla="*/ 5064547 h 6858000"/>
              <a:gd name="connsiteX115" fmla="*/ 2793103 w 7472601"/>
              <a:gd name="connsiteY115" fmla="*/ 5039699 h 6858000"/>
              <a:gd name="connsiteX116" fmla="*/ 2770041 w 7472601"/>
              <a:gd name="connsiteY116" fmla="*/ 5033634 h 6858000"/>
              <a:gd name="connsiteX117" fmla="*/ 1979378 w 7472601"/>
              <a:gd name="connsiteY117" fmla="*/ 4769504 h 6858000"/>
              <a:gd name="connsiteX118" fmla="*/ 1927410 w 7472601"/>
              <a:gd name="connsiteY118" fmla="*/ 4716164 h 6858000"/>
              <a:gd name="connsiteX119" fmla="*/ 1959587 w 7472601"/>
              <a:gd name="connsiteY119" fmla="*/ 4728849 h 6858000"/>
              <a:gd name="connsiteX120" fmla="*/ 2777707 w 7472601"/>
              <a:gd name="connsiteY120" fmla="*/ 5003991 h 6858000"/>
              <a:gd name="connsiteX121" fmla="*/ 2800768 w 7472601"/>
              <a:gd name="connsiteY121" fmla="*/ 5010056 h 6858000"/>
              <a:gd name="connsiteX122" fmla="*/ 2879408 w 7472601"/>
              <a:gd name="connsiteY122" fmla="*/ 5031590 h 6858000"/>
              <a:gd name="connsiteX123" fmla="*/ 2862295 w 7472601"/>
              <a:gd name="connsiteY123" fmla="*/ 5022958 h 6858000"/>
              <a:gd name="connsiteX124" fmla="*/ 2813343 w 7472601"/>
              <a:gd name="connsiteY124" fmla="*/ 4998369 h 6858000"/>
              <a:gd name="connsiteX125" fmla="*/ 2646245 w 7472601"/>
              <a:gd name="connsiteY125" fmla="*/ 4930999 h 6858000"/>
              <a:gd name="connsiteX126" fmla="*/ 1999243 w 7472601"/>
              <a:gd name="connsiteY126" fmla="*/ 4730524 h 6858000"/>
              <a:gd name="connsiteX127" fmla="*/ 1979527 w 7472601"/>
              <a:gd name="connsiteY127" fmla="*/ 4726651 h 6858000"/>
              <a:gd name="connsiteX128" fmla="*/ 1927410 w 7472601"/>
              <a:gd name="connsiteY128" fmla="*/ 4716164 h 6858000"/>
              <a:gd name="connsiteX129" fmla="*/ 1997014 w 7472601"/>
              <a:gd name="connsiteY129" fmla="*/ 4698007 h 6858000"/>
              <a:gd name="connsiteX130" fmla="*/ 2005458 w 7472601"/>
              <a:gd name="connsiteY130" fmla="*/ 4699540 h 6858000"/>
              <a:gd name="connsiteX131" fmla="*/ 2657186 w 7472601"/>
              <a:gd name="connsiteY131" fmla="*/ 4901687 h 6858000"/>
              <a:gd name="connsiteX132" fmla="*/ 2826662 w 7472601"/>
              <a:gd name="connsiteY132" fmla="*/ 4970362 h 6858000"/>
              <a:gd name="connsiteX133" fmla="*/ 2876100 w 7472601"/>
              <a:gd name="connsiteY133" fmla="*/ 4995397 h 6858000"/>
              <a:gd name="connsiteX134" fmla="*/ 3042600 w 7472601"/>
              <a:gd name="connsiteY134" fmla="*/ 5059532 h 6858000"/>
              <a:gd name="connsiteX135" fmla="*/ 1997014 w 7472601"/>
              <a:gd name="connsiteY135" fmla="*/ 4698007 h 6858000"/>
              <a:gd name="connsiteX136" fmla="*/ 2305292 w 7472601"/>
              <a:gd name="connsiteY136" fmla="*/ 4219492 h 6858000"/>
              <a:gd name="connsiteX137" fmla="*/ 3360922 w 7472601"/>
              <a:gd name="connsiteY137" fmla="*/ 4529373 h 6858000"/>
              <a:gd name="connsiteX138" fmla="*/ 3492420 w 7472601"/>
              <a:gd name="connsiteY138" fmla="*/ 4510145 h 6858000"/>
              <a:gd name="connsiteX139" fmla="*/ 3364086 w 7472601"/>
              <a:gd name="connsiteY139" fmla="*/ 4480340 h 6858000"/>
              <a:gd name="connsiteX140" fmla="*/ 3225818 w 7472601"/>
              <a:gd name="connsiteY140" fmla="*/ 4411822 h 6858000"/>
              <a:gd name="connsiteX141" fmla="*/ 3129696 w 7472601"/>
              <a:gd name="connsiteY141" fmla="*/ 4360704 h 6858000"/>
              <a:gd name="connsiteX142" fmla="*/ 2814545 w 7472601"/>
              <a:gd name="connsiteY142" fmla="*/ 4282955 h 6858000"/>
              <a:gd name="connsiteX143" fmla="*/ 2305292 w 7472601"/>
              <a:gd name="connsiteY143" fmla="*/ 4219492 h 6858000"/>
              <a:gd name="connsiteX144" fmla="*/ 2626982 w 7472601"/>
              <a:gd name="connsiteY144" fmla="*/ 4206450 h 6858000"/>
              <a:gd name="connsiteX145" fmla="*/ 2490617 w 7472601"/>
              <a:gd name="connsiteY145" fmla="*/ 4206951 h 6858000"/>
              <a:gd name="connsiteX146" fmla="*/ 2819869 w 7472601"/>
              <a:gd name="connsiteY146" fmla="*/ 4252936 h 6858000"/>
              <a:gd name="connsiteX147" fmla="*/ 3143018 w 7472601"/>
              <a:gd name="connsiteY147" fmla="*/ 4332698 h 6858000"/>
              <a:gd name="connsiteX148" fmla="*/ 3241520 w 7472601"/>
              <a:gd name="connsiteY148" fmla="*/ 4385112 h 6858000"/>
              <a:gd name="connsiteX149" fmla="*/ 3374575 w 7472601"/>
              <a:gd name="connsiteY149" fmla="*/ 4451517 h 6858000"/>
              <a:gd name="connsiteX150" fmla="*/ 3505221 w 7472601"/>
              <a:gd name="connsiteY150" fmla="*/ 4480757 h 6858000"/>
              <a:gd name="connsiteX151" fmla="*/ 2626982 w 7472601"/>
              <a:gd name="connsiteY151" fmla="*/ 4206450 h 6858000"/>
              <a:gd name="connsiteX152" fmla="*/ 1310106 w 7472601"/>
              <a:gd name="connsiteY152" fmla="*/ 3943217 h 6858000"/>
              <a:gd name="connsiteX153" fmla="*/ 854994 w 7472601"/>
              <a:gd name="connsiteY153" fmla="*/ 4399136 h 6858000"/>
              <a:gd name="connsiteX154" fmla="*/ 742462 w 7472601"/>
              <a:gd name="connsiteY154" fmla="*/ 4594648 h 6858000"/>
              <a:gd name="connsiteX155" fmla="*/ 820602 w 7472601"/>
              <a:gd name="connsiteY155" fmla="*/ 4485915 h 6858000"/>
              <a:gd name="connsiteX156" fmla="*/ 878295 w 7472601"/>
              <a:gd name="connsiteY156" fmla="*/ 4403594 h 6858000"/>
              <a:gd name="connsiteX157" fmla="*/ 1240607 w 7472601"/>
              <a:gd name="connsiteY157" fmla="*/ 4010401 h 6858000"/>
              <a:gd name="connsiteX158" fmla="*/ 1310106 w 7472601"/>
              <a:gd name="connsiteY158" fmla="*/ 3943217 h 6858000"/>
              <a:gd name="connsiteX159" fmla="*/ 1423113 w 7472601"/>
              <a:gd name="connsiteY159" fmla="*/ 3874565 h 6858000"/>
              <a:gd name="connsiteX160" fmla="*/ 1260565 w 7472601"/>
              <a:gd name="connsiteY160" fmla="*/ 4031982 h 6858000"/>
              <a:gd name="connsiteX161" fmla="*/ 901900 w 7472601"/>
              <a:gd name="connsiteY161" fmla="*/ 4421236 h 6858000"/>
              <a:gd name="connsiteX162" fmla="*/ 845044 w 7472601"/>
              <a:gd name="connsiteY162" fmla="*/ 4502436 h 6858000"/>
              <a:gd name="connsiteX163" fmla="*/ 685926 w 7472601"/>
              <a:gd name="connsiteY163" fmla="*/ 4703069 h 6858000"/>
              <a:gd name="connsiteX164" fmla="*/ 684248 w 7472601"/>
              <a:gd name="connsiteY164" fmla="*/ 4706721 h 6858000"/>
              <a:gd name="connsiteX165" fmla="*/ 1423113 w 7472601"/>
              <a:gd name="connsiteY165" fmla="*/ 3874565 h 6858000"/>
              <a:gd name="connsiteX166" fmla="*/ 3316479 w 7472601"/>
              <a:gd name="connsiteY166" fmla="*/ 3872136 h 6858000"/>
              <a:gd name="connsiteX167" fmla="*/ 3546806 w 7472601"/>
              <a:gd name="connsiteY167" fmla="*/ 4356139 h 6858000"/>
              <a:gd name="connsiteX168" fmla="*/ 3364433 w 7472601"/>
              <a:gd name="connsiteY168" fmla="*/ 3953121 h 6858000"/>
              <a:gd name="connsiteX169" fmla="*/ 3316479 w 7472601"/>
              <a:gd name="connsiteY169" fmla="*/ 3872136 h 6858000"/>
              <a:gd name="connsiteX170" fmla="*/ 3291335 w 7472601"/>
              <a:gd name="connsiteY170" fmla="*/ 3767420 h 6858000"/>
              <a:gd name="connsiteX171" fmla="*/ 3390805 w 7472601"/>
              <a:gd name="connsiteY171" fmla="*/ 3937163 h 6858000"/>
              <a:gd name="connsiteX172" fmla="*/ 3579062 w 7472601"/>
              <a:gd name="connsiteY172" fmla="*/ 4359040 h 6858000"/>
              <a:gd name="connsiteX173" fmla="*/ 3467355 w 7472601"/>
              <a:gd name="connsiteY173" fmla="*/ 3988130 h 6858000"/>
              <a:gd name="connsiteX174" fmla="*/ 3310753 w 7472601"/>
              <a:gd name="connsiteY174" fmla="*/ 3787140 h 6858000"/>
              <a:gd name="connsiteX175" fmla="*/ 3291335 w 7472601"/>
              <a:gd name="connsiteY175" fmla="*/ 3767420 h 6858000"/>
              <a:gd name="connsiteX176" fmla="*/ 1635889 w 7472601"/>
              <a:gd name="connsiteY176" fmla="*/ 3709494 h 6858000"/>
              <a:gd name="connsiteX177" fmla="*/ 1634800 w 7472601"/>
              <a:gd name="connsiteY177" fmla="*/ 3731111 h 6858000"/>
              <a:gd name="connsiteX178" fmla="*/ 1635889 w 7472601"/>
              <a:gd name="connsiteY178" fmla="*/ 3709494 h 6858000"/>
              <a:gd name="connsiteX179" fmla="*/ 1510397 w 7472601"/>
              <a:gd name="connsiteY179" fmla="*/ 3684705 h 6858000"/>
              <a:gd name="connsiteX180" fmla="*/ 1146550 w 7472601"/>
              <a:gd name="connsiteY180" fmla="*/ 3802012 h 6858000"/>
              <a:gd name="connsiteX181" fmla="*/ 698834 w 7472601"/>
              <a:gd name="connsiteY181" fmla="*/ 3952272 h 6858000"/>
              <a:gd name="connsiteX182" fmla="*/ 34256 w 7472601"/>
              <a:gd name="connsiteY182" fmla="*/ 4347603 h 6858000"/>
              <a:gd name="connsiteX183" fmla="*/ 527241 w 7472601"/>
              <a:gd name="connsiteY183" fmla="*/ 4065078 h 6858000"/>
              <a:gd name="connsiteX184" fmla="*/ 1510397 w 7472601"/>
              <a:gd name="connsiteY184" fmla="*/ 3684705 h 6858000"/>
              <a:gd name="connsiteX185" fmla="*/ 1313114 w 7472601"/>
              <a:gd name="connsiteY185" fmla="*/ 3655216 h 6858000"/>
              <a:gd name="connsiteX186" fmla="*/ 1109304 w 7472601"/>
              <a:gd name="connsiteY186" fmla="*/ 3669030 h 6858000"/>
              <a:gd name="connsiteX187" fmla="*/ 8129 w 7472601"/>
              <a:gd name="connsiteY187" fmla="*/ 4330519 h 6858000"/>
              <a:gd name="connsiteX188" fmla="*/ 687572 w 7472601"/>
              <a:gd name="connsiteY188" fmla="*/ 3925629 h 6858000"/>
              <a:gd name="connsiteX189" fmla="*/ 1138365 w 7472601"/>
              <a:gd name="connsiteY189" fmla="*/ 3774515 h 6858000"/>
              <a:gd name="connsiteX190" fmla="*/ 1505579 w 7472601"/>
              <a:gd name="connsiteY190" fmla="*/ 3655526 h 6858000"/>
              <a:gd name="connsiteX191" fmla="*/ 1313114 w 7472601"/>
              <a:gd name="connsiteY191" fmla="*/ 3655216 h 6858000"/>
              <a:gd name="connsiteX192" fmla="*/ 3655073 w 7472601"/>
              <a:gd name="connsiteY192" fmla="*/ 3650884 h 6858000"/>
              <a:gd name="connsiteX193" fmla="*/ 3989938 w 7472601"/>
              <a:gd name="connsiteY193" fmla="*/ 3991685 h 6858000"/>
              <a:gd name="connsiteX194" fmla="*/ 4393907 w 7472601"/>
              <a:gd name="connsiteY194" fmla="*/ 4261258 h 6858000"/>
              <a:gd name="connsiteX195" fmla="*/ 4648051 w 7472601"/>
              <a:gd name="connsiteY195" fmla="*/ 4374051 h 6858000"/>
              <a:gd name="connsiteX196" fmla="*/ 4383389 w 7472601"/>
              <a:gd name="connsiteY196" fmla="*/ 4184369 h 6858000"/>
              <a:gd name="connsiteX197" fmla="*/ 4165508 w 7472601"/>
              <a:gd name="connsiteY197" fmla="*/ 4035196 h 6858000"/>
              <a:gd name="connsiteX198" fmla="*/ 4068162 w 7472601"/>
              <a:gd name="connsiteY198" fmla="*/ 3953394 h 6858000"/>
              <a:gd name="connsiteX199" fmla="*/ 3981416 w 7472601"/>
              <a:gd name="connsiteY199" fmla="*/ 3880482 h 6858000"/>
              <a:gd name="connsiteX200" fmla="*/ 3800147 w 7472601"/>
              <a:gd name="connsiteY200" fmla="*/ 3749872 h 6858000"/>
              <a:gd name="connsiteX201" fmla="*/ 3655073 w 7472601"/>
              <a:gd name="connsiteY201" fmla="*/ 3650884 h 6858000"/>
              <a:gd name="connsiteX202" fmla="*/ 3670252 w 7472601"/>
              <a:gd name="connsiteY202" fmla="*/ 3622798 h 6858000"/>
              <a:gd name="connsiteX203" fmla="*/ 3817258 w 7472601"/>
              <a:gd name="connsiteY203" fmla="*/ 3723577 h 6858000"/>
              <a:gd name="connsiteX204" fmla="*/ 4000461 w 7472601"/>
              <a:gd name="connsiteY204" fmla="*/ 3855966 h 6858000"/>
              <a:gd name="connsiteX205" fmla="*/ 4088180 w 7472601"/>
              <a:gd name="connsiteY205" fmla="*/ 3929774 h 6858000"/>
              <a:gd name="connsiteX206" fmla="*/ 4184555 w 7472601"/>
              <a:gd name="connsiteY206" fmla="*/ 4010683 h 6858000"/>
              <a:gd name="connsiteX207" fmla="*/ 4399563 w 7472601"/>
              <a:gd name="connsiteY207" fmla="*/ 4158106 h 6858000"/>
              <a:gd name="connsiteX208" fmla="*/ 4684469 w 7472601"/>
              <a:gd name="connsiteY208" fmla="*/ 4364680 h 6858000"/>
              <a:gd name="connsiteX209" fmla="*/ 4690271 w 7472601"/>
              <a:gd name="connsiteY209" fmla="*/ 4370034 h 6858000"/>
              <a:gd name="connsiteX210" fmla="*/ 4136093 w 7472601"/>
              <a:gd name="connsiteY210" fmla="*/ 3858466 h 6858000"/>
              <a:gd name="connsiteX211" fmla="*/ 3670252 w 7472601"/>
              <a:gd name="connsiteY211" fmla="*/ 3622798 h 6858000"/>
              <a:gd name="connsiteX212" fmla="*/ 4440129 w 7472601"/>
              <a:gd name="connsiteY212" fmla="*/ 3448571 h 6858000"/>
              <a:gd name="connsiteX213" fmla="*/ 4856525 w 7472601"/>
              <a:gd name="connsiteY213" fmla="*/ 3915351 h 6858000"/>
              <a:gd name="connsiteX214" fmla="*/ 5059055 w 7472601"/>
              <a:gd name="connsiteY214" fmla="*/ 4108918 h 6858000"/>
              <a:gd name="connsiteX215" fmla="*/ 5290070 w 7472601"/>
              <a:gd name="connsiteY215" fmla="*/ 4263619 h 6858000"/>
              <a:gd name="connsiteX216" fmla="*/ 4834991 w 7472601"/>
              <a:gd name="connsiteY216" fmla="*/ 3830985 h 6858000"/>
              <a:gd name="connsiteX217" fmla="*/ 4440129 w 7472601"/>
              <a:gd name="connsiteY217" fmla="*/ 3448571 h 6858000"/>
              <a:gd name="connsiteX218" fmla="*/ 4441737 w 7472601"/>
              <a:gd name="connsiteY218" fmla="*/ 3399734 h 6858000"/>
              <a:gd name="connsiteX219" fmla="*/ 4431236 w 7472601"/>
              <a:gd name="connsiteY219" fmla="*/ 3400954 h 6858000"/>
              <a:gd name="connsiteX220" fmla="*/ 4557150 w 7472601"/>
              <a:gd name="connsiteY220" fmla="*/ 3510023 h 6858000"/>
              <a:gd name="connsiteX221" fmla="*/ 4856936 w 7472601"/>
              <a:gd name="connsiteY221" fmla="*/ 3809146 h 6858000"/>
              <a:gd name="connsiteX222" fmla="*/ 5111996 w 7472601"/>
              <a:gd name="connsiteY222" fmla="*/ 4065759 h 6858000"/>
              <a:gd name="connsiteX223" fmla="*/ 5388878 w 7472601"/>
              <a:gd name="connsiteY223" fmla="*/ 4300185 h 6858000"/>
              <a:gd name="connsiteX224" fmla="*/ 5425556 w 7472601"/>
              <a:gd name="connsiteY224" fmla="*/ 4308967 h 6858000"/>
              <a:gd name="connsiteX225" fmla="*/ 4943646 w 7472601"/>
              <a:gd name="connsiteY225" fmla="*/ 3822916 h 6858000"/>
              <a:gd name="connsiteX226" fmla="*/ 4594837 w 7472601"/>
              <a:gd name="connsiteY226" fmla="*/ 3532274 h 6858000"/>
              <a:gd name="connsiteX227" fmla="*/ 4441737 w 7472601"/>
              <a:gd name="connsiteY227" fmla="*/ 3399734 h 6858000"/>
              <a:gd name="connsiteX228" fmla="*/ 5425834 w 7472601"/>
              <a:gd name="connsiteY228" fmla="*/ 3162785 h 6858000"/>
              <a:gd name="connsiteX229" fmla="*/ 5401644 w 7472601"/>
              <a:gd name="connsiteY229" fmla="*/ 3617847 h 6858000"/>
              <a:gd name="connsiteX230" fmla="*/ 5467256 w 7472601"/>
              <a:gd name="connsiteY230" fmla="*/ 4175494 h 6858000"/>
              <a:gd name="connsiteX231" fmla="*/ 5448069 w 7472601"/>
              <a:gd name="connsiteY231" fmla="*/ 3567554 h 6858000"/>
              <a:gd name="connsiteX232" fmla="*/ 5425834 w 7472601"/>
              <a:gd name="connsiteY232" fmla="*/ 3162785 h 6858000"/>
              <a:gd name="connsiteX233" fmla="*/ 1318687 w 7472601"/>
              <a:gd name="connsiteY233" fmla="*/ 3113840 h 6858000"/>
              <a:gd name="connsiteX234" fmla="*/ 1066793 w 7472601"/>
              <a:gd name="connsiteY234" fmla="*/ 3212171 h 6858000"/>
              <a:gd name="connsiteX235" fmla="*/ 993319 w 7472601"/>
              <a:gd name="connsiteY235" fmla="*/ 3247648 h 6858000"/>
              <a:gd name="connsiteX236" fmla="*/ 853081 w 7472601"/>
              <a:gd name="connsiteY236" fmla="*/ 3312410 h 6858000"/>
              <a:gd name="connsiteX237" fmla="*/ 805957 w 7472601"/>
              <a:gd name="connsiteY237" fmla="*/ 3330443 h 6858000"/>
              <a:gd name="connsiteX238" fmla="*/ 1318687 w 7472601"/>
              <a:gd name="connsiteY238" fmla="*/ 3113840 h 6858000"/>
              <a:gd name="connsiteX239" fmla="*/ 5453702 w 7472601"/>
              <a:gd name="connsiteY239" fmla="*/ 3090882 h 6858000"/>
              <a:gd name="connsiteX240" fmla="*/ 5480135 w 7472601"/>
              <a:gd name="connsiteY240" fmla="*/ 3565802 h 6858000"/>
              <a:gd name="connsiteX241" fmla="*/ 5499023 w 7472601"/>
              <a:gd name="connsiteY241" fmla="*/ 4166310 h 6858000"/>
              <a:gd name="connsiteX242" fmla="*/ 5547022 w 7472601"/>
              <a:gd name="connsiteY242" fmla="*/ 3607838 h 6858000"/>
              <a:gd name="connsiteX243" fmla="*/ 5515964 w 7472601"/>
              <a:gd name="connsiteY243" fmla="*/ 3378541 h 6858000"/>
              <a:gd name="connsiteX244" fmla="*/ 5453702 w 7472601"/>
              <a:gd name="connsiteY244" fmla="*/ 3090882 h 6858000"/>
              <a:gd name="connsiteX245" fmla="*/ 1238695 w 7472601"/>
              <a:gd name="connsiteY245" fmla="*/ 3076820 h 6858000"/>
              <a:gd name="connsiteX246" fmla="*/ 716371 w 7472601"/>
              <a:gd name="connsiteY246" fmla="*/ 3293249 h 6858000"/>
              <a:gd name="connsiteX247" fmla="*/ 579522 w 7472601"/>
              <a:gd name="connsiteY247" fmla="*/ 3371759 h 6858000"/>
              <a:gd name="connsiteX248" fmla="*/ 600288 w 7472601"/>
              <a:gd name="connsiteY248" fmla="*/ 3365555 h 6858000"/>
              <a:gd name="connsiteX249" fmla="*/ 840692 w 7472601"/>
              <a:gd name="connsiteY249" fmla="*/ 3284921 h 6858000"/>
              <a:gd name="connsiteX250" fmla="*/ 979248 w 7472601"/>
              <a:gd name="connsiteY250" fmla="*/ 3221003 h 6858000"/>
              <a:gd name="connsiteX251" fmla="*/ 1053282 w 7472601"/>
              <a:gd name="connsiteY251" fmla="*/ 3185247 h 6858000"/>
              <a:gd name="connsiteX252" fmla="*/ 1320603 w 7472601"/>
              <a:gd name="connsiteY252" fmla="*/ 3081281 h 6858000"/>
              <a:gd name="connsiteX253" fmla="*/ 1238695 w 7472601"/>
              <a:gd name="connsiteY253" fmla="*/ 3076820 h 6858000"/>
              <a:gd name="connsiteX254" fmla="*/ 5425627 w 7472601"/>
              <a:gd name="connsiteY254" fmla="*/ 2954192 h 6858000"/>
              <a:gd name="connsiteX255" fmla="*/ 5470770 w 7472601"/>
              <a:gd name="connsiteY255" fmla="*/ 3005435 h 6858000"/>
              <a:gd name="connsiteX256" fmla="*/ 5519779 w 7472601"/>
              <a:gd name="connsiteY256" fmla="*/ 4359223 h 6858000"/>
              <a:gd name="connsiteX257" fmla="*/ 5520293 w 7472601"/>
              <a:gd name="connsiteY257" fmla="*/ 4360602 h 6858000"/>
              <a:gd name="connsiteX258" fmla="*/ 5767221 w 7472601"/>
              <a:gd name="connsiteY258" fmla="*/ 4665564 h 6858000"/>
              <a:gd name="connsiteX259" fmla="*/ 6937169 w 7472601"/>
              <a:gd name="connsiteY259" fmla="*/ 4815941 h 6858000"/>
              <a:gd name="connsiteX260" fmla="*/ 6953922 w 7472601"/>
              <a:gd name="connsiteY260" fmla="*/ 4890068 h 6858000"/>
              <a:gd name="connsiteX261" fmla="*/ 6071359 w 7472601"/>
              <a:gd name="connsiteY261" fmla="*/ 4770770 h 6858000"/>
              <a:gd name="connsiteX262" fmla="*/ 6038839 w 7472601"/>
              <a:gd name="connsiteY262" fmla="*/ 4764474 h 6858000"/>
              <a:gd name="connsiteX263" fmla="*/ 6038706 w 7472601"/>
              <a:gd name="connsiteY263" fmla="*/ 4763847 h 6858000"/>
              <a:gd name="connsiteX264" fmla="*/ 6037784 w 7472601"/>
              <a:gd name="connsiteY264" fmla="*/ 4764270 h 6858000"/>
              <a:gd name="connsiteX265" fmla="*/ 6038839 w 7472601"/>
              <a:gd name="connsiteY265" fmla="*/ 4764474 h 6858000"/>
              <a:gd name="connsiteX266" fmla="*/ 6040338 w 7472601"/>
              <a:gd name="connsiteY266" fmla="*/ 4771418 h 6858000"/>
              <a:gd name="connsiteX267" fmla="*/ 6024488 w 7472601"/>
              <a:gd name="connsiteY267" fmla="*/ 4809903 h 6858000"/>
              <a:gd name="connsiteX268" fmla="*/ 5599771 w 7472601"/>
              <a:gd name="connsiteY268" fmla="*/ 5509652 h 6858000"/>
              <a:gd name="connsiteX269" fmla="*/ 5548843 w 7472601"/>
              <a:gd name="connsiteY269" fmla="*/ 5563845 h 6858000"/>
              <a:gd name="connsiteX270" fmla="*/ 5940952 w 7472601"/>
              <a:gd name="connsiteY270" fmla="*/ 6250028 h 6858000"/>
              <a:gd name="connsiteX271" fmla="*/ 6043441 w 7472601"/>
              <a:gd name="connsiteY271" fmla="*/ 6665847 h 6858000"/>
              <a:gd name="connsiteX272" fmla="*/ 6093432 w 7472601"/>
              <a:gd name="connsiteY272" fmla="*/ 6858000 h 6858000"/>
              <a:gd name="connsiteX273" fmla="*/ 6034344 w 7472601"/>
              <a:gd name="connsiteY273" fmla="*/ 6858000 h 6858000"/>
              <a:gd name="connsiteX274" fmla="*/ 6026679 w 7472601"/>
              <a:gd name="connsiteY274" fmla="*/ 6836959 h 6858000"/>
              <a:gd name="connsiteX275" fmla="*/ 5800441 w 7472601"/>
              <a:gd name="connsiteY275" fmla="*/ 6335286 h 6858000"/>
              <a:gd name="connsiteX276" fmla="*/ 5526562 w 7472601"/>
              <a:gd name="connsiteY276" fmla="*/ 5705388 h 6858000"/>
              <a:gd name="connsiteX277" fmla="*/ 5519640 w 7472601"/>
              <a:gd name="connsiteY277" fmla="*/ 5683774 h 6858000"/>
              <a:gd name="connsiteX278" fmla="*/ 5844559 w 7472601"/>
              <a:gd name="connsiteY278" fmla="*/ 6553349 h 6858000"/>
              <a:gd name="connsiteX279" fmla="*/ 5975994 w 7472601"/>
              <a:gd name="connsiteY279" fmla="*/ 6858000 h 6858000"/>
              <a:gd name="connsiteX280" fmla="*/ 5898547 w 7472601"/>
              <a:gd name="connsiteY280" fmla="*/ 6858000 h 6858000"/>
              <a:gd name="connsiteX281" fmla="*/ 5682041 w 7472601"/>
              <a:gd name="connsiteY281" fmla="*/ 6355860 h 6858000"/>
              <a:gd name="connsiteX282" fmla="*/ 5461758 w 7472601"/>
              <a:gd name="connsiteY282" fmla="*/ 5820220 h 6858000"/>
              <a:gd name="connsiteX283" fmla="*/ 5237282 w 7472601"/>
              <a:gd name="connsiteY283" fmla="*/ 6579086 h 6858000"/>
              <a:gd name="connsiteX284" fmla="*/ 5115009 w 7472601"/>
              <a:gd name="connsiteY284" fmla="*/ 6858000 h 6858000"/>
              <a:gd name="connsiteX285" fmla="*/ 5028074 w 7472601"/>
              <a:gd name="connsiteY285" fmla="*/ 6858000 h 6858000"/>
              <a:gd name="connsiteX286" fmla="*/ 5079508 w 7472601"/>
              <a:gd name="connsiteY286" fmla="*/ 6749074 h 6858000"/>
              <a:gd name="connsiteX287" fmla="*/ 5371846 w 7472601"/>
              <a:gd name="connsiteY287" fmla="*/ 5924413 h 6858000"/>
              <a:gd name="connsiteX288" fmla="*/ 5270512 w 7472601"/>
              <a:gd name="connsiteY288" fmla="*/ 6138975 h 6858000"/>
              <a:gd name="connsiteX289" fmla="*/ 5062409 w 7472601"/>
              <a:gd name="connsiteY289" fmla="*/ 6653544 h 6858000"/>
              <a:gd name="connsiteX290" fmla="*/ 5036628 w 7472601"/>
              <a:gd name="connsiteY290" fmla="*/ 6754247 h 6858000"/>
              <a:gd name="connsiteX291" fmla="*/ 5009112 w 7472601"/>
              <a:gd name="connsiteY291" fmla="*/ 6858000 h 6858000"/>
              <a:gd name="connsiteX292" fmla="*/ 4976679 w 7472601"/>
              <a:gd name="connsiteY292" fmla="*/ 6858000 h 6858000"/>
              <a:gd name="connsiteX293" fmla="*/ 5006537 w 7472601"/>
              <a:gd name="connsiteY293" fmla="*/ 6747068 h 6858000"/>
              <a:gd name="connsiteX294" fmla="*/ 5032723 w 7472601"/>
              <a:gd name="connsiteY294" fmla="*/ 6644957 h 6858000"/>
              <a:gd name="connsiteX295" fmla="*/ 5242949 w 7472601"/>
              <a:gd name="connsiteY295" fmla="*/ 6125175 h 6858000"/>
              <a:gd name="connsiteX296" fmla="*/ 5286321 w 7472601"/>
              <a:gd name="connsiteY296" fmla="*/ 6033555 h 6858000"/>
              <a:gd name="connsiteX297" fmla="*/ 5008210 w 7472601"/>
              <a:gd name="connsiteY297" fmla="*/ 6649194 h 6858000"/>
              <a:gd name="connsiteX298" fmla="*/ 4986321 w 7472601"/>
              <a:gd name="connsiteY298" fmla="*/ 6765687 h 6858000"/>
              <a:gd name="connsiteX299" fmla="*/ 4973474 w 7472601"/>
              <a:gd name="connsiteY299" fmla="*/ 6858000 h 6858000"/>
              <a:gd name="connsiteX300" fmla="*/ 4907178 w 7472601"/>
              <a:gd name="connsiteY300" fmla="*/ 6858000 h 6858000"/>
              <a:gd name="connsiteX301" fmla="*/ 4910810 w 7472601"/>
              <a:gd name="connsiteY301" fmla="*/ 6829660 h 6858000"/>
              <a:gd name="connsiteX302" fmla="*/ 4987461 w 7472601"/>
              <a:gd name="connsiteY302" fmla="*/ 6432994 h 6858000"/>
              <a:gd name="connsiteX303" fmla="*/ 5179262 w 7472601"/>
              <a:gd name="connsiteY303" fmla="*/ 6035044 h 6858000"/>
              <a:gd name="connsiteX304" fmla="*/ 4689678 w 7472601"/>
              <a:gd name="connsiteY304" fmla="*/ 6440241 h 6858000"/>
              <a:gd name="connsiteX305" fmla="*/ 4477543 w 7472601"/>
              <a:gd name="connsiteY305" fmla="*/ 6674836 h 6858000"/>
              <a:gd name="connsiteX306" fmla="*/ 4329957 w 7472601"/>
              <a:gd name="connsiteY306" fmla="*/ 6858000 h 6858000"/>
              <a:gd name="connsiteX307" fmla="*/ 4218595 w 7472601"/>
              <a:gd name="connsiteY307" fmla="*/ 6858000 h 6858000"/>
              <a:gd name="connsiteX308" fmla="*/ 4368888 w 7472601"/>
              <a:gd name="connsiteY308" fmla="*/ 6668412 h 6858000"/>
              <a:gd name="connsiteX309" fmla="*/ 4563091 w 7472601"/>
              <a:gd name="connsiteY309" fmla="*/ 6442508 h 6858000"/>
              <a:gd name="connsiteX310" fmla="*/ 5387324 w 7472601"/>
              <a:gd name="connsiteY310" fmla="*/ 5705830 h 6858000"/>
              <a:gd name="connsiteX311" fmla="*/ 5073620 w 7472601"/>
              <a:gd name="connsiteY311" fmla="*/ 5955437 h 6858000"/>
              <a:gd name="connsiteX312" fmla="*/ 4689789 w 7472601"/>
              <a:gd name="connsiteY312" fmla="*/ 6268382 h 6858000"/>
              <a:gd name="connsiteX313" fmla="*/ 4418722 w 7472601"/>
              <a:gd name="connsiteY313" fmla="*/ 6570886 h 6858000"/>
              <a:gd name="connsiteX314" fmla="*/ 4214944 w 7472601"/>
              <a:gd name="connsiteY314" fmla="*/ 6858000 h 6858000"/>
              <a:gd name="connsiteX315" fmla="*/ 4177898 w 7472601"/>
              <a:gd name="connsiteY315" fmla="*/ 6858000 h 6858000"/>
              <a:gd name="connsiteX316" fmla="*/ 4391597 w 7472601"/>
              <a:gd name="connsiteY316" fmla="*/ 6556370 h 6858000"/>
              <a:gd name="connsiteX317" fmla="*/ 4668889 w 7472601"/>
              <a:gd name="connsiteY317" fmla="*/ 6246399 h 6858000"/>
              <a:gd name="connsiteX318" fmla="*/ 5055427 w 7472601"/>
              <a:gd name="connsiteY318" fmla="*/ 5931476 h 6858000"/>
              <a:gd name="connsiteX319" fmla="*/ 5371814 w 7472601"/>
              <a:gd name="connsiteY319" fmla="*/ 5678975 h 6858000"/>
              <a:gd name="connsiteX320" fmla="*/ 4987918 w 7472601"/>
              <a:gd name="connsiteY320" fmla="*/ 5838701 h 6858000"/>
              <a:gd name="connsiteX321" fmla="*/ 4317146 w 7472601"/>
              <a:gd name="connsiteY321" fmla="*/ 6587716 h 6858000"/>
              <a:gd name="connsiteX322" fmla="*/ 4171627 w 7472601"/>
              <a:gd name="connsiteY322" fmla="*/ 6858000 h 6858000"/>
              <a:gd name="connsiteX323" fmla="*/ 4081585 w 7472601"/>
              <a:gd name="connsiteY323" fmla="*/ 6858000 h 6858000"/>
              <a:gd name="connsiteX324" fmla="*/ 4238603 w 7472601"/>
              <a:gd name="connsiteY324" fmla="*/ 6559341 h 6858000"/>
              <a:gd name="connsiteX325" fmla="*/ 4778333 w 7472601"/>
              <a:gd name="connsiteY325" fmla="*/ 5873626 h 6858000"/>
              <a:gd name="connsiteX326" fmla="*/ 5414185 w 7472601"/>
              <a:gd name="connsiteY326" fmla="*/ 5573882 h 6858000"/>
              <a:gd name="connsiteX327" fmla="*/ 5959648 w 7472601"/>
              <a:gd name="connsiteY327" fmla="*/ 4760797 h 6858000"/>
              <a:gd name="connsiteX328" fmla="*/ 5355019 w 7472601"/>
              <a:gd name="connsiteY328" fmla="*/ 4734672 h 6858000"/>
              <a:gd name="connsiteX329" fmla="*/ 5083565 w 7472601"/>
              <a:gd name="connsiteY329" fmla="*/ 5179121 h 6858000"/>
              <a:gd name="connsiteX330" fmla="*/ 4713577 w 7472601"/>
              <a:gd name="connsiteY330" fmla="*/ 5616803 h 6858000"/>
              <a:gd name="connsiteX331" fmla="*/ 3989559 w 7472601"/>
              <a:gd name="connsiteY331" fmla="*/ 6145945 h 6858000"/>
              <a:gd name="connsiteX332" fmla="*/ 3939824 w 7472601"/>
              <a:gd name="connsiteY332" fmla="*/ 6066900 h 6858000"/>
              <a:gd name="connsiteX333" fmla="*/ 4584537 w 7472601"/>
              <a:gd name="connsiteY333" fmla="*/ 5324826 h 6858000"/>
              <a:gd name="connsiteX334" fmla="*/ 5037105 w 7472601"/>
              <a:gd name="connsiteY334" fmla="*/ 5088765 h 6858000"/>
              <a:gd name="connsiteX335" fmla="*/ 5039930 w 7472601"/>
              <a:gd name="connsiteY335" fmla="*/ 5089585 h 6858000"/>
              <a:gd name="connsiteX336" fmla="*/ 5263764 w 7472601"/>
              <a:gd name="connsiteY336" fmla="*/ 4735525 h 6858000"/>
              <a:gd name="connsiteX337" fmla="*/ 4086300 w 7472601"/>
              <a:gd name="connsiteY337" fmla="*/ 4884599 h 6858000"/>
              <a:gd name="connsiteX338" fmla="*/ 4085485 w 7472601"/>
              <a:gd name="connsiteY338" fmla="*/ 4899070 h 6858000"/>
              <a:gd name="connsiteX339" fmla="*/ 3871915 w 7472601"/>
              <a:gd name="connsiteY339" fmla="*/ 5253645 h 6858000"/>
              <a:gd name="connsiteX340" fmla="*/ 3799374 w 7472601"/>
              <a:gd name="connsiteY340" fmla="*/ 5466127 h 6858000"/>
              <a:gd name="connsiteX341" fmla="*/ 3498850 w 7472601"/>
              <a:gd name="connsiteY341" fmla="*/ 6661888 h 6858000"/>
              <a:gd name="connsiteX342" fmla="*/ 3399216 w 7472601"/>
              <a:gd name="connsiteY342" fmla="*/ 6858000 h 6858000"/>
              <a:gd name="connsiteX343" fmla="*/ 3303688 w 7472601"/>
              <a:gd name="connsiteY343" fmla="*/ 6858000 h 6858000"/>
              <a:gd name="connsiteX344" fmla="*/ 3391774 w 7472601"/>
              <a:gd name="connsiteY344" fmla="*/ 6697181 h 6858000"/>
              <a:gd name="connsiteX345" fmla="*/ 3735540 w 7472601"/>
              <a:gd name="connsiteY345" fmla="*/ 5546923 h 6858000"/>
              <a:gd name="connsiteX346" fmla="*/ 3729438 w 7472601"/>
              <a:gd name="connsiteY346" fmla="*/ 5569058 h 6858000"/>
              <a:gd name="connsiteX347" fmla="*/ 3707782 w 7472601"/>
              <a:gd name="connsiteY347" fmla="*/ 5644908 h 6858000"/>
              <a:gd name="connsiteX348" fmla="*/ 3583827 w 7472601"/>
              <a:gd name="connsiteY348" fmla="*/ 6039215 h 6858000"/>
              <a:gd name="connsiteX349" fmla="*/ 3547861 w 7472601"/>
              <a:gd name="connsiteY349" fmla="*/ 6129609 h 6858000"/>
              <a:gd name="connsiteX350" fmla="*/ 3490905 w 7472601"/>
              <a:gd name="connsiteY350" fmla="*/ 6277660 h 6858000"/>
              <a:gd name="connsiteX351" fmla="*/ 3455859 w 7472601"/>
              <a:gd name="connsiteY351" fmla="*/ 6391301 h 6858000"/>
              <a:gd name="connsiteX352" fmla="*/ 3429112 w 7472601"/>
              <a:gd name="connsiteY352" fmla="*/ 6479469 h 6858000"/>
              <a:gd name="connsiteX353" fmla="*/ 3304862 w 7472601"/>
              <a:gd name="connsiteY353" fmla="*/ 6796476 h 6858000"/>
              <a:gd name="connsiteX354" fmla="*/ 3276071 w 7472601"/>
              <a:gd name="connsiteY354" fmla="*/ 6858000 h 6858000"/>
              <a:gd name="connsiteX355" fmla="*/ 3240805 w 7472601"/>
              <a:gd name="connsiteY355" fmla="*/ 6858000 h 6858000"/>
              <a:gd name="connsiteX356" fmla="*/ 3275917 w 7472601"/>
              <a:gd name="connsiteY356" fmla="*/ 6783192 h 6858000"/>
              <a:gd name="connsiteX357" fmla="*/ 3399358 w 7472601"/>
              <a:gd name="connsiteY357" fmla="*/ 6469011 h 6858000"/>
              <a:gd name="connsiteX358" fmla="*/ 3425650 w 7472601"/>
              <a:gd name="connsiteY358" fmla="*/ 6381333 h 6858000"/>
              <a:gd name="connsiteX359" fmla="*/ 3460661 w 7472601"/>
              <a:gd name="connsiteY359" fmla="*/ 6266763 h 6858000"/>
              <a:gd name="connsiteX360" fmla="*/ 3518021 w 7472601"/>
              <a:gd name="connsiteY360" fmla="*/ 6117298 h 6858000"/>
              <a:gd name="connsiteX361" fmla="*/ 3554035 w 7472601"/>
              <a:gd name="connsiteY361" fmla="*/ 6027832 h 6858000"/>
              <a:gd name="connsiteX362" fmla="*/ 3677174 w 7472601"/>
              <a:gd name="connsiteY362" fmla="*/ 5636351 h 6858000"/>
              <a:gd name="connsiteX363" fmla="*/ 3698819 w 7472601"/>
              <a:gd name="connsiteY363" fmla="*/ 5560503 h 6858000"/>
              <a:gd name="connsiteX364" fmla="*/ 3702094 w 7472601"/>
              <a:gd name="connsiteY364" fmla="*/ 5549194 h 6858000"/>
              <a:gd name="connsiteX365" fmla="*/ 3398355 w 7472601"/>
              <a:gd name="connsiteY365" fmla="*/ 6094603 h 6858000"/>
              <a:gd name="connsiteX366" fmla="*/ 3193941 w 7472601"/>
              <a:gd name="connsiteY366" fmla="*/ 6798775 h 6858000"/>
              <a:gd name="connsiteX367" fmla="*/ 3184140 w 7472601"/>
              <a:gd name="connsiteY367" fmla="*/ 6858000 h 6858000"/>
              <a:gd name="connsiteX368" fmla="*/ 3099978 w 7472601"/>
              <a:gd name="connsiteY368" fmla="*/ 6858000 h 6858000"/>
              <a:gd name="connsiteX369" fmla="*/ 3101556 w 7472601"/>
              <a:gd name="connsiteY369" fmla="*/ 6843337 h 6858000"/>
              <a:gd name="connsiteX370" fmla="*/ 3370162 w 7472601"/>
              <a:gd name="connsiteY370" fmla="*/ 5785550 h 6858000"/>
              <a:gd name="connsiteX371" fmla="*/ 3746477 w 7472601"/>
              <a:gd name="connsiteY371" fmla="*/ 5377889 h 6858000"/>
              <a:gd name="connsiteX372" fmla="*/ 3863399 w 7472601"/>
              <a:gd name="connsiteY372" fmla="*/ 5087257 h 6858000"/>
              <a:gd name="connsiteX373" fmla="*/ 3968712 w 7472601"/>
              <a:gd name="connsiteY373" fmla="*/ 4913989 h 6858000"/>
              <a:gd name="connsiteX374" fmla="*/ 2792390 w 7472601"/>
              <a:gd name="connsiteY374" fmla="*/ 5382974 h 6858000"/>
              <a:gd name="connsiteX375" fmla="*/ 2714982 w 7472601"/>
              <a:gd name="connsiteY375" fmla="*/ 5427051 h 6858000"/>
              <a:gd name="connsiteX376" fmla="*/ 2813361 w 7472601"/>
              <a:gd name="connsiteY376" fmla="*/ 6023912 h 6858000"/>
              <a:gd name="connsiteX377" fmla="*/ 2688430 w 7472601"/>
              <a:gd name="connsiteY377" fmla="*/ 6801564 h 6858000"/>
              <a:gd name="connsiteX378" fmla="*/ 2629626 w 7472601"/>
              <a:gd name="connsiteY378" fmla="*/ 6763394 h 6858000"/>
              <a:gd name="connsiteX379" fmla="*/ 2565328 w 7472601"/>
              <a:gd name="connsiteY379" fmla="*/ 5516399 h 6858000"/>
              <a:gd name="connsiteX380" fmla="*/ 1922999 w 7472601"/>
              <a:gd name="connsiteY380" fmla="*/ 5980343 h 6858000"/>
              <a:gd name="connsiteX381" fmla="*/ 1950261 w 7472601"/>
              <a:gd name="connsiteY381" fmla="*/ 6405858 h 6858000"/>
              <a:gd name="connsiteX382" fmla="*/ 2365554 w 7472601"/>
              <a:gd name="connsiteY382" fmla="*/ 6759107 h 6858000"/>
              <a:gd name="connsiteX383" fmla="*/ 2424142 w 7472601"/>
              <a:gd name="connsiteY383" fmla="*/ 6858000 h 6858000"/>
              <a:gd name="connsiteX384" fmla="*/ 2395994 w 7472601"/>
              <a:gd name="connsiteY384" fmla="*/ 6858000 h 6858000"/>
              <a:gd name="connsiteX385" fmla="*/ 2392863 w 7472601"/>
              <a:gd name="connsiteY385" fmla="*/ 6852964 h 6858000"/>
              <a:gd name="connsiteX386" fmla="*/ 2017589 w 7472601"/>
              <a:gd name="connsiteY386" fmla="*/ 6493982 h 6858000"/>
              <a:gd name="connsiteX387" fmla="*/ 2147336 w 7472601"/>
              <a:gd name="connsiteY387" fmla="*/ 6594052 h 6858000"/>
              <a:gd name="connsiteX388" fmla="*/ 2207047 w 7472601"/>
              <a:gd name="connsiteY388" fmla="*/ 6654540 h 6858000"/>
              <a:gd name="connsiteX389" fmla="*/ 2299106 w 7472601"/>
              <a:gd name="connsiteY389" fmla="*/ 6778931 h 6858000"/>
              <a:gd name="connsiteX390" fmla="*/ 2314430 w 7472601"/>
              <a:gd name="connsiteY390" fmla="*/ 6801144 h 6858000"/>
              <a:gd name="connsiteX391" fmla="*/ 2352406 w 7472601"/>
              <a:gd name="connsiteY391" fmla="*/ 6858000 h 6858000"/>
              <a:gd name="connsiteX392" fmla="*/ 2314492 w 7472601"/>
              <a:gd name="connsiteY392" fmla="*/ 6858000 h 6858000"/>
              <a:gd name="connsiteX393" fmla="*/ 2288095 w 7472601"/>
              <a:gd name="connsiteY393" fmla="*/ 6818030 h 6858000"/>
              <a:gd name="connsiteX394" fmla="*/ 2272768 w 7472601"/>
              <a:gd name="connsiteY394" fmla="*/ 6795822 h 6858000"/>
              <a:gd name="connsiteX395" fmla="*/ 2182715 w 7472601"/>
              <a:gd name="connsiteY395" fmla="*/ 6675071 h 6858000"/>
              <a:gd name="connsiteX396" fmla="*/ 2032061 w 7472601"/>
              <a:gd name="connsiteY396" fmla="*/ 6541380 h 6858000"/>
              <a:gd name="connsiteX397" fmla="*/ 2257220 w 7472601"/>
              <a:gd name="connsiteY397" fmla="*/ 6826257 h 6858000"/>
              <a:gd name="connsiteX398" fmla="*/ 2281324 w 7472601"/>
              <a:gd name="connsiteY398" fmla="*/ 6858000 h 6858000"/>
              <a:gd name="connsiteX399" fmla="*/ 2242860 w 7472601"/>
              <a:gd name="connsiteY399" fmla="*/ 6858000 h 6858000"/>
              <a:gd name="connsiteX400" fmla="*/ 2232818 w 7472601"/>
              <a:gd name="connsiteY400" fmla="*/ 6844926 h 6858000"/>
              <a:gd name="connsiteX401" fmla="*/ 1990172 w 7472601"/>
              <a:gd name="connsiteY401" fmla="*/ 6542121 h 6858000"/>
              <a:gd name="connsiteX402" fmla="*/ 2124090 w 7472601"/>
              <a:gd name="connsiteY402" fmla="*/ 6761017 h 6858000"/>
              <a:gd name="connsiteX403" fmla="*/ 2200380 w 7472601"/>
              <a:gd name="connsiteY403" fmla="*/ 6858000 h 6858000"/>
              <a:gd name="connsiteX404" fmla="*/ 2147507 w 7472601"/>
              <a:gd name="connsiteY404" fmla="*/ 6858000 h 6858000"/>
              <a:gd name="connsiteX405" fmla="*/ 2070668 w 7472601"/>
              <a:gd name="connsiteY405" fmla="*/ 6761520 h 6858000"/>
              <a:gd name="connsiteX406" fmla="*/ 1975142 w 7472601"/>
              <a:gd name="connsiteY406" fmla="*/ 6585570 h 6858000"/>
              <a:gd name="connsiteX407" fmla="*/ 2050035 w 7472601"/>
              <a:gd name="connsiteY407" fmla="*/ 6813345 h 6858000"/>
              <a:gd name="connsiteX408" fmla="*/ 2063025 w 7472601"/>
              <a:gd name="connsiteY408" fmla="*/ 6858000 h 6858000"/>
              <a:gd name="connsiteX409" fmla="*/ 2021675 w 7472601"/>
              <a:gd name="connsiteY409" fmla="*/ 6858000 h 6858000"/>
              <a:gd name="connsiteX410" fmla="*/ 2019308 w 7472601"/>
              <a:gd name="connsiteY410" fmla="*/ 6847118 h 6858000"/>
              <a:gd name="connsiteX411" fmla="*/ 1938835 w 7472601"/>
              <a:gd name="connsiteY411" fmla="*/ 6551160 h 6858000"/>
              <a:gd name="connsiteX412" fmla="*/ 1953230 w 7472601"/>
              <a:gd name="connsiteY412" fmla="*/ 6759699 h 6858000"/>
              <a:gd name="connsiteX413" fmla="*/ 1956763 w 7472601"/>
              <a:gd name="connsiteY413" fmla="*/ 6778191 h 6858000"/>
              <a:gd name="connsiteX414" fmla="*/ 1967925 w 7472601"/>
              <a:gd name="connsiteY414" fmla="*/ 6858000 h 6858000"/>
              <a:gd name="connsiteX415" fmla="*/ 1936622 w 7472601"/>
              <a:gd name="connsiteY415" fmla="*/ 6858000 h 6858000"/>
              <a:gd name="connsiteX416" fmla="*/ 1926261 w 7472601"/>
              <a:gd name="connsiteY416" fmla="*/ 6784064 h 6858000"/>
              <a:gd name="connsiteX417" fmla="*/ 1922724 w 7472601"/>
              <a:gd name="connsiteY417" fmla="*/ 6765577 h 6858000"/>
              <a:gd name="connsiteX418" fmla="*/ 1904650 w 7472601"/>
              <a:gd name="connsiteY418" fmla="*/ 6639616 h 6858000"/>
              <a:gd name="connsiteX419" fmla="*/ 1885273 w 7472601"/>
              <a:gd name="connsiteY419" fmla="*/ 6858000 h 6858000"/>
              <a:gd name="connsiteX420" fmla="*/ 1854363 w 7472601"/>
              <a:gd name="connsiteY420" fmla="*/ 6858000 h 6858000"/>
              <a:gd name="connsiteX421" fmla="*/ 1880391 w 7472601"/>
              <a:gd name="connsiteY421" fmla="*/ 6603796 h 6858000"/>
              <a:gd name="connsiteX422" fmla="*/ 1818273 w 7472601"/>
              <a:gd name="connsiteY422" fmla="*/ 6715729 h 6858000"/>
              <a:gd name="connsiteX423" fmla="*/ 1794691 w 7472601"/>
              <a:gd name="connsiteY423" fmla="*/ 6843239 h 6858000"/>
              <a:gd name="connsiteX424" fmla="*/ 1794914 w 7472601"/>
              <a:gd name="connsiteY424" fmla="*/ 6858000 h 6858000"/>
              <a:gd name="connsiteX425" fmla="*/ 1746128 w 7472601"/>
              <a:gd name="connsiteY425" fmla="*/ 6858000 h 6858000"/>
              <a:gd name="connsiteX426" fmla="*/ 1753934 w 7472601"/>
              <a:gd name="connsiteY426" fmla="*/ 6724796 h 6858000"/>
              <a:gd name="connsiteX427" fmla="*/ 1792053 w 7472601"/>
              <a:gd name="connsiteY427" fmla="*/ 6572396 h 6858000"/>
              <a:gd name="connsiteX428" fmla="*/ 1862248 w 7472601"/>
              <a:gd name="connsiteY428" fmla="*/ 6266397 h 6858000"/>
              <a:gd name="connsiteX429" fmla="*/ 1862250 w 7472601"/>
              <a:gd name="connsiteY429" fmla="*/ 6033531 h 6858000"/>
              <a:gd name="connsiteX430" fmla="*/ 1211999 w 7472601"/>
              <a:gd name="connsiteY430" fmla="*/ 6683610 h 6858000"/>
              <a:gd name="connsiteX431" fmla="*/ 1213266 w 7472601"/>
              <a:gd name="connsiteY431" fmla="*/ 6691947 h 6858000"/>
              <a:gd name="connsiteX432" fmla="*/ 1203370 w 7472601"/>
              <a:gd name="connsiteY432" fmla="*/ 6850676 h 6858000"/>
              <a:gd name="connsiteX433" fmla="*/ 1203671 w 7472601"/>
              <a:gd name="connsiteY433" fmla="*/ 6858000 h 6858000"/>
              <a:gd name="connsiteX434" fmla="*/ 1143180 w 7472601"/>
              <a:gd name="connsiteY434" fmla="*/ 6858000 h 6858000"/>
              <a:gd name="connsiteX435" fmla="*/ 1142176 w 7472601"/>
              <a:gd name="connsiteY435" fmla="*/ 6766045 h 6858000"/>
              <a:gd name="connsiteX436" fmla="*/ 1067484 w 7472601"/>
              <a:gd name="connsiteY436" fmla="*/ 6858000 h 6858000"/>
              <a:gd name="connsiteX437" fmla="*/ 953928 w 7472601"/>
              <a:gd name="connsiteY437" fmla="*/ 6858000 h 6858000"/>
              <a:gd name="connsiteX438" fmla="*/ 959715 w 7472601"/>
              <a:gd name="connsiteY438" fmla="*/ 6850185 h 6858000"/>
              <a:gd name="connsiteX439" fmla="*/ 1483788 w 7472601"/>
              <a:gd name="connsiteY439" fmla="*/ 6259174 h 6858000"/>
              <a:gd name="connsiteX440" fmla="*/ 1100671 w 7472601"/>
              <a:gd name="connsiteY440" fmla="*/ 6252137 h 6858000"/>
              <a:gd name="connsiteX441" fmla="*/ 1090144 w 7472601"/>
              <a:gd name="connsiteY441" fmla="*/ 6256748 h 6858000"/>
              <a:gd name="connsiteX442" fmla="*/ 1095872 w 7472601"/>
              <a:gd name="connsiteY442" fmla="*/ 6271892 h 6858000"/>
              <a:gd name="connsiteX443" fmla="*/ 262785 w 7472601"/>
              <a:gd name="connsiteY443" fmla="*/ 6845450 h 6858000"/>
              <a:gd name="connsiteX444" fmla="*/ 209968 w 7472601"/>
              <a:gd name="connsiteY444" fmla="*/ 6770713 h 6858000"/>
              <a:gd name="connsiteX445" fmla="*/ 873460 w 7472601"/>
              <a:gd name="connsiteY445" fmla="*/ 6253768 h 6858000"/>
              <a:gd name="connsiteX446" fmla="*/ 192686 w 7472601"/>
              <a:gd name="connsiteY446" fmla="*/ 5849257 h 6858000"/>
              <a:gd name="connsiteX447" fmla="*/ 4696 w 7472601"/>
              <a:gd name="connsiteY447" fmla="*/ 5697668 h 6858000"/>
              <a:gd name="connsiteX448" fmla="*/ 0 w 7472601"/>
              <a:gd name="connsiteY448" fmla="*/ 5689984 h 6858000"/>
              <a:gd name="connsiteX449" fmla="*/ 0 w 7472601"/>
              <a:gd name="connsiteY449" fmla="*/ 5513472 h 6858000"/>
              <a:gd name="connsiteX450" fmla="*/ 174101 w 7472601"/>
              <a:gd name="connsiteY450" fmla="*/ 5620277 h 6858000"/>
              <a:gd name="connsiteX451" fmla="*/ 891800 w 7472601"/>
              <a:gd name="connsiteY451" fmla="*/ 6036935 h 6858000"/>
              <a:gd name="connsiteX452" fmla="*/ 1072219 w 7472601"/>
              <a:gd name="connsiteY452" fmla="*/ 6169443 h 6858000"/>
              <a:gd name="connsiteX453" fmla="*/ 1074117 w 7472601"/>
              <a:gd name="connsiteY453" fmla="*/ 6170301 h 6858000"/>
              <a:gd name="connsiteX454" fmla="*/ 1083114 w 7472601"/>
              <a:gd name="connsiteY454" fmla="*/ 6174131 h 6858000"/>
              <a:gd name="connsiteX455" fmla="*/ 1543010 w 7472601"/>
              <a:gd name="connsiteY455" fmla="*/ 6191140 h 6858000"/>
              <a:gd name="connsiteX456" fmla="*/ 1551080 w 7472601"/>
              <a:gd name="connsiteY456" fmla="*/ 6195006 h 6858000"/>
              <a:gd name="connsiteX457" fmla="*/ 2345443 w 7472601"/>
              <a:gd name="connsiteY457" fmla="*/ 5549882 h 6858000"/>
              <a:gd name="connsiteX458" fmla="*/ 1721499 w 7472601"/>
              <a:gd name="connsiteY458" fmla="*/ 5599969 h 6858000"/>
              <a:gd name="connsiteX459" fmla="*/ 767716 w 7472601"/>
              <a:gd name="connsiteY459" fmla="*/ 5472768 h 6858000"/>
              <a:gd name="connsiteX460" fmla="*/ 722147 w 7472601"/>
              <a:gd name="connsiteY460" fmla="*/ 5393091 h 6858000"/>
              <a:gd name="connsiteX461" fmla="*/ 1485552 w 7472601"/>
              <a:gd name="connsiteY461" fmla="*/ 5313202 h 6858000"/>
              <a:gd name="connsiteX462" fmla="*/ 2143004 w 7472601"/>
              <a:gd name="connsiteY462" fmla="*/ 5402420 h 6858000"/>
              <a:gd name="connsiteX463" fmla="*/ 1933391 w 7472601"/>
              <a:gd name="connsiteY463" fmla="*/ 5156971 h 6858000"/>
              <a:gd name="connsiteX464" fmla="*/ 1827118 w 7472601"/>
              <a:gd name="connsiteY464" fmla="*/ 4968410 h 6858000"/>
              <a:gd name="connsiteX465" fmla="*/ 1837349 w 7472601"/>
              <a:gd name="connsiteY465" fmla="*/ 4956357 h 6858000"/>
              <a:gd name="connsiteX466" fmla="*/ 2162835 w 7472601"/>
              <a:gd name="connsiteY466" fmla="*/ 5187853 h 6858000"/>
              <a:gd name="connsiteX467" fmla="*/ 2257167 w 7472601"/>
              <a:gd name="connsiteY467" fmla="*/ 5462123 h 6858000"/>
              <a:gd name="connsiteX468" fmla="*/ 2261598 w 7472601"/>
              <a:gd name="connsiteY468" fmla="*/ 5467998 h 6858000"/>
              <a:gd name="connsiteX469" fmla="*/ 2437177 w 7472601"/>
              <a:gd name="connsiteY469" fmla="*/ 5479608 h 6858000"/>
              <a:gd name="connsiteX470" fmla="*/ 2445247 w 7472601"/>
              <a:gd name="connsiteY470" fmla="*/ 5483476 h 6858000"/>
              <a:gd name="connsiteX471" fmla="*/ 2743626 w 7472601"/>
              <a:gd name="connsiteY471" fmla="*/ 5304819 h 6858000"/>
              <a:gd name="connsiteX472" fmla="*/ 3048102 w 7472601"/>
              <a:gd name="connsiteY472" fmla="*/ 5150595 h 6858000"/>
              <a:gd name="connsiteX473" fmla="*/ 1799414 w 7472601"/>
              <a:gd name="connsiteY473" fmla="*/ 4694732 h 6858000"/>
              <a:gd name="connsiteX474" fmla="*/ 1771735 w 7472601"/>
              <a:gd name="connsiteY474" fmla="*/ 4619929 h 6858000"/>
              <a:gd name="connsiteX475" fmla="*/ 3104273 w 7472601"/>
              <a:gd name="connsiteY475" fmla="*/ 5076159 h 6858000"/>
              <a:gd name="connsiteX476" fmla="*/ 3113245 w 7472601"/>
              <a:gd name="connsiteY476" fmla="*/ 5090705 h 6858000"/>
              <a:gd name="connsiteX477" fmla="*/ 3126294 w 7472601"/>
              <a:gd name="connsiteY477" fmla="*/ 5114400 h 6858000"/>
              <a:gd name="connsiteX478" fmla="*/ 3937433 w 7472601"/>
              <a:gd name="connsiteY478" fmla="*/ 4830473 h 6858000"/>
              <a:gd name="connsiteX479" fmla="*/ 3590475 w 7472601"/>
              <a:gd name="connsiteY479" fmla="*/ 4597974 h 6858000"/>
              <a:gd name="connsiteX480" fmla="*/ 3100264 w 7472601"/>
              <a:gd name="connsiteY480" fmla="*/ 4579845 h 6858000"/>
              <a:gd name="connsiteX481" fmla="*/ 2183576 w 7472601"/>
              <a:gd name="connsiteY481" fmla="*/ 4227150 h 6858000"/>
              <a:gd name="connsiteX482" fmla="*/ 2151029 w 7472601"/>
              <a:gd name="connsiteY482" fmla="*/ 4146947 h 6858000"/>
              <a:gd name="connsiteX483" fmla="*/ 3563434 w 7472601"/>
              <a:gd name="connsiteY483" fmla="*/ 4469115 h 6858000"/>
              <a:gd name="connsiteX484" fmla="*/ 3177952 w 7472601"/>
              <a:gd name="connsiteY484" fmla="*/ 3657386 h 6858000"/>
              <a:gd name="connsiteX485" fmla="*/ 3189263 w 7472601"/>
              <a:gd name="connsiteY485" fmla="*/ 3625726 h 6858000"/>
              <a:gd name="connsiteX486" fmla="*/ 3560912 w 7472601"/>
              <a:gd name="connsiteY486" fmla="*/ 4079863 h 6858000"/>
              <a:gd name="connsiteX487" fmla="*/ 3626636 w 7472601"/>
              <a:gd name="connsiteY487" fmla="*/ 4512230 h 6858000"/>
              <a:gd name="connsiteX488" fmla="*/ 3653088 w 7472601"/>
              <a:gd name="connsiteY488" fmla="*/ 4521417 h 6858000"/>
              <a:gd name="connsiteX489" fmla="*/ 3988128 w 7472601"/>
              <a:gd name="connsiteY489" fmla="*/ 4817267 h 6858000"/>
              <a:gd name="connsiteX490" fmla="*/ 4830582 w 7472601"/>
              <a:gd name="connsiteY490" fmla="*/ 4676000 h 6858000"/>
              <a:gd name="connsiteX491" fmla="*/ 4830100 w 7472601"/>
              <a:gd name="connsiteY491" fmla="*/ 4675554 h 6858000"/>
              <a:gd name="connsiteX492" fmla="*/ 4036318 w 7472601"/>
              <a:gd name="connsiteY492" fmla="*/ 4147013 h 6858000"/>
              <a:gd name="connsiteX493" fmla="*/ 3432098 w 7472601"/>
              <a:gd name="connsiteY493" fmla="*/ 3537312 h 6858000"/>
              <a:gd name="connsiteX494" fmla="*/ 3446761 w 7472601"/>
              <a:gd name="connsiteY494" fmla="*/ 3461278 h 6858000"/>
              <a:gd name="connsiteX495" fmla="*/ 4419733 w 7472601"/>
              <a:gd name="connsiteY495" fmla="*/ 3963555 h 6858000"/>
              <a:gd name="connsiteX496" fmla="*/ 4781371 w 7472601"/>
              <a:gd name="connsiteY496" fmla="*/ 4458604 h 6858000"/>
              <a:gd name="connsiteX497" fmla="*/ 4780440 w 7472601"/>
              <a:gd name="connsiteY497" fmla="*/ 4470290 h 6858000"/>
              <a:gd name="connsiteX498" fmla="*/ 4898954 w 7472601"/>
              <a:gd name="connsiteY498" fmla="*/ 4662092 h 6858000"/>
              <a:gd name="connsiteX499" fmla="*/ 4900699 w 7472601"/>
              <a:gd name="connsiteY499" fmla="*/ 4670867 h 6858000"/>
              <a:gd name="connsiteX500" fmla="*/ 5714511 w 7472601"/>
              <a:gd name="connsiteY500" fmla="*/ 4663483 h 6858000"/>
              <a:gd name="connsiteX501" fmla="*/ 5464793 w 7472601"/>
              <a:gd name="connsiteY501" fmla="*/ 4393556 h 6858000"/>
              <a:gd name="connsiteX502" fmla="*/ 5461897 w 7472601"/>
              <a:gd name="connsiteY502" fmla="*/ 4390879 h 6858000"/>
              <a:gd name="connsiteX503" fmla="*/ 4294126 w 7472601"/>
              <a:gd name="connsiteY503" fmla="*/ 3303048 h 6858000"/>
              <a:gd name="connsiteX504" fmla="*/ 4305321 w 7472601"/>
              <a:gd name="connsiteY504" fmla="*/ 3256953 h 6858000"/>
              <a:gd name="connsiteX505" fmla="*/ 4949299 w 7472601"/>
              <a:gd name="connsiteY505" fmla="*/ 3766336 h 6858000"/>
              <a:gd name="connsiteX506" fmla="*/ 5291452 w 7472601"/>
              <a:gd name="connsiteY506" fmla="*/ 4076801 h 6858000"/>
              <a:gd name="connsiteX507" fmla="*/ 5434998 w 7472601"/>
              <a:gd name="connsiteY507" fmla="*/ 4254100 h 6858000"/>
              <a:gd name="connsiteX508" fmla="*/ 5351015 w 7472601"/>
              <a:gd name="connsiteY508" fmla="*/ 3760989 h 6858000"/>
              <a:gd name="connsiteX509" fmla="*/ 5413780 w 7472601"/>
              <a:gd name="connsiteY509" fmla="*/ 2966265 h 6858000"/>
              <a:gd name="connsiteX510" fmla="*/ 5425627 w 7472601"/>
              <a:gd name="connsiteY510" fmla="*/ 2954192 h 6858000"/>
              <a:gd name="connsiteX511" fmla="*/ 6604735 w 7472601"/>
              <a:gd name="connsiteY511" fmla="*/ 2041381 h 6858000"/>
              <a:gd name="connsiteX512" fmla="*/ 7204487 w 7472601"/>
              <a:gd name="connsiteY512" fmla="*/ 2742112 h 6858000"/>
              <a:gd name="connsiteX513" fmla="*/ 7131592 w 7472601"/>
              <a:gd name="connsiteY513" fmla="*/ 2672096 h 6858000"/>
              <a:gd name="connsiteX514" fmla="*/ 6996344 w 7472601"/>
              <a:gd name="connsiteY514" fmla="*/ 2518310 h 6858000"/>
              <a:gd name="connsiteX515" fmla="*/ 6735495 w 7472601"/>
              <a:gd name="connsiteY515" fmla="*/ 2196890 h 6858000"/>
              <a:gd name="connsiteX516" fmla="*/ 6721901 w 7472601"/>
              <a:gd name="connsiteY516" fmla="*/ 2179274 h 6858000"/>
              <a:gd name="connsiteX517" fmla="*/ 6604735 w 7472601"/>
              <a:gd name="connsiteY517" fmla="*/ 2041381 h 6858000"/>
              <a:gd name="connsiteX518" fmla="*/ 6591670 w 7472601"/>
              <a:gd name="connsiteY518" fmla="*/ 1988277 h 6858000"/>
              <a:gd name="connsiteX519" fmla="*/ 6747349 w 7472601"/>
              <a:gd name="connsiteY519" fmla="*/ 2160069 h 6858000"/>
              <a:gd name="connsiteX520" fmla="*/ 6760943 w 7472601"/>
              <a:gd name="connsiteY520" fmla="*/ 2177686 h 6858000"/>
              <a:gd name="connsiteX521" fmla="*/ 7021065 w 7472601"/>
              <a:gd name="connsiteY521" fmla="*/ 2498102 h 6858000"/>
              <a:gd name="connsiteX522" fmla="*/ 7155223 w 7472601"/>
              <a:gd name="connsiteY522" fmla="*/ 2650386 h 6858000"/>
              <a:gd name="connsiteX523" fmla="*/ 7203167 w 7472601"/>
              <a:gd name="connsiteY523" fmla="*/ 2697288 h 6858000"/>
              <a:gd name="connsiteX524" fmla="*/ 6937703 w 7472601"/>
              <a:gd name="connsiteY524" fmla="*/ 2321981 h 6858000"/>
              <a:gd name="connsiteX525" fmla="*/ 6591670 w 7472601"/>
              <a:gd name="connsiteY525" fmla="*/ 1988277 h 6858000"/>
              <a:gd name="connsiteX526" fmla="*/ 5798671 w 7472601"/>
              <a:gd name="connsiteY526" fmla="*/ 1981601 h 6858000"/>
              <a:gd name="connsiteX527" fmla="*/ 5754709 w 7472601"/>
              <a:gd name="connsiteY527" fmla="*/ 2071454 h 6858000"/>
              <a:gd name="connsiteX528" fmla="*/ 5763044 w 7472601"/>
              <a:gd name="connsiteY528" fmla="*/ 2842206 h 6858000"/>
              <a:gd name="connsiteX529" fmla="*/ 5764974 w 7472601"/>
              <a:gd name="connsiteY529" fmla="*/ 2799609 h 6858000"/>
              <a:gd name="connsiteX530" fmla="*/ 5767665 w 7472601"/>
              <a:gd name="connsiteY530" fmla="*/ 2666409 h 6858000"/>
              <a:gd name="connsiteX531" fmla="*/ 5763055 w 7472601"/>
              <a:gd name="connsiteY531" fmla="*/ 2579705 h 6858000"/>
              <a:gd name="connsiteX532" fmla="*/ 5758079 w 7472601"/>
              <a:gd name="connsiteY532" fmla="*/ 2492508 h 6858000"/>
              <a:gd name="connsiteX533" fmla="*/ 5779325 w 7472601"/>
              <a:gd name="connsiteY533" fmla="*/ 2197069 h 6858000"/>
              <a:gd name="connsiteX534" fmla="*/ 5798671 w 7472601"/>
              <a:gd name="connsiteY534" fmla="*/ 1981601 h 6858000"/>
              <a:gd name="connsiteX535" fmla="*/ 5829202 w 7472601"/>
              <a:gd name="connsiteY535" fmla="*/ 1971679 h 6858000"/>
              <a:gd name="connsiteX536" fmla="*/ 5809558 w 7472601"/>
              <a:gd name="connsiteY536" fmla="*/ 2198043 h 6858000"/>
              <a:gd name="connsiteX537" fmla="*/ 5788653 w 7472601"/>
              <a:gd name="connsiteY537" fmla="*/ 2489430 h 6858000"/>
              <a:gd name="connsiteX538" fmla="*/ 5793439 w 7472601"/>
              <a:gd name="connsiteY538" fmla="*/ 2575235 h 6858000"/>
              <a:gd name="connsiteX539" fmla="*/ 5796837 w 7472601"/>
              <a:gd name="connsiteY539" fmla="*/ 2637633 h 6858000"/>
              <a:gd name="connsiteX540" fmla="*/ 5818614 w 7472601"/>
              <a:gd name="connsiteY540" fmla="*/ 2473055 h 6858000"/>
              <a:gd name="connsiteX541" fmla="*/ 5829202 w 7472601"/>
              <a:gd name="connsiteY541" fmla="*/ 1971679 h 6858000"/>
              <a:gd name="connsiteX542" fmla="*/ 5911389 w 7472601"/>
              <a:gd name="connsiteY542" fmla="*/ 1898371 h 6858000"/>
              <a:gd name="connsiteX543" fmla="*/ 6237627 w 7472601"/>
              <a:gd name="connsiteY543" fmla="*/ 2231921 h 6858000"/>
              <a:gd name="connsiteX544" fmla="*/ 5911389 w 7472601"/>
              <a:gd name="connsiteY544" fmla="*/ 1898371 h 6858000"/>
              <a:gd name="connsiteX545" fmla="*/ 6944437 w 7472601"/>
              <a:gd name="connsiteY545" fmla="*/ 1575402 h 6858000"/>
              <a:gd name="connsiteX546" fmla="*/ 6304730 w 7472601"/>
              <a:gd name="connsiteY546" fmla="*/ 1766654 h 6858000"/>
              <a:gd name="connsiteX547" fmla="*/ 6944437 w 7472601"/>
              <a:gd name="connsiteY547" fmla="*/ 1575402 h 6858000"/>
              <a:gd name="connsiteX548" fmla="*/ 7019523 w 7472601"/>
              <a:gd name="connsiteY548" fmla="*/ 1519450 h 6858000"/>
              <a:gd name="connsiteX549" fmla="*/ 6298091 w 7472601"/>
              <a:gd name="connsiteY549" fmla="*/ 1737122 h 6858000"/>
              <a:gd name="connsiteX550" fmla="*/ 7019523 w 7472601"/>
              <a:gd name="connsiteY550" fmla="*/ 1519450 h 6858000"/>
              <a:gd name="connsiteX551" fmla="*/ 2399523 w 7472601"/>
              <a:gd name="connsiteY551" fmla="*/ 1428234 h 6858000"/>
              <a:gd name="connsiteX552" fmla="*/ 2224982 w 7472601"/>
              <a:gd name="connsiteY552" fmla="*/ 1826201 h 6858000"/>
              <a:gd name="connsiteX553" fmla="*/ 2096099 w 7472601"/>
              <a:gd name="connsiteY553" fmla="*/ 2345900 h 6858000"/>
              <a:gd name="connsiteX554" fmla="*/ 2283317 w 7472601"/>
              <a:gd name="connsiteY554" fmla="*/ 1796925 h 6858000"/>
              <a:gd name="connsiteX555" fmla="*/ 2399523 w 7472601"/>
              <a:gd name="connsiteY555" fmla="*/ 1428234 h 6858000"/>
              <a:gd name="connsiteX556" fmla="*/ 2448558 w 7472601"/>
              <a:gd name="connsiteY556" fmla="*/ 1373435 h 6858000"/>
              <a:gd name="connsiteX557" fmla="*/ 2312521 w 7472601"/>
              <a:gd name="connsiteY557" fmla="*/ 1806140 h 6858000"/>
              <a:gd name="connsiteX558" fmla="*/ 2127533 w 7472601"/>
              <a:gd name="connsiteY558" fmla="*/ 2348380 h 6858000"/>
              <a:gd name="connsiteX559" fmla="*/ 2358080 w 7472601"/>
              <a:gd name="connsiteY559" fmla="*/ 1866134 h 6858000"/>
              <a:gd name="connsiteX560" fmla="*/ 2407436 w 7472601"/>
              <a:gd name="connsiteY560" fmla="*/ 1651070 h 6858000"/>
              <a:gd name="connsiteX561" fmla="*/ 2448558 w 7472601"/>
              <a:gd name="connsiteY561" fmla="*/ 1373435 h 6858000"/>
              <a:gd name="connsiteX562" fmla="*/ 278707 w 7472601"/>
              <a:gd name="connsiteY562" fmla="*/ 1352270 h 6858000"/>
              <a:gd name="connsiteX563" fmla="*/ 321570 w 7472601"/>
              <a:gd name="connsiteY563" fmla="*/ 1861610 h 6858000"/>
              <a:gd name="connsiteX564" fmla="*/ 294281 w 7472601"/>
              <a:gd name="connsiteY564" fmla="*/ 1440658 h 6858000"/>
              <a:gd name="connsiteX565" fmla="*/ 278707 w 7472601"/>
              <a:gd name="connsiteY565" fmla="*/ 1352270 h 6858000"/>
              <a:gd name="connsiteX566" fmla="*/ 1423821 w 7472601"/>
              <a:gd name="connsiteY566" fmla="*/ 1351958 h 6858000"/>
              <a:gd name="connsiteX567" fmla="*/ 1638521 w 7472601"/>
              <a:gd name="connsiteY567" fmla="*/ 1908470 h 6858000"/>
              <a:gd name="connsiteX568" fmla="*/ 1754199 w 7472601"/>
              <a:gd name="connsiteY568" fmla="*/ 2149284 h 6858000"/>
              <a:gd name="connsiteX569" fmla="*/ 1908359 w 7472601"/>
              <a:gd name="connsiteY569" fmla="*/ 2364988 h 6858000"/>
              <a:gd name="connsiteX570" fmla="*/ 1647661 w 7472601"/>
              <a:gd name="connsiteY570" fmla="*/ 1825945 h 6858000"/>
              <a:gd name="connsiteX571" fmla="*/ 1423821 w 7472601"/>
              <a:gd name="connsiteY571" fmla="*/ 1351958 h 6858000"/>
              <a:gd name="connsiteX572" fmla="*/ 1431890 w 7472601"/>
              <a:gd name="connsiteY572" fmla="*/ 1306475 h 6858000"/>
              <a:gd name="connsiteX573" fmla="*/ 1507597 w 7472601"/>
              <a:gd name="connsiteY573" fmla="*/ 1446132 h 6858000"/>
              <a:gd name="connsiteX574" fmla="*/ 1674586 w 7472601"/>
              <a:gd name="connsiteY574" fmla="*/ 1813832 h 6858000"/>
              <a:gd name="connsiteX575" fmla="*/ 1815950 w 7472601"/>
              <a:gd name="connsiteY575" fmla="*/ 2128564 h 6858000"/>
              <a:gd name="connsiteX576" fmla="*/ 1984242 w 7472601"/>
              <a:gd name="connsiteY576" fmla="*/ 2430829 h 6858000"/>
              <a:gd name="connsiteX577" fmla="*/ 2014023 w 7472601"/>
              <a:gd name="connsiteY577" fmla="*/ 2450995 h 6858000"/>
              <a:gd name="connsiteX578" fmla="*/ 1747337 w 7472601"/>
              <a:gd name="connsiteY578" fmla="*/ 1855264 h 6858000"/>
              <a:gd name="connsiteX579" fmla="*/ 1533749 w 7472601"/>
              <a:gd name="connsiteY579" fmla="*/ 1478656 h 6858000"/>
              <a:gd name="connsiteX580" fmla="*/ 1431890 w 7472601"/>
              <a:gd name="connsiteY580" fmla="*/ 1306475 h 6858000"/>
              <a:gd name="connsiteX581" fmla="*/ 5052692 w 7472601"/>
              <a:gd name="connsiteY581" fmla="*/ 1292994 h 6858000"/>
              <a:gd name="connsiteX582" fmla="*/ 5200661 w 7472601"/>
              <a:gd name="connsiteY582" fmla="*/ 1635186 h 6858000"/>
              <a:gd name="connsiteX583" fmla="*/ 5297138 w 7472601"/>
              <a:gd name="connsiteY583" fmla="*/ 1906351 h 6858000"/>
              <a:gd name="connsiteX584" fmla="*/ 5052692 w 7472601"/>
              <a:gd name="connsiteY584" fmla="*/ 1292994 h 6858000"/>
              <a:gd name="connsiteX585" fmla="*/ 5009948 w 7472601"/>
              <a:gd name="connsiteY585" fmla="*/ 1273619 h 6858000"/>
              <a:gd name="connsiteX586" fmla="*/ 5121777 w 7472601"/>
              <a:gd name="connsiteY586" fmla="*/ 1654213 h 6858000"/>
              <a:gd name="connsiteX587" fmla="*/ 5293545 w 7472601"/>
              <a:gd name="connsiteY587" fmla="*/ 2072247 h 6858000"/>
              <a:gd name="connsiteX588" fmla="*/ 5294042 w 7472601"/>
              <a:gd name="connsiteY588" fmla="*/ 2065019 h 6858000"/>
              <a:gd name="connsiteX589" fmla="*/ 5171936 w 7472601"/>
              <a:gd name="connsiteY589" fmla="*/ 1647613 h 6858000"/>
              <a:gd name="connsiteX590" fmla="*/ 5009948 w 7472601"/>
              <a:gd name="connsiteY590" fmla="*/ 1273619 h 6858000"/>
              <a:gd name="connsiteX591" fmla="*/ 655236 w 7472601"/>
              <a:gd name="connsiteY591" fmla="*/ 1268632 h 6858000"/>
              <a:gd name="connsiteX592" fmla="*/ 839521 w 7472601"/>
              <a:gd name="connsiteY592" fmla="*/ 1685315 h 6858000"/>
              <a:gd name="connsiteX593" fmla="*/ 1109416 w 7472601"/>
              <a:gd name="connsiteY593" fmla="*/ 2061663 h 6858000"/>
              <a:gd name="connsiteX594" fmla="*/ 1298300 w 7472601"/>
              <a:gd name="connsiteY594" fmla="*/ 2247742 h 6858000"/>
              <a:gd name="connsiteX595" fmla="*/ 1125871 w 7472601"/>
              <a:gd name="connsiteY595" fmla="*/ 1989513 h 6858000"/>
              <a:gd name="connsiteX596" fmla="*/ 981574 w 7472601"/>
              <a:gd name="connsiteY596" fmla="*/ 1783157 h 6858000"/>
              <a:gd name="connsiteX597" fmla="*/ 922198 w 7472601"/>
              <a:gd name="connsiteY597" fmla="*/ 1677437 h 6858000"/>
              <a:gd name="connsiteX598" fmla="*/ 869293 w 7472601"/>
              <a:gd name="connsiteY598" fmla="*/ 1583214 h 6858000"/>
              <a:gd name="connsiteX599" fmla="*/ 751431 w 7472601"/>
              <a:gd name="connsiteY599" fmla="*/ 1405731 h 6858000"/>
              <a:gd name="connsiteX600" fmla="*/ 655236 w 7472601"/>
              <a:gd name="connsiteY600" fmla="*/ 1268632 h 6858000"/>
              <a:gd name="connsiteX601" fmla="*/ 6516292 w 7472601"/>
              <a:gd name="connsiteY601" fmla="*/ 1263064 h 6858000"/>
              <a:gd name="connsiteX602" fmla="*/ 5736320 w 7472601"/>
              <a:gd name="connsiteY602" fmla="*/ 1501803 h 6858000"/>
              <a:gd name="connsiteX603" fmla="*/ 6516292 w 7472601"/>
              <a:gd name="connsiteY603" fmla="*/ 1263064 h 6858000"/>
              <a:gd name="connsiteX604" fmla="*/ 291466 w 7472601"/>
              <a:gd name="connsiteY604" fmla="*/ 1250369 h 6858000"/>
              <a:gd name="connsiteX605" fmla="*/ 323180 w 7472601"/>
              <a:gd name="connsiteY605" fmla="*/ 1435283 h 6858000"/>
              <a:gd name="connsiteX606" fmla="*/ 349381 w 7472601"/>
              <a:gd name="connsiteY606" fmla="*/ 1875041 h 6858000"/>
              <a:gd name="connsiteX607" fmla="*/ 374363 w 7472601"/>
              <a:gd name="connsiteY607" fmla="*/ 1506494 h 6858000"/>
              <a:gd name="connsiteX608" fmla="*/ 302168 w 7472601"/>
              <a:gd name="connsiteY608" fmla="*/ 1274495 h 6858000"/>
              <a:gd name="connsiteX609" fmla="*/ 291466 w 7472601"/>
              <a:gd name="connsiteY609" fmla="*/ 1250369 h 6858000"/>
              <a:gd name="connsiteX610" fmla="*/ 678222 w 7472601"/>
              <a:gd name="connsiteY610" fmla="*/ 1248670 h 6858000"/>
              <a:gd name="connsiteX611" fmla="*/ 775536 w 7472601"/>
              <a:gd name="connsiteY611" fmla="*/ 1388015 h 6858000"/>
              <a:gd name="connsiteX612" fmla="*/ 894529 w 7472601"/>
              <a:gd name="connsiteY612" fmla="*/ 1567739 h 6858000"/>
              <a:gd name="connsiteX613" fmla="*/ 948000 w 7472601"/>
              <a:gd name="connsiteY613" fmla="*/ 1663088 h 6858000"/>
              <a:gd name="connsiteX614" fmla="*/ 1006812 w 7472601"/>
              <a:gd name="connsiteY614" fmla="*/ 1767683 h 6858000"/>
              <a:gd name="connsiteX615" fmla="*/ 1149133 w 7472601"/>
              <a:gd name="connsiteY615" fmla="*/ 1971513 h 6858000"/>
              <a:gd name="connsiteX616" fmla="*/ 1333952 w 7472601"/>
              <a:gd name="connsiteY616" fmla="*/ 2251620 h 6858000"/>
              <a:gd name="connsiteX617" fmla="*/ 1337329 w 7472601"/>
              <a:gd name="connsiteY617" fmla="*/ 2258350 h 6858000"/>
              <a:gd name="connsiteX618" fmla="*/ 1014726 w 7472601"/>
              <a:gd name="connsiteY618" fmla="*/ 1615556 h 6858000"/>
              <a:gd name="connsiteX619" fmla="*/ 678222 w 7472601"/>
              <a:gd name="connsiteY619" fmla="*/ 1248670 h 6858000"/>
              <a:gd name="connsiteX620" fmla="*/ 6691602 w 7472601"/>
              <a:gd name="connsiteY620" fmla="*/ 1140573 h 6858000"/>
              <a:gd name="connsiteX621" fmla="*/ 6571100 w 7472601"/>
              <a:gd name="connsiteY621" fmla="*/ 1183662 h 6858000"/>
              <a:gd name="connsiteX622" fmla="*/ 6241687 w 7472601"/>
              <a:gd name="connsiteY622" fmla="*/ 1257600 h 6858000"/>
              <a:gd name="connsiteX623" fmla="*/ 5693009 w 7472601"/>
              <a:gd name="connsiteY623" fmla="*/ 1478256 h 6858000"/>
              <a:gd name="connsiteX624" fmla="*/ 6548420 w 7472601"/>
              <a:gd name="connsiteY624" fmla="*/ 1214599 h 6858000"/>
              <a:gd name="connsiteX625" fmla="*/ 6605473 w 7472601"/>
              <a:gd name="connsiteY625" fmla="*/ 1184686 h 6858000"/>
              <a:gd name="connsiteX626" fmla="*/ 6691602 w 7472601"/>
              <a:gd name="connsiteY626" fmla="*/ 1140573 h 6858000"/>
              <a:gd name="connsiteX627" fmla="*/ 4002475 w 7472601"/>
              <a:gd name="connsiteY627" fmla="*/ 1037802 h 6858000"/>
              <a:gd name="connsiteX628" fmla="*/ 4000324 w 7472601"/>
              <a:gd name="connsiteY628" fmla="*/ 1039362 h 6858000"/>
              <a:gd name="connsiteX629" fmla="*/ 4002862 w 7472601"/>
              <a:gd name="connsiteY629" fmla="*/ 1042866 h 6858000"/>
              <a:gd name="connsiteX630" fmla="*/ 4002475 w 7472601"/>
              <a:gd name="connsiteY630" fmla="*/ 1037802 h 6858000"/>
              <a:gd name="connsiteX631" fmla="*/ 506322 w 7472601"/>
              <a:gd name="connsiteY631" fmla="*/ 1020997 h 6858000"/>
              <a:gd name="connsiteX632" fmla="*/ 533068 w 7472601"/>
              <a:gd name="connsiteY632" fmla="*/ 1029409 h 6858000"/>
              <a:gd name="connsiteX633" fmla="*/ 1232525 w 7472601"/>
              <a:gd name="connsiteY633" fmla="*/ 1804675 h 6858000"/>
              <a:gd name="connsiteX634" fmla="*/ 1388858 w 7472601"/>
              <a:gd name="connsiteY634" fmla="*/ 2368011 h 6858000"/>
              <a:gd name="connsiteX635" fmla="*/ 1384098 w 7472601"/>
              <a:gd name="connsiteY635" fmla="*/ 2378125 h 6858000"/>
              <a:gd name="connsiteX636" fmla="*/ 1425393 w 7472601"/>
              <a:gd name="connsiteY636" fmla="*/ 2589124 h 6858000"/>
              <a:gd name="connsiteX637" fmla="*/ 1424001 w 7472601"/>
              <a:gd name="connsiteY637" fmla="*/ 2597541 h 6858000"/>
              <a:gd name="connsiteX638" fmla="*/ 2152729 w 7472601"/>
              <a:gd name="connsiteY638" fmla="*/ 2864487 h 6858000"/>
              <a:gd name="connsiteX639" fmla="*/ 2020609 w 7472601"/>
              <a:gd name="connsiteY639" fmla="*/ 2539671 h 6858000"/>
              <a:gd name="connsiteX640" fmla="*/ 2018920 w 7472601"/>
              <a:gd name="connsiteY640" fmla="*/ 2536309 h 6858000"/>
              <a:gd name="connsiteX641" fmla="*/ 1342441 w 7472601"/>
              <a:gd name="connsiteY641" fmla="*/ 1173017 h 6858000"/>
              <a:gd name="connsiteX642" fmla="*/ 1367925 w 7472601"/>
              <a:gd name="connsiteY642" fmla="*/ 1135648 h 6858000"/>
              <a:gd name="connsiteX643" fmla="*/ 1771401 w 7472601"/>
              <a:gd name="connsiteY643" fmla="*/ 1806673 h 6858000"/>
              <a:gd name="connsiteX644" fmla="*/ 1972385 w 7472601"/>
              <a:gd name="connsiteY644" fmla="*/ 2198735 h 6858000"/>
              <a:gd name="connsiteX645" fmla="*/ 2040892 w 7472601"/>
              <a:gd name="connsiteY645" fmla="*/ 2405205 h 6858000"/>
              <a:gd name="connsiteX646" fmla="*/ 2131689 w 7472601"/>
              <a:gd name="connsiteY646" fmla="*/ 1936926 h 6858000"/>
              <a:gd name="connsiteX647" fmla="*/ 2454820 w 7472601"/>
              <a:gd name="connsiteY647" fmla="*/ 1248808 h 6858000"/>
              <a:gd name="connsiteX648" fmla="*/ 2492512 w 7472601"/>
              <a:gd name="connsiteY648" fmla="*/ 1302920 h 6858000"/>
              <a:gd name="connsiteX649" fmla="*/ 2081216 w 7472601"/>
              <a:gd name="connsiteY649" fmla="*/ 2527513 h 6858000"/>
              <a:gd name="connsiteX650" fmla="*/ 2081211 w 7472601"/>
              <a:gd name="connsiteY650" fmla="*/ 2528916 h 6858000"/>
              <a:gd name="connsiteX651" fmla="*/ 2199067 w 7472601"/>
              <a:gd name="connsiteY651" fmla="*/ 2884061 h 6858000"/>
              <a:gd name="connsiteX652" fmla="*/ 3192586 w 7472601"/>
              <a:gd name="connsiteY652" fmla="*/ 3411496 h 6858000"/>
              <a:gd name="connsiteX653" fmla="*/ 3182620 w 7472601"/>
              <a:gd name="connsiteY653" fmla="*/ 3483279 h 6858000"/>
              <a:gd name="connsiteX654" fmla="*/ 2435119 w 7472601"/>
              <a:gd name="connsiteY654" fmla="*/ 3080173 h 6858000"/>
              <a:gd name="connsiteX655" fmla="*/ 2410152 w 7472601"/>
              <a:gd name="connsiteY655" fmla="*/ 3063751 h 6858000"/>
              <a:gd name="connsiteX656" fmla="*/ 2408099 w 7472601"/>
              <a:gd name="connsiteY656" fmla="*/ 3064403 h 6858000"/>
              <a:gd name="connsiteX657" fmla="*/ 2407218 w 7472601"/>
              <a:gd name="connsiteY657" fmla="*/ 3070324 h 6858000"/>
              <a:gd name="connsiteX658" fmla="*/ 2380138 w 7472601"/>
              <a:gd name="connsiteY658" fmla="*/ 3099341 h 6858000"/>
              <a:gd name="connsiteX659" fmla="*/ 1765923 w 7472601"/>
              <a:gd name="connsiteY659" fmla="*/ 3581043 h 6858000"/>
              <a:gd name="connsiteX660" fmla="*/ 1702258 w 7472601"/>
              <a:gd name="connsiteY660" fmla="*/ 3612286 h 6858000"/>
              <a:gd name="connsiteX661" fmla="*/ 1538370 w 7472601"/>
              <a:gd name="connsiteY661" fmla="*/ 3811804 h 6858000"/>
              <a:gd name="connsiteX662" fmla="*/ 542867 w 7472601"/>
              <a:gd name="connsiteY662" fmla="*/ 4944092 h 6858000"/>
              <a:gd name="connsiteX663" fmla="*/ 515800 w 7472601"/>
              <a:gd name="connsiteY663" fmla="*/ 4862180 h 6858000"/>
              <a:gd name="connsiteX664" fmla="*/ 909145 w 7472601"/>
              <a:gd name="connsiteY664" fmla="*/ 4199225 h 6858000"/>
              <a:gd name="connsiteX665" fmla="*/ 1214067 w 7472601"/>
              <a:gd name="connsiteY665" fmla="*/ 3908561 h 6858000"/>
              <a:gd name="connsiteX666" fmla="*/ 640967 w 7472601"/>
              <a:gd name="connsiteY666" fmla="*/ 4105601 h 6858000"/>
              <a:gd name="connsiteX667" fmla="*/ 112563 w 7472601"/>
              <a:gd name="connsiteY667" fmla="*/ 4396952 h 6858000"/>
              <a:gd name="connsiteX668" fmla="*/ 0 w 7472601"/>
              <a:gd name="connsiteY668" fmla="*/ 4466006 h 6858000"/>
              <a:gd name="connsiteX669" fmla="*/ 0 w 7472601"/>
              <a:gd name="connsiteY669" fmla="*/ 4233763 h 6858000"/>
              <a:gd name="connsiteX670" fmla="*/ 36881 w 7472601"/>
              <a:gd name="connsiteY670" fmla="*/ 4200118 h 6858000"/>
              <a:gd name="connsiteX671" fmla="*/ 910534 w 7472601"/>
              <a:gd name="connsiteY671" fmla="*/ 3629753 h 6858000"/>
              <a:gd name="connsiteX672" fmla="*/ 1578717 w 7472601"/>
              <a:gd name="connsiteY672" fmla="*/ 3575982 h 6858000"/>
              <a:gd name="connsiteX673" fmla="*/ 2338780 w 7472601"/>
              <a:gd name="connsiteY673" fmla="*/ 3033725 h 6858000"/>
              <a:gd name="connsiteX674" fmla="*/ 1807991 w 7472601"/>
              <a:gd name="connsiteY674" fmla="*/ 2807184 h 6858000"/>
              <a:gd name="connsiteX675" fmla="*/ 1416358 w 7472601"/>
              <a:gd name="connsiteY675" fmla="*/ 3112571 h 6858000"/>
              <a:gd name="connsiteX676" fmla="*/ 939066 w 7472601"/>
              <a:gd name="connsiteY676" fmla="*/ 3378798 h 6858000"/>
              <a:gd name="connsiteX677" fmla="*/ 115099 w 7472601"/>
              <a:gd name="connsiteY677" fmla="*/ 3607650 h 6858000"/>
              <a:gd name="connsiteX678" fmla="*/ 97284 w 7472601"/>
              <a:gd name="connsiteY678" fmla="*/ 3520393 h 6858000"/>
              <a:gd name="connsiteX679" fmla="*/ 922050 w 7472601"/>
              <a:gd name="connsiteY679" fmla="*/ 3074867 h 6858000"/>
              <a:gd name="connsiteX680" fmla="*/ 1405265 w 7472601"/>
              <a:gd name="connsiteY680" fmla="*/ 3016319 h 6858000"/>
              <a:gd name="connsiteX681" fmla="*/ 1407512 w 7472601"/>
              <a:gd name="connsiteY681" fmla="*/ 3018001 h 6858000"/>
              <a:gd name="connsiteX682" fmla="*/ 1726266 w 7472601"/>
              <a:gd name="connsiteY682" fmla="*/ 2777274 h 6858000"/>
              <a:gd name="connsiteX683" fmla="*/ 625390 w 7472601"/>
              <a:gd name="connsiteY683" fmla="*/ 2514541 h 6858000"/>
              <a:gd name="connsiteX684" fmla="*/ 619799 w 7472601"/>
              <a:gd name="connsiteY684" fmla="*/ 2527180 h 6858000"/>
              <a:gd name="connsiteX685" fmla="*/ 310030 w 7472601"/>
              <a:gd name="connsiteY685" fmla="*/ 2771818 h 6858000"/>
              <a:gd name="connsiteX686" fmla="*/ 173877 w 7472601"/>
              <a:gd name="connsiteY686" fmla="*/ 2937056 h 6858000"/>
              <a:gd name="connsiteX687" fmla="*/ 77889 w 7472601"/>
              <a:gd name="connsiteY687" fmla="*/ 3138440 h 6858000"/>
              <a:gd name="connsiteX688" fmla="*/ 0 w 7472601"/>
              <a:gd name="connsiteY688" fmla="*/ 3271395 h 6858000"/>
              <a:gd name="connsiteX689" fmla="*/ 0 w 7472601"/>
              <a:gd name="connsiteY689" fmla="*/ 3153002 h 6858000"/>
              <a:gd name="connsiteX690" fmla="*/ 2386 w 7472601"/>
              <a:gd name="connsiteY690" fmla="*/ 3149203 h 6858000"/>
              <a:gd name="connsiteX691" fmla="*/ 89753 w 7472601"/>
              <a:gd name="connsiteY691" fmla="*/ 2987702 h 6858000"/>
              <a:gd name="connsiteX692" fmla="*/ 76869 w 7472601"/>
              <a:gd name="connsiteY692" fmla="*/ 3005404 h 6858000"/>
              <a:gd name="connsiteX693" fmla="*/ 32049 w 7472601"/>
              <a:gd name="connsiteY693" fmla="*/ 3065814 h 6858000"/>
              <a:gd name="connsiteX694" fmla="*/ 0 w 7472601"/>
              <a:gd name="connsiteY694" fmla="*/ 3108744 h 6858000"/>
              <a:gd name="connsiteX695" fmla="*/ 0 w 7472601"/>
              <a:gd name="connsiteY695" fmla="*/ 3058059 h 6858000"/>
              <a:gd name="connsiteX696" fmla="*/ 7610 w 7472601"/>
              <a:gd name="connsiteY696" fmla="*/ 3047889 h 6858000"/>
              <a:gd name="connsiteX697" fmla="*/ 52419 w 7472601"/>
              <a:gd name="connsiteY697" fmla="*/ 2987479 h 6858000"/>
              <a:gd name="connsiteX698" fmla="*/ 59142 w 7472601"/>
              <a:gd name="connsiteY698" fmla="*/ 2978488 h 6858000"/>
              <a:gd name="connsiteX699" fmla="*/ 0 w 7472601"/>
              <a:gd name="connsiteY699" fmla="*/ 3015334 h 6858000"/>
              <a:gd name="connsiteX700" fmla="*/ 0 w 7472601"/>
              <a:gd name="connsiteY700" fmla="*/ 2914286 h 6858000"/>
              <a:gd name="connsiteX701" fmla="*/ 36383 w 7472601"/>
              <a:gd name="connsiteY701" fmla="*/ 2901128 h 6858000"/>
              <a:gd name="connsiteX702" fmla="*/ 156329 w 7472601"/>
              <a:gd name="connsiteY702" fmla="*/ 2840533 h 6858000"/>
              <a:gd name="connsiteX703" fmla="*/ 358355 w 7472601"/>
              <a:gd name="connsiteY703" fmla="*/ 2620471 h 6858000"/>
              <a:gd name="connsiteX704" fmla="*/ 510577 w 7472601"/>
              <a:gd name="connsiteY704" fmla="*/ 2501244 h 6858000"/>
              <a:gd name="connsiteX705" fmla="*/ 211967 w 7472601"/>
              <a:gd name="connsiteY705" fmla="*/ 2479171 h 6858000"/>
              <a:gd name="connsiteX706" fmla="*/ 0 w 7472601"/>
              <a:gd name="connsiteY706" fmla="*/ 2476398 h 6858000"/>
              <a:gd name="connsiteX707" fmla="*/ 0 w 7472601"/>
              <a:gd name="connsiteY707" fmla="*/ 2389189 h 6858000"/>
              <a:gd name="connsiteX708" fmla="*/ 103062 w 7472601"/>
              <a:gd name="connsiteY708" fmla="*/ 2389518 h 6858000"/>
              <a:gd name="connsiteX709" fmla="*/ 510734 w 7472601"/>
              <a:gd name="connsiteY709" fmla="*/ 2416201 h 6858000"/>
              <a:gd name="connsiteX710" fmla="*/ 279257 w 7472601"/>
              <a:gd name="connsiteY710" fmla="*/ 2092102 h 6858000"/>
              <a:gd name="connsiteX711" fmla="*/ 65265 w 7472601"/>
              <a:gd name="connsiteY711" fmla="*/ 2006049 h 6858000"/>
              <a:gd name="connsiteX712" fmla="*/ 0 w 7472601"/>
              <a:gd name="connsiteY712" fmla="*/ 1982532 h 6858000"/>
              <a:gd name="connsiteX713" fmla="*/ 0 w 7472601"/>
              <a:gd name="connsiteY713" fmla="*/ 1912789 h 6858000"/>
              <a:gd name="connsiteX714" fmla="*/ 97460 w 7472601"/>
              <a:gd name="connsiteY714" fmla="*/ 1953725 h 6858000"/>
              <a:gd name="connsiteX715" fmla="*/ 221272 w 7472601"/>
              <a:gd name="connsiteY715" fmla="*/ 1980766 h 6858000"/>
              <a:gd name="connsiteX716" fmla="*/ 116765 w 7472601"/>
              <a:gd name="connsiteY716" fmla="*/ 1911033 h 6858000"/>
              <a:gd name="connsiteX717" fmla="*/ 16405 w 7472601"/>
              <a:gd name="connsiteY717" fmla="*/ 1803412 h 6858000"/>
              <a:gd name="connsiteX718" fmla="*/ 0 w 7472601"/>
              <a:gd name="connsiteY718" fmla="*/ 1784777 h 6858000"/>
              <a:gd name="connsiteX719" fmla="*/ 0 w 7472601"/>
              <a:gd name="connsiteY719" fmla="*/ 1740082 h 6858000"/>
              <a:gd name="connsiteX720" fmla="*/ 39394 w 7472601"/>
              <a:gd name="connsiteY720" fmla="*/ 1784856 h 6858000"/>
              <a:gd name="connsiteX721" fmla="*/ 135813 w 7472601"/>
              <a:gd name="connsiteY721" fmla="*/ 1888838 h 6858000"/>
              <a:gd name="connsiteX722" fmla="*/ 242575 w 7472601"/>
              <a:gd name="connsiteY722" fmla="*/ 1958841 h 6858000"/>
              <a:gd name="connsiteX723" fmla="*/ 82197 w 7472601"/>
              <a:gd name="connsiteY723" fmla="*/ 1754826 h 6858000"/>
              <a:gd name="connsiteX724" fmla="*/ 0 w 7472601"/>
              <a:gd name="connsiteY724" fmla="*/ 1679650 h 6858000"/>
              <a:gd name="connsiteX725" fmla="*/ 0 w 7472601"/>
              <a:gd name="connsiteY725" fmla="*/ 1602463 h 6858000"/>
              <a:gd name="connsiteX726" fmla="*/ 84689 w 7472601"/>
              <a:gd name="connsiteY726" fmla="*/ 1677442 h 6858000"/>
              <a:gd name="connsiteX727" fmla="*/ 298437 w 7472601"/>
              <a:gd name="connsiteY727" fmla="*/ 1968019 h 6858000"/>
              <a:gd name="connsiteX728" fmla="*/ 227269 w 7472601"/>
              <a:gd name="connsiteY728" fmla="*/ 1114064 h 6858000"/>
              <a:gd name="connsiteX729" fmla="*/ 248003 w 7472601"/>
              <a:gd name="connsiteY729" fmla="*/ 1089613 h 6858000"/>
              <a:gd name="connsiteX730" fmla="*/ 427020 w 7472601"/>
              <a:gd name="connsiteY730" fmla="*/ 1619803 h 6858000"/>
              <a:gd name="connsiteX731" fmla="*/ 340345 w 7472601"/>
              <a:gd name="connsiteY731" fmla="*/ 2027739 h 6858000"/>
              <a:gd name="connsiteX732" fmla="*/ 360865 w 7472601"/>
              <a:gd name="connsiteY732" fmla="*/ 2044827 h 6858000"/>
              <a:gd name="connsiteX733" fmla="*/ 560414 w 7472601"/>
              <a:gd name="connsiteY733" fmla="*/ 2421457 h 6858000"/>
              <a:gd name="connsiteX734" fmla="*/ 1359703 w 7472601"/>
              <a:gd name="connsiteY734" fmla="*/ 2578554 h 6858000"/>
              <a:gd name="connsiteX735" fmla="*/ 1359422 w 7472601"/>
              <a:gd name="connsiteY735" fmla="*/ 2577994 h 6858000"/>
              <a:gd name="connsiteX736" fmla="*/ 828701 w 7472601"/>
              <a:gd name="connsiteY736" fmla="*/ 1839520 h 6858000"/>
              <a:gd name="connsiteX737" fmla="*/ 494427 w 7472601"/>
              <a:gd name="connsiteY737" fmla="*/ 1092333 h 6858000"/>
              <a:gd name="connsiteX738" fmla="*/ 506322 w 7472601"/>
              <a:gd name="connsiteY738" fmla="*/ 1020997 h 6858000"/>
              <a:gd name="connsiteX739" fmla="*/ 4570198 w 7472601"/>
              <a:gd name="connsiteY739" fmla="*/ 978081 h 6858000"/>
              <a:gd name="connsiteX740" fmla="*/ 4523691 w 7472601"/>
              <a:gd name="connsiteY740" fmla="*/ 1127776 h 6858000"/>
              <a:gd name="connsiteX741" fmla="*/ 4509875 w 7472601"/>
              <a:gd name="connsiteY741" fmla="*/ 1167552 h 6858000"/>
              <a:gd name="connsiteX742" fmla="*/ 4478168 w 7472601"/>
              <a:gd name="connsiteY742" fmla="*/ 1260735 h 6858000"/>
              <a:gd name="connsiteX743" fmla="*/ 4409309 w 7472601"/>
              <a:gd name="connsiteY743" fmla="*/ 1666996 h 6858000"/>
              <a:gd name="connsiteX744" fmla="*/ 4370031 w 7472601"/>
              <a:gd name="connsiteY744" fmla="*/ 1955666 h 6858000"/>
              <a:gd name="connsiteX745" fmla="*/ 4570198 w 7472601"/>
              <a:gd name="connsiteY745" fmla="*/ 978081 h 6858000"/>
              <a:gd name="connsiteX746" fmla="*/ 4557898 w 7472601"/>
              <a:gd name="connsiteY746" fmla="*/ 900011 h 6858000"/>
              <a:gd name="connsiteX747" fmla="*/ 4344840 w 7472601"/>
              <a:gd name="connsiteY747" fmla="*/ 1922038 h 6858000"/>
              <a:gd name="connsiteX748" fmla="*/ 4378710 w 7472601"/>
              <a:gd name="connsiteY748" fmla="*/ 1665516 h 6858000"/>
              <a:gd name="connsiteX749" fmla="*/ 4448798 w 7472601"/>
              <a:gd name="connsiteY749" fmla="*/ 1253024 h 6858000"/>
              <a:gd name="connsiteX750" fmla="*/ 4480315 w 7472601"/>
              <a:gd name="connsiteY750" fmla="*/ 1158454 h 6858000"/>
              <a:gd name="connsiteX751" fmla="*/ 4494133 w 7472601"/>
              <a:gd name="connsiteY751" fmla="*/ 1118676 h 6858000"/>
              <a:gd name="connsiteX752" fmla="*/ 4557898 w 7472601"/>
              <a:gd name="connsiteY752" fmla="*/ 900011 h 6858000"/>
              <a:gd name="connsiteX753" fmla="*/ 5870151 w 7472601"/>
              <a:gd name="connsiteY753" fmla="*/ 898890 h 6858000"/>
              <a:gd name="connsiteX754" fmla="*/ 5861335 w 7472601"/>
              <a:gd name="connsiteY754" fmla="*/ 899177 h 6858000"/>
              <a:gd name="connsiteX755" fmla="*/ 5843702 w 7472601"/>
              <a:gd name="connsiteY755" fmla="*/ 899748 h 6858000"/>
              <a:gd name="connsiteX756" fmla="*/ 5651107 w 7472601"/>
              <a:gd name="connsiteY756" fmla="*/ 920306 h 6858000"/>
              <a:gd name="connsiteX757" fmla="*/ 5459407 w 7472601"/>
              <a:gd name="connsiteY757" fmla="*/ 940975 h 6858000"/>
              <a:gd name="connsiteX758" fmla="*/ 5374846 w 7472601"/>
              <a:gd name="connsiteY758" fmla="*/ 941988 h 6858000"/>
              <a:gd name="connsiteX759" fmla="*/ 5256105 w 7472601"/>
              <a:gd name="connsiteY759" fmla="*/ 945632 h 6858000"/>
              <a:gd name="connsiteX760" fmla="*/ 5107071 w 7472601"/>
              <a:gd name="connsiteY760" fmla="*/ 969720 h 6858000"/>
              <a:gd name="connsiteX761" fmla="*/ 4998681 w 7472601"/>
              <a:gd name="connsiteY761" fmla="*/ 988771 h 6858000"/>
              <a:gd name="connsiteX762" fmla="*/ 5870151 w 7472601"/>
              <a:gd name="connsiteY762" fmla="*/ 898890 h 6858000"/>
              <a:gd name="connsiteX763" fmla="*/ 5504425 w 7472601"/>
              <a:gd name="connsiteY763" fmla="*/ 848067 h 6858000"/>
              <a:gd name="connsiteX764" fmla="*/ 4968849 w 7472601"/>
              <a:gd name="connsiteY764" fmla="*/ 962318 h 6858000"/>
              <a:gd name="connsiteX765" fmla="*/ 5104039 w 7472601"/>
              <a:gd name="connsiteY765" fmla="*/ 940634 h 6858000"/>
              <a:gd name="connsiteX766" fmla="*/ 5256311 w 7472601"/>
              <a:gd name="connsiteY766" fmla="*/ 916490 h 6858000"/>
              <a:gd name="connsiteX767" fmla="*/ 5377381 w 7472601"/>
              <a:gd name="connsiteY767" fmla="*/ 912671 h 6858000"/>
              <a:gd name="connsiteX768" fmla="*/ 5460148 w 7472601"/>
              <a:gd name="connsiteY768" fmla="*/ 911442 h 6858000"/>
              <a:gd name="connsiteX769" fmla="*/ 5648971 w 7472601"/>
              <a:gd name="connsiteY769" fmla="*/ 891331 h 6858000"/>
              <a:gd name="connsiteX770" fmla="*/ 5844807 w 7472601"/>
              <a:gd name="connsiteY770" fmla="*/ 870718 h 6858000"/>
              <a:gd name="connsiteX771" fmla="*/ 5862975 w 7472601"/>
              <a:gd name="connsiteY771" fmla="*/ 869756 h 6858000"/>
              <a:gd name="connsiteX772" fmla="*/ 5920887 w 7472601"/>
              <a:gd name="connsiteY772" fmla="*/ 865929 h 6858000"/>
              <a:gd name="connsiteX773" fmla="*/ 5504425 w 7472601"/>
              <a:gd name="connsiteY773" fmla="*/ 848067 h 6858000"/>
              <a:gd name="connsiteX774" fmla="*/ 3607114 w 7472601"/>
              <a:gd name="connsiteY774" fmla="*/ 467441 h 6858000"/>
              <a:gd name="connsiteX775" fmla="*/ 3296242 w 7472601"/>
              <a:gd name="connsiteY775" fmla="*/ 807991 h 6858000"/>
              <a:gd name="connsiteX776" fmla="*/ 3174674 w 7472601"/>
              <a:gd name="connsiteY776" fmla="*/ 919759 h 6858000"/>
              <a:gd name="connsiteX777" fmla="*/ 3042978 w 7472601"/>
              <a:gd name="connsiteY777" fmla="*/ 1054894 h 6858000"/>
              <a:gd name="connsiteX778" fmla="*/ 2968914 w 7472601"/>
              <a:gd name="connsiteY778" fmla="*/ 1133756 h 6858000"/>
              <a:gd name="connsiteX779" fmla="*/ 3103823 w 7472601"/>
              <a:gd name="connsiteY779" fmla="*/ 1026814 h 6858000"/>
              <a:gd name="connsiteX780" fmla="*/ 3607114 w 7472601"/>
              <a:gd name="connsiteY780" fmla="*/ 467441 h 6858000"/>
              <a:gd name="connsiteX781" fmla="*/ 3744487 w 7472601"/>
              <a:gd name="connsiteY781" fmla="*/ 383136 h 6858000"/>
              <a:gd name="connsiteX782" fmla="*/ 3970213 w 7472601"/>
              <a:gd name="connsiteY782" fmla="*/ 995559 h 6858000"/>
              <a:gd name="connsiteX783" fmla="*/ 3744487 w 7472601"/>
              <a:gd name="connsiteY783" fmla="*/ 383136 h 6858000"/>
              <a:gd name="connsiteX784" fmla="*/ 3624562 w 7472601"/>
              <a:gd name="connsiteY784" fmla="*/ 367041 h 6858000"/>
              <a:gd name="connsiteX785" fmla="*/ 3489712 w 7472601"/>
              <a:gd name="connsiteY785" fmla="*/ 485386 h 6858000"/>
              <a:gd name="connsiteX786" fmla="*/ 3182994 w 7472601"/>
              <a:gd name="connsiteY786" fmla="*/ 828265 h 6858000"/>
              <a:gd name="connsiteX787" fmla="*/ 2892114 w 7472601"/>
              <a:gd name="connsiteY787" fmla="*/ 1172635 h 6858000"/>
              <a:gd name="connsiteX788" fmla="*/ 3021459 w 7472601"/>
              <a:gd name="connsiteY788" fmla="*/ 1035385 h 6858000"/>
              <a:gd name="connsiteX789" fmla="*/ 3153873 w 7472601"/>
              <a:gd name="connsiteY789" fmla="*/ 898971 h 6858000"/>
              <a:gd name="connsiteX790" fmla="*/ 3276511 w 7472601"/>
              <a:gd name="connsiteY790" fmla="*/ 786423 h 6858000"/>
              <a:gd name="connsiteX791" fmla="*/ 3584154 w 7472601"/>
              <a:gd name="connsiteY791" fmla="*/ 448218 h 6858000"/>
              <a:gd name="connsiteX792" fmla="*/ 3624562 w 7472601"/>
              <a:gd name="connsiteY792" fmla="*/ 367041 h 6858000"/>
              <a:gd name="connsiteX793" fmla="*/ 3766672 w 7472601"/>
              <a:gd name="connsiteY793" fmla="*/ 359429 h 6858000"/>
              <a:gd name="connsiteX794" fmla="*/ 3996338 w 7472601"/>
              <a:gd name="connsiteY794" fmla="*/ 968237 h 6858000"/>
              <a:gd name="connsiteX795" fmla="*/ 3766672 w 7472601"/>
              <a:gd name="connsiteY795" fmla="*/ 359429 h 6858000"/>
              <a:gd name="connsiteX796" fmla="*/ 5805386 w 7472601"/>
              <a:gd name="connsiteY796" fmla="*/ 239240 h 6858000"/>
              <a:gd name="connsiteX797" fmla="*/ 5736947 w 7472601"/>
              <a:gd name="connsiteY797" fmla="*/ 261367 h 6858000"/>
              <a:gd name="connsiteX798" fmla="*/ 5427012 w 7472601"/>
              <a:gd name="connsiteY798" fmla="*/ 311272 h 6858000"/>
              <a:gd name="connsiteX799" fmla="*/ 5147818 w 7472601"/>
              <a:gd name="connsiteY799" fmla="*/ 322112 h 6858000"/>
              <a:gd name="connsiteX800" fmla="*/ 5060854 w 7472601"/>
              <a:gd name="connsiteY800" fmla="*/ 311882 h 6858000"/>
              <a:gd name="connsiteX801" fmla="*/ 4945989 w 7472601"/>
              <a:gd name="connsiteY801" fmla="*/ 300516 h 6858000"/>
              <a:gd name="connsiteX802" fmla="*/ 5410479 w 7472601"/>
              <a:gd name="connsiteY802" fmla="*/ 348434 h 6858000"/>
              <a:gd name="connsiteX803" fmla="*/ 5805386 w 7472601"/>
              <a:gd name="connsiteY803" fmla="*/ 239240 h 6858000"/>
              <a:gd name="connsiteX804" fmla="*/ 5905192 w 7472601"/>
              <a:gd name="connsiteY804" fmla="*/ 163079 h 6858000"/>
              <a:gd name="connsiteX805" fmla="*/ 5865655 w 7472601"/>
              <a:gd name="connsiteY805" fmla="*/ 171901 h 6858000"/>
              <a:gd name="connsiteX806" fmla="*/ 5259740 w 7472601"/>
              <a:gd name="connsiteY806" fmla="*/ 257013 h 6858000"/>
              <a:gd name="connsiteX807" fmla="*/ 5208466 w 7472601"/>
              <a:gd name="connsiteY807" fmla="*/ 257550 h 6858000"/>
              <a:gd name="connsiteX808" fmla="*/ 4980204 w 7472601"/>
              <a:gd name="connsiteY808" fmla="*/ 271903 h 6858000"/>
              <a:gd name="connsiteX809" fmla="*/ 5068068 w 7472601"/>
              <a:gd name="connsiteY809" fmla="*/ 282244 h 6858000"/>
              <a:gd name="connsiteX810" fmla="*/ 5153231 w 7472601"/>
              <a:gd name="connsiteY810" fmla="*/ 292240 h 6858000"/>
              <a:gd name="connsiteX811" fmla="*/ 5426491 w 7472601"/>
              <a:gd name="connsiteY811" fmla="*/ 281128 h 6858000"/>
              <a:gd name="connsiteX812" fmla="*/ 5731212 w 7472601"/>
              <a:gd name="connsiteY812" fmla="*/ 231951 h 6858000"/>
              <a:gd name="connsiteX813" fmla="*/ 5905192 w 7472601"/>
              <a:gd name="connsiteY813" fmla="*/ 163079 h 6858000"/>
              <a:gd name="connsiteX814" fmla="*/ 5944437 w 7472601"/>
              <a:gd name="connsiteY814" fmla="*/ 113829 h 6858000"/>
              <a:gd name="connsiteX815" fmla="*/ 5825032 w 7472601"/>
              <a:gd name="connsiteY815" fmla="*/ 146405 h 6858000"/>
              <a:gd name="connsiteX816" fmla="*/ 4955599 w 7472601"/>
              <a:gd name="connsiteY816" fmla="*/ 247008 h 6858000"/>
              <a:gd name="connsiteX817" fmla="*/ 5210104 w 7472601"/>
              <a:gd name="connsiteY817" fmla="*/ 228123 h 6858000"/>
              <a:gd name="connsiteX818" fmla="*/ 5261015 w 7472601"/>
              <a:gd name="connsiteY818" fmla="*/ 227087 h 6858000"/>
              <a:gd name="connsiteX819" fmla="*/ 5861181 w 7472601"/>
              <a:gd name="connsiteY819" fmla="*/ 143093 h 6858000"/>
              <a:gd name="connsiteX820" fmla="*/ 5961252 w 7472601"/>
              <a:gd name="connsiteY820" fmla="*/ 114820 h 6858000"/>
              <a:gd name="connsiteX821" fmla="*/ 5944437 w 7472601"/>
              <a:gd name="connsiteY821" fmla="*/ 113829 h 6858000"/>
              <a:gd name="connsiteX822" fmla="*/ 3882765 w 7472601"/>
              <a:gd name="connsiteY822" fmla="*/ 0 h 6858000"/>
              <a:gd name="connsiteX823" fmla="*/ 3995099 w 7472601"/>
              <a:gd name="connsiteY823" fmla="*/ 0 h 6858000"/>
              <a:gd name="connsiteX824" fmla="*/ 4163818 w 7472601"/>
              <a:gd name="connsiteY824" fmla="*/ 234104 h 6858000"/>
              <a:gd name="connsiteX825" fmla="*/ 4172099 w 7472601"/>
              <a:gd name="connsiteY825" fmla="*/ 234207 h 6858000"/>
              <a:gd name="connsiteX826" fmla="*/ 4784282 w 7472601"/>
              <a:gd name="connsiteY826" fmla="*/ 276561 h 6858000"/>
              <a:gd name="connsiteX827" fmla="*/ 4801687 w 7472601"/>
              <a:gd name="connsiteY827" fmla="*/ 267764 h 6858000"/>
              <a:gd name="connsiteX828" fmla="*/ 6082788 w 7472601"/>
              <a:gd name="connsiteY828" fmla="*/ 64119 h 6858000"/>
              <a:gd name="connsiteX829" fmla="*/ 6099442 w 7472601"/>
              <a:gd name="connsiteY829" fmla="*/ 82568 h 6858000"/>
              <a:gd name="connsiteX830" fmla="*/ 4804137 w 7472601"/>
              <a:gd name="connsiteY830" fmla="*/ 320931 h 6858000"/>
              <a:gd name="connsiteX831" fmla="*/ 4227047 w 7472601"/>
              <a:gd name="connsiteY831" fmla="*/ 313415 h 6858000"/>
              <a:gd name="connsiteX832" fmla="*/ 4346041 w 7472601"/>
              <a:gd name="connsiteY832" fmla="*/ 456086 h 6858000"/>
              <a:gd name="connsiteX833" fmla="*/ 4870967 w 7472601"/>
              <a:gd name="connsiteY833" fmla="*/ 963061 h 6858000"/>
              <a:gd name="connsiteX834" fmla="*/ 4889647 w 7472601"/>
              <a:gd name="connsiteY834" fmla="*/ 957147 h 6858000"/>
              <a:gd name="connsiteX835" fmla="*/ 5422504 w 7472601"/>
              <a:gd name="connsiteY835" fmla="*/ 805191 h 6858000"/>
              <a:gd name="connsiteX836" fmla="*/ 6087656 w 7472601"/>
              <a:gd name="connsiteY836" fmla="*/ 826703 h 6858000"/>
              <a:gd name="connsiteX837" fmla="*/ 6058717 w 7472601"/>
              <a:gd name="connsiteY837" fmla="*/ 865992 h 6858000"/>
              <a:gd name="connsiteX838" fmla="*/ 4974153 w 7472601"/>
              <a:gd name="connsiteY838" fmla="*/ 1045456 h 6858000"/>
              <a:gd name="connsiteX839" fmla="*/ 5627835 w 7472601"/>
              <a:gd name="connsiteY839" fmla="*/ 1472077 h 6858000"/>
              <a:gd name="connsiteX840" fmla="*/ 5629817 w 7472601"/>
              <a:gd name="connsiteY840" fmla="*/ 1471412 h 6858000"/>
              <a:gd name="connsiteX841" fmla="*/ 5634124 w 7472601"/>
              <a:gd name="connsiteY841" fmla="*/ 1470572 h 6858000"/>
              <a:gd name="connsiteX842" fmla="*/ 5755832 w 7472601"/>
              <a:gd name="connsiteY842" fmla="*/ 1383886 h 6858000"/>
              <a:gd name="connsiteX843" fmla="*/ 6014186 w 7472601"/>
              <a:gd name="connsiteY843" fmla="*/ 1279799 h 6858000"/>
              <a:gd name="connsiteX844" fmla="*/ 6901619 w 7472601"/>
              <a:gd name="connsiteY844" fmla="*/ 1047874 h 6858000"/>
              <a:gd name="connsiteX845" fmla="*/ 6931566 w 7472601"/>
              <a:gd name="connsiteY845" fmla="*/ 1062034 h 6858000"/>
              <a:gd name="connsiteX846" fmla="*/ 5790982 w 7472601"/>
              <a:gd name="connsiteY846" fmla="*/ 1561380 h 6858000"/>
              <a:gd name="connsiteX847" fmla="*/ 6188971 w 7472601"/>
              <a:gd name="connsiteY847" fmla="*/ 1755168 h 6858000"/>
              <a:gd name="connsiteX848" fmla="*/ 6202446 w 7472601"/>
              <a:gd name="connsiteY848" fmla="*/ 1752268 h 6858000"/>
              <a:gd name="connsiteX849" fmla="*/ 7179560 w 7472601"/>
              <a:gd name="connsiteY849" fmla="*/ 1467551 h 6858000"/>
              <a:gd name="connsiteX850" fmla="*/ 7158730 w 7472601"/>
              <a:gd name="connsiteY850" fmla="*/ 1507835 h 6858000"/>
              <a:gd name="connsiteX851" fmla="*/ 6326959 w 7472601"/>
              <a:gd name="connsiteY851" fmla="*/ 1817686 h 6858000"/>
              <a:gd name="connsiteX852" fmla="*/ 6537433 w 7472601"/>
              <a:gd name="connsiteY852" fmla="*/ 1907790 h 6858000"/>
              <a:gd name="connsiteX853" fmla="*/ 6550221 w 7472601"/>
              <a:gd name="connsiteY853" fmla="*/ 1910729 h 6858000"/>
              <a:gd name="connsiteX854" fmla="*/ 6964438 w 7472601"/>
              <a:gd name="connsiteY854" fmla="*/ 2209505 h 6858000"/>
              <a:gd name="connsiteX855" fmla="*/ 7367862 w 7472601"/>
              <a:gd name="connsiteY855" fmla="*/ 2806833 h 6858000"/>
              <a:gd name="connsiteX856" fmla="*/ 7364329 w 7472601"/>
              <a:gd name="connsiteY856" fmla="*/ 2826907 h 6858000"/>
              <a:gd name="connsiteX857" fmla="*/ 7290545 w 7472601"/>
              <a:gd name="connsiteY857" fmla="*/ 2850663 h 6858000"/>
              <a:gd name="connsiteX858" fmla="*/ 6472036 w 7472601"/>
              <a:gd name="connsiteY858" fmla="*/ 1959003 h 6858000"/>
              <a:gd name="connsiteX859" fmla="*/ 5792897 w 7472601"/>
              <a:gd name="connsiteY859" fmla="*/ 1647747 h 6858000"/>
              <a:gd name="connsiteX860" fmla="*/ 5842751 w 7472601"/>
              <a:gd name="connsiteY860" fmla="*/ 1816112 h 6858000"/>
              <a:gd name="connsiteX861" fmla="*/ 5847424 w 7472601"/>
              <a:gd name="connsiteY861" fmla="*/ 1815776 h 6858000"/>
              <a:gd name="connsiteX862" fmla="*/ 6399821 w 7472601"/>
              <a:gd name="connsiteY862" fmla="*/ 2344799 h 6858000"/>
              <a:gd name="connsiteX863" fmla="*/ 6323232 w 7472601"/>
              <a:gd name="connsiteY863" fmla="*/ 2389634 h 6858000"/>
              <a:gd name="connsiteX864" fmla="*/ 5942958 w 7472601"/>
              <a:gd name="connsiteY864" fmla="*/ 2077708 h 6858000"/>
              <a:gd name="connsiteX865" fmla="*/ 5921559 w 7472601"/>
              <a:gd name="connsiteY865" fmla="*/ 2378596 h 6858000"/>
              <a:gd name="connsiteX866" fmla="*/ 5817651 w 7472601"/>
              <a:gd name="connsiteY866" fmla="*/ 3023919 h 6858000"/>
              <a:gd name="connsiteX867" fmla="*/ 5729634 w 7472601"/>
              <a:gd name="connsiteY867" fmla="*/ 3051849 h 6858000"/>
              <a:gd name="connsiteX868" fmla="*/ 5611018 w 7472601"/>
              <a:gd name="connsiteY868" fmla="*/ 2316769 h 6858000"/>
              <a:gd name="connsiteX869" fmla="*/ 5687608 w 7472601"/>
              <a:gd name="connsiteY869" fmla="*/ 2039972 h 6858000"/>
              <a:gd name="connsiteX870" fmla="*/ 5657554 w 7472601"/>
              <a:gd name="connsiteY870" fmla="*/ 1576445 h 6858000"/>
              <a:gd name="connsiteX871" fmla="*/ 5150475 w 7472601"/>
              <a:gd name="connsiteY871" fmla="*/ 1274012 h 6858000"/>
              <a:gd name="connsiteX872" fmla="*/ 5349142 w 7472601"/>
              <a:gd name="connsiteY872" fmla="*/ 2204405 h 6858000"/>
              <a:gd name="connsiteX873" fmla="*/ 5262214 w 7472601"/>
              <a:gd name="connsiteY873" fmla="*/ 2233836 h 6858000"/>
              <a:gd name="connsiteX874" fmla="*/ 4981539 w 7472601"/>
              <a:gd name="connsiteY874" fmla="*/ 1542201 h 6858000"/>
              <a:gd name="connsiteX875" fmla="*/ 4958461 w 7472601"/>
              <a:gd name="connsiteY875" fmla="*/ 1136957 h 6858000"/>
              <a:gd name="connsiteX876" fmla="*/ 4655015 w 7472601"/>
              <a:gd name="connsiteY876" fmla="*/ 891426 h 6858000"/>
              <a:gd name="connsiteX877" fmla="*/ 4348002 w 7472601"/>
              <a:gd name="connsiteY877" fmla="*/ 2205895 h 6858000"/>
              <a:gd name="connsiteX878" fmla="*/ 4262250 w 7472601"/>
              <a:gd name="connsiteY878" fmla="*/ 2219972 h 6858000"/>
              <a:gd name="connsiteX879" fmla="*/ 4550611 w 7472601"/>
              <a:gd name="connsiteY879" fmla="*/ 817540 h 6858000"/>
              <a:gd name="connsiteX880" fmla="*/ 4564418 w 7472601"/>
              <a:gd name="connsiteY880" fmla="*/ 808293 h 6858000"/>
              <a:gd name="connsiteX881" fmla="*/ 4266388 w 7472601"/>
              <a:gd name="connsiteY881" fmla="*/ 500083 h 6858000"/>
              <a:gd name="connsiteX882" fmla="*/ 4032842 w 7472601"/>
              <a:gd name="connsiteY882" fmla="*/ 211809 h 6858000"/>
              <a:gd name="connsiteX883" fmla="*/ 3882765 w 7472601"/>
              <a:gd name="connsiteY883" fmla="*/ 0 h 6858000"/>
              <a:gd name="connsiteX884" fmla="*/ 3721337 w 7472601"/>
              <a:gd name="connsiteY884" fmla="*/ 0 h 6858000"/>
              <a:gd name="connsiteX885" fmla="*/ 3797544 w 7472601"/>
              <a:gd name="connsiteY885" fmla="*/ 0 h 6858000"/>
              <a:gd name="connsiteX886" fmla="*/ 3775734 w 7472601"/>
              <a:gd name="connsiteY886" fmla="*/ 95131 h 6858000"/>
              <a:gd name="connsiteX887" fmla="*/ 3724807 w 7472601"/>
              <a:gd name="connsiteY887" fmla="*/ 272257 h 6858000"/>
              <a:gd name="connsiteX888" fmla="*/ 3726844 w 7472601"/>
              <a:gd name="connsiteY888" fmla="*/ 282988 h 6858000"/>
              <a:gd name="connsiteX889" fmla="*/ 3742664 w 7472601"/>
              <a:gd name="connsiteY889" fmla="*/ 279918 h 6858000"/>
              <a:gd name="connsiteX890" fmla="*/ 4103910 w 7472601"/>
              <a:gd name="connsiteY890" fmla="*/ 1161917 h 6858000"/>
              <a:gd name="connsiteX891" fmla="*/ 4020269 w 7472601"/>
              <a:gd name="connsiteY891" fmla="*/ 1200406 h 6858000"/>
              <a:gd name="connsiteX892" fmla="*/ 3674882 w 7472601"/>
              <a:gd name="connsiteY892" fmla="*/ 488524 h 6858000"/>
              <a:gd name="connsiteX893" fmla="*/ 3132682 w 7472601"/>
              <a:gd name="connsiteY893" fmla="*/ 1072284 h 6858000"/>
              <a:gd name="connsiteX894" fmla="*/ 2716346 w 7472601"/>
              <a:gd name="connsiteY894" fmla="*/ 1276376 h 6858000"/>
              <a:gd name="connsiteX895" fmla="*/ 2716772 w 7472601"/>
              <a:gd name="connsiteY895" fmla="*/ 1255462 h 6858000"/>
              <a:gd name="connsiteX896" fmla="*/ 3471096 w 7472601"/>
              <a:gd name="connsiteY896" fmla="*/ 437072 h 6858000"/>
              <a:gd name="connsiteX897" fmla="*/ 3639057 w 7472601"/>
              <a:gd name="connsiteY897" fmla="*/ 286334 h 6858000"/>
              <a:gd name="connsiteX898" fmla="*/ 3640309 w 7472601"/>
              <a:gd name="connsiteY898" fmla="*/ 284664 h 6858000"/>
              <a:gd name="connsiteX899" fmla="*/ 3646022 w 7472601"/>
              <a:gd name="connsiteY899" fmla="*/ 276711 h 6858000"/>
              <a:gd name="connsiteX900" fmla="*/ 3707943 w 7472601"/>
              <a:gd name="connsiteY900" fmla="*/ 65958 h 6858000"/>
              <a:gd name="connsiteX901" fmla="*/ 3721337 w 7472601"/>
              <a:gd name="connsiteY901" fmla="*/ 0 h 6858000"/>
              <a:gd name="connsiteX902" fmla="*/ 2867960 w 7472601"/>
              <a:gd name="connsiteY902" fmla="*/ 0 h 6858000"/>
              <a:gd name="connsiteX903" fmla="*/ 2926351 w 7472601"/>
              <a:gd name="connsiteY903" fmla="*/ 0 h 6858000"/>
              <a:gd name="connsiteX904" fmla="*/ 2902823 w 7472601"/>
              <a:gd name="connsiteY904" fmla="*/ 262929 h 6858000"/>
              <a:gd name="connsiteX905" fmla="*/ 2940663 w 7472601"/>
              <a:gd name="connsiteY905" fmla="*/ 140884 h 6858000"/>
              <a:gd name="connsiteX906" fmla="*/ 2947039 w 7472601"/>
              <a:gd name="connsiteY906" fmla="*/ 122524 h 6858000"/>
              <a:gd name="connsiteX907" fmla="*/ 2984316 w 7472601"/>
              <a:gd name="connsiteY907" fmla="*/ 0 h 6858000"/>
              <a:gd name="connsiteX908" fmla="*/ 3016114 w 7472601"/>
              <a:gd name="connsiteY908" fmla="*/ 0 h 6858000"/>
              <a:gd name="connsiteX909" fmla="*/ 2979949 w 7472601"/>
              <a:gd name="connsiteY909" fmla="*/ 119274 h 6858000"/>
              <a:gd name="connsiteX910" fmla="*/ 3023879 w 7472601"/>
              <a:gd name="connsiteY910" fmla="*/ 0 h 6858000"/>
              <a:gd name="connsiteX911" fmla="*/ 3105400 w 7472601"/>
              <a:gd name="connsiteY911" fmla="*/ 0 h 6858000"/>
              <a:gd name="connsiteX912" fmla="*/ 3094669 w 7472601"/>
              <a:gd name="connsiteY912" fmla="*/ 30308 h 6858000"/>
              <a:gd name="connsiteX913" fmla="*/ 2901945 w 7472601"/>
              <a:gd name="connsiteY913" fmla="*/ 466538 h 6858000"/>
              <a:gd name="connsiteX914" fmla="*/ 2815209 w 7472601"/>
              <a:gd name="connsiteY914" fmla="*/ 497361 h 6858000"/>
              <a:gd name="connsiteX915" fmla="*/ 2844845 w 7472601"/>
              <a:gd name="connsiteY915" fmla="*/ 127638 h 6858000"/>
              <a:gd name="connsiteX916" fmla="*/ 2867960 w 7472601"/>
              <a:gd name="connsiteY916" fmla="*/ 0 h 6858000"/>
              <a:gd name="connsiteX917" fmla="*/ 1057230 w 7472601"/>
              <a:gd name="connsiteY917" fmla="*/ 0 h 6858000"/>
              <a:gd name="connsiteX918" fmla="*/ 1111003 w 7472601"/>
              <a:gd name="connsiteY918" fmla="*/ 0 h 6858000"/>
              <a:gd name="connsiteX919" fmla="*/ 1125553 w 7472601"/>
              <a:gd name="connsiteY919" fmla="*/ 52588 h 6858000"/>
              <a:gd name="connsiteX920" fmla="*/ 1304276 w 7472601"/>
              <a:gd name="connsiteY920" fmla="*/ 476275 h 6858000"/>
              <a:gd name="connsiteX921" fmla="*/ 1492066 w 7472601"/>
              <a:gd name="connsiteY921" fmla="*/ 886333 h 6858000"/>
              <a:gd name="connsiteX922" fmla="*/ 1423698 w 7472601"/>
              <a:gd name="connsiteY922" fmla="*/ 710817 h 6858000"/>
              <a:gd name="connsiteX923" fmla="*/ 1357609 w 7472601"/>
              <a:gd name="connsiteY923" fmla="*/ 532892 h 6858000"/>
              <a:gd name="connsiteX924" fmla="*/ 1309550 w 7472601"/>
              <a:gd name="connsiteY924" fmla="*/ 374031 h 6858000"/>
              <a:gd name="connsiteX925" fmla="*/ 1193673 w 7472601"/>
              <a:gd name="connsiteY925" fmla="*/ 49533 h 6858000"/>
              <a:gd name="connsiteX926" fmla="*/ 1164391 w 7472601"/>
              <a:gd name="connsiteY926" fmla="*/ 0 h 6858000"/>
              <a:gd name="connsiteX927" fmla="*/ 1200666 w 7472601"/>
              <a:gd name="connsiteY927" fmla="*/ 0 h 6858000"/>
              <a:gd name="connsiteX928" fmla="*/ 1223408 w 7472601"/>
              <a:gd name="connsiteY928" fmla="*/ 38996 h 6858000"/>
              <a:gd name="connsiteX929" fmla="*/ 1339635 w 7472601"/>
              <a:gd name="connsiteY929" fmla="*/ 365517 h 6858000"/>
              <a:gd name="connsiteX930" fmla="*/ 1387469 w 7472601"/>
              <a:gd name="connsiteY930" fmla="*/ 523079 h 6858000"/>
              <a:gd name="connsiteX931" fmla="*/ 1452685 w 7472601"/>
              <a:gd name="connsiteY931" fmla="*/ 699806 h 6858000"/>
              <a:gd name="connsiteX932" fmla="*/ 1492092 w 7472601"/>
              <a:gd name="connsiteY932" fmla="*/ 800424 h 6858000"/>
              <a:gd name="connsiteX933" fmla="*/ 1455302 w 7472601"/>
              <a:gd name="connsiteY933" fmla="*/ 632913 h 6858000"/>
              <a:gd name="connsiteX934" fmla="*/ 1222336 w 7472601"/>
              <a:gd name="connsiteY934" fmla="*/ 9480 h 6858000"/>
              <a:gd name="connsiteX935" fmla="*/ 1214634 w 7472601"/>
              <a:gd name="connsiteY935" fmla="*/ 0 h 6858000"/>
              <a:gd name="connsiteX936" fmla="*/ 1289827 w 7472601"/>
              <a:gd name="connsiteY936" fmla="*/ 0 h 6858000"/>
              <a:gd name="connsiteX937" fmla="*/ 1321076 w 7472601"/>
              <a:gd name="connsiteY937" fmla="*/ 59722 h 6858000"/>
              <a:gd name="connsiteX938" fmla="*/ 1512579 w 7472601"/>
              <a:gd name="connsiteY938" fmla="*/ 626441 h 6858000"/>
              <a:gd name="connsiteX939" fmla="*/ 1506076 w 7472601"/>
              <a:gd name="connsiteY939" fmla="*/ 1089289 h 6858000"/>
              <a:gd name="connsiteX940" fmla="*/ 1486346 w 7472601"/>
              <a:gd name="connsiteY940" fmla="*/ 1079919 h 6858000"/>
              <a:gd name="connsiteX941" fmla="*/ 1070511 w 7472601"/>
              <a:gd name="connsiteY941" fmla="*/ 48609 h 6858000"/>
              <a:gd name="connsiteX942" fmla="*/ 1057230 w 7472601"/>
              <a:gd name="connsiteY942" fmla="*/ 0 h 6858000"/>
              <a:gd name="connsiteX943" fmla="*/ 43151 w 7472601"/>
              <a:gd name="connsiteY943" fmla="*/ 0 h 6858000"/>
              <a:gd name="connsiteX944" fmla="*/ 95283 w 7472601"/>
              <a:gd name="connsiteY944" fmla="*/ 0 h 6858000"/>
              <a:gd name="connsiteX945" fmla="*/ 300708 w 7472601"/>
              <a:gd name="connsiteY945" fmla="*/ 154571 h 6858000"/>
              <a:gd name="connsiteX946" fmla="*/ 530414 w 7472601"/>
              <a:gd name="connsiteY946" fmla="*/ 354673 h 6858000"/>
              <a:gd name="connsiteX947" fmla="*/ 333785 w 7472601"/>
              <a:gd name="connsiteY947" fmla="*/ 161564 h 6858000"/>
              <a:gd name="connsiteX948" fmla="*/ 147005 w 7472601"/>
              <a:gd name="connsiteY948" fmla="*/ 0 h 6858000"/>
              <a:gd name="connsiteX949" fmla="*/ 272509 w 7472601"/>
              <a:gd name="connsiteY949" fmla="*/ 0 h 6858000"/>
              <a:gd name="connsiteX950" fmla="*/ 326276 w 7472601"/>
              <a:gd name="connsiteY950" fmla="*/ 45847 h 6858000"/>
              <a:gd name="connsiteX951" fmla="*/ 823759 w 7472601"/>
              <a:gd name="connsiteY951" fmla="*/ 574145 h 6858000"/>
              <a:gd name="connsiteX952" fmla="*/ 811254 w 7472601"/>
              <a:gd name="connsiteY952" fmla="*/ 665546 h 6858000"/>
              <a:gd name="connsiteX953" fmla="*/ 154042 w 7472601"/>
              <a:gd name="connsiteY953" fmla="*/ 261522 h 6858000"/>
              <a:gd name="connsiteX954" fmla="*/ 13550 w 7472601"/>
              <a:gd name="connsiteY954" fmla="*/ 158423 h 6858000"/>
              <a:gd name="connsiteX955" fmla="*/ 0 w 7472601"/>
              <a:gd name="connsiteY955" fmla="*/ 146618 h 6858000"/>
              <a:gd name="connsiteX956" fmla="*/ 0 w 7472601"/>
              <a:gd name="connsiteY956" fmla="*/ 59161 h 6858000"/>
              <a:gd name="connsiteX957" fmla="*/ 45427 w 7472601"/>
              <a:gd name="connsiteY957" fmla="*/ 101078 h 6858000"/>
              <a:gd name="connsiteX958" fmla="*/ 630103 w 7472601"/>
              <a:gd name="connsiteY958" fmla="*/ 485885 h 6858000"/>
              <a:gd name="connsiteX959" fmla="*/ 532040 w 7472601"/>
              <a:gd name="connsiteY959" fmla="*/ 399359 h 6858000"/>
              <a:gd name="connsiteX960" fmla="*/ 517618 w 7472601"/>
              <a:gd name="connsiteY960" fmla="*/ 385726 h 6858000"/>
              <a:gd name="connsiteX961" fmla="*/ 285074 w 7472601"/>
              <a:gd name="connsiteY961" fmla="*/ 182755 h 6858000"/>
              <a:gd name="connsiteX962" fmla="*/ 43151 w 7472601"/>
              <a:gd name="connsiteY962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48321 w 7472601"/>
              <a:gd name="connsiteY79" fmla="*/ 6190991 h 6858000"/>
              <a:gd name="connsiteX80" fmla="*/ 7467600 w 7472601"/>
              <a:gd name="connsiteY80" fmla="*/ 6221686 h 6858000"/>
              <a:gd name="connsiteX81" fmla="*/ 7467600 w 7472601"/>
              <a:gd name="connsiteY81" fmla="*/ 6334256 h 6858000"/>
              <a:gd name="connsiteX82" fmla="*/ 7454976 w 7472601"/>
              <a:gd name="connsiteY82" fmla="*/ 6318297 h 6858000"/>
              <a:gd name="connsiteX83" fmla="*/ 1456157 w 7472601"/>
              <a:gd name="connsiteY83" fmla="*/ 5371404 h 6858000"/>
              <a:gd name="connsiteX84" fmla="*/ 1244432 w 7472601"/>
              <a:gd name="connsiteY84" fmla="*/ 5385601 h 6858000"/>
              <a:gd name="connsiteX85" fmla="*/ 973990 w 7472601"/>
              <a:gd name="connsiteY85" fmla="*/ 5424940 h 6858000"/>
              <a:gd name="connsiteX86" fmla="*/ 1103809 w 7472601"/>
              <a:gd name="connsiteY86" fmla="*/ 5433720 h 6858000"/>
              <a:gd name="connsiteX87" fmla="*/ 1123454 w 7472601"/>
              <a:gd name="connsiteY87" fmla="*/ 5435727 h 6858000"/>
              <a:gd name="connsiteX88" fmla="*/ 1737017 w 7472601"/>
              <a:gd name="connsiteY88" fmla="*/ 5452183 h 6858000"/>
              <a:gd name="connsiteX89" fmla="*/ 1824397 w 7472601"/>
              <a:gd name="connsiteY89" fmla="*/ 5447757 h 6858000"/>
              <a:gd name="connsiteX90" fmla="*/ 2070059 w 7472601"/>
              <a:gd name="connsiteY90" fmla="*/ 5441660 h 6858000"/>
              <a:gd name="connsiteX91" fmla="*/ 1456157 w 7472601"/>
              <a:gd name="connsiteY91" fmla="*/ 5371404 h 6858000"/>
              <a:gd name="connsiteX92" fmla="*/ 4988186 w 7472601"/>
              <a:gd name="connsiteY92" fmla="*/ 5216467 h 6858000"/>
              <a:gd name="connsiteX93" fmla="*/ 4777334 w 7472601"/>
              <a:gd name="connsiteY93" fmla="*/ 5406072 h 6858000"/>
              <a:gd name="connsiteX94" fmla="*/ 4718341 w 7472601"/>
              <a:gd name="connsiteY94" fmla="*/ 5468043 h 6858000"/>
              <a:gd name="connsiteX95" fmla="*/ 4604655 w 7472601"/>
              <a:gd name="connsiteY95" fmla="*/ 5583434 h 6858000"/>
              <a:gd name="connsiteX96" fmla="*/ 4565074 w 7472601"/>
              <a:gd name="connsiteY96" fmla="*/ 5618550 h 6858000"/>
              <a:gd name="connsiteX97" fmla="*/ 4988186 w 7472601"/>
              <a:gd name="connsiteY97" fmla="*/ 5216467 h 6858000"/>
              <a:gd name="connsiteX98" fmla="*/ 4978032 w 7472601"/>
              <a:gd name="connsiteY98" fmla="*/ 5183809 h 6858000"/>
              <a:gd name="connsiteX99" fmla="*/ 4463413 w 7472601"/>
              <a:gd name="connsiteY99" fmla="*/ 5615162 h 6858000"/>
              <a:gd name="connsiteX100" fmla="*/ 4358134 w 7472601"/>
              <a:gd name="connsiteY100" fmla="*/ 5742791 h 6858000"/>
              <a:gd name="connsiteX101" fmla="*/ 4376219 w 7472601"/>
              <a:gd name="connsiteY101" fmla="*/ 5729027 h 6858000"/>
              <a:gd name="connsiteX102" fmla="*/ 4582340 w 7472601"/>
              <a:gd name="connsiteY102" fmla="*/ 5561037 h 6858000"/>
              <a:gd name="connsiteX103" fmla="*/ 4694684 w 7472601"/>
              <a:gd name="connsiteY103" fmla="*/ 5447098 h 6858000"/>
              <a:gd name="connsiteX104" fmla="*/ 4754123 w 7472601"/>
              <a:gd name="connsiteY104" fmla="*/ 5384643 h 6858000"/>
              <a:gd name="connsiteX105" fmla="*/ 4978032 w 7472601"/>
              <a:gd name="connsiteY105" fmla="*/ 5183809 h 6858000"/>
              <a:gd name="connsiteX106" fmla="*/ 1903353 w 7472601"/>
              <a:gd name="connsiteY106" fmla="*/ 5044827 h 6858000"/>
              <a:gd name="connsiteX107" fmla="*/ 1936931 w 7472601"/>
              <a:gd name="connsiteY107" fmla="*/ 5093954 h 6858000"/>
              <a:gd name="connsiteX108" fmla="*/ 2195868 w 7472601"/>
              <a:gd name="connsiteY108" fmla="*/ 5396574 h 6858000"/>
              <a:gd name="connsiteX109" fmla="*/ 2088852 w 7472601"/>
              <a:gd name="connsiteY109" fmla="*/ 5166123 h 6858000"/>
              <a:gd name="connsiteX110" fmla="*/ 1958241 w 7472601"/>
              <a:gd name="connsiteY110" fmla="*/ 5067955 h 6858000"/>
              <a:gd name="connsiteX111" fmla="*/ 1903353 w 7472601"/>
              <a:gd name="connsiteY111" fmla="*/ 5044827 h 6858000"/>
              <a:gd name="connsiteX112" fmla="*/ 1979378 w 7472601"/>
              <a:gd name="connsiteY112" fmla="*/ 4769504 h 6858000"/>
              <a:gd name="connsiteX113" fmla="*/ 2882120 w 7472601"/>
              <a:gd name="connsiteY113" fmla="*/ 5064547 h 6858000"/>
              <a:gd name="connsiteX114" fmla="*/ 2793103 w 7472601"/>
              <a:gd name="connsiteY114" fmla="*/ 5039699 h 6858000"/>
              <a:gd name="connsiteX115" fmla="*/ 2770041 w 7472601"/>
              <a:gd name="connsiteY115" fmla="*/ 5033634 h 6858000"/>
              <a:gd name="connsiteX116" fmla="*/ 1979378 w 7472601"/>
              <a:gd name="connsiteY116" fmla="*/ 4769504 h 6858000"/>
              <a:gd name="connsiteX117" fmla="*/ 1927410 w 7472601"/>
              <a:gd name="connsiteY117" fmla="*/ 4716164 h 6858000"/>
              <a:gd name="connsiteX118" fmla="*/ 1959587 w 7472601"/>
              <a:gd name="connsiteY118" fmla="*/ 4728849 h 6858000"/>
              <a:gd name="connsiteX119" fmla="*/ 2777707 w 7472601"/>
              <a:gd name="connsiteY119" fmla="*/ 5003991 h 6858000"/>
              <a:gd name="connsiteX120" fmla="*/ 2800768 w 7472601"/>
              <a:gd name="connsiteY120" fmla="*/ 5010056 h 6858000"/>
              <a:gd name="connsiteX121" fmla="*/ 2879408 w 7472601"/>
              <a:gd name="connsiteY121" fmla="*/ 5031590 h 6858000"/>
              <a:gd name="connsiteX122" fmla="*/ 2862295 w 7472601"/>
              <a:gd name="connsiteY122" fmla="*/ 5022958 h 6858000"/>
              <a:gd name="connsiteX123" fmla="*/ 2813343 w 7472601"/>
              <a:gd name="connsiteY123" fmla="*/ 4998369 h 6858000"/>
              <a:gd name="connsiteX124" fmla="*/ 2646245 w 7472601"/>
              <a:gd name="connsiteY124" fmla="*/ 4930999 h 6858000"/>
              <a:gd name="connsiteX125" fmla="*/ 1999243 w 7472601"/>
              <a:gd name="connsiteY125" fmla="*/ 4730524 h 6858000"/>
              <a:gd name="connsiteX126" fmla="*/ 1979527 w 7472601"/>
              <a:gd name="connsiteY126" fmla="*/ 4726651 h 6858000"/>
              <a:gd name="connsiteX127" fmla="*/ 1927410 w 7472601"/>
              <a:gd name="connsiteY127" fmla="*/ 4716164 h 6858000"/>
              <a:gd name="connsiteX128" fmla="*/ 1997014 w 7472601"/>
              <a:gd name="connsiteY128" fmla="*/ 4698007 h 6858000"/>
              <a:gd name="connsiteX129" fmla="*/ 2005458 w 7472601"/>
              <a:gd name="connsiteY129" fmla="*/ 4699540 h 6858000"/>
              <a:gd name="connsiteX130" fmla="*/ 2657186 w 7472601"/>
              <a:gd name="connsiteY130" fmla="*/ 4901687 h 6858000"/>
              <a:gd name="connsiteX131" fmla="*/ 2826662 w 7472601"/>
              <a:gd name="connsiteY131" fmla="*/ 4970362 h 6858000"/>
              <a:gd name="connsiteX132" fmla="*/ 2876100 w 7472601"/>
              <a:gd name="connsiteY132" fmla="*/ 4995397 h 6858000"/>
              <a:gd name="connsiteX133" fmla="*/ 3042600 w 7472601"/>
              <a:gd name="connsiteY133" fmla="*/ 5059532 h 6858000"/>
              <a:gd name="connsiteX134" fmla="*/ 1997014 w 7472601"/>
              <a:gd name="connsiteY134" fmla="*/ 4698007 h 6858000"/>
              <a:gd name="connsiteX135" fmla="*/ 2305292 w 7472601"/>
              <a:gd name="connsiteY135" fmla="*/ 4219492 h 6858000"/>
              <a:gd name="connsiteX136" fmla="*/ 3360922 w 7472601"/>
              <a:gd name="connsiteY136" fmla="*/ 4529373 h 6858000"/>
              <a:gd name="connsiteX137" fmla="*/ 3492420 w 7472601"/>
              <a:gd name="connsiteY137" fmla="*/ 4510145 h 6858000"/>
              <a:gd name="connsiteX138" fmla="*/ 3364086 w 7472601"/>
              <a:gd name="connsiteY138" fmla="*/ 4480340 h 6858000"/>
              <a:gd name="connsiteX139" fmla="*/ 3225818 w 7472601"/>
              <a:gd name="connsiteY139" fmla="*/ 4411822 h 6858000"/>
              <a:gd name="connsiteX140" fmla="*/ 3129696 w 7472601"/>
              <a:gd name="connsiteY140" fmla="*/ 4360704 h 6858000"/>
              <a:gd name="connsiteX141" fmla="*/ 2814545 w 7472601"/>
              <a:gd name="connsiteY141" fmla="*/ 4282955 h 6858000"/>
              <a:gd name="connsiteX142" fmla="*/ 2305292 w 7472601"/>
              <a:gd name="connsiteY142" fmla="*/ 4219492 h 6858000"/>
              <a:gd name="connsiteX143" fmla="*/ 2626982 w 7472601"/>
              <a:gd name="connsiteY143" fmla="*/ 4206450 h 6858000"/>
              <a:gd name="connsiteX144" fmla="*/ 2490617 w 7472601"/>
              <a:gd name="connsiteY144" fmla="*/ 4206951 h 6858000"/>
              <a:gd name="connsiteX145" fmla="*/ 2819869 w 7472601"/>
              <a:gd name="connsiteY145" fmla="*/ 4252936 h 6858000"/>
              <a:gd name="connsiteX146" fmla="*/ 3143018 w 7472601"/>
              <a:gd name="connsiteY146" fmla="*/ 4332698 h 6858000"/>
              <a:gd name="connsiteX147" fmla="*/ 3241520 w 7472601"/>
              <a:gd name="connsiteY147" fmla="*/ 4385112 h 6858000"/>
              <a:gd name="connsiteX148" fmla="*/ 3374575 w 7472601"/>
              <a:gd name="connsiteY148" fmla="*/ 4451517 h 6858000"/>
              <a:gd name="connsiteX149" fmla="*/ 3505221 w 7472601"/>
              <a:gd name="connsiteY149" fmla="*/ 4480757 h 6858000"/>
              <a:gd name="connsiteX150" fmla="*/ 2626982 w 7472601"/>
              <a:gd name="connsiteY150" fmla="*/ 4206450 h 6858000"/>
              <a:gd name="connsiteX151" fmla="*/ 1310106 w 7472601"/>
              <a:gd name="connsiteY151" fmla="*/ 3943217 h 6858000"/>
              <a:gd name="connsiteX152" fmla="*/ 854994 w 7472601"/>
              <a:gd name="connsiteY152" fmla="*/ 4399136 h 6858000"/>
              <a:gd name="connsiteX153" fmla="*/ 742462 w 7472601"/>
              <a:gd name="connsiteY153" fmla="*/ 4594648 h 6858000"/>
              <a:gd name="connsiteX154" fmla="*/ 820602 w 7472601"/>
              <a:gd name="connsiteY154" fmla="*/ 4485915 h 6858000"/>
              <a:gd name="connsiteX155" fmla="*/ 878295 w 7472601"/>
              <a:gd name="connsiteY155" fmla="*/ 4403594 h 6858000"/>
              <a:gd name="connsiteX156" fmla="*/ 1240607 w 7472601"/>
              <a:gd name="connsiteY156" fmla="*/ 4010401 h 6858000"/>
              <a:gd name="connsiteX157" fmla="*/ 1310106 w 7472601"/>
              <a:gd name="connsiteY157" fmla="*/ 3943217 h 6858000"/>
              <a:gd name="connsiteX158" fmla="*/ 1423113 w 7472601"/>
              <a:gd name="connsiteY158" fmla="*/ 3874565 h 6858000"/>
              <a:gd name="connsiteX159" fmla="*/ 1260565 w 7472601"/>
              <a:gd name="connsiteY159" fmla="*/ 4031982 h 6858000"/>
              <a:gd name="connsiteX160" fmla="*/ 901900 w 7472601"/>
              <a:gd name="connsiteY160" fmla="*/ 4421236 h 6858000"/>
              <a:gd name="connsiteX161" fmla="*/ 845044 w 7472601"/>
              <a:gd name="connsiteY161" fmla="*/ 4502436 h 6858000"/>
              <a:gd name="connsiteX162" fmla="*/ 685926 w 7472601"/>
              <a:gd name="connsiteY162" fmla="*/ 4703069 h 6858000"/>
              <a:gd name="connsiteX163" fmla="*/ 684248 w 7472601"/>
              <a:gd name="connsiteY163" fmla="*/ 4706721 h 6858000"/>
              <a:gd name="connsiteX164" fmla="*/ 1423113 w 7472601"/>
              <a:gd name="connsiteY164" fmla="*/ 3874565 h 6858000"/>
              <a:gd name="connsiteX165" fmla="*/ 3316479 w 7472601"/>
              <a:gd name="connsiteY165" fmla="*/ 3872136 h 6858000"/>
              <a:gd name="connsiteX166" fmla="*/ 3546806 w 7472601"/>
              <a:gd name="connsiteY166" fmla="*/ 4356139 h 6858000"/>
              <a:gd name="connsiteX167" fmla="*/ 3364433 w 7472601"/>
              <a:gd name="connsiteY167" fmla="*/ 3953121 h 6858000"/>
              <a:gd name="connsiteX168" fmla="*/ 3316479 w 7472601"/>
              <a:gd name="connsiteY168" fmla="*/ 3872136 h 6858000"/>
              <a:gd name="connsiteX169" fmla="*/ 3291335 w 7472601"/>
              <a:gd name="connsiteY169" fmla="*/ 3767420 h 6858000"/>
              <a:gd name="connsiteX170" fmla="*/ 3390805 w 7472601"/>
              <a:gd name="connsiteY170" fmla="*/ 3937163 h 6858000"/>
              <a:gd name="connsiteX171" fmla="*/ 3579062 w 7472601"/>
              <a:gd name="connsiteY171" fmla="*/ 4359040 h 6858000"/>
              <a:gd name="connsiteX172" fmla="*/ 3467355 w 7472601"/>
              <a:gd name="connsiteY172" fmla="*/ 3988130 h 6858000"/>
              <a:gd name="connsiteX173" fmla="*/ 3310753 w 7472601"/>
              <a:gd name="connsiteY173" fmla="*/ 3787140 h 6858000"/>
              <a:gd name="connsiteX174" fmla="*/ 3291335 w 7472601"/>
              <a:gd name="connsiteY174" fmla="*/ 3767420 h 6858000"/>
              <a:gd name="connsiteX175" fmla="*/ 1635889 w 7472601"/>
              <a:gd name="connsiteY175" fmla="*/ 3709494 h 6858000"/>
              <a:gd name="connsiteX176" fmla="*/ 1634800 w 7472601"/>
              <a:gd name="connsiteY176" fmla="*/ 3731111 h 6858000"/>
              <a:gd name="connsiteX177" fmla="*/ 1635889 w 7472601"/>
              <a:gd name="connsiteY177" fmla="*/ 3709494 h 6858000"/>
              <a:gd name="connsiteX178" fmla="*/ 1510397 w 7472601"/>
              <a:gd name="connsiteY178" fmla="*/ 3684705 h 6858000"/>
              <a:gd name="connsiteX179" fmla="*/ 1146550 w 7472601"/>
              <a:gd name="connsiteY179" fmla="*/ 3802012 h 6858000"/>
              <a:gd name="connsiteX180" fmla="*/ 698834 w 7472601"/>
              <a:gd name="connsiteY180" fmla="*/ 3952272 h 6858000"/>
              <a:gd name="connsiteX181" fmla="*/ 34256 w 7472601"/>
              <a:gd name="connsiteY181" fmla="*/ 4347603 h 6858000"/>
              <a:gd name="connsiteX182" fmla="*/ 527241 w 7472601"/>
              <a:gd name="connsiteY182" fmla="*/ 4065078 h 6858000"/>
              <a:gd name="connsiteX183" fmla="*/ 1510397 w 7472601"/>
              <a:gd name="connsiteY183" fmla="*/ 3684705 h 6858000"/>
              <a:gd name="connsiteX184" fmla="*/ 1313114 w 7472601"/>
              <a:gd name="connsiteY184" fmla="*/ 3655216 h 6858000"/>
              <a:gd name="connsiteX185" fmla="*/ 1109304 w 7472601"/>
              <a:gd name="connsiteY185" fmla="*/ 3669030 h 6858000"/>
              <a:gd name="connsiteX186" fmla="*/ 8129 w 7472601"/>
              <a:gd name="connsiteY186" fmla="*/ 4330519 h 6858000"/>
              <a:gd name="connsiteX187" fmla="*/ 687572 w 7472601"/>
              <a:gd name="connsiteY187" fmla="*/ 3925629 h 6858000"/>
              <a:gd name="connsiteX188" fmla="*/ 1138365 w 7472601"/>
              <a:gd name="connsiteY188" fmla="*/ 3774515 h 6858000"/>
              <a:gd name="connsiteX189" fmla="*/ 1505579 w 7472601"/>
              <a:gd name="connsiteY189" fmla="*/ 3655526 h 6858000"/>
              <a:gd name="connsiteX190" fmla="*/ 1313114 w 7472601"/>
              <a:gd name="connsiteY190" fmla="*/ 3655216 h 6858000"/>
              <a:gd name="connsiteX191" fmla="*/ 3655073 w 7472601"/>
              <a:gd name="connsiteY191" fmla="*/ 3650884 h 6858000"/>
              <a:gd name="connsiteX192" fmla="*/ 3989938 w 7472601"/>
              <a:gd name="connsiteY192" fmla="*/ 3991685 h 6858000"/>
              <a:gd name="connsiteX193" fmla="*/ 4393907 w 7472601"/>
              <a:gd name="connsiteY193" fmla="*/ 4261258 h 6858000"/>
              <a:gd name="connsiteX194" fmla="*/ 4648051 w 7472601"/>
              <a:gd name="connsiteY194" fmla="*/ 4374051 h 6858000"/>
              <a:gd name="connsiteX195" fmla="*/ 4383389 w 7472601"/>
              <a:gd name="connsiteY195" fmla="*/ 4184369 h 6858000"/>
              <a:gd name="connsiteX196" fmla="*/ 4165508 w 7472601"/>
              <a:gd name="connsiteY196" fmla="*/ 4035196 h 6858000"/>
              <a:gd name="connsiteX197" fmla="*/ 4068162 w 7472601"/>
              <a:gd name="connsiteY197" fmla="*/ 3953394 h 6858000"/>
              <a:gd name="connsiteX198" fmla="*/ 3981416 w 7472601"/>
              <a:gd name="connsiteY198" fmla="*/ 3880482 h 6858000"/>
              <a:gd name="connsiteX199" fmla="*/ 3800147 w 7472601"/>
              <a:gd name="connsiteY199" fmla="*/ 3749872 h 6858000"/>
              <a:gd name="connsiteX200" fmla="*/ 3655073 w 7472601"/>
              <a:gd name="connsiteY200" fmla="*/ 3650884 h 6858000"/>
              <a:gd name="connsiteX201" fmla="*/ 3670252 w 7472601"/>
              <a:gd name="connsiteY201" fmla="*/ 3622798 h 6858000"/>
              <a:gd name="connsiteX202" fmla="*/ 3817258 w 7472601"/>
              <a:gd name="connsiteY202" fmla="*/ 3723577 h 6858000"/>
              <a:gd name="connsiteX203" fmla="*/ 4000461 w 7472601"/>
              <a:gd name="connsiteY203" fmla="*/ 3855966 h 6858000"/>
              <a:gd name="connsiteX204" fmla="*/ 4088180 w 7472601"/>
              <a:gd name="connsiteY204" fmla="*/ 3929774 h 6858000"/>
              <a:gd name="connsiteX205" fmla="*/ 4184555 w 7472601"/>
              <a:gd name="connsiteY205" fmla="*/ 4010683 h 6858000"/>
              <a:gd name="connsiteX206" fmla="*/ 4399563 w 7472601"/>
              <a:gd name="connsiteY206" fmla="*/ 4158106 h 6858000"/>
              <a:gd name="connsiteX207" fmla="*/ 4684469 w 7472601"/>
              <a:gd name="connsiteY207" fmla="*/ 4364680 h 6858000"/>
              <a:gd name="connsiteX208" fmla="*/ 4690271 w 7472601"/>
              <a:gd name="connsiteY208" fmla="*/ 4370034 h 6858000"/>
              <a:gd name="connsiteX209" fmla="*/ 4136093 w 7472601"/>
              <a:gd name="connsiteY209" fmla="*/ 3858466 h 6858000"/>
              <a:gd name="connsiteX210" fmla="*/ 3670252 w 7472601"/>
              <a:gd name="connsiteY210" fmla="*/ 3622798 h 6858000"/>
              <a:gd name="connsiteX211" fmla="*/ 4440129 w 7472601"/>
              <a:gd name="connsiteY211" fmla="*/ 3448571 h 6858000"/>
              <a:gd name="connsiteX212" fmla="*/ 4856525 w 7472601"/>
              <a:gd name="connsiteY212" fmla="*/ 3915351 h 6858000"/>
              <a:gd name="connsiteX213" fmla="*/ 5059055 w 7472601"/>
              <a:gd name="connsiteY213" fmla="*/ 4108918 h 6858000"/>
              <a:gd name="connsiteX214" fmla="*/ 5290070 w 7472601"/>
              <a:gd name="connsiteY214" fmla="*/ 4263619 h 6858000"/>
              <a:gd name="connsiteX215" fmla="*/ 4834991 w 7472601"/>
              <a:gd name="connsiteY215" fmla="*/ 3830985 h 6858000"/>
              <a:gd name="connsiteX216" fmla="*/ 4440129 w 7472601"/>
              <a:gd name="connsiteY216" fmla="*/ 3448571 h 6858000"/>
              <a:gd name="connsiteX217" fmla="*/ 4441737 w 7472601"/>
              <a:gd name="connsiteY217" fmla="*/ 3399734 h 6858000"/>
              <a:gd name="connsiteX218" fmla="*/ 4431236 w 7472601"/>
              <a:gd name="connsiteY218" fmla="*/ 3400954 h 6858000"/>
              <a:gd name="connsiteX219" fmla="*/ 4557150 w 7472601"/>
              <a:gd name="connsiteY219" fmla="*/ 3510023 h 6858000"/>
              <a:gd name="connsiteX220" fmla="*/ 4856936 w 7472601"/>
              <a:gd name="connsiteY220" fmla="*/ 3809146 h 6858000"/>
              <a:gd name="connsiteX221" fmla="*/ 5111996 w 7472601"/>
              <a:gd name="connsiteY221" fmla="*/ 4065759 h 6858000"/>
              <a:gd name="connsiteX222" fmla="*/ 5388878 w 7472601"/>
              <a:gd name="connsiteY222" fmla="*/ 4300185 h 6858000"/>
              <a:gd name="connsiteX223" fmla="*/ 5425556 w 7472601"/>
              <a:gd name="connsiteY223" fmla="*/ 4308967 h 6858000"/>
              <a:gd name="connsiteX224" fmla="*/ 4943646 w 7472601"/>
              <a:gd name="connsiteY224" fmla="*/ 3822916 h 6858000"/>
              <a:gd name="connsiteX225" fmla="*/ 4594837 w 7472601"/>
              <a:gd name="connsiteY225" fmla="*/ 3532274 h 6858000"/>
              <a:gd name="connsiteX226" fmla="*/ 4441737 w 7472601"/>
              <a:gd name="connsiteY226" fmla="*/ 3399734 h 6858000"/>
              <a:gd name="connsiteX227" fmla="*/ 5425834 w 7472601"/>
              <a:gd name="connsiteY227" fmla="*/ 3162785 h 6858000"/>
              <a:gd name="connsiteX228" fmla="*/ 5401644 w 7472601"/>
              <a:gd name="connsiteY228" fmla="*/ 3617847 h 6858000"/>
              <a:gd name="connsiteX229" fmla="*/ 5467256 w 7472601"/>
              <a:gd name="connsiteY229" fmla="*/ 4175494 h 6858000"/>
              <a:gd name="connsiteX230" fmla="*/ 5448069 w 7472601"/>
              <a:gd name="connsiteY230" fmla="*/ 3567554 h 6858000"/>
              <a:gd name="connsiteX231" fmla="*/ 5425834 w 7472601"/>
              <a:gd name="connsiteY231" fmla="*/ 3162785 h 6858000"/>
              <a:gd name="connsiteX232" fmla="*/ 1318687 w 7472601"/>
              <a:gd name="connsiteY232" fmla="*/ 3113840 h 6858000"/>
              <a:gd name="connsiteX233" fmla="*/ 1066793 w 7472601"/>
              <a:gd name="connsiteY233" fmla="*/ 3212171 h 6858000"/>
              <a:gd name="connsiteX234" fmla="*/ 993319 w 7472601"/>
              <a:gd name="connsiteY234" fmla="*/ 3247648 h 6858000"/>
              <a:gd name="connsiteX235" fmla="*/ 853081 w 7472601"/>
              <a:gd name="connsiteY235" fmla="*/ 3312410 h 6858000"/>
              <a:gd name="connsiteX236" fmla="*/ 805957 w 7472601"/>
              <a:gd name="connsiteY236" fmla="*/ 3330443 h 6858000"/>
              <a:gd name="connsiteX237" fmla="*/ 1318687 w 7472601"/>
              <a:gd name="connsiteY237" fmla="*/ 3113840 h 6858000"/>
              <a:gd name="connsiteX238" fmla="*/ 5453702 w 7472601"/>
              <a:gd name="connsiteY238" fmla="*/ 3090882 h 6858000"/>
              <a:gd name="connsiteX239" fmla="*/ 5480135 w 7472601"/>
              <a:gd name="connsiteY239" fmla="*/ 3565802 h 6858000"/>
              <a:gd name="connsiteX240" fmla="*/ 5499023 w 7472601"/>
              <a:gd name="connsiteY240" fmla="*/ 4166310 h 6858000"/>
              <a:gd name="connsiteX241" fmla="*/ 5547022 w 7472601"/>
              <a:gd name="connsiteY241" fmla="*/ 3607838 h 6858000"/>
              <a:gd name="connsiteX242" fmla="*/ 5515964 w 7472601"/>
              <a:gd name="connsiteY242" fmla="*/ 3378541 h 6858000"/>
              <a:gd name="connsiteX243" fmla="*/ 5453702 w 7472601"/>
              <a:gd name="connsiteY243" fmla="*/ 3090882 h 6858000"/>
              <a:gd name="connsiteX244" fmla="*/ 1238695 w 7472601"/>
              <a:gd name="connsiteY244" fmla="*/ 3076820 h 6858000"/>
              <a:gd name="connsiteX245" fmla="*/ 716371 w 7472601"/>
              <a:gd name="connsiteY245" fmla="*/ 3293249 h 6858000"/>
              <a:gd name="connsiteX246" fmla="*/ 579522 w 7472601"/>
              <a:gd name="connsiteY246" fmla="*/ 3371759 h 6858000"/>
              <a:gd name="connsiteX247" fmla="*/ 600288 w 7472601"/>
              <a:gd name="connsiteY247" fmla="*/ 3365555 h 6858000"/>
              <a:gd name="connsiteX248" fmla="*/ 840692 w 7472601"/>
              <a:gd name="connsiteY248" fmla="*/ 3284921 h 6858000"/>
              <a:gd name="connsiteX249" fmla="*/ 979248 w 7472601"/>
              <a:gd name="connsiteY249" fmla="*/ 3221003 h 6858000"/>
              <a:gd name="connsiteX250" fmla="*/ 1053282 w 7472601"/>
              <a:gd name="connsiteY250" fmla="*/ 3185247 h 6858000"/>
              <a:gd name="connsiteX251" fmla="*/ 1320603 w 7472601"/>
              <a:gd name="connsiteY251" fmla="*/ 3081281 h 6858000"/>
              <a:gd name="connsiteX252" fmla="*/ 1238695 w 7472601"/>
              <a:gd name="connsiteY252" fmla="*/ 3076820 h 6858000"/>
              <a:gd name="connsiteX253" fmla="*/ 5425627 w 7472601"/>
              <a:gd name="connsiteY253" fmla="*/ 2954192 h 6858000"/>
              <a:gd name="connsiteX254" fmla="*/ 5470770 w 7472601"/>
              <a:gd name="connsiteY254" fmla="*/ 3005435 h 6858000"/>
              <a:gd name="connsiteX255" fmla="*/ 5519779 w 7472601"/>
              <a:gd name="connsiteY255" fmla="*/ 4359223 h 6858000"/>
              <a:gd name="connsiteX256" fmla="*/ 5520293 w 7472601"/>
              <a:gd name="connsiteY256" fmla="*/ 4360602 h 6858000"/>
              <a:gd name="connsiteX257" fmla="*/ 5767221 w 7472601"/>
              <a:gd name="connsiteY257" fmla="*/ 4665564 h 6858000"/>
              <a:gd name="connsiteX258" fmla="*/ 6937169 w 7472601"/>
              <a:gd name="connsiteY258" fmla="*/ 4815941 h 6858000"/>
              <a:gd name="connsiteX259" fmla="*/ 6953922 w 7472601"/>
              <a:gd name="connsiteY259" fmla="*/ 4890068 h 6858000"/>
              <a:gd name="connsiteX260" fmla="*/ 6071359 w 7472601"/>
              <a:gd name="connsiteY260" fmla="*/ 4770770 h 6858000"/>
              <a:gd name="connsiteX261" fmla="*/ 6038839 w 7472601"/>
              <a:gd name="connsiteY261" fmla="*/ 4764474 h 6858000"/>
              <a:gd name="connsiteX262" fmla="*/ 6038706 w 7472601"/>
              <a:gd name="connsiteY262" fmla="*/ 4763847 h 6858000"/>
              <a:gd name="connsiteX263" fmla="*/ 6037784 w 7472601"/>
              <a:gd name="connsiteY263" fmla="*/ 4764270 h 6858000"/>
              <a:gd name="connsiteX264" fmla="*/ 6038839 w 7472601"/>
              <a:gd name="connsiteY264" fmla="*/ 4764474 h 6858000"/>
              <a:gd name="connsiteX265" fmla="*/ 6040338 w 7472601"/>
              <a:gd name="connsiteY265" fmla="*/ 4771418 h 6858000"/>
              <a:gd name="connsiteX266" fmla="*/ 6024488 w 7472601"/>
              <a:gd name="connsiteY266" fmla="*/ 4809903 h 6858000"/>
              <a:gd name="connsiteX267" fmla="*/ 5599771 w 7472601"/>
              <a:gd name="connsiteY267" fmla="*/ 5509652 h 6858000"/>
              <a:gd name="connsiteX268" fmla="*/ 5548843 w 7472601"/>
              <a:gd name="connsiteY268" fmla="*/ 5563845 h 6858000"/>
              <a:gd name="connsiteX269" fmla="*/ 5940952 w 7472601"/>
              <a:gd name="connsiteY269" fmla="*/ 6250028 h 6858000"/>
              <a:gd name="connsiteX270" fmla="*/ 6043441 w 7472601"/>
              <a:gd name="connsiteY270" fmla="*/ 6665847 h 6858000"/>
              <a:gd name="connsiteX271" fmla="*/ 6093432 w 7472601"/>
              <a:gd name="connsiteY271" fmla="*/ 6858000 h 6858000"/>
              <a:gd name="connsiteX272" fmla="*/ 6034344 w 7472601"/>
              <a:gd name="connsiteY272" fmla="*/ 6858000 h 6858000"/>
              <a:gd name="connsiteX273" fmla="*/ 6026679 w 7472601"/>
              <a:gd name="connsiteY273" fmla="*/ 6836959 h 6858000"/>
              <a:gd name="connsiteX274" fmla="*/ 5800441 w 7472601"/>
              <a:gd name="connsiteY274" fmla="*/ 6335286 h 6858000"/>
              <a:gd name="connsiteX275" fmla="*/ 5526562 w 7472601"/>
              <a:gd name="connsiteY275" fmla="*/ 5705388 h 6858000"/>
              <a:gd name="connsiteX276" fmla="*/ 5519640 w 7472601"/>
              <a:gd name="connsiteY276" fmla="*/ 5683774 h 6858000"/>
              <a:gd name="connsiteX277" fmla="*/ 5844559 w 7472601"/>
              <a:gd name="connsiteY277" fmla="*/ 6553349 h 6858000"/>
              <a:gd name="connsiteX278" fmla="*/ 5975994 w 7472601"/>
              <a:gd name="connsiteY278" fmla="*/ 6858000 h 6858000"/>
              <a:gd name="connsiteX279" fmla="*/ 5898547 w 7472601"/>
              <a:gd name="connsiteY279" fmla="*/ 6858000 h 6858000"/>
              <a:gd name="connsiteX280" fmla="*/ 5682041 w 7472601"/>
              <a:gd name="connsiteY280" fmla="*/ 6355860 h 6858000"/>
              <a:gd name="connsiteX281" fmla="*/ 5461758 w 7472601"/>
              <a:gd name="connsiteY281" fmla="*/ 5820220 h 6858000"/>
              <a:gd name="connsiteX282" fmla="*/ 5237282 w 7472601"/>
              <a:gd name="connsiteY282" fmla="*/ 6579086 h 6858000"/>
              <a:gd name="connsiteX283" fmla="*/ 5115009 w 7472601"/>
              <a:gd name="connsiteY283" fmla="*/ 6858000 h 6858000"/>
              <a:gd name="connsiteX284" fmla="*/ 5028074 w 7472601"/>
              <a:gd name="connsiteY284" fmla="*/ 6858000 h 6858000"/>
              <a:gd name="connsiteX285" fmla="*/ 5079508 w 7472601"/>
              <a:gd name="connsiteY285" fmla="*/ 6749074 h 6858000"/>
              <a:gd name="connsiteX286" fmla="*/ 5371846 w 7472601"/>
              <a:gd name="connsiteY286" fmla="*/ 5924413 h 6858000"/>
              <a:gd name="connsiteX287" fmla="*/ 5270512 w 7472601"/>
              <a:gd name="connsiteY287" fmla="*/ 6138975 h 6858000"/>
              <a:gd name="connsiteX288" fmla="*/ 5062409 w 7472601"/>
              <a:gd name="connsiteY288" fmla="*/ 6653544 h 6858000"/>
              <a:gd name="connsiteX289" fmla="*/ 5036628 w 7472601"/>
              <a:gd name="connsiteY289" fmla="*/ 6754247 h 6858000"/>
              <a:gd name="connsiteX290" fmla="*/ 5009112 w 7472601"/>
              <a:gd name="connsiteY290" fmla="*/ 6858000 h 6858000"/>
              <a:gd name="connsiteX291" fmla="*/ 4976679 w 7472601"/>
              <a:gd name="connsiteY291" fmla="*/ 6858000 h 6858000"/>
              <a:gd name="connsiteX292" fmla="*/ 5006537 w 7472601"/>
              <a:gd name="connsiteY292" fmla="*/ 6747068 h 6858000"/>
              <a:gd name="connsiteX293" fmla="*/ 5032723 w 7472601"/>
              <a:gd name="connsiteY293" fmla="*/ 6644957 h 6858000"/>
              <a:gd name="connsiteX294" fmla="*/ 5242949 w 7472601"/>
              <a:gd name="connsiteY294" fmla="*/ 6125175 h 6858000"/>
              <a:gd name="connsiteX295" fmla="*/ 5286321 w 7472601"/>
              <a:gd name="connsiteY295" fmla="*/ 6033555 h 6858000"/>
              <a:gd name="connsiteX296" fmla="*/ 5008210 w 7472601"/>
              <a:gd name="connsiteY296" fmla="*/ 6649194 h 6858000"/>
              <a:gd name="connsiteX297" fmla="*/ 4986321 w 7472601"/>
              <a:gd name="connsiteY297" fmla="*/ 6765687 h 6858000"/>
              <a:gd name="connsiteX298" fmla="*/ 4973474 w 7472601"/>
              <a:gd name="connsiteY298" fmla="*/ 6858000 h 6858000"/>
              <a:gd name="connsiteX299" fmla="*/ 4907178 w 7472601"/>
              <a:gd name="connsiteY299" fmla="*/ 6858000 h 6858000"/>
              <a:gd name="connsiteX300" fmla="*/ 4910810 w 7472601"/>
              <a:gd name="connsiteY300" fmla="*/ 6829660 h 6858000"/>
              <a:gd name="connsiteX301" fmla="*/ 4987461 w 7472601"/>
              <a:gd name="connsiteY301" fmla="*/ 6432994 h 6858000"/>
              <a:gd name="connsiteX302" fmla="*/ 5179262 w 7472601"/>
              <a:gd name="connsiteY302" fmla="*/ 6035044 h 6858000"/>
              <a:gd name="connsiteX303" fmla="*/ 4689678 w 7472601"/>
              <a:gd name="connsiteY303" fmla="*/ 6440241 h 6858000"/>
              <a:gd name="connsiteX304" fmla="*/ 4477543 w 7472601"/>
              <a:gd name="connsiteY304" fmla="*/ 6674836 h 6858000"/>
              <a:gd name="connsiteX305" fmla="*/ 4329957 w 7472601"/>
              <a:gd name="connsiteY305" fmla="*/ 6858000 h 6858000"/>
              <a:gd name="connsiteX306" fmla="*/ 4218595 w 7472601"/>
              <a:gd name="connsiteY306" fmla="*/ 6858000 h 6858000"/>
              <a:gd name="connsiteX307" fmla="*/ 4368888 w 7472601"/>
              <a:gd name="connsiteY307" fmla="*/ 6668412 h 6858000"/>
              <a:gd name="connsiteX308" fmla="*/ 4563091 w 7472601"/>
              <a:gd name="connsiteY308" fmla="*/ 6442508 h 6858000"/>
              <a:gd name="connsiteX309" fmla="*/ 5387324 w 7472601"/>
              <a:gd name="connsiteY309" fmla="*/ 5705830 h 6858000"/>
              <a:gd name="connsiteX310" fmla="*/ 5073620 w 7472601"/>
              <a:gd name="connsiteY310" fmla="*/ 5955437 h 6858000"/>
              <a:gd name="connsiteX311" fmla="*/ 4689789 w 7472601"/>
              <a:gd name="connsiteY311" fmla="*/ 6268382 h 6858000"/>
              <a:gd name="connsiteX312" fmla="*/ 4418722 w 7472601"/>
              <a:gd name="connsiteY312" fmla="*/ 6570886 h 6858000"/>
              <a:gd name="connsiteX313" fmla="*/ 4214944 w 7472601"/>
              <a:gd name="connsiteY313" fmla="*/ 6858000 h 6858000"/>
              <a:gd name="connsiteX314" fmla="*/ 4177898 w 7472601"/>
              <a:gd name="connsiteY314" fmla="*/ 6858000 h 6858000"/>
              <a:gd name="connsiteX315" fmla="*/ 4391597 w 7472601"/>
              <a:gd name="connsiteY315" fmla="*/ 6556370 h 6858000"/>
              <a:gd name="connsiteX316" fmla="*/ 4668889 w 7472601"/>
              <a:gd name="connsiteY316" fmla="*/ 6246399 h 6858000"/>
              <a:gd name="connsiteX317" fmla="*/ 5055427 w 7472601"/>
              <a:gd name="connsiteY317" fmla="*/ 5931476 h 6858000"/>
              <a:gd name="connsiteX318" fmla="*/ 5371814 w 7472601"/>
              <a:gd name="connsiteY318" fmla="*/ 5678975 h 6858000"/>
              <a:gd name="connsiteX319" fmla="*/ 4987918 w 7472601"/>
              <a:gd name="connsiteY319" fmla="*/ 5838701 h 6858000"/>
              <a:gd name="connsiteX320" fmla="*/ 4317146 w 7472601"/>
              <a:gd name="connsiteY320" fmla="*/ 6587716 h 6858000"/>
              <a:gd name="connsiteX321" fmla="*/ 4171627 w 7472601"/>
              <a:gd name="connsiteY321" fmla="*/ 6858000 h 6858000"/>
              <a:gd name="connsiteX322" fmla="*/ 4081585 w 7472601"/>
              <a:gd name="connsiteY322" fmla="*/ 6858000 h 6858000"/>
              <a:gd name="connsiteX323" fmla="*/ 4238603 w 7472601"/>
              <a:gd name="connsiteY323" fmla="*/ 6559341 h 6858000"/>
              <a:gd name="connsiteX324" fmla="*/ 4778333 w 7472601"/>
              <a:gd name="connsiteY324" fmla="*/ 5873626 h 6858000"/>
              <a:gd name="connsiteX325" fmla="*/ 5414185 w 7472601"/>
              <a:gd name="connsiteY325" fmla="*/ 5573882 h 6858000"/>
              <a:gd name="connsiteX326" fmla="*/ 5959648 w 7472601"/>
              <a:gd name="connsiteY326" fmla="*/ 4760797 h 6858000"/>
              <a:gd name="connsiteX327" fmla="*/ 5355019 w 7472601"/>
              <a:gd name="connsiteY327" fmla="*/ 4734672 h 6858000"/>
              <a:gd name="connsiteX328" fmla="*/ 5083565 w 7472601"/>
              <a:gd name="connsiteY328" fmla="*/ 5179121 h 6858000"/>
              <a:gd name="connsiteX329" fmla="*/ 4713577 w 7472601"/>
              <a:gd name="connsiteY329" fmla="*/ 5616803 h 6858000"/>
              <a:gd name="connsiteX330" fmla="*/ 3989559 w 7472601"/>
              <a:gd name="connsiteY330" fmla="*/ 6145945 h 6858000"/>
              <a:gd name="connsiteX331" fmla="*/ 3939824 w 7472601"/>
              <a:gd name="connsiteY331" fmla="*/ 6066900 h 6858000"/>
              <a:gd name="connsiteX332" fmla="*/ 4584537 w 7472601"/>
              <a:gd name="connsiteY332" fmla="*/ 5324826 h 6858000"/>
              <a:gd name="connsiteX333" fmla="*/ 5037105 w 7472601"/>
              <a:gd name="connsiteY333" fmla="*/ 5088765 h 6858000"/>
              <a:gd name="connsiteX334" fmla="*/ 5039930 w 7472601"/>
              <a:gd name="connsiteY334" fmla="*/ 5089585 h 6858000"/>
              <a:gd name="connsiteX335" fmla="*/ 5263764 w 7472601"/>
              <a:gd name="connsiteY335" fmla="*/ 4735525 h 6858000"/>
              <a:gd name="connsiteX336" fmla="*/ 4086300 w 7472601"/>
              <a:gd name="connsiteY336" fmla="*/ 4884599 h 6858000"/>
              <a:gd name="connsiteX337" fmla="*/ 4085485 w 7472601"/>
              <a:gd name="connsiteY337" fmla="*/ 4899070 h 6858000"/>
              <a:gd name="connsiteX338" fmla="*/ 3871915 w 7472601"/>
              <a:gd name="connsiteY338" fmla="*/ 5253645 h 6858000"/>
              <a:gd name="connsiteX339" fmla="*/ 3799374 w 7472601"/>
              <a:gd name="connsiteY339" fmla="*/ 5466127 h 6858000"/>
              <a:gd name="connsiteX340" fmla="*/ 3498850 w 7472601"/>
              <a:gd name="connsiteY340" fmla="*/ 6661888 h 6858000"/>
              <a:gd name="connsiteX341" fmla="*/ 3399216 w 7472601"/>
              <a:gd name="connsiteY341" fmla="*/ 6858000 h 6858000"/>
              <a:gd name="connsiteX342" fmla="*/ 3303688 w 7472601"/>
              <a:gd name="connsiteY342" fmla="*/ 6858000 h 6858000"/>
              <a:gd name="connsiteX343" fmla="*/ 3391774 w 7472601"/>
              <a:gd name="connsiteY343" fmla="*/ 6697181 h 6858000"/>
              <a:gd name="connsiteX344" fmla="*/ 3735540 w 7472601"/>
              <a:gd name="connsiteY344" fmla="*/ 5546923 h 6858000"/>
              <a:gd name="connsiteX345" fmla="*/ 3729438 w 7472601"/>
              <a:gd name="connsiteY345" fmla="*/ 5569058 h 6858000"/>
              <a:gd name="connsiteX346" fmla="*/ 3707782 w 7472601"/>
              <a:gd name="connsiteY346" fmla="*/ 5644908 h 6858000"/>
              <a:gd name="connsiteX347" fmla="*/ 3583827 w 7472601"/>
              <a:gd name="connsiteY347" fmla="*/ 6039215 h 6858000"/>
              <a:gd name="connsiteX348" fmla="*/ 3547861 w 7472601"/>
              <a:gd name="connsiteY348" fmla="*/ 6129609 h 6858000"/>
              <a:gd name="connsiteX349" fmla="*/ 3490905 w 7472601"/>
              <a:gd name="connsiteY349" fmla="*/ 6277660 h 6858000"/>
              <a:gd name="connsiteX350" fmla="*/ 3455859 w 7472601"/>
              <a:gd name="connsiteY350" fmla="*/ 6391301 h 6858000"/>
              <a:gd name="connsiteX351" fmla="*/ 3429112 w 7472601"/>
              <a:gd name="connsiteY351" fmla="*/ 6479469 h 6858000"/>
              <a:gd name="connsiteX352" fmla="*/ 3304862 w 7472601"/>
              <a:gd name="connsiteY352" fmla="*/ 6796476 h 6858000"/>
              <a:gd name="connsiteX353" fmla="*/ 3276071 w 7472601"/>
              <a:gd name="connsiteY353" fmla="*/ 6858000 h 6858000"/>
              <a:gd name="connsiteX354" fmla="*/ 3240805 w 7472601"/>
              <a:gd name="connsiteY354" fmla="*/ 6858000 h 6858000"/>
              <a:gd name="connsiteX355" fmla="*/ 3275917 w 7472601"/>
              <a:gd name="connsiteY355" fmla="*/ 6783192 h 6858000"/>
              <a:gd name="connsiteX356" fmla="*/ 3399358 w 7472601"/>
              <a:gd name="connsiteY356" fmla="*/ 6469011 h 6858000"/>
              <a:gd name="connsiteX357" fmla="*/ 3425650 w 7472601"/>
              <a:gd name="connsiteY357" fmla="*/ 6381333 h 6858000"/>
              <a:gd name="connsiteX358" fmla="*/ 3460661 w 7472601"/>
              <a:gd name="connsiteY358" fmla="*/ 6266763 h 6858000"/>
              <a:gd name="connsiteX359" fmla="*/ 3518021 w 7472601"/>
              <a:gd name="connsiteY359" fmla="*/ 6117298 h 6858000"/>
              <a:gd name="connsiteX360" fmla="*/ 3554035 w 7472601"/>
              <a:gd name="connsiteY360" fmla="*/ 6027832 h 6858000"/>
              <a:gd name="connsiteX361" fmla="*/ 3677174 w 7472601"/>
              <a:gd name="connsiteY361" fmla="*/ 5636351 h 6858000"/>
              <a:gd name="connsiteX362" fmla="*/ 3698819 w 7472601"/>
              <a:gd name="connsiteY362" fmla="*/ 5560503 h 6858000"/>
              <a:gd name="connsiteX363" fmla="*/ 3702094 w 7472601"/>
              <a:gd name="connsiteY363" fmla="*/ 5549194 h 6858000"/>
              <a:gd name="connsiteX364" fmla="*/ 3398355 w 7472601"/>
              <a:gd name="connsiteY364" fmla="*/ 6094603 h 6858000"/>
              <a:gd name="connsiteX365" fmla="*/ 3193941 w 7472601"/>
              <a:gd name="connsiteY365" fmla="*/ 6798775 h 6858000"/>
              <a:gd name="connsiteX366" fmla="*/ 3184140 w 7472601"/>
              <a:gd name="connsiteY366" fmla="*/ 6858000 h 6858000"/>
              <a:gd name="connsiteX367" fmla="*/ 3099978 w 7472601"/>
              <a:gd name="connsiteY367" fmla="*/ 6858000 h 6858000"/>
              <a:gd name="connsiteX368" fmla="*/ 3101556 w 7472601"/>
              <a:gd name="connsiteY368" fmla="*/ 6843337 h 6858000"/>
              <a:gd name="connsiteX369" fmla="*/ 3370162 w 7472601"/>
              <a:gd name="connsiteY369" fmla="*/ 5785550 h 6858000"/>
              <a:gd name="connsiteX370" fmla="*/ 3746477 w 7472601"/>
              <a:gd name="connsiteY370" fmla="*/ 5377889 h 6858000"/>
              <a:gd name="connsiteX371" fmla="*/ 3863399 w 7472601"/>
              <a:gd name="connsiteY371" fmla="*/ 5087257 h 6858000"/>
              <a:gd name="connsiteX372" fmla="*/ 3968712 w 7472601"/>
              <a:gd name="connsiteY372" fmla="*/ 4913989 h 6858000"/>
              <a:gd name="connsiteX373" fmla="*/ 2792390 w 7472601"/>
              <a:gd name="connsiteY373" fmla="*/ 5382974 h 6858000"/>
              <a:gd name="connsiteX374" fmla="*/ 2714982 w 7472601"/>
              <a:gd name="connsiteY374" fmla="*/ 5427051 h 6858000"/>
              <a:gd name="connsiteX375" fmla="*/ 2813361 w 7472601"/>
              <a:gd name="connsiteY375" fmla="*/ 6023912 h 6858000"/>
              <a:gd name="connsiteX376" fmla="*/ 2688430 w 7472601"/>
              <a:gd name="connsiteY376" fmla="*/ 6801564 h 6858000"/>
              <a:gd name="connsiteX377" fmla="*/ 2629626 w 7472601"/>
              <a:gd name="connsiteY377" fmla="*/ 6763394 h 6858000"/>
              <a:gd name="connsiteX378" fmla="*/ 2565328 w 7472601"/>
              <a:gd name="connsiteY378" fmla="*/ 5516399 h 6858000"/>
              <a:gd name="connsiteX379" fmla="*/ 1922999 w 7472601"/>
              <a:gd name="connsiteY379" fmla="*/ 5980343 h 6858000"/>
              <a:gd name="connsiteX380" fmla="*/ 1950261 w 7472601"/>
              <a:gd name="connsiteY380" fmla="*/ 6405858 h 6858000"/>
              <a:gd name="connsiteX381" fmla="*/ 2365554 w 7472601"/>
              <a:gd name="connsiteY381" fmla="*/ 6759107 h 6858000"/>
              <a:gd name="connsiteX382" fmla="*/ 2424142 w 7472601"/>
              <a:gd name="connsiteY382" fmla="*/ 6858000 h 6858000"/>
              <a:gd name="connsiteX383" fmla="*/ 2395994 w 7472601"/>
              <a:gd name="connsiteY383" fmla="*/ 6858000 h 6858000"/>
              <a:gd name="connsiteX384" fmla="*/ 2392863 w 7472601"/>
              <a:gd name="connsiteY384" fmla="*/ 6852964 h 6858000"/>
              <a:gd name="connsiteX385" fmla="*/ 2017589 w 7472601"/>
              <a:gd name="connsiteY385" fmla="*/ 6493982 h 6858000"/>
              <a:gd name="connsiteX386" fmla="*/ 2147336 w 7472601"/>
              <a:gd name="connsiteY386" fmla="*/ 6594052 h 6858000"/>
              <a:gd name="connsiteX387" fmla="*/ 2207047 w 7472601"/>
              <a:gd name="connsiteY387" fmla="*/ 6654540 h 6858000"/>
              <a:gd name="connsiteX388" fmla="*/ 2299106 w 7472601"/>
              <a:gd name="connsiteY388" fmla="*/ 6778931 h 6858000"/>
              <a:gd name="connsiteX389" fmla="*/ 2314430 w 7472601"/>
              <a:gd name="connsiteY389" fmla="*/ 6801144 h 6858000"/>
              <a:gd name="connsiteX390" fmla="*/ 2352406 w 7472601"/>
              <a:gd name="connsiteY390" fmla="*/ 6858000 h 6858000"/>
              <a:gd name="connsiteX391" fmla="*/ 2314492 w 7472601"/>
              <a:gd name="connsiteY391" fmla="*/ 6858000 h 6858000"/>
              <a:gd name="connsiteX392" fmla="*/ 2288095 w 7472601"/>
              <a:gd name="connsiteY392" fmla="*/ 6818030 h 6858000"/>
              <a:gd name="connsiteX393" fmla="*/ 2272768 w 7472601"/>
              <a:gd name="connsiteY393" fmla="*/ 6795822 h 6858000"/>
              <a:gd name="connsiteX394" fmla="*/ 2182715 w 7472601"/>
              <a:gd name="connsiteY394" fmla="*/ 6675071 h 6858000"/>
              <a:gd name="connsiteX395" fmla="*/ 2032061 w 7472601"/>
              <a:gd name="connsiteY395" fmla="*/ 6541380 h 6858000"/>
              <a:gd name="connsiteX396" fmla="*/ 2257220 w 7472601"/>
              <a:gd name="connsiteY396" fmla="*/ 6826257 h 6858000"/>
              <a:gd name="connsiteX397" fmla="*/ 2281324 w 7472601"/>
              <a:gd name="connsiteY397" fmla="*/ 6858000 h 6858000"/>
              <a:gd name="connsiteX398" fmla="*/ 2242860 w 7472601"/>
              <a:gd name="connsiteY398" fmla="*/ 6858000 h 6858000"/>
              <a:gd name="connsiteX399" fmla="*/ 2232818 w 7472601"/>
              <a:gd name="connsiteY399" fmla="*/ 6844926 h 6858000"/>
              <a:gd name="connsiteX400" fmla="*/ 1990172 w 7472601"/>
              <a:gd name="connsiteY400" fmla="*/ 6542121 h 6858000"/>
              <a:gd name="connsiteX401" fmla="*/ 2124090 w 7472601"/>
              <a:gd name="connsiteY401" fmla="*/ 6761017 h 6858000"/>
              <a:gd name="connsiteX402" fmla="*/ 2200380 w 7472601"/>
              <a:gd name="connsiteY402" fmla="*/ 6858000 h 6858000"/>
              <a:gd name="connsiteX403" fmla="*/ 2147507 w 7472601"/>
              <a:gd name="connsiteY403" fmla="*/ 6858000 h 6858000"/>
              <a:gd name="connsiteX404" fmla="*/ 2070668 w 7472601"/>
              <a:gd name="connsiteY404" fmla="*/ 6761520 h 6858000"/>
              <a:gd name="connsiteX405" fmla="*/ 1975142 w 7472601"/>
              <a:gd name="connsiteY405" fmla="*/ 6585570 h 6858000"/>
              <a:gd name="connsiteX406" fmla="*/ 2050035 w 7472601"/>
              <a:gd name="connsiteY406" fmla="*/ 6813345 h 6858000"/>
              <a:gd name="connsiteX407" fmla="*/ 2063025 w 7472601"/>
              <a:gd name="connsiteY407" fmla="*/ 6858000 h 6858000"/>
              <a:gd name="connsiteX408" fmla="*/ 2021675 w 7472601"/>
              <a:gd name="connsiteY408" fmla="*/ 6858000 h 6858000"/>
              <a:gd name="connsiteX409" fmla="*/ 2019308 w 7472601"/>
              <a:gd name="connsiteY409" fmla="*/ 6847118 h 6858000"/>
              <a:gd name="connsiteX410" fmla="*/ 1938835 w 7472601"/>
              <a:gd name="connsiteY410" fmla="*/ 6551160 h 6858000"/>
              <a:gd name="connsiteX411" fmla="*/ 1953230 w 7472601"/>
              <a:gd name="connsiteY411" fmla="*/ 6759699 h 6858000"/>
              <a:gd name="connsiteX412" fmla="*/ 1956763 w 7472601"/>
              <a:gd name="connsiteY412" fmla="*/ 6778191 h 6858000"/>
              <a:gd name="connsiteX413" fmla="*/ 1967925 w 7472601"/>
              <a:gd name="connsiteY413" fmla="*/ 6858000 h 6858000"/>
              <a:gd name="connsiteX414" fmla="*/ 1936622 w 7472601"/>
              <a:gd name="connsiteY414" fmla="*/ 6858000 h 6858000"/>
              <a:gd name="connsiteX415" fmla="*/ 1926261 w 7472601"/>
              <a:gd name="connsiteY415" fmla="*/ 6784064 h 6858000"/>
              <a:gd name="connsiteX416" fmla="*/ 1922724 w 7472601"/>
              <a:gd name="connsiteY416" fmla="*/ 6765577 h 6858000"/>
              <a:gd name="connsiteX417" fmla="*/ 1904650 w 7472601"/>
              <a:gd name="connsiteY417" fmla="*/ 6639616 h 6858000"/>
              <a:gd name="connsiteX418" fmla="*/ 1885273 w 7472601"/>
              <a:gd name="connsiteY418" fmla="*/ 6858000 h 6858000"/>
              <a:gd name="connsiteX419" fmla="*/ 1854363 w 7472601"/>
              <a:gd name="connsiteY419" fmla="*/ 6858000 h 6858000"/>
              <a:gd name="connsiteX420" fmla="*/ 1880391 w 7472601"/>
              <a:gd name="connsiteY420" fmla="*/ 6603796 h 6858000"/>
              <a:gd name="connsiteX421" fmla="*/ 1818273 w 7472601"/>
              <a:gd name="connsiteY421" fmla="*/ 6715729 h 6858000"/>
              <a:gd name="connsiteX422" fmla="*/ 1794691 w 7472601"/>
              <a:gd name="connsiteY422" fmla="*/ 6843239 h 6858000"/>
              <a:gd name="connsiteX423" fmla="*/ 1794914 w 7472601"/>
              <a:gd name="connsiteY423" fmla="*/ 6858000 h 6858000"/>
              <a:gd name="connsiteX424" fmla="*/ 1746128 w 7472601"/>
              <a:gd name="connsiteY424" fmla="*/ 6858000 h 6858000"/>
              <a:gd name="connsiteX425" fmla="*/ 1753934 w 7472601"/>
              <a:gd name="connsiteY425" fmla="*/ 6724796 h 6858000"/>
              <a:gd name="connsiteX426" fmla="*/ 1792053 w 7472601"/>
              <a:gd name="connsiteY426" fmla="*/ 6572396 h 6858000"/>
              <a:gd name="connsiteX427" fmla="*/ 1862248 w 7472601"/>
              <a:gd name="connsiteY427" fmla="*/ 6266397 h 6858000"/>
              <a:gd name="connsiteX428" fmla="*/ 1862250 w 7472601"/>
              <a:gd name="connsiteY428" fmla="*/ 6033531 h 6858000"/>
              <a:gd name="connsiteX429" fmla="*/ 1211999 w 7472601"/>
              <a:gd name="connsiteY429" fmla="*/ 6683610 h 6858000"/>
              <a:gd name="connsiteX430" fmla="*/ 1213266 w 7472601"/>
              <a:gd name="connsiteY430" fmla="*/ 6691947 h 6858000"/>
              <a:gd name="connsiteX431" fmla="*/ 1203370 w 7472601"/>
              <a:gd name="connsiteY431" fmla="*/ 6850676 h 6858000"/>
              <a:gd name="connsiteX432" fmla="*/ 1203671 w 7472601"/>
              <a:gd name="connsiteY432" fmla="*/ 6858000 h 6858000"/>
              <a:gd name="connsiteX433" fmla="*/ 1143180 w 7472601"/>
              <a:gd name="connsiteY433" fmla="*/ 6858000 h 6858000"/>
              <a:gd name="connsiteX434" fmla="*/ 1142176 w 7472601"/>
              <a:gd name="connsiteY434" fmla="*/ 6766045 h 6858000"/>
              <a:gd name="connsiteX435" fmla="*/ 1067484 w 7472601"/>
              <a:gd name="connsiteY435" fmla="*/ 6858000 h 6858000"/>
              <a:gd name="connsiteX436" fmla="*/ 953928 w 7472601"/>
              <a:gd name="connsiteY436" fmla="*/ 6858000 h 6858000"/>
              <a:gd name="connsiteX437" fmla="*/ 959715 w 7472601"/>
              <a:gd name="connsiteY437" fmla="*/ 6850185 h 6858000"/>
              <a:gd name="connsiteX438" fmla="*/ 1483788 w 7472601"/>
              <a:gd name="connsiteY438" fmla="*/ 6259174 h 6858000"/>
              <a:gd name="connsiteX439" fmla="*/ 1100671 w 7472601"/>
              <a:gd name="connsiteY439" fmla="*/ 6252137 h 6858000"/>
              <a:gd name="connsiteX440" fmla="*/ 1090144 w 7472601"/>
              <a:gd name="connsiteY440" fmla="*/ 6256748 h 6858000"/>
              <a:gd name="connsiteX441" fmla="*/ 1095872 w 7472601"/>
              <a:gd name="connsiteY441" fmla="*/ 6271892 h 6858000"/>
              <a:gd name="connsiteX442" fmla="*/ 262785 w 7472601"/>
              <a:gd name="connsiteY442" fmla="*/ 6845450 h 6858000"/>
              <a:gd name="connsiteX443" fmla="*/ 209968 w 7472601"/>
              <a:gd name="connsiteY443" fmla="*/ 6770713 h 6858000"/>
              <a:gd name="connsiteX444" fmla="*/ 873460 w 7472601"/>
              <a:gd name="connsiteY444" fmla="*/ 6253768 h 6858000"/>
              <a:gd name="connsiteX445" fmla="*/ 192686 w 7472601"/>
              <a:gd name="connsiteY445" fmla="*/ 5849257 h 6858000"/>
              <a:gd name="connsiteX446" fmla="*/ 4696 w 7472601"/>
              <a:gd name="connsiteY446" fmla="*/ 5697668 h 6858000"/>
              <a:gd name="connsiteX447" fmla="*/ 0 w 7472601"/>
              <a:gd name="connsiteY447" fmla="*/ 5689984 h 6858000"/>
              <a:gd name="connsiteX448" fmla="*/ 0 w 7472601"/>
              <a:gd name="connsiteY448" fmla="*/ 5513472 h 6858000"/>
              <a:gd name="connsiteX449" fmla="*/ 174101 w 7472601"/>
              <a:gd name="connsiteY449" fmla="*/ 5620277 h 6858000"/>
              <a:gd name="connsiteX450" fmla="*/ 891800 w 7472601"/>
              <a:gd name="connsiteY450" fmla="*/ 6036935 h 6858000"/>
              <a:gd name="connsiteX451" fmla="*/ 1072219 w 7472601"/>
              <a:gd name="connsiteY451" fmla="*/ 6169443 h 6858000"/>
              <a:gd name="connsiteX452" fmla="*/ 1074117 w 7472601"/>
              <a:gd name="connsiteY452" fmla="*/ 6170301 h 6858000"/>
              <a:gd name="connsiteX453" fmla="*/ 1083114 w 7472601"/>
              <a:gd name="connsiteY453" fmla="*/ 6174131 h 6858000"/>
              <a:gd name="connsiteX454" fmla="*/ 1543010 w 7472601"/>
              <a:gd name="connsiteY454" fmla="*/ 6191140 h 6858000"/>
              <a:gd name="connsiteX455" fmla="*/ 1551080 w 7472601"/>
              <a:gd name="connsiteY455" fmla="*/ 6195006 h 6858000"/>
              <a:gd name="connsiteX456" fmla="*/ 2345443 w 7472601"/>
              <a:gd name="connsiteY456" fmla="*/ 5549882 h 6858000"/>
              <a:gd name="connsiteX457" fmla="*/ 1721499 w 7472601"/>
              <a:gd name="connsiteY457" fmla="*/ 5599969 h 6858000"/>
              <a:gd name="connsiteX458" fmla="*/ 767716 w 7472601"/>
              <a:gd name="connsiteY458" fmla="*/ 5472768 h 6858000"/>
              <a:gd name="connsiteX459" fmla="*/ 722147 w 7472601"/>
              <a:gd name="connsiteY459" fmla="*/ 5393091 h 6858000"/>
              <a:gd name="connsiteX460" fmla="*/ 1485552 w 7472601"/>
              <a:gd name="connsiteY460" fmla="*/ 5313202 h 6858000"/>
              <a:gd name="connsiteX461" fmla="*/ 2143004 w 7472601"/>
              <a:gd name="connsiteY461" fmla="*/ 5402420 h 6858000"/>
              <a:gd name="connsiteX462" fmla="*/ 1933391 w 7472601"/>
              <a:gd name="connsiteY462" fmla="*/ 5156971 h 6858000"/>
              <a:gd name="connsiteX463" fmla="*/ 1827118 w 7472601"/>
              <a:gd name="connsiteY463" fmla="*/ 4968410 h 6858000"/>
              <a:gd name="connsiteX464" fmla="*/ 1837349 w 7472601"/>
              <a:gd name="connsiteY464" fmla="*/ 4956357 h 6858000"/>
              <a:gd name="connsiteX465" fmla="*/ 2162835 w 7472601"/>
              <a:gd name="connsiteY465" fmla="*/ 5187853 h 6858000"/>
              <a:gd name="connsiteX466" fmla="*/ 2257167 w 7472601"/>
              <a:gd name="connsiteY466" fmla="*/ 5462123 h 6858000"/>
              <a:gd name="connsiteX467" fmla="*/ 2261598 w 7472601"/>
              <a:gd name="connsiteY467" fmla="*/ 5467998 h 6858000"/>
              <a:gd name="connsiteX468" fmla="*/ 2437177 w 7472601"/>
              <a:gd name="connsiteY468" fmla="*/ 5479608 h 6858000"/>
              <a:gd name="connsiteX469" fmla="*/ 2445247 w 7472601"/>
              <a:gd name="connsiteY469" fmla="*/ 5483476 h 6858000"/>
              <a:gd name="connsiteX470" fmla="*/ 2743626 w 7472601"/>
              <a:gd name="connsiteY470" fmla="*/ 5304819 h 6858000"/>
              <a:gd name="connsiteX471" fmla="*/ 3048102 w 7472601"/>
              <a:gd name="connsiteY471" fmla="*/ 5150595 h 6858000"/>
              <a:gd name="connsiteX472" fmla="*/ 1799414 w 7472601"/>
              <a:gd name="connsiteY472" fmla="*/ 4694732 h 6858000"/>
              <a:gd name="connsiteX473" fmla="*/ 1771735 w 7472601"/>
              <a:gd name="connsiteY473" fmla="*/ 4619929 h 6858000"/>
              <a:gd name="connsiteX474" fmla="*/ 3104273 w 7472601"/>
              <a:gd name="connsiteY474" fmla="*/ 5076159 h 6858000"/>
              <a:gd name="connsiteX475" fmla="*/ 3113245 w 7472601"/>
              <a:gd name="connsiteY475" fmla="*/ 5090705 h 6858000"/>
              <a:gd name="connsiteX476" fmla="*/ 3126294 w 7472601"/>
              <a:gd name="connsiteY476" fmla="*/ 5114400 h 6858000"/>
              <a:gd name="connsiteX477" fmla="*/ 3937433 w 7472601"/>
              <a:gd name="connsiteY477" fmla="*/ 4830473 h 6858000"/>
              <a:gd name="connsiteX478" fmla="*/ 3590475 w 7472601"/>
              <a:gd name="connsiteY478" fmla="*/ 4597974 h 6858000"/>
              <a:gd name="connsiteX479" fmla="*/ 3100264 w 7472601"/>
              <a:gd name="connsiteY479" fmla="*/ 4579845 h 6858000"/>
              <a:gd name="connsiteX480" fmla="*/ 2183576 w 7472601"/>
              <a:gd name="connsiteY480" fmla="*/ 4227150 h 6858000"/>
              <a:gd name="connsiteX481" fmla="*/ 2151029 w 7472601"/>
              <a:gd name="connsiteY481" fmla="*/ 4146947 h 6858000"/>
              <a:gd name="connsiteX482" fmla="*/ 3563434 w 7472601"/>
              <a:gd name="connsiteY482" fmla="*/ 4469115 h 6858000"/>
              <a:gd name="connsiteX483" fmla="*/ 3177952 w 7472601"/>
              <a:gd name="connsiteY483" fmla="*/ 3657386 h 6858000"/>
              <a:gd name="connsiteX484" fmla="*/ 3189263 w 7472601"/>
              <a:gd name="connsiteY484" fmla="*/ 3625726 h 6858000"/>
              <a:gd name="connsiteX485" fmla="*/ 3560912 w 7472601"/>
              <a:gd name="connsiteY485" fmla="*/ 4079863 h 6858000"/>
              <a:gd name="connsiteX486" fmla="*/ 3626636 w 7472601"/>
              <a:gd name="connsiteY486" fmla="*/ 4512230 h 6858000"/>
              <a:gd name="connsiteX487" fmla="*/ 3653088 w 7472601"/>
              <a:gd name="connsiteY487" fmla="*/ 4521417 h 6858000"/>
              <a:gd name="connsiteX488" fmla="*/ 3988128 w 7472601"/>
              <a:gd name="connsiteY488" fmla="*/ 4817267 h 6858000"/>
              <a:gd name="connsiteX489" fmla="*/ 4830582 w 7472601"/>
              <a:gd name="connsiteY489" fmla="*/ 4676000 h 6858000"/>
              <a:gd name="connsiteX490" fmla="*/ 4830100 w 7472601"/>
              <a:gd name="connsiteY490" fmla="*/ 4675554 h 6858000"/>
              <a:gd name="connsiteX491" fmla="*/ 4036318 w 7472601"/>
              <a:gd name="connsiteY491" fmla="*/ 4147013 h 6858000"/>
              <a:gd name="connsiteX492" fmla="*/ 3432098 w 7472601"/>
              <a:gd name="connsiteY492" fmla="*/ 3537312 h 6858000"/>
              <a:gd name="connsiteX493" fmla="*/ 3446761 w 7472601"/>
              <a:gd name="connsiteY493" fmla="*/ 3461278 h 6858000"/>
              <a:gd name="connsiteX494" fmla="*/ 4419733 w 7472601"/>
              <a:gd name="connsiteY494" fmla="*/ 3963555 h 6858000"/>
              <a:gd name="connsiteX495" fmla="*/ 4781371 w 7472601"/>
              <a:gd name="connsiteY495" fmla="*/ 4458604 h 6858000"/>
              <a:gd name="connsiteX496" fmla="*/ 4780440 w 7472601"/>
              <a:gd name="connsiteY496" fmla="*/ 4470290 h 6858000"/>
              <a:gd name="connsiteX497" fmla="*/ 4898954 w 7472601"/>
              <a:gd name="connsiteY497" fmla="*/ 4662092 h 6858000"/>
              <a:gd name="connsiteX498" fmla="*/ 4900699 w 7472601"/>
              <a:gd name="connsiteY498" fmla="*/ 4670867 h 6858000"/>
              <a:gd name="connsiteX499" fmla="*/ 5714511 w 7472601"/>
              <a:gd name="connsiteY499" fmla="*/ 4663483 h 6858000"/>
              <a:gd name="connsiteX500" fmla="*/ 5464793 w 7472601"/>
              <a:gd name="connsiteY500" fmla="*/ 4393556 h 6858000"/>
              <a:gd name="connsiteX501" fmla="*/ 5461897 w 7472601"/>
              <a:gd name="connsiteY501" fmla="*/ 4390879 h 6858000"/>
              <a:gd name="connsiteX502" fmla="*/ 4294126 w 7472601"/>
              <a:gd name="connsiteY502" fmla="*/ 3303048 h 6858000"/>
              <a:gd name="connsiteX503" fmla="*/ 4305321 w 7472601"/>
              <a:gd name="connsiteY503" fmla="*/ 3256953 h 6858000"/>
              <a:gd name="connsiteX504" fmla="*/ 4949299 w 7472601"/>
              <a:gd name="connsiteY504" fmla="*/ 3766336 h 6858000"/>
              <a:gd name="connsiteX505" fmla="*/ 5291452 w 7472601"/>
              <a:gd name="connsiteY505" fmla="*/ 4076801 h 6858000"/>
              <a:gd name="connsiteX506" fmla="*/ 5434998 w 7472601"/>
              <a:gd name="connsiteY506" fmla="*/ 4254100 h 6858000"/>
              <a:gd name="connsiteX507" fmla="*/ 5351015 w 7472601"/>
              <a:gd name="connsiteY507" fmla="*/ 3760989 h 6858000"/>
              <a:gd name="connsiteX508" fmla="*/ 5413780 w 7472601"/>
              <a:gd name="connsiteY508" fmla="*/ 2966265 h 6858000"/>
              <a:gd name="connsiteX509" fmla="*/ 5425627 w 7472601"/>
              <a:gd name="connsiteY509" fmla="*/ 2954192 h 6858000"/>
              <a:gd name="connsiteX510" fmla="*/ 6604735 w 7472601"/>
              <a:gd name="connsiteY510" fmla="*/ 2041381 h 6858000"/>
              <a:gd name="connsiteX511" fmla="*/ 7204487 w 7472601"/>
              <a:gd name="connsiteY511" fmla="*/ 2742112 h 6858000"/>
              <a:gd name="connsiteX512" fmla="*/ 7131592 w 7472601"/>
              <a:gd name="connsiteY512" fmla="*/ 2672096 h 6858000"/>
              <a:gd name="connsiteX513" fmla="*/ 6996344 w 7472601"/>
              <a:gd name="connsiteY513" fmla="*/ 2518310 h 6858000"/>
              <a:gd name="connsiteX514" fmla="*/ 6735495 w 7472601"/>
              <a:gd name="connsiteY514" fmla="*/ 2196890 h 6858000"/>
              <a:gd name="connsiteX515" fmla="*/ 6721901 w 7472601"/>
              <a:gd name="connsiteY515" fmla="*/ 2179274 h 6858000"/>
              <a:gd name="connsiteX516" fmla="*/ 6604735 w 7472601"/>
              <a:gd name="connsiteY516" fmla="*/ 2041381 h 6858000"/>
              <a:gd name="connsiteX517" fmla="*/ 6591670 w 7472601"/>
              <a:gd name="connsiteY517" fmla="*/ 1988277 h 6858000"/>
              <a:gd name="connsiteX518" fmla="*/ 6747349 w 7472601"/>
              <a:gd name="connsiteY518" fmla="*/ 2160069 h 6858000"/>
              <a:gd name="connsiteX519" fmla="*/ 6760943 w 7472601"/>
              <a:gd name="connsiteY519" fmla="*/ 2177686 h 6858000"/>
              <a:gd name="connsiteX520" fmla="*/ 7021065 w 7472601"/>
              <a:gd name="connsiteY520" fmla="*/ 2498102 h 6858000"/>
              <a:gd name="connsiteX521" fmla="*/ 7155223 w 7472601"/>
              <a:gd name="connsiteY521" fmla="*/ 2650386 h 6858000"/>
              <a:gd name="connsiteX522" fmla="*/ 7203167 w 7472601"/>
              <a:gd name="connsiteY522" fmla="*/ 2697288 h 6858000"/>
              <a:gd name="connsiteX523" fmla="*/ 6937703 w 7472601"/>
              <a:gd name="connsiteY523" fmla="*/ 2321981 h 6858000"/>
              <a:gd name="connsiteX524" fmla="*/ 6591670 w 7472601"/>
              <a:gd name="connsiteY524" fmla="*/ 1988277 h 6858000"/>
              <a:gd name="connsiteX525" fmla="*/ 5798671 w 7472601"/>
              <a:gd name="connsiteY525" fmla="*/ 1981601 h 6858000"/>
              <a:gd name="connsiteX526" fmla="*/ 5754709 w 7472601"/>
              <a:gd name="connsiteY526" fmla="*/ 2071454 h 6858000"/>
              <a:gd name="connsiteX527" fmla="*/ 5763044 w 7472601"/>
              <a:gd name="connsiteY527" fmla="*/ 2842206 h 6858000"/>
              <a:gd name="connsiteX528" fmla="*/ 5764974 w 7472601"/>
              <a:gd name="connsiteY528" fmla="*/ 2799609 h 6858000"/>
              <a:gd name="connsiteX529" fmla="*/ 5767665 w 7472601"/>
              <a:gd name="connsiteY529" fmla="*/ 2666409 h 6858000"/>
              <a:gd name="connsiteX530" fmla="*/ 5763055 w 7472601"/>
              <a:gd name="connsiteY530" fmla="*/ 2579705 h 6858000"/>
              <a:gd name="connsiteX531" fmla="*/ 5758079 w 7472601"/>
              <a:gd name="connsiteY531" fmla="*/ 2492508 h 6858000"/>
              <a:gd name="connsiteX532" fmla="*/ 5779325 w 7472601"/>
              <a:gd name="connsiteY532" fmla="*/ 2197069 h 6858000"/>
              <a:gd name="connsiteX533" fmla="*/ 5798671 w 7472601"/>
              <a:gd name="connsiteY533" fmla="*/ 1981601 h 6858000"/>
              <a:gd name="connsiteX534" fmla="*/ 5829202 w 7472601"/>
              <a:gd name="connsiteY534" fmla="*/ 1971679 h 6858000"/>
              <a:gd name="connsiteX535" fmla="*/ 5809558 w 7472601"/>
              <a:gd name="connsiteY535" fmla="*/ 2198043 h 6858000"/>
              <a:gd name="connsiteX536" fmla="*/ 5788653 w 7472601"/>
              <a:gd name="connsiteY536" fmla="*/ 2489430 h 6858000"/>
              <a:gd name="connsiteX537" fmla="*/ 5793439 w 7472601"/>
              <a:gd name="connsiteY537" fmla="*/ 2575235 h 6858000"/>
              <a:gd name="connsiteX538" fmla="*/ 5796837 w 7472601"/>
              <a:gd name="connsiteY538" fmla="*/ 2637633 h 6858000"/>
              <a:gd name="connsiteX539" fmla="*/ 5818614 w 7472601"/>
              <a:gd name="connsiteY539" fmla="*/ 2473055 h 6858000"/>
              <a:gd name="connsiteX540" fmla="*/ 5829202 w 7472601"/>
              <a:gd name="connsiteY540" fmla="*/ 1971679 h 6858000"/>
              <a:gd name="connsiteX541" fmla="*/ 5911389 w 7472601"/>
              <a:gd name="connsiteY541" fmla="*/ 1898371 h 6858000"/>
              <a:gd name="connsiteX542" fmla="*/ 6237627 w 7472601"/>
              <a:gd name="connsiteY542" fmla="*/ 2231921 h 6858000"/>
              <a:gd name="connsiteX543" fmla="*/ 5911389 w 7472601"/>
              <a:gd name="connsiteY543" fmla="*/ 1898371 h 6858000"/>
              <a:gd name="connsiteX544" fmla="*/ 6944437 w 7472601"/>
              <a:gd name="connsiteY544" fmla="*/ 1575402 h 6858000"/>
              <a:gd name="connsiteX545" fmla="*/ 6304730 w 7472601"/>
              <a:gd name="connsiteY545" fmla="*/ 1766654 h 6858000"/>
              <a:gd name="connsiteX546" fmla="*/ 6944437 w 7472601"/>
              <a:gd name="connsiteY546" fmla="*/ 1575402 h 6858000"/>
              <a:gd name="connsiteX547" fmla="*/ 7019523 w 7472601"/>
              <a:gd name="connsiteY547" fmla="*/ 1519450 h 6858000"/>
              <a:gd name="connsiteX548" fmla="*/ 6298091 w 7472601"/>
              <a:gd name="connsiteY548" fmla="*/ 1737122 h 6858000"/>
              <a:gd name="connsiteX549" fmla="*/ 7019523 w 7472601"/>
              <a:gd name="connsiteY549" fmla="*/ 1519450 h 6858000"/>
              <a:gd name="connsiteX550" fmla="*/ 2399523 w 7472601"/>
              <a:gd name="connsiteY550" fmla="*/ 1428234 h 6858000"/>
              <a:gd name="connsiteX551" fmla="*/ 2224982 w 7472601"/>
              <a:gd name="connsiteY551" fmla="*/ 1826201 h 6858000"/>
              <a:gd name="connsiteX552" fmla="*/ 2096099 w 7472601"/>
              <a:gd name="connsiteY552" fmla="*/ 2345900 h 6858000"/>
              <a:gd name="connsiteX553" fmla="*/ 2283317 w 7472601"/>
              <a:gd name="connsiteY553" fmla="*/ 1796925 h 6858000"/>
              <a:gd name="connsiteX554" fmla="*/ 2399523 w 7472601"/>
              <a:gd name="connsiteY554" fmla="*/ 1428234 h 6858000"/>
              <a:gd name="connsiteX555" fmla="*/ 2448558 w 7472601"/>
              <a:gd name="connsiteY555" fmla="*/ 1373435 h 6858000"/>
              <a:gd name="connsiteX556" fmla="*/ 2312521 w 7472601"/>
              <a:gd name="connsiteY556" fmla="*/ 1806140 h 6858000"/>
              <a:gd name="connsiteX557" fmla="*/ 2127533 w 7472601"/>
              <a:gd name="connsiteY557" fmla="*/ 2348380 h 6858000"/>
              <a:gd name="connsiteX558" fmla="*/ 2358080 w 7472601"/>
              <a:gd name="connsiteY558" fmla="*/ 1866134 h 6858000"/>
              <a:gd name="connsiteX559" fmla="*/ 2407436 w 7472601"/>
              <a:gd name="connsiteY559" fmla="*/ 1651070 h 6858000"/>
              <a:gd name="connsiteX560" fmla="*/ 2448558 w 7472601"/>
              <a:gd name="connsiteY560" fmla="*/ 1373435 h 6858000"/>
              <a:gd name="connsiteX561" fmla="*/ 278707 w 7472601"/>
              <a:gd name="connsiteY561" fmla="*/ 1352270 h 6858000"/>
              <a:gd name="connsiteX562" fmla="*/ 321570 w 7472601"/>
              <a:gd name="connsiteY562" fmla="*/ 1861610 h 6858000"/>
              <a:gd name="connsiteX563" fmla="*/ 294281 w 7472601"/>
              <a:gd name="connsiteY563" fmla="*/ 1440658 h 6858000"/>
              <a:gd name="connsiteX564" fmla="*/ 278707 w 7472601"/>
              <a:gd name="connsiteY564" fmla="*/ 1352270 h 6858000"/>
              <a:gd name="connsiteX565" fmla="*/ 1423821 w 7472601"/>
              <a:gd name="connsiteY565" fmla="*/ 1351958 h 6858000"/>
              <a:gd name="connsiteX566" fmla="*/ 1638521 w 7472601"/>
              <a:gd name="connsiteY566" fmla="*/ 1908470 h 6858000"/>
              <a:gd name="connsiteX567" fmla="*/ 1754199 w 7472601"/>
              <a:gd name="connsiteY567" fmla="*/ 2149284 h 6858000"/>
              <a:gd name="connsiteX568" fmla="*/ 1908359 w 7472601"/>
              <a:gd name="connsiteY568" fmla="*/ 2364988 h 6858000"/>
              <a:gd name="connsiteX569" fmla="*/ 1647661 w 7472601"/>
              <a:gd name="connsiteY569" fmla="*/ 1825945 h 6858000"/>
              <a:gd name="connsiteX570" fmla="*/ 1423821 w 7472601"/>
              <a:gd name="connsiteY570" fmla="*/ 1351958 h 6858000"/>
              <a:gd name="connsiteX571" fmla="*/ 1431890 w 7472601"/>
              <a:gd name="connsiteY571" fmla="*/ 1306475 h 6858000"/>
              <a:gd name="connsiteX572" fmla="*/ 1507597 w 7472601"/>
              <a:gd name="connsiteY572" fmla="*/ 1446132 h 6858000"/>
              <a:gd name="connsiteX573" fmla="*/ 1674586 w 7472601"/>
              <a:gd name="connsiteY573" fmla="*/ 1813832 h 6858000"/>
              <a:gd name="connsiteX574" fmla="*/ 1815950 w 7472601"/>
              <a:gd name="connsiteY574" fmla="*/ 2128564 h 6858000"/>
              <a:gd name="connsiteX575" fmla="*/ 1984242 w 7472601"/>
              <a:gd name="connsiteY575" fmla="*/ 2430829 h 6858000"/>
              <a:gd name="connsiteX576" fmla="*/ 2014023 w 7472601"/>
              <a:gd name="connsiteY576" fmla="*/ 2450995 h 6858000"/>
              <a:gd name="connsiteX577" fmla="*/ 1747337 w 7472601"/>
              <a:gd name="connsiteY577" fmla="*/ 1855264 h 6858000"/>
              <a:gd name="connsiteX578" fmla="*/ 1533749 w 7472601"/>
              <a:gd name="connsiteY578" fmla="*/ 1478656 h 6858000"/>
              <a:gd name="connsiteX579" fmla="*/ 1431890 w 7472601"/>
              <a:gd name="connsiteY579" fmla="*/ 1306475 h 6858000"/>
              <a:gd name="connsiteX580" fmla="*/ 5052692 w 7472601"/>
              <a:gd name="connsiteY580" fmla="*/ 1292994 h 6858000"/>
              <a:gd name="connsiteX581" fmla="*/ 5200661 w 7472601"/>
              <a:gd name="connsiteY581" fmla="*/ 1635186 h 6858000"/>
              <a:gd name="connsiteX582" fmla="*/ 5297138 w 7472601"/>
              <a:gd name="connsiteY582" fmla="*/ 1906351 h 6858000"/>
              <a:gd name="connsiteX583" fmla="*/ 5052692 w 7472601"/>
              <a:gd name="connsiteY583" fmla="*/ 1292994 h 6858000"/>
              <a:gd name="connsiteX584" fmla="*/ 5009948 w 7472601"/>
              <a:gd name="connsiteY584" fmla="*/ 1273619 h 6858000"/>
              <a:gd name="connsiteX585" fmla="*/ 5121777 w 7472601"/>
              <a:gd name="connsiteY585" fmla="*/ 1654213 h 6858000"/>
              <a:gd name="connsiteX586" fmla="*/ 5293545 w 7472601"/>
              <a:gd name="connsiteY586" fmla="*/ 2072247 h 6858000"/>
              <a:gd name="connsiteX587" fmla="*/ 5294042 w 7472601"/>
              <a:gd name="connsiteY587" fmla="*/ 2065019 h 6858000"/>
              <a:gd name="connsiteX588" fmla="*/ 5171936 w 7472601"/>
              <a:gd name="connsiteY588" fmla="*/ 1647613 h 6858000"/>
              <a:gd name="connsiteX589" fmla="*/ 5009948 w 7472601"/>
              <a:gd name="connsiteY589" fmla="*/ 1273619 h 6858000"/>
              <a:gd name="connsiteX590" fmla="*/ 655236 w 7472601"/>
              <a:gd name="connsiteY590" fmla="*/ 1268632 h 6858000"/>
              <a:gd name="connsiteX591" fmla="*/ 839521 w 7472601"/>
              <a:gd name="connsiteY591" fmla="*/ 1685315 h 6858000"/>
              <a:gd name="connsiteX592" fmla="*/ 1109416 w 7472601"/>
              <a:gd name="connsiteY592" fmla="*/ 2061663 h 6858000"/>
              <a:gd name="connsiteX593" fmla="*/ 1298300 w 7472601"/>
              <a:gd name="connsiteY593" fmla="*/ 2247742 h 6858000"/>
              <a:gd name="connsiteX594" fmla="*/ 1125871 w 7472601"/>
              <a:gd name="connsiteY594" fmla="*/ 1989513 h 6858000"/>
              <a:gd name="connsiteX595" fmla="*/ 981574 w 7472601"/>
              <a:gd name="connsiteY595" fmla="*/ 1783157 h 6858000"/>
              <a:gd name="connsiteX596" fmla="*/ 922198 w 7472601"/>
              <a:gd name="connsiteY596" fmla="*/ 1677437 h 6858000"/>
              <a:gd name="connsiteX597" fmla="*/ 869293 w 7472601"/>
              <a:gd name="connsiteY597" fmla="*/ 1583214 h 6858000"/>
              <a:gd name="connsiteX598" fmla="*/ 751431 w 7472601"/>
              <a:gd name="connsiteY598" fmla="*/ 1405731 h 6858000"/>
              <a:gd name="connsiteX599" fmla="*/ 655236 w 7472601"/>
              <a:gd name="connsiteY599" fmla="*/ 1268632 h 6858000"/>
              <a:gd name="connsiteX600" fmla="*/ 6516292 w 7472601"/>
              <a:gd name="connsiteY600" fmla="*/ 1263064 h 6858000"/>
              <a:gd name="connsiteX601" fmla="*/ 5736320 w 7472601"/>
              <a:gd name="connsiteY601" fmla="*/ 1501803 h 6858000"/>
              <a:gd name="connsiteX602" fmla="*/ 6516292 w 7472601"/>
              <a:gd name="connsiteY602" fmla="*/ 1263064 h 6858000"/>
              <a:gd name="connsiteX603" fmla="*/ 291466 w 7472601"/>
              <a:gd name="connsiteY603" fmla="*/ 1250369 h 6858000"/>
              <a:gd name="connsiteX604" fmla="*/ 323180 w 7472601"/>
              <a:gd name="connsiteY604" fmla="*/ 1435283 h 6858000"/>
              <a:gd name="connsiteX605" fmla="*/ 349381 w 7472601"/>
              <a:gd name="connsiteY605" fmla="*/ 1875041 h 6858000"/>
              <a:gd name="connsiteX606" fmla="*/ 374363 w 7472601"/>
              <a:gd name="connsiteY606" fmla="*/ 1506494 h 6858000"/>
              <a:gd name="connsiteX607" fmla="*/ 302168 w 7472601"/>
              <a:gd name="connsiteY607" fmla="*/ 1274495 h 6858000"/>
              <a:gd name="connsiteX608" fmla="*/ 291466 w 7472601"/>
              <a:gd name="connsiteY608" fmla="*/ 1250369 h 6858000"/>
              <a:gd name="connsiteX609" fmla="*/ 678222 w 7472601"/>
              <a:gd name="connsiteY609" fmla="*/ 1248670 h 6858000"/>
              <a:gd name="connsiteX610" fmla="*/ 775536 w 7472601"/>
              <a:gd name="connsiteY610" fmla="*/ 1388015 h 6858000"/>
              <a:gd name="connsiteX611" fmla="*/ 894529 w 7472601"/>
              <a:gd name="connsiteY611" fmla="*/ 1567739 h 6858000"/>
              <a:gd name="connsiteX612" fmla="*/ 948000 w 7472601"/>
              <a:gd name="connsiteY612" fmla="*/ 1663088 h 6858000"/>
              <a:gd name="connsiteX613" fmla="*/ 1006812 w 7472601"/>
              <a:gd name="connsiteY613" fmla="*/ 1767683 h 6858000"/>
              <a:gd name="connsiteX614" fmla="*/ 1149133 w 7472601"/>
              <a:gd name="connsiteY614" fmla="*/ 1971513 h 6858000"/>
              <a:gd name="connsiteX615" fmla="*/ 1333952 w 7472601"/>
              <a:gd name="connsiteY615" fmla="*/ 2251620 h 6858000"/>
              <a:gd name="connsiteX616" fmla="*/ 1337329 w 7472601"/>
              <a:gd name="connsiteY616" fmla="*/ 2258350 h 6858000"/>
              <a:gd name="connsiteX617" fmla="*/ 1014726 w 7472601"/>
              <a:gd name="connsiteY617" fmla="*/ 1615556 h 6858000"/>
              <a:gd name="connsiteX618" fmla="*/ 678222 w 7472601"/>
              <a:gd name="connsiteY618" fmla="*/ 1248670 h 6858000"/>
              <a:gd name="connsiteX619" fmla="*/ 6691602 w 7472601"/>
              <a:gd name="connsiteY619" fmla="*/ 1140573 h 6858000"/>
              <a:gd name="connsiteX620" fmla="*/ 6571100 w 7472601"/>
              <a:gd name="connsiteY620" fmla="*/ 1183662 h 6858000"/>
              <a:gd name="connsiteX621" fmla="*/ 6241687 w 7472601"/>
              <a:gd name="connsiteY621" fmla="*/ 1257600 h 6858000"/>
              <a:gd name="connsiteX622" fmla="*/ 5693009 w 7472601"/>
              <a:gd name="connsiteY622" fmla="*/ 1478256 h 6858000"/>
              <a:gd name="connsiteX623" fmla="*/ 6548420 w 7472601"/>
              <a:gd name="connsiteY623" fmla="*/ 1214599 h 6858000"/>
              <a:gd name="connsiteX624" fmla="*/ 6605473 w 7472601"/>
              <a:gd name="connsiteY624" fmla="*/ 1184686 h 6858000"/>
              <a:gd name="connsiteX625" fmla="*/ 6691602 w 7472601"/>
              <a:gd name="connsiteY625" fmla="*/ 1140573 h 6858000"/>
              <a:gd name="connsiteX626" fmla="*/ 4002475 w 7472601"/>
              <a:gd name="connsiteY626" fmla="*/ 1037802 h 6858000"/>
              <a:gd name="connsiteX627" fmla="*/ 4000324 w 7472601"/>
              <a:gd name="connsiteY627" fmla="*/ 1039362 h 6858000"/>
              <a:gd name="connsiteX628" fmla="*/ 4002862 w 7472601"/>
              <a:gd name="connsiteY628" fmla="*/ 1042866 h 6858000"/>
              <a:gd name="connsiteX629" fmla="*/ 4002475 w 7472601"/>
              <a:gd name="connsiteY629" fmla="*/ 1037802 h 6858000"/>
              <a:gd name="connsiteX630" fmla="*/ 506322 w 7472601"/>
              <a:gd name="connsiteY630" fmla="*/ 1020997 h 6858000"/>
              <a:gd name="connsiteX631" fmla="*/ 533068 w 7472601"/>
              <a:gd name="connsiteY631" fmla="*/ 1029409 h 6858000"/>
              <a:gd name="connsiteX632" fmla="*/ 1232525 w 7472601"/>
              <a:gd name="connsiteY632" fmla="*/ 1804675 h 6858000"/>
              <a:gd name="connsiteX633" fmla="*/ 1388858 w 7472601"/>
              <a:gd name="connsiteY633" fmla="*/ 2368011 h 6858000"/>
              <a:gd name="connsiteX634" fmla="*/ 1384098 w 7472601"/>
              <a:gd name="connsiteY634" fmla="*/ 2378125 h 6858000"/>
              <a:gd name="connsiteX635" fmla="*/ 1425393 w 7472601"/>
              <a:gd name="connsiteY635" fmla="*/ 2589124 h 6858000"/>
              <a:gd name="connsiteX636" fmla="*/ 1424001 w 7472601"/>
              <a:gd name="connsiteY636" fmla="*/ 2597541 h 6858000"/>
              <a:gd name="connsiteX637" fmla="*/ 2152729 w 7472601"/>
              <a:gd name="connsiteY637" fmla="*/ 2864487 h 6858000"/>
              <a:gd name="connsiteX638" fmla="*/ 2020609 w 7472601"/>
              <a:gd name="connsiteY638" fmla="*/ 2539671 h 6858000"/>
              <a:gd name="connsiteX639" fmla="*/ 2018920 w 7472601"/>
              <a:gd name="connsiteY639" fmla="*/ 2536309 h 6858000"/>
              <a:gd name="connsiteX640" fmla="*/ 1342441 w 7472601"/>
              <a:gd name="connsiteY640" fmla="*/ 1173017 h 6858000"/>
              <a:gd name="connsiteX641" fmla="*/ 1367925 w 7472601"/>
              <a:gd name="connsiteY641" fmla="*/ 1135648 h 6858000"/>
              <a:gd name="connsiteX642" fmla="*/ 1771401 w 7472601"/>
              <a:gd name="connsiteY642" fmla="*/ 1806673 h 6858000"/>
              <a:gd name="connsiteX643" fmla="*/ 1972385 w 7472601"/>
              <a:gd name="connsiteY643" fmla="*/ 2198735 h 6858000"/>
              <a:gd name="connsiteX644" fmla="*/ 2040892 w 7472601"/>
              <a:gd name="connsiteY644" fmla="*/ 2405205 h 6858000"/>
              <a:gd name="connsiteX645" fmla="*/ 2131689 w 7472601"/>
              <a:gd name="connsiteY645" fmla="*/ 1936926 h 6858000"/>
              <a:gd name="connsiteX646" fmla="*/ 2454820 w 7472601"/>
              <a:gd name="connsiteY646" fmla="*/ 1248808 h 6858000"/>
              <a:gd name="connsiteX647" fmla="*/ 2492512 w 7472601"/>
              <a:gd name="connsiteY647" fmla="*/ 1302920 h 6858000"/>
              <a:gd name="connsiteX648" fmla="*/ 2081216 w 7472601"/>
              <a:gd name="connsiteY648" fmla="*/ 2527513 h 6858000"/>
              <a:gd name="connsiteX649" fmla="*/ 2081211 w 7472601"/>
              <a:gd name="connsiteY649" fmla="*/ 2528916 h 6858000"/>
              <a:gd name="connsiteX650" fmla="*/ 2199067 w 7472601"/>
              <a:gd name="connsiteY650" fmla="*/ 2884061 h 6858000"/>
              <a:gd name="connsiteX651" fmla="*/ 3192586 w 7472601"/>
              <a:gd name="connsiteY651" fmla="*/ 3411496 h 6858000"/>
              <a:gd name="connsiteX652" fmla="*/ 3182620 w 7472601"/>
              <a:gd name="connsiteY652" fmla="*/ 3483279 h 6858000"/>
              <a:gd name="connsiteX653" fmla="*/ 2435119 w 7472601"/>
              <a:gd name="connsiteY653" fmla="*/ 3080173 h 6858000"/>
              <a:gd name="connsiteX654" fmla="*/ 2410152 w 7472601"/>
              <a:gd name="connsiteY654" fmla="*/ 3063751 h 6858000"/>
              <a:gd name="connsiteX655" fmla="*/ 2408099 w 7472601"/>
              <a:gd name="connsiteY655" fmla="*/ 3064403 h 6858000"/>
              <a:gd name="connsiteX656" fmla="*/ 2407218 w 7472601"/>
              <a:gd name="connsiteY656" fmla="*/ 3070324 h 6858000"/>
              <a:gd name="connsiteX657" fmla="*/ 2380138 w 7472601"/>
              <a:gd name="connsiteY657" fmla="*/ 3099341 h 6858000"/>
              <a:gd name="connsiteX658" fmla="*/ 1765923 w 7472601"/>
              <a:gd name="connsiteY658" fmla="*/ 3581043 h 6858000"/>
              <a:gd name="connsiteX659" fmla="*/ 1702258 w 7472601"/>
              <a:gd name="connsiteY659" fmla="*/ 3612286 h 6858000"/>
              <a:gd name="connsiteX660" fmla="*/ 1538370 w 7472601"/>
              <a:gd name="connsiteY660" fmla="*/ 3811804 h 6858000"/>
              <a:gd name="connsiteX661" fmla="*/ 542867 w 7472601"/>
              <a:gd name="connsiteY661" fmla="*/ 4944092 h 6858000"/>
              <a:gd name="connsiteX662" fmla="*/ 515800 w 7472601"/>
              <a:gd name="connsiteY662" fmla="*/ 4862180 h 6858000"/>
              <a:gd name="connsiteX663" fmla="*/ 909145 w 7472601"/>
              <a:gd name="connsiteY663" fmla="*/ 4199225 h 6858000"/>
              <a:gd name="connsiteX664" fmla="*/ 1214067 w 7472601"/>
              <a:gd name="connsiteY664" fmla="*/ 3908561 h 6858000"/>
              <a:gd name="connsiteX665" fmla="*/ 640967 w 7472601"/>
              <a:gd name="connsiteY665" fmla="*/ 4105601 h 6858000"/>
              <a:gd name="connsiteX666" fmla="*/ 112563 w 7472601"/>
              <a:gd name="connsiteY666" fmla="*/ 4396952 h 6858000"/>
              <a:gd name="connsiteX667" fmla="*/ 0 w 7472601"/>
              <a:gd name="connsiteY667" fmla="*/ 4466006 h 6858000"/>
              <a:gd name="connsiteX668" fmla="*/ 0 w 7472601"/>
              <a:gd name="connsiteY668" fmla="*/ 4233763 h 6858000"/>
              <a:gd name="connsiteX669" fmla="*/ 36881 w 7472601"/>
              <a:gd name="connsiteY669" fmla="*/ 4200118 h 6858000"/>
              <a:gd name="connsiteX670" fmla="*/ 910534 w 7472601"/>
              <a:gd name="connsiteY670" fmla="*/ 3629753 h 6858000"/>
              <a:gd name="connsiteX671" fmla="*/ 1578717 w 7472601"/>
              <a:gd name="connsiteY671" fmla="*/ 3575982 h 6858000"/>
              <a:gd name="connsiteX672" fmla="*/ 2338780 w 7472601"/>
              <a:gd name="connsiteY672" fmla="*/ 3033725 h 6858000"/>
              <a:gd name="connsiteX673" fmla="*/ 1807991 w 7472601"/>
              <a:gd name="connsiteY673" fmla="*/ 2807184 h 6858000"/>
              <a:gd name="connsiteX674" fmla="*/ 1416358 w 7472601"/>
              <a:gd name="connsiteY674" fmla="*/ 3112571 h 6858000"/>
              <a:gd name="connsiteX675" fmla="*/ 939066 w 7472601"/>
              <a:gd name="connsiteY675" fmla="*/ 3378798 h 6858000"/>
              <a:gd name="connsiteX676" fmla="*/ 115099 w 7472601"/>
              <a:gd name="connsiteY676" fmla="*/ 3607650 h 6858000"/>
              <a:gd name="connsiteX677" fmla="*/ 97284 w 7472601"/>
              <a:gd name="connsiteY677" fmla="*/ 3520393 h 6858000"/>
              <a:gd name="connsiteX678" fmla="*/ 922050 w 7472601"/>
              <a:gd name="connsiteY678" fmla="*/ 3074867 h 6858000"/>
              <a:gd name="connsiteX679" fmla="*/ 1405265 w 7472601"/>
              <a:gd name="connsiteY679" fmla="*/ 3016319 h 6858000"/>
              <a:gd name="connsiteX680" fmla="*/ 1407512 w 7472601"/>
              <a:gd name="connsiteY680" fmla="*/ 3018001 h 6858000"/>
              <a:gd name="connsiteX681" fmla="*/ 1726266 w 7472601"/>
              <a:gd name="connsiteY681" fmla="*/ 2777274 h 6858000"/>
              <a:gd name="connsiteX682" fmla="*/ 625390 w 7472601"/>
              <a:gd name="connsiteY682" fmla="*/ 2514541 h 6858000"/>
              <a:gd name="connsiteX683" fmla="*/ 619799 w 7472601"/>
              <a:gd name="connsiteY683" fmla="*/ 2527180 h 6858000"/>
              <a:gd name="connsiteX684" fmla="*/ 310030 w 7472601"/>
              <a:gd name="connsiteY684" fmla="*/ 2771818 h 6858000"/>
              <a:gd name="connsiteX685" fmla="*/ 173877 w 7472601"/>
              <a:gd name="connsiteY685" fmla="*/ 2937056 h 6858000"/>
              <a:gd name="connsiteX686" fmla="*/ 77889 w 7472601"/>
              <a:gd name="connsiteY686" fmla="*/ 3138440 h 6858000"/>
              <a:gd name="connsiteX687" fmla="*/ 0 w 7472601"/>
              <a:gd name="connsiteY687" fmla="*/ 3271395 h 6858000"/>
              <a:gd name="connsiteX688" fmla="*/ 0 w 7472601"/>
              <a:gd name="connsiteY688" fmla="*/ 3153002 h 6858000"/>
              <a:gd name="connsiteX689" fmla="*/ 2386 w 7472601"/>
              <a:gd name="connsiteY689" fmla="*/ 3149203 h 6858000"/>
              <a:gd name="connsiteX690" fmla="*/ 89753 w 7472601"/>
              <a:gd name="connsiteY690" fmla="*/ 2987702 h 6858000"/>
              <a:gd name="connsiteX691" fmla="*/ 76869 w 7472601"/>
              <a:gd name="connsiteY691" fmla="*/ 3005404 h 6858000"/>
              <a:gd name="connsiteX692" fmla="*/ 32049 w 7472601"/>
              <a:gd name="connsiteY692" fmla="*/ 3065814 h 6858000"/>
              <a:gd name="connsiteX693" fmla="*/ 0 w 7472601"/>
              <a:gd name="connsiteY693" fmla="*/ 3108744 h 6858000"/>
              <a:gd name="connsiteX694" fmla="*/ 0 w 7472601"/>
              <a:gd name="connsiteY694" fmla="*/ 3058059 h 6858000"/>
              <a:gd name="connsiteX695" fmla="*/ 7610 w 7472601"/>
              <a:gd name="connsiteY695" fmla="*/ 3047889 h 6858000"/>
              <a:gd name="connsiteX696" fmla="*/ 52419 w 7472601"/>
              <a:gd name="connsiteY696" fmla="*/ 2987479 h 6858000"/>
              <a:gd name="connsiteX697" fmla="*/ 59142 w 7472601"/>
              <a:gd name="connsiteY697" fmla="*/ 2978488 h 6858000"/>
              <a:gd name="connsiteX698" fmla="*/ 0 w 7472601"/>
              <a:gd name="connsiteY698" fmla="*/ 3015334 h 6858000"/>
              <a:gd name="connsiteX699" fmla="*/ 0 w 7472601"/>
              <a:gd name="connsiteY699" fmla="*/ 2914286 h 6858000"/>
              <a:gd name="connsiteX700" fmla="*/ 36383 w 7472601"/>
              <a:gd name="connsiteY700" fmla="*/ 2901128 h 6858000"/>
              <a:gd name="connsiteX701" fmla="*/ 156329 w 7472601"/>
              <a:gd name="connsiteY701" fmla="*/ 2840533 h 6858000"/>
              <a:gd name="connsiteX702" fmla="*/ 358355 w 7472601"/>
              <a:gd name="connsiteY702" fmla="*/ 2620471 h 6858000"/>
              <a:gd name="connsiteX703" fmla="*/ 510577 w 7472601"/>
              <a:gd name="connsiteY703" fmla="*/ 2501244 h 6858000"/>
              <a:gd name="connsiteX704" fmla="*/ 211967 w 7472601"/>
              <a:gd name="connsiteY704" fmla="*/ 2479171 h 6858000"/>
              <a:gd name="connsiteX705" fmla="*/ 0 w 7472601"/>
              <a:gd name="connsiteY705" fmla="*/ 2476398 h 6858000"/>
              <a:gd name="connsiteX706" fmla="*/ 0 w 7472601"/>
              <a:gd name="connsiteY706" fmla="*/ 2389189 h 6858000"/>
              <a:gd name="connsiteX707" fmla="*/ 103062 w 7472601"/>
              <a:gd name="connsiteY707" fmla="*/ 2389518 h 6858000"/>
              <a:gd name="connsiteX708" fmla="*/ 510734 w 7472601"/>
              <a:gd name="connsiteY708" fmla="*/ 2416201 h 6858000"/>
              <a:gd name="connsiteX709" fmla="*/ 279257 w 7472601"/>
              <a:gd name="connsiteY709" fmla="*/ 2092102 h 6858000"/>
              <a:gd name="connsiteX710" fmla="*/ 65265 w 7472601"/>
              <a:gd name="connsiteY710" fmla="*/ 2006049 h 6858000"/>
              <a:gd name="connsiteX711" fmla="*/ 0 w 7472601"/>
              <a:gd name="connsiteY711" fmla="*/ 1982532 h 6858000"/>
              <a:gd name="connsiteX712" fmla="*/ 0 w 7472601"/>
              <a:gd name="connsiteY712" fmla="*/ 1912789 h 6858000"/>
              <a:gd name="connsiteX713" fmla="*/ 97460 w 7472601"/>
              <a:gd name="connsiteY713" fmla="*/ 1953725 h 6858000"/>
              <a:gd name="connsiteX714" fmla="*/ 221272 w 7472601"/>
              <a:gd name="connsiteY714" fmla="*/ 1980766 h 6858000"/>
              <a:gd name="connsiteX715" fmla="*/ 116765 w 7472601"/>
              <a:gd name="connsiteY715" fmla="*/ 1911033 h 6858000"/>
              <a:gd name="connsiteX716" fmla="*/ 16405 w 7472601"/>
              <a:gd name="connsiteY716" fmla="*/ 1803412 h 6858000"/>
              <a:gd name="connsiteX717" fmla="*/ 0 w 7472601"/>
              <a:gd name="connsiteY717" fmla="*/ 1784777 h 6858000"/>
              <a:gd name="connsiteX718" fmla="*/ 0 w 7472601"/>
              <a:gd name="connsiteY718" fmla="*/ 1740082 h 6858000"/>
              <a:gd name="connsiteX719" fmla="*/ 39394 w 7472601"/>
              <a:gd name="connsiteY719" fmla="*/ 1784856 h 6858000"/>
              <a:gd name="connsiteX720" fmla="*/ 135813 w 7472601"/>
              <a:gd name="connsiteY720" fmla="*/ 1888838 h 6858000"/>
              <a:gd name="connsiteX721" fmla="*/ 242575 w 7472601"/>
              <a:gd name="connsiteY721" fmla="*/ 1958841 h 6858000"/>
              <a:gd name="connsiteX722" fmla="*/ 82197 w 7472601"/>
              <a:gd name="connsiteY722" fmla="*/ 1754826 h 6858000"/>
              <a:gd name="connsiteX723" fmla="*/ 0 w 7472601"/>
              <a:gd name="connsiteY723" fmla="*/ 1679650 h 6858000"/>
              <a:gd name="connsiteX724" fmla="*/ 0 w 7472601"/>
              <a:gd name="connsiteY724" fmla="*/ 1602463 h 6858000"/>
              <a:gd name="connsiteX725" fmla="*/ 84689 w 7472601"/>
              <a:gd name="connsiteY725" fmla="*/ 1677442 h 6858000"/>
              <a:gd name="connsiteX726" fmla="*/ 298437 w 7472601"/>
              <a:gd name="connsiteY726" fmla="*/ 1968019 h 6858000"/>
              <a:gd name="connsiteX727" fmla="*/ 227269 w 7472601"/>
              <a:gd name="connsiteY727" fmla="*/ 1114064 h 6858000"/>
              <a:gd name="connsiteX728" fmla="*/ 248003 w 7472601"/>
              <a:gd name="connsiteY728" fmla="*/ 1089613 h 6858000"/>
              <a:gd name="connsiteX729" fmla="*/ 427020 w 7472601"/>
              <a:gd name="connsiteY729" fmla="*/ 1619803 h 6858000"/>
              <a:gd name="connsiteX730" fmla="*/ 340345 w 7472601"/>
              <a:gd name="connsiteY730" fmla="*/ 2027739 h 6858000"/>
              <a:gd name="connsiteX731" fmla="*/ 360865 w 7472601"/>
              <a:gd name="connsiteY731" fmla="*/ 2044827 h 6858000"/>
              <a:gd name="connsiteX732" fmla="*/ 560414 w 7472601"/>
              <a:gd name="connsiteY732" fmla="*/ 2421457 h 6858000"/>
              <a:gd name="connsiteX733" fmla="*/ 1359703 w 7472601"/>
              <a:gd name="connsiteY733" fmla="*/ 2578554 h 6858000"/>
              <a:gd name="connsiteX734" fmla="*/ 1359422 w 7472601"/>
              <a:gd name="connsiteY734" fmla="*/ 2577994 h 6858000"/>
              <a:gd name="connsiteX735" fmla="*/ 828701 w 7472601"/>
              <a:gd name="connsiteY735" fmla="*/ 1839520 h 6858000"/>
              <a:gd name="connsiteX736" fmla="*/ 494427 w 7472601"/>
              <a:gd name="connsiteY736" fmla="*/ 1092333 h 6858000"/>
              <a:gd name="connsiteX737" fmla="*/ 506322 w 7472601"/>
              <a:gd name="connsiteY737" fmla="*/ 1020997 h 6858000"/>
              <a:gd name="connsiteX738" fmla="*/ 4570198 w 7472601"/>
              <a:gd name="connsiteY738" fmla="*/ 978081 h 6858000"/>
              <a:gd name="connsiteX739" fmla="*/ 4523691 w 7472601"/>
              <a:gd name="connsiteY739" fmla="*/ 1127776 h 6858000"/>
              <a:gd name="connsiteX740" fmla="*/ 4509875 w 7472601"/>
              <a:gd name="connsiteY740" fmla="*/ 1167552 h 6858000"/>
              <a:gd name="connsiteX741" fmla="*/ 4478168 w 7472601"/>
              <a:gd name="connsiteY741" fmla="*/ 1260735 h 6858000"/>
              <a:gd name="connsiteX742" fmla="*/ 4409309 w 7472601"/>
              <a:gd name="connsiteY742" fmla="*/ 1666996 h 6858000"/>
              <a:gd name="connsiteX743" fmla="*/ 4370031 w 7472601"/>
              <a:gd name="connsiteY743" fmla="*/ 1955666 h 6858000"/>
              <a:gd name="connsiteX744" fmla="*/ 4570198 w 7472601"/>
              <a:gd name="connsiteY744" fmla="*/ 978081 h 6858000"/>
              <a:gd name="connsiteX745" fmla="*/ 4557898 w 7472601"/>
              <a:gd name="connsiteY745" fmla="*/ 900011 h 6858000"/>
              <a:gd name="connsiteX746" fmla="*/ 4344840 w 7472601"/>
              <a:gd name="connsiteY746" fmla="*/ 1922038 h 6858000"/>
              <a:gd name="connsiteX747" fmla="*/ 4378710 w 7472601"/>
              <a:gd name="connsiteY747" fmla="*/ 1665516 h 6858000"/>
              <a:gd name="connsiteX748" fmla="*/ 4448798 w 7472601"/>
              <a:gd name="connsiteY748" fmla="*/ 1253024 h 6858000"/>
              <a:gd name="connsiteX749" fmla="*/ 4480315 w 7472601"/>
              <a:gd name="connsiteY749" fmla="*/ 1158454 h 6858000"/>
              <a:gd name="connsiteX750" fmla="*/ 4494133 w 7472601"/>
              <a:gd name="connsiteY750" fmla="*/ 1118676 h 6858000"/>
              <a:gd name="connsiteX751" fmla="*/ 4557898 w 7472601"/>
              <a:gd name="connsiteY751" fmla="*/ 900011 h 6858000"/>
              <a:gd name="connsiteX752" fmla="*/ 5870151 w 7472601"/>
              <a:gd name="connsiteY752" fmla="*/ 898890 h 6858000"/>
              <a:gd name="connsiteX753" fmla="*/ 5861335 w 7472601"/>
              <a:gd name="connsiteY753" fmla="*/ 899177 h 6858000"/>
              <a:gd name="connsiteX754" fmla="*/ 5843702 w 7472601"/>
              <a:gd name="connsiteY754" fmla="*/ 899748 h 6858000"/>
              <a:gd name="connsiteX755" fmla="*/ 5651107 w 7472601"/>
              <a:gd name="connsiteY755" fmla="*/ 920306 h 6858000"/>
              <a:gd name="connsiteX756" fmla="*/ 5459407 w 7472601"/>
              <a:gd name="connsiteY756" fmla="*/ 940975 h 6858000"/>
              <a:gd name="connsiteX757" fmla="*/ 5374846 w 7472601"/>
              <a:gd name="connsiteY757" fmla="*/ 941988 h 6858000"/>
              <a:gd name="connsiteX758" fmla="*/ 5256105 w 7472601"/>
              <a:gd name="connsiteY758" fmla="*/ 945632 h 6858000"/>
              <a:gd name="connsiteX759" fmla="*/ 5107071 w 7472601"/>
              <a:gd name="connsiteY759" fmla="*/ 969720 h 6858000"/>
              <a:gd name="connsiteX760" fmla="*/ 4998681 w 7472601"/>
              <a:gd name="connsiteY760" fmla="*/ 988771 h 6858000"/>
              <a:gd name="connsiteX761" fmla="*/ 5870151 w 7472601"/>
              <a:gd name="connsiteY761" fmla="*/ 898890 h 6858000"/>
              <a:gd name="connsiteX762" fmla="*/ 5504425 w 7472601"/>
              <a:gd name="connsiteY762" fmla="*/ 848067 h 6858000"/>
              <a:gd name="connsiteX763" fmla="*/ 4968849 w 7472601"/>
              <a:gd name="connsiteY763" fmla="*/ 962318 h 6858000"/>
              <a:gd name="connsiteX764" fmla="*/ 5104039 w 7472601"/>
              <a:gd name="connsiteY764" fmla="*/ 940634 h 6858000"/>
              <a:gd name="connsiteX765" fmla="*/ 5256311 w 7472601"/>
              <a:gd name="connsiteY765" fmla="*/ 916490 h 6858000"/>
              <a:gd name="connsiteX766" fmla="*/ 5377381 w 7472601"/>
              <a:gd name="connsiteY766" fmla="*/ 912671 h 6858000"/>
              <a:gd name="connsiteX767" fmla="*/ 5460148 w 7472601"/>
              <a:gd name="connsiteY767" fmla="*/ 911442 h 6858000"/>
              <a:gd name="connsiteX768" fmla="*/ 5648971 w 7472601"/>
              <a:gd name="connsiteY768" fmla="*/ 891331 h 6858000"/>
              <a:gd name="connsiteX769" fmla="*/ 5844807 w 7472601"/>
              <a:gd name="connsiteY769" fmla="*/ 870718 h 6858000"/>
              <a:gd name="connsiteX770" fmla="*/ 5862975 w 7472601"/>
              <a:gd name="connsiteY770" fmla="*/ 869756 h 6858000"/>
              <a:gd name="connsiteX771" fmla="*/ 5920887 w 7472601"/>
              <a:gd name="connsiteY771" fmla="*/ 865929 h 6858000"/>
              <a:gd name="connsiteX772" fmla="*/ 5504425 w 7472601"/>
              <a:gd name="connsiteY772" fmla="*/ 848067 h 6858000"/>
              <a:gd name="connsiteX773" fmla="*/ 3607114 w 7472601"/>
              <a:gd name="connsiteY773" fmla="*/ 467441 h 6858000"/>
              <a:gd name="connsiteX774" fmla="*/ 3296242 w 7472601"/>
              <a:gd name="connsiteY774" fmla="*/ 807991 h 6858000"/>
              <a:gd name="connsiteX775" fmla="*/ 3174674 w 7472601"/>
              <a:gd name="connsiteY775" fmla="*/ 919759 h 6858000"/>
              <a:gd name="connsiteX776" fmla="*/ 3042978 w 7472601"/>
              <a:gd name="connsiteY776" fmla="*/ 1054894 h 6858000"/>
              <a:gd name="connsiteX777" fmla="*/ 2968914 w 7472601"/>
              <a:gd name="connsiteY777" fmla="*/ 1133756 h 6858000"/>
              <a:gd name="connsiteX778" fmla="*/ 3103823 w 7472601"/>
              <a:gd name="connsiteY778" fmla="*/ 1026814 h 6858000"/>
              <a:gd name="connsiteX779" fmla="*/ 3607114 w 7472601"/>
              <a:gd name="connsiteY779" fmla="*/ 467441 h 6858000"/>
              <a:gd name="connsiteX780" fmla="*/ 3744487 w 7472601"/>
              <a:gd name="connsiteY780" fmla="*/ 383136 h 6858000"/>
              <a:gd name="connsiteX781" fmla="*/ 3970213 w 7472601"/>
              <a:gd name="connsiteY781" fmla="*/ 995559 h 6858000"/>
              <a:gd name="connsiteX782" fmla="*/ 3744487 w 7472601"/>
              <a:gd name="connsiteY782" fmla="*/ 383136 h 6858000"/>
              <a:gd name="connsiteX783" fmla="*/ 3624562 w 7472601"/>
              <a:gd name="connsiteY783" fmla="*/ 367041 h 6858000"/>
              <a:gd name="connsiteX784" fmla="*/ 3489712 w 7472601"/>
              <a:gd name="connsiteY784" fmla="*/ 485386 h 6858000"/>
              <a:gd name="connsiteX785" fmla="*/ 3182994 w 7472601"/>
              <a:gd name="connsiteY785" fmla="*/ 828265 h 6858000"/>
              <a:gd name="connsiteX786" fmla="*/ 2892114 w 7472601"/>
              <a:gd name="connsiteY786" fmla="*/ 1172635 h 6858000"/>
              <a:gd name="connsiteX787" fmla="*/ 3021459 w 7472601"/>
              <a:gd name="connsiteY787" fmla="*/ 1035385 h 6858000"/>
              <a:gd name="connsiteX788" fmla="*/ 3153873 w 7472601"/>
              <a:gd name="connsiteY788" fmla="*/ 898971 h 6858000"/>
              <a:gd name="connsiteX789" fmla="*/ 3276511 w 7472601"/>
              <a:gd name="connsiteY789" fmla="*/ 786423 h 6858000"/>
              <a:gd name="connsiteX790" fmla="*/ 3584154 w 7472601"/>
              <a:gd name="connsiteY790" fmla="*/ 448218 h 6858000"/>
              <a:gd name="connsiteX791" fmla="*/ 3624562 w 7472601"/>
              <a:gd name="connsiteY791" fmla="*/ 367041 h 6858000"/>
              <a:gd name="connsiteX792" fmla="*/ 3766672 w 7472601"/>
              <a:gd name="connsiteY792" fmla="*/ 359429 h 6858000"/>
              <a:gd name="connsiteX793" fmla="*/ 3996338 w 7472601"/>
              <a:gd name="connsiteY793" fmla="*/ 968237 h 6858000"/>
              <a:gd name="connsiteX794" fmla="*/ 3766672 w 7472601"/>
              <a:gd name="connsiteY794" fmla="*/ 359429 h 6858000"/>
              <a:gd name="connsiteX795" fmla="*/ 5805386 w 7472601"/>
              <a:gd name="connsiteY795" fmla="*/ 239240 h 6858000"/>
              <a:gd name="connsiteX796" fmla="*/ 5736947 w 7472601"/>
              <a:gd name="connsiteY796" fmla="*/ 261367 h 6858000"/>
              <a:gd name="connsiteX797" fmla="*/ 5427012 w 7472601"/>
              <a:gd name="connsiteY797" fmla="*/ 311272 h 6858000"/>
              <a:gd name="connsiteX798" fmla="*/ 5147818 w 7472601"/>
              <a:gd name="connsiteY798" fmla="*/ 322112 h 6858000"/>
              <a:gd name="connsiteX799" fmla="*/ 5060854 w 7472601"/>
              <a:gd name="connsiteY799" fmla="*/ 311882 h 6858000"/>
              <a:gd name="connsiteX800" fmla="*/ 4945989 w 7472601"/>
              <a:gd name="connsiteY800" fmla="*/ 300516 h 6858000"/>
              <a:gd name="connsiteX801" fmla="*/ 5410479 w 7472601"/>
              <a:gd name="connsiteY801" fmla="*/ 348434 h 6858000"/>
              <a:gd name="connsiteX802" fmla="*/ 5805386 w 7472601"/>
              <a:gd name="connsiteY802" fmla="*/ 239240 h 6858000"/>
              <a:gd name="connsiteX803" fmla="*/ 5905192 w 7472601"/>
              <a:gd name="connsiteY803" fmla="*/ 163079 h 6858000"/>
              <a:gd name="connsiteX804" fmla="*/ 5865655 w 7472601"/>
              <a:gd name="connsiteY804" fmla="*/ 171901 h 6858000"/>
              <a:gd name="connsiteX805" fmla="*/ 5259740 w 7472601"/>
              <a:gd name="connsiteY805" fmla="*/ 257013 h 6858000"/>
              <a:gd name="connsiteX806" fmla="*/ 5208466 w 7472601"/>
              <a:gd name="connsiteY806" fmla="*/ 257550 h 6858000"/>
              <a:gd name="connsiteX807" fmla="*/ 4980204 w 7472601"/>
              <a:gd name="connsiteY807" fmla="*/ 271903 h 6858000"/>
              <a:gd name="connsiteX808" fmla="*/ 5068068 w 7472601"/>
              <a:gd name="connsiteY808" fmla="*/ 282244 h 6858000"/>
              <a:gd name="connsiteX809" fmla="*/ 5153231 w 7472601"/>
              <a:gd name="connsiteY809" fmla="*/ 292240 h 6858000"/>
              <a:gd name="connsiteX810" fmla="*/ 5426491 w 7472601"/>
              <a:gd name="connsiteY810" fmla="*/ 281128 h 6858000"/>
              <a:gd name="connsiteX811" fmla="*/ 5731212 w 7472601"/>
              <a:gd name="connsiteY811" fmla="*/ 231951 h 6858000"/>
              <a:gd name="connsiteX812" fmla="*/ 5905192 w 7472601"/>
              <a:gd name="connsiteY812" fmla="*/ 163079 h 6858000"/>
              <a:gd name="connsiteX813" fmla="*/ 5944437 w 7472601"/>
              <a:gd name="connsiteY813" fmla="*/ 113829 h 6858000"/>
              <a:gd name="connsiteX814" fmla="*/ 5825032 w 7472601"/>
              <a:gd name="connsiteY814" fmla="*/ 146405 h 6858000"/>
              <a:gd name="connsiteX815" fmla="*/ 4955599 w 7472601"/>
              <a:gd name="connsiteY815" fmla="*/ 247008 h 6858000"/>
              <a:gd name="connsiteX816" fmla="*/ 5210104 w 7472601"/>
              <a:gd name="connsiteY816" fmla="*/ 228123 h 6858000"/>
              <a:gd name="connsiteX817" fmla="*/ 5261015 w 7472601"/>
              <a:gd name="connsiteY817" fmla="*/ 227087 h 6858000"/>
              <a:gd name="connsiteX818" fmla="*/ 5861181 w 7472601"/>
              <a:gd name="connsiteY818" fmla="*/ 143093 h 6858000"/>
              <a:gd name="connsiteX819" fmla="*/ 5961252 w 7472601"/>
              <a:gd name="connsiteY819" fmla="*/ 114820 h 6858000"/>
              <a:gd name="connsiteX820" fmla="*/ 5944437 w 7472601"/>
              <a:gd name="connsiteY820" fmla="*/ 113829 h 6858000"/>
              <a:gd name="connsiteX821" fmla="*/ 3882765 w 7472601"/>
              <a:gd name="connsiteY821" fmla="*/ 0 h 6858000"/>
              <a:gd name="connsiteX822" fmla="*/ 3995099 w 7472601"/>
              <a:gd name="connsiteY822" fmla="*/ 0 h 6858000"/>
              <a:gd name="connsiteX823" fmla="*/ 4163818 w 7472601"/>
              <a:gd name="connsiteY823" fmla="*/ 234104 h 6858000"/>
              <a:gd name="connsiteX824" fmla="*/ 4172099 w 7472601"/>
              <a:gd name="connsiteY824" fmla="*/ 234207 h 6858000"/>
              <a:gd name="connsiteX825" fmla="*/ 4784282 w 7472601"/>
              <a:gd name="connsiteY825" fmla="*/ 276561 h 6858000"/>
              <a:gd name="connsiteX826" fmla="*/ 4801687 w 7472601"/>
              <a:gd name="connsiteY826" fmla="*/ 267764 h 6858000"/>
              <a:gd name="connsiteX827" fmla="*/ 6082788 w 7472601"/>
              <a:gd name="connsiteY827" fmla="*/ 64119 h 6858000"/>
              <a:gd name="connsiteX828" fmla="*/ 6099442 w 7472601"/>
              <a:gd name="connsiteY828" fmla="*/ 82568 h 6858000"/>
              <a:gd name="connsiteX829" fmla="*/ 4804137 w 7472601"/>
              <a:gd name="connsiteY829" fmla="*/ 320931 h 6858000"/>
              <a:gd name="connsiteX830" fmla="*/ 4227047 w 7472601"/>
              <a:gd name="connsiteY830" fmla="*/ 313415 h 6858000"/>
              <a:gd name="connsiteX831" fmla="*/ 4346041 w 7472601"/>
              <a:gd name="connsiteY831" fmla="*/ 456086 h 6858000"/>
              <a:gd name="connsiteX832" fmla="*/ 4870967 w 7472601"/>
              <a:gd name="connsiteY832" fmla="*/ 963061 h 6858000"/>
              <a:gd name="connsiteX833" fmla="*/ 4889647 w 7472601"/>
              <a:gd name="connsiteY833" fmla="*/ 957147 h 6858000"/>
              <a:gd name="connsiteX834" fmla="*/ 5422504 w 7472601"/>
              <a:gd name="connsiteY834" fmla="*/ 805191 h 6858000"/>
              <a:gd name="connsiteX835" fmla="*/ 6087656 w 7472601"/>
              <a:gd name="connsiteY835" fmla="*/ 826703 h 6858000"/>
              <a:gd name="connsiteX836" fmla="*/ 6058717 w 7472601"/>
              <a:gd name="connsiteY836" fmla="*/ 865992 h 6858000"/>
              <a:gd name="connsiteX837" fmla="*/ 4974153 w 7472601"/>
              <a:gd name="connsiteY837" fmla="*/ 1045456 h 6858000"/>
              <a:gd name="connsiteX838" fmla="*/ 5627835 w 7472601"/>
              <a:gd name="connsiteY838" fmla="*/ 1472077 h 6858000"/>
              <a:gd name="connsiteX839" fmla="*/ 5629817 w 7472601"/>
              <a:gd name="connsiteY839" fmla="*/ 1471412 h 6858000"/>
              <a:gd name="connsiteX840" fmla="*/ 5634124 w 7472601"/>
              <a:gd name="connsiteY840" fmla="*/ 1470572 h 6858000"/>
              <a:gd name="connsiteX841" fmla="*/ 5755832 w 7472601"/>
              <a:gd name="connsiteY841" fmla="*/ 1383886 h 6858000"/>
              <a:gd name="connsiteX842" fmla="*/ 6014186 w 7472601"/>
              <a:gd name="connsiteY842" fmla="*/ 1279799 h 6858000"/>
              <a:gd name="connsiteX843" fmla="*/ 6901619 w 7472601"/>
              <a:gd name="connsiteY843" fmla="*/ 1047874 h 6858000"/>
              <a:gd name="connsiteX844" fmla="*/ 6931566 w 7472601"/>
              <a:gd name="connsiteY844" fmla="*/ 1062034 h 6858000"/>
              <a:gd name="connsiteX845" fmla="*/ 5790982 w 7472601"/>
              <a:gd name="connsiteY845" fmla="*/ 1561380 h 6858000"/>
              <a:gd name="connsiteX846" fmla="*/ 6188971 w 7472601"/>
              <a:gd name="connsiteY846" fmla="*/ 1755168 h 6858000"/>
              <a:gd name="connsiteX847" fmla="*/ 6202446 w 7472601"/>
              <a:gd name="connsiteY847" fmla="*/ 1752268 h 6858000"/>
              <a:gd name="connsiteX848" fmla="*/ 7179560 w 7472601"/>
              <a:gd name="connsiteY848" fmla="*/ 1467551 h 6858000"/>
              <a:gd name="connsiteX849" fmla="*/ 7158730 w 7472601"/>
              <a:gd name="connsiteY849" fmla="*/ 1507835 h 6858000"/>
              <a:gd name="connsiteX850" fmla="*/ 6326959 w 7472601"/>
              <a:gd name="connsiteY850" fmla="*/ 1817686 h 6858000"/>
              <a:gd name="connsiteX851" fmla="*/ 6537433 w 7472601"/>
              <a:gd name="connsiteY851" fmla="*/ 1907790 h 6858000"/>
              <a:gd name="connsiteX852" fmla="*/ 6550221 w 7472601"/>
              <a:gd name="connsiteY852" fmla="*/ 1910729 h 6858000"/>
              <a:gd name="connsiteX853" fmla="*/ 6964438 w 7472601"/>
              <a:gd name="connsiteY853" fmla="*/ 2209505 h 6858000"/>
              <a:gd name="connsiteX854" fmla="*/ 7367862 w 7472601"/>
              <a:gd name="connsiteY854" fmla="*/ 2806833 h 6858000"/>
              <a:gd name="connsiteX855" fmla="*/ 7364329 w 7472601"/>
              <a:gd name="connsiteY855" fmla="*/ 2826907 h 6858000"/>
              <a:gd name="connsiteX856" fmla="*/ 7290545 w 7472601"/>
              <a:gd name="connsiteY856" fmla="*/ 2850663 h 6858000"/>
              <a:gd name="connsiteX857" fmla="*/ 6472036 w 7472601"/>
              <a:gd name="connsiteY857" fmla="*/ 1959003 h 6858000"/>
              <a:gd name="connsiteX858" fmla="*/ 5792897 w 7472601"/>
              <a:gd name="connsiteY858" fmla="*/ 1647747 h 6858000"/>
              <a:gd name="connsiteX859" fmla="*/ 5842751 w 7472601"/>
              <a:gd name="connsiteY859" fmla="*/ 1816112 h 6858000"/>
              <a:gd name="connsiteX860" fmla="*/ 5847424 w 7472601"/>
              <a:gd name="connsiteY860" fmla="*/ 1815776 h 6858000"/>
              <a:gd name="connsiteX861" fmla="*/ 6399821 w 7472601"/>
              <a:gd name="connsiteY861" fmla="*/ 2344799 h 6858000"/>
              <a:gd name="connsiteX862" fmla="*/ 6323232 w 7472601"/>
              <a:gd name="connsiteY862" fmla="*/ 2389634 h 6858000"/>
              <a:gd name="connsiteX863" fmla="*/ 5942958 w 7472601"/>
              <a:gd name="connsiteY863" fmla="*/ 2077708 h 6858000"/>
              <a:gd name="connsiteX864" fmla="*/ 5921559 w 7472601"/>
              <a:gd name="connsiteY864" fmla="*/ 2378596 h 6858000"/>
              <a:gd name="connsiteX865" fmla="*/ 5817651 w 7472601"/>
              <a:gd name="connsiteY865" fmla="*/ 3023919 h 6858000"/>
              <a:gd name="connsiteX866" fmla="*/ 5729634 w 7472601"/>
              <a:gd name="connsiteY866" fmla="*/ 3051849 h 6858000"/>
              <a:gd name="connsiteX867" fmla="*/ 5611018 w 7472601"/>
              <a:gd name="connsiteY867" fmla="*/ 2316769 h 6858000"/>
              <a:gd name="connsiteX868" fmla="*/ 5687608 w 7472601"/>
              <a:gd name="connsiteY868" fmla="*/ 2039972 h 6858000"/>
              <a:gd name="connsiteX869" fmla="*/ 5657554 w 7472601"/>
              <a:gd name="connsiteY869" fmla="*/ 1576445 h 6858000"/>
              <a:gd name="connsiteX870" fmla="*/ 5150475 w 7472601"/>
              <a:gd name="connsiteY870" fmla="*/ 1274012 h 6858000"/>
              <a:gd name="connsiteX871" fmla="*/ 5349142 w 7472601"/>
              <a:gd name="connsiteY871" fmla="*/ 2204405 h 6858000"/>
              <a:gd name="connsiteX872" fmla="*/ 5262214 w 7472601"/>
              <a:gd name="connsiteY872" fmla="*/ 2233836 h 6858000"/>
              <a:gd name="connsiteX873" fmla="*/ 4981539 w 7472601"/>
              <a:gd name="connsiteY873" fmla="*/ 1542201 h 6858000"/>
              <a:gd name="connsiteX874" fmla="*/ 4958461 w 7472601"/>
              <a:gd name="connsiteY874" fmla="*/ 1136957 h 6858000"/>
              <a:gd name="connsiteX875" fmla="*/ 4655015 w 7472601"/>
              <a:gd name="connsiteY875" fmla="*/ 891426 h 6858000"/>
              <a:gd name="connsiteX876" fmla="*/ 4348002 w 7472601"/>
              <a:gd name="connsiteY876" fmla="*/ 2205895 h 6858000"/>
              <a:gd name="connsiteX877" fmla="*/ 4262250 w 7472601"/>
              <a:gd name="connsiteY877" fmla="*/ 2219972 h 6858000"/>
              <a:gd name="connsiteX878" fmla="*/ 4550611 w 7472601"/>
              <a:gd name="connsiteY878" fmla="*/ 817540 h 6858000"/>
              <a:gd name="connsiteX879" fmla="*/ 4564418 w 7472601"/>
              <a:gd name="connsiteY879" fmla="*/ 808293 h 6858000"/>
              <a:gd name="connsiteX880" fmla="*/ 4266388 w 7472601"/>
              <a:gd name="connsiteY880" fmla="*/ 500083 h 6858000"/>
              <a:gd name="connsiteX881" fmla="*/ 4032842 w 7472601"/>
              <a:gd name="connsiteY881" fmla="*/ 211809 h 6858000"/>
              <a:gd name="connsiteX882" fmla="*/ 3882765 w 7472601"/>
              <a:gd name="connsiteY882" fmla="*/ 0 h 6858000"/>
              <a:gd name="connsiteX883" fmla="*/ 3721337 w 7472601"/>
              <a:gd name="connsiteY883" fmla="*/ 0 h 6858000"/>
              <a:gd name="connsiteX884" fmla="*/ 3797544 w 7472601"/>
              <a:gd name="connsiteY884" fmla="*/ 0 h 6858000"/>
              <a:gd name="connsiteX885" fmla="*/ 3775734 w 7472601"/>
              <a:gd name="connsiteY885" fmla="*/ 95131 h 6858000"/>
              <a:gd name="connsiteX886" fmla="*/ 3724807 w 7472601"/>
              <a:gd name="connsiteY886" fmla="*/ 272257 h 6858000"/>
              <a:gd name="connsiteX887" fmla="*/ 3726844 w 7472601"/>
              <a:gd name="connsiteY887" fmla="*/ 282988 h 6858000"/>
              <a:gd name="connsiteX888" fmla="*/ 3742664 w 7472601"/>
              <a:gd name="connsiteY888" fmla="*/ 279918 h 6858000"/>
              <a:gd name="connsiteX889" fmla="*/ 4103910 w 7472601"/>
              <a:gd name="connsiteY889" fmla="*/ 1161917 h 6858000"/>
              <a:gd name="connsiteX890" fmla="*/ 4020269 w 7472601"/>
              <a:gd name="connsiteY890" fmla="*/ 1200406 h 6858000"/>
              <a:gd name="connsiteX891" fmla="*/ 3674882 w 7472601"/>
              <a:gd name="connsiteY891" fmla="*/ 488524 h 6858000"/>
              <a:gd name="connsiteX892" fmla="*/ 3132682 w 7472601"/>
              <a:gd name="connsiteY892" fmla="*/ 1072284 h 6858000"/>
              <a:gd name="connsiteX893" fmla="*/ 2716346 w 7472601"/>
              <a:gd name="connsiteY893" fmla="*/ 1276376 h 6858000"/>
              <a:gd name="connsiteX894" fmla="*/ 2716772 w 7472601"/>
              <a:gd name="connsiteY894" fmla="*/ 1255462 h 6858000"/>
              <a:gd name="connsiteX895" fmla="*/ 3471096 w 7472601"/>
              <a:gd name="connsiteY895" fmla="*/ 437072 h 6858000"/>
              <a:gd name="connsiteX896" fmla="*/ 3639057 w 7472601"/>
              <a:gd name="connsiteY896" fmla="*/ 286334 h 6858000"/>
              <a:gd name="connsiteX897" fmla="*/ 3640309 w 7472601"/>
              <a:gd name="connsiteY897" fmla="*/ 284664 h 6858000"/>
              <a:gd name="connsiteX898" fmla="*/ 3646022 w 7472601"/>
              <a:gd name="connsiteY898" fmla="*/ 276711 h 6858000"/>
              <a:gd name="connsiteX899" fmla="*/ 3707943 w 7472601"/>
              <a:gd name="connsiteY899" fmla="*/ 65958 h 6858000"/>
              <a:gd name="connsiteX900" fmla="*/ 3721337 w 7472601"/>
              <a:gd name="connsiteY900" fmla="*/ 0 h 6858000"/>
              <a:gd name="connsiteX901" fmla="*/ 2867960 w 7472601"/>
              <a:gd name="connsiteY901" fmla="*/ 0 h 6858000"/>
              <a:gd name="connsiteX902" fmla="*/ 2926351 w 7472601"/>
              <a:gd name="connsiteY902" fmla="*/ 0 h 6858000"/>
              <a:gd name="connsiteX903" fmla="*/ 2902823 w 7472601"/>
              <a:gd name="connsiteY903" fmla="*/ 262929 h 6858000"/>
              <a:gd name="connsiteX904" fmla="*/ 2940663 w 7472601"/>
              <a:gd name="connsiteY904" fmla="*/ 140884 h 6858000"/>
              <a:gd name="connsiteX905" fmla="*/ 2947039 w 7472601"/>
              <a:gd name="connsiteY905" fmla="*/ 122524 h 6858000"/>
              <a:gd name="connsiteX906" fmla="*/ 2984316 w 7472601"/>
              <a:gd name="connsiteY906" fmla="*/ 0 h 6858000"/>
              <a:gd name="connsiteX907" fmla="*/ 3016114 w 7472601"/>
              <a:gd name="connsiteY907" fmla="*/ 0 h 6858000"/>
              <a:gd name="connsiteX908" fmla="*/ 2979949 w 7472601"/>
              <a:gd name="connsiteY908" fmla="*/ 119274 h 6858000"/>
              <a:gd name="connsiteX909" fmla="*/ 3023879 w 7472601"/>
              <a:gd name="connsiteY909" fmla="*/ 0 h 6858000"/>
              <a:gd name="connsiteX910" fmla="*/ 3105400 w 7472601"/>
              <a:gd name="connsiteY910" fmla="*/ 0 h 6858000"/>
              <a:gd name="connsiteX911" fmla="*/ 3094669 w 7472601"/>
              <a:gd name="connsiteY911" fmla="*/ 30308 h 6858000"/>
              <a:gd name="connsiteX912" fmla="*/ 2901945 w 7472601"/>
              <a:gd name="connsiteY912" fmla="*/ 466538 h 6858000"/>
              <a:gd name="connsiteX913" fmla="*/ 2815209 w 7472601"/>
              <a:gd name="connsiteY913" fmla="*/ 497361 h 6858000"/>
              <a:gd name="connsiteX914" fmla="*/ 2844845 w 7472601"/>
              <a:gd name="connsiteY914" fmla="*/ 127638 h 6858000"/>
              <a:gd name="connsiteX915" fmla="*/ 2867960 w 7472601"/>
              <a:gd name="connsiteY915" fmla="*/ 0 h 6858000"/>
              <a:gd name="connsiteX916" fmla="*/ 1057230 w 7472601"/>
              <a:gd name="connsiteY916" fmla="*/ 0 h 6858000"/>
              <a:gd name="connsiteX917" fmla="*/ 1111003 w 7472601"/>
              <a:gd name="connsiteY917" fmla="*/ 0 h 6858000"/>
              <a:gd name="connsiteX918" fmla="*/ 1125553 w 7472601"/>
              <a:gd name="connsiteY918" fmla="*/ 52588 h 6858000"/>
              <a:gd name="connsiteX919" fmla="*/ 1304276 w 7472601"/>
              <a:gd name="connsiteY919" fmla="*/ 476275 h 6858000"/>
              <a:gd name="connsiteX920" fmla="*/ 1492066 w 7472601"/>
              <a:gd name="connsiteY920" fmla="*/ 886333 h 6858000"/>
              <a:gd name="connsiteX921" fmla="*/ 1423698 w 7472601"/>
              <a:gd name="connsiteY921" fmla="*/ 710817 h 6858000"/>
              <a:gd name="connsiteX922" fmla="*/ 1357609 w 7472601"/>
              <a:gd name="connsiteY922" fmla="*/ 532892 h 6858000"/>
              <a:gd name="connsiteX923" fmla="*/ 1309550 w 7472601"/>
              <a:gd name="connsiteY923" fmla="*/ 374031 h 6858000"/>
              <a:gd name="connsiteX924" fmla="*/ 1193673 w 7472601"/>
              <a:gd name="connsiteY924" fmla="*/ 49533 h 6858000"/>
              <a:gd name="connsiteX925" fmla="*/ 1164391 w 7472601"/>
              <a:gd name="connsiteY925" fmla="*/ 0 h 6858000"/>
              <a:gd name="connsiteX926" fmla="*/ 1200666 w 7472601"/>
              <a:gd name="connsiteY926" fmla="*/ 0 h 6858000"/>
              <a:gd name="connsiteX927" fmla="*/ 1223408 w 7472601"/>
              <a:gd name="connsiteY927" fmla="*/ 38996 h 6858000"/>
              <a:gd name="connsiteX928" fmla="*/ 1339635 w 7472601"/>
              <a:gd name="connsiteY928" fmla="*/ 365517 h 6858000"/>
              <a:gd name="connsiteX929" fmla="*/ 1387469 w 7472601"/>
              <a:gd name="connsiteY929" fmla="*/ 523079 h 6858000"/>
              <a:gd name="connsiteX930" fmla="*/ 1452685 w 7472601"/>
              <a:gd name="connsiteY930" fmla="*/ 699806 h 6858000"/>
              <a:gd name="connsiteX931" fmla="*/ 1492092 w 7472601"/>
              <a:gd name="connsiteY931" fmla="*/ 800424 h 6858000"/>
              <a:gd name="connsiteX932" fmla="*/ 1455302 w 7472601"/>
              <a:gd name="connsiteY932" fmla="*/ 632913 h 6858000"/>
              <a:gd name="connsiteX933" fmla="*/ 1222336 w 7472601"/>
              <a:gd name="connsiteY933" fmla="*/ 9480 h 6858000"/>
              <a:gd name="connsiteX934" fmla="*/ 1214634 w 7472601"/>
              <a:gd name="connsiteY934" fmla="*/ 0 h 6858000"/>
              <a:gd name="connsiteX935" fmla="*/ 1289827 w 7472601"/>
              <a:gd name="connsiteY935" fmla="*/ 0 h 6858000"/>
              <a:gd name="connsiteX936" fmla="*/ 1321076 w 7472601"/>
              <a:gd name="connsiteY936" fmla="*/ 59722 h 6858000"/>
              <a:gd name="connsiteX937" fmla="*/ 1512579 w 7472601"/>
              <a:gd name="connsiteY937" fmla="*/ 626441 h 6858000"/>
              <a:gd name="connsiteX938" fmla="*/ 1506076 w 7472601"/>
              <a:gd name="connsiteY938" fmla="*/ 1089289 h 6858000"/>
              <a:gd name="connsiteX939" fmla="*/ 1486346 w 7472601"/>
              <a:gd name="connsiteY939" fmla="*/ 1079919 h 6858000"/>
              <a:gd name="connsiteX940" fmla="*/ 1070511 w 7472601"/>
              <a:gd name="connsiteY940" fmla="*/ 48609 h 6858000"/>
              <a:gd name="connsiteX941" fmla="*/ 1057230 w 7472601"/>
              <a:gd name="connsiteY941" fmla="*/ 0 h 6858000"/>
              <a:gd name="connsiteX942" fmla="*/ 43151 w 7472601"/>
              <a:gd name="connsiteY942" fmla="*/ 0 h 6858000"/>
              <a:gd name="connsiteX943" fmla="*/ 95283 w 7472601"/>
              <a:gd name="connsiteY943" fmla="*/ 0 h 6858000"/>
              <a:gd name="connsiteX944" fmla="*/ 300708 w 7472601"/>
              <a:gd name="connsiteY944" fmla="*/ 154571 h 6858000"/>
              <a:gd name="connsiteX945" fmla="*/ 530414 w 7472601"/>
              <a:gd name="connsiteY945" fmla="*/ 354673 h 6858000"/>
              <a:gd name="connsiteX946" fmla="*/ 333785 w 7472601"/>
              <a:gd name="connsiteY946" fmla="*/ 161564 h 6858000"/>
              <a:gd name="connsiteX947" fmla="*/ 147005 w 7472601"/>
              <a:gd name="connsiteY947" fmla="*/ 0 h 6858000"/>
              <a:gd name="connsiteX948" fmla="*/ 272509 w 7472601"/>
              <a:gd name="connsiteY948" fmla="*/ 0 h 6858000"/>
              <a:gd name="connsiteX949" fmla="*/ 326276 w 7472601"/>
              <a:gd name="connsiteY949" fmla="*/ 45847 h 6858000"/>
              <a:gd name="connsiteX950" fmla="*/ 823759 w 7472601"/>
              <a:gd name="connsiteY950" fmla="*/ 574145 h 6858000"/>
              <a:gd name="connsiteX951" fmla="*/ 811254 w 7472601"/>
              <a:gd name="connsiteY951" fmla="*/ 665546 h 6858000"/>
              <a:gd name="connsiteX952" fmla="*/ 154042 w 7472601"/>
              <a:gd name="connsiteY952" fmla="*/ 261522 h 6858000"/>
              <a:gd name="connsiteX953" fmla="*/ 13550 w 7472601"/>
              <a:gd name="connsiteY953" fmla="*/ 158423 h 6858000"/>
              <a:gd name="connsiteX954" fmla="*/ 0 w 7472601"/>
              <a:gd name="connsiteY954" fmla="*/ 146618 h 6858000"/>
              <a:gd name="connsiteX955" fmla="*/ 0 w 7472601"/>
              <a:gd name="connsiteY955" fmla="*/ 59161 h 6858000"/>
              <a:gd name="connsiteX956" fmla="*/ 45427 w 7472601"/>
              <a:gd name="connsiteY956" fmla="*/ 101078 h 6858000"/>
              <a:gd name="connsiteX957" fmla="*/ 630103 w 7472601"/>
              <a:gd name="connsiteY957" fmla="*/ 485885 h 6858000"/>
              <a:gd name="connsiteX958" fmla="*/ 532040 w 7472601"/>
              <a:gd name="connsiteY958" fmla="*/ 399359 h 6858000"/>
              <a:gd name="connsiteX959" fmla="*/ 517618 w 7472601"/>
              <a:gd name="connsiteY959" fmla="*/ 385726 h 6858000"/>
              <a:gd name="connsiteX960" fmla="*/ 285074 w 7472601"/>
              <a:gd name="connsiteY960" fmla="*/ 182755 h 6858000"/>
              <a:gd name="connsiteX961" fmla="*/ 43151 w 7472601"/>
              <a:gd name="connsiteY961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63634 h 6858000"/>
              <a:gd name="connsiteX78" fmla="*/ 7448321 w 7472601"/>
              <a:gd name="connsiteY78" fmla="*/ 6190991 h 6858000"/>
              <a:gd name="connsiteX79" fmla="*/ 7467600 w 7472601"/>
              <a:gd name="connsiteY79" fmla="*/ 6221686 h 6858000"/>
              <a:gd name="connsiteX80" fmla="*/ 7467600 w 7472601"/>
              <a:gd name="connsiteY80" fmla="*/ 6334256 h 6858000"/>
              <a:gd name="connsiteX81" fmla="*/ 7454976 w 7472601"/>
              <a:gd name="connsiteY81" fmla="*/ 6318297 h 6858000"/>
              <a:gd name="connsiteX82" fmla="*/ 1456157 w 7472601"/>
              <a:gd name="connsiteY82" fmla="*/ 5371404 h 6858000"/>
              <a:gd name="connsiteX83" fmla="*/ 1244432 w 7472601"/>
              <a:gd name="connsiteY83" fmla="*/ 5385601 h 6858000"/>
              <a:gd name="connsiteX84" fmla="*/ 973990 w 7472601"/>
              <a:gd name="connsiteY84" fmla="*/ 5424940 h 6858000"/>
              <a:gd name="connsiteX85" fmla="*/ 1103809 w 7472601"/>
              <a:gd name="connsiteY85" fmla="*/ 5433720 h 6858000"/>
              <a:gd name="connsiteX86" fmla="*/ 1123454 w 7472601"/>
              <a:gd name="connsiteY86" fmla="*/ 5435727 h 6858000"/>
              <a:gd name="connsiteX87" fmla="*/ 1737017 w 7472601"/>
              <a:gd name="connsiteY87" fmla="*/ 5452183 h 6858000"/>
              <a:gd name="connsiteX88" fmla="*/ 1824397 w 7472601"/>
              <a:gd name="connsiteY88" fmla="*/ 5447757 h 6858000"/>
              <a:gd name="connsiteX89" fmla="*/ 2070059 w 7472601"/>
              <a:gd name="connsiteY89" fmla="*/ 5441660 h 6858000"/>
              <a:gd name="connsiteX90" fmla="*/ 1456157 w 7472601"/>
              <a:gd name="connsiteY90" fmla="*/ 5371404 h 6858000"/>
              <a:gd name="connsiteX91" fmla="*/ 4988186 w 7472601"/>
              <a:gd name="connsiteY91" fmla="*/ 5216467 h 6858000"/>
              <a:gd name="connsiteX92" fmla="*/ 4777334 w 7472601"/>
              <a:gd name="connsiteY92" fmla="*/ 5406072 h 6858000"/>
              <a:gd name="connsiteX93" fmla="*/ 4718341 w 7472601"/>
              <a:gd name="connsiteY93" fmla="*/ 5468043 h 6858000"/>
              <a:gd name="connsiteX94" fmla="*/ 4604655 w 7472601"/>
              <a:gd name="connsiteY94" fmla="*/ 5583434 h 6858000"/>
              <a:gd name="connsiteX95" fmla="*/ 4565074 w 7472601"/>
              <a:gd name="connsiteY95" fmla="*/ 5618550 h 6858000"/>
              <a:gd name="connsiteX96" fmla="*/ 4988186 w 7472601"/>
              <a:gd name="connsiteY96" fmla="*/ 5216467 h 6858000"/>
              <a:gd name="connsiteX97" fmla="*/ 4978032 w 7472601"/>
              <a:gd name="connsiteY97" fmla="*/ 5183809 h 6858000"/>
              <a:gd name="connsiteX98" fmla="*/ 4463413 w 7472601"/>
              <a:gd name="connsiteY98" fmla="*/ 5615162 h 6858000"/>
              <a:gd name="connsiteX99" fmla="*/ 4358134 w 7472601"/>
              <a:gd name="connsiteY99" fmla="*/ 5742791 h 6858000"/>
              <a:gd name="connsiteX100" fmla="*/ 4376219 w 7472601"/>
              <a:gd name="connsiteY100" fmla="*/ 5729027 h 6858000"/>
              <a:gd name="connsiteX101" fmla="*/ 4582340 w 7472601"/>
              <a:gd name="connsiteY101" fmla="*/ 5561037 h 6858000"/>
              <a:gd name="connsiteX102" fmla="*/ 4694684 w 7472601"/>
              <a:gd name="connsiteY102" fmla="*/ 5447098 h 6858000"/>
              <a:gd name="connsiteX103" fmla="*/ 4754123 w 7472601"/>
              <a:gd name="connsiteY103" fmla="*/ 5384643 h 6858000"/>
              <a:gd name="connsiteX104" fmla="*/ 4978032 w 7472601"/>
              <a:gd name="connsiteY104" fmla="*/ 5183809 h 6858000"/>
              <a:gd name="connsiteX105" fmla="*/ 1903353 w 7472601"/>
              <a:gd name="connsiteY105" fmla="*/ 5044827 h 6858000"/>
              <a:gd name="connsiteX106" fmla="*/ 1936931 w 7472601"/>
              <a:gd name="connsiteY106" fmla="*/ 5093954 h 6858000"/>
              <a:gd name="connsiteX107" fmla="*/ 2195868 w 7472601"/>
              <a:gd name="connsiteY107" fmla="*/ 5396574 h 6858000"/>
              <a:gd name="connsiteX108" fmla="*/ 2088852 w 7472601"/>
              <a:gd name="connsiteY108" fmla="*/ 5166123 h 6858000"/>
              <a:gd name="connsiteX109" fmla="*/ 1958241 w 7472601"/>
              <a:gd name="connsiteY109" fmla="*/ 5067955 h 6858000"/>
              <a:gd name="connsiteX110" fmla="*/ 1903353 w 7472601"/>
              <a:gd name="connsiteY110" fmla="*/ 5044827 h 6858000"/>
              <a:gd name="connsiteX111" fmla="*/ 1979378 w 7472601"/>
              <a:gd name="connsiteY111" fmla="*/ 4769504 h 6858000"/>
              <a:gd name="connsiteX112" fmla="*/ 2882120 w 7472601"/>
              <a:gd name="connsiteY112" fmla="*/ 5064547 h 6858000"/>
              <a:gd name="connsiteX113" fmla="*/ 2793103 w 7472601"/>
              <a:gd name="connsiteY113" fmla="*/ 5039699 h 6858000"/>
              <a:gd name="connsiteX114" fmla="*/ 2770041 w 7472601"/>
              <a:gd name="connsiteY114" fmla="*/ 5033634 h 6858000"/>
              <a:gd name="connsiteX115" fmla="*/ 1979378 w 7472601"/>
              <a:gd name="connsiteY115" fmla="*/ 4769504 h 6858000"/>
              <a:gd name="connsiteX116" fmla="*/ 1927410 w 7472601"/>
              <a:gd name="connsiteY116" fmla="*/ 4716164 h 6858000"/>
              <a:gd name="connsiteX117" fmla="*/ 1959587 w 7472601"/>
              <a:gd name="connsiteY117" fmla="*/ 4728849 h 6858000"/>
              <a:gd name="connsiteX118" fmla="*/ 2777707 w 7472601"/>
              <a:gd name="connsiteY118" fmla="*/ 5003991 h 6858000"/>
              <a:gd name="connsiteX119" fmla="*/ 2800768 w 7472601"/>
              <a:gd name="connsiteY119" fmla="*/ 5010056 h 6858000"/>
              <a:gd name="connsiteX120" fmla="*/ 2879408 w 7472601"/>
              <a:gd name="connsiteY120" fmla="*/ 5031590 h 6858000"/>
              <a:gd name="connsiteX121" fmla="*/ 2862295 w 7472601"/>
              <a:gd name="connsiteY121" fmla="*/ 5022958 h 6858000"/>
              <a:gd name="connsiteX122" fmla="*/ 2813343 w 7472601"/>
              <a:gd name="connsiteY122" fmla="*/ 4998369 h 6858000"/>
              <a:gd name="connsiteX123" fmla="*/ 2646245 w 7472601"/>
              <a:gd name="connsiteY123" fmla="*/ 4930999 h 6858000"/>
              <a:gd name="connsiteX124" fmla="*/ 1999243 w 7472601"/>
              <a:gd name="connsiteY124" fmla="*/ 4730524 h 6858000"/>
              <a:gd name="connsiteX125" fmla="*/ 1979527 w 7472601"/>
              <a:gd name="connsiteY125" fmla="*/ 4726651 h 6858000"/>
              <a:gd name="connsiteX126" fmla="*/ 1927410 w 7472601"/>
              <a:gd name="connsiteY126" fmla="*/ 4716164 h 6858000"/>
              <a:gd name="connsiteX127" fmla="*/ 1997014 w 7472601"/>
              <a:gd name="connsiteY127" fmla="*/ 4698007 h 6858000"/>
              <a:gd name="connsiteX128" fmla="*/ 2005458 w 7472601"/>
              <a:gd name="connsiteY128" fmla="*/ 4699540 h 6858000"/>
              <a:gd name="connsiteX129" fmla="*/ 2657186 w 7472601"/>
              <a:gd name="connsiteY129" fmla="*/ 4901687 h 6858000"/>
              <a:gd name="connsiteX130" fmla="*/ 2826662 w 7472601"/>
              <a:gd name="connsiteY130" fmla="*/ 4970362 h 6858000"/>
              <a:gd name="connsiteX131" fmla="*/ 2876100 w 7472601"/>
              <a:gd name="connsiteY131" fmla="*/ 4995397 h 6858000"/>
              <a:gd name="connsiteX132" fmla="*/ 3042600 w 7472601"/>
              <a:gd name="connsiteY132" fmla="*/ 5059532 h 6858000"/>
              <a:gd name="connsiteX133" fmla="*/ 1997014 w 7472601"/>
              <a:gd name="connsiteY133" fmla="*/ 4698007 h 6858000"/>
              <a:gd name="connsiteX134" fmla="*/ 2305292 w 7472601"/>
              <a:gd name="connsiteY134" fmla="*/ 4219492 h 6858000"/>
              <a:gd name="connsiteX135" fmla="*/ 3360922 w 7472601"/>
              <a:gd name="connsiteY135" fmla="*/ 4529373 h 6858000"/>
              <a:gd name="connsiteX136" fmla="*/ 3492420 w 7472601"/>
              <a:gd name="connsiteY136" fmla="*/ 4510145 h 6858000"/>
              <a:gd name="connsiteX137" fmla="*/ 3364086 w 7472601"/>
              <a:gd name="connsiteY137" fmla="*/ 4480340 h 6858000"/>
              <a:gd name="connsiteX138" fmla="*/ 3225818 w 7472601"/>
              <a:gd name="connsiteY138" fmla="*/ 4411822 h 6858000"/>
              <a:gd name="connsiteX139" fmla="*/ 3129696 w 7472601"/>
              <a:gd name="connsiteY139" fmla="*/ 4360704 h 6858000"/>
              <a:gd name="connsiteX140" fmla="*/ 2814545 w 7472601"/>
              <a:gd name="connsiteY140" fmla="*/ 4282955 h 6858000"/>
              <a:gd name="connsiteX141" fmla="*/ 2305292 w 7472601"/>
              <a:gd name="connsiteY141" fmla="*/ 4219492 h 6858000"/>
              <a:gd name="connsiteX142" fmla="*/ 2626982 w 7472601"/>
              <a:gd name="connsiteY142" fmla="*/ 4206450 h 6858000"/>
              <a:gd name="connsiteX143" fmla="*/ 2490617 w 7472601"/>
              <a:gd name="connsiteY143" fmla="*/ 4206951 h 6858000"/>
              <a:gd name="connsiteX144" fmla="*/ 2819869 w 7472601"/>
              <a:gd name="connsiteY144" fmla="*/ 4252936 h 6858000"/>
              <a:gd name="connsiteX145" fmla="*/ 3143018 w 7472601"/>
              <a:gd name="connsiteY145" fmla="*/ 4332698 h 6858000"/>
              <a:gd name="connsiteX146" fmla="*/ 3241520 w 7472601"/>
              <a:gd name="connsiteY146" fmla="*/ 4385112 h 6858000"/>
              <a:gd name="connsiteX147" fmla="*/ 3374575 w 7472601"/>
              <a:gd name="connsiteY147" fmla="*/ 4451517 h 6858000"/>
              <a:gd name="connsiteX148" fmla="*/ 3505221 w 7472601"/>
              <a:gd name="connsiteY148" fmla="*/ 4480757 h 6858000"/>
              <a:gd name="connsiteX149" fmla="*/ 2626982 w 7472601"/>
              <a:gd name="connsiteY149" fmla="*/ 4206450 h 6858000"/>
              <a:gd name="connsiteX150" fmla="*/ 1310106 w 7472601"/>
              <a:gd name="connsiteY150" fmla="*/ 3943217 h 6858000"/>
              <a:gd name="connsiteX151" fmla="*/ 854994 w 7472601"/>
              <a:gd name="connsiteY151" fmla="*/ 4399136 h 6858000"/>
              <a:gd name="connsiteX152" fmla="*/ 742462 w 7472601"/>
              <a:gd name="connsiteY152" fmla="*/ 4594648 h 6858000"/>
              <a:gd name="connsiteX153" fmla="*/ 820602 w 7472601"/>
              <a:gd name="connsiteY153" fmla="*/ 4485915 h 6858000"/>
              <a:gd name="connsiteX154" fmla="*/ 878295 w 7472601"/>
              <a:gd name="connsiteY154" fmla="*/ 4403594 h 6858000"/>
              <a:gd name="connsiteX155" fmla="*/ 1240607 w 7472601"/>
              <a:gd name="connsiteY155" fmla="*/ 4010401 h 6858000"/>
              <a:gd name="connsiteX156" fmla="*/ 1310106 w 7472601"/>
              <a:gd name="connsiteY156" fmla="*/ 3943217 h 6858000"/>
              <a:gd name="connsiteX157" fmla="*/ 1423113 w 7472601"/>
              <a:gd name="connsiteY157" fmla="*/ 3874565 h 6858000"/>
              <a:gd name="connsiteX158" fmla="*/ 1260565 w 7472601"/>
              <a:gd name="connsiteY158" fmla="*/ 4031982 h 6858000"/>
              <a:gd name="connsiteX159" fmla="*/ 901900 w 7472601"/>
              <a:gd name="connsiteY159" fmla="*/ 4421236 h 6858000"/>
              <a:gd name="connsiteX160" fmla="*/ 845044 w 7472601"/>
              <a:gd name="connsiteY160" fmla="*/ 4502436 h 6858000"/>
              <a:gd name="connsiteX161" fmla="*/ 685926 w 7472601"/>
              <a:gd name="connsiteY161" fmla="*/ 4703069 h 6858000"/>
              <a:gd name="connsiteX162" fmla="*/ 684248 w 7472601"/>
              <a:gd name="connsiteY162" fmla="*/ 4706721 h 6858000"/>
              <a:gd name="connsiteX163" fmla="*/ 1423113 w 7472601"/>
              <a:gd name="connsiteY163" fmla="*/ 3874565 h 6858000"/>
              <a:gd name="connsiteX164" fmla="*/ 3316479 w 7472601"/>
              <a:gd name="connsiteY164" fmla="*/ 3872136 h 6858000"/>
              <a:gd name="connsiteX165" fmla="*/ 3546806 w 7472601"/>
              <a:gd name="connsiteY165" fmla="*/ 4356139 h 6858000"/>
              <a:gd name="connsiteX166" fmla="*/ 3364433 w 7472601"/>
              <a:gd name="connsiteY166" fmla="*/ 3953121 h 6858000"/>
              <a:gd name="connsiteX167" fmla="*/ 3316479 w 7472601"/>
              <a:gd name="connsiteY167" fmla="*/ 3872136 h 6858000"/>
              <a:gd name="connsiteX168" fmla="*/ 3291335 w 7472601"/>
              <a:gd name="connsiteY168" fmla="*/ 3767420 h 6858000"/>
              <a:gd name="connsiteX169" fmla="*/ 3390805 w 7472601"/>
              <a:gd name="connsiteY169" fmla="*/ 3937163 h 6858000"/>
              <a:gd name="connsiteX170" fmla="*/ 3579062 w 7472601"/>
              <a:gd name="connsiteY170" fmla="*/ 4359040 h 6858000"/>
              <a:gd name="connsiteX171" fmla="*/ 3467355 w 7472601"/>
              <a:gd name="connsiteY171" fmla="*/ 3988130 h 6858000"/>
              <a:gd name="connsiteX172" fmla="*/ 3310753 w 7472601"/>
              <a:gd name="connsiteY172" fmla="*/ 3787140 h 6858000"/>
              <a:gd name="connsiteX173" fmla="*/ 3291335 w 7472601"/>
              <a:gd name="connsiteY173" fmla="*/ 3767420 h 6858000"/>
              <a:gd name="connsiteX174" fmla="*/ 1635889 w 7472601"/>
              <a:gd name="connsiteY174" fmla="*/ 3709494 h 6858000"/>
              <a:gd name="connsiteX175" fmla="*/ 1634800 w 7472601"/>
              <a:gd name="connsiteY175" fmla="*/ 3731111 h 6858000"/>
              <a:gd name="connsiteX176" fmla="*/ 1635889 w 7472601"/>
              <a:gd name="connsiteY176" fmla="*/ 3709494 h 6858000"/>
              <a:gd name="connsiteX177" fmla="*/ 1510397 w 7472601"/>
              <a:gd name="connsiteY177" fmla="*/ 3684705 h 6858000"/>
              <a:gd name="connsiteX178" fmla="*/ 1146550 w 7472601"/>
              <a:gd name="connsiteY178" fmla="*/ 3802012 h 6858000"/>
              <a:gd name="connsiteX179" fmla="*/ 698834 w 7472601"/>
              <a:gd name="connsiteY179" fmla="*/ 3952272 h 6858000"/>
              <a:gd name="connsiteX180" fmla="*/ 34256 w 7472601"/>
              <a:gd name="connsiteY180" fmla="*/ 4347603 h 6858000"/>
              <a:gd name="connsiteX181" fmla="*/ 527241 w 7472601"/>
              <a:gd name="connsiteY181" fmla="*/ 4065078 h 6858000"/>
              <a:gd name="connsiteX182" fmla="*/ 1510397 w 7472601"/>
              <a:gd name="connsiteY182" fmla="*/ 3684705 h 6858000"/>
              <a:gd name="connsiteX183" fmla="*/ 1313114 w 7472601"/>
              <a:gd name="connsiteY183" fmla="*/ 3655216 h 6858000"/>
              <a:gd name="connsiteX184" fmla="*/ 1109304 w 7472601"/>
              <a:gd name="connsiteY184" fmla="*/ 3669030 h 6858000"/>
              <a:gd name="connsiteX185" fmla="*/ 8129 w 7472601"/>
              <a:gd name="connsiteY185" fmla="*/ 4330519 h 6858000"/>
              <a:gd name="connsiteX186" fmla="*/ 687572 w 7472601"/>
              <a:gd name="connsiteY186" fmla="*/ 3925629 h 6858000"/>
              <a:gd name="connsiteX187" fmla="*/ 1138365 w 7472601"/>
              <a:gd name="connsiteY187" fmla="*/ 3774515 h 6858000"/>
              <a:gd name="connsiteX188" fmla="*/ 1505579 w 7472601"/>
              <a:gd name="connsiteY188" fmla="*/ 3655526 h 6858000"/>
              <a:gd name="connsiteX189" fmla="*/ 1313114 w 7472601"/>
              <a:gd name="connsiteY189" fmla="*/ 3655216 h 6858000"/>
              <a:gd name="connsiteX190" fmla="*/ 3655073 w 7472601"/>
              <a:gd name="connsiteY190" fmla="*/ 3650884 h 6858000"/>
              <a:gd name="connsiteX191" fmla="*/ 3989938 w 7472601"/>
              <a:gd name="connsiteY191" fmla="*/ 3991685 h 6858000"/>
              <a:gd name="connsiteX192" fmla="*/ 4393907 w 7472601"/>
              <a:gd name="connsiteY192" fmla="*/ 4261258 h 6858000"/>
              <a:gd name="connsiteX193" fmla="*/ 4648051 w 7472601"/>
              <a:gd name="connsiteY193" fmla="*/ 4374051 h 6858000"/>
              <a:gd name="connsiteX194" fmla="*/ 4383389 w 7472601"/>
              <a:gd name="connsiteY194" fmla="*/ 4184369 h 6858000"/>
              <a:gd name="connsiteX195" fmla="*/ 4165508 w 7472601"/>
              <a:gd name="connsiteY195" fmla="*/ 4035196 h 6858000"/>
              <a:gd name="connsiteX196" fmla="*/ 4068162 w 7472601"/>
              <a:gd name="connsiteY196" fmla="*/ 3953394 h 6858000"/>
              <a:gd name="connsiteX197" fmla="*/ 3981416 w 7472601"/>
              <a:gd name="connsiteY197" fmla="*/ 3880482 h 6858000"/>
              <a:gd name="connsiteX198" fmla="*/ 3800147 w 7472601"/>
              <a:gd name="connsiteY198" fmla="*/ 3749872 h 6858000"/>
              <a:gd name="connsiteX199" fmla="*/ 3655073 w 7472601"/>
              <a:gd name="connsiteY199" fmla="*/ 3650884 h 6858000"/>
              <a:gd name="connsiteX200" fmla="*/ 3670252 w 7472601"/>
              <a:gd name="connsiteY200" fmla="*/ 3622798 h 6858000"/>
              <a:gd name="connsiteX201" fmla="*/ 3817258 w 7472601"/>
              <a:gd name="connsiteY201" fmla="*/ 3723577 h 6858000"/>
              <a:gd name="connsiteX202" fmla="*/ 4000461 w 7472601"/>
              <a:gd name="connsiteY202" fmla="*/ 3855966 h 6858000"/>
              <a:gd name="connsiteX203" fmla="*/ 4088180 w 7472601"/>
              <a:gd name="connsiteY203" fmla="*/ 3929774 h 6858000"/>
              <a:gd name="connsiteX204" fmla="*/ 4184555 w 7472601"/>
              <a:gd name="connsiteY204" fmla="*/ 4010683 h 6858000"/>
              <a:gd name="connsiteX205" fmla="*/ 4399563 w 7472601"/>
              <a:gd name="connsiteY205" fmla="*/ 4158106 h 6858000"/>
              <a:gd name="connsiteX206" fmla="*/ 4684469 w 7472601"/>
              <a:gd name="connsiteY206" fmla="*/ 4364680 h 6858000"/>
              <a:gd name="connsiteX207" fmla="*/ 4690271 w 7472601"/>
              <a:gd name="connsiteY207" fmla="*/ 4370034 h 6858000"/>
              <a:gd name="connsiteX208" fmla="*/ 4136093 w 7472601"/>
              <a:gd name="connsiteY208" fmla="*/ 3858466 h 6858000"/>
              <a:gd name="connsiteX209" fmla="*/ 3670252 w 7472601"/>
              <a:gd name="connsiteY209" fmla="*/ 3622798 h 6858000"/>
              <a:gd name="connsiteX210" fmla="*/ 4440129 w 7472601"/>
              <a:gd name="connsiteY210" fmla="*/ 3448571 h 6858000"/>
              <a:gd name="connsiteX211" fmla="*/ 4856525 w 7472601"/>
              <a:gd name="connsiteY211" fmla="*/ 3915351 h 6858000"/>
              <a:gd name="connsiteX212" fmla="*/ 5059055 w 7472601"/>
              <a:gd name="connsiteY212" fmla="*/ 4108918 h 6858000"/>
              <a:gd name="connsiteX213" fmla="*/ 5290070 w 7472601"/>
              <a:gd name="connsiteY213" fmla="*/ 4263619 h 6858000"/>
              <a:gd name="connsiteX214" fmla="*/ 4834991 w 7472601"/>
              <a:gd name="connsiteY214" fmla="*/ 3830985 h 6858000"/>
              <a:gd name="connsiteX215" fmla="*/ 4440129 w 7472601"/>
              <a:gd name="connsiteY215" fmla="*/ 3448571 h 6858000"/>
              <a:gd name="connsiteX216" fmla="*/ 4441737 w 7472601"/>
              <a:gd name="connsiteY216" fmla="*/ 3399734 h 6858000"/>
              <a:gd name="connsiteX217" fmla="*/ 4431236 w 7472601"/>
              <a:gd name="connsiteY217" fmla="*/ 3400954 h 6858000"/>
              <a:gd name="connsiteX218" fmla="*/ 4557150 w 7472601"/>
              <a:gd name="connsiteY218" fmla="*/ 3510023 h 6858000"/>
              <a:gd name="connsiteX219" fmla="*/ 4856936 w 7472601"/>
              <a:gd name="connsiteY219" fmla="*/ 3809146 h 6858000"/>
              <a:gd name="connsiteX220" fmla="*/ 5111996 w 7472601"/>
              <a:gd name="connsiteY220" fmla="*/ 4065759 h 6858000"/>
              <a:gd name="connsiteX221" fmla="*/ 5388878 w 7472601"/>
              <a:gd name="connsiteY221" fmla="*/ 4300185 h 6858000"/>
              <a:gd name="connsiteX222" fmla="*/ 5425556 w 7472601"/>
              <a:gd name="connsiteY222" fmla="*/ 4308967 h 6858000"/>
              <a:gd name="connsiteX223" fmla="*/ 4943646 w 7472601"/>
              <a:gd name="connsiteY223" fmla="*/ 3822916 h 6858000"/>
              <a:gd name="connsiteX224" fmla="*/ 4594837 w 7472601"/>
              <a:gd name="connsiteY224" fmla="*/ 3532274 h 6858000"/>
              <a:gd name="connsiteX225" fmla="*/ 4441737 w 7472601"/>
              <a:gd name="connsiteY225" fmla="*/ 3399734 h 6858000"/>
              <a:gd name="connsiteX226" fmla="*/ 5425834 w 7472601"/>
              <a:gd name="connsiteY226" fmla="*/ 3162785 h 6858000"/>
              <a:gd name="connsiteX227" fmla="*/ 5401644 w 7472601"/>
              <a:gd name="connsiteY227" fmla="*/ 3617847 h 6858000"/>
              <a:gd name="connsiteX228" fmla="*/ 5467256 w 7472601"/>
              <a:gd name="connsiteY228" fmla="*/ 4175494 h 6858000"/>
              <a:gd name="connsiteX229" fmla="*/ 5448069 w 7472601"/>
              <a:gd name="connsiteY229" fmla="*/ 3567554 h 6858000"/>
              <a:gd name="connsiteX230" fmla="*/ 5425834 w 7472601"/>
              <a:gd name="connsiteY230" fmla="*/ 3162785 h 6858000"/>
              <a:gd name="connsiteX231" fmla="*/ 1318687 w 7472601"/>
              <a:gd name="connsiteY231" fmla="*/ 3113840 h 6858000"/>
              <a:gd name="connsiteX232" fmla="*/ 1066793 w 7472601"/>
              <a:gd name="connsiteY232" fmla="*/ 3212171 h 6858000"/>
              <a:gd name="connsiteX233" fmla="*/ 993319 w 7472601"/>
              <a:gd name="connsiteY233" fmla="*/ 3247648 h 6858000"/>
              <a:gd name="connsiteX234" fmla="*/ 853081 w 7472601"/>
              <a:gd name="connsiteY234" fmla="*/ 3312410 h 6858000"/>
              <a:gd name="connsiteX235" fmla="*/ 805957 w 7472601"/>
              <a:gd name="connsiteY235" fmla="*/ 3330443 h 6858000"/>
              <a:gd name="connsiteX236" fmla="*/ 1318687 w 7472601"/>
              <a:gd name="connsiteY236" fmla="*/ 3113840 h 6858000"/>
              <a:gd name="connsiteX237" fmla="*/ 5453702 w 7472601"/>
              <a:gd name="connsiteY237" fmla="*/ 3090882 h 6858000"/>
              <a:gd name="connsiteX238" fmla="*/ 5480135 w 7472601"/>
              <a:gd name="connsiteY238" fmla="*/ 3565802 h 6858000"/>
              <a:gd name="connsiteX239" fmla="*/ 5499023 w 7472601"/>
              <a:gd name="connsiteY239" fmla="*/ 4166310 h 6858000"/>
              <a:gd name="connsiteX240" fmla="*/ 5547022 w 7472601"/>
              <a:gd name="connsiteY240" fmla="*/ 3607838 h 6858000"/>
              <a:gd name="connsiteX241" fmla="*/ 5515964 w 7472601"/>
              <a:gd name="connsiteY241" fmla="*/ 3378541 h 6858000"/>
              <a:gd name="connsiteX242" fmla="*/ 5453702 w 7472601"/>
              <a:gd name="connsiteY242" fmla="*/ 3090882 h 6858000"/>
              <a:gd name="connsiteX243" fmla="*/ 1238695 w 7472601"/>
              <a:gd name="connsiteY243" fmla="*/ 3076820 h 6858000"/>
              <a:gd name="connsiteX244" fmla="*/ 716371 w 7472601"/>
              <a:gd name="connsiteY244" fmla="*/ 3293249 h 6858000"/>
              <a:gd name="connsiteX245" fmla="*/ 579522 w 7472601"/>
              <a:gd name="connsiteY245" fmla="*/ 3371759 h 6858000"/>
              <a:gd name="connsiteX246" fmla="*/ 600288 w 7472601"/>
              <a:gd name="connsiteY246" fmla="*/ 3365555 h 6858000"/>
              <a:gd name="connsiteX247" fmla="*/ 840692 w 7472601"/>
              <a:gd name="connsiteY247" fmla="*/ 3284921 h 6858000"/>
              <a:gd name="connsiteX248" fmla="*/ 979248 w 7472601"/>
              <a:gd name="connsiteY248" fmla="*/ 3221003 h 6858000"/>
              <a:gd name="connsiteX249" fmla="*/ 1053282 w 7472601"/>
              <a:gd name="connsiteY249" fmla="*/ 3185247 h 6858000"/>
              <a:gd name="connsiteX250" fmla="*/ 1320603 w 7472601"/>
              <a:gd name="connsiteY250" fmla="*/ 3081281 h 6858000"/>
              <a:gd name="connsiteX251" fmla="*/ 1238695 w 7472601"/>
              <a:gd name="connsiteY251" fmla="*/ 3076820 h 6858000"/>
              <a:gd name="connsiteX252" fmla="*/ 5425627 w 7472601"/>
              <a:gd name="connsiteY252" fmla="*/ 2954192 h 6858000"/>
              <a:gd name="connsiteX253" fmla="*/ 5470770 w 7472601"/>
              <a:gd name="connsiteY253" fmla="*/ 3005435 h 6858000"/>
              <a:gd name="connsiteX254" fmla="*/ 5519779 w 7472601"/>
              <a:gd name="connsiteY254" fmla="*/ 4359223 h 6858000"/>
              <a:gd name="connsiteX255" fmla="*/ 5520293 w 7472601"/>
              <a:gd name="connsiteY255" fmla="*/ 4360602 h 6858000"/>
              <a:gd name="connsiteX256" fmla="*/ 5767221 w 7472601"/>
              <a:gd name="connsiteY256" fmla="*/ 4665564 h 6858000"/>
              <a:gd name="connsiteX257" fmla="*/ 6937169 w 7472601"/>
              <a:gd name="connsiteY257" fmla="*/ 4815941 h 6858000"/>
              <a:gd name="connsiteX258" fmla="*/ 6953922 w 7472601"/>
              <a:gd name="connsiteY258" fmla="*/ 4890068 h 6858000"/>
              <a:gd name="connsiteX259" fmla="*/ 6071359 w 7472601"/>
              <a:gd name="connsiteY259" fmla="*/ 4770770 h 6858000"/>
              <a:gd name="connsiteX260" fmla="*/ 6038839 w 7472601"/>
              <a:gd name="connsiteY260" fmla="*/ 4764474 h 6858000"/>
              <a:gd name="connsiteX261" fmla="*/ 6038706 w 7472601"/>
              <a:gd name="connsiteY261" fmla="*/ 4763847 h 6858000"/>
              <a:gd name="connsiteX262" fmla="*/ 6037784 w 7472601"/>
              <a:gd name="connsiteY262" fmla="*/ 4764270 h 6858000"/>
              <a:gd name="connsiteX263" fmla="*/ 6038839 w 7472601"/>
              <a:gd name="connsiteY263" fmla="*/ 4764474 h 6858000"/>
              <a:gd name="connsiteX264" fmla="*/ 6040338 w 7472601"/>
              <a:gd name="connsiteY264" fmla="*/ 4771418 h 6858000"/>
              <a:gd name="connsiteX265" fmla="*/ 6024488 w 7472601"/>
              <a:gd name="connsiteY265" fmla="*/ 4809903 h 6858000"/>
              <a:gd name="connsiteX266" fmla="*/ 5599771 w 7472601"/>
              <a:gd name="connsiteY266" fmla="*/ 5509652 h 6858000"/>
              <a:gd name="connsiteX267" fmla="*/ 5548843 w 7472601"/>
              <a:gd name="connsiteY267" fmla="*/ 5563845 h 6858000"/>
              <a:gd name="connsiteX268" fmla="*/ 5940952 w 7472601"/>
              <a:gd name="connsiteY268" fmla="*/ 6250028 h 6858000"/>
              <a:gd name="connsiteX269" fmla="*/ 6043441 w 7472601"/>
              <a:gd name="connsiteY269" fmla="*/ 6665847 h 6858000"/>
              <a:gd name="connsiteX270" fmla="*/ 6093432 w 7472601"/>
              <a:gd name="connsiteY270" fmla="*/ 6858000 h 6858000"/>
              <a:gd name="connsiteX271" fmla="*/ 6034344 w 7472601"/>
              <a:gd name="connsiteY271" fmla="*/ 6858000 h 6858000"/>
              <a:gd name="connsiteX272" fmla="*/ 6026679 w 7472601"/>
              <a:gd name="connsiteY272" fmla="*/ 6836959 h 6858000"/>
              <a:gd name="connsiteX273" fmla="*/ 5800441 w 7472601"/>
              <a:gd name="connsiteY273" fmla="*/ 6335286 h 6858000"/>
              <a:gd name="connsiteX274" fmla="*/ 5526562 w 7472601"/>
              <a:gd name="connsiteY274" fmla="*/ 5705388 h 6858000"/>
              <a:gd name="connsiteX275" fmla="*/ 5519640 w 7472601"/>
              <a:gd name="connsiteY275" fmla="*/ 5683774 h 6858000"/>
              <a:gd name="connsiteX276" fmla="*/ 5844559 w 7472601"/>
              <a:gd name="connsiteY276" fmla="*/ 6553349 h 6858000"/>
              <a:gd name="connsiteX277" fmla="*/ 5975994 w 7472601"/>
              <a:gd name="connsiteY277" fmla="*/ 6858000 h 6858000"/>
              <a:gd name="connsiteX278" fmla="*/ 5898547 w 7472601"/>
              <a:gd name="connsiteY278" fmla="*/ 6858000 h 6858000"/>
              <a:gd name="connsiteX279" fmla="*/ 5682041 w 7472601"/>
              <a:gd name="connsiteY279" fmla="*/ 6355860 h 6858000"/>
              <a:gd name="connsiteX280" fmla="*/ 5461758 w 7472601"/>
              <a:gd name="connsiteY280" fmla="*/ 5820220 h 6858000"/>
              <a:gd name="connsiteX281" fmla="*/ 5237282 w 7472601"/>
              <a:gd name="connsiteY281" fmla="*/ 6579086 h 6858000"/>
              <a:gd name="connsiteX282" fmla="*/ 5115009 w 7472601"/>
              <a:gd name="connsiteY282" fmla="*/ 6858000 h 6858000"/>
              <a:gd name="connsiteX283" fmla="*/ 5028074 w 7472601"/>
              <a:gd name="connsiteY283" fmla="*/ 6858000 h 6858000"/>
              <a:gd name="connsiteX284" fmla="*/ 5079508 w 7472601"/>
              <a:gd name="connsiteY284" fmla="*/ 6749074 h 6858000"/>
              <a:gd name="connsiteX285" fmla="*/ 5371846 w 7472601"/>
              <a:gd name="connsiteY285" fmla="*/ 5924413 h 6858000"/>
              <a:gd name="connsiteX286" fmla="*/ 5270512 w 7472601"/>
              <a:gd name="connsiteY286" fmla="*/ 6138975 h 6858000"/>
              <a:gd name="connsiteX287" fmla="*/ 5062409 w 7472601"/>
              <a:gd name="connsiteY287" fmla="*/ 6653544 h 6858000"/>
              <a:gd name="connsiteX288" fmla="*/ 5036628 w 7472601"/>
              <a:gd name="connsiteY288" fmla="*/ 6754247 h 6858000"/>
              <a:gd name="connsiteX289" fmla="*/ 5009112 w 7472601"/>
              <a:gd name="connsiteY289" fmla="*/ 6858000 h 6858000"/>
              <a:gd name="connsiteX290" fmla="*/ 4976679 w 7472601"/>
              <a:gd name="connsiteY290" fmla="*/ 6858000 h 6858000"/>
              <a:gd name="connsiteX291" fmla="*/ 5006537 w 7472601"/>
              <a:gd name="connsiteY291" fmla="*/ 6747068 h 6858000"/>
              <a:gd name="connsiteX292" fmla="*/ 5032723 w 7472601"/>
              <a:gd name="connsiteY292" fmla="*/ 6644957 h 6858000"/>
              <a:gd name="connsiteX293" fmla="*/ 5242949 w 7472601"/>
              <a:gd name="connsiteY293" fmla="*/ 6125175 h 6858000"/>
              <a:gd name="connsiteX294" fmla="*/ 5286321 w 7472601"/>
              <a:gd name="connsiteY294" fmla="*/ 6033555 h 6858000"/>
              <a:gd name="connsiteX295" fmla="*/ 5008210 w 7472601"/>
              <a:gd name="connsiteY295" fmla="*/ 6649194 h 6858000"/>
              <a:gd name="connsiteX296" fmla="*/ 4986321 w 7472601"/>
              <a:gd name="connsiteY296" fmla="*/ 6765687 h 6858000"/>
              <a:gd name="connsiteX297" fmla="*/ 4973474 w 7472601"/>
              <a:gd name="connsiteY297" fmla="*/ 6858000 h 6858000"/>
              <a:gd name="connsiteX298" fmla="*/ 4907178 w 7472601"/>
              <a:gd name="connsiteY298" fmla="*/ 6858000 h 6858000"/>
              <a:gd name="connsiteX299" fmla="*/ 4910810 w 7472601"/>
              <a:gd name="connsiteY299" fmla="*/ 6829660 h 6858000"/>
              <a:gd name="connsiteX300" fmla="*/ 4987461 w 7472601"/>
              <a:gd name="connsiteY300" fmla="*/ 6432994 h 6858000"/>
              <a:gd name="connsiteX301" fmla="*/ 5179262 w 7472601"/>
              <a:gd name="connsiteY301" fmla="*/ 6035044 h 6858000"/>
              <a:gd name="connsiteX302" fmla="*/ 4689678 w 7472601"/>
              <a:gd name="connsiteY302" fmla="*/ 6440241 h 6858000"/>
              <a:gd name="connsiteX303" fmla="*/ 4477543 w 7472601"/>
              <a:gd name="connsiteY303" fmla="*/ 6674836 h 6858000"/>
              <a:gd name="connsiteX304" fmla="*/ 4329957 w 7472601"/>
              <a:gd name="connsiteY304" fmla="*/ 6858000 h 6858000"/>
              <a:gd name="connsiteX305" fmla="*/ 4218595 w 7472601"/>
              <a:gd name="connsiteY305" fmla="*/ 6858000 h 6858000"/>
              <a:gd name="connsiteX306" fmla="*/ 4368888 w 7472601"/>
              <a:gd name="connsiteY306" fmla="*/ 6668412 h 6858000"/>
              <a:gd name="connsiteX307" fmla="*/ 4563091 w 7472601"/>
              <a:gd name="connsiteY307" fmla="*/ 6442508 h 6858000"/>
              <a:gd name="connsiteX308" fmla="*/ 5387324 w 7472601"/>
              <a:gd name="connsiteY308" fmla="*/ 5705830 h 6858000"/>
              <a:gd name="connsiteX309" fmla="*/ 5073620 w 7472601"/>
              <a:gd name="connsiteY309" fmla="*/ 5955437 h 6858000"/>
              <a:gd name="connsiteX310" fmla="*/ 4689789 w 7472601"/>
              <a:gd name="connsiteY310" fmla="*/ 6268382 h 6858000"/>
              <a:gd name="connsiteX311" fmla="*/ 4418722 w 7472601"/>
              <a:gd name="connsiteY311" fmla="*/ 6570886 h 6858000"/>
              <a:gd name="connsiteX312" fmla="*/ 4214944 w 7472601"/>
              <a:gd name="connsiteY312" fmla="*/ 6858000 h 6858000"/>
              <a:gd name="connsiteX313" fmla="*/ 4177898 w 7472601"/>
              <a:gd name="connsiteY313" fmla="*/ 6858000 h 6858000"/>
              <a:gd name="connsiteX314" fmla="*/ 4391597 w 7472601"/>
              <a:gd name="connsiteY314" fmla="*/ 6556370 h 6858000"/>
              <a:gd name="connsiteX315" fmla="*/ 4668889 w 7472601"/>
              <a:gd name="connsiteY315" fmla="*/ 6246399 h 6858000"/>
              <a:gd name="connsiteX316" fmla="*/ 5055427 w 7472601"/>
              <a:gd name="connsiteY316" fmla="*/ 5931476 h 6858000"/>
              <a:gd name="connsiteX317" fmla="*/ 5371814 w 7472601"/>
              <a:gd name="connsiteY317" fmla="*/ 5678975 h 6858000"/>
              <a:gd name="connsiteX318" fmla="*/ 4987918 w 7472601"/>
              <a:gd name="connsiteY318" fmla="*/ 5838701 h 6858000"/>
              <a:gd name="connsiteX319" fmla="*/ 4317146 w 7472601"/>
              <a:gd name="connsiteY319" fmla="*/ 6587716 h 6858000"/>
              <a:gd name="connsiteX320" fmla="*/ 4171627 w 7472601"/>
              <a:gd name="connsiteY320" fmla="*/ 6858000 h 6858000"/>
              <a:gd name="connsiteX321" fmla="*/ 4081585 w 7472601"/>
              <a:gd name="connsiteY321" fmla="*/ 6858000 h 6858000"/>
              <a:gd name="connsiteX322" fmla="*/ 4238603 w 7472601"/>
              <a:gd name="connsiteY322" fmla="*/ 6559341 h 6858000"/>
              <a:gd name="connsiteX323" fmla="*/ 4778333 w 7472601"/>
              <a:gd name="connsiteY323" fmla="*/ 5873626 h 6858000"/>
              <a:gd name="connsiteX324" fmla="*/ 5414185 w 7472601"/>
              <a:gd name="connsiteY324" fmla="*/ 5573882 h 6858000"/>
              <a:gd name="connsiteX325" fmla="*/ 5959648 w 7472601"/>
              <a:gd name="connsiteY325" fmla="*/ 4760797 h 6858000"/>
              <a:gd name="connsiteX326" fmla="*/ 5355019 w 7472601"/>
              <a:gd name="connsiteY326" fmla="*/ 4734672 h 6858000"/>
              <a:gd name="connsiteX327" fmla="*/ 5083565 w 7472601"/>
              <a:gd name="connsiteY327" fmla="*/ 5179121 h 6858000"/>
              <a:gd name="connsiteX328" fmla="*/ 4713577 w 7472601"/>
              <a:gd name="connsiteY328" fmla="*/ 5616803 h 6858000"/>
              <a:gd name="connsiteX329" fmla="*/ 3989559 w 7472601"/>
              <a:gd name="connsiteY329" fmla="*/ 6145945 h 6858000"/>
              <a:gd name="connsiteX330" fmla="*/ 3939824 w 7472601"/>
              <a:gd name="connsiteY330" fmla="*/ 6066900 h 6858000"/>
              <a:gd name="connsiteX331" fmla="*/ 4584537 w 7472601"/>
              <a:gd name="connsiteY331" fmla="*/ 5324826 h 6858000"/>
              <a:gd name="connsiteX332" fmla="*/ 5037105 w 7472601"/>
              <a:gd name="connsiteY332" fmla="*/ 5088765 h 6858000"/>
              <a:gd name="connsiteX333" fmla="*/ 5039930 w 7472601"/>
              <a:gd name="connsiteY333" fmla="*/ 5089585 h 6858000"/>
              <a:gd name="connsiteX334" fmla="*/ 5263764 w 7472601"/>
              <a:gd name="connsiteY334" fmla="*/ 4735525 h 6858000"/>
              <a:gd name="connsiteX335" fmla="*/ 4086300 w 7472601"/>
              <a:gd name="connsiteY335" fmla="*/ 4884599 h 6858000"/>
              <a:gd name="connsiteX336" fmla="*/ 4085485 w 7472601"/>
              <a:gd name="connsiteY336" fmla="*/ 4899070 h 6858000"/>
              <a:gd name="connsiteX337" fmla="*/ 3871915 w 7472601"/>
              <a:gd name="connsiteY337" fmla="*/ 5253645 h 6858000"/>
              <a:gd name="connsiteX338" fmla="*/ 3799374 w 7472601"/>
              <a:gd name="connsiteY338" fmla="*/ 5466127 h 6858000"/>
              <a:gd name="connsiteX339" fmla="*/ 3498850 w 7472601"/>
              <a:gd name="connsiteY339" fmla="*/ 6661888 h 6858000"/>
              <a:gd name="connsiteX340" fmla="*/ 3399216 w 7472601"/>
              <a:gd name="connsiteY340" fmla="*/ 6858000 h 6858000"/>
              <a:gd name="connsiteX341" fmla="*/ 3303688 w 7472601"/>
              <a:gd name="connsiteY341" fmla="*/ 6858000 h 6858000"/>
              <a:gd name="connsiteX342" fmla="*/ 3391774 w 7472601"/>
              <a:gd name="connsiteY342" fmla="*/ 6697181 h 6858000"/>
              <a:gd name="connsiteX343" fmla="*/ 3735540 w 7472601"/>
              <a:gd name="connsiteY343" fmla="*/ 5546923 h 6858000"/>
              <a:gd name="connsiteX344" fmla="*/ 3729438 w 7472601"/>
              <a:gd name="connsiteY344" fmla="*/ 5569058 h 6858000"/>
              <a:gd name="connsiteX345" fmla="*/ 3707782 w 7472601"/>
              <a:gd name="connsiteY345" fmla="*/ 5644908 h 6858000"/>
              <a:gd name="connsiteX346" fmla="*/ 3583827 w 7472601"/>
              <a:gd name="connsiteY346" fmla="*/ 6039215 h 6858000"/>
              <a:gd name="connsiteX347" fmla="*/ 3547861 w 7472601"/>
              <a:gd name="connsiteY347" fmla="*/ 6129609 h 6858000"/>
              <a:gd name="connsiteX348" fmla="*/ 3490905 w 7472601"/>
              <a:gd name="connsiteY348" fmla="*/ 6277660 h 6858000"/>
              <a:gd name="connsiteX349" fmla="*/ 3455859 w 7472601"/>
              <a:gd name="connsiteY349" fmla="*/ 6391301 h 6858000"/>
              <a:gd name="connsiteX350" fmla="*/ 3429112 w 7472601"/>
              <a:gd name="connsiteY350" fmla="*/ 6479469 h 6858000"/>
              <a:gd name="connsiteX351" fmla="*/ 3304862 w 7472601"/>
              <a:gd name="connsiteY351" fmla="*/ 6796476 h 6858000"/>
              <a:gd name="connsiteX352" fmla="*/ 3276071 w 7472601"/>
              <a:gd name="connsiteY352" fmla="*/ 6858000 h 6858000"/>
              <a:gd name="connsiteX353" fmla="*/ 3240805 w 7472601"/>
              <a:gd name="connsiteY353" fmla="*/ 6858000 h 6858000"/>
              <a:gd name="connsiteX354" fmla="*/ 3275917 w 7472601"/>
              <a:gd name="connsiteY354" fmla="*/ 6783192 h 6858000"/>
              <a:gd name="connsiteX355" fmla="*/ 3399358 w 7472601"/>
              <a:gd name="connsiteY355" fmla="*/ 6469011 h 6858000"/>
              <a:gd name="connsiteX356" fmla="*/ 3425650 w 7472601"/>
              <a:gd name="connsiteY356" fmla="*/ 6381333 h 6858000"/>
              <a:gd name="connsiteX357" fmla="*/ 3460661 w 7472601"/>
              <a:gd name="connsiteY357" fmla="*/ 6266763 h 6858000"/>
              <a:gd name="connsiteX358" fmla="*/ 3518021 w 7472601"/>
              <a:gd name="connsiteY358" fmla="*/ 6117298 h 6858000"/>
              <a:gd name="connsiteX359" fmla="*/ 3554035 w 7472601"/>
              <a:gd name="connsiteY359" fmla="*/ 6027832 h 6858000"/>
              <a:gd name="connsiteX360" fmla="*/ 3677174 w 7472601"/>
              <a:gd name="connsiteY360" fmla="*/ 5636351 h 6858000"/>
              <a:gd name="connsiteX361" fmla="*/ 3698819 w 7472601"/>
              <a:gd name="connsiteY361" fmla="*/ 5560503 h 6858000"/>
              <a:gd name="connsiteX362" fmla="*/ 3702094 w 7472601"/>
              <a:gd name="connsiteY362" fmla="*/ 5549194 h 6858000"/>
              <a:gd name="connsiteX363" fmla="*/ 3398355 w 7472601"/>
              <a:gd name="connsiteY363" fmla="*/ 6094603 h 6858000"/>
              <a:gd name="connsiteX364" fmla="*/ 3193941 w 7472601"/>
              <a:gd name="connsiteY364" fmla="*/ 6798775 h 6858000"/>
              <a:gd name="connsiteX365" fmla="*/ 3184140 w 7472601"/>
              <a:gd name="connsiteY365" fmla="*/ 6858000 h 6858000"/>
              <a:gd name="connsiteX366" fmla="*/ 3099978 w 7472601"/>
              <a:gd name="connsiteY366" fmla="*/ 6858000 h 6858000"/>
              <a:gd name="connsiteX367" fmla="*/ 3101556 w 7472601"/>
              <a:gd name="connsiteY367" fmla="*/ 6843337 h 6858000"/>
              <a:gd name="connsiteX368" fmla="*/ 3370162 w 7472601"/>
              <a:gd name="connsiteY368" fmla="*/ 5785550 h 6858000"/>
              <a:gd name="connsiteX369" fmla="*/ 3746477 w 7472601"/>
              <a:gd name="connsiteY369" fmla="*/ 5377889 h 6858000"/>
              <a:gd name="connsiteX370" fmla="*/ 3863399 w 7472601"/>
              <a:gd name="connsiteY370" fmla="*/ 5087257 h 6858000"/>
              <a:gd name="connsiteX371" fmla="*/ 3968712 w 7472601"/>
              <a:gd name="connsiteY371" fmla="*/ 4913989 h 6858000"/>
              <a:gd name="connsiteX372" fmla="*/ 2792390 w 7472601"/>
              <a:gd name="connsiteY372" fmla="*/ 5382974 h 6858000"/>
              <a:gd name="connsiteX373" fmla="*/ 2714982 w 7472601"/>
              <a:gd name="connsiteY373" fmla="*/ 5427051 h 6858000"/>
              <a:gd name="connsiteX374" fmla="*/ 2813361 w 7472601"/>
              <a:gd name="connsiteY374" fmla="*/ 6023912 h 6858000"/>
              <a:gd name="connsiteX375" fmla="*/ 2688430 w 7472601"/>
              <a:gd name="connsiteY375" fmla="*/ 6801564 h 6858000"/>
              <a:gd name="connsiteX376" fmla="*/ 2629626 w 7472601"/>
              <a:gd name="connsiteY376" fmla="*/ 6763394 h 6858000"/>
              <a:gd name="connsiteX377" fmla="*/ 2565328 w 7472601"/>
              <a:gd name="connsiteY377" fmla="*/ 5516399 h 6858000"/>
              <a:gd name="connsiteX378" fmla="*/ 1922999 w 7472601"/>
              <a:gd name="connsiteY378" fmla="*/ 5980343 h 6858000"/>
              <a:gd name="connsiteX379" fmla="*/ 1950261 w 7472601"/>
              <a:gd name="connsiteY379" fmla="*/ 6405858 h 6858000"/>
              <a:gd name="connsiteX380" fmla="*/ 2365554 w 7472601"/>
              <a:gd name="connsiteY380" fmla="*/ 6759107 h 6858000"/>
              <a:gd name="connsiteX381" fmla="*/ 2424142 w 7472601"/>
              <a:gd name="connsiteY381" fmla="*/ 6858000 h 6858000"/>
              <a:gd name="connsiteX382" fmla="*/ 2395994 w 7472601"/>
              <a:gd name="connsiteY382" fmla="*/ 6858000 h 6858000"/>
              <a:gd name="connsiteX383" fmla="*/ 2392863 w 7472601"/>
              <a:gd name="connsiteY383" fmla="*/ 6852964 h 6858000"/>
              <a:gd name="connsiteX384" fmla="*/ 2017589 w 7472601"/>
              <a:gd name="connsiteY384" fmla="*/ 6493982 h 6858000"/>
              <a:gd name="connsiteX385" fmla="*/ 2147336 w 7472601"/>
              <a:gd name="connsiteY385" fmla="*/ 6594052 h 6858000"/>
              <a:gd name="connsiteX386" fmla="*/ 2207047 w 7472601"/>
              <a:gd name="connsiteY386" fmla="*/ 6654540 h 6858000"/>
              <a:gd name="connsiteX387" fmla="*/ 2299106 w 7472601"/>
              <a:gd name="connsiteY387" fmla="*/ 6778931 h 6858000"/>
              <a:gd name="connsiteX388" fmla="*/ 2314430 w 7472601"/>
              <a:gd name="connsiteY388" fmla="*/ 6801144 h 6858000"/>
              <a:gd name="connsiteX389" fmla="*/ 2352406 w 7472601"/>
              <a:gd name="connsiteY389" fmla="*/ 6858000 h 6858000"/>
              <a:gd name="connsiteX390" fmla="*/ 2314492 w 7472601"/>
              <a:gd name="connsiteY390" fmla="*/ 6858000 h 6858000"/>
              <a:gd name="connsiteX391" fmla="*/ 2288095 w 7472601"/>
              <a:gd name="connsiteY391" fmla="*/ 6818030 h 6858000"/>
              <a:gd name="connsiteX392" fmla="*/ 2272768 w 7472601"/>
              <a:gd name="connsiteY392" fmla="*/ 6795822 h 6858000"/>
              <a:gd name="connsiteX393" fmla="*/ 2182715 w 7472601"/>
              <a:gd name="connsiteY393" fmla="*/ 6675071 h 6858000"/>
              <a:gd name="connsiteX394" fmla="*/ 2032061 w 7472601"/>
              <a:gd name="connsiteY394" fmla="*/ 6541380 h 6858000"/>
              <a:gd name="connsiteX395" fmla="*/ 2257220 w 7472601"/>
              <a:gd name="connsiteY395" fmla="*/ 6826257 h 6858000"/>
              <a:gd name="connsiteX396" fmla="*/ 2281324 w 7472601"/>
              <a:gd name="connsiteY396" fmla="*/ 6858000 h 6858000"/>
              <a:gd name="connsiteX397" fmla="*/ 2242860 w 7472601"/>
              <a:gd name="connsiteY397" fmla="*/ 6858000 h 6858000"/>
              <a:gd name="connsiteX398" fmla="*/ 2232818 w 7472601"/>
              <a:gd name="connsiteY398" fmla="*/ 6844926 h 6858000"/>
              <a:gd name="connsiteX399" fmla="*/ 1990172 w 7472601"/>
              <a:gd name="connsiteY399" fmla="*/ 6542121 h 6858000"/>
              <a:gd name="connsiteX400" fmla="*/ 2124090 w 7472601"/>
              <a:gd name="connsiteY400" fmla="*/ 6761017 h 6858000"/>
              <a:gd name="connsiteX401" fmla="*/ 2200380 w 7472601"/>
              <a:gd name="connsiteY401" fmla="*/ 6858000 h 6858000"/>
              <a:gd name="connsiteX402" fmla="*/ 2147507 w 7472601"/>
              <a:gd name="connsiteY402" fmla="*/ 6858000 h 6858000"/>
              <a:gd name="connsiteX403" fmla="*/ 2070668 w 7472601"/>
              <a:gd name="connsiteY403" fmla="*/ 6761520 h 6858000"/>
              <a:gd name="connsiteX404" fmla="*/ 1975142 w 7472601"/>
              <a:gd name="connsiteY404" fmla="*/ 6585570 h 6858000"/>
              <a:gd name="connsiteX405" fmla="*/ 2050035 w 7472601"/>
              <a:gd name="connsiteY405" fmla="*/ 6813345 h 6858000"/>
              <a:gd name="connsiteX406" fmla="*/ 2063025 w 7472601"/>
              <a:gd name="connsiteY406" fmla="*/ 6858000 h 6858000"/>
              <a:gd name="connsiteX407" fmla="*/ 2021675 w 7472601"/>
              <a:gd name="connsiteY407" fmla="*/ 6858000 h 6858000"/>
              <a:gd name="connsiteX408" fmla="*/ 2019308 w 7472601"/>
              <a:gd name="connsiteY408" fmla="*/ 6847118 h 6858000"/>
              <a:gd name="connsiteX409" fmla="*/ 1938835 w 7472601"/>
              <a:gd name="connsiteY409" fmla="*/ 6551160 h 6858000"/>
              <a:gd name="connsiteX410" fmla="*/ 1953230 w 7472601"/>
              <a:gd name="connsiteY410" fmla="*/ 6759699 h 6858000"/>
              <a:gd name="connsiteX411" fmla="*/ 1956763 w 7472601"/>
              <a:gd name="connsiteY411" fmla="*/ 6778191 h 6858000"/>
              <a:gd name="connsiteX412" fmla="*/ 1967925 w 7472601"/>
              <a:gd name="connsiteY412" fmla="*/ 6858000 h 6858000"/>
              <a:gd name="connsiteX413" fmla="*/ 1936622 w 7472601"/>
              <a:gd name="connsiteY413" fmla="*/ 6858000 h 6858000"/>
              <a:gd name="connsiteX414" fmla="*/ 1926261 w 7472601"/>
              <a:gd name="connsiteY414" fmla="*/ 6784064 h 6858000"/>
              <a:gd name="connsiteX415" fmla="*/ 1922724 w 7472601"/>
              <a:gd name="connsiteY415" fmla="*/ 6765577 h 6858000"/>
              <a:gd name="connsiteX416" fmla="*/ 1904650 w 7472601"/>
              <a:gd name="connsiteY416" fmla="*/ 6639616 h 6858000"/>
              <a:gd name="connsiteX417" fmla="*/ 1885273 w 7472601"/>
              <a:gd name="connsiteY417" fmla="*/ 6858000 h 6858000"/>
              <a:gd name="connsiteX418" fmla="*/ 1854363 w 7472601"/>
              <a:gd name="connsiteY418" fmla="*/ 6858000 h 6858000"/>
              <a:gd name="connsiteX419" fmla="*/ 1880391 w 7472601"/>
              <a:gd name="connsiteY419" fmla="*/ 6603796 h 6858000"/>
              <a:gd name="connsiteX420" fmla="*/ 1818273 w 7472601"/>
              <a:gd name="connsiteY420" fmla="*/ 6715729 h 6858000"/>
              <a:gd name="connsiteX421" fmla="*/ 1794691 w 7472601"/>
              <a:gd name="connsiteY421" fmla="*/ 6843239 h 6858000"/>
              <a:gd name="connsiteX422" fmla="*/ 1794914 w 7472601"/>
              <a:gd name="connsiteY422" fmla="*/ 6858000 h 6858000"/>
              <a:gd name="connsiteX423" fmla="*/ 1746128 w 7472601"/>
              <a:gd name="connsiteY423" fmla="*/ 6858000 h 6858000"/>
              <a:gd name="connsiteX424" fmla="*/ 1753934 w 7472601"/>
              <a:gd name="connsiteY424" fmla="*/ 6724796 h 6858000"/>
              <a:gd name="connsiteX425" fmla="*/ 1792053 w 7472601"/>
              <a:gd name="connsiteY425" fmla="*/ 6572396 h 6858000"/>
              <a:gd name="connsiteX426" fmla="*/ 1862248 w 7472601"/>
              <a:gd name="connsiteY426" fmla="*/ 6266397 h 6858000"/>
              <a:gd name="connsiteX427" fmla="*/ 1862250 w 7472601"/>
              <a:gd name="connsiteY427" fmla="*/ 6033531 h 6858000"/>
              <a:gd name="connsiteX428" fmla="*/ 1211999 w 7472601"/>
              <a:gd name="connsiteY428" fmla="*/ 6683610 h 6858000"/>
              <a:gd name="connsiteX429" fmla="*/ 1213266 w 7472601"/>
              <a:gd name="connsiteY429" fmla="*/ 6691947 h 6858000"/>
              <a:gd name="connsiteX430" fmla="*/ 1203370 w 7472601"/>
              <a:gd name="connsiteY430" fmla="*/ 6850676 h 6858000"/>
              <a:gd name="connsiteX431" fmla="*/ 1203671 w 7472601"/>
              <a:gd name="connsiteY431" fmla="*/ 6858000 h 6858000"/>
              <a:gd name="connsiteX432" fmla="*/ 1143180 w 7472601"/>
              <a:gd name="connsiteY432" fmla="*/ 6858000 h 6858000"/>
              <a:gd name="connsiteX433" fmla="*/ 1142176 w 7472601"/>
              <a:gd name="connsiteY433" fmla="*/ 6766045 h 6858000"/>
              <a:gd name="connsiteX434" fmla="*/ 1067484 w 7472601"/>
              <a:gd name="connsiteY434" fmla="*/ 6858000 h 6858000"/>
              <a:gd name="connsiteX435" fmla="*/ 953928 w 7472601"/>
              <a:gd name="connsiteY435" fmla="*/ 6858000 h 6858000"/>
              <a:gd name="connsiteX436" fmla="*/ 959715 w 7472601"/>
              <a:gd name="connsiteY436" fmla="*/ 6850185 h 6858000"/>
              <a:gd name="connsiteX437" fmla="*/ 1483788 w 7472601"/>
              <a:gd name="connsiteY437" fmla="*/ 6259174 h 6858000"/>
              <a:gd name="connsiteX438" fmla="*/ 1100671 w 7472601"/>
              <a:gd name="connsiteY438" fmla="*/ 6252137 h 6858000"/>
              <a:gd name="connsiteX439" fmla="*/ 1090144 w 7472601"/>
              <a:gd name="connsiteY439" fmla="*/ 6256748 h 6858000"/>
              <a:gd name="connsiteX440" fmla="*/ 1095872 w 7472601"/>
              <a:gd name="connsiteY440" fmla="*/ 6271892 h 6858000"/>
              <a:gd name="connsiteX441" fmla="*/ 262785 w 7472601"/>
              <a:gd name="connsiteY441" fmla="*/ 6845450 h 6858000"/>
              <a:gd name="connsiteX442" fmla="*/ 209968 w 7472601"/>
              <a:gd name="connsiteY442" fmla="*/ 6770713 h 6858000"/>
              <a:gd name="connsiteX443" fmla="*/ 873460 w 7472601"/>
              <a:gd name="connsiteY443" fmla="*/ 6253768 h 6858000"/>
              <a:gd name="connsiteX444" fmla="*/ 192686 w 7472601"/>
              <a:gd name="connsiteY444" fmla="*/ 5849257 h 6858000"/>
              <a:gd name="connsiteX445" fmla="*/ 4696 w 7472601"/>
              <a:gd name="connsiteY445" fmla="*/ 5697668 h 6858000"/>
              <a:gd name="connsiteX446" fmla="*/ 0 w 7472601"/>
              <a:gd name="connsiteY446" fmla="*/ 5689984 h 6858000"/>
              <a:gd name="connsiteX447" fmla="*/ 0 w 7472601"/>
              <a:gd name="connsiteY447" fmla="*/ 5513472 h 6858000"/>
              <a:gd name="connsiteX448" fmla="*/ 174101 w 7472601"/>
              <a:gd name="connsiteY448" fmla="*/ 5620277 h 6858000"/>
              <a:gd name="connsiteX449" fmla="*/ 891800 w 7472601"/>
              <a:gd name="connsiteY449" fmla="*/ 6036935 h 6858000"/>
              <a:gd name="connsiteX450" fmla="*/ 1072219 w 7472601"/>
              <a:gd name="connsiteY450" fmla="*/ 6169443 h 6858000"/>
              <a:gd name="connsiteX451" fmla="*/ 1074117 w 7472601"/>
              <a:gd name="connsiteY451" fmla="*/ 6170301 h 6858000"/>
              <a:gd name="connsiteX452" fmla="*/ 1083114 w 7472601"/>
              <a:gd name="connsiteY452" fmla="*/ 6174131 h 6858000"/>
              <a:gd name="connsiteX453" fmla="*/ 1543010 w 7472601"/>
              <a:gd name="connsiteY453" fmla="*/ 6191140 h 6858000"/>
              <a:gd name="connsiteX454" fmla="*/ 1551080 w 7472601"/>
              <a:gd name="connsiteY454" fmla="*/ 6195006 h 6858000"/>
              <a:gd name="connsiteX455" fmla="*/ 2345443 w 7472601"/>
              <a:gd name="connsiteY455" fmla="*/ 5549882 h 6858000"/>
              <a:gd name="connsiteX456" fmla="*/ 1721499 w 7472601"/>
              <a:gd name="connsiteY456" fmla="*/ 5599969 h 6858000"/>
              <a:gd name="connsiteX457" fmla="*/ 767716 w 7472601"/>
              <a:gd name="connsiteY457" fmla="*/ 5472768 h 6858000"/>
              <a:gd name="connsiteX458" fmla="*/ 722147 w 7472601"/>
              <a:gd name="connsiteY458" fmla="*/ 5393091 h 6858000"/>
              <a:gd name="connsiteX459" fmla="*/ 1485552 w 7472601"/>
              <a:gd name="connsiteY459" fmla="*/ 5313202 h 6858000"/>
              <a:gd name="connsiteX460" fmla="*/ 2143004 w 7472601"/>
              <a:gd name="connsiteY460" fmla="*/ 5402420 h 6858000"/>
              <a:gd name="connsiteX461" fmla="*/ 1933391 w 7472601"/>
              <a:gd name="connsiteY461" fmla="*/ 5156971 h 6858000"/>
              <a:gd name="connsiteX462" fmla="*/ 1827118 w 7472601"/>
              <a:gd name="connsiteY462" fmla="*/ 4968410 h 6858000"/>
              <a:gd name="connsiteX463" fmla="*/ 1837349 w 7472601"/>
              <a:gd name="connsiteY463" fmla="*/ 4956357 h 6858000"/>
              <a:gd name="connsiteX464" fmla="*/ 2162835 w 7472601"/>
              <a:gd name="connsiteY464" fmla="*/ 5187853 h 6858000"/>
              <a:gd name="connsiteX465" fmla="*/ 2257167 w 7472601"/>
              <a:gd name="connsiteY465" fmla="*/ 5462123 h 6858000"/>
              <a:gd name="connsiteX466" fmla="*/ 2261598 w 7472601"/>
              <a:gd name="connsiteY466" fmla="*/ 5467998 h 6858000"/>
              <a:gd name="connsiteX467" fmla="*/ 2437177 w 7472601"/>
              <a:gd name="connsiteY467" fmla="*/ 5479608 h 6858000"/>
              <a:gd name="connsiteX468" fmla="*/ 2445247 w 7472601"/>
              <a:gd name="connsiteY468" fmla="*/ 5483476 h 6858000"/>
              <a:gd name="connsiteX469" fmla="*/ 2743626 w 7472601"/>
              <a:gd name="connsiteY469" fmla="*/ 5304819 h 6858000"/>
              <a:gd name="connsiteX470" fmla="*/ 3048102 w 7472601"/>
              <a:gd name="connsiteY470" fmla="*/ 5150595 h 6858000"/>
              <a:gd name="connsiteX471" fmla="*/ 1799414 w 7472601"/>
              <a:gd name="connsiteY471" fmla="*/ 4694732 h 6858000"/>
              <a:gd name="connsiteX472" fmla="*/ 1771735 w 7472601"/>
              <a:gd name="connsiteY472" fmla="*/ 4619929 h 6858000"/>
              <a:gd name="connsiteX473" fmla="*/ 3104273 w 7472601"/>
              <a:gd name="connsiteY473" fmla="*/ 5076159 h 6858000"/>
              <a:gd name="connsiteX474" fmla="*/ 3113245 w 7472601"/>
              <a:gd name="connsiteY474" fmla="*/ 5090705 h 6858000"/>
              <a:gd name="connsiteX475" fmla="*/ 3126294 w 7472601"/>
              <a:gd name="connsiteY475" fmla="*/ 5114400 h 6858000"/>
              <a:gd name="connsiteX476" fmla="*/ 3937433 w 7472601"/>
              <a:gd name="connsiteY476" fmla="*/ 4830473 h 6858000"/>
              <a:gd name="connsiteX477" fmla="*/ 3590475 w 7472601"/>
              <a:gd name="connsiteY477" fmla="*/ 4597974 h 6858000"/>
              <a:gd name="connsiteX478" fmla="*/ 3100264 w 7472601"/>
              <a:gd name="connsiteY478" fmla="*/ 4579845 h 6858000"/>
              <a:gd name="connsiteX479" fmla="*/ 2183576 w 7472601"/>
              <a:gd name="connsiteY479" fmla="*/ 4227150 h 6858000"/>
              <a:gd name="connsiteX480" fmla="*/ 2151029 w 7472601"/>
              <a:gd name="connsiteY480" fmla="*/ 4146947 h 6858000"/>
              <a:gd name="connsiteX481" fmla="*/ 3563434 w 7472601"/>
              <a:gd name="connsiteY481" fmla="*/ 4469115 h 6858000"/>
              <a:gd name="connsiteX482" fmla="*/ 3177952 w 7472601"/>
              <a:gd name="connsiteY482" fmla="*/ 3657386 h 6858000"/>
              <a:gd name="connsiteX483" fmla="*/ 3189263 w 7472601"/>
              <a:gd name="connsiteY483" fmla="*/ 3625726 h 6858000"/>
              <a:gd name="connsiteX484" fmla="*/ 3560912 w 7472601"/>
              <a:gd name="connsiteY484" fmla="*/ 4079863 h 6858000"/>
              <a:gd name="connsiteX485" fmla="*/ 3626636 w 7472601"/>
              <a:gd name="connsiteY485" fmla="*/ 4512230 h 6858000"/>
              <a:gd name="connsiteX486" fmla="*/ 3653088 w 7472601"/>
              <a:gd name="connsiteY486" fmla="*/ 4521417 h 6858000"/>
              <a:gd name="connsiteX487" fmla="*/ 3988128 w 7472601"/>
              <a:gd name="connsiteY487" fmla="*/ 4817267 h 6858000"/>
              <a:gd name="connsiteX488" fmla="*/ 4830582 w 7472601"/>
              <a:gd name="connsiteY488" fmla="*/ 4676000 h 6858000"/>
              <a:gd name="connsiteX489" fmla="*/ 4830100 w 7472601"/>
              <a:gd name="connsiteY489" fmla="*/ 4675554 h 6858000"/>
              <a:gd name="connsiteX490" fmla="*/ 4036318 w 7472601"/>
              <a:gd name="connsiteY490" fmla="*/ 4147013 h 6858000"/>
              <a:gd name="connsiteX491" fmla="*/ 3432098 w 7472601"/>
              <a:gd name="connsiteY491" fmla="*/ 3537312 h 6858000"/>
              <a:gd name="connsiteX492" fmla="*/ 3446761 w 7472601"/>
              <a:gd name="connsiteY492" fmla="*/ 3461278 h 6858000"/>
              <a:gd name="connsiteX493" fmla="*/ 4419733 w 7472601"/>
              <a:gd name="connsiteY493" fmla="*/ 3963555 h 6858000"/>
              <a:gd name="connsiteX494" fmla="*/ 4781371 w 7472601"/>
              <a:gd name="connsiteY494" fmla="*/ 4458604 h 6858000"/>
              <a:gd name="connsiteX495" fmla="*/ 4780440 w 7472601"/>
              <a:gd name="connsiteY495" fmla="*/ 4470290 h 6858000"/>
              <a:gd name="connsiteX496" fmla="*/ 4898954 w 7472601"/>
              <a:gd name="connsiteY496" fmla="*/ 4662092 h 6858000"/>
              <a:gd name="connsiteX497" fmla="*/ 4900699 w 7472601"/>
              <a:gd name="connsiteY497" fmla="*/ 4670867 h 6858000"/>
              <a:gd name="connsiteX498" fmla="*/ 5714511 w 7472601"/>
              <a:gd name="connsiteY498" fmla="*/ 4663483 h 6858000"/>
              <a:gd name="connsiteX499" fmla="*/ 5464793 w 7472601"/>
              <a:gd name="connsiteY499" fmla="*/ 4393556 h 6858000"/>
              <a:gd name="connsiteX500" fmla="*/ 5461897 w 7472601"/>
              <a:gd name="connsiteY500" fmla="*/ 4390879 h 6858000"/>
              <a:gd name="connsiteX501" fmla="*/ 4294126 w 7472601"/>
              <a:gd name="connsiteY501" fmla="*/ 3303048 h 6858000"/>
              <a:gd name="connsiteX502" fmla="*/ 4305321 w 7472601"/>
              <a:gd name="connsiteY502" fmla="*/ 3256953 h 6858000"/>
              <a:gd name="connsiteX503" fmla="*/ 4949299 w 7472601"/>
              <a:gd name="connsiteY503" fmla="*/ 3766336 h 6858000"/>
              <a:gd name="connsiteX504" fmla="*/ 5291452 w 7472601"/>
              <a:gd name="connsiteY504" fmla="*/ 4076801 h 6858000"/>
              <a:gd name="connsiteX505" fmla="*/ 5434998 w 7472601"/>
              <a:gd name="connsiteY505" fmla="*/ 4254100 h 6858000"/>
              <a:gd name="connsiteX506" fmla="*/ 5351015 w 7472601"/>
              <a:gd name="connsiteY506" fmla="*/ 3760989 h 6858000"/>
              <a:gd name="connsiteX507" fmla="*/ 5413780 w 7472601"/>
              <a:gd name="connsiteY507" fmla="*/ 2966265 h 6858000"/>
              <a:gd name="connsiteX508" fmla="*/ 5425627 w 7472601"/>
              <a:gd name="connsiteY508" fmla="*/ 2954192 h 6858000"/>
              <a:gd name="connsiteX509" fmla="*/ 6604735 w 7472601"/>
              <a:gd name="connsiteY509" fmla="*/ 2041381 h 6858000"/>
              <a:gd name="connsiteX510" fmla="*/ 7204487 w 7472601"/>
              <a:gd name="connsiteY510" fmla="*/ 2742112 h 6858000"/>
              <a:gd name="connsiteX511" fmla="*/ 7131592 w 7472601"/>
              <a:gd name="connsiteY511" fmla="*/ 2672096 h 6858000"/>
              <a:gd name="connsiteX512" fmla="*/ 6996344 w 7472601"/>
              <a:gd name="connsiteY512" fmla="*/ 2518310 h 6858000"/>
              <a:gd name="connsiteX513" fmla="*/ 6735495 w 7472601"/>
              <a:gd name="connsiteY513" fmla="*/ 2196890 h 6858000"/>
              <a:gd name="connsiteX514" fmla="*/ 6721901 w 7472601"/>
              <a:gd name="connsiteY514" fmla="*/ 2179274 h 6858000"/>
              <a:gd name="connsiteX515" fmla="*/ 6604735 w 7472601"/>
              <a:gd name="connsiteY515" fmla="*/ 2041381 h 6858000"/>
              <a:gd name="connsiteX516" fmla="*/ 6591670 w 7472601"/>
              <a:gd name="connsiteY516" fmla="*/ 1988277 h 6858000"/>
              <a:gd name="connsiteX517" fmla="*/ 6747349 w 7472601"/>
              <a:gd name="connsiteY517" fmla="*/ 2160069 h 6858000"/>
              <a:gd name="connsiteX518" fmla="*/ 6760943 w 7472601"/>
              <a:gd name="connsiteY518" fmla="*/ 2177686 h 6858000"/>
              <a:gd name="connsiteX519" fmla="*/ 7021065 w 7472601"/>
              <a:gd name="connsiteY519" fmla="*/ 2498102 h 6858000"/>
              <a:gd name="connsiteX520" fmla="*/ 7155223 w 7472601"/>
              <a:gd name="connsiteY520" fmla="*/ 2650386 h 6858000"/>
              <a:gd name="connsiteX521" fmla="*/ 7203167 w 7472601"/>
              <a:gd name="connsiteY521" fmla="*/ 2697288 h 6858000"/>
              <a:gd name="connsiteX522" fmla="*/ 6937703 w 7472601"/>
              <a:gd name="connsiteY522" fmla="*/ 2321981 h 6858000"/>
              <a:gd name="connsiteX523" fmla="*/ 6591670 w 7472601"/>
              <a:gd name="connsiteY523" fmla="*/ 1988277 h 6858000"/>
              <a:gd name="connsiteX524" fmla="*/ 5798671 w 7472601"/>
              <a:gd name="connsiteY524" fmla="*/ 1981601 h 6858000"/>
              <a:gd name="connsiteX525" fmla="*/ 5754709 w 7472601"/>
              <a:gd name="connsiteY525" fmla="*/ 2071454 h 6858000"/>
              <a:gd name="connsiteX526" fmla="*/ 5763044 w 7472601"/>
              <a:gd name="connsiteY526" fmla="*/ 2842206 h 6858000"/>
              <a:gd name="connsiteX527" fmla="*/ 5764974 w 7472601"/>
              <a:gd name="connsiteY527" fmla="*/ 2799609 h 6858000"/>
              <a:gd name="connsiteX528" fmla="*/ 5767665 w 7472601"/>
              <a:gd name="connsiteY528" fmla="*/ 2666409 h 6858000"/>
              <a:gd name="connsiteX529" fmla="*/ 5763055 w 7472601"/>
              <a:gd name="connsiteY529" fmla="*/ 2579705 h 6858000"/>
              <a:gd name="connsiteX530" fmla="*/ 5758079 w 7472601"/>
              <a:gd name="connsiteY530" fmla="*/ 2492508 h 6858000"/>
              <a:gd name="connsiteX531" fmla="*/ 5779325 w 7472601"/>
              <a:gd name="connsiteY531" fmla="*/ 2197069 h 6858000"/>
              <a:gd name="connsiteX532" fmla="*/ 5798671 w 7472601"/>
              <a:gd name="connsiteY532" fmla="*/ 1981601 h 6858000"/>
              <a:gd name="connsiteX533" fmla="*/ 5829202 w 7472601"/>
              <a:gd name="connsiteY533" fmla="*/ 1971679 h 6858000"/>
              <a:gd name="connsiteX534" fmla="*/ 5809558 w 7472601"/>
              <a:gd name="connsiteY534" fmla="*/ 2198043 h 6858000"/>
              <a:gd name="connsiteX535" fmla="*/ 5788653 w 7472601"/>
              <a:gd name="connsiteY535" fmla="*/ 2489430 h 6858000"/>
              <a:gd name="connsiteX536" fmla="*/ 5793439 w 7472601"/>
              <a:gd name="connsiteY536" fmla="*/ 2575235 h 6858000"/>
              <a:gd name="connsiteX537" fmla="*/ 5796837 w 7472601"/>
              <a:gd name="connsiteY537" fmla="*/ 2637633 h 6858000"/>
              <a:gd name="connsiteX538" fmla="*/ 5818614 w 7472601"/>
              <a:gd name="connsiteY538" fmla="*/ 2473055 h 6858000"/>
              <a:gd name="connsiteX539" fmla="*/ 5829202 w 7472601"/>
              <a:gd name="connsiteY539" fmla="*/ 1971679 h 6858000"/>
              <a:gd name="connsiteX540" fmla="*/ 5911389 w 7472601"/>
              <a:gd name="connsiteY540" fmla="*/ 1898371 h 6858000"/>
              <a:gd name="connsiteX541" fmla="*/ 6237627 w 7472601"/>
              <a:gd name="connsiteY541" fmla="*/ 2231921 h 6858000"/>
              <a:gd name="connsiteX542" fmla="*/ 5911389 w 7472601"/>
              <a:gd name="connsiteY542" fmla="*/ 1898371 h 6858000"/>
              <a:gd name="connsiteX543" fmla="*/ 6944437 w 7472601"/>
              <a:gd name="connsiteY543" fmla="*/ 1575402 h 6858000"/>
              <a:gd name="connsiteX544" fmla="*/ 6304730 w 7472601"/>
              <a:gd name="connsiteY544" fmla="*/ 1766654 h 6858000"/>
              <a:gd name="connsiteX545" fmla="*/ 6944437 w 7472601"/>
              <a:gd name="connsiteY545" fmla="*/ 1575402 h 6858000"/>
              <a:gd name="connsiteX546" fmla="*/ 7019523 w 7472601"/>
              <a:gd name="connsiteY546" fmla="*/ 1519450 h 6858000"/>
              <a:gd name="connsiteX547" fmla="*/ 6298091 w 7472601"/>
              <a:gd name="connsiteY547" fmla="*/ 1737122 h 6858000"/>
              <a:gd name="connsiteX548" fmla="*/ 7019523 w 7472601"/>
              <a:gd name="connsiteY548" fmla="*/ 1519450 h 6858000"/>
              <a:gd name="connsiteX549" fmla="*/ 2399523 w 7472601"/>
              <a:gd name="connsiteY549" fmla="*/ 1428234 h 6858000"/>
              <a:gd name="connsiteX550" fmla="*/ 2224982 w 7472601"/>
              <a:gd name="connsiteY550" fmla="*/ 1826201 h 6858000"/>
              <a:gd name="connsiteX551" fmla="*/ 2096099 w 7472601"/>
              <a:gd name="connsiteY551" fmla="*/ 2345900 h 6858000"/>
              <a:gd name="connsiteX552" fmla="*/ 2283317 w 7472601"/>
              <a:gd name="connsiteY552" fmla="*/ 1796925 h 6858000"/>
              <a:gd name="connsiteX553" fmla="*/ 2399523 w 7472601"/>
              <a:gd name="connsiteY553" fmla="*/ 1428234 h 6858000"/>
              <a:gd name="connsiteX554" fmla="*/ 2448558 w 7472601"/>
              <a:gd name="connsiteY554" fmla="*/ 1373435 h 6858000"/>
              <a:gd name="connsiteX555" fmla="*/ 2312521 w 7472601"/>
              <a:gd name="connsiteY555" fmla="*/ 1806140 h 6858000"/>
              <a:gd name="connsiteX556" fmla="*/ 2127533 w 7472601"/>
              <a:gd name="connsiteY556" fmla="*/ 2348380 h 6858000"/>
              <a:gd name="connsiteX557" fmla="*/ 2358080 w 7472601"/>
              <a:gd name="connsiteY557" fmla="*/ 1866134 h 6858000"/>
              <a:gd name="connsiteX558" fmla="*/ 2407436 w 7472601"/>
              <a:gd name="connsiteY558" fmla="*/ 1651070 h 6858000"/>
              <a:gd name="connsiteX559" fmla="*/ 2448558 w 7472601"/>
              <a:gd name="connsiteY559" fmla="*/ 1373435 h 6858000"/>
              <a:gd name="connsiteX560" fmla="*/ 278707 w 7472601"/>
              <a:gd name="connsiteY560" fmla="*/ 1352270 h 6858000"/>
              <a:gd name="connsiteX561" fmla="*/ 321570 w 7472601"/>
              <a:gd name="connsiteY561" fmla="*/ 1861610 h 6858000"/>
              <a:gd name="connsiteX562" fmla="*/ 294281 w 7472601"/>
              <a:gd name="connsiteY562" fmla="*/ 1440658 h 6858000"/>
              <a:gd name="connsiteX563" fmla="*/ 278707 w 7472601"/>
              <a:gd name="connsiteY563" fmla="*/ 1352270 h 6858000"/>
              <a:gd name="connsiteX564" fmla="*/ 1423821 w 7472601"/>
              <a:gd name="connsiteY564" fmla="*/ 1351958 h 6858000"/>
              <a:gd name="connsiteX565" fmla="*/ 1638521 w 7472601"/>
              <a:gd name="connsiteY565" fmla="*/ 1908470 h 6858000"/>
              <a:gd name="connsiteX566" fmla="*/ 1754199 w 7472601"/>
              <a:gd name="connsiteY566" fmla="*/ 2149284 h 6858000"/>
              <a:gd name="connsiteX567" fmla="*/ 1908359 w 7472601"/>
              <a:gd name="connsiteY567" fmla="*/ 2364988 h 6858000"/>
              <a:gd name="connsiteX568" fmla="*/ 1647661 w 7472601"/>
              <a:gd name="connsiteY568" fmla="*/ 1825945 h 6858000"/>
              <a:gd name="connsiteX569" fmla="*/ 1423821 w 7472601"/>
              <a:gd name="connsiteY569" fmla="*/ 1351958 h 6858000"/>
              <a:gd name="connsiteX570" fmla="*/ 1431890 w 7472601"/>
              <a:gd name="connsiteY570" fmla="*/ 1306475 h 6858000"/>
              <a:gd name="connsiteX571" fmla="*/ 1507597 w 7472601"/>
              <a:gd name="connsiteY571" fmla="*/ 1446132 h 6858000"/>
              <a:gd name="connsiteX572" fmla="*/ 1674586 w 7472601"/>
              <a:gd name="connsiteY572" fmla="*/ 1813832 h 6858000"/>
              <a:gd name="connsiteX573" fmla="*/ 1815950 w 7472601"/>
              <a:gd name="connsiteY573" fmla="*/ 2128564 h 6858000"/>
              <a:gd name="connsiteX574" fmla="*/ 1984242 w 7472601"/>
              <a:gd name="connsiteY574" fmla="*/ 2430829 h 6858000"/>
              <a:gd name="connsiteX575" fmla="*/ 2014023 w 7472601"/>
              <a:gd name="connsiteY575" fmla="*/ 2450995 h 6858000"/>
              <a:gd name="connsiteX576" fmla="*/ 1747337 w 7472601"/>
              <a:gd name="connsiteY576" fmla="*/ 1855264 h 6858000"/>
              <a:gd name="connsiteX577" fmla="*/ 1533749 w 7472601"/>
              <a:gd name="connsiteY577" fmla="*/ 1478656 h 6858000"/>
              <a:gd name="connsiteX578" fmla="*/ 1431890 w 7472601"/>
              <a:gd name="connsiteY578" fmla="*/ 1306475 h 6858000"/>
              <a:gd name="connsiteX579" fmla="*/ 5052692 w 7472601"/>
              <a:gd name="connsiteY579" fmla="*/ 1292994 h 6858000"/>
              <a:gd name="connsiteX580" fmla="*/ 5200661 w 7472601"/>
              <a:gd name="connsiteY580" fmla="*/ 1635186 h 6858000"/>
              <a:gd name="connsiteX581" fmla="*/ 5297138 w 7472601"/>
              <a:gd name="connsiteY581" fmla="*/ 1906351 h 6858000"/>
              <a:gd name="connsiteX582" fmla="*/ 5052692 w 7472601"/>
              <a:gd name="connsiteY582" fmla="*/ 1292994 h 6858000"/>
              <a:gd name="connsiteX583" fmla="*/ 5009948 w 7472601"/>
              <a:gd name="connsiteY583" fmla="*/ 1273619 h 6858000"/>
              <a:gd name="connsiteX584" fmla="*/ 5121777 w 7472601"/>
              <a:gd name="connsiteY584" fmla="*/ 1654213 h 6858000"/>
              <a:gd name="connsiteX585" fmla="*/ 5293545 w 7472601"/>
              <a:gd name="connsiteY585" fmla="*/ 2072247 h 6858000"/>
              <a:gd name="connsiteX586" fmla="*/ 5294042 w 7472601"/>
              <a:gd name="connsiteY586" fmla="*/ 2065019 h 6858000"/>
              <a:gd name="connsiteX587" fmla="*/ 5171936 w 7472601"/>
              <a:gd name="connsiteY587" fmla="*/ 1647613 h 6858000"/>
              <a:gd name="connsiteX588" fmla="*/ 5009948 w 7472601"/>
              <a:gd name="connsiteY588" fmla="*/ 1273619 h 6858000"/>
              <a:gd name="connsiteX589" fmla="*/ 655236 w 7472601"/>
              <a:gd name="connsiteY589" fmla="*/ 1268632 h 6858000"/>
              <a:gd name="connsiteX590" fmla="*/ 839521 w 7472601"/>
              <a:gd name="connsiteY590" fmla="*/ 1685315 h 6858000"/>
              <a:gd name="connsiteX591" fmla="*/ 1109416 w 7472601"/>
              <a:gd name="connsiteY591" fmla="*/ 2061663 h 6858000"/>
              <a:gd name="connsiteX592" fmla="*/ 1298300 w 7472601"/>
              <a:gd name="connsiteY592" fmla="*/ 2247742 h 6858000"/>
              <a:gd name="connsiteX593" fmla="*/ 1125871 w 7472601"/>
              <a:gd name="connsiteY593" fmla="*/ 1989513 h 6858000"/>
              <a:gd name="connsiteX594" fmla="*/ 981574 w 7472601"/>
              <a:gd name="connsiteY594" fmla="*/ 1783157 h 6858000"/>
              <a:gd name="connsiteX595" fmla="*/ 922198 w 7472601"/>
              <a:gd name="connsiteY595" fmla="*/ 1677437 h 6858000"/>
              <a:gd name="connsiteX596" fmla="*/ 869293 w 7472601"/>
              <a:gd name="connsiteY596" fmla="*/ 1583214 h 6858000"/>
              <a:gd name="connsiteX597" fmla="*/ 751431 w 7472601"/>
              <a:gd name="connsiteY597" fmla="*/ 1405731 h 6858000"/>
              <a:gd name="connsiteX598" fmla="*/ 655236 w 7472601"/>
              <a:gd name="connsiteY598" fmla="*/ 1268632 h 6858000"/>
              <a:gd name="connsiteX599" fmla="*/ 6516292 w 7472601"/>
              <a:gd name="connsiteY599" fmla="*/ 1263064 h 6858000"/>
              <a:gd name="connsiteX600" fmla="*/ 5736320 w 7472601"/>
              <a:gd name="connsiteY600" fmla="*/ 1501803 h 6858000"/>
              <a:gd name="connsiteX601" fmla="*/ 6516292 w 7472601"/>
              <a:gd name="connsiteY601" fmla="*/ 1263064 h 6858000"/>
              <a:gd name="connsiteX602" fmla="*/ 291466 w 7472601"/>
              <a:gd name="connsiteY602" fmla="*/ 1250369 h 6858000"/>
              <a:gd name="connsiteX603" fmla="*/ 323180 w 7472601"/>
              <a:gd name="connsiteY603" fmla="*/ 1435283 h 6858000"/>
              <a:gd name="connsiteX604" fmla="*/ 349381 w 7472601"/>
              <a:gd name="connsiteY604" fmla="*/ 1875041 h 6858000"/>
              <a:gd name="connsiteX605" fmla="*/ 374363 w 7472601"/>
              <a:gd name="connsiteY605" fmla="*/ 1506494 h 6858000"/>
              <a:gd name="connsiteX606" fmla="*/ 302168 w 7472601"/>
              <a:gd name="connsiteY606" fmla="*/ 1274495 h 6858000"/>
              <a:gd name="connsiteX607" fmla="*/ 291466 w 7472601"/>
              <a:gd name="connsiteY607" fmla="*/ 1250369 h 6858000"/>
              <a:gd name="connsiteX608" fmla="*/ 678222 w 7472601"/>
              <a:gd name="connsiteY608" fmla="*/ 1248670 h 6858000"/>
              <a:gd name="connsiteX609" fmla="*/ 775536 w 7472601"/>
              <a:gd name="connsiteY609" fmla="*/ 1388015 h 6858000"/>
              <a:gd name="connsiteX610" fmla="*/ 894529 w 7472601"/>
              <a:gd name="connsiteY610" fmla="*/ 1567739 h 6858000"/>
              <a:gd name="connsiteX611" fmla="*/ 948000 w 7472601"/>
              <a:gd name="connsiteY611" fmla="*/ 1663088 h 6858000"/>
              <a:gd name="connsiteX612" fmla="*/ 1006812 w 7472601"/>
              <a:gd name="connsiteY612" fmla="*/ 1767683 h 6858000"/>
              <a:gd name="connsiteX613" fmla="*/ 1149133 w 7472601"/>
              <a:gd name="connsiteY613" fmla="*/ 1971513 h 6858000"/>
              <a:gd name="connsiteX614" fmla="*/ 1333952 w 7472601"/>
              <a:gd name="connsiteY614" fmla="*/ 2251620 h 6858000"/>
              <a:gd name="connsiteX615" fmla="*/ 1337329 w 7472601"/>
              <a:gd name="connsiteY615" fmla="*/ 2258350 h 6858000"/>
              <a:gd name="connsiteX616" fmla="*/ 1014726 w 7472601"/>
              <a:gd name="connsiteY616" fmla="*/ 1615556 h 6858000"/>
              <a:gd name="connsiteX617" fmla="*/ 678222 w 7472601"/>
              <a:gd name="connsiteY617" fmla="*/ 1248670 h 6858000"/>
              <a:gd name="connsiteX618" fmla="*/ 6691602 w 7472601"/>
              <a:gd name="connsiteY618" fmla="*/ 1140573 h 6858000"/>
              <a:gd name="connsiteX619" fmla="*/ 6571100 w 7472601"/>
              <a:gd name="connsiteY619" fmla="*/ 1183662 h 6858000"/>
              <a:gd name="connsiteX620" fmla="*/ 6241687 w 7472601"/>
              <a:gd name="connsiteY620" fmla="*/ 1257600 h 6858000"/>
              <a:gd name="connsiteX621" fmla="*/ 5693009 w 7472601"/>
              <a:gd name="connsiteY621" fmla="*/ 1478256 h 6858000"/>
              <a:gd name="connsiteX622" fmla="*/ 6548420 w 7472601"/>
              <a:gd name="connsiteY622" fmla="*/ 1214599 h 6858000"/>
              <a:gd name="connsiteX623" fmla="*/ 6605473 w 7472601"/>
              <a:gd name="connsiteY623" fmla="*/ 1184686 h 6858000"/>
              <a:gd name="connsiteX624" fmla="*/ 6691602 w 7472601"/>
              <a:gd name="connsiteY624" fmla="*/ 1140573 h 6858000"/>
              <a:gd name="connsiteX625" fmla="*/ 4002475 w 7472601"/>
              <a:gd name="connsiteY625" fmla="*/ 1037802 h 6858000"/>
              <a:gd name="connsiteX626" fmla="*/ 4000324 w 7472601"/>
              <a:gd name="connsiteY626" fmla="*/ 1039362 h 6858000"/>
              <a:gd name="connsiteX627" fmla="*/ 4002862 w 7472601"/>
              <a:gd name="connsiteY627" fmla="*/ 1042866 h 6858000"/>
              <a:gd name="connsiteX628" fmla="*/ 4002475 w 7472601"/>
              <a:gd name="connsiteY628" fmla="*/ 1037802 h 6858000"/>
              <a:gd name="connsiteX629" fmla="*/ 506322 w 7472601"/>
              <a:gd name="connsiteY629" fmla="*/ 1020997 h 6858000"/>
              <a:gd name="connsiteX630" fmla="*/ 533068 w 7472601"/>
              <a:gd name="connsiteY630" fmla="*/ 1029409 h 6858000"/>
              <a:gd name="connsiteX631" fmla="*/ 1232525 w 7472601"/>
              <a:gd name="connsiteY631" fmla="*/ 1804675 h 6858000"/>
              <a:gd name="connsiteX632" fmla="*/ 1388858 w 7472601"/>
              <a:gd name="connsiteY632" fmla="*/ 2368011 h 6858000"/>
              <a:gd name="connsiteX633" fmla="*/ 1384098 w 7472601"/>
              <a:gd name="connsiteY633" fmla="*/ 2378125 h 6858000"/>
              <a:gd name="connsiteX634" fmla="*/ 1425393 w 7472601"/>
              <a:gd name="connsiteY634" fmla="*/ 2589124 h 6858000"/>
              <a:gd name="connsiteX635" fmla="*/ 1424001 w 7472601"/>
              <a:gd name="connsiteY635" fmla="*/ 2597541 h 6858000"/>
              <a:gd name="connsiteX636" fmla="*/ 2152729 w 7472601"/>
              <a:gd name="connsiteY636" fmla="*/ 2864487 h 6858000"/>
              <a:gd name="connsiteX637" fmla="*/ 2020609 w 7472601"/>
              <a:gd name="connsiteY637" fmla="*/ 2539671 h 6858000"/>
              <a:gd name="connsiteX638" fmla="*/ 2018920 w 7472601"/>
              <a:gd name="connsiteY638" fmla="*/ 2536309 h 6858000"/>
              <a:gd name="connsiteX639" fmla="*/ 1342441 w 7472601"/>
              <a:gd name="connsiteY639" fmla="*/ 1173017 h 6858000"/>
              <a:gd name="connsiteX640" fmla="*/ 1367925 w 7472601"/>
              <a:gd name="connsiteY640" fmla="*/ 1135648 h 6858000"/>
              <a:gd name="connsiteX641" fmla="*/ 1771401 w 7472601"/>
              <a:gd name="connsiteY641" fmla="*/ 1806673 h 6858000"/>
              <a:gd name="connsiteX642" fmla="*/ 1972385 w 7472601"/>
              <a:gd name="connsiteY642" fmla="*/ 2198735 h 6858000"/>
              <a:gd name="connsiteX643" fmla="*/ 2040892 w 7472601"/>
              <a:gd name="connsiteY643" fmla="*/ 2405205 h 6858000"/>
              <a:gd name="connsiteX644" fmla="*/ 2131689 w 7472601"/>
              <a:gd name="connsiteY644" fmla="*/ 1936926 h 6858000"/>
              <a:gd name="connsiteX645" fmla="*/ 2454820 w 7472601"/>
              <a:gd name="connsiteY645" fmla="*/ 1248808 h 6858000"/>
              <a:gd name="connsiteX646" fmla="*/ 2492512 w 7472601"/>
              <a:gd name="connsiteY646" fmla="*/ 1302920 h 6858000"/>
              <a:gd name="connsiteX647" fmla="*/ 2081216 w 7472601"/>
              <a:gd name="connsiteY647" fmla="*/ 2527513 h 6858000"/>
              <a:gd name="connsiteX648" fmla="*/ 2081211 w 7472601"/>
              <a:gd name="connsiteY648" fmla="*/ 2528916 h 6858000"/>
              <a:gd name="connsiteX649" fmla="*/ 2199067 w 7472601"/>
              <a:gd name="connsiteY649" fmla="*/ 2884061 h 6858000"/>
              <a:gd name="connsiteX650" fmla="*/ 3192586 w 7472601"/>
              <a:gd name="connsiteY650" fmla="*/ 3411496 h 6858000"/>
              <a:gd name="connsiteX651" fmla="*/ 3182620 w 7472601"/>
              <a:gd name="connsiteY651" fmla="*/ 3483279 h 6858000"/>
              <a:gd name="connsiteX652" fmla="*/ 2435119 w 7472601"/>
              <a:gd name="connsiteY652" fmla="*/ 3080173 h 6858000"/>
              <a:gd name="connsiteX653" fmla="*/ 2410152 w 7472601"/>
              <a:gd name="connsiteY653" fmla="*/ 3063751 h 6858000"/>
              <a:gd name="connsiteX654" fmla="*/ 2408099 w 7472601"/>
              <a:gd name="connsiteY654" fmla="*/ 3064403 h 6858000"/>
              <a:gd name="connsiteX655" fmla="*/ 2407218 w 7472601"/>
              <a:gd name="connsiteY655" fmla="*/ 3070324 h 6858000"/>
              <a:gd name="connsiteX656" fmla="*/ 2380138 w 7472601"/>
              <a:gd name="connsiteY656" fmla="*/ 3099341 h 6858000"/>
              <a:gd name="connsiteX657" fmla="*/ 1765923 w 7472601"/>
              <a:gd name="connsiteY657" fmla="*/ 3581043 h 6858000"/>
              <a:gd name="connsiteX658" fmla="*/ 1702258 w 7472601"/>
              <a:gd name="connsiteY658" fmla="*/ 3612286 h 6858000"/>
              <a:gd name="connsiteX659" fmla="*/ 1538370 w 7472601"/>
              <a:gd name="connsiteY659" fmla="*/ 3811804 h 6858000"/>
              <a:gd name="connsiteX660" fmla="*/ 542867 w 7472601"/>
              <a:gd name="connsiteY660" fmla="*/ 4944092 h 6858000"/>
              <a:gd name="connsiteX661" fmla="*/ 515800 w 7472601"/>
              <a:gd name="connsiteY661" fmla="*/ 4862180 h 6858000"/>
              <a:gd name="connsiteX662" fmla="*/ 909145 w 7472601"/>
              <a:gd name="connsiteY662" fmla="*/ 4199225 h 6858000"/>
              <a:gd name="connsiteX663" fmla="*/ 1214067 w 7472601"/>
              <a:gd name="connsiteY663" fmla="*/ 3908561 h 6858000"/>
              <a:gd name="connsiteX664" fmla="*/ 640967 w 7472601"/>
              <a:gd name="connsiteY664" fmla="*/ 4105601 h 6858000"/>
              <a:gd name="connsiteX665" fmla="*/ 112563 w 7472601"/>
              <a:gd name="connsiteY665" fmla="*/ 4396952 h 6858000"/>
              <a:gd name="connsiteX666" fmla="*/ 0 w 7472601"/>
              <a:gd name="connsiteY666" fmla="*/ 4466006 h 6858000"/>
              <a:gd name="connsiteX667" fmla="*/ 0 w 7472601"/>
              <a:gd name="connsiteY667" fmla="*/ 4233763 h 6858000"/>
              <a:gd name="connsiteX668" fmla="*/ 36881 w 7472601"/>
              <a:gd name="connsiteY668" fmla="*/ 4200118 h 6858000"/>
              <a:gd name="connsiteX669" fmla="*/ 910534 w 7472601"/>
              <a:gd name="connsiteY669" fmla="*/ 3629753 h 6858000"/>
              <a:gd name="connsiteX670" fmla="*/ 1578717 w 7472601"/>
              <a:gd name="connsiteY670" fmla="*/ 3575982 h 6858000"/>
              <a:gd name="connsiteX671" fmla="*/ 2338780 w 7472601"/>
              <a:gd name="connsiteY671" fmla="*/ 3033725 h 6858000"/>
              <a:gd name="connsiteX672" fmla="*/ 1807991 w 7472601"/>
              <a:gd name="connsiteY672" fmla="*/ 2807184 h 6858000"/>
              <a:gd name="connsiteX673" fmla="*/ 1416358 w 7472601"/>
              <a:gd name="connsiteY673" fmla="*/ 3112571 h 6858000"/>
              <a:gd name="connsiteX674" fmla="*/ 939066 w 7472601"/>
              <a:gd name="connsiteY674" fmla="*/ 3378798 h 6858000"/>
              <a:gd name="connsiteX675" fmla="*/ 115099 w 7472601"/>
              <a:gd name="connsiteY675" fmla="*/ 3607650 h 6858000"/>
              <a:gd name="connsiteX676" fmla="*/ 97284 w 7472601"/>
              <a:gd name="connsiteY676" fmla="*/ 3520393 h 6858000"/>
              <a:gd name="connsiteX677" fmla="*/ 922050 w 7472601"/>
              <a:gd name="connsiteY677" fmla="*/ 3074867 h 6858000"/>
              <a:gd name="connsiteX678" fmla="*/ 1405265 w 7472601"/>
              <a:gd name="connsiteY678" fmla="*/ 3016319 h 6858000"/>
              <a:gd name="connsiteX679" fmla="*/ 1407512 w 7472601"/>
              <a:gd name="connsiteY679" fmla="*/ 3018001 h 6858000"/>
              <a:gd name="connsiteX680" fmla="*/ 1726266 w 7472601"/>
              <a:gd name="connsiteY680" fmla="*/ 2777274 h 6858000"/>
              <a:gd name="connsiteX681" fmla="*/ 625390 w 7472601"/>
              <a:gd name="connsiteY681" fmla="*/ 2514541 h 6858000"/>
              <a:gd name="connsiteX682" fmla="*/ 619799 w 7472601"/>
              <a:gd name="connsiteY682" fmla="*/ 2527180 h 6858000"/>
              <a:gd name="connsiteX683" fmla="*/ 310030 w 7472601"/>
              <a:gd name="connsiteY683" fmla="*/ 2771818 h 6858000"/>
              <a:gd name="connsiteX684" fmla="*/ 173877 w 7472601"/>
              <a:gd name="connsiteY684" fmla="*/ 2937056 h 6858000"/>
              <a:gd name="connsiteX685" fmla="*/ 77889 w 7472601"/>
              <a:gd name="connsiteY685" fmla="*/ 3138440 h 6858000"/>
              <a:gd name="connsiteX686" fmla="*/ 0 w 7472601"/>
              <a:gd name="connsiteY686" fmla="*/ 3271395 h 6858000"/>
              <a:gd name="connsiteX687" fmla="*/ 0 w 7472601"/>
              <a:gd name="connsiteY687" fmla="*/ 3153002 h 6858000"/>
              <a:gd name="connsiteX688" fmla="*/ 2386 w 7472601"/>
              <a:gd name="connsiteY688" fmla="*/ 3149203 h 6858000"/>
              <a:gd name="connsiteX689" fmla="*/ 89753 w 7472601"/>
              <a:gd name="connsiteY689" fmla="*/ 2987702 h 6858000"/>
              <a:gd name="connsiteX690" fmla="*/ 76869 w 7472601"/>
              <a:gd name="connsiteY690" fmla="*/ 3005404 h 6858000"/>
              <a:gd name="connsiteX691" fmla="*/ 32049 w 7472601"/>
              <a:gd name="connsiteY691" fmla="*/ 3065814 h 6858000"/>
              <a:gd name="connsiteX692" fmla="*/ 0 w 7472601"/>
              <a:gd name="connsiteY692" fmla="*/ 3108744 h 6858000"/>
              <a:gd name="connsiteX693" fmla="*/ 0 w 7472601"/>
              <a:gd name="connsiteY693" fmla="*/ 3058059 h 6858000"/>
              <a:gd name="connsiteX694" fmla="*/ 7610 w 7472601"/>
              <a:gd name="connsiteY694" fmla="*/ 3047889 h 6858000"/>
              <a:gd name="connsiteX695" fmla="*/ 52419 w 7472601"/>
              <a:gd name="connsiteY695" fmla="*/ 2987479 h 6858000"/>
              <a:gd name="connsiteX696" fmla="*/ 59142 w 7472601"/>
              <a:gd name="connsiteY696" fmla="*/ 2978488 h 6858000"/>
              <a:gd name="connsiteX697" fmla="*/ 0 w 7472601"/>
              <a:gd name="connsiteY697" fmla="*/ 3015334 h 6858000"/>
              <a:gd name="connsiteX698" fmla="*/ 0 w 7472601"/>
              <a:gd name="connsiteY698" fmla="*/ 2914286 h 6858000"/>
              <a:gd name="connsiteX699" fmla="*/ 36383 w 7472601"/>
              <a:gd name="connsiteY699" fmla="*/ 2901128 h 6858000"/>
              <a:gd name="connsiteX700" fmla="*/ 156329 w 7472601"/>
              <a:gd name="connsiteY700" fmla="*/ 2840533 h 6858000"/>
              <a:gd name="connsiteX701" fmla="*/ 358355 w 7472601"/>
              <a:gd name="connsiteY701" fmla="*/ 2620471 h 6858000"/>
              <a:gd name="connsiteX702" fmla="*/ 510577 w 7472601"/>
              <a:gd name="connsiteY702" fmla="*/ 2501244 h 6858000"/>
              <a:gd name="connsiteX703" fmla="*/ 211967 w 7472601"/>
              <a:gd name="connsiteY703" fmla="*/ 2479171 h 6858000"/>
              <a:gd name="connsiteX704" fmla="*/ 0 w 7472601"/>
              <a:gd name="connsiteY704" fmla="*/ 2476398 h 6858000"/>
              <a:gd name="connsiteX705" fmla="*/ 0 w 7472601"/>
              <a:gd name="connsiteY705" fmla="*/ 2389189 h 6858000"/>
              <a:gd name="connsiteX706" fmla="*/ 103062 w 7472601"/>
              <a:gd name="connsiteY706" fmla="*/ 2389518 h 6858000"/>
              <a:gd name="connsiteX707" fmla="*/ 510734 w 7472601"/>
              <a:gd name="connsiteY707" fmla="*/ 2416201 h 6858000"/>
              <a:gd name="connsiteX708" fmla="*/ 279257 w 7472601"/>
              <a:gd name="connsiteY708" fmla="*/ 2092102 h 6858000"/>
              <a:gd name="connsiteX709" fmla="*/ 65265 w 7472601"/>
              <a:gd name="connsiteY709" fmla="*/ 2006049 h 6858000"/>
              <a:gd name="connsiteX710" fmla="*/ 0 w 7472601"/>
              <a:gd name="connsiteY710" fmla="*/ 1982532 h 6858000"/>
              <a:gd name="connsiteX711" fmla="*/ 0 w 7472601"/>
              <a:gd name="connsiteY711" fmla="*/ 1912789 h 6858000"/>
              <a:gd name="connsiteX712" fmla="*/ 97460 w 7472601"/>
              <a:gd name="connsiteY712" fmla="*/ 1953725 h 6858000"/>
              <a:gd name="connsiteX713" fmla="*/ 221272 w 7472601"/>
              <a:gd name="connsiteY713" fmla="*/ 1980766 h 6858000"/>
              <a:gd name="connsiteX714" fmla="*/ 116765 w 7472601"/>
              <a:gd name="connsiteY714" fmla="*/ 1911033 h 6858000"/>
              <a:gd name="connsiteX715" fmla="*/ 16405 w 7472601"/>
              <a:gd name="connsiteY715" fmla="*/ 1803412 h 6858000"/>
              <a:gd name="connsiteX716" fmla="*/ 0 w 7472601"/>
              <a:gd name="connsiteY716" fmla="*/ 1784777 h 6858000"/>
              <a:gd name="connsiteX717" fmla="*/ 0 w 7472601"/>
              <a:gd name="connsiteY717" fmla="*/ 1740082 h 6858000"/>
              <a:gd name="connsiteX718" fmla="*/ 39394 w 7472601"/>
              <a:gd name="connsiteY718" fmla="*/ 1784856 h 6858000"/>
              <a:gd name="connsiteX719" fmla="*/ 135813 w 7472601"/>
              <a:gd name="connsiteY719" fmla="*/ 1888838 h 6858000"/>
              <a:gd name="connsiteX720" fmla="*/ 242575 w 7472601"/>
              <a:gd name="connsiteY720" fmla="*/ 1958841 h 6858000"/>
              <a:gd name="connsiteX721" fmla="*/ 82197 w 7472601"/>
              <a:gd name="connsiteY721" fmla="*/ 1754826 h 6858000"/>
              <a:gd name="connsiteX722" fmla="*/ 0 w 7472601"/>
              <a:gd name="connsiteY722" fmla="*/ 1679650 h 6858000"/>
              <a:gd name="connsiteX723" fmla="*/ 0 w 7472601"/>
              <a:gd name="connsiteY723" fmla="*/ 1602463 h 6858000"/>
              <a:gd name="connsiteX724" fmla="*/ 84689 w 7472601"/>
              <a:gd name="connsiteY724" fmla="*/ 1677442 h 6858000"/>
              <a:gd name="connsiteX725" fmla="*/ 298437 w 7472601"/>
              <a:gd name="connsiteY725" fmla="*/ 1968019 h 6858000"/>
              <a:gd name="connsiteX726" fmla="*/ 227269 w 7472601"/>
              <a:gd name="connsiteY726" fmla="*/ 1114064 h 6858000"/>
              <a:gd name="connsiteX727" fmla="*/ 248003 w 7472601"/>
              <a:gd name="connsiteY727" fmla="*/ 1089613 h 6858000"/>
              <a:gd name="connsiteX728" fmla="*/ 427020 w 7472601"/>
              <a:gd name="connsiteY728" fmla="*/ 1619803 h 6858000"/>
              <a:gd name="connsiteX729" fmla="*/ 340345 w 7472601"/>
              <a:gd name="connsiteY729" fmla="*/ 2027739 h 6858000"/>
              <a:gd name="connsiteX730" fmla="*/ 360865 w 7472601"/>
              <a:gd name="connsiteY730" fmla="*/ 2044827 h 6858000"/>
              <a:gd name="connsiteX731" fmla="*/ 560414 w 7472601"/>
              <a:gd name="connsiteY731" fmla="*/ 2421457 h 6858000"/>
              <a:gd name="connsiteX732" fmla="*/ 1359703 w 7472601"/>
              <a:gd name="connsiteY732" fmla="*/ 2578554 h 6858000"/>
              <a:gd name="connsiteX733" fmla="*/ 1359422 w 7472601"/>
              <a:gd name="connsiteY733" fmla="*/ 2577994 h 6858000"/>
              <a:gd name="connsiteX734" fmla="*/ 828701 w 7472601"/>
              <a:gd name="connsiteY734" fmla="*/ 1839520 h 6858000"/>
              <a:gd name="connsiteX735" fmla="*/ 494427 w 7472601"/>
              <a:gd name="connsiteY735" fmla="*/ 1092333 h 6858000"/>
              <a:gd name="connsiteX736" fmla="*/ 506322 w 7472601"/>
              <a:gd name="connsiteY736" fmla="*/ 1020997 h 6858000"/>
              <a:gd name="connsiteX737" fmla="*/ 4570198 w 7472601"/>
              <a:gd name="connsiteY737" fmla="*/ 978081 h 6858000"/>
              <a:gd name="connsiteX738" fmla="*/ 4523691 w 7472601"/>
              <a:gd name="connsiteY738" fmla="*/ 1127776 h 6858000"/>
              <a:gd name="connsiteX739" fmla="*/ 4509875 w 7472601"/>
              <a:gd name="connsiteY739" fmla="*/ 1167552 h 6858000"/>
              <a:gd name="connsiteX740" fmla="*/ 4478168 w 7472601"/>
              <a:gd name="connsiteY740" fmla="*/ 1260735 h 6858000"/>
              <a:gd name="connsiteX741" fmla="*/ 4409309 w 7472601"/>
              <a:gd name="connsiteY741" fmla="*/ 1666996 h 6858000"/>
              <a:gd name="connsiteX742" fmla="*/ 4370031 w 7472601"/>
              <a:gd name="connsiteY742" fmla="*/ 1955666 h 6858000"/>
              <a:gd name="connsiteX743" fmla="*/ 4570198 w 7472601"/>
              <a:gd name="connsiteY743" fmla="*/ 978081 h 6858000"/>
              <a:gd name="connsiteX744" fmla="*/ 4557898 w 7472601"/>
              <a:gd name="connsiteY744" fmla="*/ 900011 h 6858000"/>
              <a:gd name="connsiteX745" fmla="*/ 4344840 w 7472601"/>
              <a:gd name="connsiteY745" fmla="*/ 1922038 h 6858000"/>
              <a:gd name="connsiteX746" fmla="*/ 4378710 w 7472601"/>
              <a:gd name="connsiteY746" fmla="*/ 1665516 h 6858000"/>
              <a:gd name="connsiteX747" fmla="*/ 4448798 w 7472601"/>
              <a:gd name="connsiteY747" fmla="*/ 1253024 h 6858000"/>
              <a:gd name="connsiteX748" fmla="*/ 4480315 w 7472601"/>
              <a:gd name="connsiteY748" fmla="*/ 1158454 h 6858000"/>
              <a:gd name="connsiteX749" fmla="*/ 4494133 w 7472601"/>
              <a:gd name="connsiteY749" fmla="*/ 1118676 h 6858000"/>
              <a:gd name="connsiteX750" fmla="*/ 4557898 w 7472601"/>
              <a:gd name="connsiteY750" fmla="*/ 900011 h 6858000"/>
              <a:gd name="connsiteX751" fmla="*/ 5870151 w 7472601"/>
              <a:gd name="connsiteY751" fmla="*/ 898890 h 6858000"/>
              <a:gd name="connsiteX752" fmla="*/ 5861335 w 7472601"/>
              <a:gd name="connsiteY752" fmla="*/ 899177 h 6858000"/>
              <a:gd name="connsiteX753" fmla="*/ 5843702 w 7472601"/>
              <a:gd name="connsiteY753" fmla="*/ 899748 h 6858000"/>
              <a:gd name="connsiteX754" fmla="*/ 5651107 w 7472601"/>
              <a:gd name="connsiteY754" fmla="*/ 920306 h 6858000"/>
              <a:gd name="connsiteX755" fmla="*/ 5459407 w 7472601"/>
              <a:gd name="connsiteY755" fmla="*/ 940975 h 6858000"/>
              <a:gd name="connsiteX756" fmla="*/ 5374846 w 7472601"/>
              <a:gd name="connsiteY756" fmla="*/ 941988 h 6858000"/>
              <a:gd name="connsiteX757" fmla="*/ 5256105 w 7472601"/>
              <a:gd name="connsiteY757" fmla="*/ 945632 h 6858000"/>
              <a:gd name="connsiteX758" fmla="*/ 5107071 w 7472601"/>
              <a:gd name="connsiteY758" fmla="*/ 969720 h 6858000"/>
              <a:gd name="connsiteX759" fmla="*/ 4998681 w 7472601"/>
              <a:gd name="connsiteY759" fmla="*/ 988771 h 6858000"/>
              <a:gd name="connsiteX760" fmla="*/ 5870151 w 7472601"/>
              <a:gd name="connsiteY760" fmla="*/ 898890 h 6858000"/>
              <a:gd name="connsiteX761" fmla="*/ 5504425 w 7472601"/>
              <a:gd name="connsiteY761" fmla="*/ 848067 h 6858000"/>
              <a:gd name="connsiteX762" fmla="*/ 4968849 w 7472601"/>
              <a:gd name="connsiteY762" fmla="*/ 962318 h 6858000"/>
              <a:gd name="connsiteX763" fmla="*/ 5104039 w 7472601"/>
              <a:gd name="connsiteY763" fmla="*/ 940634 h 6858000"/>
              <a:gd name="connsiteX764" fmla="*/ 5256311 w 7472601"/>
              <a:gd name="connsiteY764" fmla="*/ 916490 h 6858000"/>
              <a:gd name="connsiteX765" fmla="*/ 5377381 w 7472601"/>
              <a:gd name="connsiteY765" fmla="*/ 912671 h 6858000"/>
              <a:gd name="connsiteX766" fmla="*/ 5460148 w 7472601"/>
              <a:gd name="connsiteY766" fmla="*/ 911442 h 6858000"/>
              <a:gd name="connsiteX767" fmla="*/ 5648971 w 7472601"/>
              <a:gd name="connsiteY767" fmla="*/ 891331 h 6858000"/>
              <a:gd name="connsiteX768" fmla="*/ 5844807 w 7472601"/>
              <a:gd name="connsiteY768" fmla="*/ 870718 h 6858000"/>
              <a:gd name="connsiteX769" fmla="*/ 5862975 w 7472601"/>
              <a:gd name="connsiteY769" fmla="*/ 869756 h 6858000"/>
              <a:gd name="connsiteX770" fmla="*/ 5920887 w 7472601"/>
              <a:gd name="connsiteY770" fmla="*/ 865929 h 6858000"/>
              <a:gd name="connsiteX771" fmla="*/ 5504425 w 7472601"/>
              <a:gd name="connsiteY771" fmla="*/ 848067 h 6858000"/>
              <a:gd name="connsiteX772" fmla="*/ 3607114 w 7472601"/>
              <a:gd name="connsiteY772" fmla="*/ 467441 h 6858000"/>
              <a:gd name="connsiteX773" fmla="*/ 3296242 w 7472601"/>
              <a:gd name="connsiteY773" fmla="*/ 807991 h 6858000"/>
              <a:gd name="connsiteX774" fmla="*/ 3174674 w 7472601"/>
              <a:gd name="connsiteY774" fmla="*/ 919759 h 6858000"/>
              <a:gd name="connsiteX775" fmla="*/ 3042978 w 7472601"/>
              <a:gd name="connsiteY775" fmla="*/ 1054894 h 6858000"/>
              <a:gd name="connsiteX776" fmla="*/ 2968914 w 7472601"/>
              <a:gd name="connsiteY776" fmla="*/ 1133756 h 6858000"/>
              <a:gd name="connsiteX777" fmla="*/ 3103823 w 7472601"/>
              <a:gd name="connsiteY777" fmla="*/ 1026814 h 6858000"/>
              <a:gd name="connsiteX778" fmla="*/ 3607114 w 7472601"/>
              <a:gd name="connsiteY778" fmla="*/ 467441 h 6858000"/>
              <a:gd name="connsiteX779" fmla="*/ 3744487 w 7472601"/>
              <a:gd name="connsiteY779" fmla="*/ 383136 h 6858000"/>
              <a:gd name="connsiteX780" fmla="*/ 3970213 w 7472601"/>
              <a:gd name="connsiteY780" fmla="*/ 995559 h 6858000"/>
              <a:gd name="connsiteX781" fmla="*/ 3744487 w 7472601"/>
              <a:gd name="connsiteY781" fmla="*/ 383136 h 6858000"/>
              <a:gd name="connsiteX782" fmla="*/ 3624562 w 7472601"/>
              <a:gd name="connsiteY782" fmla="*/ 367041 h 6858000"/>
              <a:gd name="connsiteX783" fmla="*/ 3489712 w 7472601"/>
              <a:gd name="connsiteY783" fmla="*/ 485386 h 6858000"/>
              <a:gd name="connsiteX784" fmla="*/ 3182994 w 7472601"/>
              <a:gd name="connsiteY784" fmla="*/ 828265 h 6858000"/>
              <a:gd name="connsiteX785" fmla="*/ 2892114 w 7472601"/>
              <a:gd name="connsiteY785" fmla="*/ 1172635 h 6858000"/>
              <a:gd name="connsiteX786" fmla="*/ 3021459 w 7472601"/>
              <a:gd name="connsiteY786" fmla="*/ 1035385 h 6858000"/>
              <a:gd name="connsiteX787" fmla="*/ 3153873 w 7472601"/>
              <a:gd name="connsiteY787" fmla="*/ 898971 h 6858000"/>
              <a:gd name="connsiteX788" fmla="*/ 3276511 w 7472601"/>
              <a:gd name="connsiteY788" fmla="*/ 786423 h 6858000"/>
              <a:gd name="connsiteX789" fmla="*/ 3584154 w 7472601"/>
              <a:gd name="connsiteY789" fmla="*/ 448218 h 6858000"/>
              <a:gd name="connsiteX790" fmla="*/ 3624562 w 7472601"/>
              <a:gd name="connsiteY790" fmla="*/ 367041 h 6858000"/>
              <a:gd name="connsiteX791" fmla="*/ 3766672 w 7472601"/>
              <a:gd name="connsiteY791" fmla="*/ 359429 h 6858000"/>
              <a:gd name="connsiteX792" fmla="*/ 3996338 w 7472601"/>
              <a:gd name="connsiteY792" fmla="*/ 968237 h 6858000"/>
              <a:gd name="connsiteX793" fmla="*/ 3766672 w 7472601"/>
              <a:gd name="connsiteY793" fmla="*/ 359429 h 6858000"/>
              <a:gd name="connsiteX794" fmla="*/ 5805386 w 7472601"/>
              <a:gd name="connsiteY794" fmla="*/ 239240 h 6858000"/>
              <a:gd name="connsiteX795" fmla="*/ 5736947 w 7472601"/>
              <a:gd name="connsiteY795" fmla="*/ 261367 h 6858000"/>
              <a:gd name="connsiteX796" fmla="*/ 5427012 w 7472601"/>
              <a:gd name="connsiteY796" fmla="*/ 311272 h 6858000"/>
              <a:gd name="connsiteX797" fmla="*/ 5147818 w 7472601"/>
              <a:gd name="connsiteY797" fmla="*/ 322112 h 6858000"/>
              <a:gd name="connsiteX798" fmla="*/ 5060854 w 7472601"/>
              <a:gd name="connsiteY798" fmla="*/ 311882 h 6858000"/>
              <a:gd name="connsiteX799" fmla="*/ 4945989 w 7472601"/>
              <a:gd name="connsiteY799" fmla="*/ 300516 h 6858000"/>
              <a:gd name="connsiteX800" fmla="*/ 5410479 w 7472601"/>
              <a:gd name="connsiteY800" fmla="*/ 348434 h 6858000"/>
              <a:gd name="connsiteX801" fmla="*/ 5805386 w 7472601"/>
              <a:gd name="connsiteY801" fmla="*/ 239240 h 6858000"/>
              <a:gd name="connsiteX802" fmla="*/ 5905192 w 7472601"/>
              <a:gd name="connsiteY802" fmla="*/ 163079 h 6858000"/>
              <a:gd name="connsiteX803" fmla="*/ 5865655 w 7472601"/>
              <a:gd name="connsiteY803" fmla="*/ 171901 h 6858000"/>
              <a:gd name="connsiteX804" fmla="*/ 5259740 w 7472601"/>
              <a:gd name="connsiteY804" fmla="*/ 257013 h 6858000"/>
              <a:gd name="connsiteX805" fmla="*/ 5208466 w 7472601"/>
              <a:gd name="connsiteY805" fmla="*/ 257550 h 6858000"/>
              <a:gd name="connsiteX806" fmla="*/ 4980204 w 7472601"/>
              <a:gd name="connsiteY806" fmla="*/ 271903 h 6858000"/>
              <a:gd name="connsiteX807" fmla="*/ 5068068 w 7472601"/>
              <a:gd name="connsiteY807" fmla="*/ 282244 h 6858000"/>
              <a:gd name="connsiteX808" fmla="*/ 5153231 w 7472601"/>
              <a:gd name="connsiteY808" fmla="*/ 292240 h 6858000"/>
              <a:gd name="connsiteX809" fmla="*/ 5426491 w 7472601"/>
              <a:gd name="connsiteY809" fmla="*/ 281128 h 6858000"/>
              <a:gd name="connsiteX810" fmla="*/ 5731212 w 7472601"/>
              <a:gd name="connsiteY810" fmla="*/ 231951 h 6858000"/>
              <a:gd name="connsiteX811" fmla="*/ 5905192 w 7472601"/>
              <a:gd name="connsiteY811" fmla="*/ 163079 h 6858000"/>
              <a:gd name="connsiteX812" fmla="*/ 5944437 w 7472601"/>
              <a:gd name="connsiteY812" fmla="*/ 113829 h 6858000"/>
              <a:gd name="connsiteX813" fmla="*/ 5825032 w 7472601"/>
              <a:gd name="connsiteY813" fmla="*/ 146405 h 6858000"/>
              <a:gd name="connsiteX814" fmla="*/ 4955599 w 7472601"/>
              <a:gd name="connsiteY814" fmla="*/ 247008 h 6858000"/>
              <a:gd name="connsiteX815" fmla="*/ 5210104 w 7472601"/>
              <a:gd name="connsiteY815" fmla="*/ 228123 h 6858000"/>
              <a:gd name="connsiteX816" fmla="*/ 5261015 w 7472601"/>
              <a:gd name="connsiteY816" fmla="*/ 227087 h 6858000"/>
              <a:gd name="connsiteX817" fmla="*/ 5861181 w 7472601"/>
              <a:gd name="connsiteY817" fmla="*/ 143093 h 6858000"/>
              <a:gd name="connsiteX818" fmla="*/ 5961252 w 7472601"/>
              <a:gd name="connsiteY818" fmla="*/ 114820 h 6858000"/>
              <a:gd name="connsiteX819" fmla="*/ 5944437 w 7472601"/>
              <a:gd name="connsiteY819" fmla="*/ 113829 h 6858000"/>
              <a:gd name="connsiteX820" fmla="*/ 3882765 w 7472601"/>
              <a:gd name="connsiteY820" fmla="*/ 0 h 6858000"/>
              <a:gd name="connsiteX821" fmla="*/ 3995099 w 7472601"/>
              <a:gd name="connsiteY821" fmla="*/ 0 h 6858000"/>
              <a:gd name="connsiteX822" fmla="*/ 4163818 w 7472601"/>
              <a:gd name="connsiteY822" fmla="*/ 234104 h 6858000"/>
              <a:gd name="connsiteX823" fmla="*/ 4172099 w 7472601"/>
              <a:gd name="connsiteY823" fmla="*/ 234207 h 6858000"/>
              <a:gd name="connsiteX824" fmla="*/ 4784282 w 7472601"/>
              <a:gd name="connsiteY824" fmla="*/ 276561 h 6858000"/>
              <a:gd name="connsiteX825" fmla="*/ 4801687 w 7472601"/>
              <a:gd name="connsiteY825" fmla="*/ 267764 h 6858000"/>
              <a:gd name="connsiteX826" fmla="*/ 6082788 w 7472601"/>
              <a:gd name="connsiteY826" fmla="*/ 64119 h 6858000"/>
              <a:gd name="connsiteX827" fmla="*/ 6099442 w 7472601"/>
              <a:gd name="connsiteY827" fmla="*/ 82568 h 6858000"/>
              <a:gd name="connsiteX828" fmla="*/ 4804137 w 7472601"/>
              <a:gd name="connsiteY828" fmla="*/ 320931 h 6858000"/>
              <a:gd name="connsiteX829" fmla="*/ 4227047 w 7472601"/>
              <a:gd name="connsiteY829" fmla="*/ 313415 h 6858000"/>
              <a:gd name="connsiteX830" fmla="*/ 4346041 w 7472601"/>
              <a:gd name="connsiteY830" fmla="*/ 456086 h 6858000"/>
              <a:gd name="connsiteX831" fmla="*/ 4870967 w 7472601"/>
              <a:gd name="connsiteY831" fmla="*/ 963061 h 6858000"/>
              <a:gd name="connsiteX832" fmla="*/ 4889647 w 7472601"/>
              <a:gd name="connsiteY832" fmla="*/ 957147 h 6858000"/>
              <a:gd name="connsiteX833" fmla="*/ 5422504 w 7472601"/>
              <a:gd name="connsiteY833" fmla="*/ 805191 h 6858000"/>
              <a:gd name="connsiteX834" fmla="*/ 6087656 w 7472601"/>
              <a:gd name="connsiteY834" fmla="*/ 826703 h 6858000"/>
              <a:gd name="connsiteX835" fmla="*/ 6058717 w 7472601"/>
              <a:gd name="connsiteY835" fmla="*/ 865992 h 6858000"/>
              <a:gd name="connsiteX836" fmla="*/ 4974153 w 7472601"/>
              <a:gd name="connsiteY836" fmla="*/ 1045456 h 6858000"/>
              <a:gd name="connsiteX837" fmla="*/ 5627835 w 7472601"/>
              <a:gd name="connsiteY837" fmla="*/ 1472077 h 6858000"/>
              <a:gd name="connsiteX838" fmla="*/ 5629817 w 7472601"/>
              <a:gd name="connsiteY838" fmla="*/ 1471412 h 6858000"/>
              <a:gd name="connsiteX839" fmla="*/ 5634124 w 7472601"/>
              <a:gd name="connsiteY839" fmla="*/ 1470572 h 6858000"/>
              <a:gd name="connsiteX840" fmla="*/ 5755832 w 7472601"/>
              <a:gd name="connsiteY840" fmla="*/ 1383886 h 6858000"/>
              <a:gd name="connsiteX841" fmla="*/ 6014186 w 7472601"/>
              <a:gd name="connsiteY841" fmla="*/ 1279799 h 6858000"/>
              <a:gd name="connsiteX842" fmla="*/ 6901619 w 7472601"/>
              <a:gd name="connsiteY842" fmla="*/ 1047874 h 6858000"/>
              <a:gd name="connsiteX843" fmla="*/ 6931566 w 7472601"/>
              <a:gd name="connsiteY843" fmla="*/ 1062034 h 6858000"/>
              <a:gd name="connsiteX844" fmla="*/ 5790982 w 7472601"/>
              <a:gd name="connsiteY844" fmla="*/ 1561380 h 6858000"/>
              <a:gd name="connsiteX845" fmla="*/ 6188971 w 7472601"/>
              <a:gd name="connsiteY845" fmla="*/ 1755168 h 6858000"/>
              <a:gd name="connsiteX846" fmla="*/ 6202446 w 7472601"/>
              <a:gd name="connsiteY846" fmla="*/ 1752268 h 6858000"/>
              <a:gd name="connsiteX847" fmla="*/ 7179560 w 7472601"/>
              <a:gd name="connsiteY847" fmla="*/ 1467551 h 6858000"/>
              <a:gd name="connsiteX848" fmla="*/ 7158730 w 7472601"/>
              <a:gd name="connsiteY848" fmla="*/ 1507835 h 6858000"/>
              <a:gd name="connsiteX849" fmla="*/ 6326959 w 7472601"/>
              <a:gd name="connsiteY849" fmla="*/ 1817686 h 6858000"/>
              <a:gd name="connsiteX850" fmla="*/ 6537433 w 7472601"/>
              <a:gd name="connsiteY850" fmla="*/ 1907790 h 6858000"/>
              <a:gd name="connsiteX851" fmla="*/ 6550221 w 7472601"/>
              <a:gd name="connsiteY851" fmla="*/ 1910729 h 6858000"/>
              <a:gd name="connsiteX852" fmla="*/ 6964438 w 7472601"/>
              <a:gd name="connsiteY852" fmla="*/ 2209505 h 6858000"/>
              <a:gd name="connsiteX853" fmla="*/ 7367862 w 7472601"/>
              <a:gd name="connsiteY853" fmla="*/ 2806833 h 6858000"/>
              <a:gd name="connsiteX854" fmla="*/ 7364329 w 7472601"/>
              <a:gd name="connsiteY854" fmla="*/ 2826907 h 6858000"/>
              <a:gd name="connsiteX855" fmla="*/ 7290545 w 7472601"/>
              <a:gd name="connsiteY855" fmla="*/ 2850663 h 6858000"/>
              <a:gd name="connsiteX856" fmla="*/ 6472036 w 7472601"/>
              <a:gd name="connsiteY856" fmla="*/ 1959003 h 6858000"/>
              <a:gd name="connsiteX857" fmla="*/ 5792897 w 7472601"/>
              <a:gd name="connsiteY857" fmla="*/ 1647747 h 6858000"/>
              <a:gd name="connsiteX858" fmla="*/ 5842751 w 7472601"/>
              <a:gd name="connsiteY858" fmla="*/ 1816112 h 6858000"/>
              <a:gd name="connsiteX859" fmla="*/ 5847424 w 7472601"/>
              <a:gd name="connsiteY859" fmla="*/ 1815776 h 6858000"/>
              <a:gd name="connsiteX860" fmla="*/ 6399821 w 7472601"/>
              <a:gd name="connsiteY860" fmla="*/ 2344799 h 6858000"/>
              <a:gd name="connsiteX861" fmla="*/ 6323232 w 7472601"/>
              <a:gd name="connsiteY861" fmla="*/ 2389634 h 6858000"/>
              <a:gd name="connsiteX862" fmla="*/ 5942958 w 7472601"/>
              <a:gd name="connsiteY862" fmla="*/ 2077708 h 6858000"/>
              <a:gd name="connsiteX863" fmla="*/ 5921559 w 7472601"/>
              <a:gd name="connsiteY863" fmla="*/ 2378596 h 6858000"/>
              <a:gd name="connsiteX864" fmla="*/ 5817651 w 7472601"/>
              <a:gd name="connsiteY864" fmla="*/ 3023919 h 6858000"/>
              <a:gd name="connsiteX865" fmla="*/ 5729634 w 7472601"/>
              <a:gd name="connsiteY865" fmla="*/ 3051849 h 6858000"/>
              <a:gd name="connsiteX866" fmla="*/ 5611018 w 7472601"/>
              <a:gd name="connsiteY866" fmla="*/ 2316769 h 6858000"/>
              <a:gd name="connsiteX867" fmla="*/ 5687608 w 7472601"/>
              <a:gd name="connsiteY867" fmla="*/ 2039972 h 6858000"/>
              <a:gd name="connsiteX868" fmla="*/ 5657554 w 7472601"/>
              <a:gd name="connsiteY868" fmla="*/ 1576445 h 6858000"/>
              <a:gd name="connsiteX869" fmla="*/ 5150475 w 7472601"/>
              <a:gd name="connsiteY869" fmla="*/ 1274012 h 6858000"/>
              <a:gd name="connsiteX870" fmla="*/ 5349142 w 7472601"/>
              <a:gd name="connsiteY870" fmla="*/ 2204405 h 6858000"/>
              <a:gd name="connsiteX871" fmla="*/ 5262214 w 7472601"/>
              <a:gd name="connsiteY871" fmla="*/ 2233836 h 6858000"/>
              <a:gd name="connsiteX872" fmla="*/ 4981539 w 7472601"/>
              <a:gd name="connsiteY872" fmla="*/ 1542201 h 6858000"/>
              <a:gd name="connsiteX873" fmla="*/ 4958461 w 7472601"/>
              <a:gd name="connsiteY873" fmla="*/ 1136957 h 6858000"/>
              <a:gd name="connsiteX874" fmla="*/ 4655015 w 7472601"/>
              <a:gd name="connsiteY874" fmla="*/ 891426 h 6858000"/>
              <a:gd name="connsiteX875" fmla="*/ 4348002 w 7472601"/>
              <a:gd name="connsiteY875" fmla="*/ 2205895 h 6858000"/>
              <a:gd name="connsiteX876" fmla="*/ 4262250 w 7472601"/>
              <a:gd name="connsiteY876" fmla="*/ 2219972 h 6858000"/>
              <a:gd name="connsiteX877" fmla="*/ 4550611 w 7472601"/>
              <a:gd name="connsiteY877" fmla="*/ 817540 h 6858000"/>
              <a:gd name="connsiteX878" fmla="*/ 4564418 w 7472601"/>
              <a:gd name="connsiteY878" fmla="*/ 808293 h 6858000"/>
              <a:gd name="connsiteX879" fmla="*/ 4266388 w 7472601"/>
              <a:gd name="connsiteY879" fmla="*/ 500083 h 6858000"/>
              <a:gd name="connsiteX880" fmla="*/ 4032842 w 7472601"/>
              <a:gd name="connsiteY880" fmla="*/ 211809 h 6858000"/>
              <a:gd name="connsiteX881" fmla="*/ 3882765 w 7472601"/>
              <a:gd name="connsiteY881" fmla="*/ 0 h 6858000"/>
              <a:gd name="connsiteX882" fmla="*/ 3721337 w 7472601"/>
              <a:gd name="connsiteY882" fmla="*/ 0 h 6858000"/>
              <a:gd name="connsiteX883" fmla="*/ 3797544 w 7472601"/>
              <a:gd name="connsiteY883" fmla="*/ 0 h 6858000"/>
              <a:gd name="connsiteX884" fmla="*/ 3775734 w 7472601"/>
              <a:gd name="connsiteY884" fmla="*/ 95131 h 6858000"/>
              <a:gd name="connsiteX885" fmla="*/ 3724807 w 7472601"/>
              <a:gd name="connsiteY885" fmla="*/ 272257 h 6858000"/>
              <a:gd name="connsiteX886" fmla="*/ 3726844 w 7472601"/>
              <a:gd name="connsiteY886" fmla="*/ 282988 h 6858000"/>
              <a:gd name="connsiteX887" fmla="*/ 3742664 w 7472601"/>
              <a:gd name="connsiteY887" fmla="*/ 279918 h 6858000"/>
              <a:gd name="connsiteX888" fmla="*/ 4103910 w 7472601"/>
              <a:gd name="connsiteY888" fmla="*/ 1161917 h 6858000"/>
              <a:gd name="connsiteX889" fmla="*/ 4020269 w 7472601"/>
              <a:gd name="connsiteY889" fmla="*/ 1200406 h 6858000"/>
              <a:gd name="connsiteX890" fmla="*/ 3674882 w 7472601"/>
              <a:gd name="connsiteY890" fmla="*/ 488524 h 6858000"/>
              <a:gd name="connsiteX891" fmla="*/ 3132682 w 7472601"/>
              <a:gd name="connsiteY891" fmla="*/ 1072284 h 6858000"/>
              <a:gd name="connsiteX892" fmla="*/ 2716346 w 7472601"/>
              <a:gd name="connsiteY892" fmla="*/ 1276376 h 6858000"/>
              <a:gd name="connsiteX893" fmla="*/ 2716772 w 7472601"/>
              <a:gd name="connsiteY893" fmla="*/ 1255462 h 6858000"/>
              <a:gd name="connsiteX894" fmla="*/ 3471096 w 7472601"/>
              <a:gd name="connsiteY894" fmla="*/ 437072 h 6858000"/>
              <a:gd name="connsiteX895" fmla="*/ 3639057 w 7472601"/>
              <a:gd name="connsiteY895" fmla="*/ 286334 h 6858000"/>
              <a:gd name="connsiteX896" fmla="*/ 3640309 w 7472601"/>
              <a:gd name="connsiteY896" fmla="*/ 284664 h 6858000"/>
              <a:gd name="connsiteX897" fmla="*/ 3646022 w 7472601"/>
              <a:gd name="connsiteY897" fmla="*/ 276711 h 6858000"/>
              <a:gd name="connsiteX898" fmla="*/ 3707943 w 7472601"/>
              <a:gd name="connsiteY898" fmla="*/ 65958 h 6858000"/>
              <a:gd name="connsiteX899" fmla="*/ 3721337 w 7472601"/>
              <a:gd name="connsiteY899" fmla="*/ 0 h 6858000"/>
              <a:gd name="connsiteX900" fmla="*/ 2867960 w 7472601"/>
              <a:gd name="connsiteY900" fmla="*/ 0 h 6858000"/>
              <a:gd name="connsiteX901" fmla="*/ 2926351 w 7472601"/>
              <a:gd name="connsiteY901" fmla="*/ 0 h 6858000"/>
              <a:gd name="connsiteX902" fmla="*/ 2902823 w 7472601"/>
              <a:gd name="connsiteY902" fmla="*/ 262929 h 6858000"/>
              <a:gd name="connsiteX903" fmla="*/ 2940663 w 7472601"/>
              <a:gd name="connsiteY903" fmla="*/ 140884 h 6858000"/>
              <a:gd name="connsiteX904" fmla="*/ 2947039 w 7472601"/>
              <a:gd name="connsiteY904" fmla="*/ 122524 h 6858000"/>
              <a:gd name="connsiteX905" fmla="*/ 2984316 w 7472601"/>
              <a:gd name="connsiteY905" fmla="*/ 0 h 6858000"/>
              <a:gd name="connsiteX906" fmla="*/ 3016114 w 7472601"/>
              <a:gd name="connsiteY906" fmla="*/ 0 h 6858000"/>
              <a:gd name="connsiteX907" fmla="*/ 2979949 w 7472601"/>
              <a:gd name="connsiteY907" fmla="*/ 119274 h 6858000"/>
              <a:gd name="connsiteX908" fmla="*/ 3023879 w 7472601"/>
              <a:gd name="connsiteY908" fmla="*/ 0 h 6858000"/>
              <a:gd name="connsiteX909" fmla="*/ 3105400 w 7472601"/>
              <a:gd name="connsiteY909" fmla="*/ 0 h 6858000"/>
              <a:gd name="connsiteX910" fmla="*/ 3094669 w 7472601"/>
              <a:gd name="connsiteY910" fmla="*/ 30308 h 6858000"/>
              <a:gd name="connsiteX911" fmla="*/ 2901945 w 7472601"/>
              <a:gd name="connsiteY911" fmla="*/ 466538 h 6858000"/>
              <a:gd name="connsiteX912" fmla="*/ 2815209 w 7472601"/>
              <a:gd name="connsiteY912" fmla="*/ 497361 h 6858000"/>
              <a:gd name="connsiteX913" fmla="*/ 2844845 w 7472601"/>
              <a:gd name="connsiteY913" fmla="*/ 127638 h 6858000"/>
              <a:gd name="connsiteX914" fmla="*/ 2867960 w 7472601"/>
              <a:gd name="connsiteY914" fmla="*/ 0 h 6858000"/>
              <a:gd name="connsiteX915" fmla="*/ 1057230 w 7472601"/>
              <a:gd name="connsiteY915" fmla="*/ 0 h 6858000"/>
              <a:gd name="connsiteX916" fmla="*/ 1111003 w 7472601"/>
              <a:gd name="connsiteY916" fmla="*/ 0 h 6858000"/>
              <a:gd name="connsiteX917" fmla="*/ 1125553 w 7472601"/>
              <a:gd name="connsiteY917" fmla="*/ 52588 h 6858000"/>
              <a:gd name="connsiteX918" fmla="*/ 1304276 w 7472601"/>
              <a:gd name="connsiteY918" fmla="*/ 476275 h 6858000"/>
              <a:gd name="connsiteX919" fmla="*/ 1492066 w 7472601"/>
              <a:gd name="connsiteY919" fmla="*/ 886333 h 6858000"/>
              <a:gd name="connsiteX920" fmla="*/ 1423698 w 7472601"/>
              <a:gd name="connsiteY920" fmla="*/ 710817 h 6858000"/>
              <a:gd name="connsiteX921" fmla="*/ 1357609 w 7472601"/>
              <a:gd name="connsiteY921" fmla="*/ 532892 h 6858000"/>
              <a:gd name="connsiteX922" fmla="*/ 1309550 w 7472601"/>
              <a:gd name="connsiteY922" fmla="*/ 374031 h 6858000"/>
              <a:gd name="connsiteX923" fmla="*/ 1193673 w 7472601"/>
              <a:gd name="connsiteY923" fmla="*/ 49533 h 6858000"/>
              <a:gd name="connsiteX924" fmla="*/ 1164391 w 7472601"/>
              <a:gd name="connsiteY924" fmla="*/ 0 h 6858000"/>
              <a:gd name="connsiteX925" fmla="*/ 1200666 w 7472601"/>
              <a:gd name="connsiteY925" fmla="*/ 0 h 6858000"/>
              <a:gd name="connsiteX926" fmla="*/ 1223408 w 7472601"/>
              <a:gd name="connsiteY926" fmla="*/ 38996 h 6858000"/>
              <a:gd name="connsiteX927" fmla="*/ 1339635 w 7472601"/>
              <a:gd name="connsiteY927" fmla="*/ 365517 h 6858000"/>
              <a:gd name="connsiteX928" fmla="*/ 1387469 w 7472601"/>
              <a:gd name="connsiteY928" fmla="*/ 523079 h 6858000"/>
              <a:gd name="connsiteX929" fmla="*/ 1452685 w 7472601"/>
              <a:gd name="connsiteY929" fmla="*/ 699806 h 6858000"/>
              <a:gd name="connsiteX930" fmla="*/ 1492092 w 7472601"/>
              <a:gd name="connsiteY930" fmla="*/ 800424 h 6858000"/>
              <a:gd name="connsiteX931" fmla="*/ 1455302 w 7472601"/>
              <a:gd name="connsiteY931" fmla="*/ 632913 h 6858000"/>
              <a:gd name="connsiteX932" fmla="*/ 1222336 w 7472601"/>
              <a:gd name="connsiteY932" fmla="*/ 9480 h 6858000"/>
              <a:gd name="connsiteX933" fmla="*/ 1214634 w 7472601"/>
              <a:gd name="connsiteY933" fmla="*/ 0 h 6858000"/>
              <a:gd name="connsiteX934" fmla="*/ 1289827 w 7472601"/>
              <a:gd name="connsiteY934" fmla="*/ 0 h 6858000"/>
              <a:gd name="connsiteX935" fmla="*/ 1321076 w 7472601"/>
              <a:gd name="connsiteY935" fmla="*/ 59722 h 6858000"/>
              <a:gd name="connsiteX936" fmla="*/ 1512579 w 7472601"/>
              <a:gd name="connsiteY936" fmla="*/ 626441 h 6858000"/>
              <a:gd name="connsiteX937" fmla="*/ 1506076 w 7472601"/>
              <a:gd name="connsiteY937" fmla="*/ 1089289 h 6858000"/>
              <a:gd name="connsiteX938" fmla="*/ 1486346 w 7472601"/>
              <a:gd name="connsiteY938" fmla="*/ 1079919 h 6858000"/>
              <a:gd name="connsiteX939" fmla="*/ 1070511 w 7472601"/>
              <a:gd name="connsiteY939" fmla="*/ 48609 h 6858000"/>
              <a:gd name="connsiteX940" fmla="*/ 1057230 w 7472601"/>
              <a:gd name="connsiteY940" fmla="*/ 0 h 6858000"/>
              <a:gd name="connsiteX941" fmla="*/ 43151 w 7472601"/>
              <a:gd name="connsiteY941" fmla="*/ 0 h 6858000"/>
              <a:gd name="connsiteX942" fmla="*/ 95283 w 7472601"/>
              <a:gd name="connsiteY942" fmla="*/ 0 h 6858000"/>
              <a:gd name="connsiteX943" fmla="*/ 300708 w 7472601"/>
              <a:gd name="connsiteY943" fmla="*/ 154571 h 6858000"/>
              <a:gd name="connsiteX944" fmla="*/ 530414 w 7472601"/>
              <a:gd name="connsiteY944" fmla="*/ 354673 h 6858000"/>
              <a:gd name="connsiteX945" fmla="*/ 333785 w 7472601"/>
              <a:gd name="connsiteY945" fmla="*/ 161564 h 6858000"/>
              <a:gd name="connsiteX946" fmla="*/ 147005 w 7472601"/>
              <a:gd name="connsiteY946" fmla="*/ 0 h 6858000"/>
              <a:gd name="connsiteX947" fmla="*/ 272509 w 7472601"/>
              <a:gd name="connsiteY947" fmla="*/ 0 h 6858000"/>
              <a:gd name="connsiteX948" fmla="*/ 326276 w 7472601"/>
              <a:gd name="connsiteY948" fmla="*/ 45847 h 6858000"/>
              <a:gd name="connsiteX949" fmla="*/ 823759 w 7472601"/>
              <a:gd name="connsiteY949" fmla="*/ 574145 h 6858000"/>
              <a:gd name="connsiteX950" fmla="*/ 811254 w 7472601"/>
              <a:gd name="connsiteY950" fmla="*/ 665546 h 6858000"/>
              <a:gd name="connsiteX951" fmla="*/ 154042 w 7472601"/>
              <a:gd name="connsiteY951" fmla="*/ 261522 h 6858000"/>
              <a:gd name="connsiteX952" fmla="*/ 13550 w 7472601"/>
              <a:gd name="connsiteY952" fmla="*/ 158423 h 6858000"/>
              <a:gd name="connsiteX953" fmla="*/ 0 w 7472601"/>
              <a:gd name="connsiteY953" fmla="*/ 146618 h 6858000"/>
              <a:gd name="connsiteX954" fmla="*/ 0 w 7472601"/>
              <a:gd name="connsiteY954" fmla="*/ 59161 h 6858000"/>
              <a:gd name="connsiteX955" fmla="*/ 45427 w 7472601"/>
              <a:gd name="connsiteY955" fmla="*/ 101078 h 6858000"/>
              <a:gd name="connsiteX956" fmla="*/ 630103 w 7472601"/>
              <a:gd name="connsiteY956" fmla="*/ 485885 h 6858000"/>
              <a:gd name="connsiteX957" fmla="*/ 532040 w 7472601"/>
              <a:gd name="connsiteY957" fmla="*/ 399359 h 6858000"/>
              <a:gd name="connsiteX958" fmla="*/ 517618 w 7472601"/>
              <a:gd name="connsiteY958" fmla="*/ 385726 h 6858000"/>
              <a:gd name="connsiteX959" fmla="*/ 285074 w 7472601"/>
              <a:gd name="connsiteY959" fmla="*/ 182755 h 6858000"/>
              <a:gd name="connsiteX960" fmla="*/ 43151 w 7472601"/>
              <a:gd name="connsiteY960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467600 w 7472601"/>
              <a:gd name="connsiteY76" fmla="*/ 6163634 h 6858000"/>
              <a:gd name="connsiteX77" fmla="*/ 7448321 w 7472601"/>
              <a:gd name="connsiteY77" fmla="*/ 6190991 h 6858000"/>
              <a:gd name="connsiteX78" fmla="*/ 7467600 w 7472601"/>
              <a:gd name="connsiteY78" fmla="*/ 6221686 h 6858000"/>
              <a:gd name="connsiteX79" fmla="*/ 7467600 w 7472601"/>
              <a:gd name="connsiteY79" fmla="*/ 6334256 h 6858000"/>
              <a:gd name="connsiteX80" fmla="*/ 7454976 w 7472601"/>
              <a:gd name="connsiteY80" fmla="*/ 6318297 h 6858000"/>
              <a:gd name="connsiteX81" fmla="*/ 1456157 w 7472601"/>
              <a:gd name="connsiteY81" fmla="*/ 5371404 h 6858000"/>
              <a:gd name="connsiteX82" fmla="*/ 1244432 w 7472601"/>
              <a:gd name="connsiteY82" fmla="*/ 5385601 h 6858000"/>
              <a:gd name="connsiteX83" fmla="*/ 973990 w 7472601"/>
              <a:gd name="connsiteY83" fmla="*/ 5424940 h 6858000"/>
              <a:gd name="connsiteX84" fmla="*/ 1103809 w 7472601"/>
              <a:gd name="connsiteY84" fmla="*/ 5433720 h 6858000"/>
              <a:gd name="connsiteX85" fmla="*/ 1123454 w 7472601"/>
              <a:gd name="connsiteY85" fmla="*/ 5435727 h 6858000"/>
              <a:gd name="connsiteX86" fmla="*/ 1737017 w 7472601"/>
              <a:gd name="connsiteY86" fmla="*/ 5452183 h 6858000"/>
              <a:gd name="connsiteX87" fmla="*/ 1824397 w 7472601"/>
              <a:gd name="connsiteY87" fmla="*/ 5447757 h 6858000"/>
              <a:gd name="connsiteX88" fmla="*/ 2070059 w 7472601"/>
              <a:gd name="connsiteY88" fmla="*/ 5441660 h 6858000"/>
              <a:gd name="connsiteX89" fmla="*/ 1456157 w 7472601"/>
              <a:gd name="connsiteY89" fmla="*/ 5371404 h 6858000"/>
              <a:gd name="connsiteX90" fmla="*/ 4988186 w 7472601"/>
              <a:gd name="connsiteY90" fmla="*/ 5216467 h 6858000"/>
              <a:gd name="connsiteX91" fmla="*/ 4777334 w 7472601"/>
              <a:gd name="connsiteY91" fmla="*/ 5406072 h 6858000"/>
              <a:gd name="connsiteX92" fmla="*/ 4718341 w 7472601"/>
              <a:gd name="connsiteY92" fmla="*/ 5468043 h 6858000"/>
              <a:gd name="connsiteX93" fmla="*/ 4604655 w 7472601"/>
              <a:gd name="connsiteY93" fmla="*/ 5583434 h 6858000"/>
              <a:gd name="connsiteX94" fmla="*/ 4565074 w 7472601"/>
              <a:gd name="connsiteY94" fmla="*/ 5618550 h 6858000"/>
              <a:gd name="connsiteX95" fmla="*/ 4988186 w 7472601"/>
              <a:gd name="connsiteY95" fmla="*/ 5216467 h 6858000"/>
              <a:gd name="connsiteX96" fmla="*/ 4978032 w 7472601"/>
              <a:gd name="connsiteY96" fmla="*/ 5183809 h 6858000"/>
              <a:gd name="connsiteX97" fmla="*/ 4463413 w 7472601"/>
              <a:gd name="connsiteY97" fmla="*/ 5615162 h 6858000"/>
              <a:gd name="connsiteX98" fmla="*/ 4358134 w 7472601"/>
              <a:gd name="connsiteY98" fmla="*/ 5742791 h 6858000"/>
              <a:gd name="connsiteX99" fmla="*/ 4376219 w 7472601"/>
              <a:gd name="connsiteY99" fmla="*/ 5729027 h 6858000"/>
              <a:gd name="connsiteX100" fmla="*/ 4582340 w 7472601"/>
              <a:gd name="connsiteY100" fmla="*/ 5561037 h 6858000"/>
              <a:gd name="connsiteX101" fmla="*/ 4694684 w 7472601"/>
              <a:gd name="connsiteY101" fmla="*/ 5447098 h 6858000"/>
              <a:gd name="connsiteX102" fmla="*/ 4754123 w 7472601"/>
              <a:gd name="connsiteY102" fmla="*/ 5384643 h 6858000"/>
              <a:gd name="connsiteX103" fmla="*/ 4978032 w 7472601"/>
              <a:gd name="connsiteY103" fmla="*/ 5183809 h 6858000"/>
              <a:gd name="connsiteX104" fmla="*/ 1903353 w 7472601"/>
              <a:gd name="connsiteY104" fmla="*/ 5044827 h 6858000"/>
              <a:gd name="connsiteX105" fmla="*/ 1936931 w 7472601"/>
              <a:gd name="connsiteY105" fmla="*/ 5093954 h 6858000"/>
              <a:gd name="connsiteX106" fmla="*/ 2195868 w 7472601"/>
              <a:gd name="connsiteY106" fmla="*/ 5396574 h 6858000"/>
              <a:gd name="connsiteX107" fmla="*/ 2088852 w 7472601"/>
              <a:gd name="connsiteY107" fmla="*/ 5166123 h 6858000"/>
              <a:gd name="connsiteX108" fmla="*/ 1958241 w 7472601"/>
              <a:gd name="connsiteY108" fmla="*/ 5067955 h 6858000"/>
              <a:gd name="connsiteX109" fmla="*/ 1903353 w 7472601"/>
              <a:gd name="connsiteY109" fmla="*/ 5044827 h 6858000"/>
              <a:gd name="connsiteX110" fmla="*/ 1979378 w 7472601"/>
              <a:gd name="connsiteY110" fmla="*/ 4769504 h 6858000"/>
              <a:gd name="connsiteX111" fmla="*/ 2882120 w 7472601"/>
              <a:gd name="connsiteY111" fmla="*/ 5064547 h 6858000"/>
              <a:gd name="connsiteX112" fmla="*/ 2793103 w 7472601"/>
              <a:gd name="connsiteY112" fmla="*/ 5039699 h 6858000"/>
              <a:gd name="connsiteX113" fmla="*/ 2770041 w 7472601"/>
              <a:gd name="connsiteY113" fmla="*/ 5033634 h 6858000"/>
              <a:gd name="connsiteX114" fmla="*/ 1979378 w 7472601"/>
              <a:gd name="connsiteY114" fmla="*/ 4769504 h 6858000"/>
              <a:gd name="connsiteX115" fmla="*/ 1927410 w 7472601"/>
              <a:gd name="connsiteY115" fmla="*/ 4716164 h 6858000"/>
              <a:gd name="connsiteX116" fmla="*/ 1959587 w 7472601"/>
              <a:gd name="connsiteY116" fmla="*/ 4728849 h 6858000"/>
              <a:gd name="connsiteX117" fmla="*/ 2777707 w 7472601"/>
              <a:gd name="connsiteY117" fmla="*/ 5003991 h 6858000"/>
              <a:gd name="connsiteX118" fmla="*/ 2800768 w 7472601"/>
              <a:gd name="connsiteY118" fmla="*/ 5010056 h 6858000"/>
              <a:gd name="connsiteX119" fmla="*/ 2879408 w 7472601"/>
              <a:gd name="connsiteY119" fmla="*/ 5031590 h 6858000"/>
              <a:gd name="connsiteX120" fmla="*/ 2862295 w 7472601"/>
              <a:gd name="connsiteY120" fmla="*/ 5022958 h 6858000"/>
              <a:gd name="connsiteX121" fmla="*/ 2813343 w 7472601"/>
              <a:gd name="connsiteY121" fmla="*/ 4998369 h 6858000"/>
              <a:gd name="connsiteX122" fmla="*/ 2646245 w 7472601"/>
              <a:gd name="connsiteY122" fmla="*/ 4930999 h 6858000"/>
              <a:gd name="connsiteX123" fmla="*/ 1999243 w 7472601"/>
              <a:gd name="connsiteY123" fmla="*/ 4730524 h 6858000"/>
              <a:gd name="connsiteX124" fmla="*/ 1979527 w 7472601"/>
              <a:gd name="connsiteY124" fmla="*/ 4726651 h 6858000"/>
              <a:gd name="connsiteX125" fmla="*/ 1927410 w 7472601"/>
              <a:gd name="connsiteY125" fmla="*/ 4716164 h 6858000"/>
              <a:gd name="connsiteX126" fmla="*/ 1997014 w 7472601"/>
              <a:gd name="connsiteY126" fmla="*/ 4698007 h 6858000"/>
              <a:gd name="connsiteX127" fmla="*/ 2005458 w 7472601"/>
              <a:gd name="connsiteY127" fmla="*/ 4699540 h 6858000"/>
              <a:gd name="connsiteX128" fmla="*/ 2657186 w 7472601"/>
              <a:gd name="connsiteY128" fmla="*/ 4901687 h 6858000"/>
              <a:gd name="connsiteX129" fmla="*/ 2826662 w 7472601"/>
              <a:gd name="connsiteY129" fmla="*/ 4970362 h 6858000"/>
              <a:gd name="connsiteX130" fmla="*/ 2876100 w 7472601"/>
              <a:gd name="connsiteY130" fmla="*/ 4995397 h 6858000"/>
              <a:gd name="connsiteX131" fmla="*/ 3042600 w 7472601"/>
              <a:gd name="connsiteY131" fmla="*/ 5059532 h 6858000"/>
              <a:gd name="connsiteX132" fmla="*/ 1997014 w 7472601"/>
              <a:gd name="connsiteY132" fmla="*/ 4698007 h 6858000"/>
              <a:gd name="connsiteX133" fmla="*/ 2305292 w 7472601"/>
              <a:gd name="connsiteY133" fmla="*/ 4219492 h 6858000"/>
              <a:gd name="connsiteX134" fmla="*/ 3360922 w 7472601"/>
              <a:gd name="connsiteY134" fmla="*/ 4529373 h 6858000"/>
              <a:gd name="connsiteX135" fmla="*/ 3492420 w 7472601"/>
              <a:gd name="connsiteY135" fmla="*/ 4510145 h 6858000"/>
              <a:gd name="connsiteX136" fmla="*/ 3364086 w 7472601"/>
              <a:gd name="connsiteY136" fmla="*/ 4480340 h 6858000"/>
              <a:gd name="connsiteX137" fmla="*/ 3225818 w 7472601"/>
              <a:gd name="connsiteY137" fmla="*/ 4411822 h 6858000"/>
              <a:gd name="connsiteX138" fmla="*/ 3129696 w 7472601"/>
              <a:gd name="connsiteY138" fmla="*/ 4360704 h 6858000"/>
              <a:gd name="connsiteX139" fmla="*/ 2814545 w 7472601"/>
              <a:gd name="connsiteY139" fmla="*/ 4282955 h 6858000"/>
              <a:gd name="connsiteX140" fmla="*/ 2305292 w 7472601"/>
              <a:gd name="connsiteY140" fmla="*/ 4219492 h 6858000"/>
              <a:gd name="connsiteX141" fmla="*/ 2626982 w 7472601"/>
              <a:gd name="connsiteY141" fmla="*/ 4206450 h 6858000"/>
              <a:gd name="connsiteX142" fmla="*/ 2490617 w 7472601"/>
              <a:gd name="connsiteY142" fmla="*/ 4206951 h 6858000"/>
              <a:gd name="connsiteX143" fmla="*/ 2819869 w 7472601"/>
              <a:gd name="connsiteY143" fmla="*/ 4252936 h 6858000"/>
              <a:gd name="connsiteX144" fmla="*/ 3143018 w 7472601"/>
              <a:gd name="connsiteY144" fmla="*/ 4332698 h 6858000"/>
              <a:gd name="connsiteX145" fmla="*/ 3241520 w 7472601"/>
              <a:gd name="connsiteY145" fmla="*/ 4385112 h 6858000"/>
              <a:gd name="connsiteX146" fmla="*/ 3374575 w 7472601"/>
              <a:gd name="connsiteY146" fmla="*/ 4451517 h 6858000"/>
              <a:gd name="connsiteX147" fmla="*/ 3505221 w 7472601"/>
              <a:gd name="connsiteY147" fmla="*/ 4480757 h 6858000"/>
              <a:gd name="connsiteX148" fmla="*/ 2626982 w 7472601"/>
              <a:gd name="connsiteY148" fmla="*/ 4206450 h 6858000"/>
              <a:gd name="connsiteX149" fmla="*/ 1310106 w 7472601"/>
              <a:gd name="connsiteY149" fmla="*/ 3943217 h 6858000"/>
              <a:gd name="connsiteX150" fmla="*/ 854994 w 7472601"/>
              <a:gd name="connsiteY150" fmla="*/ 4399136 h 6858000"/>
              <a:gd name="connsiteX151" fmla="*/ 742462 w 7472601"/>
              <a:gd name="connsiteY151" fmla="*/ 4594648 h 6858000"/>
              <a:gd name="connsiteX152" fmla="*/ 820602 w 7472601"/>
              <a:gd name="connsiteY152" fmla="*/ 4485915 h 6858000"/>
              <a:gd name="connsiteX153" fmla="*/ 878295 w 7472601"/>
              <a:gd name="connsiteY153" fmla="*/ 4403594 h 6858000"/>
              <a:gd name="connsiteX154" fmla="*/ 1240607 w 7472601"/>
              <a:gd name="connsiteY154" fmla="*/ 4010401 h 6858000"/>
              <a:gd name="connsiteX155" fmla="*/ 1310106 w 7472601"/>
              <a:gd name="connsiteY155" fmla="*/ 3943217 h 6858000"/>
              <a:gd name="connsiteX156" fmla="*/ 1423113 w 7472601"/>
              <a:gd name="connsiteY156" fmla="*/ 3874565 h 6858000"/>
              <a:gd name="connsiteX157" fmla="*/ 1260565 w 7472601"/>
              <a:gd name="connsiteY157" fmla="*/ 4031982 h 6858000"/>
              <a:gd name="connsiteX158" fmla="*/ 901900 w 7472601"/>
              <a:gd name="connsiteY158" fmla="*/ 4421236 h 6858000"/>
              <a:gd name="connsiteX159" fmla="*/ 845044 w 7472601"/>
              <a:gd name="connsiteY159" fmla="*/ 4502436 h 6858000"/>
              <a:gd name="connsiteX160" fmla="*/ 685926 w 7472601"/>
              <a:gd name="connsiteY160" fmla="*/ 4703069 h 6858000"/>
              <a:gd name="connsiteX161" fmla="*/ 684248 w 7472601"/>
              <a:gd name="connsiteY161" fmla="*/ 4706721 h 6858000"/>
              <a:gd name="connsiteX162" fmla="*/ 1423113 w 7472601"/>
              <a:gd name="connsiteY162" fmla="*/ 3874565 h 6858000"/>
              <a:gd name="connsiteX163" fmla="*/ 3316479 w 7472601"/>
              <a:gd name="connsiteY163" fmla="*/ 3872136 h 6858000"/>
              <a:gd name="connsiteX164" fmla="*/ 3546806 w 7472601"/>
              <a:gd name="connsiteY164" fmla="*/ 4356139 h 6858000"/>
              <a:gd name="connsiteX165" fmla="*/ 3364433 w 7472601"/>
              <a:gd name="connsiteY165" fmla="*/ 3953121 h 6858000"/>
              <a:gd name="connsiteX166" fmla="*/ 3316479 w 7472601"/>
              <a:gd name="connsiteY166" fmla="*/ 3872136 h 6858000"/>
              <a:gd name="connsiteX167" fmla="*/ 3291335 w 7472601"/>
              <a:gd name="connsiteY167" fmla="*/ 3767420 h 6858000"/>
              <a:gd name="connsiteX168" fmla="*/ 3390805 w 7472601"/>
              <a:gd name="connsiteY168" fmla="*/ 3937163 h 6858000"/>
              <a:gd name="connsiteX169" fmla="*/ 3579062 w 7472601"/>
              <a:gd name="connsiteY169" fmla="*/ 4359040 h 6858000"/>
              <a:gd name="connsiteX170" fmla="*/ 3467355 w 7472601"/>
              <a:gd name="connsiteY170" fmla="*/ 3988130 h 6858000"/>
              <a:gd name="connsiteX171" fmla="*/ 3310753 w 7472601"/>
              <a:gd name="connsiteY171" fmla="*/ 3787140 h 6858000"/>
              <a:gd name="connsiteX172" fmla="*/ 3291335 w 7472601"/>
              <a:gd name="connsiteY172" fmla="*/ 3767420 h 6858000"/>
              <a:gd name="connsiteX173" fmla="*/ 1635889 w 7472601"/>
              <a:gd name="connsiteY173" fmla="*/ 3709494 h 6858000"/>
              <a:gd name="connsiteX174" fmla="*/ 1634800 w 7472601"/>
              <a:gd name="connsiteY174" fmla="*/ 3731111 h 6858000"/>
              <a:gd name="connsiteX175" fmla="*/ 1635889 w 7472601"/>
              <a:gd name="connsiteY175" fmla="*/ 3709494 h 6858000"/>
              <a:gd name="connsiteX176" fmla="*/ 1510397 w 7472601"/>
              <a:gd name="connsiteY176" fmla="*/ 3684705 h 6858000"/>
              <a:gd name="connsiteX177" fmla="*/ 1146550 w 7472601"/>
              <a:gd name="connsiteY177" fmla="*/ 3802012 h 6858000"/>
              <a:gd name="connsiteX178" fmla="*/ 698834 w 7472601"/>
              <a:gd name="connsiteY178" fmla="*/ 3952272 h 6858000"/>
              <a:gd name="connsiteX179" fmla="*/ 34256 w 7472601"/>
              <a:gd name="connsiteY179" fmla="*/ 4347603 h 6858000"/>
              <a:gd name="connsiteX180" fmla="*/ 527241 w 7472601"/>
              <a:gd name="connsiteY180" fmla="*/ 4065078 h 6858000"/>
              <a:gd name="connsiteX181" fmla="*/ 1510397 w 7472601"/>
              <a:gd name="connsiteY181" fmla="*/ 3684705 h 6858000"/>
              <a:gd name="connsiteX182" fmla="*/ 1313114 w 7472601"/>
              <a:gd name="connsiteY182" fmla="*/ 3655216 h 6858000"/>
              <a:gd name="connsiteX183" fmla="*/ 1109304 w 7472601"/>
              <a:gd name="connsiteY183" fmla="*/ 3669030 h 6858000"/>
              <a:gd name="connsiteX184" fmla="*/ 8129 w 7472601"/>
              <a:gd name="connsiteY184" fmla="*/ 4330519 h 6858000"/>
              <a:gd name="connsiteX185" fmla="*/ 687572 w 7472601"/>
              <a:gd name="connsiteY185" fmla="*/ 3925629 h 6858000"/>
              <a:gd name="connsiteX186" fmla="*/ 1138365 w 7472601"/>
              <a:gd name="connsiteY186" fmla="*/ 3774515 h 6858000"/>
              <a:gd name="connsiteX187" fmla="*/ 1505579 w 7472601"/>
              <a:gd name="connsiteY187" fmla="*/ 3655526 h 6858000"/>
              <a:gd name="connsiteX188" fmla="*/ 1313114 w 7472601"/>
              <a:gd name="connsiteY188" fmla="*/ 3655216 h 6858000"/>
              <a:gd name="connsiteX189" fmla="*/ 3655073 w 7472601"/>
              <a:gd name="connsiteY189" fmla="*/ 3650884 h 6858000"/>
              <a:gd name="connsiteX190" fmla="*/ 3989938 w 7472601"/>
              <a:gd name="connsiteY190" fmla="*/ 3991685 h 6858000"/>
              <a:gd name="connsiteX191" fmla="*/ 4393907 w 7472601"/>
              <a:gd name="connsiteY191" fmla="*/ 4261258 h 6858000"/>
              <a:gd name="connsiteX192" fmla="*/ 4648051 w 7472601"/>
              <a:gd name="connsiteY192" fmla="*/ 4374051 h 6858000"/>
              <a:gd name="connsiteX193" fmla="*/ 4383389 w 7472601"/>
              <a:gd name="connsiteY193" fmla="*/ 4184369 h 6858000"/>
              <a:gd name="connsiteX194" fmla="*/ 4165508 w 7472601"/>
              <a:gd name="connsiteY194" fmla="*/ 4035196 h 6858000"/>
              <a:gd name="connsiteX195" fmla="*/ 4068162 w 7472601"/>
              <a:gd name="connsiteY195" fmla="*/ 3953394 h 6858000"/>
              <a:gd name="connsiteX196" fmla="*/ 3981416 w 7472601"/>
              <a:gd name="connsiteY196" fmla="*/ 3880482 h 6858000"/>
              <a:gd name="connsiteX197" fmla="*/ 3800147 w 7472601"/>
              <a:gd name="connsiteY197" fmla="*/ 3749872 h 6858000"/>
              <a:gd name="connsiteX198" fmla="*/ 3655073 w 7472601"/>
              <a:gd name="connsiteY198" fmla="*/ 3650884 h 6858000"/>
              <a:gd name="connsiteX199" fmla="*/ 3670252 w 7472601"/>
              <a:gd name="connsiteY199" fmla="*/ 3622798 h 6858000"/>
              <a:gd name="connsiteX200" fmla="*/ 3817258 w 7472601"/>
              <a:gd name="connsiteY200" fmla="*/ 3723577 h 6858000"/>
              <a:gd name="connsiteX201" fmla="*/ 4000461 w 7472601"/>
              <a:gd name="connsiteY201" fmla="*/ 3855966 h 6858000"/>
              <a:gd name="connsiteX202" fmla="*/ 4088180 w 7472601"/>
              <a:gd name="connsiteY202" fmla="*/ 3929774 h 6858000"/>
              <a:gd name="connsiteX203" fmla="*/ 4184555 w 7472601"/>
              <a:gd name="connsiteY203" fmla="*/ 4010683 h 6858000"/>
              <a:gd name="connsiteX204" fmla="*/ 4399563 w 7472601"/>
              <a:gd name="connsiteY204" fmla="*/ 4158106 h 6858000"/>
              <a:gd name="connsiteX205" fmla="*/ 4684469 w 7472601"/>
              <a:gd name="connsiteY205" fmla="*/ 4364680 h 6858000"/>
              <a:gd name="connsiteX206" fmla="*/ 4690271 w 7472601"/>
              <a:gd name="connsiteY206" fmla="*/ 4370034 h 6858000"/>
              <a:gd name="connsiteX207" fmla="*/ 4136093 w 7472601"/>
              <a:gd name="connsiteY207" fmla="*/ 3858466 h 6858000"/>
              <a:gd name="connsiteX208" fmla="*/ 3670252 w 7472601"/>
              <a:gd name="connsiteY208" fmla="*/ 3622798 h 6858000"/>
              <a:gd name="connsiteX209" fmla="*/ 4440129 w 7472601"/>
              <a:gd name="connsiteY209" fmla="*/ 3448571 h 6858000"/>
              <a:gd name="connsiteX210" fmla="*/ 4856525 w 7472601"/>
              <a:gd name="connsiteY210" fmla="*/ 3915351 h 6858000"/>
              <a:gd name="connsiteX211" fmla="*/ 5059055 w 7472601"/>
              <a:gd name="connsiteY211" fmla="*/ 4108918 h 6858000"/>
              <a:gd name="connsiteX212" fmla="*/ 5290070 w 7472601"/>
              <a:gd name="connsiteY212" fmla="*/ 4263619 h 6858000"/>
              <a:gd name="connsiteX213" fmla="*/ 4834991 w 7472601"/>
              <a:gd name="connsiteY213" fmla="*/ 3830985 h 6858000"/>
              <a:gd name="connsiteX214" fmla="*/ 4440129 w 7472601"/>
              <a:gd name="connsiteY214" fmla="*/ 3448571 h 6858000"/>
              <a:gd name="connsiteX215" fmla="*/ 4441737 w 7472601"/>
              <a:gd name="connsiteY215" fmla="*/ 3399734 h 6858000"/>
              <a:gd name="connsiteX216" fmla="*/ 4431236 w 7472601"/>
              <a:gd name="connsiteY216" fmla="*/ 3400954 h 6858000"/>
              <a:gd name="connsiteX217" fmla="*/ 4557150 w 7472601"/>
              <a:gd name="connsiteY217" fmla="*/ 3510023 h 6858000"/>
              <a:gd name="connsiteX218" fmla="*/ 4856936 w 7472601"/>
              <a:gd name="connsiteY218" fmla="*/ 3809146 h 6858000"/>
              <a:gd name="connsiteX219" fmla="*/ 5111996 w 7472601"/>
              <a:gd name="connsiteY219" fmla="*/ 4065759 h 6858000"/>
              <a:gd name="connsiteX220" fmla="*/ 5388878 w 7472601"/>
              <a:gd name="connsiteY220" fmla="*/ 4300185 h 6858000"/>
              <a:gd name="connsiteX221" fmla="*/ 5425556 w 7472601"/>
              <a:gd name="connsiteY221" fmla="*/ 4308967 h 6858000"/>
              <a:gd name="connsiteX222" fmla="*/ 4943646 w 7472601"/>
              <a:gd name="connsiteY222" fmla="*/ 3822916 h 6858000"/>
              <a:gd name="connsiteX223" fmla="*/ 4594837 w 7472601"/>
              <a:gd name="connsiteY223" fmla="*/ 3532274 h 6858000"/>
              <a:gd name="connsiteX224" fmla="*/ 4441737 w 7472601"/>
              <a:gd name="connsiteY224" fmla="*/ 3399734 h 6858000"/>
              <a:gd name="connsiteX225" fmla="*/ 5425834 w 7472601"/>
              <a:gd name="connsiteY225" fmla="*/ 3162785 h 6858000"/>
              <a:gd name="connsiteX226" fmla="*/ 5401644 w 7472601"/>
              <a:gd name="connsiteY226" fmla="*/ 3617847 h 6858000"/>
              <a:gd name="connsiteX227" fmla="*/ 5467256 w 7472601"/>
              <a:gd name="connsiteY227" fmla="*/ 4175494 h 6858000"/>
              <a:gd name="connsiteX228" fmla="*/ 5448069 w 7472601"/>
              <a:gd name="connsiteY228" fmla="*/ 3567554 h 6858000"/>
              <a:gd name="connsiteX229" fmla="*/ 5425834 w 7472601"/>
              <a:gd name="connsiteY229" fmla="*/ 3162785 h 6858000"/>
              <a:gd name="connsiteX230" fmla="*/ 1318687 w 7472601"/>
              <a:gd name="connsiteY230" fmla="*/ 3113840 h 6858000"/>
              <a:gd name="connsiteX231" fmla="*/ 1066793 w 7472601"/>
              <a:gd name="connsiteY231" fmla="*/ 3212171 h 6858000"/>
              <a:gd name="connsiteX232" fmla="*/ 993319 w 7472601"/>
              <a:gd name="connsiteY232" fmla="*/ 3247648 h 6858000"/>
              <a:gd name="connsiteX233" fmla="*/ 853081 w 7472601"/>
              <a:gd name="connsiteY233" fmla="*/ 3312410 h 6858000"/>
              <a:gd name="connsiteX234" fmla="*/ 805957 w 7472601"/>
              <a:gd name="connsiteY234" fmla="*/ 3330443 h 6858000"/>
              <a:gd name="connsiteX235" fmla="*/ 1318687 w 7472601"/>
              <a:gd name="connsiteY235" fmla="*/ 3113840 h 6858000"/>
              <a:gd name="connsiteX236" fmla="*/ 5453702 w 7472601"/>
              <a:gd name="connsiteY236" fmla="*/ 3090882 h 6858000"/>
              <a:gd name="connsiteX237" fmla="*/ 5480135 w 7472601"/>
              <a:gd name="connsiteY237" fmla="*/ 3565802 h 6858000"/>
              <a:gd name="connsiteX238" fmla="*/ 5499023 w 7472601"/>
              <a:gd name="connsiteY238" fmla="*/ 4166310 h 6858000"/>
              <a:gd name="connsiteX239" fmla="*/ 5547022 w 7472601"/>
              <a:gd name="connsiteY239" fmla="*/ 3607838 h 6858000"/>
              <a:gd name="connsiteX240" fmla="*/ 5515964 w 7472601"/>
              <a:gd name="connsiteY240" fmla="*/ 3378541 h 6858000"/>
              <a:gd name="connsiteX241" fmla="*/ 5453702 w 7472601"/>
              <a:gd name="connsiteY241" fmla="*/ 3090882 h 6858000"/>
              <a:gd name="connsiteX242" fmla="*/ 1238695 w 7472601"/>
              <a:gd name="connsiteY242" fmla="*/ 3076820 h 6858000"/>
              <a:gd name="connsiteX243" fmla="*/ 716371 w 7472601"/>
              <a:gd name="connsiteY243" fmla="*/ 3293249 h 6858000"/>
              <a:gd name="connsiteX244" fmla="*/ 579522 w 7472601"/>
              <a:gd name="connsiteY244" fmla="*/ 3371759 h 6858000"/>
              <a:gd name="connsiteX245" fmla="*/ 600288 w 7472601"/>
              <a:gd name="connsiteY245" fmla="*/ 3365555 h 6858000"/>
              <a:gd name="connsiteX246" fmla="*/ 840692 w 7472601"/>
              <a:gd name="connsiteY246" fmla="*/ 3284921 h 6858000"/>
              <a:gd name="connsiteX247" fmla="*/ 979248 w 7472601"/>
              <a:gd name="connsiteY247" fmla="*/ 3221003 h 6858000"/>
              <a:gd name="connsiteX248" fmla="*/ 1053282 w 7472601"/>
              <a:gd name="connsiteY248" fmla="*/ 3185247 h 6858000"/>
              <a:gd name="connsiteX249" fmla="*/ 1320603 w 7472601"/>
              <a:gd name="connsiteY249" fmla="*/ 3081281 h 6858000"/>
              <a:gd name="connsiteX250" fmla="*/ 1238695 w 7472601"/>
              <a:gd name="connsiteY250" fmla="*/ 3076820 h 6858000"/>
              <a:gd name="connsiteX251" fmla="*/ 5425627 w 7472601"/>
              <a:gd name="connsiteY251" fmla="*/ 2954192 h 6858000"/>
              <a:gd name="connsiteX252" fmla="*/ 5470770 w 7472601"/>
              <a:gd name="connsiteY252" fmla="*/ 3005435 h 6858000"/>
              <a:gd name="connsiteX253" fmla="*/ 5519779 w 7472601"/>
              <a:gd name="connsiteY253" fmla="*/ 4359223 h 6858000"/>
              <a:gd name="connsiteX254" fmla="*/ 5520293 w 7472601"/>
              <a:gd name="connsiteY254" fmla="*/ 4360602 h 6858000"/>
              <a:gd name="connsiteX255" fmla="*/ 5767221 w 7472601"/>
              <a:gd name="connsiteY255" fmla="*/ 4665564 h 6858000"/>
              <a:gd name="connsiteX256" fmla="*/ 6937169 w 7472601"/>
              <a:gd name="connsiteY256" fmla="*/ 4815941 h 6858000"/>
              <a:gd name="connsiteX257" fmla="*/ 6953922 w 7472601"/>
              <a:gd name="connsiteY257" fmla="*/ 4890068 h 6858000"/>
              <a:gd name="connsiteX258" fmla="*/ 6071359 w 7472601"/>
              <a:gd name="connsiteY258" fmla="*/ 4770770 h 6858000"/>
              <a:gd name="connsiteX259" fmla="*/ 6038839 w 7472601"/>
              <a:gd name="connsiteY259" fmla="*/ 4764474 h 6858000"/>
              <a:gd name="connsiteX260" fmla="*/ 6038706 w 7472601"/>
              <a:gd name="connsiteY260" fmla="*/ 4763847 h 6858000"/>
              <a:gd name="connsiteX261" fmla="*/ 6037784 w 7472601"/>
              <a:gd name="connsiteY261" fmla="*/ 4764270 h 6858000"/>
              <a:gd name="connsiteX262" fmla="*/ 6038839 w 7472601"/>
              <a:gd name="connsiteY262" fmla="*/ 4764474 h 6858000"/>
              <a:gd name="connsiteX263" fmla="*/ 6040338 w 7472601"/>
              <a:gd name="connsiteY263" fmla="*/ 4771418 h 6858000"/>
              <a:gd name="connsiteX264" fmla="*/ 6024488 w 7472601"/>
              <a:gd name="connsiteY264" fmla="*/ 4809903 h 6858000"/>
              <a:gd name="connsiteX265" fmla="*/ 5599771 w 7472601"/>
              <a:gd name="connsiteY265" fmla="*/ 5509652 h 6858000"/>
              <a:gd name="connsiteX266" fmla="*/ 5548843 w 7472601"/>
              <a:gd name="connsiteY266" fmla="*/ 5563845 h 6858000"/>
              <a:gd name="connsiteX267" fmla="*/ 5940952 w 7472601"/>
              <a:gd name="connsiteY267" fmla="*/ 6250028 h 6858000"/>
              <a:gd name="connsiteX268" fmla="*/ 6043441 w 7472601"/>
              <a:gd name="connsiteY268" fmla="*/ 6665847 h 6858000"/>
              <a:gd name="connsiteX269" fmla="*/ 6093432 w 7472601"/>
              <a:gd name="connsiteY269" fmla="*/ 6858000 h 6858000"/>
              <a:gd name="connsiteX270" fmla="*/ 6034344 w 7472601"/>
              <a:gd name="connsiteY270" fmla="*/ 6858000 h 6858000"/>
              <a:gd name="connsiteX271" fmla="*/ 6026679 w 7472601"/>
              <a:gd name="connsiteY271" fmla="*/ 6836959 h 6858000"/>
              <a:gd name="connsiteX272" fmla="*/ 5800441 w 7472601"/>
              <a:gd name="connsiteY272" fmla="*/ 6335286 h 6858000"/>
              <a:gd name="connsiteX273" fmla="*/ 5526562 w 7472601"/>
              <a:gd name="connsiteY273" fmla="*/ 5705388 h 6858000"/>
              <a:gd name="connsiteX274" fmla="*/ 5519640 w 7472601"/>
              <a:gd name="connsiteY274" fmla="*/ 5683774 h 6858000"/>
              <a:gd name="connsiteX275" fmla="*/ 5844559 w 7472601"/>
              <a:gd name="connsiteY275" fmla="*/ 6553349 h 6858000"/>
              <a:gd name="connsiteX276" fmla="*/ 5975994 w 7472601"/>
              <a:gd name="connsiteY276" fmla="*/ 6858000 h 6858000"/>
              <a:gd name="connsiteX277" fmla="*/ 5898547 w 7472601"/>
              <a:gd name="connsiteY277" fmla="*/ 6858000 h 6858000"/>
              <a:gd name="connsiteX278" fmla="*/ 5682041 w 7472601"/>
              <a:gd name="connsiteY278" fmla="*/ 6355860 h 6858000"/>
              <a:gd name="connsiteX279" fmla="*/ 5461758 w 7472601"/>
              <a:gd name="connsiteY279" fmla="*/ 5820220 h 6858000"/>
              <a:gd name="connsiteX280" fmla="*/ 5237282 w 7472601"/>
              <a:gd name="connsiteY280" fmla="*/ 6579086 h 6858000"/>
              <a:gd name="connsiteX281" fmla="*/ 5115009 w 7472601"/>
              <a:gd name="connsiteY281" fmla="*/ 6858000 h 6858000"/>
              <a:gd name="connsiteX282" fmla="*/ 5028074 w 7472601"/>
              <a:gd name="connsiteY282" fmla="*/ 6858000 h 6858000"/>
              <a:gd name="connsiteX283" fmla="*/ 5079508 w 7472601"/>
              <a:gd name="connsiteY283" fmla="*/ 6749074 h 6858000"/>
              <a:gd name="connsiteX284" fmla="*/ 5371846 w 7472601"/>
              <a:gd name="connsiteY284" fmla="*/ 5924413 h 6858000"/>
              <a:gd name="connsiteX285" fmla="*/ 5270512 w 7472601"/>
              <a:gd name="connsiteY285" fmla="*/ 6138975 h 6858000"/>
              <a:gd name="connsiteX286" fmla="*/ 5062409 w 7472601"/>
              <a:gd name="connsiteY286" fmla="*/ 6653544 h 6858000"/>
              <a:gd name="connsiteX287" fmla="*/ 5036628 w 7472601"/>
              <a:gd name="connsiteY287" fmla="*/ 6754247 h 6858000"/>
              <a:gd name="connsiteX288" fmla="*/ 5009112 w 7472601"/>
              <a:gd name="connsiteY288" fmla="*/ 6858000 h 6858000"/>
              <a:gd name="connsiteX289" fmla="*/ 4976679 w 7472601"/>
              <a:gd name="connsiteY289" fmla="*/ 6858000 h 6858000"/>
              <a:gd name="connsiteX290" fmla="*/ 5006537 w 7472601"/>
              <a:gd name="connsiteY290" fmla="*/ 6747068 h 6858000"/>
              <a:gd name="connsiteX291" fmla="*/ 5032723 w 7472601"/>
              <a:gd name="connsiteY291" fmla="*/ 6644957 h 6858000"/>
              <a:gd name="connsiteX292" fmla="*/ 5242949 w 7472601"/>
              <a:gd name="connsiteY292" fmla="*/ 6125175 h 6858000"/>
              <a:gd name="connsiteX293" fmla="*/ 5286321 w 7472601"/>
              <a:gd name="connsiteY293" fmla="*/ 6033555 h 6858000"/>
              <a:gd name="connsiteX294" fmla="*/ 5008210 w 7472601"/>
              <a:gd name="connsiteY294" fmla="*/ 6649194 h 6858000"/>
              <a:gd name="connsiteX295" fmla="*/ 4986321 w 7472601"/>
              <a:gd name="connsiteY295" fmla="*/ 6765687 h 6858000"/>
              <a:gd name="connsiteX296" fmla="*/ 4973474 w 7472601"/>
              <a:gd name="connsiteY296" fmla="*/ 6858000 h 6858000"/>
              <a:gd name="connsiteX297" fmla="*/ 4907178 w 7472601"/>
              <a:gd name="connsiteY297" fmla="*/ 6858000 h 6858000"/>
              <a:gd name="connsiteX298" fmla="*/ 4910810 w 7472601"/>
              <a:gd name="connsiteY298" fmla="*/ 6829660 h 6858000"/>
              <a:gd name="connsiteX299" fmla="*/ 4987461 w 7472601"/>
              <a:gd name="connsiteY299" fmla="*/ 6432994 h 6858000"/>
              <a:gd name="connsiteX300" fmla="*/ 5179262 w 7472601"/>
              <a:gd name="connsiteY300" fmla="*/ 6035044 h 6858000"/>
              <a:gd name="connsiteX301" fmla="*/ 4689678 w 7472601"/>
              <a:gd name="connsiteY301" fmla="*/ 6440241 h 6858000"/>
              <a:gd name="connsiteX302" fmla="*/ 4477543 w 7472601"/>
              <a:gd name="connsiteY302" fmla="*/ 6674836 h 6858000"/>
              <a:gd name="connsiteX303" fmla="*/ 4329957 w 7472601"/>
              <a:gd name="connsiteY303" fmla="*/ 6858000 h 6858000"/>
              <a:gd name="connsiteX304" fmla="*/ 4218595 w 7472601"/>
              <a:gd name="connsiteY304" fmla="*/ 6858000 h 6858000"/>
              <a:gd name="connsiteX305" fmla="*/ 4368888 w 7472601"/>
              <a:gd name="connsiteY305" fmla="*/ 6668412 h 6858000"/>
              <a:gd name="connsiteX306" fmla="*/ 4563091 w 7472601"/>
              <a:gd name="connsiteY306" fmla="*/ 6442508 h 6858000"/>
              <a:gd name="connsiteX307" fmla="*/ 5387324 w 7472601"/>
              <a:gd name="connsiteY307" fmla="*/ 5705830 h 6858000"/>
              <a:gd name="connsiteX308" fmla="*/ 5073620 w 7472601"/>
              <a:gd name="connsiteY308" fmla="*/ 5955437 h 6858000"/>
              <a:gd name="connsiteX309" fmla="*/ 4689789 w 7472601"/>
              <a:gd name="connsiteY309" fmla="*/ 6268382 h 6858000"/>
              <a:gd name="connsiteX310" fmla="*/ 4418722 w 7472601"/>
              <a:gd name="connsiteY310" fmla="*/ 6570886 h 6858000"/>
              <a:gd name="connsiteX311" fmla="*/ 4214944 w 7472601"/>
              <a:gd name="connsiteY311" fmla="*/ 6858000 h 6858000"/>
              <a:gd name="connsiteX312" fmla="*/ 4177898 w 7472601"/>
              <a:gd name="connsiteY312" fmla="*/ 6858000 h 6858000"/>
              <a:gd name="connsiteX313" fmla="*/ 4391597 w 7472601"/>
              <a:gd name="connsiteY313" fmla="*/ 6556370 h 6858000"/>
              <a:gd name="connsiteX314" fmla="*/ 4668889 w 7472601"/>
              <a:gd name="connsiteY314" fmla="*/ 6246399 h 6858000"/>
              <a:gd name="connsiteX315" fmla="*/ 5055427 w 7472601"/>
              <a:gd name="connsiteY315" fmla="*/ 5931476 h 6858000"/>
              <a:gd name="connsiteX316" fmla="*/ 5371814 w 7472601"/>
              <a:gd name="connsiteY316" fmla="*/ 5678975 h 6858000"/>
              <a:gd name="connsiteX317" fmla="*/ 4987918 w 7472601"/>
              <a:gd name="connsiteY317" fmla="*/ 5838701 h 6858000"/>
              <a:gd name="connsiteX318" fmla="*/ 4317146 w 7472601"/>
              <a:gd name="connsiteY318" fmla="*/ 6587716 h 6858000"/>
              <a:gd name="connsiteX319" fmla="*/ 4171627 w 7472601"/>
              <a:gd name="connsiteY319" fmla="*/ 6858000 h 6858000"/>
              <a:gd name="connsiteX320" fmla="*/ 4081585 w 7472601"/>
              <a:gd name="connsiteY320" fmla="*/ 6858000 h 6858000"/>
              <a:gd name="connsiteX321" fmla="*/ 4238603 w 7472601"/>
              <a:gd name="connsiteY321" fmla="*/ 6559341 h 6858000"/>
              <a:gd name="connsiteX322" fmla="*/ 4778333 w 7472601"/>
              <a:gd name="connsiteY322" fmla="*/ 5873626 h 6858000"/>
              <a:gd name="connsiteX323" fmla="*/ 5414185 w 7472601"/>
              <a:gd name="connsiteY323" fmla="*/ 5573882 h 6858000"/>
              <a:gd name="connsiteX324" fmla="*/ 5959648 w 7472601"/>
              <a:gd name="connsiteY324" fmla="*/ 4760797 h 6858000"/>
              <a:gd name="connsiteX325" fmla="*/ 5355019 w 7472601"/>
              <a:gd name="connsiteY325" fmla="*/ 4734672 h 6858000"/>
              <a:gd name="connsiteX326" fmla="*/ 5083565 w 7472601"/>
              <a:gd name="connsiteY326" fmla="*/ 5179121 h 6858000"/>
              <a:gd name="connsiteX327" fmla="*/ 4713577 w 7472601"/>
              <a:gd name="connsiteY327" fmla="*/ 5616803 h 6858000"/>
              <a:gd name="connsiteX328" fmla="*/ 3989559 w 7472601"/>
              <a:gd name="connsiteY328" fmla="*/ 6145945 h 6858000"/>
              <a:gd name="connsiteX329" fmla="*/ 3939824 w 7472601"/>
              <a:gd name="connsiteY329" fmla="*/ 6066900 h 6858000"/>
              <a:gd name="connsiteX330" fmla="*/ 4584537 w 7472601"/>
              <a:gd name="connsiteY330" fmla="*/ 5324826 h 6858000"/>
              <a:gd name="connsiteX331" fmla="*/ 5037105 w 7472601"/>
              <a:gd name="connsiteY331" fmla="*/ 5088765 h 6858000"/>
              <a:gd name="connsiteX332" fmla="*/ 5039930 w 7472601"/>
              <a:gd name="connsiteY332" fmla="*/ 5089585 h 6858000"/>
              <a:gd name="connsiteX333" fmla="*/ 5263764 w 7472601"/>
              <a:gd name="connsiteY333" fmla="*/ 4735525 h 6858000"/>
              <a:gd name="connsiteX334" fmla="*/ 4086300 w 7472601"/>
              <a:gd name="connsiteY334" fmla="*/ 4884599 h 6858000"/>
              <a:gd name="connsiteX335" fmla="*/ 4085485 w 7472601"/>
              <a:gd name="connsiteY335" fmla="*/ 4899070 h 6858000"/>
              <a:gd name="connsiteX336" fmla="*/ 3871915 w 7472601"/>
              <a:gd name="connsiteY336" fmla="*/ 5253645 h 6858000"/>
              <a:gd name="connsiteX337" fmla="*/ 3799374 w 7472601"/>
              <a:gd name="connsiteY337" fmla="*/ 5466127 h 6858000"/>
              <a:gd name="connsiteX338" fmla="*/ 3498850 w 7472601"/>
              <a:gd name="connsiteY338" fmla="*/ 6661888 h 6858000"/>
              <a:gd name="connsiteX339" fmla="*/ 3399216 w 7472601"/>
              <a:gd name="connsiteY339" fmla="*/ 6858000 h 6858000"/>
              <a:gd name="connsiteX340" fmla="*/ 3303688 w 7472601"/>
              <a:gd name="connsiteY340" fmla="*/ 6858000 h 6858000"/>
              <a:gd name="connsiteX341" fmla="*/ 3391774 w 7472601"/>
              <a:gd name="connsiteY341" fmla="*/ 6697181 h 6858000"/>
              <a:gd name="connsiteX342" fmla="*/ 3735540 w 7472601"/>
              <a:gd name="connsiteY342" fmla="*/ 5546923 h 6858000"/>
              <a:gd name="connsiteX343" fmla="*/ 3729438 w 7472601"/>
              <a:gd name="connsiteY343" fmla="*/ 5569058 h 6858000"/>
              <a:gd name="connsiteX344" fmla="*/ 3707782 w 7472601"/>
              <a:gd name="connsiteY344" fmla="*/ 5644908 h 6858000"/>
              <a:gd name="connsiteX345" fmla="*/ 3583827 w 7472601"/>
              <a:gd name="connsiteY345" fmla="*/ 6039215 h 6858000"/>
              <a:gd name="connsiteX346" fmla="*/ 3547861 w 7472601"/>
              <a:gd name="connsiteY346" fmla="*/ 6129609 h 6858000"/>
              <a:gd name="connsiteX347" fmla="*/ 3490905 w 7472601"/>
              <a:gd name="connsiteY347" fmla="*/ 6277660 h 6858000"/>
              <a:gd name="connsiteX348" fmla="*/ 3455859 w 7472601"/>
              <a:gd name="connsiteY348" fmla="*/ 6391301 h 6858000"/>
              <a:gd name="connsiteX349" fmla="*/ 3429112 w 7472601"/>
              <a:gd name="connsiteY349" fmla="*/ 6479469 h 6858000"/>
              <a:gd name="connsiteX350" fmla="*/ 3304862 w 7472601"/>
              <a:gd name="connsiteY350" fmla="*/ 6796476 h 6858000"/>
              <a:gd name="connsiteX351" fmla="*/ 3276071 w 7472601"/>
              <a:gd name="connsiteY351" fmla="*/ 6858000 h 6858000"/>
              <a:gd name="connsiteX352" fmla="*/ 3240805 w 7472601"/>
              <a:gd name="connsiteY352" fmla="*/ 6858000 h 6858000"/>
              <a:gd name="connsiteX353" fmla="*/ 3275917 w 7472601"/>
              <a:gd name="connsiteY353" fmla="*/ 6783192 h 6858000"/>
              <a:gd name="connsiteX354" fmla="*/ 3399358 w 7472601"/>
              <a:gd name="connsiteY354" fmla="*/ 6469011 h 6858000"/>
              <a:gd name="connsiteX355" fmla="*/ 3425650 w 7472601"/>
              <a:gd name="connsiteY355" fmla="*/ 6381333 h 6858000"/>
              <a:gd name="connsiteX356" fmla="*/ 3460661 w 7472601"/>
              <a:gd name="connsiteY356" fmla="*/ 6266763 h 6858000"/>
              <a:gd name="connsiteX357" fmla="*/ 3518021 w 7472601"/>
              <a:gd name="connsiteY357" fmla="*/ 6117298 h 6858000"/>
              <a:gd name="connsiteX358" fmla="*/ 3554035 w 7472601"/>
              <a:gd name="connsiteY358" fmla="*/ 6027832 h 6858000"/>
              <a:gd name="connsiteX359" fmla="*/ 3677174 w 7472601"/>
              <a:gd name="connsiteY359" fmla="*/ 5636351 h 6858000"/>
              <a:gd name="connsiteX360" fmla="*/ 3698819 w 7472601"/>
              <a:gd name="connsiteY360" fmla="*/ 5560503 h 6858000"/>
              <a:gd name="connsiteX361" fmla="*/ 3702094 w 7472601"/>
              <a:gd name="connsiteY361" fmla="*/ 5549194 h 6858000"/>
              <a:gd name="connsiteX362" fmla="*/ 3398355 w 7472601"/>
              <a:gd name="connsiteY362" fmla="*/ 6094603 h 6858000"/>
              <a:gd name="connsiteX363" fmla="*/ 3193941 w 7472601"/>
              <a:gd name="connsiteY363" fmla="*/ 6798775 h 6858000"/>
              <a:gd name="connsiteX364" fmla="*/ 3184140 w 7472601"/>
              <a:gd name="connsiteY364" fmla="*/ 6858000 h 6858000"/>
              <a:gd name="connsiteX365" fmla="*/ 3099978 w 7472601"/>
              <a:gd name="connsiteY365" fmla="*/ 6858000 h 6858000"/>
              <a:gd name="connsiteX366" fmla="*/ 3101556 w 7472601"/>
              <a:gd name="connsiteY366" fmla="*/ 6843337 h 6858000"/>
              <a:gd name="connsiteX367" fmla="*/ 3370162 w 7472601"/>
              <a:gd name="connsiteY367" fmla="*/ 5785550 h 6858000"/>
              <a:gd name="connsiteX368" fmla="*/ 3746477 w 7472601"/>
              <a:gd name="connsiteY368" fmla="*/ 5377889 h 6858000"/>
              <a:gd name="connsiteX369" fmla="*/ 3863399 w 7472601"/>
              <a:gd name="connsiteY369" fmla="*/ 5087257 h 6858000"/>
              <a:gd name="connsiteX370" fmla="*/ 3968712 w 7472601"/>
              <a:gd name="connsiteY370" fmla="*/ 4913989 h 6858000"/>
              <a:gd name="connsiteX371" fmla="*/ 2792390 w 7472601"/>
              <a:gd name="connsiteY371" fmla="*/ 5382974 h 6858000"/>
              <a:gd name="connsiteX372" fmla="*/ 2714982 w 7472601"/>
              <a:gd name="connsiteY372" fmla="*/ 5427051 h 6858000"/>
              <a:gd name="connsiteX373" fmla="*/ 2813361 w 7472601"/>
              <a:gd name="connsiteY373" fmla="*/ 6023912 h 6858000"/>
              <a:gd name="connsiteX374" fmla="*/ 2688430 w 7472601"/>
              <a:gd name="connsiteY374" fmla="*/ 6801564 h 6858000"/>
              <a:gd name="connsiteX375" fmla="*/ 2629626 w 7472601"/>
              <a:gd name="connsiteY375" fmla="*/ 6763394 h 6858000"/>
              <a:gd name="connsiteX376" fmla="*/ 2565328 w 7472601"/>
              <a:gd name="connsiteY376" fmla="*/ 5516399 h 6858000"/>
              <a:gd name="connsiteX377" fmla="*/ 1922999 w 7472601"/>
              <a:gd name="connsiteY377" fmla="*/ 5980343 h 6858000"/>
              <a:gd name="connsiteX378" fmla="*/ 1950261 w 7472601"/>
              <a:gd name="connsiteY378" fmla="*/ 6405858 h 6858000"/>
              <a:gd name="connsiteX379" fmla="*/ 2365554 w 7472601"/>
              <a:gd name="connsiteY379" fmla="*/ 6759107 h 6858000"/>
              <a:gd name="connsiteX380" fmla="*/ 2424142 w 7472601"/>
              <a:gd name="connsiteY380" fmla="*/ 6858000 h 6858000"/>
              <a:gd name="connsiteX381" fmla="*/ 2395994 w 7472601"/>
              <a:gd name="connsiteY381" fmla="*/ 6858000 h 6858000"/>
              <a:gd name="connsiteX382" fmla="*/ 2392863 w 7472601"/>
              <a:gd name="connsiteY382" fmla="*/ 6852964 h 6858000"/>
              <a:gd name="connsiteX383" fmla="*/ 2017589 w 7472601"/>
              <a:gd name="connsiteY383" fmla="*/ 6493982 h 6858000"/>
              <a:gd name="connsiteX384" fmla="*/ 2147336 w 7472601"/>
              <a:gd name="connsiteY384" fmla="*/ 6594052 h 6858000"/>
              <a:gd name="connsiteX385" fmla="*/ 2207047 w 7472601"/>
              <a:gd name="connsiteY385" fmla="*/ 6654540 h 6858000"/>
              <a:gd name="connsiteX386" fmla="*/ 2299106 w 7472601"/>
              <a:gd name="connsiteY386" fmla="*/ 6778931 h 6858000"/>
              <a:gd name="connsiteX387" fmla="*/ 2314430 w 7472601"/>
              <a:gd name="connsiteY387" fmla="*/ 6801144 h 6858000"/>
              <a:gd name="connsiteX388" fmla="*/ 2352406 w 7472601"/>
              <a:gd name="connsiteY388" fmla="*/ 6858000 h 6858000"/>
              <a:gd name="connsiteX389" fmla="*/ 2314492 w 7472601"/>
              <a:gd name="connsiteY389" fmla="*/ 6858000 h 6858000"/>
              <a:gd name="connsiteX390" fmla="*/ 2288095 w 7472601"/>
              <a:gd name="connsiteY390" fmla="*/ 6818030 h 6858000"/>
              <a:gd name="connsiteX391" fmla="*/ 2272768 w 7472601"/>
              <a:gd name="connsiteY391" fmla="*/ 6795822 h 6858000"/>
              <a:gd name="connsiteX392" fmla="*/ 2182715 w 7472601"/>
              <a:gd name="connsiteY392" fmla="*/ 6675071 h 6858000"/>
              <a:gd name="connsiteX393" fmla="*/ 2032061 w 7472601"/>
              <a:gd name="connsiteY393" fmla="*/ 6541380 h 6858000"/>
              <a:gd name="connsiteX394" fmla="*/ 2257220 w 7472601"/>
              <a:gd name="connsiteY394" fmla="*/ 6826257 h 6858000"/>
              <a:gd name="connsiteX395" fmla="*/ 2281324 w 7472601"/>
              <a:gd name="connsiteY395" fmla="*/ 6858000 h 6858000"/>
              <a:gd name="connsiteX396" fmla="*/ 2242860 w 7472601"/>
              <a:gd name="connsiteY396" fmla="*/ 6858000 h 6858000"/>
              <a:gd name="connsiteX397" fmla="*/ 2232818 w 7472601"/>
              <a:gd name="connsiteY397" fmla="*/ 6844926 h 6858000"/>
              <a:gd name="connsiteX398" fmla="*/ 1990172 w 7472601"/>
              <a:gd name="connsiteY398" fmla="*/ 6542121 h 6858000"/>
              <a:gd name="connsiteX399" fmla="*/ 2124090 w 7472601"/>
              <a:gd name="connsiteY399" fmla="*/ 6761017 h 6858000"/>
              <a:gd name="connsiteX400" fmla="*/ 2200380 w 7472601"/>
              <a:gd name="connsiteY400" fmla="*/ 6858000 h 6858000"/>
              <a:gd name="connsiteX401" fmla="*/ 2147507 w 7472601"/>
              <a:gd name="connsiteY401" fmla="*/ 6858000 h 6858000"/>
              <a:gd name="connsiteX402" fmla="*/ 2070668 w 7472601"/>
              <a:gd name="connsiteY402" fmla="*/ 6761520 h 6858000"/>
              <a:gd name="connsiteX403" fmla="*/ 1975142 w 7472601"/>
              <a:gd name="connsiteY403" fmla="*/ 6585570 h 6858000"/>
              <a:gd name="connsiteX404" fmla="*/ 2050035 w 7472601"/>
              <a:gd name="connsiteY404" fmla="*/ 6813345 h 6858000"/>
              <a:gd name="connsiteX405" fmla="*/ 2063025 w 7472601"/>
              <a:gd name="connsiteY405" fmla="*/ 6858000 h 6858000"/>
              <a:gd name="connsiteX406" fmla="*/ 2021675 w 7472601"/>
              <a:gd name="connsiteY406" fmla="*/ 6858000 h 6858000"/>
              <a:gd name="connsiteX407" fmla="*/ 2019308 w 7472601"/>
              <a:gd name="connsiteY407" fmla="*/ 6847118 h 6858000"/>
              <a:gd name="connsiteX408" fmla="*/ 1938835 w 7472601"/>
              <a:gd name="connsiteY408" fmla="*/ 6551160 h 6858000"/>
              <a:gd name="connsiteX409" fmla="*/ 1953230 w 7472601"/>
              <a:gd name="connsiteY409" fmla="*/ 6759699 h 6858000"/>
              <a:gd name="connsiteX410" fmla="*/ 1956763 w 7472601"/>
              <a:gd name="connsiteY410" fmla="*/ 6778191 h 6858000"/>
              <a:gd name="connsiteX411" fmla="*/ 1967925 w 7472601"/>
              <a:gd name="connsiteY411" fmla="*/ 6858000 h 6858000"/>
              <a:gd name="connsiteX412" fmla="*/ 1936622 w 7472601"/>
              <a:gd name="connsiteY412" fmla="*/ 6858000 h 6858000"/>
              <a:gd name="connsiteX413" fmla="*/ 1926261 w 7472601"/>
              <a:gd name="connsiteY413" fmla="*/ 6784064 h 6858000"/>
              <a:gd name="connsiteX414" fmla="*/ 1922724 w 7472601"/>
              <a:gd name="connsiteY414" fmla="*/ 6765577 h 6858000"/>
              <a:gd name="connsiteX415" fmla="*/ 1904650 w 7472601"/>
              <a:gd name="connsiteY415" fmla="*/ 6639616 h 6858000"/>
              <a:gd name="connsiteX416" fmla="*/ 1885273 w 7472601"/>
              <a:gd name="connsiteY416" fmla="*/ 6858000 h 6858000"/>
              <a:gd name="connsiteX417" fmla="*/ 1854363 w 7472601"/>
              <a:gd name="connsiteY417" fmla="*/ 6858000 h 6858000"/>
              <a:gd name="connsiteX418" fmla="*/ 1880391 w 7472601"/>
              <a:gd name="connsiteY418" fmla="*/ 6603796 h 6858000"/>
              <a:gd name="connsiteX419" fmla="*/ 1818273 w 7472601"/>
              <a:gd name="connsiteY419" fmla="*/ 6715729 h 6858000"/>
              <a:gd name="connsiteX420" fmla="*/ 1794691 w 7472601"/>
              <a:gd name="connsiteY420" fmla="*/ 6843239 h 6858000"/>
              <a:gd name="connsiteX421" fmla="*/ 1794914 w 7472601"/>
              <a:gd name="connsiteY421" fmla="*/ 6858000 h 6858000"/>
              <a:gd name="connsiteX422" fmla="*/ 1746128 w 7472601"/>
              <a:gd name="connsiteY422" fmla="*/ 6858000 h 6858000"/>
              <a:gd name="connsiteX423" fmla="*/ 1753934 w 7472601"/>
              <a:gd name="connsiteY423" fmla="*/ 6724796 h 6858000"/>
              <a:gd name="connsiteX424" fmla="*/ 1792053 w 7472601"/>
              <a:gd name="connsiteY424" fmla="*/ 6572396 h 6858000"/>
              <a:gd name="connsiteX425" fmla="*/ 1862248 w 7472601"/>
              <a:gd name="connsiteY425" fmla="*/ 6266397 h 6858000"/>
              <a:gd name="connsiteX426" fmla="*/ 1862250 w 7472601"/>
              <a:gd name="connsiteY426" fmla="*/ 6033531 h 6858000"/>
              <a:gd name="connsiteX427" fmla="*/ 1211999 w 7472601"/>
              <a:gd name="connsiteY427" fmla="*/ 6683610 h 6858000"/>
              <a:gd name="connsiteX428" fmla="*/ 1213266 w 7472601"/>
              <a:gd name="connsiteY428" fmla="*/ 6691947 h 6858000"/>
              <a:gd name="connsiteX429" fmla="*/ 1203370 w 7472601"/>
              <a:gd name="connsiteY429" fmla="*/ 6850676 h 6858000"/>
              <a:gd name="connsiteX430" fmla="*/ 1203671 w 7472601"/>
              <a:gd name="connsiteY430" fmla="*/ 6858000 h 6858000"/>
              <a:gd name="connsiteX431" fmla="*/ 1143180 w 7472601"/>
              <a:gd name="connsiteY431" fmla="*/ 6858000 h 6858000"/>
              <a:gd name="connsiteX432" fmla="*/ 1142176 w 7472601"/>
              <a:gd name="connsiteY432" fmla="*/ 6766045 h 6858000"/>
              <a:gd name="connsiteX433" fmla="*/ 1067484 w 7472601"/>
              <a:gd name="connsiteY433" fmla="*/ 6858000 h 6858000"/>
              <a:gd name="connsiteX434" fmla="*/ 953928 w 7472601"/>
              <a:gd name="connsiteY434" fmla="*/ 6858000 h 6858000"/>
              <a:gd name="connsiteX435" fmla="*/ 959715 w 7472601"/>
              <a:gd name="connsiteY435" fmla="*/ 6850185 h 6858000"/>
              <a:gd name="connsiteX436" fmla="*/ 1483788 w 7472601"/>
              <a:gd name="connsiteY436" fmla="*/ 6259174 h 6858000"/>
              <a:gd name="connsiteX437" fmla="*/ 1100671 w 7472601"/>
              <a:gd name="connsiteY437" fmla="*/ 6252137 h 6858000"/>
              <a:gd name="connsiteX438" fmla="*/ 1090144 w 7472601"/>
              <a:gd name="connsiteY438" fmla="*/ 6256748 h 6858000"/>
              <a:gd name="connsiteX439" fmla="*/ 1095872 w 7472601"/>
              <a:gd name="connsiteY439" fmla="*/ 6271892 h 6858000"/>
              <a:gd name="connsiteX440" fmla="*/ 262785 w 7472601"/>
              <a:gd name="connsiteY440" fmla="*/ 6845450 h 6858000"/>
              <a:gd name="connsiteX441" fmla="*/ 209968 w 7472601"/>
              <a:gd name="connsiteY441" fmla="*/ 6770713 h 6858000"/>
              <a:gd name="connsiteX442" fmla="*/ 873460 w 7472601"/>
              <a:gd name="connsiteY442" fmla="*/ 6253768 h 6858000"/>
              <a:gd name="connsiteX443" fmla="*/ 192686 w 7472601"/>
              <a:gd name="connsiteY443" fmla="*/ 5849257 h 6858000"/>
              <a:gd name="connsiteX444" fmla="*/ 4696 w 7472601"/>
              <a:gd name="connsiteY444" fmla="*/ 5697668 h 6858000"/>
              <a:gd name="connsiteX445" fmla="*/ 0 w 7472601"/>
              <a:gd name="connsiteY445" fmla="*/ 5689984 h 6858000"/>
              <a:gd name="connsiteX446" fmla="*/ 0 w 7472601"/>
              <a:gd name="connsiteY446" fmla="*/ 5513472 h 6858000"/>
              <a:gd name="connsiteX447" fmla="*/ 174101 w 7472601"/>
              <a:gd name="connsiteY447" fmla="*/ 5620277 h 6858000"/>
              <a:gd name="connsiteX448" fmla="*/ 891800 w 7472601"/>
              <a:gd name="connsiteY448" fmla="*/ 6036935 h 6858000"/>
              <a:gd name="connsiteX449" fmla="*/ 1072219 w 7472601"/>
              <a:gd name="connsiteY449" fmla="*/ 6169443 h 6858000"/>
              <a:gd name="connsiteX450" fmla="*/ 1074117 w 7472601"/>
              <a:gd name="connsiteY450" fmla="*/ 6170301 h 6858000"/>
              <a:gd name="connsiteX451" fmla="*/ 1083114 w 7472601"/>
              <a:gd name="connsiteY451" fmla="*/ 6174131 h 6858000"/>
              <a:gd name="connsiteX452" fmla="*/ 1543010 w 7472601"/>
              <a:gd name="connsiteY452" fmla="*/ 6191140 h 6858000"/>
              <a:gd name="connsiteX453" fmla="*/ 1551080 w 7472601"/>
              <a:gd name="connsiteY453" fmla="*/ 6195006 h 6858000"/>
              <a:gd name="connsiteX454" fmla="*/ 2345443 w 7472601"/>
              <a:gd name="connsiteY454" fmla="*/ 5549882 h 6858000"/>
              <a:gd name="connsiteX455" fmla="*/ 1721499 w 7472601"/>
              <a:gd name="connsiteY455" fmla="*/ 5599969 h 6858000"/>
              <a:gd name="connsiteX456" fmla="*/ 767716 w 7472601"/>
              <a:gd name="connsiteY456" fmla="*/ 5472768 h 6858000"/>
              <a:gd name="connsiteX457" fmla="*/ 722147 w 7472601"/>
              <a:gd name="connsiteY457" fmla="*/ 5393091 h 6858000"/>
              <a:gd name="connsiteX458" fmla="*/ 1485552 w 7472601"/>
              <a:gd name="connsiteY458" fmla="*/ 5313202 h 6858000"/>
              <a:gd name="connsiteX459" fmla="*/ 2143004 w 7472601"/>
              <a:gd name="connsiteY459" fmla="*/ 5402420 h 6858000"/>
              <a:gd name="connsiteX460" fmla="*/ 1933391 w 7472601"/>
              <a:gd name="connsiteY460" fmla="*/ 5156971 h 6858000"/>
              <a:gd name="connsiteX461" fmla="*/ 1827118 w 7472601"/>
              <a:gd name="connsiteY461" fmla="*/ 4968410 h 6858000"/>
              <a:gd name="connsiteX462" fmla="*/ 1837349 w 7472601"/>
              <a:gd name="connsiteY462" fmla="*/ 4956357 h 6858000"/>
              <a:gd name="connsiteX463" fmla="*/ 2162835 w 7472601"/>
              <a:gd name="connsiteY463" fmla="*/ 5187853 h 6858000"/>
              <a:gd name="connsiteX464" fmla="*/ 2257167 w 7472601"/>
              <a:gd name="connsiteY464" fmla="*/ 5462123 h 6858000"/>
              <a:gd name="connsiteX465" fmla="*/ 2261598 w 7472601"/>
              <a:gd name="connsiteY465" fmla="*/ 5467998 h 6858000"/>
              <a:gd name="connsiteX466" fmla="*/ 2437177 w 7472601"/>
              <a:gd name="connsiteY466" fmla="*/ 5479608 h 6858000"/>
              <a:gd name="connsiteX467" fmla="*/ 2445247 w 7472601"/>
              <a:gd name="connsiteY467" fmla="*/ 5483476 h 6858000"/>
              <a:gd name="connsiteX468" fmla="*/ 2743626 w 7472601"/>
              <a:gd name="connsiteY468" fmla="*/ 5304819 h 6858000"/>
              <a:gd name="connsiteX469" fmla="*/ 3048102 w 7472601"/>
              <a:gd name="connsiteY469" fmla="*/ 5150595 h 6858000"/>
              <a:gd name="connsiteX470" fmla="*/ 1799414 w 7472601"/>
              <a:gd name="connsiteY470" fmla="*/ 4694732 h 6858000"/>
              <a:gd name="connsiteX471" fmla="*/ 1771735 w 7472601"/>
              <a:gd name="connsiteY471" fmla="*/ 4619929 h 6858000"/>
              <a:gd name="connsiteX472" fmla="*/ 3104273 w 7472601"/>
              <a:gd name="connsiteY472" fmla="*/ 5076159 h 6858000"/>
              <a:gd name="connsiteX473" fmla="*/ 3113245 w 7472601"/>
              <a:gd name="connsiteY473" fmla="*/ 5090705 h 6858000"/>
              <a:gd name="connsiteX474" fmla="*/ 3126294 w 7472601"/>
              <a:gd name="connsiteY474" fmla="*/ 5114400 h 6858000"/>
              <a:gd name="connsiteX475" fmla="*/ 3937433 w 7472601"/>
              <a:gd name="connsiteY475" fmla="*/ 4830473 h 6858000"/>
              <a:gd name="connsiteX476" fmla="*/ 3590475 w 7472601"/>
              <a:gd name="connsiteY476" fmla="*/ 4597974 h 6858000"/>
              <a:gd name="connsiteX477" fmla="*/ 3100264 w 7472601"/>
              <a:gd name="connsiteY477" fmla="*/ 4579845 h 6858000"/>
              <a:gd name="connsiteX478" fmla="*/ 2183576 w 7472601"/>
              <a:gd name="connsiteY478" fmla="*/ 4227150 h 6858000"/>
              <a:gd name="connsiteX479" fmla="*/ 2151029 w 7472601"/>
              <a:gd name="connsiteY479" fmla="*/ 4146947 h 6858000"/>
              <a:gd name="connsiteX480" fmla="*/ 3563434 w 7472601"/>
              <a:gd name="connsiteY480" fmla="*/ 4469115 h 6858000"/>
              <a:gd name="connsiteX481" fmla="*/ 3177952 w 7472601"/>
              <a:gd name="connsiteY481" fmla="*/ 3657386 h 6858000"/>
              <a:gd name="connsiteX482" fmla="*/ 3189263 w 7472601"/>
              <a:gd name="connsiteY482" fmla="*/ 3625726 h 6858000"/>
              <a:gd name="connsiteX483" fmla="*/ 3560912 w 7472601"/>
              <a:gd name="connsiteY483" fmla="*/ 4079863 h 6858000"/>
              <a:gd name="connsiteX484" fmla="*/ 3626636 w 7472601"/>
              <a:gd name="connsiteY484" fmla="*/ 4512230 h 6858000"/>
              <a:gd name="connsiteX485" fmla="*/ 3653088 w 7472601"/>
              <a:gd name="connsiteY485" fmla="*/ 4521417 h 6858000"/>
              <a:gd name="connsiteX486" fmla="*/ 3988128 w 7472601"/>
              <a:gd name="connsiteY486" fmla="*/ 4817267 h 6858000"/>
              <a:gd name="connsiteX487" fmla="*/ 4830582 w 7472601"/>
              <a:gd name="connsiteY487" fmla="*/ 4676000 h 6858000"/>
              <a:gd name="connsiteX488" fmla="*/ 4830100 w 7472601"/>
              <a:gd name="connsiteY488" fmla="*/ 4675554 h 6858000"/>
              <a:gd name="connsiteX489" fmla="*/ 4036318 w 7472601"/>
              <a:gd name="connsiteY489" fmla="*/ 4147013 h 6858000"/>
              <a:gd name="connsiteX490" fmla="*/ 3432098 w 7472601"/>
              <a:gd name="connsiteY490" fmla="*/ 3537312 h 6858000"/>
              <a:gd name="connsiteX491" fmla="*/ 3446761 w 7472601"/>
              <a:gd name="connsiteY491" fmla="*/ 3461278 h 6858000"/>
              <a:gd name="connsiteX492" fmla="*/ 4419733 w 7472601"/>
              <a:gd name="connsiteY492" fmla="*/ 3963555 h 6858000"/>
              <a:gd name="connsiteX493" fmla="*/ 4781371 w 7472601"/>
              <a:gd name="connsiteY493" fmla="*/ 4458604 h 6858000"/>
              <a:gd name="connsiteX494" fmla="*/ 4780440 w 7472601"/>
              <a:gd name="connsiteY494" fmla="*/ 4470290 h 6858000"/>
              <a:gd name="connsiteX495" fmla="*/ 4898954 w 7472601"/>
              <a:gd name="connsiteY495" fmla="*/ 4662092 h 6858000"/>
              <a:gd name="connsiteX496" fmla="*/ 4900699 w 7472601"/>
              <a:gd name="connsiteY496" fmla="*/ 4670867 h 6858000"/>
              <a:gd name="connsiteX497" fmla="*/ 5714511 w 7472601"/>
              <a:gd name="connsiteY497" fmla="*/ 4663483 h 6858000"/>
              <a:gd name="connsiteX498" fmla="*/ 5464793 w 7472601"/>
              <a:gd name="connsiteY498" fmla="*/ 4393556 h 6858000"/>
              <a:gd name="connsiteX499" fmla="*/ 5461897 w 7472601"/>
              <a:gd name="connsiteY499" fmla="*/ 4390879 h 6858000"/>
              <a:gd name="connsiteX500" fmla="*/ 4294126 w 7472601"/>
              <a:gd name="connsiteY500" fmla="*/ 3303048 h 6858000"/>
              <a:gd name="connsiteX501" fmla="*/ 4305321 w 7472601"/>
              <a:gd name="connsiteY501" fmla="*/ 3256953 h 6858000"/>
              <a:gd name="connsiteX502" fmla="*/ 4949299 w 7472601"/>
              <a:gd name="connsiteY502" fmla="*/ 3766336 h 6858000"/>
              <a:gd name="connsiteX503" fmla="*/ 5291452 w 7472601"/>
              <a:gd name="connsiteY503" fmla="*/ 4076801 h 6858000"/>
              <a:gd name="connsiteX504" fmla="*/ 5434998 w 7472601"/>
              <a:gd name="connsiteY504" fmla="*/ 4254100 h 6858000"/>
              <a:gd name="connsiteX505" fmla="*/ 5351015 w 7472601"/>
              <a:gd name="connsiteY505" fmla="*/ 3760989 h 6858000"/>
              <a:gd name="connsiteX506" fmla="*/ 5413780 w 7472601"/>
              <a:gd name="connsiteY506" fmla="*/ 2966265 h 6858000"/>
              <a:gd name="connsiteX507" fmla="*/ 5425627 w 7472601"/>
              <a:gd name="connsiteY507" fmla="*/ 2954192 h 6858000"/>
              <a:gd name="connsiteX508" fmla="*/ 6604735 w 7472601"/>
              <a:gd name="connsiteY508" fmla="*/ 2041381 h 6858000"/>
              <a:gd name="connsiteX509" fmla="*/ 7204487 w 7472601"/>
              <a:gd name="connsiteY509" fmla="*/ 2742112 h 6858000"/>
              <a:gd name="connsiteX510" fmla="*/ 7131592 w 7472601"/>
              <a:gd name="connsiteY510" fmla="*/ 2672096 h 6858000"/>
              <a:gd name="connsiteX511" fmla="*/ 6996344 w 7472601"/>
              <a:gd name="connsiteY511" fmla="*/ 2518310 h 6858000"/>
              <a:gd name="connsiteX512" fmla="*/ 6735495 w 7472601"/>
              <a:gd name="connsiteY512" fmla="*/ 2196890 h 6858000"/>
              <a:gd name="connsiteX513" fmla="*/ 6721901 w 7472601"/>
              <a:gd name="connsiteY513" fmla="*/ 2179274 h 6858000"/>
              <a:gd name="connsiteX514" fmla="*/ 6604735 w 7472601"/>
              <a:gd name="connsiteY514" fmla="*/ 2041381 h 6858000"/>
              <a:gd name="connsiteX515" fmla="*/ 6591670 w 7472601"/>
              <a:gd name="connsiteY515" fmla="*/ 1988277 h 6858000"/>
              <a:gd name="connsiteX516" fmla="*/ 6747349 w 7472601"/>
              <a:gd name="connsiteY516" fmla="*/ 2160069 h 6858000"/>
              <a:gd name="connsiteX517" fmla="*/ 6760943 w 7472601"/>
              <a:gd name="connsiteY517" fmla="*/ 2177686 h 6858000"/>
              <a:gd name="connsiteX518" fmla="*/ 7021065 w 7472601"/>
              <a:gd name="connsiteY518" fmla="*/ 2498102 h 6858000"/>
              <a:gd name="connsiteX519" fmla="*/ 7155223 w 7472601"/>
              <a:gd name="connsiteY519" fmla="*/ 2650386 h 6858000"/>
              <a:gd name="connsiteX520" fmla="*/ 7203167 w 7472601"/>
              <a:gd name="connsiteY520" fmla="*/ 2697288 h 6858000"/>
              <a:gd name="connsiteX521" fmla="*/ 6937703 w 7472601"/>
              <a:gd name="connsiteY521" fmla="*/ 2321981 h 6858000"/>
              <a:gd name="connsiteX522" fmla="*/ 6591670 w 7472601"/>
              <a:gd name="connsiteY522" fmla="*/ 1988277 h 6858000"/>
              <a:gd name="connsiteX523" fmla="*/ 5798671 w 7472601"/>
              <a:gd name="connsiteY523" fmla="*/ 1981601 h 6858000"/>
              <a:gd name="connsiteX524" fmla="*/ 5754709 w 7472601"/>
              <a:gd name="connsiteY524" fmla="*/ 2071454 h 6858000"/>
              <a:gd name="connsiteX525" fmla="*/ 5763044 w 7472601"/>
              <a:gd name="connsiteY525" fmla="*/ 2842206 h 6858000"/>
              <a:gd name="connsiteX526" fmla="*/ 5764974 w 7472601"/>
              <a:gd name="connsiteY526" fmla="*/ 2799609 h 6858000"/>
              <a:gd name="connsiteX527" fmla="*/ 5767665 w 7472601"/>
              <a:gd name="connsiteY527" fmla="*/ 2666409 h 6858000"/>
              <a:gd name="connsiteX528" fmla="*/ 5763055 w 7472601"/>
              <a:gd name="connsiteY528" fmla="*/ 2579705 h 6858000"/>
              <a:gd name="connsiteX529" fmla="*/ 5758079 w 7472601"/>
              <a:gd name="connsiteY529" fmla="*/ 2492508 h 6858000"/>
              <a:gd name="connsiteX530" fmla="*/ 5779325 w 7472601"/>
              <a:gd name="connsiteY530" fmla="*/ 2197069 h 6858000"/>
              <a:gd name="connsiteX531" fmla="*/ 5798671 w 7472601"/>
              <a:gd name="connsiteY531" fmla="*/ 1981601 h 6858000"/>
              <a:gd name="connsiteX532" fmla="*/ 5829202 w 7472601"/>
              <a:gd name="connsiteY532" fmla="*/ 1971679 h 6858000"/>
              <a:gd name="connsiteX533" fmla="*/ 5809558 w 7472601"/>
              <a:gd name="connsiteY533" fmla="*/ 2198043 h 6858000"/>
              <a:gd name="connsiteX534" fmla="*/ 5788653 w 7472601"/>
              <a:gd name="connsiteY534" fmla="*/ 2489430 h 6858000"/>
              <a:gd name="connsiteX535" fmla="*/ 5793439 w 7472601"/>
              <a:gd name="connsiteY535" fmla="*/ 2575235 h 6858000"/>
              <a:gd name="connsiteX536" fmla="*/ 5796837 w 7472601"/>
              <a:gd name="connsiteY536" fmla="*/ 2637633 h 6858000"/>
              <a:gd name="connsiteX537" fmla="*/ 5818614 w 7472601"/>
              <a:gd name="connsiteY537" fmla="*/ 2473055 h 6858000"/>
              <a:gd name="connsiteX538" fmla="*/ 5829202 w 7472601"/>
              <a:gd name="connsiteY538" fmla="*/ 1971679 h 6858000"/>
              <a:gd name="connsiteX539" fmla="*/ 5911389 w 7472601"/>
              <a:gd name="connsiteY539" fmla="*/ 1898371 h 6858000"/>
              <a:gd name="connsiteX540" fmla="*/ 6237627 w 7472601"/>
              <a:gd name="connsiteY540" fmla="*/ 2231921 h 6858000"/>
              <a:gd name="connsiteX541" fmla="*/ 5911389 w 7472601"/>
              <a:gd name="connsiteY541" fmla="*/ 1898371 h 6858000"/>
              <a:gd name="connsiteX542" fmla="*/ 6944437 w 7472601"/>
              <a:gd name="connsiteY542" fmla="*/ 1575402 h 6858000"/>
              <a:gd name="connsiteX543" fmla="*/ 6304730 w 7472601"/>
              <a:gd name="connsiteY543" fmla="*/ 1766654 h 6858000"/>
              <a:gd name="connsiteX544" fmla="*/ 6944437 w 7472601"/>
              <a:gd name="connsiteY544" fmla="*/ 1575402 h 6858000"/>
              <a:gd name="connsiteX545" fmla="*/ 7019523 w 7472601"/>
              <a:gd name="connsiteY545" fmla="*/ 1519450 h 6858000"/>
              <a:gd name="connsiteX546" fmla="*/ 6298091 w 7472601"/>
              <a:gd name="connsiteY546" fmla="*/ 1737122 h 6858000"/>
              <a:gd name="connsiteX547" fmla="*/ 7019523 w 7472601"/>
              <a:gd name="connsiteY547" fmla="*/ 1519450 h 6858000"/>
              <a:gd name="connsiteX548" fmla="*/ 2399523 w 7472601"/>
              <a:gd name="connsiteY548" fmla="*/ 1428234 h 6858000"/>
              <a:gd name="connsiteX549" fmla="*/ 2224982 w 7472601"/>
              <a:gd name="connsiteY549" fmla="*/ 1826201 h 6858000"/>
              <a:gd name="connsiteX550" fmla="*/ 2096099 w 7472601"/>
              <a:gd name="connsiteY550" fmla="*/ 2345900 h 6858000"/>
              <a:gd name="connsiteX551" fmla="*/ 2283317 w 7472601"/>
              <a:gd name="connsiteY551" fmla="*/ 1796925 h 6858000"/>
              <a:gd name="connsiteX552" fmla="*/ 2399523 w 7472601"/>
              <a:gd name="connsiteY552" fmla="*/ 1428234 h 6858000"/>
              <a:gd name="connsiteX553" fmla="*/ 2448558 w 7472601"/>
              <a:gd name="connsiteY553" fmla="*/ 1373435 h 6858000"/>
              <a:gd name="connsiteX554" fmla="*/ 2312521 w 7472601"/>
              <a:gd name="connsiteY554" fmla="*/ 1806140 h 6858000"/>
              <a:gd name="connsiteX555" fmla="*/ 2127533 w 7472601"/>
              <a:gd name="connsiteY555" fmla="*/ 2348380 h 6858000"/>
              <a:gd name="connsiteX556" fmla="*/ 2358080 w 7472601"/>
              <a:gd name="connsiteY556" fmla="*/ 1866134 h 6858000"/>
              <a:gd name="connsiteX557" fmla="*/ 2407436 w 7472601"/>
              <a:gd name="connsiteY557" fmla="*/ 1651070 h 6858000"/>
              <a:gd name="connsiteX558" fmla="*/ 2448558 w 7472601"/>
              <a:gd name="connsiteY558" fmla="*/ 1373435 h 6858000"/>
              <a:gd name="connsiteX559" fmla="*/ 278707 w 7472601"/>
              <a:gd name="connsiteY559" fmla="*/ 1352270 h 6858000"/>
              <a:gd name="connsiteX560" fmla="*/ 321570 w 7472601"/>
              <a:gd name="connsiteY560" fmla="*/ 1861610 h 6858000"/>
              <a:gd name="connsiteX561" fmla="*/ 294281 w 7472601"/>
              <a:gd name="connsiteY561" fmla="*/ 1440658 h 6858000"/>
              <a:gd name="connsiteX562" fmla="*/ 278707 w 7472601"/>
              <a:gd name="connsiteY562" fmla="*/ 1352270 h 6858000"/>
              <a:gd name="connsiteX563" fmla="*/ 1423821 w 7472601"/>
              <a:gd name="connsiteY563" fmla="*/ 1351958 h 6858000"/>
              <a:gd name="connsiteX564" fmla="*/ 1638521 w 7472601"/>
              <a:gd name="connsiteY564" fmla="*/ 1908470 h 6858000"/>
              <a:gd name="connsiteX565" fmla="*/ 1754199 w 7472601"/>
              <a:gd name="connsiteY565" fmla="*/ 2149284 h 6858000"/>
              <a:gd name="connsiteX566" fmla="*/ 1908359 w 7472601"/>
              <a:gd name="connsiteY566" fmla="*/ 2364988 h 6858000"/>
              <a:gd name="connsiteX567" fmla="*/ 1647661 w 7472601"/>
              <a:gd name="connsiteY567" fmla="*/ 1825945 h 6858000"/>
              <a:gd name="connsiteX568" fmla="*/ 1423821 w 7472601"/>
              <a:gd name="connsiteY568" fmla="*/ 1351958 h 6858000"/>
              <a:gd name="connsiteX569" fmla="*/ 1431890 w 7472601"/>
              <a:gd name="connsiteY569" fmla="*/ 1306475 h 6858000"/>
              <a:gd name="connsiteX570" fmla="*/ 1507597 w 7472601"/>
              <a:gd name="connsiteY570" fmla="*/ 1446132 h 6858000"/>
              <a:gd name="connsiteX571" fmla="*/ 1674586 w 7472601"/>
              <a:gd name="connsiteY571" fmla="*/ 1813832 h 6858000"/>
              <a:gd name="connsiteX572" fmla="*/ 1815950 w 7472601"/>
              <a:gd name="connsiteY572" fmla="*/ 2128564 h 6858000"/>
              <a:gd name="connsiteX573" fmla="*/ 1984242 w 7472601"/>
              <a:gd name="connsiteY573" fmla="*/ 2430829 h 6858000"/>
              <a:gd name="connsiteX574" fmla="*/ 2014023 w 7472601"/>
              <a:gd name="connsiteY574" fmla="*/ 2450995 h 6858000"/>
              <a:gd name="connsiteX575" fmla="*/ 1747337 w 7472601"/>
              <a:gd name="connsiteY575" fmla="*/ 1855264 h 6858000"/>
              <a:gd name="connsiteX576" fmla="*/ 1533749 w 7472601"/>
              <a:gd name="connsiteY576" fmla="*/ 1478656 h 6858000"/>
              <a:gd name="connsiteX577" fmla="*/ 1431890 w 7472601"/>
              <a:gd name="connsiteY577" fmla="*/ 1306475 h 6858000"/>
              <a:gd name="connsiteX578" fmla="*/ 5052692 w 7472601"/>
              <a:gd name="connsiteY578" fmla="*/ 1292994 h 6858000"/>
              <a:gd name="connsiteX579" fmla="*/ 5200661 w 7472601"/>
              <a:gd name="connsiteY579" fmla="*/ 1635186 h 6858000"/>
              <a:gd name="connsiteX580" fmla="*/ 5297138 w 7472601"/>
              <a:gd name="connsiteY580" fmla="*/ 1906351 h 6858000"/>
              <a:gd name="connsiteX581" fmla="*/ 5052692 w 7472601"/>
              <a:gd name="connsiteY581" fmla="*/ 1292994 h 6858000"/>
              <a:gd name="connsiteX582" fmla="*/ 5009948 w 7472601"/>
              <a:gd name="connsiteY582" fmla="*/ 1273619 h 6858000"/>
              <a:gd name="connsiteX583" fmla="*/ 5121777 w 7472601"/>
              <a:gd name="connsiteY583" fmla="*/ 1654213 h 6858000"/>
              <a:gd name="connsiteX584" fmla="*/ 5293545 w 7472601"/>
              <a:gd name="connsiteY584" fmla="*/ 2072247 h 6858000"/>
              <a:gd name="connsiteX585" fmla="*/ 5294042 w 7472601"/>
              <a:gd name="connsiteY585" fmla="*/ 2065019 h 6858000"/>
              <a:gd name="connsiteX586" fmla="*/ 5171936 w 7472601"/>
              <a:gd name="connsiteY586" fmla="*/ 1647613 h 6858000"/>
              <a:gd name="connsiteX587" fmla="*/ 5009948 w 7472601"/>
              <a:gd name="connsiteY587" fmla="*/ 1273619 h 6858000"/>
              <a:gd name="connsiteX588" fmla="*/ 655236 w 7472601"/>
              <a:gd name="connsiteY588" fmla="*/ 1268632 h 6858000"/>
              <a:gd name="connsiteX589" fmla="*/ 839521 w 7472601"/>
              <a:gd name="connsiteY589" fmla="*/ 1685315 h 6858000"/>
              <a:gd name="connsiteX590" fmla="*/ 1109416 w 7472601"/>
              <a:gd name="connsiteY590" fmla="*/ 2061663 h 6858000"/>
              <a:gd name="connsiteX591" fmla="*/ 1298300 w 7472601"/>
              <a:gd name="connsiteY591" fmla="*/ 2247742 h 6858000"/>
              <a:gd name="connsiteX592" fmla="*/ 1125871 w 7472601"/>
              <a:gd name="connsiteY592" fmla="*/ 1989513 h 6858000"/>
              <a:gd name="connsiteX593" fmla="*/ 981574 w 7472601"/>
              <a:gd name="connsiteY593" fmla="*/ 1783157 h 6858000"/>
              <a:gd name="connsiteX594" fmla="*/ 922198 w 7472601"/>
              <a:gd name="connsiteY594" fmla="*/ 1677437 h 6858000"/>
              <a:gd name="connsiteX595" fmla="*/ 869293 w 7472601"/>
              <a:gd name="connsiteY595" fmla="*/ 1583214 h 6858000"/>
              <a:gd name="connsiteX596" fmla="*/ 751431 w 7472601"/>
              <a:gd name="connsiteY596" fmla="*/ 1405731 h 6858000"/>
              <a:gd name="connsiteX597" fmla="*/ 655236 w 7472601"/>
              <a:gd name="connsiteY597" fmla="*/ 1268632 h 6858000"/>
              <a:gd name="connsiteX598" fmla="*/ 6516292 w 7472601"/>
              <a:gd name="connsiteY598" fmla="*/ 1263064 h 6858000"/>
              <a:gd name="connsiteX599" fmla="*/ 5736320 w 7472601"/>
              <a:gd name="connsiteY599" fmla="*/ 1501803 h 6858000"/>
              <a:gd name="connsiteX600" fmla="*/ 6516292 w 7472601"/>
              <a:gd name="connsiteY600" fmla="*/ 1263064 h 6858000"/>
              <a:gd name="connsiteX601" fmla="*/ 291466 w 7472601"/>
              <a:gd name="connsiteY601" fmla="*/ 1250369 h 6858000"/>
              <a:gd name="connsiteX602" fmla="*/ 323180 w 7472601"/>
              <a:gd name="connsiteY602" fmla="*/ 1435283 h 6858000"/>
              <a:gd name="connsiteX603" fmla="*/ 349381 w 7472601"/>
              <a:gd name="connsiteY603" fmla="*/ 1875041 h 6858000"/>
              <a:gd name="connsiteX604" fmla="*/ 374363 w 7472601"/>
              <a:gd name="connsiteY604" fmla="*/ 1506494 h 6858000"/>
              <a:gd name="connsiteX605" fmla="*/ 302168 w 7472601"/>
              <a:gd name="connsiteY605" fmla="*/ 1274495 h 6858000"/>
              <a:gd name="connsiteX606" fmla="*/ 291466 w 7472601"/>
              <a:gd name="connsiteY606" fmla="*/ 1250369 h 6858000"/>
              <a:gd name="connsiteX607" fmla="*/ 678222 w 7472601"/>
              <a:gd name="connsiteY607" fmla="*/ 1248670 h 6858000"/>
              <a:gd name="connsiteX608" fmla="*/ 775536 w 7472601"/>
              <a:gd name="connsiteY608" fmla="*/ 1388015 h 6858000"/>
              <a:gd name="connsiteX609" fmla="*/ 894529 w 7472601"/>
              <a:gd name="connsiteY609" fmla="*/ 1567739 h 6858000"/>
              <a:gd name="connsiteX610" fmla="*/ 948000 w 7472601"/>
              <a:gd name="connsiteY610" fmla="*/ 1663088 h 6858000"/>
              <a:gd name="connsiteX611" fmla="*/ 1006812 w 7472601"/>
              <a:gd name="connsiteY611" fmla="*/ 1767683 h 6858000"/>
              <a:gd name="connsiteX612" fmla="*/ 1149133 w 7472601"/>
              <a:gd name="connsiteY612" fmla="*/ 1971513 h 6858000"/>
              <a:gd name="connsiteX613" fmla="*/ 1333952 w 7472601"/>
              <a:gd name="connsiteY613" fmla="*/ 2251620 h 6858000"/>
              <a:gd name="connsiteX614" fmla="*/ 1337329 w 7472601"/>
              <a:gd name="connsiteY614" fmla="*/ 2258350 h 6858000"/>
              <a:gd name="connsiteX615" fmla="*/ 1014726 w 7472601"/>
              <a:gd name="connsiteY615" fmla="*/ 1615556 h 6858000"/>
              <a:gd name="connsiteX616" fmla="*/ 678222 w 7472601"/>
              <a:gd name="connsiteY616" fmla="*/ 1248670 h 6858000"/>
              <a:gd name="connsiteX617" fmla="*/ 6691602 w 7472601"/>
              <a:gd name="connsiteY617" fmla="*/ 1140573 h 6858000"/>
              <a:gd name="connsiteX618" fmla="*/ 6571100 w 7472601"/>
              <a:gd name="connsiteY618" fmla="*/ 1183662 h 6858000"/>
              <a:gd name="connsiteX619" fmla="*/ 6241687 w 7472601"/>
              <a:gd name="connsiteY619" fmla="*/ 1257600 h 6858000"/>
              <a:gd name="connsiteX620" fmla="*/ 5693009 w 7472601"/>
              <a:gd name="connsiteY620" fmla="*/ 1478256 h 6858000"/>
              <a:gd name="connsiteX621" fmla="*/ 6548420 w 7472601"/>
              <a:gd name="connsiteY621" fmla="*/ 1214599 h 6858000"/>
              <a:gd name="connsiteX622" fmla="*/ 6605473 w 7472601"/>
              <a:gd name="connsiteY622" fmla="*/ 1184686 h 6858000"/>
              <a:gd name="connsiteX623" fmla="*/ 6691602 w 7472601"/>
              <a:gd name="connsiteY623" fmla="*/ 1140573 h 6858000"/>
              <a:gd name="connsiteX624" fmla="*/ 4002475 w 7472601"/>
              <a:gd name="connsiteY624" fmla="*/ 1037802 h 6858000"/>
              <a:gd name="connsiteX625" fmla="*/ 4000324 w 7472601"/>
              <a:gd name="connsiteY625" fmla="*/ 1039362 h 6858000"/>
              <a:gd name="connsiteX626" fmla="*/ 4002862 w 7472601"/>
              <a:gd name="connsiteY626" fmla="*/ 1042866 h 6858000"/>
              <a:gd name="connsiteX627" fmla="*/ 4002475 w 7472601"/>
              <a:gd name="connsiteY627" fmla="*/ 1037802 h 6858000"/>
              <a:gd name="connsiteX628" fmla="*/ 506322 w 7472601"/>
              <a:gd name="connsiteY628" fmla="*/ 1020997 h 6858000"/>
              <a:gd name="connsiteX629" fmla="*/ 533068 w 7472601"/>
              <a:gd name="connsiteY629" fmla="*/ 1029409 h 6858000"/>
              <a:gd name="connsiteX630" fmla="*/ 1232525 w 7472601"/>
              <a:gd name="connsiteY630" fmla="*/ 1804675 h 6858000"/>
              <a:gd name="connsiteX631" fmla="*/ 1388858 w 7472601"/>
              <a:gd name="connsiteY631" fmla="*/ 2368011 h 6858000"/>
              <a:gd name="connsiteX632" fmla="*/ 1384098 w 7472601"/>
              <a:gd name="connsiteY632" fmla="*/ 2378125 h 6858000"/>
              <a:gd name="connsiteX633" fmla="*/ 1425393 w 7472601"/>
              <a:gd name="connsiteY633" fmla="*/ 2589124 h 6858000"/>
              <a:gd name="connsiteX634" fmla="*/ 1424001 w 7472601"/>
              <a:gd name="connsiteY634" fmla="*/ 2597541 h 6858000"/>
              <a:gd name="connsiteX635" fmla="*/ 2152729 w 7472601"/>
              <a:gd name="connsiteY635" fmla="*/ 2864487 h 6858000"/>
              <a:gd name="connsiteX636" fmla="*/ 2020609 w 7472601"/>
              <a:gd name="connsiteY636" fmla="*/ 2539671 h 6858000"/>
              <a:gd name="connsiteX637" fmla="*/ 2018920 w 7472601"/>
              <a:gd name="connsiteY637" fmla="*/ 2536309 h 6858000"/>
              <a:gd name="connsiteX638" fmla="*/ 1342441 w 7472601"/>
              <a:gd name="connsiteY638" fmla="*/ 1173017 h 6858000"/>
              <a:gd name="connsiteX639" fmla="*/ 1367925 w 7472601"/>
              <a:gd name="connsiteY639" fmla="*/ 1135648 h 6858000"/>
              <a:gd name="connsiteX640" fmla="*/ 1771401 w 7472601"/>
              <a:gd name="connsiteY640" fmla="*/ 1806673 h 6858000"/>
              <a:gd name="connsiteX641" fmla="*/ 1972385 w 7472601"/>
              <a:gd name="connsiteY641" fmla="*/ 2198735 h 6858000"/>
              <a:gd name="connsiteX642" fmla="*/ 2040892 w 7472601"/>
              <a:gd name="connsiteY642" fmla="*/ 2405205 h 6858000"/>
              <a:gd name="connsiteX643" fmla="*/ 2131689 w 7472601"/>
              <a:gd name="connsiteY643" fmla="*/ 1936926 h 6858000"/>
              <a:gd name="connsiteX644" fmla="*/ 2454820 w 7472601"/>
              <a:gd name="connsiteY644" fmla="*/ 1248808 h 6858000"/>
              <a:gd name="connsiteX645" fmla="*/ 2492512 w 7472601"/>
              <a:gd name="connsiteY645" fmla="*/ 1302920 h 6858000"/>
              <a:gd name="connsiteX646" fmla="*/ 2081216 w 7472601"/>
              <a:gd name="connsiteY646" fmla="*/ 2527513 h 6858000"/>
              <a:gd name="connsiteX647" fmla="*/ 2081211 w 7472601"/>
              <a:gd name="connsiteY647" fmla="*/ 2528916 h 6858000"/>
              <a:gd name="connsiteX648" fmla="*/ 2199067 w 7472601"/>
              <a:gd name="connsiteY648" fmla="*/ 2884061 h 6858000"/>
              <a:gd name="connsiteX649" fmla="*/ 3192586 w 7472601"/>
              <a:gd name="connsiteY649" fmla="*/ 3411496 h 6858000"/>
              <a:gd name="connsiteX650" fmla="*/ 3182620 w 7472601"/>
              <a:gd name="connsiteY650" fmla="*/ 3483279 h 6858000"/>
              <a:gd name="connsiteX651" fmla="*/ 2435119 w 7472601"/>
              <a:gd name="connsiteY651" fmla="*/ 3080173 h 6858000"/>
              <a:gd name="connsiteX652" fmla="*/ 2410152 w 7472601"/>
              <a:gd name="connsiteY652" fmla="*/ 3063751 h 6858000"/>
              <a:gd name="connsiteX653" fmla="*/ 2408099 w 7472601"/>
              <a:gd name="connsiteY653" fmla="*/ 3064403 h 6858000"/>
              <a:gd name="connsiteX654" fmla="*/ 2407218 w 7472601"/>
              <a:gd name="connsiteY654" fmla="*/ 3070324 h 6858000"/>
              <a:gd name="connsiteX655" fmla="*/ 2380138 w 7472601"/>
              <a:gd name="connsiteY655" fmla="*/ 3099341 h 6858000"/>
              <a:gd name="connsiteX656" fmla="*/ 1765923 w 7472601"/>
              <a:gd name="connsiteY656" fmla="*/ 3581043 h 6858000"/>
              <a:gd name="connsiteX657" fmla="*/ 1702258 w 7472601"/>
              <a:gd name="connsiteY657" fmla="*/ 3612286 h 6858000"/>
              <a:gd name="connsiteX658" fmla="*/ 1538370 w 7472601"/>
              <a:gd name="connsiteY658" fmla="*/ 3811804 h 6858000"/>
              <a:gd name="connsiteX659" fmla="*/ 542867 w 7472601"/>
              <a:gd name="connsiteY659" fmla="*/ 4944092 h 6858000"/>
              <a:gd name="connsiteX660" fmla="*/ 515800 w 7472601"/>
              <a:gd name="connsiteY660" fmla="*/ 4862180 h 6858000"/>
              <a:gd name="connsiteX661" fmla="*/ 909145 w 7472601"/>
              <a:gd name="connsiteY661" fmla="*/ 4199225 h 6858000"/>
              <a:gd name="connsiteX662" fmla="*/ 1214067 w 7472601"/>
              <a:gd name="connsiteY662" fmla="*/ 3908561 h 6858000"/>
              <a:gd name="connsiteX663" fmla="*/ 640967 w 7472601"/>
              <a:gd name="connsiteY663" fmla="*/ 4105601 h 6858000"/>
              <a:gd name="connsiteX664" fmla="*/ 112563 w 7472601"/>
              <a:gd name="connsiteY664" fmla="*/ 4396952 h 6858000"/>
              <a:gd name="connsiteX665" fmla="*/ 0 w 7472601"/>
              <a:gd name="connsiteY665" fmla="*/ 4466006 h 6858000"/>
              <a:gd name="connsiteX666" fmla="*/ 0 w 7472601"/>
              <a:gd name="connsiteY666" fmla="*/ 4233763 h 6858000"/>
              <a:gd name="connsiteX667" fmla="*/ 36881 w 7472601"/>
              <a:gd name="connsiteY667" fmla="*/ 4200118 h 6858000"/>
              <a:gd name="connsiteX668" fmla="*/ 910534 w 7472601"/>
              <a:gd name="connsiteY668" fmla="*/ 3629753 h 6858000"/>
              <a:gd name="connsiteX669" fmla="*/ 1578717 w 7472601"/>
              <a:gd name="connsiteY669" fmla="*/ 3575982 h 6858000"/>
              <a:gd name="connsiteX670" fmla="*/ 2338780 w 7472601"/>
              <a:gd name="connsiteY670" fmla="*/ 3033725 h 6858000"/>
              <a:gd name="connsiteX671" fmla="*/ 1807991 w 7472601"/>
              <a:gd name="connsiteY671" fmla="*/ 2807184 h 6858000"/>
              <a:gd name="connsiteX672" fmla="*/ 1416358 w 7472601"/>
              <a:gd name="connsiteY672" fmla="*/ 3112571 h 6858000"/>
              <a:gd name="connsiteX673" fmla="*/ 939066 w 7472601"/>
              <a:gd name="connsiteY673" fmla="*/ 3378798 h 6858000"/>
              <a:gd name="connsiteX674" fmla="*/ 115099 w 7472601"/>
              <a:gd name="connsiteY674" fmla="*/ 3607650 h 6858000"/>
              <a:gd name="connsiteX675" fmla="*/ 97284 w 7472601"/>
              <a:gd name="connsiteY675" fmla="*/ 3520393 h 6858000"/>
              <a:gd name="connsiteX676" fmla="*/ 922050 w 7472601"/>
              <a:gd name="connsiteY676" fmla="*/ 3074867 h 6858000"/>
              <a:gd name="connsiteX677" fmla="*/ 1405265 w 7472601"/>
              <a:gd name="connsiteY677" fmla="*/ 3016319 h 6858000"/>
              <a:gd name="connsiteX678" fmla="*/ 1407512 w 7472601"/>
              <a:gd name="connsiteY678" fmla="*/ 3018001 h 6858000"/>
              <a:gd name="connsiteX679" fmla="*/ 1726266 w 7472601"/>
              <a:gd name="connsiteY679" fmla="*/ 2777274 h 6858000"/>
              <a:gd name="connsiteX680" fmla="*/ 625390 w 7472601"/>
              <a:gd name="connsiteY680" fmla="*/ 2514541 h 6858000"/>
              <a:gd name="connsiteX681" fmla="*/ 619799 w 7472601"/>
              <a:gd name="connsiteY681" fmla="*/ 2527180 h 6858000"/>
              <a:gd name="connsiteX682" fmla="*/ 310030 w 7472601"/>
              <a:gd name="connsiteY682" fmla="*/ 2771818 h 6858000"/>
              <a:gd name="connsiteX683" fmla="*/ 173877 w 7472601"/>
              <a:gd name="connsiteY683" fmla="*/ 2937056 h 6858000"/>
              <a:gd name="connsiteX684" fmla="*/ 77889 w 7472601"/>
              <a:gd name="connsiteY684" fmla="*/ 3138440 h 6858000"/>
              <a:gd name="connsiteX685" fmla="*/ 0 w 7472601"/>
              <a:gd name="connsiteY685" fmla="*/ 3271395 h 6858000"/>
              <a:gd name="connsiteX686" fmla="*/ 0 w 7472601"/>
              <a:gd name="connsiteY686" fmla="*/ 3153002 h 6858000"/>
              <a:gd name="connsiteX687" fmla="*/ 2386 w 7472601"/>
              <a:gd name="connsiteY687" fmla="*/ 3149203 h 6858000"/>
              <a:gd name="connsiteX688" fmla="*/ 89753 w 7472601"/>
              <a:gd name="connsiteY688" fmla="*/ 2987702 h 6858000"/>
              <a:gd name="connsiteX689" fmla="*/ 76869 w 7472601"/>
              <a:gd name="connsiteY689" fmla="*/ 3005404 h 6858000"/>
              <a:gd name="connsiteX690" fmla="*/ 32049 w 7472601"/>
              <a:gd name="connsiteY690" fmla="*/ 3065814 h 6858000"/>
              <a:gd name="connsiteX691" fmla="*/ 0 w 7472601"/>
              <a:gd name="connsiteY691" fmla="*/ 3108744 h 6858000"/>
              <a:gd name="connsiteX692" fmla="*/ 0 w 7472601"/>
              <a:gd name="connsiteY692" fmla="*/ 3058059 h 6858000"/>
              <a:gd name="connsiteX693" fmla="*/ 7610 w 7472601"/>
              <a:gd name="connsiteY693" fmla="*/ 3047889 h 6858000"/>
              <a:gd name="connsiteX694" fmla="*/ 52419 w 7472601"/>
              <a:gd name="connsiteY694" fmla="*/ 2987479 h 6858000"/>
              <a:gd name="connsiteX695" fmla="*/ 59142 w 7472601"/>
              <a:gd name="connsiteY695" fmla="*/ 2978488 h 6858000"/>
              <a:gd name="connsiteX696" fmla="*/ 0 w 7472601"/>
              <a:gd name="connsiteY696" fmla="*/ 3015334 h 6858000"/>
              <a:gd name="connsiteX697" fmla="*/ 0 w 7472601"/>
              <a:gd name="connsiteY697" fmla="*/ 2914286 h 6858000"/>
              <a:gd name="connsiteX698" fmla="*/ 36383 w 7472601"/>
              <a:gd name="connsiteY698" fmla="*/ 2901128 h 6858000"/>
              <a:gd name="connsiteX699" fmla="*/ 156329 w 7472601"/>
              <a:gd name="connsiteY699" fmla="*/ 2840533 h 6858000"/>
              <a:gd name="connsiteX700" fmla="*/ 358355 w 7472601"/>
              <a:gd name="connsiteY700" fmla="*/ 2620471 h 6858000"/>
              <a:gd name="connsiteX701" fmla="*/ 510577 w 7472601"/>
              <a:gd name="connsiteY701" fmla="*/ 2501244 h 6858000"/>
              <a:gd name="connsiteX702" fmla="*/ 211967 w 7472601"/>
              <a:gd name="connsiteY702" fmla="*/ 2479171 h 6858000"/>
              <a:gd name="connsiteX703" fmla="*/ 0 w 7472601"/>
              <a:gd name="connsiteY703" fmla="*/ 2476398 h 6858000"/>
              <a:gd name="connsiteX704" fmla="*/ 0 w 7472601"/>
              <a:gd name="connsiteY704" fmla="*/ 2389189 h 6858000"/>
              <a:gd name="connsiteX705" fmla="*/ 103062 w 7472601"/>
              <a:gd name="connsiteY705" fmla="*/ 2389518 h 6858000"/>
              <a:gd name="connsiteX706" fmla="*/ 510734 w 7472601"/>
              <a:gd name="connsiteY706" fmla="*/ 2416201 h 6858000"/>
              <a:gd name="connsiteX707" fmla="*/ 279257 w 7472601"/>
              <a:gd name="connsiteY707" fmla="*/ 2092102 h 6858000"/>
              <a:gd name="connsiteX708" fmla="*/ 65265 w 7472601"/>
              <a:gd name="connsiteY708" fmla="*/ 2006049 h 6858000"/>
              <a:gd name="connsiteX709" fmla="*/ 0 w 7472601"/>
              <a:gd name="connsiteY709" fmla="*/ 1982532 h 6858000"/>
              <a:gd name="connsiteX710" fmla="*/ 0 w 7472601"/>
              <a:gd name="connsiteY710" fmla="*/ 1912789 h 6858000"/>
              <a:gd name="connsiteX711" fmla="*/ 97460 w 7472601"/>
              <a:gd name="connsiteY711" fmla="*/ 1953725 h 6858000"/>
              <a:gd name="connsiteX712" fmla="*/ 221272 w 7472601"/>
              <a:gd name="connsiteY712" fmla="*/ 1980766 h 6858000"/>
              <a:gd name="connsiteX713" fmla="*/ 116765 w 7472601"/>
              <a:gd name="connsiteY713" fmla="*/ 1911033 h 6858000"/>
              <a:gd name="connsiteX714" fmla="*/ 16405 w 7472601"/>
              <a:gd name="connsiteY714" fmla="*/ 1803412 h 6858000"/>
              <a:gd name="connsiteX715" fmla="*/ 0 w 7472601"/>
              <a:gd name="connsiteY715" fmla="*/ 1784777 h 6858000"/>
              <a:gd name="connsiteX716" fmla="*/ 0 w 7472601"/>
              <a:gd name="connsiteY716" fmla="*/ 1740082 h 6858000"/>
              <a:gd name="connsiteX717" fmla="*/ 39394 w 7472601"/>
              <a:gd name="connsiteY717" fmla="*/ 1784856 h 6858000"/>
              <a:gd name="connsiteX718" fmla="*/ 135813 w 7472601"/>
              <a:gd name="connsiteY718" fmla="*/ 1888838 h 6858000"/>
              <a:gd name="connsiteX719" fmla="*/ 242575 w 7472601"/>
              <a:gd name="connsiteY719" fmla="*/ 1958841 h 6858000"/>
              <a:gd name="connsiteX720" fmla="*/ 82197 w 7472601"/>
              <a:gd name="connsiteY720" fmla="*/ 1754826 h 6858000"/>
              <a:gd name="connsiteX721" fmla="*/ 0 w 7472601"/>
              <a:gd name="connsiteY721" fmla="*/ 1679650 h 6858000"/>
              <a:gd name="connsiteX722" fmla="*/ 0 w 7472601"/>
              <a:gd name="connsiteY722" fmla="*/ 1602463 h 6858000"/>
              <a:gd name="connsiteX723" fmla="*/ 84689 w 7472601"/>
              <a:gd name="connsiteY723" fmla="*/ 1677442 h 6858000"/>
              <a:gd name="connsiteX724" fmla="*/ 298437 w 7472601"/>
              <a:gd name="connsiteY724" fmla="*/ 1968019 h 6858000"/>
              <a:gd name="connsiteX725" fmla="*/ 227269 w 7472601"/>
              <a:gd name="connsiteY725" fmla="*/ 1114064 h 6858000"/>
              <a:gd name="connsiteX726" fmla="*/ 248003 w 7472601"/>
              <a:gd name="connsiteY726" fmla="*/ 1089613 h 6858000"/>
              <a:gd name="connsiteX727" fmla="*/ 427020 w 7472601"/>
              <a:gd name="connsiteY727" fmla="*/ 1619803 h 6858000"/>
              <a:gd name="connsiteX728" fmla="*/ 340345 w 7472601"/>
              <a:gd name="connsiteY728" fmla="*/ 2027739 h 6858000"/>
              <a:gd name="connsiteX729" fmla="*/ 360865 w 7472601"/>
              <a:gd name="connsiteY729" fmla="*/ 2044827 h 6858000"/>
              <a:gd name="connsiteX730" fmla="*/ 560414 w 7472601"/>
              <a:gd name="connsiteY730" fmla="*/ 2421457 h 6858000"/>
              <a:gd name="connsiteX731" fmla="*/ 1359703 w 7472601"/>
              <a:gd name="connsiteY731" fmla="*/ 2578554 h 6858000"/>
              <a:gd name="connsiteX732" fmla="*/ 1359422 w 7472601"/>
              <a:gd name="connsiteY732" fmla="*/ 2577994 h 6858000"/>
              <a:gd name="connsiteX733" fmla="*/ 828701 w 7472601"/>
              <a:gd name="connsiteY733" fmla="*/ 1839520 h 6858000"/>
              <a:gd name="connsiteX734" fmla="*/ 494427 w 7472601"/>
              <a:gd name="connsiteY734" fmla="*/ 1092333 h 6858000"/>
              <a:gd name="connsiteX735" fmla="*/ 506322 w 7472601"/>
              <a:gd name="connsiteY735" fmla="*/ 1020997 h 6858000"/>
              <a:gd name="connsiteX736" fmla="*/ 4570198 w 7472601"/>
              <a:gd name="connsiteY736" fmla="*/ 978081 h 6858000"/>
              <a:gd name="connsiteX737" fmla="*/ 4523691 w 7472601"/>
              <a:gd name="connsiteY737" fmla="*/ 1127776 h 6858000"/>
              <a:gd name="connsiteX738" fmla="*/ 4509875 w 7472601"/>
              <a:gd name="connsiteY738" fmla="*/ 1167552 h 6858000"/>
              <a:gd name="connsiteX739" fmla="*/ 4478168 w 7472601"/>
              <a:gd name="connsiteY739" fmla="*/ 1260735 h 6858000"/>
              <a:gd name="connsiteX740" fmla="*/ 4409309 w 7472601"/>
              <a:gd name="connsiteY740" fmla="*/ 1666996 h 6858000"/>
              <a:gd name="connsiteX741" fmla="*/ 4370031 w 7472601"/>
              <a:gd name="connsiteY741" fmla="*/ 1955666 h 6858000"/>
              <a:gd name="connsiteX742" fmla="*/ 4570198 w 7472601"/>
              <a:gd name="connsiteY742" fmla="*/ 978081 h 6858000"/>
              <a:gd name="connsiteX743" fmla="*/ 4557898 w 7472601"/>
              <a:gd name="connsiteY743" fmla="*/ 900011 h 6858000"/>
              <a:gd name="connsiteX744" fmla="*/ 4344840 w 7472601"/>
              <a:gd name="connsiteY744" fmla="*/ 1922038 h 6858000"/>
              <a:gd name="connsiteX745" fmla="*/ 4378710 w 7472601"/>
              <a:gd name="connsiteY745" fmla="*/ 1665516 h 6858000"/>
              <a:gd name="connsiteX746" fmla="*/ 4448798 w 7472601"/>
              <a:gd name="connsiteY746" fmla="*/ 1253024 h 6858000"/>
              <a:gd name="connsiteX747" fmla="*/ 4480315 w 7472601"/>
              <a:gd name="connsiteY747" fmla="*/ 1158454 h 6858000"/>
              <a:gd name="connsiteX748" fmla="*/ 4494133 w 7472601"/>
              <a:gd name="connsiteY748" fmla="*/ 1118676 h 6858000"/>
              <a:gd name="connsiteX749" fmla="*/ 4557898 w 7472601"/>
              <a:gd name="connsiteY749" fmla="*/ 900011 h 6858000"/>
              <a:gd name="connsiteX750" fmla="*/ 5870151 w 7472601"/>
              <a:gd name="connsiteY750" fmla="*/ 898890 h 6858000"/>
              <a:gd name="connsiteX751" fmla="*/ 5861335 w 7472601"/>
              <a:gd name="connsiteY751" fmla="*/ 899177 h 6858000"/>
              <a:gd name="connsiteX752" fmla="*/ 5843702 w 7472601"/>
              <a:gd name="connsiteY752" fmla="*/ 899748 h 6858000"/>
              <a:gd name="connsiteX753" fmla="*/ 5651107 w 7472601"/>
              <a:gd name="connsiteY753" fmla="*/ 920306 h 6858000"/>
              <a:gd name="connsiteX754" fmla="*/ 5459407 w 7472601"/>
              <a:gd name="connsiteY754" fmla="*/ 940975 h 6858000"/>
              <a:gd name="connsiteX755" fmla="*/ 5374846 w 7472601"/>
              <a:gd name="connsiteY755" fmla="*/ 941988 h 6858000"/>
              <a:gd name="connsiteX756" fmla="*/ 5256105 w 7472601"/>
              <a:gd name="connsiteY756" fmla="*/ 945632 h 6858000"/>
              <a:gd name="connsiteX757" fmla="*/ 5107071 w 7472601"/>
              <a:gd name="connsiteY757" fmla="*/ 969720 h 6858000"/>
              <a:gd name="connsiteX758" fmla="*/ 4998681 w 7472601"/>
              <a:gd name="connsiteY758" fmla="*/ 988771 h 6858000"/>
              <a:gd name="connsiteX759" fmla="*/ 5870151 w 7472601"/>
              <a:gd name="connsiteY759" fmla="*/ 898890 h 6858000"/>
              <a:gd name="connsiteX760" fmla="*/ 5504425 w 7472601"/>
              <a:gd name="connsiteY760" fmla="*/ 848067 h 6858000"/>
              <a:gd name="connsiteX761" fmla="*/ 4968849 w 7472601"/>
              <a:gd name="connsiteY761" fmla="*/ 962318 h 6858000"/>
              <a:gd name="connsiteX762" fmla="*/ 5104039 w 7472601"/>
              <a:gd name="connsiteY762" fmla="*/ 940634 h 6858000"/>
              <a:gd name="connsiteX763" fmla="*/ 5256311 w 7472601"/>
              <a:gd name="connsiteY763" fmla="*/ 916490 h 6858000"/>
              <a:gd name="connsiteX764" fmla="*/ 5377381 w 7472601"/>
              <a:gd name="connsiteY764" fmla="*/ 912671 h 6858000"/>
              <a:gd name="connsiteX765" fmla="*/ 5460148 w 7472601"/>
              <a:gd name="connsiteY765" fmla="*/ 911442 h 6858000"/>
              <a:gd name="connsiteX766" fmla="*/ 5648971 w 7472601"/>
              <a:gd name="connsiteY766" fmla="*/ 891331 h 6858000"/>
              <a:gd name="connsiteX767" fmla="*/ 5844807 w 7472601"/>
              <a:gd name="connsiteY767" fmla="*/ 870718 h 6858000"/>
              <a:gd name="connsiteX768" fmla="*/ 5862975 w 7472601"/>
              <a:gd name="connsiteY768" fmla="*/ 869756 h 6858000"/>
              <a:gd name="connsiteX769" fmla="*/ 5920887 w 7472601"/>
              <a:gd name="connsiteY769" fmla="*/ 865929 h 6858000"/>
              <a:gd name="connsiteX770" fmla="*/ 5504425 w 7472601"/>
              <a:gd name="connsiteY770" fmla="*/ 848067 h 6858000"/>
              <a:gd name="connsiteX771" fmla="*/ 3607114 w 7472601"/>
              <a:gd name="connsiteY771" fmla="*/ 467441 h 6858000"/>
              <a:gd name="connsiteX772" fmla="*/ 3296242 w 7472601"/>
              <a:gd name="connsiteY772" fmla="*/ 807991 h 6858000"/>
              <a:gd name="connsiteX773" fmla="*/ 3174674 w 7472601"/>
              <a:gd name="connsiteY773" fmla="*/ 919759 h 6858000"/>
              <a:gd name="connsiteX774" fmla="*/ 3042978 w 7472601"/>
              <a:gd name="connsiteY774" fmla="*/ 1054894 h 6858000"/>
              <a:gd name="connsiteX775" fmla="*/ 2968914 w 7472601"/>
              <a:gd name="connsiteY775" fmla="*/ 1133756 h 6858000"/>
              <a:gd name="connsiteX776" fmla="*/ 3103823 w 7472601"/>
              <a:gd name="connsiteY776" fmla="*/ 1026814 h 6858000"/>
              <a:gd name="connsiteX777" fmla="*/ 3607114 w 7472601"/>
              <a:gd name="connsiteY777" fmla="*/ 467441 h 6858000"/>
              <a:gd name="connsiteX778" fmla="*/ 3744487 w 7472601"/>
              <a:gd name="connsiteY778" fmla="*/ 383136 h 6858000"/>
              <a:gd name="connsiteX779" fmla="*/ 3970213 w 7472601"/>
              <a:gd name="connsiteY779" fmla="*/ 995559 h 6858000"/>
              <a:gd name="connsiteX780" fmla="*/ 3744487 w 7472601"/>
              <a:gd name="connsiteY780" fmla="*/ 383136 h 6858000"/>
              <a:gd name="connsiteX781" fmla="*/ 3624562 w 7472601"/>
              <a:gd name="connsiteY781" fmla="*/ 367041 h 6858000"/>
              <a:gd name="connsiteX782" fmla="*/ 3489712 w 7472601"/>
              <a:gd name="connsiteY782" fmla="*/ 485386 h 6858000"/>
              <a:gd name="connsiteX783" fmla="*/ 3182994 w 7472601"/>
              <a:gd name="connsiteY783" fmla="*/ 828265 h 6858000"/>
              <a:gd name="connsiteX784" fmla="*/ 2892114 w 7472601"/>
              <a:gd name="connsiteY784" fmla="*/ 1172635 h 6858000"/>
              <a:gd name="connsiteX785" fmla="*/ 3021459 w 7472601"/>
              <a:gd name="connsiteY785" fmla="*/ 1035385 h 6858000"/>
              <a:gd name="connsiteX786" fmla="*/ 3153873 w 7472601"/>
              <a:gd name="connsiteY786" fmla="*/ 898971 h 6858000"/>
              <a:gd name="connsiteX787" fmla="*/ 3276511 w 7472601"/>
              <a:gd name="connsiteY787" fmla="*/ 786423 h 6858000"/>
              <a:gd name="connsiteX788" fmla="*/ 3584154 w 7472601"/>
              <a:gd name="connsiteY788" fmla="*/ 448218 h 6858000"/>
              <a:gd name="connsiteX789" fmla="*/ 3624562 w 7472601"/>
              <a:gd name="connsiteY789" fmla="*/ 367041 h 6858000"/>
              <a:gd name="connsiteX790" fmla="*/ 3766672 w 7472601"/>
              <a:gd name="connsiteY790" fmla="*/ 359429 h 6858000"/>
              <a:gd name="connsiteX791" fmla="*/ 3996338 w 7472601"/>
              <a:gd name="connsiteY791" fmla="*/ 968237 h 6858000"/>
              <a:gd name="connsiteX792" fmla="*/ 3766672 w 7472601"/>
              <a:gd name="connsiteY792" fmla="*/ 359429 h 6858000"/>
              <a:gd name="connsiteX793" fmla="*/ 5805386 w 7472601"/>
              <a:gd name="connsiteY793" fmla="*/ 239240 h 6858000"/>
              <a:gd name="connsiteX794" fmla="*/ 5736947 w 7472601"/>
              <a:gd name="connsiteY794" fmla="*/ 261367 h 6858000"/>
              <a:gd name="connsiteX795" fmla="*/ 5427012 w 7472601"/>
              <a:gd name="connsiteY795" fmla="*/ 311272 h 6858000"/>
              <a:gd name="connsiteX796" fmla="*/ 5147818 w 7472601"/>
              <a:gd name="connsiteY796" fmla="*/ 322112 h 6858000"/>
              <a:gd name="connsiteX797" fmla="*/ 5060854 w 7472601"/>
              <a:gd name="connsiteY797" fmla="*/ 311882 h 6858000"/>
              <a:gd name="connsiteX798" fmla="*/ 4945989 w 7472601"/>
              <a:gd name="connsiteY798" fmla="*/ 300516 h 6858000"/>
              <a:gd name="connsiteX799" fmla="*/ 5410479 w 7472601"/>
              <a:gd name="connsiteY799" fmla="*/ 348434 h 6858000"/>
              <a:gd name="connsiteX800" fmla="*/ 5805386 w 7472601"/>
              <a:gd name="connsiteY800" fmla="*/ 239240 h 6858000"/>
              <a:gd name="connsiteX801" fmla="*/ 5905192 w 7472601"/>
              <a:gd name="connsiteY801" fmla="*/ 163079 h 6858000"/>
              <a:gd name="connsiteX802" fmla="*/ 5865655 w 7472601"/>
              <a:gd name="connsiteY802" fmla="*/ 171901 h 6858000"/>
              <a:gd name="connsiteX803" fmla="*/ 5259740 w 7472601"/>
              <a:gd name="connsiteY803" fmla="*/ 257013 h 6858000"/>
              <a:gd name="connsiteX804" fmla="*/ 5208466 w 7472601"/>
              <a:gd name="connsiteY804" fmla="*/ 257550 h 6858000"/>
              <a:gd name="connsiteX805" fmla="*/ 4980204 w 7472601"/>
              <a:gd name="connsiteY805" fmla="*/ 271903 h 6858000"/>
              <a:gd name="connsiteX806" fmla="*/ 5068068 w 7472601"/>
              <a:gd name="connsiteY806" fmla="*/ 282244 h 6858000"/>
              <a:gd name="connsiteX807" fmla="*/ 5153231 w 7472601"/>
              <a:gd name="connsiteY807" fmla="*/ 292240 h 6858000"/>
              <a:gd name="connsiteX808" fmla="*/ 5426491 w 7472601"/>
              <a:gd name="connsiteY808" fmla="*/ 281128 h 6858000"/>
              <a:gd name="connsiteX809" fmla="*/ 5731212 w 7472601"/>
              <a:gd name="connsiteY809" fmla="*/ 231951 h 6858000"/>
              <a:gd name="connsiteX810" fmla="*/ 5905192 w 7472601"/>
              <a:gd name="connsiteY810" fmla="*/ 163079 h 6858000"/>
              <a:gd name="connsiteX811" fmla="*/ 5944437 w 7472601"/>
              <a:gd name="connsiteY811" fmla="*/ 113829 h 6858000"/>
              <a:gd name="connsiteX812" fmla="*/ 5825032 w 7472601"/>
              <a:gd name="connsiteY812" fmla="*/ 146405 h 6858000"/>
              <a:gd name="connsiteX813" fmla="*/ 4955599 w 7472601"/>
              <a:gd name="connsiteY813" fmla="*/ 247008 h 6858000"/>
              <a:gd name="connsiteX814" fmla="*/ 5210104 w 7472601"/>
              <a:gd name="connsiteY814" fmla="*/ 228123 h 6858000"/>
              <a:gd name="connsiteX815" fmla="*/ 5261015 w 7472601"/>
              <a:gd name="connsiteY815" fmla="*/ 227087 h 6858000"/>
              <a:gd name="connsiteX816" fmla="*/ 5861181 w 7472601"/>
              <a:gd name="connsiteY816" fmla="*/ 143093 h 6858000"/>
              <a:gd name="connsiteX817" fmla="*/ 5961252 w 7472601"/>
              <a:gd name="connsiteY817" fmla="*/ 114820 h 6858000"/>
              <a:gd name="connsiteX818" fmla="*/ 5944437 w 7472601"/>
              <a:gd name="connsiteY818" fmla="*/ 113829 h 6858000"/>
              <a:gd name="connsiteX819" fmla="*/ 3882765 w 7472601"/>
              <a:gd name="connsiteY819" fmla="*/ 0 h 6858000"/>
              <a:gd name="connsiteX820" fmla="*/ 3995099 w 7472601"/>
              <a:gd name="connsiteY820" fmla="*/ 0 h 6858000"/>
              <a:gd name="connsiteX821" fmla="*/ 4163818 w 7472601"/>
              <a:gd name="connsiteY821" fmla="*/ 234104 h 6858000"/>
              <a:gd name="connsiteX822" fmla="*/ 4172099 w 7472601"/>
              <a:gd name="connsiteY822" fmla="*/ 234207 h 6858000"/>
              <a:gd name="connsiteX823" fmla="*/ 4784282 w 7472601"/>
              <a:gd name="connsiteY823" fmla="*/ 276561 h 6858000"/>
              <a:gd name="connsiteX824" fmla="*/ 4801687 w 7472601"/>
              <a:gd name="connsiteY824" fmla="*/ 267764 h 6858000"/>
              <a:gd name="connsiteX825" fmla="*/ 6082788 w 7472601"/>
              <a:gd name="connsiteY825" fmla="*/ 64119 h 6858000"/>
              <a:gd name="connsiteX826" fmla="*/ 6099442 w 7472601"/>
              <a:gd name="connsiteY826" fmla="*/ 82568 h 6858000"/>
              <a:gd name="connsiteX827" fmla="*/ 4804137 w 7472601"/>
              <a:gd name="connsiteY827" fmla="*/ 320931 h 6858000"/>
              <a:gd name="connsiteX828" fmla="*/ 4227047 w 7472601"/>
              <a:gd name="connsiteY828" fmla="*/ 313415 h 6858000"/>
              <a:gd name="connsiteX829" fmla="*/ 4346041 w 7472601"/>
              <a:gd name="connsiteY829" fmla="*/ 456086 h 6858000"/>
              <a:gd name="connsiteX830" fmla="*/ 4870967 w 7472601"/>
              <a:gd name="connsiteY830" fmla="*/ 963061 h 6858000"/>
              <a:gd name="connsiteX831" fmla="*/ 4889647 w 7472601"/>
              <a:gd name="connsiteY831" fmla="*/ 957147 h 6858000"/>
              <a:gd name="connsiteX832" fmla="*/ 5422504 w 7472601"/>
              <a:gd name="connsiteY832" fmla="*/ 805191 h 6858000"/>
              <a:gd name="connsiteX833" fmla="*/ 6087656 w 7472601"/>
              <a:gd name="connsiteY833" fmla="*/ 826703 h 6858000"/>
              <a:gd name="connsiteX834" fmla="*/ 6058717 w 7472601"/>
              <a:gd name="connsiteY834" fmla="*/ 865992 h 6858000"/>
              <a:gd name="connsiteX835" fmla="*/ 4974153 w 7472601"/>
              <a:gd name="connsiteY835" fmla="*/ 1045456 h 6858000"/>
              <a:gd name="connsiteX836" fmla="*/ 5627835 w 7472601"/>
              <a:gd name="connsiteY836" fmla="*/ 1472077 h 6858000"/>
              <a:gd name="connsiteX837" fmla="*/ 5629817 w 7472601"/>
              <a:gd name="connsiteY837" fmla="*/ 1471412 h 6858000"/>
              <a:gd name="connsiteX838" fmla="*/ 5634124 w 7472601"/>
              <a:gd name="connsiteY838" fmla="*/ 1470572 h 6858000"/>
              <a:gd name="connsiteX839" fmla="*/ 5755832 w 7472601"/>
              <a:gd name="connsiteY839" fmla="*/ 1383886 h 6858000"/>
              <a:gd name="connsiteX840" fmla="*/ 6014186 w 7472601"/>
              <a:gd name="connsiteY840" fmla="*/ 1279799 h 6858000"/>
              <a:gd name="connsiteX841" fmla="*/ 6901619 w 7472601"/>
              <a:gd name="connsiteY841" fmla="*/ 1047874 h 6858000"/>
              <a:gd name="connsiteX842" fmla="*/ 6931566 w 7472601"/>
              <a:gd name="connsiteY842" fmla="*/ 1062034 h 6858000"/>
              <a:gd name="connsiteX843" fmla="*/ 5790982 w 7472601"/>
              <a:gd name="connsiteY843" fmla="*/ 1561380 h 6858000"/>
              <a:gd name="connsiteX844" fmla="*/ 6188971 w 7472601"/>
              <a:gd name="connsiteY844" fmla="*/ 1755168 h 6858000"/>
              <a:gd name="connsiteX845" fmla="*/ 6202446 w 7472601"/>
              <a:gd name="connsiteY845" fmla="*/ 1752268 h 6858000"/>
              <a:gd name="connsiteX846" fmla="*/ 7179560 w 7472601"/>
              <a:gd name="connsiteY846" fmla="*/ 1467551 h 6858000"/>
              <a:gd name="connsiteX847" fmla="*/ 7158730 w 7472601"/>
              <a:gd name="connsiteY847" fmla="*/ 1507835 h 6858000"/>
              <a:gd name="connsiteX848" fmla="*/ 6326959 w 7472601"/>
              <a:gd name="connsiteY848" fmla="*/ 1817686 h 6858000"/>
              <a:gd name="connsiteX849" fmla="*/ 6537433 w 7472601"/>
              <a:gd name="connsiteY849" fmla="*/ 1907790 h 6858000"/>
              <a:gd name="connsiteX850" fmla="*/ 6550221 w 7472601"/>
              <a:gd name="connsiteY850" fmla="*/ 1910729 h 6858000"/>
              <a:gd name="connsiteX851" fmla="*/ 6964438 w 7472601"/>
              <a:gd name="connsiteY851" fmla="*/ 2209505 h 6858000"/>
              <a:gd name="connsiteX852" fmla="*/ 7367862 w 7472601"/>
              <a:gd name="connsiteY852" fmla="*/ 2806833 h 6858000"/>
              <a:gd name="connsiteX853" fmla="*/ 7364329 w 7472601"/>
              <a:gd name="connsiteY853" fmla="*/ 2826907 h 6858000"/>
              <a:gd name="connsiteX854" fmla="*/ 7290545 w 7472601"/>
              <a:gd name="connsiteY854" fmla="*/ 2850663 h 6858000"/>
              <a:gd name="connsiteX855" fmla="*/ 6472036 w 7472601"/>
              <a:gd name="connsiteY855" fmla="*/ 1959003 h 6858000"/>
              <a:gd name="connsiteX856" fmla="*/ 5792897 w 7472601"/>
              <a:gd name="connsiteY856" fmla="*/ 1647747 h 6858000"/>
              <a:gd name="connsiteX857" fmla="*/ 5842751 w 7472601"/>
              <a:gd name="connsiteY857" fmla="*/ 1816112 h 6858000"/>
              <a:gd name="connsiteX858" fmla="*/ 5847424 w 7472601"/>
              <a:gd name="connsiteY858" fmla="*/ 1815776 h 6858000"/>
              <a:gd name="connsiteX859" fmla="*/ 6399821 w 7472601"/>
              <a:gd name="connsiteY859" fmla="*/ 2344799 h 6858000"/>
              <a:gd name="connsiteX860" fmla="*/ 6323232 w 7472601"/>
              <a:gd name="connsiteY860" fmla="*/ 2389634 h 6858000"/>
              <a:gd name="connsiteX861" fmla="*/ 5942958 w 7472601"/>
              <a:gd name="connsiteY861" fmla="*/ 2077708 h 6858000"/>
              <a:gd name="connsiteX862" fmla="*/ 5921559 w 7472601"/>
              <a:gd name="connsiteY862" fmla="*/ 2378596 h 6858000"/>
              <a:gd name="connsiteX863" fmla="*/ 5817651 w 7472601"/>
              <a:gd name="connsiteY863" fmla="*/ 3023919 h 6858000"/>
              <a:gd name="connsiteX864" fmla="*/ 5729634 w 7472601"/>
              <a:gd name="connsiteY864" fmla="*/ 3051849 h 6858000"/>
              <a:gd name="connsiteX865" fmla="*/ 5611018 w 7472601"/>
              <a:gd name="connsiteY865" fmla="*/ 2316769 h 6858000"/>
              <a:gd name="connsiteX866" fmla="*/ 5687608 w 7472601"/>
              <a:gd name="connsiteY866" fmla="*/ 2039972 h 6858000"/>
              <a:gd name="connsiteX867" fmla="*/ 5657554 w 7472601"/>
              <a:gd name="connsiteY867" fmla="*/ 1576445 h 6858000"/>
              <a:gd name="connsiteX868" fmla="*/ 5150475 w 7472601"/>
              <a:gd name="connsiteY868" fmla="*/ 1274012 h 6858000"/>
              <a:gd name="connsiteX869" fmla="*/ 5349142 w 7472601"/>
              <a:gd name="connsiteY869" fmla="*/ 2204405 h 6858000"/>
              <a:gd name="connsiteX870" fmla="*/ 5262214 w 7472601"/>
              <a:gd name="connsiteY870" fmla="*/ 2233836 h 6858000"/>
              <a:gd name="connsiteX871" fmla="*/ 4981539 w 7472601"/>
              <a:gd name="connsiteY871" fmla="*/ 1542201 h 6858000"/>
              <a:gd name="connsiteX872" fmla="*/ 4958461 w 7472601"/>
              <a:gd name="connsiteY872" fmla="*/ 1136957 h 6858000"/>
              <a:gd name="connsiteX873" fmla="*/ 4655015 w 7472601"/>
              <a:gd name="connsiteY873" fmla="*/ 891426 h 6858000"/>
              <a:gd name="connsiteX874" fmla="*/ 4348002 w 7472601"/>
              <a:gd name="connsiteY874" fmla="*/ 2205895 h 6858000"/>
              <a:gd name="connsiteX875" fmla="*/ 4262250 w 7472601"/>
              <a:gd name="connsiteY875" fmla="*/ 2219972 h 6858000"/>
              <a:gd name="connsiteX876" fmla="*/ 4550611 w 7472601"/>
              <a:gd name="connsiteY876" fmla="*/ 817540 h 6858000"/>
              <a:gd name="connsiteX877" fmla="*/ 4564418 w 7472601"/>
              <a:gd name="connsiteY877" fmla="*/ 808293 h 6858000"/>
              <a:gd name="connsiteX878" fmla="*/ 4266388 w 7472601"/>
              <a:gd name="connsiteY878" fmla="*/ 500083 h 6858000"/>
              <a:gd name="connsiteX879" fmla="*/ 4032842 w 7472601"/>
              <a:gd name="connsiteY879" fmla="*/ 211809 h 6858000"/>
              <a:gd name="connsiteX880" fmla="*/ 3882765 w 7472601"/>
              <a:gd name="connsiteY880" fmla="*/ 0 h 6858000"/>
              <a:gd name="connsiteX881" fmla="*/ 3721337 w 7472601"/>
              <a:gd name="connsiteY881" fmla="*/ 0 h 6858000"/>
              <a:gd name="connsiteX882" fmla="*/ 3797544 w 7472601"/>
              <a:gd name="connsiteY882" fmla="*/ 0 h 6858000"/>
              <a:gd name="connsiteX883" fmla="*/ 3775734 w 7472601"/>
              <a:gd name="connsiteY883" fmla="*/ 95131 h 6858000"/>
              <a:gd name="connsiteX884" fmla="*/ 3724807 w 7472601"/>
              <a:gd name="connsiteY884" fmla="*/ 272257 h 6858000"/>
              <a:gd name="connsiteX885" fmla="*/ 3726844 w 7472601"/>
              <a:gd name="connsiteY885" fmla="*/ 282988 h 6858000"/>
              <a:gd name="connsiteX886" fmla="*/ 3742664 w 7472601"/>
              <a:gd name="connsiteY886" fmla="*/ 279918 h 6858000"/>
              <a:gd name="connsiteX887" fmla="*/ 4103910 w 7472601"/>
              <a:gd name="connsiteY887" fmla="*/ 1161917 h 6858000"/>
              <a:gd name="connsiteX888" fmla="*/ 4020269 w 7472601"/>
              <a:gd name="connsiteY888" fmla="*/ 1200406 h 6858000"/>
              <a:gd name="connsiteX889" fmla="*/ 3674882 w 7472601"/>
              <a:gd name="connsiteY889" fmla="*/ 488524 h 6858000"/>
              <a:gd name="connsiteX890" fmla="*/ 3132682 w 7472601"/>
              <a:gd name="connsiteY890" fmla="*/ 1072284 h 6858000"/>
              <a:gd name="connsiteX891" fmla="*/ 2716346 w 7472601"/>
              <a:gd name="connsiteY891" fmla="*/ 1276376 h 6858000"/>
              <a:gd name="connsiteX892" fmla="*/ 2716772 w 7472601"/>
              <a:gd name="connsiteY892" fmla="*/ 1255462 h 6858000"/>
              <a:gd name="connsiteX893" fmla="*/ 3471096 w 7472601"/>
              <a:gd name="connsiteY893" fmla="*/ 437072 h 6858000"/>
              <a:gd name="connsiteX894" fmla="*/ 3639057 w 7472601"/>
              <a:gd name="connsiteY894" fmla="*/ 286334 h 6858000"/>
              <a:gd name="connsiteX895" fmla="*/ 3640309 w 7472601"/>
              <a:gd name="connsiteY895" fmla="*/ 284664 h 6858000"/>
              <a:gd name="connsiteX896" fmla="*/ 3646022 w 7472601"/>
              <a:gd name="connsiteY896" fmla="*/ 276711 h 6858000"/>
              <a:gd name="connsiteX897" fmla="*/ 3707943 w 7472601"/>
              <a:gd name="connsiteY897" fmla="*/ 65958 h 6858000"/>
              <a:gd name="connsiteX898" fmla="*/ 3721337 w 7472601"/>
              <a:gd name="connsiteY898" fmla="*/ 0 h 6858000"/>
              <a:gd name="connsiteX899" fmla="*/ 2867960 w 7472601"/>
              <a:gd name="connsiteY899" fmla="*/ 0 h 6858000"/>
              <a:gd name="connsiteX900" fmla="*/ 2926351 w 7472601"/>
              <a:gd name="connsiteY900" fmla="*/ 0 h 6858000"/>
              <a:gd name="connsiteX901" fmla="*/ 2902823 w 7472601"/>
              <a:gd name="connsiteY901" fmla="*/ 262929 h 6858000"/>
              <a:gd name="connsiteX902" fmla="*/ 2940663 w 7472601"/>
              <a:gd name="connsiteY902" fmla="*/ 140884 h 6858000"/>
              <a:gd name="connsiteX903" fmla="*/ 2947039 w 7472601"/>
              <a:gd name="connsiteY903" fmla="*/ 122524 h 6858000"/>
              <a:gd name="connsiteX904" fmla="*/ 2984316 w 7472601"/>
              <a:gd name="connsiteY904" fmla="*/ 0 h 6858000"/>
              <a:gd name="connsiteX905" fmla="*/ 3016114 w 7472601"/>
              <a:gd name="connsiteY905" fmla="*/ 0 h 6858000"/>
              <a:gd name="connsiteX906" fmla="*/ 2979949 w 7472601"/>
              <a:gd name="connsiteY906" fmla="*/ 119274 h 6858000"/>
              <a:gd name="connsiteX907" fmla="*/ 3023879 w 7472601"/>
              <a:gd name="connsiteY907" fmla="*/ 0 h 6858000"/>
              <a:gd name="connsiteX908" fmla="*/ 3105400 w 7472601"/>
              <a:gd name="connsiteY908" fmla="*/ 0 h 6858000"/>
              <a:gd name="connsiteX909" fmla="*/ 3094669 w 7472601"/>
              <a:gd name="connsiteY909" fmla="*/ 30308 h 6858000"/>
              <a:gd name="connsiteX910" fmla="*/ 2901945 w 7472601"/>
              <a:gd name="connsiteY910" fmla="*/ 466538 h 6858000"/>
              <a:gd name="connsiteX911" fmla="*/ 2815209 w 7472601"/>
              <a:gd name="connsiteY911" fmla="*/ 497361 h 6858000"/>
              <a:gd name="connsiteX912" fmla="*/ 2844845 w 7472601"/>
              <a:gd name="connsiteY912" fmla="*/ 127638 h 6858000"/>
              <a:gd name="connsiteX913" fmla="*/ 2867960 w 7472601"/>
              <a:gd name="connsiteY913" fmla="*/ 0 h 6858000"/>
              <a:gd name="connsiteX914" fmla="*/ 1057230 w 7472601"/>
              <a:gd name="connsiteY914" fmla="*/ 0 h 6858000"/>
              <a:gd name="connsiteX915" fmla="*/ 1111003 w 7472601"/>
              <a:gd name="connsiteY915" fmla="*/ 0 h 6858000"/>
              <a:gd name="connsiteX916" fmla="*/ 1125553 w 7472601"/>
              <a:gd name="connsiteY916" fmla="*/ 52588 h 6858000"/>
              <a:gd name="connsiteX917" fmla="*/ 1304276 w 7472601"/>
              <a:gd name="connsiteY917" fmla="*/ 476275 h 6858000"/>
              <a:gd name="connsiteX918" fmla="*/ 1492066 w 7472601"/>
              <a:gd name="connsiteY918" fmla="*/ 886333 h 6858000"/>
              <a:gd name="connsiteX919" fmla="*/ 1423698 w 7472601"/>
              <a:gd name="connsiteY919" fmla="*/ 710817 h 6858000"/>
              <a:gd name="connsiteX920" fmla="*/ 1357609 w 7472601"/>
              <a:gd name="connsiteY920" fmla="*/ 532892 h 6858000"/>
              <a:gd name="connsiteX921" fmla="*/ 1309550 w 7472601"/>
              <a:gd name="connsiteY921" fmla="*/ 374031 h 6858000"/>
              <a:gd name="connsiteX922" fmla="*/ 1193673 w 7472601"/>
              <a:gd name="connsiteY922" fmla="*/ 49533 h 6858000"/>
              <a:gd name="connsiteX923" fmla="*/ 1164391 w 7472601"/>
              <a:gd name="connsiteY923" fmla="*/ 0 h 6858000"/>
              <a:gd name="connsiteX924" fmla="*/ 1200666 w 7472601"/>
              <a:gd name="connsiteY924" fmla="*/ 0 h 6858000"/>
              <a:gd name="connsiteX925" fmla="*/ 1223408 w 7472601"/>
              <a:gd name="connsiteY925" fmla="*/ 38996 h 6858000"/>
              <a:gd name="connsiteX926" fmla="*/ 1339635 w 7472601"/>
              <a:gd name="connsiteY926" fmla="*/ 365517 h 6858000"/>
              <a:gd name="connsiteX927" fmla="*/ 1387469 w 7472601"/>
              <a:gd name="connsiteY927" fmla="*/ 523079 h 6858000"/>
              <a:gd name="connsiteX928" fmla="*/ 1452685 w 7472601"/>
              <a:gd name="connsiteY928" fmla="*/ 699806 h 6858000"/>
              <a:gd name="connsiteX929" fmla="*/ 1492092 w 7472601"/>
              <a:gd name="connsiteY929" fmla="*/ 800424 h 6858000"/>
              <a:gd name="connsiteX930" fmla="*/ 1455302 w 7472601"/>
              <a:gd name="connsiteY930" fmla="*/ 632913 h 6858000"/>
              <a:gd name="connsiteX931" fmla="*/ 1222336 w 7472601"/>
              <a:gd name="connsiteY931" fmla="*/ 9480 h 6858000"/>
              <a:gd name="connsiteX932" fmla="*/ 1214634 w 7472601"/>
              <a:gd name="connsiteY932" fmla="*/ 0 h 6858000"/>
              <a:gd name="connsiteX933" fmla="*/ 1289827 w 7472601"/>
              <a:gd name="connsiteY933" fmla="*/ 0 h 6858000"/>
              <a:gd name="connsiteX934" fmla="*/ 1321076 w 7472601"/>
              <a:gd name="connsiteY934" fmla="*/ 59722 h 6858000"/>
              <a:gd name="connsiteX935" fmla="*/ 1512579 w 7472601"/>
              <a:gd name="connsiteY935" fmla="*/ 626441 h 6858000"/>
              <a:gd name="connsiteX936" fmla="*/ 1506076 w 7472601"/>
              <a:gd name="connsiteY936" fmla="*/ 1089289 h 6858000"/>
              <a:gd name="connsiteX937" fmla="*/ 1486346 w 7472601"/>
              <a:gd name="connsiteY937" fmla="*/ 1079919 h 6858000"/>
              <a:gd name="connsiteX938" fmla="*/ 1070511 w 7472601"/>
              <a:gd name="connsiteY938" fmla="*/ 48609 h 6858000"/>
              <a:gd name="connsiteX939" fmla="*/ 1057230 w 7472601"/>
              <a:gd name="connsiteY939" fmla="*/ 0 h 6858000"/>
              <a:gd name="connsiteX940" fmla="*/ 43151 w 7472601"/>
              <a:gd name="connsiteY940" fmla="*/ 0 h 6858000"/>
              <a:gd name="connsiteX941" fmla="*/ 95283 w 7472601"/>
              <a:gd name="connsiteY941" fmla="*/ 0 h 6858000"/>
              <a:gd name="connsiteX942" fmla="*/ 300708 w 7472601"/>
              <a:gd name="connsiteY942" fmla="*/ 154571 h 6858000"/>
              <a:gd name="connsiteX943" fmla="*/ 530414 w 7472601"/>
              <a:gd name="connsiteY943" fmla="*/ 354673 h 6858000"/>
              <a:gd name="connsiteX944" fmla="*/ 333785 w 7472601"/>
              <a:gd name="connsiteY944" fmla="*/ 161564 h 6858000"/>
              <a:gd name="connsiteX945" fmla="*/ 147005 w 7472601"/>
              <a:gd name="connsiteY945" fmla="*/ 0 h 6858000"/>
              <a:gd name="connsiteX946" fmla="*/ 272509 w 7472601"/>
              <a:gd name="connsiteY946" fmla="*/ 0 h 6858000"/>
              <a:gd name="connsiteX947" fmla="*/ 326276 w 7472601"/>
              <a:gd name="connsiteY947" fmla="*/ 45847 h 6858000"/>
              <a:gd name="connsiteX948" fmla="*/ 823759 w 7472601"/>
              <a:gd name="connsiteY948" fmla="*/ 574145 h 6858000"/>
              <a:gd name="connsiteX949" fmla="*/ 811254 w 7472601"/>
              <a:gd name="connsiteY949" fmla="*/ 665546 h 6858000"/>
              <a:gd name="connsiteX950" fmla="*/ 154042 w 7472601"/>
              <a:gd name="connsiteY950" fmla="*/ 261522 h 6858000"/>
              <a:gd name="connsiteX951" fmla="*/ 13550 w 7472601"/>
              <a:gd name="connsiteY951" fmla="*/ 158423 h 6858000"/>
              <a:gd name="connsiteX952" fmla="*/ 0 w 7472601"/>
              <a:gd name="connsiteY952" fmla="*/ 146618 h 6858000"/>
              <a:gd name="connsiteX953" fmla="*/ 0 w 7472601"/>
              <a:gd name="connsiteY953" fmla="*/ 59161 h 6858000"/>
              <a:gd name="connsiteX954" fmla="*/ 45427 w 7472601"/>
              <a:gd name="connsiteY954" fmla="*/ 101078 h 6858000"/>
              <a:gd name="connsiteX955" fmla="*/ 630103 w 7472601"/>
              <a:gd name="connsiteY955" fmla="*/ 485885 h 6858000"/>
              <a:gd name="connsiteX956" fmla="*/ 532040 w 7472601"/>
              <a:gd name="connsiteY956" fmla="*/ 399359 h 6858000"/>
              <a:gd name="connsiteX957" fmla="*/ 517618 w 7472601"/>
              <a:gd name="connsiteY957" fmla="*/ 385726 h 6858000"/>
              <a:gd name="connsiteX958" fmla="*/ 285074 w 7472601"/>
              <a:gd name="connsiteY958" fmla="*/ 182755 h 6858000"/>
              <a:gd name="connsiteX959" fmla="*/ 43151 w 7472601"/>
              <a:gd name="connsiteY959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221686 h 6858000"/>
              <a:gd name="connsiteX78" fmla="*/ 7467600 w 7467663"/>
              <a:gd name="connsiteY78" fmla="*/ 6334256 h 6858000"/>
              <a:gd name="connsiteX79" fmla="*/ 7454976 w 7467663"/>
              <a:gd name="connsiteY79" fmla="*/ 6318297 h 6858000"/>
              <a:gd name="connsiteX80" fmla="*/ 1456157 w 7467663"/>
              <a:gd name="connsiteY80" fmla="*/ 5371404 h 6858000"/>
              <a:gd name="connsiteX81" fmla="*/ 1244432 w 7467663"/>
              <a:gd name="connsiteY81" fmla="*/ 5385601 h 6858000"/>
              <a:gd name="connsiteX82" fmla="*/ 973990 w 7467663"/>
              <a:gd name="connsiteY82" fmla="*/ 5424940 h 6858000"/>
              <a:gd name="connsiteX83" fmla="*/ 1103809 w 7467663"/>
              <a:gd name="connsiteY83" fmla="*/ 5433720 h 6858000"/>
              <a:gd name="connsiteX84" fmla="*/ 1123454 w 7467663"/>
              <a:gd name="connsiteY84" fmla="*/ 5435727 h 6858000"/>
              <a:gd name="connsiteX85" fmla="*/ 1737017 w 7467663"/>
              <a:gd name="connsiteY85" fmla="*/ 5452183 h 6858000"/>
              <a:gd name="connsiteX86" fmla="*/ 1824397 w 7467663"/>
              <a:gd name="connsiteY86" fmla="*/ 5447757 h 6858000"/>
              <a:gd name="connsiteX87" fmla="*/ 2070059 w 7467663"/>
              <a:gd name="connsiteY87" fmla="*/ 5441660 h 6858000"/>
              <a:gd name="connsiteX88" fmla="*/ 1456157 w 7467663"/>
              <a:gd name="connsiteY88" fmla="*/ 5371404 h 6858000"/>
              <a:gd name="connsiteX89" fmla="*/ 4988186 w 7467663"/>
              <a:gd name="connsiteY89" fmla="*/ 5216467 h 6858000"/>
              <a:gd name="connsiteX90" fmla="*/ 4777334 w 7467663"/>
              <a:gd name="connsiteY90" fmla="*/ 5406072 h 6858000"/>
              <a:gd name="connsiteX91" fmla="*/ 4718341 w 7467663"/>
              <a:gd name="connsiteY91" fmla="*/ 5468043 h 6858000"/>
              <a:gd name="connsiteX92" fmla="*/ 4604655 w 7467663"/>
              <a:gd name="connsiteY92" fmla="*/ 5583434 h 6858000"/>
              <a:gd name="connsiteX93" fmla="*/ 4565074 w 7467663"/>
              <a:gd name="connsiteY93" fmla="*/ 5618550 h 6858000"/>
              <a:gd name="connsiteX94" fmla="*/ 4988186 w 7467663"/>
              <a:gd name="connsiteY94" fmla="*/ 5216467 h 6858000"/>
              <a:gd name="connsiteX95" fmla="*/ 4978032 w 7467663"/>
              <a:gd name="connsiteY95" fmla="*/ 5183809 h 6858000"/>
              <a:gd name="connsiteX96" fmla="*/ 4463413 w 7467663"/>
              <a:gd name="connsiteY96" fmla="*/ 5615162 h 6858000"/>
              <a:gd name="connsiteX97" fmla="*/ 4358134 w 7467663"/>
              <a:gd name="connsiteY97" fmla="*/ 5742791 h 6858000"/>
              <a:gd name="connsiteX98" fmla="*/ 4376219 w 7467663"/>
              <a:gd name="connsiteY98" fmla="*/ 5729027 h 6858000"/>
              <a:gd name="connsiteX99" fmla="*/ 4582340 w 7467663"/>
              <a:gd name="connsiteY99" fmla="*/ 5561037 h 6858000"/>
              <a:gd name="connsiteX100" fmla="*/ 4694684 w 7467663"/>
              <a:gd name="connsiteY100" fmla="*/ 5447098 h 6858000"/>
              <a:gd name="connsiteX101" fmla="*/ 4754123 w 7467663"/>
              <a:gd name="connsiteY101" fmla="*/ 5384643 h 6858000"/>
              <a:gd name="connsiteX102" fmla="*/ 4978032 w 7467663"/>
              <a:gd name="connsiteY102" fmla="*/ 5183809 h 6858000"/>
              <a:gd name="connsiteX103" fmla="*/ 1903353 w 7467663"/>
              <a:gd name="connsiteY103" fmla="*/ 5044827 h 6858000"/>
              <a:gd name="connsiteX104" fmla="*/ 1936931 w 7467663"/>
              <a:gd name="connsiteY104" fmla="*/ 5093954 h 6858000"/>
              <a:gd name="connsiteX105" fmla="*/ 2195868 w 7467663"/>
              <a:gd name="connsiteY105" fmla="*/ 5396574 h 6858000"/>
              <a:gd name="connsiteX106" fmla="*/ 2088852 w 7467663"/>
              <a:gd name="connsiteY106" fmla="*/ 5166123 h 6858000"/>
              <a:gd name="connsiteX107" fmla="*/ 1958241 w 7467663"/>
              <a:gd name="connsiteY107" fmla="*/ 5067955 h 6858000"/>
              <a:gd name="connsiteX108" fmla="*/ 1903353 w 7467663"/>
              <a:gd name="connsiteY108" fmla="*/ 5044827 h 6858000"/>
              <a:gd name="connsiteX109" fmla="*/ 1979378 w 7467663"/>
              <a:gd name="connsiteY109" fmla="*/ 4769504 h 6858000"/>
              <a:gd name="connsiteX110" fmla="*/ 2882120 w 7467663"/>
              <a:gd name="connsiteY110" fmla="*/ 5064547 h 6858000"/>
              <a:gd name="connsiteX111" fmla="*/ 2793103 w 7467663"/>
              <a:gd name="connsiteY111" fmla="*/ 5039699 h 6858000"/>
              <a:gd name="connsiteX112" fmla="*/ 2770041 w 7467663"/>
              <a:gd name="connsiteY112" fmla="*/ 5033634 h 6858000"/>
              <a:gd name="connsiteX113" fmla="*/ 1979378 w 7467663"/>
              <a:gd name="connsiteY113" fmla="*/ 4769504 h 6858000"/>
              <a:gd name="connsiteX114" fmla="*/ 1927410 w 7467663"/>
              <a:gd name="connsiteY114" fmla="*/ 4716164 h 6858000"/>
              <a:gd name="connsiteX115" fmla="*/ 1959587 w 7467663"/>
              <a:gd name="connsiteY115" fmla="*/ 4728849 h 6858000"/>
              <a:gd name="connsiteX116" fmla="*/ 2777707 w 7467663"/>
              <a:gd name="connsiteY116" fmla="*/ 5003991 h 6858000"/>
              <a:gd name="connsiteX117" fmla="*/ 2800768 w 7467663"/>
              <a:gd name="connsiteY117" fmla="*/ 5010056 h 6858000"/>
              <a:gd name="connsiteX118" fmla="*/ 2879408 w 7467663"/>
              <a:gd name="connsiteY118" fmla="*/ 5031590 h 6858000"/>
              <a:gd name="connsiteX119" fmla="*/ 2862295 w 7467663"/>
              <a:gd name="connsiteY119" fmla="*/ 5022958 h 6858000"/>
              <a:gd name="connsiteX120" fmla="*/ 2813343 w 7467663"/>
              <a:gd name="connsiteY120" fmla="*/ 4998369 h 6858000"/>
              <a:gd name="connsiteX121" fmla="*/ 2646245 w 7467663"/>
              <a:gd name="connsiteY121" fmla="*/ 4930999 h 6858000"/>
              <a:gd name="connsiteX122" fmla="*/ 1999243 w 7467663"/>
              <a:gd name="connsiteY122" fmla="*/ 4730524 h 6858000"/>
              <a:gd name="connsiteX123" fmla="*/ 1979527 w 7467663"/>
              <a:gd name="connsiteY123" fmla="*/ 4726651 h 6858000"/>
              <a:gd name="connsiteX124" fmla="*/ 1927410 w 7467663"/>
              <a:gd name="connsiteY124" fmla="*/ 4716164 h 6858000"/>
              <a:gd name="connsiteX125" fmla="*/ 1997014 w 7467663"/>
              <a:gd name="connsiteY125" fmla="*/ 4698007 h 6858000"/>
              <a:gd name="connsiteX126" fmla="*/ 2005458 w 7467663"/>
              <a:gd name="connsiteY126" fmla="*/ 4699540 h 6858000"/>
              <a:gd name="connsiteX127" fmla="*/ 2657186 w 7467663"/>
              <a:gd name="connsiteY127" fmla="*/ 4901687 h 6858000"/>
              <a:gd name="connsiteX128" fmla="*/ 2826662 w 7467663"/>
              <a:gd name="connsiteY128" fmla="*/ 4970362 h 6858000"/>
              <a:gd name="connsiteX129" fmla="*/ 2876100 w 7467663"/>
              <a:gd name="connsiteY129" fmla="*/ 4995397 h 6858000"/>
              <a:gd name="connsiteX130" fmla="*/ 3042600 w 7467663"/>
              <a:gd name="connsiteY130" fmla="*/ 5059532 h 6858000"/>
              <a:gd name="connsiteX131" fmla="*/ 1997014 w 7467663"/>
              <a:gd name="connsiteY131" fmla="*/ 4698007 h 6858000"/>
              <a:gd name="connsiteX132" fmla="*/ 2305292 w 7467663"/>
              <a:gd name="connsiteY132" fmla="*/ 4219492 h 6858000"/>
              <a:gd name="connsiteX133" fmla="*/ 3360922 w 7467663"/>
              <a:gd name="connsiteY133" fmla="*/ 4529373 h 6858000"/>
              <a:gd name="connsiteX134" fmla="*/ 3492420 w 7467663"/>
              <a:gd name="connsiteY134" fmla="*/ 4510145 h 6858000"/>
              <a:gd name="connsiteX135" fmla="*/ 3364086 w 7467663"/>
              <a:gd name="connsiteY135" fmla="*/ 4480340 h 6858000"/>
              <a:gd name="connsiteX136" fmla="*/ 3225818 w 7467663"/>
              <a:gd name="connsiteY136" fmla="*/ 4411822 h 6858000"/>
              <a:gd name="connsiteX137" fmla="*/ 3129696 w 7467663"/>
              <a:gd name="connsiteY137" fmla="*/ 4360704 h 6858000"/>
              <a:gd name="connsiteX138" fmla="*/ 2814545 w 7467663"/>
              <a:gd name="connsiteY138" fmla="*/ 4282955 h 6858000"/>
              <a:gd name="connsiteX139" fmla="*/ 2305292 w 7467663"/>
              <a:gd name="connsiteY139" fmla="*/ 4219492 h 6858000"/>
              <a:gd name="connsiteX140" fmla="*/ 2626982 w 7467663"/>
              <a:gd name="connsiteY140" fmla="*/ 4206450 h 6858000"/>
              <a:gd name="connsiteX141" fmla="*/ 2490617 w 7467663"/>
              <a:gd name="connsiteY141" fmla="*/ 4206951 h 6858000"/>
              <a:gd name="connsiteX142" fmla="*/ 2819869 w 7467663"/>
              <a:gd name="connsiteY142" fmla="*/ 4252936 h 6858000"/>
              <a:gd name="connsiteX143" fmla="*/ 3143018 w 7467663"/>
              <a:gd name="connsiteY143" fmla="*/ 4332698 h 6858000"/>
              <a:gd name="connsiteX144" fmla="*/ 3241520 w 7467663"/>
              <a:gd name="connsiteY144" fmla="*/ 4385112 h 6858000"/>
              <a:gd name="connsiteX145" fmla="*/ 3374575 w 7467663"/>
              <a:gd name="connsiteY145" fmla="*/ 4451517 h 6858000"/>
              <a:gd name="connsiteX146" fmla="*/ 3505221 w 7467663"/>
              <a:gd name="connsiteY146" fmla="*/ 4480757 h 6858000"/>
              <a:gd name="connsiteX147" fmla="*/ 2626982 w 7467663"/>
              <a:gd name="connsiteY147" fmla="*/ 4206450 h 6858000"/>
              <a:gd name="connsiteX148" fmla="*/ 1310106 w 7467663"/>
              <a:gd name="connsiteY148" fmla="*/ 3943217 h 6858000"/>
              <a:gd name="connsiteX149" fmla="*/ 854994 w 7467663"/>
              <a:gd name="connsiteY149" fmla="*/ 4399136 h 6858000"/>
              <a:gd name="connsiteX150" fmla="*/ 742462 w 7467663"/>
              <a:gd name="connsiteY150" fmla="*/ 4594648 h 6858000"/>
              <a:gd name="connsiteX151" fmla="*/ 820602 w 7467663"/>
              <a:gd name="connsiteY151" fmla="*/ 4485915 h 6858000"/>
              <a:gd name="connsiteX152" fmla="*/ 878295 w 7467663"/>
              <a:gd name="connsiteY152" fmla="*/ 4403594 h 6858000"/>
              <a:gd name="connsiteX153" fmla="*/ 1240607 w 7467663"/>
              <a:gd name="connsiteY153" fmla="*/ 4010401 h 6858000"/>
              <a:gd name="connsiteX154" fmla="*/ 1310106 w 7467663"/>
              <a:gd name="connsiteY154" fmla="*/ 3943217 h 6858000"/>
              <a:gd name="connsiteX155" fmla="*/ 1423113 w 7467663"/>
              <a:gd name="connsiteY155" fmla="*/ 3874565 h 6858000"/>
              <a:gd name="connsiteX156" fmla="*/ 1260565 w 7467663"/>
              <a:gd name="connsiteY156" fmla="*/ 4031982 h 6858000"/>
              <a:gd name="connsiteX157" fmla="*/ 901900 w 7467663"/>
              <a:gd name="connsiteY157" fmla="*/ 4421236 h 6858000"/>
              <a:gd name="connsiteX158" fmla="*/ 845044 w 7467663"/>
              <a:gd name="connsiteY158" fmla="*/ 4502436 h 6858000"/>
              <a:gd name="connsiteX159" fmla="*/ 685926 w 7467663"/>
              <a:gd name="connsiteY159" fmla="*/ 4703069 h 6858000"/>
              <a:gd name="connsiteX160" fmla="*/ 684248 w 7467663"/>
              <a:gd name="connsiteY160" fmla="*/ 4706721 h 6858000"/>
              <a:gd name="connsiteX161" fmla="*/ 1423113 w 7467663"/>
              <a:gd name="connsiteY161" fmla="*/ 3874565 h 6858000"/>
              <a:gd name="connsiteX162" fmla="*/ 3316479 w 7467663"/>
              <a:gd name="connsiteY162" fmla="*/ 3872136 h 6858000"/>
              <a:gd name="connsiteX163" fmla="*/ 3546806 w 7467663"/>
              <a:gd name="connsiteY163" fmla="*/ 4356139 h 6858000"/>
              <a:gd name="connsiteX164" fmla="*/ 3364433 w 7467663"/>
              <a:gd name="connsiteY164" fmla="*/ 3953121 h 6858000"/>
              <a:gd name="connsiteX165" fmla="*/ 3316479 w 7467663"/>
              <a:gd name="connsiteY165" fmla="*/ 3872136 h 6858000"/>
              <a:gd name="connsiteX166" fmla="*/ 3291335 w 7467663"/>
              <a:gd name="connsiteY166" fmla="*/ 3767420 h 6858000"/>
              <a:gd name="connsiteX167" fmla="*/ 3390805 w 7467663"/>
              <a:gd name="connsiteY167" fmla="*/ 3937163 h 6858000"/>
              <a:gd name="connsiteX168" fmla="*/ 3579062 w 7467663"/>
              <a:gd name="connsiteY168" fmla="*/ 4359040 h 6858000"/>
              <a:gd name="connsiteX169" fmla="*/ 3467355 w 7467663"/>
              <a:gd name="connsiteY169" fmla="*/ 3988130 h 6858000"/>
              <a:gd name="connsiteX170" fmla="*/ 3310753 w 7467663"/>
              <a:gd name="connsiteY170" fmla="*/ 3787140 h 6858000"/>
              <a:gd name="connsiteX171" fmla="*/ 3291335 w 7467663"/>
              <a:gd name="connsiteY171" fmla="*/ 3767420 h 6858000"/>
              <a:gd name="connsiteX172" fmla="*/ 1635889 w 7467663"/>
              <a:gd name="connsiteY172" fmla="*/ 3709494 h 6858000"/>
              <a:gd name="connsiteX173" fmla="*/ 1634800 w 7467663"/>
              <a:gd name="connsiteY173" fmla="*/ 3731111 h 6858000"/>
              <a:gd name="connsiteX174" fmla="*/ 1635889 w 7467663"/>
              <a:gd name="connsiteY174" fmla="*/ 3709494 h 6858000"/>
              <a:gd name="connsiteX175" fmla="*/ 1510397 w 7467663"/>
              <a:gd name="connsiteY175" fmla="*/ 3684705 h 6858000"/>
              <a:gd name="connsiteX176" fmla="*/ 1146550 w 7467663"/>
              <a:gd name="connsiteY176" fmla="*/ 3802012 h 6858000"/>
              <a:gd name="connsiteX177" fmla="*/ 698834 w 7467663"/>
              <a:gd name="connsiteY177" fmla="*/ 3952272 h 6858000"/>
              <a:gd name="connsiteX178" fmla="*/ 34256 w 7467663"/>
              <a:gd name="connsiteY178" fmla="*/ 4347603 h 6858000"/>
              <a:gd name="connsiteX179" fmla="*/ 527241 w 7467663"/>
              <a:gd name="connsiteY179" fmla="*/ 4065078 h 6858000"/>
              <a:gd name="connsiteX180" fmla="*/ 1510397 w 7467663"/>
              <a:gd name="connsiteY180" fmla="*/ 3684705 h 6858000"/>
              <a:gd name="connsiteX181" fmla="*/ 1313114 w 7467663"/>
              <a:gd name="connsiteY181" fmla="*/ 3655216 h 6858000"/>
              <a:gd name="connsiteX182" fmla="*/ 1109304 w 7467663"/>
              <a:gd name="connsiteY182" fmla="*/ 3669030 h 6858000"/>
              <a:gd name="connsiteX183" fmla="*/ 8129 w 7467663"/>
              <a:gd name="connsiteY183" fmla="*/ 4330519 h 6858000"/>
              <a:gd name="connsiteX184" fmla="*/ 687572 w 7467663"/>
              <a:gd name="connsiteY184" fmla="*/ 3925629 h 6858000"/>
              <a:gd name="connsiteX185" fmla="*/ 1138365 w 7467663"/>
              <a:gd name="connsiteY185" fmla="*/ 3774515 h 6858000"/>
              <a:gd name="connsiteX186" fmla="*/ 1505579 w 7467663"/>
              <a:gd name="connsiteY186" fmla="*/ 3655526 h 6858000"/>
              <a:gd name="connsiteX187" fmla="*/ 1313114 w 7467663"/>
              <a:gd name="connsiteY187" fmla="*/ 3655216 h 6858000"/>
              <a:gd name="connsiteX188" fmla="*/ 3655073 w 7467663"/>
              <a:gd name="connsiteY188" fmla="*/ 3650884 h 6858000"/>
              <a:gd name="connsiteX189" fmla="*/ 3989938 w 7467663"/>
              <a:gd name="connsiteY189" fmla="*/ 3991685 h 6858000"/>
              <a:gd name="connsiteX190" fmla="*/ 4393907 w 7467663"/>
              <a:gd name="connsiteY190" fmla="*/ 4261258 h 6858000"/>
              <a:gd name="connsiteX191" fmla="*/ 4648051 w 7467663"/>
              <a:gd name="connsiteY191" fmla="*/ 4374051 h 6858000"/>
              <a:gd name="connsiteX192" fmla="*/ 4383389 w 7467663"/>
              <a:gd name="connsiteY192" fmla="*/ 4184369 h 6858000"/>
              <a:gd name="connsiteX193" fmla="*/ 4165508 w 7467663"/>
              <a:gd name="connsiteY193" fmla="*/ 4035196 h 6858000"/>
              <a:gd name="connsiteX194" fmla="*/ 4068162 w 7467663"/>
              <a:gd name="connsiteY194" fmla="*/ 3953394 h 6858000"/>
              <a:gd name="connsiteX195" fmla="*/ 3981416 w 7467663"/>
              <a:gd name="connsiteY195" fmla="*/ 3880482 h 6858000"/>
              <a:gd name="connsiteX196" fmla="*/ 3800147 w 7467663"/>
              <a:gd name="connsiteY196" fmla="*/ 3749872 h 6858000"/>
              <a:gd name="connsiteX197" fmla="*/ 3655073 w 7467663"/>
              <a:gd name="connsiteY197" fmla="*/ 3650884 h 6858000"/>
              <a:gd name="connsiteX198" fmla="*/ 3670252 w 7467663"/>
              <a:gd name="connsiteY198" fmla="*/ 3622798 h 6858000"/>
              <a:gd name="connsiteX199" fmla="*/ 3817258 w 7467663"/>
              <a:gd name="connsiteY199" fmla="*/ 3723577 h 6858000"/>
              <a:gd name="connsiteX200" fmla="*/ 4000461 w 7467663"/>
              <a:gd name="connsiteY200" fmla="*/ 3855966 h 6858000"/>
              <a:gd name="connsiteX201" fmla="*/ 4088180 w 7467663"/>
              <a:gd name="connsiteY201" fmla="*/ 3929774 h 6858000"/>
              <a:gd name="connsiteX202" fmla="*/ 4184555 w 7467663"/>
              <a:gd name="connsiteY202" fmla="*/ 4010683 h 6858000"/>
              <a:gd name="connsiteX203" fmla="*/ 4399563 w 7467663"/>
              <a:gd name="connsiteY203" fmla="*/ 4158106 h 6858000"/>
              <a:gd name="connsiteX204" fmla="*/ 4684469 w 7467663"/>
              <a:gd name="connsiteY204" fmla="*/ 4364680 h 6858000"/>
              <a:gd name="connsiteX205" fmla="*/ 4690271 w 7467663"/>
              <a:gd name="connsiteY205" fmla="*/ 4370034 h 6858000"/>
              <a:gd name="connsiteX206" fmla="*/ 4136093 w 7467663"/>
              <a:gd name="connsiteY206" fmla="*/ 3858466 h 6858000"/>
              <a:gd name="connsiteX207" fmla="*/ 3670252 w 7467663"/>
              <a:gd name="connsiteY207" fmla="*/ 3622798 h 6858000"/>
              <a:gd name="connsiteX208" fmla="*/ 4440129 w 7467663"/>
              <a:gd name="connsiteY208" fmla="*/ 3448571 h 6858000"/>
              <a:gd name="connsiteX209" fmla="*/ 4856525 w 7467663"/>
              <a:gd name="connsiteY209" fmla="*/ 3915351 h 6858000"/>
              <a:gd name="connsiteX210" fmla="*/ 5059055 w 7467663"/>
              <a:gd name="connsiteY210" fmla="*/ 4108918 h 6858000"/>
              <a:gd name="connsiteX211" fmla="*/ 5290070 w 7467663"/>
              <a:gd name="connsiteY211" fmla="*/ 4263619 h 6858000"/>
              <a:gd name="connsiteX212" fmla="*/ 4834991 w 7467663"/>
              <a:gd name="connsiteY212" fmla="*/ 3830985 h 6858000"/>
              <a:gd name="connsiteX213" fmla="*/ 4440129 w 7467663"/>
              <a:gd name="connsiteY213" fmla="*/ 3448571 h 6858000"/>
              <a:gd name="connsiteX214" fmla="*/ 4441737 w 7467663"/>
              <a:gd name="connsiteY214" fmla="*/ 3399734 h 6858000"/>
              <a:gd name="connsiteX215" fmla="*/ 4431236 w 7467663"/>
              <a:gd name="connsiteY215" fmla="*/ 3400954 h 6858000"/>
              <a:gd name="connsiteX216" fmla="*/ 4557150 w 7467663"/>
              <a:gd name="connsiteY216" fmla="*/ 3510023 h 6858000"/>
              <a:gd name="connsiteX217" fmla="*/ 4856936 w 7467663"/>
              <a:gd name="connsiteY217" fmla="*/ 3809146 h 6858000"/>
              <a:gd name="connsiteX218" fmla="*/ 5111996 w 7467663"/>
              <a:gd name="connsiteY218" fmla="*/ 4065759 h 6858000"/>
              <a:gd name="connsiteX219" fmla="*/ 5388878 w 7467663"/>
              <a:gd name="connsiteY219" fmla="*/ 4300185 h 6858000"/>
              <a:gd name="connsiteX220" fmla="*/ 5425556 w 7467663"/>
              <a:gd name="connsiteY220" fmla="*/ 4308967 h 6858000"/>
              <a:gd name="connsiteX221" fmla="*/ 4943646 w 7467663"/>
              <a:gd name="connsiteY221" fmla="*/ 3822916 h 6858000"/>
              <a:gd name="connsiteX222" fmla="*/ 4594837 w 7467663"/>
              <a:gd name="connsiteY222" fmla="*/ 3532274 h 6858000"/>
              <a:gd name="connsiteX223" fmla="*/ 4441737 w 7467663"/>
              <a:gd name="connsiteY223" fmla="*/ 3399734 h 6858000"/>
              <a:gd name="connsiteX224" fmla="*/ 5425834 w 7467663"/>
              <a:gd name="connsiteY224" fmla="*/ 3162785 h 6858000"/>
              <a:gd name="connsiteX225" fmla="*/ 5401644 w 7467663"/>
              <a:gd name="connsiteY225" fmla="*/ 3617847 h 6858000"/>
              <a:gd name="connsiteX226" fmla="*/ 5467256 w 7467663"/>
              <a:gd name="connsiteY226" fmla="*/ 4175494 h 6858000"/>
              <a:gd name="connsiteX227" fmla="*/ 5448069 w 7467663"/>
              <a:gd name="connsiteY227" fmla="*/ 3567554 h 6858000"/>
              <a:gd name="connsiteX228" fmla="*/ 5425834 w 7467663"/>
              <a:gd name="connsiteY228" fmla="*/ 3162785 h 6858000"/>
              <a:gd name="connsiteX229" fmla="*/ 1318687 w 7467663"/>
              <a:gd name="connsiteY229" fmla="*/ 3113840 h 6858000"/>
              <a:gd name="connsiteX230" fmla="*/ 1066793 w 7467663"/>
              <a:gd name="connsiteY230" fmla="*/ 3212171 h 6858000"/>
              <a:gd name="connsiteX231" fmla="*/ 993319 w 7467663"/>
              <a:gd name="connsiteY231" fmla="*/ 3247648 h 6858000"/>
              <a:gd name="connsiteX232" fmla="*/ 853081 w 7467663"/>
              <a:gd name="connsiteY232" fmla="*/ 3312410 h 6858000"/>
              <a:gd name="connsiteX233" fmla="*/ 805957 w 7467663"/>
              <a:gd name="connsiteY233" fmla="*/ 3330443 h 6858000"/>
              <a:gd name="connsiteX234" fmla="*/ 1318687 w 7467663"/>
              <a:gd name="connsiteY234" fmla="*/ 3113840 h 6858000"/>
              <a:gd name="connsiteX235" fmla="*/ 5453702 w 7467663"/>
              <a:gd name="connsiteY235" fmla="*/ 3090882 h 6858000"/>
              <a:gd name="connsiteX236" fmla="*/ 5480135 w 7467663"/>
              <a:gd name="connsiteY236" fmla="*/ 3565802 h 6858000"/>
              <a:gd name="connsiteX237" fmla="*/ 5499023 w 7467663"/>
              <a:gd name="connsiteY237" fmla="*/ 4166310 h 6858000"/>
              <a:gd name="connsiteX238" fmla="*/ 5547022 w 7467663"/>
              <a:gd name="connsiteY238" fmla="*/ 3607838 h 6858000"/>
              <a:gd name="connsiteX239" fmla="*/ 5515964 w 7467663"/>
              <a:gd name="connsiteY239" fmla="*/ 3378541 h 6858000"/>
              <a:gd name="connsiteX240" fmla="*/ 5453702 w 7467663"/>
              <a:gd name="connsiteY240" fmla="*/ 3090882 h 6858000"/>
              <a:gd name="connsiteX241" fmla="*/ 1238695 w 7467663"/>
              <a:gd name="connsiteY241" fmla="*/ 3076820 h 6858000"/>
              <a:gd name="connsiteX242" fmla="*/ 716371 w 7467663"/>
              <a:gd name="connsiteY242" fmla="*/ 3293249 h 6858000"/>
              <a:gd name="connsiteX243" fmla="*/ 579522 w 7467663"/>
              <a:gd name="connsiteY243" fmla="*/ 3371759 h 6858000"/>
              <a:gd name="connsiteX244" fmla="*/ 600288 w 7467663"/>
              <a:gd name="connsiteY244" fmla="*/ 3365555 h 6858000"/>
              <a:gd name="connsiteX245" fmla="*/ 840692 w 7467663"/>
              <a:gd name="connsiteY245" fmla="*/ 3284921 h 6858000"/>
              <a:gd name="connsiteX246" fmla="*/ 979248 w 7467663"/>
              <a:gd name="connsiteY246" fmla="*/ 3221003 h 6858000"/>
              <a:gd name="connsiteX247" fmla="*/ 1053282 w 7467663"/>
              <a:gd name="connsiteY247" fmla="*/ 3185247 h 6858000"/>
              <a:gd name="connsiteX248" fmla="*/ 1320603 w 7467663"/>
              <a:gd name="connsiteY248" fmla="*/ 3081281 h 6858000"/>
              <a:gd name="connsiteX249" fmla="*/ 1238695 w 7467663"/>
              <a:gd name="connsiteY249" fmla="*/ 3076820 h 6858000"/>
              <a:gd name="connsiteX250" fmla="*/ 5425627 w 7467663"/>
              <a:gd name="connsiteY250" fmla="*/ 2954192 h 6858000"/>
              <a:gd name="connsiteX251" fmla="*/ 5470770 w 7467663"/>
              <a:gd name="connsiteY251" fmla="*/ 3005435 h 6858000"/>
              <a:gd name="connsiteX252" fmla="*/ 5519779 w 7467663"/>
              <a:gd name="connsiteY252" fmla="*/ 4359223 h 6858000"/>
              <a:gd name="connsiteX253" fmla="*/ 5520293 w 7467663"/>
              <a:gd name="connsiteY253" fmla="*/ 4360602 h 6858000"/>
              <a:gd name="connsiteX254" fmla="*/ 5767221 w 7467663"/>
              <a:gd name="connsiteY254" fmla="*/ 4665564 h 6858000"/>
              <a:gd name="connsiteX255" fmla="*/ 6937169 w 7467663"/>
              <a:gd name="connsiteY255" fmla="*/ 4815941 h 6858000"/>
              <a:gd name="connsiteX256" fmla="*/ 6953922 w 7467663"/>
              <a:gd name="connsiteY256" fmla="*/ 4890068 h 6858000"/>
              <a:gd name="connsiteX257" fmla="*/ 6071359 w 7467663"/>
              <a:gd name="connsiteY257" fmla="*/ 4770770 h 6858000"/>
              <a:gd name="connsiteX258" fmla="*/ 6038839 w 7467663"/>
              <a:gd name="connsiteY258" fmla="*/ 4764474 h 6858000"/>
              <a:gd name="connsiteX259" fmla="*/ 6038706 w 7467663"/>
              <a:gd name="connsiteY259" fmla="*/ 4763847 h 6858000"/>
              <a:gd name="connsiteX260" fmla="*/ 6037784 w 7467663"/>
              <a:gd name="connsiteY260" fmla="*/ 4764270 h 6858000"/>
              <a:gd name="connsiteX261" fmla="*/ 6038839 w 7467663"/>
              <a:gd name="connsiteY261" fmla="*/ 4764474 h 6858000"/>
              <a:gd name="connsiteX262" fmla="*/ 6040338 w 7467663"/>
              <a:gd name="connsiteY262" fmla="*/ 4771418 h 6858000"/>
              <a:gd name="connsiteX263" fmla="*/ 6024488 w 7467663"/>
              <a:gd name="connsiteY263" fmla="*/ 4809903 h 6858000"/>
              <a:gd name="connsiteX264" fmla="*/ 5599771 w 7467663"/>
              <a:gd name="connsiteY264" fmla="*/ 5509652 h 6858000"/>
              <a:gd name="connsiteX265" fmla="*/ 5548843 w 7467663"/>
              <a:gd name="connsiteY265" fmla="*/ 5563845 h 6858000"/>
              <a:gd name="connsiteX266" fmla="*/ 5940952 w 7467663"/>
              <a:gd name="connsiteY266" fmla="*/ 6250028 h 6858000"/>
              <a:gd name="connsiteX267" fmla="*/ 6043441 w 7467663"/>
              <a:gd name="connsiteY267" fmla="*/ 6665847 h 6858000"/>
              <a:gd name="connsiteX268" fmla="*/ 6093432 w 7467663"/>
              <a:gd name="connsiteY268" fmla="*/ 6858000 h 6858000"/>
              <a:gd name="connsiteX269" fmla="*/ 6034344 w 7467663"/>
              <a:gd name="connsiteY269" fmla="*/ 6858000 h 6858000"/>
              <a:gd name="connsiteX270" fmla="*/ 6026679 w 7467663"/>
              <a:gd name="connsiteY270" fmla="*/ 6836959 h 6858000"/>
              <a:gd name="connsiteX271" fmla="*/ 5800441 w 7467663"/>
              <a:gd name="connsiteY271" fmla="*/ 6335286 h 6858000"/>
              <a:gd name="connsiteX272" fmla="*/ 5526562 w 7467663"/>
              <a:gd name="connsiteY272" fmla="*/ 5705388 h 6858000"/>
              <a:gd name="connsiteX273" fmla="*/ 5519640 w 7467663"/>
              <a:gd name="connsiteY273" fmla="*/ 5683774 h 6858000"/>
              <a:gd name="connsiteX274" fmla="*/ 5844559 w 7467663"/>
              <a:gd name="connsiteY274" fmla="*/ 6553349 h 6858000"/>
              <a:gd name="connsiteX275" fmla="*/ 5975994 w 7467663"/>
              <a:gd name="connsiteY275" fmla="*/ 6858000 h 6858000"/>
              <a:gd name="connsiteX276" fmla="*/ 5898547 w 7467663"/>
              <a:gd name="connsiteY276" fmla="*/ 6858000 h 6858000"/>
              <a:gd name="connsiteX277" fmla="*/ 5682041 w 7467663"/>
              <a:gd name="connsiteY277" fmla="*/ 6355860 h 6858000"/>
              <a:gd name="connsiteX278" fmla="*/ 5461758 w 7467663"/>
              <a:gd name="connsiteY278" fmla="*/ 5820220 h 6858000"/>
              <a:gd name="connsiteX279" fmla="*/ 5237282 w 7467663"/>
              <a:gd name="connsiteY279" fmla="*/ 6579086 h 6858000"/>
              <a:gd name="connsiteX280" fmla="*/ 5115009 w 7467663"/>
              <a:gd name="connsiteY280" fmla="*/ 6858000 h 6858000"/>
              <a:gd name="connsiteX281" fmla="*/ 5028074 w 7467663"/>
              <a:gd name="connsiteY281" fmla="*/ 6858000 h 6858000"/>
              <a:gd name="connsiteX282" fmla="*/ 5079508 w 7467663"/>
              <a:gd name="connsiteY282" fmla="*/ 6749074 h 6858000"/>
              <a:gd name="connsiteX283" fmla="*/ 5371846 w 7467663"/>
              <a:gd name="connsiteY283" fmla="*/ 5924413 h 6858000"/>
              <a:gd name="connsiteX284" fmla="*/ 5270512 w 7467663"/>
              <a:gd name="connsiteY284" fmla="*/ 6138975 h 6858000"/>
              <a:gd name="connsiteX285" fmla="*/ 5062409 w 7467663"/>
              <a:gd name="connsiteY285" fmla="*/ 6653544 h 6858000"/>
              <a:gd name="connsiteX286" fmla="*/ 5036628 w 7467663"/>
              <a:gd name="connsiteY286" fmla="*/ 6754247 h 6858000"/>
              <a:gd name="connsiteX287" fmla="*/ 5009112 w 7467663"/>
              <a:gd name="connsiteY287" fmla="*/ 6858000 h 6858000"/>
              <a:gd name="connsiteX288" fmla="*/ 4976679 w 7467663"/>
              <a:gd name="connsiteY288" fmla="*/ 6858000 h 6858000"/>
              <a:gd name="connsiteX289" fmla="*/ 5006537 w 7467663"/>
              <a:gd name="connsiteY289" fmla="*/ 6747068 h 6858000"/>
              <a:gd name="connsiteX290" fmla="*/ 5032723 w 7467663"/>
              <a:gd name="connsiteY290" fmla="*/ 6644957 h 6858000"/>
              <a:gd name="connsiteX291" fmla="*/ 5242949 w 7467663"/>
              <a:gd name="connsiteY291" fmla="*/ 6125175 h 6858000"/>
              <a:gd name="connsiteX292" fmla="*/ 5286321 w 7467663"/>
              <a:gd name="connsiteY292" fmla="*/ 6033555 h 6858000"/>
              <a:gd name="connsiteX293" fmla="*/ 5008210 w 7467663"/>
              <a:gd name="connsiteY293" fmla="*/ 6649194 h 6858000"/>
              <a:gd name="connsiteX294" fmla="*/ 4986321 w 7467663"/>
              <a:gd name="connsiteY294" fmla="*/ 6765687 h 6858000"/>
              <a:gd name="connsiteX295" fmla="*/ 4973474 w 7467663"/>
              <a:gd name="connsiteY295" fmla="*/ 6858000 h 6858000"/>
              <a:gd name="connsiteX296" fmla="*/ 4907178 w 7467663"/>
              <a:gd name="connsiteY296" fmla="*/ 6858000 h 6858000"/>
              <a:gd name="connsiteX297" fmla="*/ 4910810 w 7467663"/>
              <a:gd name="connsiteY297" fmla="*/ 6829660 h 6858000"/>
              <a:gd name="connsiteX298" fmla="*/ 4987461 w 7467663"/>
              <a:gd name="connsiteY298" fmla="*/ 6432994 h 6858000"/>
              <a:gd name="connsiteX299" fmla="*/ 5179262 w 7467663"/>
              <a:gd name="connsiteY299" fmla="*/ 6035044 h 6858000"/>
              <a:gd name="connsiteX300" fmla="*/ 4689678 w 7467663"/>
              <a:gd name="connsiteY300" fmla="*/ 6440241 h 6858000"/>
              <a:gd name="connsiteX301" fmla="*/ 4477543 w 7467663"/>
              <a:gd name="connsiteY301" fmla="*/ 6674836 h 6858000"/>
              <a:gd name="connsiteX302" fmla="*/ 4329957 w 7467663"/>
              <a:gd name="connsiteY302" fmla="*/ 6858000 h 6858000"/>
              <a:gd name="connsiteX303" fmla="*/ 4218595 w 7467663"/>
              <a:gd name="connsiteY303" fmla="*/ 6858000 h 6858000"/>
              <a:gd name="connsiteX304" fmla="*/ 4368888 w 7467663"/>
              <a:gd name="connsiteY304" fmla="*/ 6668412 h 6858000"/>
              <a:gd name="connsiteX305" fmla="*/ 4563091 w 7467663"/>
              <a:gd name="connsiteY305" fmla="*/ 6442508 h 6858000"/>
              <a:gd name="connsiteX306" fmla="*/ 5387324 w 7467663"/>
              <a:gd name="connsiteY306" fmla="*/ 5705830 h 6858000"/>
              <a:gd name="connsiteX307" fmla="*/ 5073620 w 7467663"/>
              <a:gd name="connsiteY307" fmla="*/ 5955437 h 6858000"/>
              <a:gd name="connsiteX308" fmla="*/ 4689789 w 7467663"/>
              <a:gd name="connsiteY308" fmla="*/ 6268382 h 6858000"/>
              <a:gd name="connsiteX309" fmla="*/ 4418722 w 7467663"/>
              <a:gd name="connsiteY309" fmla="*/ 6570886 h 6858000"/>
              <a:gd name="connsiteX310" fmla="*/ 4214944 w 7467663"/>
              <a:gd name="connsiteY310" fmla="*/ 6858000 h 6858000"/>
              <a:gd name="connsiteX311" fmla="*/ 4177898 w 7467663"/>
              <a:gd name="connsiteY311" fmla="*/ 6858000 h 6858000"/>
              <a:gd name="connsiteX312" fmla="*/ 4391597 w 7467663"/>
              <a:gd name="connsiteY312" fmla="*/ 6556370 h 6858000"/>
              <a:gd name="connsiteX313" fmla="*/ 4668889 w 7467663"/>
              <a:gd name="connsiteY313" fmla="*/ 6246399 h 6858000"/>
              <a:gd name="connsiteX314" fmla="*/ 5055427 w 7467663"/>
              <a:gd name="connsiteY314" fmla="*/ 5931476 h 6858000"/>
              <a:gd name="connsiteX315" fmla="*/ 5371814 w 7467663"/>
              <a:gd name="connsiteY315" fmla="*/ 5678975 h 6858000"/>
              <a:gd name="connsiteX316" fmla="*/ 4987918 w 7467663"/>
              <a:gd name="connsiteY316" fmla="*/ 5838701 h 6858000"/>
              <a:gd name="connsiteX317" fmla="*/ 4317146 w 7467663"/>
              <a:gd name="connsiteY317" fmla="*/ 6587716 h 6858000"/>
              <a:gd name="connsiteX318" fmla="*/ 4171627 w 7467663"/>
              <a:gd name="connsiteY318" fmla="*/ 6858000 h 6858000"/>
              <a:gd name="connsiteX319" fmla="*/ 4081585 w 7467663"/>
              <a:gd name="connsiteY319" fmla="*/ 6858000 h 6858000"/>
              <a:gd name="connsiteX320" fmla="*/ 4238603 w 7467663"/>
              <a:gd name="connsiteY320" fmla="*/ 6559341 h 6858000"/>
              <a:gd name="connsiteX321" fmla="*/ 4778333 w 7467663"/>
              <a:gd name="connsiteY321" fmla="*/ 5873626 h 6858000"/>
              <a:gd name="connsiteX322" fmla="*/ 5414185 w 7467663"/>
              <a:gd name="connsiteY322" fmla="*/ 5573882 h 6858000"/>
              <a:gd name="connsiteX323" fmla="*/ 5959648 w 7467663"/>
              <a:gd name="connsiteY323" fmla="*/ 4760797 h 6858000"/>
              <a:gd name="connsiteX324" fmla="*/ 5355019 w 7467663"/>
              <a:gd name="connsiteY324" fmla="*/ 4734672 h 6858000"/>
              <a:gd name="connsiteX325" fmla="*/ 5083565 w 7467663"/>
              <a:gd name="connsiteY325" fmla="*/ 5179121 h 6858000"/>
              <a:gd name="connsiteX326" fmla="*/ 4713577 w 7467663"/>
              <a:gd name="connsiteY326" fmla="*/ 5616803 h 6858000"/>
              <a:gd name="connsiteX327" fmla="*/ 3989559 w 7467663"/>
              <a:gd name="connsiteY327" fmla="*/ 6145945 h 6858000"/>
              <a:gd name="connsiteX328" fmla="*/ 3939824 w 7467663"/>
              <a:gd name="connsiteY328" fmla="*/ 6066900 h 6858000"/>
              <a:gd name="connsiteX329" fmla="*/ 4584537 w 7467663"/>
              <a:gd name="connsiteY329" fmla="*/ 5324826 h 6858000"/>
              <a:gd name="connsiteX330" fmla="*/ 5037105 w 7467663"/>
              <a:gd name="connsiteY330" fmla="*/ 5088765 h 6858000"/>
              <a:gd name="connsiteX331" fmla="*/ 5039930 w 7467663"/>
              <a:gd name="connsiteY331" fmla="*/ 5089585 h 6858000"/>
              <a:gd name="connsiteX332" fmla="*/ 5263764 w 7467663"/>
              <a:gd name="connsiteY332" fmla="*/ 4735525 h 6858000"/>
              <a:gd name="connsiteX333" fmla="*/ 4086300 w 7467663"/>
              <a:gd name="connsiteY333" fmla="*/ 4884599 h 6858000"/>
              <a:gd name="connsiteX334" fmla="*/ 4085485 w 7467663"/>
              <a:gd name="connsiteY334" fmla="*/ 4899070 h 6858000"/>
              <a:gd name="connsiteX335" fmla="*/ 3871915 w 7467663"/>
              <a:gd name="connsiteY335" fmla="*/ 5253645 h 6858000"/>
              <a:gd name="connsiteX336" fmla="*/ 3799374 w 7467663"/>
              <a:gd name="connsiteY336" fmla="*/ 5466127 h 6858000"/>
              <a:gd name="connsiteX337" fmla="*/ 3498850 w 7467663"/>
              <a:gd name="connsiteY337" fmla="*/ 6661888 h 6858000"/>
              <a:gd name="connsiteX338" fmla="*/ 3399216 w 7467663"/>
              <a:gd name="connsiteY338" fmla="*/ 6858000 h 6858000"/>
              <a:gd name="connsiteX339" fmla="*/ 3303688 w 7467663"/>
              <a:gd name="connsiteY339" fmla="*/ 6858000 h 6858000"/>
              <a:gd name="connsiteX340" fmla="*/ 3391774 w 7467663"/>
              <a:gd name="connsiteY340" fmla="*/ 6697181 h 6858000"/>
              <a:gd name="connsiteX341" fmla="*/ 3735540 w 7467663"/>
              <a:gd name="connsiteY341" fmla="*/ 5546923 h 6858000"/>
              <a:gd name="connsiteX342" fmla="*/ 3729438 w 7467663"/>
              <a:gd name="connsiteY342" fmla="*/ 5569058 h 6858000"/>
              <a:gd name="connsiteX343" fmla="*/ 3707782 w 7467663"/>
              <a:gd name="connsiteY343" fmla="*/ 5644908 h 6858000"/>
              <a:gd name="connsiteX344" fmla="*/ 3583827 w 7467663"/>
              <a:gd name="connsiteY344" fmla="*/ 6039215 h 6858000"/>
              <a:gd name="connsiteX345" fmla="*/ 3547861 w 7467663"/>
              <a:gd name="connsiteY345" fmla="*/ 6129609 h 6858000"/>
              <a:gd name="connsiteX346" fmla="*/ 3490905 w 7467663"/>
              <a:gd name="connsiteY346" fmla="*/ 6277660 h 6858000"/>
              <a:gd name="connsiteX347" fmla="*/ 3455859 w 7467663"/>
              <a:gd name="connsiteY347" fmla="*/ 6391301 h 6858000"/>
              <a:gd name="connsiteX348" fmla="*/ 3429112 w 7467663"/>
              <a:gd name="connsiteY348" fmla="*/ 6479469 h 6858000"/>
              <a:gd name="connsiteX349" fmla="*/ 3304862 w 7467663"/>
              <a:gd name="connsiteY349" fmla="*/ 6796476 h 6858000"/>
              <a:gd name="connsiteX350" fmla="*/ 3276071 w 7467663"/>
              <a:gd name="connsiteY350" fmla="*/ 6858000 h 6858000"/>
              <a:gd name="connsiteX351" fmla="*/ 3240805 w 7467663"/>
              <a:gd name="connsiteY351" fmla="*/ 6858000 h 6858000"/>
              <a:gd name="connsiteX352" fmla="*/ 3275917 w 7467663"/>
              <a:gd name="connsiteY352" fmla="*/ 6783192 h 6858000"/>
              <a:gd name="connsiteX353" fmla="*/ 3399358 w 7467663"/>
              <a:gd name="connsiteY353" fmla="*/ 6469011 h 6858000"/>
              <a:gd name="connsiteX354" fmla="*/ 3425650 w 7467663"/>
              <a:gd name="connsiteY354" fmla="*/ 6381333 h 6858000"/>
              <a:gd name="connsiteX355" fmla="*/ 3460661 w 7467663"/>
              <a:gd name="connsiteY355" fmla="*/ 6266763 h 6858000"/>
              <a:gd name="connsiteX356" fmla="*/ 3518021 w 7467663"/>
              <a:gd name="connsiteY356" fmla="*/ 6117298 h 6858000"/>
              <a:gd name="connsiteX357" fmla="*/ 3554035 w 7467663"/>
              <a:gd name="connsiteY357" fmla="*/ 6027832 h 6858000"/>
              <a:gd name="connsiteX358" fmla="*/ 3677174 w 7467663"/>
              <a:gd name="connsiteY358" fmla="*/ 5636351 h 6858000"/>
              <a:gd name="connsiteX359" fmla="*/ 3698819 w 7467663"/>
              <a:gd name="connsiteY359" fmla="*/ 5560503 h 6858000"/>
              <a:gd name="connsiteX360" fmla="*/ 3702094 w 7467663"/>
              <a:gd name="connsiteY360" fmla="*/ 5549194 h 6858000"/>
              <a:gd name="connsiteX361" fmla="*/ 3398355 w 7467663"/>
              <a:gd name="connsiteY361" fmla="*/ 6094603 h 6858000"/>
              <a:gd name="connsiteX362" fmla="*/ 3193941 w 7467663"/>
              <a:gd name="connsiteY362" fmla="*/ 6798775 h 6858000"/>
              <a:gd name="connsiteX363" fmla="*/ 3184140 w 7467663"/>
              <a:gd name="connsiteY363" fmla="*/ 6858000 h 6858000"/>
              <a:gd name="connsiteX364" fmla="*/ 3099978 w 7467663"/>
              <a:gd name="connsiteY364" fmla="*/ 6858000 h 6858000"/>
              <a:gd name="connsiteX365" fmla="*/ 3101556 w 7467663"/>
              <a:gd name="connsiteY365" fmla="*/ 6843337 h 6858000"/>
              <a:gd name="connsiteX366" fmla="*/ 3370162 w 7467663"/>
              <a:gd name="connsiteY366" fmla="*/ 5785550 h 6858000"/>
              <a:gd name="connsiteX367" fmla="*/ 3746477 w 7467663"/>
              <a:gd name="connsiteY367" fmla="*/ 5377889 h 6858000"/>
              <a:gd name="connsiteX368" fmla="*/ 3863399 w 7467663"/>
              <a:gd name="connsiteY368" fmla="*/ 5087257 h 6858000"/>
              <a:gd name="connsiteX369" fmla="*/ 3968712 w 7467663"/>
              <a:gd name="connsiteY369" fmla="*/ 4913989 h 6858000"/>
              <a:gd name="connsiteX370" fmla="*/ 2792390 w 7467663"/>
              <a:gd name="connsiteY370" fmla="*/ 5382974 h 6858000"/>
              <a:gd name="connsiteX371" fmla="*/ 2714982 w 7467663"/>
              <a:gd name="connsiteY371" fmla="*/ 5427051 h 6858000"/>
              <a:gd name="connsiteX372" fmla="*/ 2813361 w 7467663"/>
              <a:gd name="connsiteY372" fmla="*/ 6023912 h 6858000"/>
              <a:gd name="connsiteX373" fmla="*/ 2688430 w 7467663"/>
              <a:gd name="connsiteY373" fmla="*/ 6801564 h 6858000"/>
              <a:gd name="connsiteX374" fmla="*/ 2629626 w 7467663"/>
              <a:gd name="connsiteY374" fmla="*/ 6763394 h 6858000"/>
              <a:gd name="connsiteX375" fmla="*/ 2565328 w 7467663"/>
              <a:gd name="connsiteY375" fmla="*/ 5516399 h 6858000"/>
              <a:gd name="connsiteX376" fmla="*/ 1922999 w 7467663"/>
              <a:gd name="connsiteY376" fmla="*/ 5980343 h 6858000"/>
              <a:gd name="connsiteX377" fmla="*/ 1950261 w 7467663"/>
              <a:gd name="connsiteY377" fmla="*/ 6405858 h 6858000"/>
              <a:gd name="connsiteX378" fmla="*/ 2365554 w 7467663"/>
              <a:gd name="connsiteY378" fmla="*/ 6759107 h 6858000"/>
              <a:gd name="connsiteX379" fmla="*/ 2424142 w 7467663"/>
              <a:gd name="connsiteY379" fmla="*/ 6858000 h 6858000"/>
              <a:gd name="connsiteX380" fmla="*/ 2395994 w 7467663"/>
              <a:gd name="connsiteY380" fmla="*/ 6858000 h 6858000"/>
              <a:gd name="connsiteX381" fmla="*/ 2392863 w 7467663"/>
              <a:gd name="connsiteY381" fmla="*/ 6852964 h 6858000"/>
              <a:gd name="connsiteX382" fmla="*/ 2017589 w 7467663"/>
              <a:gd name="connsiteY382" fmla="*/ 6493982 h 6858000"/>
              <a:gd name="connsiteX383" fmla="*/ 2147336 w 7467663"/>
              <a:gd name="connsiteY383" fmla="*/ 6594052 h 6858000"/>
              <a:gd name="connsiteX384" fmla="*/ 2207047 w 7467663"/>
              <a:gd name="connsiteY384" fmla="*/ 6654540 h 6858000"/>
              <a:gd name="connsiteX385" fmla="*/ 2299106 w 7467663"/>
              <a:gd name="connsiteY385" fmla="*/ 6778931 h 6858000"/>
              <a:gd name="connsiteX386" fmla="*/ 2314430 w 7467663"/>
              <a:gd name="connsiteY386" fmla="*/ 6801144 h 6858000"/>
              <a:gd name="connsiteX387" fmla="*/ 2352406 w 7467663"/>
              <a:gd name="connsiteY387" fmla="*/ 6858000 h 6858000"/>
              <a:gd name="connsiteX388" fmla="*/ 2314492 w 7467663"/>
              <a:gd name="connsiteY388" fmla="*/ 6858000 h 6858000"/>
              <a:gd name="connsiteX389" fmla="*/ 2288095 w 7467663"/>
              <a:gd name="connsiteY389" fmla="*/ 6818030 h 6858000"/>
              <a:gd name="connsiteX390" fmla="*/ 2272768 w 7467663"/>
              <a:gd name="connsiteY390" fmla="*/ 6795822 h 6858000"/>
              <a:gd name="connsiteX391" fmla="*/ 2182715 w 7467663"/>
              <a:gd name="connsiteY391" fmla="*/ 6675071 h 6858000"/>
              <a:gd name="connsiteX392" fmla="*/ 2032061 w 7467663"/>
              <a:gd name="connsiteY392" fmla="*/ 6541380 h 6858000"/>
              <a:gd name="connsiteX393" fmla="*/ 2257220 w 7467663"/>
              <a:gd name="connsiteY393" fmla="*/ 6826257 h 6858000"/>
              <a:gd name="connsiteX394" fmla="*/ 2281324 w 7467663"/>
              <a:gd name="connsiteY394" fmla="*/ 6858000 h 6858000"/>
              <a:gd name="connsiteX395" fmla="*/ 2242860 w 7467663"/>
              <a:gd name="connsiteY395" fmla="*/ 6858000 h 6858000"/>
              <a:gd name="connsiteX396" fmla="*/ 2232818 w 7467663"/>
              <a:gd name="connsiteY396" fmla="*/ 6844926 h 6858000"/>
              <a:gd name="connsiteX397" fmla="*/ 1990172 w 7467663"/>
              <a:gd name="connsiteY397" fmla="*/ 6542121 h 6858000"/>
              <a:gd name="connsiteX398" fmla="*/ 2124090 w 7467663"/>
              <a:gd name="connsiteY398" fmla="*/ 6761017 h 6858000"/>
              <a:gd name="connsiteX399" fmla="*/ 2200380 w 7467663"/>
              <a:gd name="connsiteY399" fmla="*/ 6858000 h 6858000"/>
              <a:gd name="connsiteX400" fmla="*/ 2147507 w 7467663"/>
              <a:gd name="connsiteY400" fmla="*/ 6858000 h 6858000"/>
              <a:gd name="connsiteX401" fmla="*/ 2070668 w 7467663"/>
              <a:gd name="connsiteY401" fmla="*/ 6761520 h 6858000"/>
              <a:gd name="connsiteX402" fmla="*/ 1975142 w 7467663"/>
              <a:gd name="connsiteY402" fmla="*/ 6585570 h 6858000"/>
              <a:gd name="connsiteX403" fmla="*/ 2050035 w 7467663"/>
              <a:gd name="connsiteY403" fmla="*/ 6813345 h 6858000"/>
              <a:gd name="connsiteX404" fmla="*/ 2063025 w 7467663"/>
              <a:gd name="connsiteY404" fmla="*/ 6858000 h 6858000"/>
              <a:gd name="connsiteX405" fmla="*/ 2021675 w 7467663"/>
              <a:gd name="connsiteY405" fmla="*/ 6858000 h 6858000"/>
              <a:gd name="connsiteX406" fmla="*/ 2019308 w 7467663"/>
              <a:gd name="connsiteY406" fmla="*/ 6847118 h 6858000"/>
              <a:gd name="connsiteX407" fmla="*/ 1938835 w 7467663"/>
              <a:gd name="connsiteY407" fmla="*/ 6551160 h 6858000"/>
              <a:gd name="connsiteX408" fmla="*/ 1953230 w 7467663"/>
              <a:gd name="connsiteY408" fmla="*/ 6759699 h 6858000"/>
              <a:gd name="connsiteX409" fmla="*/ 1956763 w 7467663"/>
              <a:gd name="connsiteY409" fmla="*/ 6778191 h 6858000"/>
              <a:gd name="connsiteX410" fmla="*/ 1967925 w 7467663"/>
              <a:gd name="connsiteY410" fmla="*/ 6858000 h 6858000"/>
              <a:gd name="connsiteX411" fmla="*/ 1936622 w 7467663"/>
              <a:gd name="connsiteY411" fmla="*/ 6858000 h 6858000"/>
              <a:gd name="connsiteX412" fmla="*/ 1926261 w 7467663"/>
              <a:gd name="connsiteY412" fmla="*/ 6784064 h 6858000"/>
              <a:gd name="connsiteX413" fmla="*/ 1922724 w 7467663"/>
              <a:gd name="connsiteY413" fmla="*/ 6765577 h 6858000"/>
              <a:gd name="connsiteX414" fmla="*/ 1904650 w 7467663"/>
              <a:gd name="connsiteY414" fmla="*/ 6639616 h 6858000"/>
              <a:gd name="connsiteX415" fmla="*/ 1885273 w 7467663"/>
              <a:gd name="connsiteY415" fmla="*/ 6858000 h 6858000"/>
              <a:gd name="connsiteX416" fmla="*/ 1854363 w 7467663"/>
              <a:gd name="connsiteY416" fmla="*/ 6858000 h 6858000"/>
              <a:gd name="connsiteX417" fmla="*/ 1880391 w 7467663"/>
              <a:gd name="connsiteY417" fmla="*/ 6603796 h 6858000"/>
              <a:gd name="connsiteX418" fmla="*/ 1818273 w 7467663"/>
              <a:gd name="connsiteY418" fmla="*/ 6715729 h 6858000"/>
              <a:gd name="connsiteX419" fmla="*/ 1794691 w 7467663"/>
              <a:gd name="connsiteY419" fmla="*/ 6843239 h 6858000"/>
              <a:gd name="connsiteX420" fmla="*/ 1794914 w 7467663"/>
              <a:gd name="connsiteY420" fmla="*/ 6858000 h 6858000"/>
              <a:gd name="connsiteX421" fmla="*/ 1746128 w 7467663"/>
              <a:gd name="connsiteY421" fmla="*/ 6858000 h 6858000"/>
              <a:gd name="connsiteX422" fmla="*/ 1753934 w 7467663"/>
              <a:gd name="connsiteY422" fmla="*/ 6724796 h 6858000"/>
              <a:gd name="connsiteX423" fmla="*/ 1792053 w 7467663"/>
              <a:gd name="connsiteY423" fmla="*/ 6572396 h 6858000"/>
              <a:gd name="connsiteX424" fmla="*/ 1862248 w 7467663"/>
              <a:gd name="connsiteY424" fmla="*/ 6266397 h 6858000"/>
              <a:gd name="connsiteX425" fmla="*/ 1862250 w 7467663"/>
              <a:gd name="connsiteY425" fmla="*/ 6033531 h 6858000"/>
              <a:gd name="connsiteX426" fmla="*/ 1211999 w 7467663"/>
              <a:gd name="connsiteY426" fmla="*/ 6683610 h 6858000"/>
              <a:gd name="connsiteX427" fmla="*/ 1213266 w 7467663"/>
              <a:gd name="connsiteY427" fmla="*/ 6691947 h 6858000"/>
              <a:gd name="connsiteX428" fmla="*/ 1203370 w 7467663"/>
              <a:gd name="connsiteY428" fmla="*/ 6850676 h 6858000"/>
              <a:gd name="connsiteX429" fmla="*/ 1203671 w 7467663"/>
              <a:gd name="connsiteY429" fmla="*/ 6858000 h 6858000"/>
              <a:gd name="connsiteX430" fmla="*/ 1143180 w 7467663"/>
              <a:gd name="connsiteY430" fmla="*/ 6858000 h 6858000"/>
              <a:gd name="connsiteX431" fmla="*/ 1142176 w 7467663"/>
              <a:gd name="connsiteY431" fmla="*/ 6766045 h 6858000"/>
              <a:gd name="connsiteX432" fmla="*/ 1067484 w 7467663"/>
              <a:gd name="connsiteY432" fmla="*/ 6858000 h 6858000"/>
              <a:gd name="connsiteX433" fmla="*/ 953928 w 7467663"/>
              <a:gd name="connsiteY433" fmla="*/ 6858000 h 6858000"/>
              <a:gd name="connsiteX434" fmla="*/ 959715 w 7467663"/>
              <a:gd name="connsiteY434" fmla="*/ 6850185 h 6858000"/>
              <a:gd name="connsiteX435" fmla="*/ 1483788 w 7467663"/>
              <a:gd name="connsiteY435" fmla="*/ 6259174 h 6858000"/>
              <a:gd name="connsiteX436" fmla="*/ 1100671 w 7467663"/>
              <a:gd name="connsiteY436" fmla="*/ 6252137 h 6858000"/>
              <a:gd name="connsiteX437" fmla="*/ 1090144 w 7467663"/>
              <a:gd name="connsiteY437" fmla="*/ 6256748 h 6858000"/>
              <a:gd name="connsiteX438" fmla="*/ 1095872 w 7467663"/>
              <a:gd name="connsiteY438" fmla="*/ 6271892 h 6858000"/>
              <a:gd name="connsiteX439" fmla="*/ 262785 w 7467663"/>
              <a:gd name="connsiteY439" fmla="*/ 6845450 h 6858000"/>
              <a:gd name="connsiteX440" fmla="*/ 209968 w 7467663"/>
              <a:gd name="connsiteY440" fmla="*/ 6770713 h 6858000"/>
              <a:gd name="connsiteX441" fmla="*/ 873460 w 7467663"/>
              <a:gd name="connsiteY441" fmla="*/ 6253768 h 6858000"/>
              <a:gd name="connsiteX442" fmla="*/ 192686 w 7467663"/>
              <a:gd name="connsiteY442" fmla="*/ 5849257 h 6858000"/>
              <a:gd name="connsiteX443" fmla="*/ 4696 w 7467663"/>
              <a:gd name="connsiteY443" fmla="*/ 5697668 h 6858000"/>
              <a:gd name="connsiteX444" fmla="*/ 0 w 7467663"/>
              <a:gd name="connsiteY444" fmla="*/ 5689984 h 6858000"/>
              <a:gd name="connsiteX445" fmla="*/ 0 w 7467663"/>
              <a:gd name="connsiteY445" fmla="*/ 5513472 h 6858000"/>
              <a:gd name="connsiteX446" fmla="*/ 174101 w 7467663"/>
              <a:gd name="connsiteY446" fmla="*/ 5620277 h 6858000"/>
              <a:gd name="connsiteX447" fmla="*/ 891800 w 7467663"/>
              <a:gd name="connsiteY447" fmla="*/ 6036935 h 6858000"/>
              <a:gd name="connsiteX448" fmla="*/ 1072219 w 7467663"/>
              <a:gd name="connsiteY448" fmla="*/ 6169443 h 6858000"/>
              <a:gd name="connsiteX449" fmla="*/ 1074117 w 7467663"/>
              <a:gd name="connsiteY449" fmla="*/ 6170301 h 6858000"/>
              <a:gd name="connsiteX450" fmla="*/ 1083114 w 7467663"/>
              <a:gd name="connsiteY450" fmla="*/ 6174131 h 6858000"/>
              <a:gd name="connsiteX451" fmla="*/ 1543010 w 7467663"/>
              <a:gd name="connsiteY451" fmla="*/ 6191140 h 6858000"/>
              <a:gd name="connsiteX452" fmla="*/ 1551080 w 7467663"/>
              <a:gd name="connsiteY452" fmla="*/ 6195006 h 6858000"/>
              <a:gd name="connsiteX453" fmla="*/ 2345443 w 7467663"/>
              <a:gd name="connsiteY453" fmla="*/ 5549882 h 6858000"/>
              <a:gd name="connsiteX454" fmla="*/ 1721499 w 7467663"/>
              <a:gd name="connsiteY454" fmla="*/ 5599969 h 6858000"/>
              <a:gd name="connsiteX455" fmla="*/ 767716 w 7467663"/>
              <a:gd name="connsiteY455" fmla="*/ 5472768 h 6858000"/>
              <a:gd name="connsiteX456" fmla="*/ 722147 w 7467663"/>
              <a:gd name="connsiteY456" fmla="*/ 5393091 h 6858000"/>
              <a:gd name="connsiteX457" fmla="*/ 1485552 w 7467663"/>
              <a:gd name="connsiteY457" fmla="*/ 5313202 h 6858000"/>
              <a:gd name="connsiteX458" fmla="*/ 2143004 w 7467663"/>
              <a:gd name="connsiteY458" fmla="*/ 5402420 h 6858000"/>
              <a:gd name="connsiteX459" fmla="*/ 1933391 w 7467663"/>
              <a:gd name="connsiteY459" fmla="*/ 5156971 h 6858000"/>
              <a:gd name="connsiteX460" fmla="*/ 1827118 w 7467663"/>
              <a:gd name="connsiteY460" fmla="*/ 4968410 h 6858000"/>
              <a:gd name="connsiteX461" fmla="*/ 1837349 w 7467663"/>
              <a:gd name="connsiteY461" fmla="*/ 4956357 h 6858000"/>
              <a:gd name="connsiteX462" fmla="*/ 2162835 w 7467663"/>
              <a:gd name="connsiteY462" fmla="*/ 5187853 h 6858000"/>
              <a:gd name="connsiteX463" fmla="*/ 2257167 w 7467663"/>
              <a:gd name="connsiteY463" fmla="*/ 5462123 h 6858000"/>
              <a:gd name="connsiteX464" fmla="*/ 2261598 w 7467663"/>
              <a:gd name="connsiteY464" fmla="*/ 5467998 h 6858000"/>
              <a:gd name="connsiteX465" fmla="*/ 2437177 w 7467663"/>
              <a:gd name="connsiteY465" fmla="*/ 5479608 h 6858000"/>
              <a:gd name="connsiteX466" fmla="*/ 2445247 w 7467663"/>
              <a:gd name="connsiteY466" fmla="*/ 5483476 h 6858000"/>
              <a:gd name="connsiteX467" fmla="*/ 2743626 w 7467663"/>
              <a:gd name="connsiteY467" fmla="*/ 5304819 h 6858000"/>
              <a:gd name="connsiteX468" fmla="*/ 3048102 w 7467663"/>
              <a:gd name="connsiteY468" fmla="*/ 5150595 h 6858000"/>
              <a:gd name="connsiteX469" fmla="*/ 1799414 w 7467663"/>
              <a:gd name="connsiteY469" fmla="*/ 4694732 h 6858000"/>
              <a:gd name="connsiteX470" fmla="*/ 1771735 w 7467663"/>
              <a:gd name="connsiteY470" fmla="*/ 4619929 h 6858000"/>
              <a:gd name="connsiteX471" fmla="*/ 3104273 w 7467663"/>
              <a:gd name="connsiteY471" fmla="*/ 5076159 h 6858000"/>
              <a:gd name="connsiteX472" fmla="*/ 3113245 w 7467663"/>
              <a:gd name="connsiteY472" fmla="*/ 5090705 h 6858000"/>
              <a:gd name="connsiteX473" fmla="*/ 3126294 w 7467663"/>
              <a:gd name="connsiteY473" fmla="*/ 5114400 h 6858000"/>
              <a:gd name="connsiteX474" fmla="*/ 3937433 w 7467663"/>
              <a:gd name="connsiteY474" fmla="*/ 4830473 h 6858000"/>
              <a:gd name="connsiteX475" fmla="*/ 3590475 w 7467663"/>
              <a:gd name="connsiteY475" fmla="*/ 4597974 h 6858000"/>
              <a:gd name="connsiteX476" fmla="*/ 3100264 w 7467663"/>
              <a:gd name="connsiteY476" fmla="*/ 4579845 h 6858000"/>
              <a:gd name="connsiteX477" fmla="*/ 2183576 w 7467663"/>
              <a:gd name="connsiteY477" fmla="*/ 4227150 h 6858000"/>
              <a:gd name="connsiteX478" fmla="*/ 2151029 w 7467663"/>
              <a:gd name="connsiteY478" fmla="*/ 4146947 h 6858000"/>
              <a:gd name="connsiteX479" fmla="*/ 3563434 w 7467663"/>
              <a:gd name="connsiteY479" fmla="*/ 4469115 h 6858000"/>
              <a:gd name="connsiteX480" fmla="*/ 3177952 w 7467663"/>
              <a:gd name="connsiteY480" fmla="*/ 3657386 h 6858000"/>
              <a:gd name="connsiteX481" fmla="*/ 3189263 w 7467663"/>
              <a:gd name="connsiteY481" fmla="*/ 3625726 h 6858000"/>
              <a:gd name="connsiteX482" fmla="*/ 3560912 w 7467663"/>
              <a:gd name="connsiteY482" fmla="*/ 4079863 h 6858000"/>
              <a:gd name="connsiteX483" fmla="*/ 3626636 w 7467663"/>
              <a:gd name="connsiteY483" fmla="*/ 4512230 h 6858000"/>
              <a:gd name="connsiteX484" fmla="*/ 3653088 w 7467663"/>
              <a:gd name="connsiteY484" fmla="*/ 4521417 h 6858000"/>
              <a:gd name="connsiteX485" fmla="*/ 3988128 w 7467663"/>
              <a:gd name="connsiteY485" fmla="*/ 4817267 h 6858000"/>
              <a:gd name="connsiteX486" fmla="*/ 4830582 w 7467663"/>
              <a:gd name="connsiteY486" fmla="*/ 4676000 h 6858000"/>
              <a:gd name="connsiteX487" fmla="*/ 4830100 w 7467663"/>
              <a:gd name="connsiteY487" fmla="*/ 4675554 h 6858000"/>
              <a:gd name="connsiteX488" fmla="*/ 4036318 w 7467663"/>
              <a:gd name="connsiteY488" fmla="*/ 4147013 h 6858000"/>
              <a:gd name="connsiteX489" fmla="*/ 3432098 w 7467663"/>
              <a:gd name="connsiteY489" fmla="*/ 3537312 h 6858000"/>
              <a:gd name="connsiteX490" fmla="*/ 3446761 w 7467663"/>
              <a:gd name="connsiteY490" fmla="*/ 3461278 h 6858000"/>
              <a:gd name="connsiteX491" fmla="*/ 4419733 w 7467663"/>
              <a:gd name="connsiteY491" fmla="*/ 3963555 h 6858000"/>
              <a:gd name="connsiteX492" fmla="*/ 4781371 w 7467663"/>
              <a:gd name="connsiteY492" fmla="*/ 4458604 h 6858000"/>
              <a:gd name="connsiteX493" fmla="*/ 4780440 w 7467663"/>
              <a:gd name="connsiteY493" fmla="*/ 4470290 h 6858000"/>
              <a:gd name="connsiteX494" fmla="*/ 4898954 w 7467663"/>
              <a:gd name="connsiteY494" fmla="*/ 4662092 h 6858000"/>
              <a:gd name="connsiteX495" fmla="*/ 4900699 w 7467663"/>
              <a:gd name="connsiteY495" fmla="*/ 4670867 h 6858000"/>
              <a:gd name="connsiteX496" fmla="*/ 5714511 w 7467663"/>
              <a:gd name="connsiteY496" fmla="*/ 4663483 h 6858000"/>
              <a:gd name="connsiteX497" fmla="*/ 5464793 w 7467663"/>
              <a:gd name="connsiteY497" fmla="*/ 4393556 h 6858000"/>
              <a:gd name="connsiteX498" fmla="*/ 5461897 w 7467663"/>
              <a:gd name="connsiteY498" fmla="*/ 4390879 h 6858000"/>
              <a:gd name="connsiteX499" fmla="*/ 4294126 w 7467663"/>
              <a:gd name="connsiteY499" fmla="*/ 3303048 h 6858000"/>
              <a:gd name="connsiteX500" fmla="*/ 4305321 w 7467663"/>
              <a:gd name="connsiteY500" fmla="*/ 3256953 h 6858000"/>
              <a:gd name="connsiteX501" fmla="*/ 4949299 w 7467663"/>
              <a:gd name="connsiteY501" fmla="*/ 3766336 h 6858000"/>
              <a:gd name="connsiteX502" fmla="*/ 5291452 w 7467663"/>
              <a:gd name="connsiteY502" fmla="*/ 4076801 h 6858000"/>
              <a:gd name="connsiteX503" fmla="*/ 5434998 w 7467663"/>
              <a:gd name="connsiteY503" fmla="*/ 4254100 h 6858000"/>
              <a:gd name="connsiteX504" fmla="*/ 5351015 w 7467663"/>
              <a:gd name="connsiteY504" fmla="*/ 3760989 h 6858000"/>
              <a:gd name="connsiteX505" fmla="*/ 5413780 w 7467663"/>
              <a:gd name="connsiteY505" fmla="*/ 2966265 h 6858000"/>
              <a:gd name="connsiteX506" fmla="*/ 5425627 w 7467663"/>
              <a:gd name="connsiteY506" fmla="*/ 2954192 h 6858000"/>
              <a:gd name="connsiteX507" fmla="*/ 6604735 w 7467663"/>
              <a:gd name="connsiteY507" fmla="*/ 2041381 h 6858000"/>
              <a:gd name="connsiteX508" fmla="*/ 7204487 w 7467663"/>
              <a:gd name="connsiteY508" fmla="*/ 2742112 h 6858000"/>
              <a:gd name="connsiteX509" fmla="*/ 7131592 w 7467663"/>
              <a:gd name="connsiteY509" fmla="*/ 2672096 h 6858000"/>
              <a:gd name="connsiteX510" fmla="*/ 6996344 w 7467663"/>
              <a:gd name="connsiteY510" fmla="*/ 2518310 h 6858000"/>
              <a:gd name="connsiteX511" fmla="*/ 6735495 w 7467663"/>
              <a:gd name="connsiteY511" fmla="*/ 2196890 h 6858000"/>
              <a:gd name="connsiteX512" fmla="*/ 6721901 w 7467663"/>
              <a:gd name="connsiteY512" fmla="*/ 2179274 h 6858000"/>
              <a:gd name="connsiteX513" fmla="*/ 6604735 w 7467663"/>
              <a:gd name="connsiteY513" fmla="*/ 2041381 h 6858000"/>
              <a:gd name="connsiteX514" fmla="*/ 6591670 w 7467663"/>
              <a:gd name="connsiteY514" fmla="*/ 1988277 h 6858000"/>
              <a:gd name="connsiteX515" fmla="*/ 6747349 w 7467663"/>
              <a:gd name="connsiteY515" fmla="*/ 2160069 h 6858000"/>
              <a:gd name="connsiteX516" fmla="*/ 6760943 w 7467663"/>
              <a:gd name="connsiteY516" fmla="*/ 2177686 h 6858000"/>
              <a:gd name="connsiteX517" fmla="*/ 7021065 w 7467663"/>
              <a:gd name="connsiteY517" fmla="*/ 2498102 h 6858000"/>
              <a:gd name="connsiteX518" fmla="*/ 7155223 w 7467663"/>
              <a:gd name="connsiteY518" fmla="*/ 2650386 h 6858000"/>
              <a:gd name="connsiteX519" fmla="*/ 7203167 w 7467663"/>
              <a:gd name="connsiteY519" fmla="*/ 2697288 h 6858000"/>
              <a:gd name="connsiteX520" fmla="*/ 6937703 w 7467663"/>
              <a:gd name="connsiteY520" fmla="*/ 2321981 h 6858000"/>
              <a:gd name="connsiteX521" fmla="*/ 6591670 w 7467663"/>
              <a:gd name="connsiteY521" fmla="*/ 1988277 h 6858000"/>
              <a:gd name="connsiteX522" fmla="*/ 5798671 w 7467663"/>
              <a:gd name="connsiteY522" fmla="*/ 1981601 h 6858000"/>
              <a:gd name="connsiteX523" fmla="*/ 5754709 w 7467663"/>
              <a:gd name="connsiteY523" fmla="*/ 2071454 h 6858000"/>
              <a:gd name="connsiteX524" fmla="*/ 5763044 w 7467663"/>
              <a:gd name="connsiteY524" fmla="*/ 2842206 h 6858000"/>
              <a:gd name="connsiteX525" fmla="*/ 5764974 w 7467663"/>
              <a:gd name="connsiteY525" fmla="*/ 2799609 h 6858000"/>
              <a:gd name="connsiteX526" fmla="*/ 5767665 w 7467663"/>
              <a:gd name="connsiteY526" fmla="*/ 2666409 h 6858000"/>
              <a:gd name="connsiteX527" fmla="*/ 5763055 w 7467663"/>
              <a:gd name="connsiteY527" fmla="*/ 2579705 h 6858000"/>
              <a:gd name="connsiteX528" fmla="*/ 5758079 w 7467663"/>
              <a:gd name="connsiteY528" fmla="*/ 2492508 h 6858000"/>
              <a:gd name="connsiteX529" fmla="*/ 5779325 w 7467663"/>
              <a:gd name="connsiteY529" fmla="*/ 2197069 h 6858000"/>
              <a:gd name="connsiteX530" fmla="*/ 5798671 w 7467663"/>
              <a:gd name="connsiteY530" fmla="*/ 1981601 h 6858000"/>
              <a:gd name="connsiteX531" fmla="*/ 5829202 w 7467663"/>
              <a:gd name="connsiteY531" fmla="*/ 1971679 h 6858000"/>
              <a:gd name="connsiteX532" fmla="*/ 5809558 w 7467663"/>
              <a:gd name="connsiteY532" fmla="*/ 2198043 h 6858000"/>
              <a:gd name="connsiteX533" fmla="*/ 5788653 w 7467663"/>
              <a:gd name="connsiteY533" fmla="*/ 2489430 h 6858000"/>
              <a:gd name="connsiteX534" fmla="*/ 5793439 w 7467663"/>
              <a:gd name="connsiteY534" fmla="*/ 2575235 h 6858000"/>
              <a:gd name="connsiteX535" fmla="*/ 5796837 w 7467663"/>
              <a:gd name="connsiteY535" fmla="*/ 2637633 h 6858000"/>
              <a:gd name="connsiteX536" fmla="*/ 5818614 w 7467663"/>
              <a:gd name="connsiteY536" fmla="*/ 2473055 h 6858000"/>
              <a:gd name="connsiteX537" fmla="*/ 5829202 w 7467663"/>
              <a:gd name="connsiteY537" fmla="*/ 1971679 h 6858000"/>
              <a:gd name="connsiteX538" fmla="*/ 5911389 w 7467663"/>
              <a:gd name="connsiteY538" fmla="*/ 1898371 h 6858000"/>
              <a:gd name="connsiteX539" fmla="*/ 6237627 w 7467663"/>
              <a:gd name="connsiteY539" fmla="*/ 2231921 h 6858000"/>
              <a:gd name="connsiteX540" fmla="*/ 5911389 w 7467663"/>
              <a:gd name="connsiteY540" fmla="*/ 1898371 h 6858000"/>
              <a:gd name="connsiteX541" fmla="*/ 6944437 w 7467663"/>
              <a:gd name="connsiteY541" fmla="*/ 1575402 h 6858000"/>
              <a:gd name="connsiteX542" fmla="*/ 6304730 w 7467663"/>
              <a:gd name="connsiteY542" fmla="*/ 1766654 h 6858000"/>
              <a:gd name="connsiteX543" fmla="*/ 6944437 w 7467663"/>
              <a:gd name="connsiteY543" fmla="*/ 1575402 h 6858000"/>
              <a:gd name="connsiteX544" fmla="*/ 7019523 w 7467663"/>
              <a:gd name="connsiteY544" fmla="*/ 1519450 h 6858000"/>
              <a:gd name="connsiteX545" fmla="*/ 6298091 w 7467663"/>
              <a:gd name="connsiteY545" fmla="*/ 1737122 h 6858000"/>
              <a:gd name="connsiteX546" fmla="*/ 7019523 w 7467663"/>
              <a:gd name="connsiteY546" fmla="*/ 1519450 h 6858000"/>
              <a:gd name="connsiteX547" fmla="*/ 2399523 w 7467663"/>
              <a:gd name="connsiteY547" fmla="*/ 1428234 h 6858000"/>
              <a:gd name="connsiteX548" fmla="*/ 2224982 w 7467663"/>
              <a:gd name="connsiteY548" fmla="*/ 1826201 h 6858000"/>
              <a:gd name="connsiteX549" fmla="*/ 2096099 w 7467663"/>
              <a:gd name="connsiteY549" fmla="*/ 2345900 h 6858000"/>
              <a:gd name="connsiteX550" fmla="*/ 2283317 w 7467663"/>
              <a:gd name="connsiteY550" fmla="*/ 1796925 h 6858000"/>
              <a:gd name="connsiteX551" fmla="*/ 2399523 w 7467663"/>
              <a:gd name="connsiteY551" fmla="*/ 1428234 h 6858000"/>
              <a:gd name="connsiteX552" fmla="*/ 2448558 w 7467663"/>
              <a:gd name="connsiteY552" fmla="*/ 1373435 h 6858000"/>
              <a:gd name="connsiteX553" fmla="*/ 2312521 w 7467663"/>
              <a:gd name="connsiteY553" fmla="*/ 1806140 h 6858000"/>
              <a:gd name="connsiteX554" fmla="*/ 2127533 w 7467663"/>
              <a:gd name="connsiteY554" fmla="*/ 2348380 h 6858000"/>
              <a:gd name="connsiteX555" fmla="*/ 2358080 w 7467663"/>
              <a:gd name="connsiteY555" fmla="*/ 1866134 h 6858000"/>
              <a:gd name="connsiteX556" fmla="*/ 2407436 w 7467663"/>
              <a:gd name="connsiteY556" fmla="*/ 1651070 h 6858000"/>
              <a:gd name="connsiteX557" fmla="*/ 2448558 w 7467663"/>
              <a:gd name="connsiteY557" fmla="*/ 1373435 h 6858000"/>
              <a:gd name="connsiteX558" fmla="*/ 278707 w 7467663"/>
              <a:gd name="connsiteY558" fmla="*/ 1352270 h 6858000"/>
              <a:gd name="connsiteX559" fmla="*/ 321570 w 7467663"/>
              <a:gd name="connsiteY559" fmla="*/ 1861610 h 6858000"/>
              <a:gd name="connsiteX560" fmla="*/ 294281 w 7467663"/>
              <a:gd name="connsiteY560" fmla="*/ 1440658 h 6858000"/>
              <a:gd name="connsiteX561" fmla="*/ 278707 w 7467663"/>
              <a:gd name="connsiteY561" fmla="*/ 1352270 h 6858000"/>
              <a:gd name="connsiteX562" fmla="*/ 1423821 w 7467663"/>
              <a:gd name="connsiteY562" fmla="*/ 1351958 h 6858000"/>
              <a:gd name="connsiteX563" fmla="*/ 1638521 w 7467663"/>
              <a:gd name="connsiteY563" fmla="*/ 1908470 h 6858000"/>
              <a:gd name="connsiteX564" fmla="*/ 1754199 w 7467663"/>
              <a:gd name="connsiteY564" fmla="*/ 2149284 h 6858000"/>
              <a:gd name="connsiteX565" fmla="*/ 1908359 w 7467663"/>
              <a:gd name="connsiteY565" fmla="*/ 2364988 h 6858000"/>
              <a:gd name="connsiteX566" fmla="*/ 1647661 w 7467663"/>
              <a:gd name="connsiteY566" fmla="*/ 1825945 h 6858000"/>
              <a:gd name="connsiteX567" fmla="*/ 1423821 w 7467663"/>
              <a:gd name="connsiteY567" fmla="*/ 1351958 h 6858000"/>
              <a:gd name="connsiteX568" fmla="*/ 1431890 w 7467663"/>
              <a:gd name="connsiteY568" fmla="*/ 1306475 h 6858000"/>
              <a:gd name="connsiteX569" fmla="*/ 1507597 w 7467663"/>
              <a:gd name="connsiteY569" fmla="*/ 1446132 h 6858000"/>
              <a:gd name="connsiteX570" fmla="*/ 1674586 w 7467663"/>
              <a:gd name="connsiteY570" fmla="*/ 1813832 h 6858000"/>
              <a:gd name="connsiteX571" fmla="*/ 1815950 w 7467663"/>
              <a:gd name="connsiteY571" fmla="*/ 2128564 h 6858000"/>
              <a:gd name="connsiteX572" fmla="*/ 1984242 w 7467663"/>
              <a:gd name="connsiteY572" fmla="*/ 2430829 h 6858000"/>
              <a:gd name="connsiteX573" fmla="*/ 2014023 w 7467663"/>
              <a:gd name="connsiteY573" fmla="*/ 2450995 h 6858000"/>
              <a:gd name="connsiteX574" fmla="*/ 1747337 w 7467663"/>
              <a:gd name="connsiteY574" fmla="*/ 1855264 h 6858000"/>
              <a:gd name="connsiteX575" fmla="*/ 1533749 w 7467663"/>
              <a:gd name="connsiteY575" fmla="*/ 1478656 h 6858000"/>
              <a:gd name="connsiteX576" fmla="*/ 1431890 w 7467663"/>
              <a:gd name="connsiteY576" fmla="*/ 1306475 h 6858000"/>
              <a:gd name="connsiteX577" fmla="*/ 5052692 w 7467663"/>
              <a:gd name="connsiteY577" fmla="*/ 1292994 h 6858000"/>
              <a:gd name="connsiteX578" fmla="*/ 5200661 w 7467663"/>
              <a:gd name="connsiteY578" fmla="*/ 1635186 h 6858000"/>
              <a:gd name="connsiteX579" fmla="*/ 5297138 w 7467663"/>
              <a:gd name="connsiteY579" fmla="*/ 1906351 h 6858000"/>
              <a:gd name="connsiteX580" fmla="*/ 5052692 w 7467663"/>
              <a:gd name="connsiteY580" fmla="*/ 1292994 h 6858000"/>
              <a:gd name="connsiteX581" fmla="*/ 5009948 w 7467663"/>
              <a:gd name="connsiteY581" fmla="*/ 1273619 h 6858000"/>
              <a:gd name="connsiteX582" fmla="*/ 5121777 w 7467663"/>
              <a:gd name="connsiteY582" fmla="*/ 1654213 h 6858000"/>
              <a:gd name="connsiteX583" fmla="*/ 5293545 w 7467663"/>
              <a:gd name="connsiteY583" fmla="*/ 2072247 h 6858000"/>
              <a:gd name="connsiteX584" fmla="*/ 5294042 w 7467663"/>
              <a:gd name="connsiteY584" fmla="*/ 2065019 h 6858000"/>
              <a:gd name="connsiteX585" fmla="*/ 5171936 w 7467663"/>
              <a:gd name="connsiteY585" fmla="*/ 1647613 h 6858000"/>
              <a:gd name="connsiteX586" fmla="*/ 5009948 w 7467663"/>
              <a:gd name="connsiteY586" fmla="*/ 1273619 h 6858000"/>
              <a:gd name="connsiteX587" fmla="*/ 655236 w 7467663"/>
              <a:gd name="connsiteY587" fmla="*/ 1268632 h 6858000"/>
              <a:gd name="connsiteX588" fmla="*/ 839521 w 7467663"/>
              <a:gd name="connsiteY588" fmla="*/ 1685315 h 6858000"/>
              <a:gd name="connsiteX589" fmla="*/ 1109416 w 7467663"/>
              <a:gd name="connsiteY589" fmla="*/ 2061663 h 6858000"/>
              <a:gd name="connsiteX590" fmla="*/ 1298300 w 7467663"/>
              <a:gd name="connsiteY590" fmla="*/ 2247742 h 6858000"/>
              <a:gd name="connsiteX591" fmla="*/ 1125871 w 7467663"/>
              <a:gd name="connsiteY591" fmla="*/ 1989513 h 6858000"/>
              <a:gd name="connsiteX592" fmla="*/ 981574 w 7467663"/>
              <a:gd name="connsiteY592" fmla="*/ 1783157 h 6858000"/>
              <a:gd name="connsiteX593" fmla="*/ 922198 w 7467663"/>
              <a:gd name="connsiteY593" fmla="*/ 1677437 h 6858000"/>
              <a:gd name="connsiteX594" fmla="*/ 869293 w 7467663"/>
              <a:gd name="connsiteY594" fmla="*/ 1583214 h 6858000"/>
              <a:gd name="connsiteX595" fmla="*/ 751431 w 7467663"/>
              <a:gd name="connsiteY595" fmla="*/ 1405731 h 6858000"/>
              <a:gd name="connsiteX596" fmla="*/ 655236 w 7467663"/>
              <a:gd name="connsiteY596" fmla="*/ 1268632 h 6858000"/>
              <a:gd name="connsiteX597" fmla="*/ 6516292 w 7467663"/>
              <a:gd name="connsiteY597" fmla="*/ 1263064 h 6858000"/>
              <a:gd name="connsiteX598" fmla="*/ 5736320 w 7467663"/>
              <a:gd name="connsiteY598" fmla="*/ 1501803 h 6858000"/>
              <a:gd name="connsiteX599" fmla="*/ 6516292 w 7467663"/>
              <a:gd name="connsiteY599" fmla="*/ 1263064 h 6858000"/>
              <a:gd name="connsiteX600" fmla="*/ 291466 w 7467663"/>
              <a:gd name="connsiteY600" fmla="*/ 1250369 h 6858000"/>
              <a:gd name="connsiteX601" fmla="*/ 323180 w 7467663"/>
              <a:gd name="connsiteY601" fmla="*/ 1435283 h 6858000"/>
              <a:gd name="connsiteX602" fmla="*/ 349381 w 7467663"/>
              <a:gd name="connsiteY602" fmla="*/ 1875041 h 6858000"/>
              <a:gd name="connsiteX603" fmla="*/ 374363 w 7467663"/>
              <a:gd name="connsiteY603" fmla="*/ 1506494 h 6858000"/>
              <a:gd name="connsiteX604" fmla="*/ 302168 w 7467663"/>
              <a:gd name="connsiteY604" fmla="*/ 1274495 h 6858000"/>
              <a:gd name="connsiteX605" fmla="*/ 291466 w 7467663"/>
              <a:gd name="connsiteY605" fmla="*/ 1250369 h 6858000"/>
              <a:gd name="connsiteX606" fmla="*/ 678222 w 7467663"/>
              <a:gd name="connsiteY606" fmla="*/ 1248670 h 6858000"/>
              <a:gd name="connsiteX607" fmla="*/ 775536 w 7467663"/>
              <a:gd name="connsiteY607" fmla="*/ 1388015 h 6858000"/>
              <a:gd name="connsiteX608" fmla="*/ 894529 w 7467663"/>
              <a:gd name="connsiteY608" fmla="*/ 1567739 h 6858000"/>
              <a:gd name="connsiteX609" fmla="*/ 948000 w 7467663"/>
              <a:gd name="connsiteY609" fmla="*/ 1663088 h 6858000"/>
              <a:gd name="connsiteX610" fmla="*/ 1006812 w 7467663"/>
              <a:gd name="connsiteY610" fmla="*/ 1767683 h 6858000"/>
              <a:gd name="connsiteX611" fmla="*/ 1149133 w 7467663"/>
              <a:gd name="connsiteY611" fmla="*/ 1971513 h 6858000"/>
              <a:gd name="connsiteX612" fmla="*/ 1333952 w 7467663"/>
              <a:gd name="connsiteY612" fmla="*/ 2251620 h 6858000"/>
              <a:gd name="connsiteX613" fmla="*/ 1337329 w 7467663"/>
              <a:gd name="connsiteY613" fmla="*/ 2258350 h 6858000"/>
              <a:gd name="connsiteX614" fmla="*/ 1014726 w 7467663"/>
              <a:gd name="connsiteY614" fmla="*/ 1615556 h 6858000"/>
              <a:gd name="connsiteX615" fmla="*/ 678222 w 7467663"/>
              <a:gd name="connsiteY615" fmla="*/ 1248670 h 6858000"/>
              <a:gd name="connsiteX616" fmla="*/ 6691602 w 7467663"/>
              <a:gd name="connsiteY616" fmla="*/ 1140573 h 6858000"/>
              <a:gd name="connsiteX617" fmla="*/ 6571100 w 7467663"/>
              <a:gd name="connsiteY617" fmla="*/ 1183662 h 6858000"/>
              <a:gd name="connsiteX618" fmla="*/ 6241687 w 7467663"/>
              <a:gd name="connsiteY618" fmla="*/ 1257600 h 6858000"/>
              <a:gd name="connsiteX619" fmla="*/ 5693009 w 7467663"/>
              <a:gd name="connsiteY619" fmla="*/ 1478256 h 6858000"/>
              <a:gd name="connsiteX620" fmla="*/ 6548420 w 7467663"/>
              <a:gd name="connsiteY620" fmla="*/ 1214599 h 6858000"/>
              <a:gd name="connsiteX621" fmla="*/ 6605473 w 7467663"/>
              <a:gd name="connsiteY621" fmla="*/ 1184686 h 6858000"/>
              <a:gd name="connsiteX622" fmla="*/ 6691602 w 7467663"/>
              <a:gd name="connsiteY622" fmla="*/ 1140573 h 6858000"/>
              <a:gd name="connsiteX623" fmla="*/ 4002475 w 7467663"/>
              <a:gd name="connsiteY623" fmla="*/ 1037802 h 6858000"/>
              <a:gd name="connsiteX624" fmla="*/ 4000324 w 7467663"/>
              <a:gd name="connsiteY624" fmla="*/ 1039362 h 6858000"/>
              <a:gd name="connsiteX625" fmla="*/ 4002862 w 7467663"/>
              <a:gd name="connsiteY625" fmla="*/ 1042866 h 6858000"/>
              <a:gd name="connsiteX626" fmla="*/ 4002475 w 7467663"/>
              <a:gd name="connsiteY626" fmla="*/ 1037802 h 6858000"/>
              <a:gd name="connsiteX627" fmla="*/ 506322 w 7467663"/>
              <a:gd name="connsiteY627" fmla="*/ 1020997 h 6858000"/>
              <a:gd name="connsiteX628" fmla="*/ 533068 w 7467663"/>
              <a:gd name="connsiteY628" fmla="*/ 1029409 h 6858000"/>
              <a:gd name="connsiteX629" fmla="*/ 1232525 w 7467663"/>
              <a:gd name="connsiteY629" fmla="*/ 1804675 h 6858000"/>
              <a:gd name="connsiteX630" fmla="*/ 1388858 w 7467663"/>
              <a:gd name="connsiteY630" fmla="*/ 2368011 h 6858000"/>
              <a:gd name="connsiteX631" fmla="*/ 1384098 w 7467663"/>
              <a:gd name="connsiteY631" fmla="*/ 2378125 h 6858000"/>
              <a:gd name="connsiteX632" fmla="*/ 1425393 w 7467663"/>
              <a:gd name="connsiteY632" fmla="*/ 2589124 h 6858000"/>
              <a:gd name="connsiteX633" fmla="*/ 1424001 w 7467663"/>
              <a:gd name="connsiteY633" fmla="*/ 2597541 h 6858000"/>
              <a:gd name="connsiteX634" fmla="*/ 2152729 w 7467663"/>
              <a:gd name="connsiteY634" fmla="*/ 2864487 h 6858000"/>
              <a:gd name="connsiteX635" fmla="*/ 2020609 w 7467663"/>
              <a:gd name="connsiteY635" fmla="*/ 2539671 h 6858000"/>
              <a:gd name="connsiteX636" fmla="*/ 2018920 w 7467663"/>
              <a:gd name="connsiteY636" fmla="*/ 2536309 h 6858000"/>
              <a:gd name="connsiteX637" fmla="*/ 1342441 w 7467663"/>
              <a:gd name="connsiteY637" fmla="*/ 1173017 h 6858000"/>
              <a:gd name="connsiteX638" fmla="*/ 1367925 w 7467663"/>
              <a:gd name="connsiteY638" fmla="*/ 1135648 h 6858000"/>
              <a:gd name="connsiteX639" fmla="*/ 1771401 w 7467663"/>
              <a:gd name="connsiteY639" fmla="*/ 1806673 h 6858000"/>
              <a:gd name="connsiteX640" fmla="*/ 1972385 w 7467663"/>
              <a:gd name="connsiteY640" fmla="*/ 2198735 h 6858000"/>
              <a:gd name="connsiteX641" fmla="*/ 2040892 w 7467663"/>
              <a:gd name="connsiteY641" fmla="*/ 2405205 h 6858000"/>
              <a:gd name="connsiteX642" fmla="*/ 2131689 w 7467663"/>
              <a:gd name="connsiteY642" fmla="*/ 1936926 h 6858000"/>
              <a:gd name="connsiteX643" fmla="*/ 2454820 w 7467663"/>
              <a:gd name="connsiteY643" fmla="*/ 1248808 h 6858000"/>
              <a:gd name="connsiteX644" fmla="*/ 2492512 w 7467663"/>
              <a:gd name="connsiteY644" fmla="*/ 1302920 h 6858000"/>
              <a:gd name="connsiteX645" fmla="*/ 2081216 w 7467663"/>
              <a:gd name="connsiteY645" fmla="*/ 2527513 h 6858000"/>
              <a:gd name="connsiteX646" fmla="*/ 2081211 w 7467663"/>
              <a:gd name="connsiteY646" fmla="*/ 2528916 h 6858000"/>
              <a:gd name="connsiteX647" fmla="*/ 2199067 w 7467663"/>
              <a:gd name="connsiteY647" fmla="*/ 2884061 h 6858000"/>
              <a:gd name="connsiteX648" fmla="*/ 3192586 w 7467663"/>
              <a:gd name="connsiteY648" fmla="*/ 3411496 h 6858000"/>
              <a:gd name="connsiteX649" fmla="*/ 3182620 w 7467663"/>
              <a:gd name="connsiteY649" fmla="*/ 3483279 h 6858000"/>
              <a:gd name="connsiteX650" fmla="*/ 2435119 w 7467663"/>
              <a:gd name="connsiteY650" fmla="*/ 3080173 h 6858000"/>
              <a:gd name="connsiteX651" fmla="*/ 2410152 w 7467663"/>
              <a:gd name="connsiteY651" fmla="*/ 3063751 h 6858000"/>
              <a:gd name="connsiteX652" fmla="*/ 2408099 w 7467663"/>
              <a:gd name="connsiteY652" fmla="*/ 3064403 h 6858000"/>
              <a:gd name="connsiteX653" fmla="*/ 2407218 w 7467663"/>
              <a:gd name="connsiteY653" fmla="*/ 3070324 h 6858000"/>
              <a:gd name="connsiteX654" fmla="*/ 2380138 w 7467663"/>
              <a:gd name="connsiteY654" fmla="*/ 3099341 h 6858000"/>
              <a:gd name="connsiteX655" fmla="*/ 1765923 w 7467663"/>
              <a:gd name="connsiteY655" fmla="*/ 3581043 h 6858000"/>
              <a:gd name="connsiteX656" fmla="*/ 1702258 w 7467663"/>
              <a:gd name="connsiteY656" fmla="*/ 3612286 h 6858000"/>
              <a:gd name="connsiteX657" fmla="*/ 1538370 w 7467663"/>
              <a:gd name="connsiteY657" fmla="*/ 3811804 h 6858000"/>
              <a:gd name="connsiteX658" fmla="*/ 542867 w 7467663"/>
              <a:gd name="connsiteY658" fmla="*/ 4944092 h 6858000"/>
              <a:gd name="connsiteX659" fmla="*/ 515800 w 7467663"/>
              <a:gd name="connsiteY659" fmla="*/ 4862180 h 6858000"/>
              <a:gd name="connsiteX660" fmla="*/ 909145 w 7467663"/>
              <a:gd name="connsiteY660" fmla="*/ 4199225 h 6858000"/>
              <a:gd name="connsiteX661" fmla="*/ 1214067 w 7467663"/>
              <a:gd name="connsiteY661" fmla="*/ 3908561 h 6858000"/>
              <a:gd name="connsiteX662" fmla="*/ 640967 w 7467663"/>
              <a:gd name="connsiteY662" fmla="*/ 4105601 h 6858000"/>
              <a:gd name="connsiteX663" fmla="*/ 112563 w 7467663"/>
              <a:gd name="connsiteY663" fmla="*/ 4396952 h 6858000"/>
              <a:gd name="connsiteX664" fmla="*/ 0 w 7467663"/>
              <a:gd name="connsiteY664" fmla="*/ 4466006 h 6858000"/>
              <a:gd name="connsiteX665" fmla="*/ 0 w 7467663"/>
              <a:gd name="connsiteY665" fmla="*/ 4233763 h 6858000"/>
              <a:gd name="connsiteX666" fmla="*/ 36881 w 7467663"/>
              <a:gd name="connsiteY666" fmla="*/ 4200118 h 6858000"/>
              <a:gd name="connsiteX667" fmla="*/ 910534 w 7467663"/>
              <a:gd name="connsiteY667" fmla="*/ 3629753 h 6858000"/>
              <a:gd name="connsiteX668" fmla="*/ 1578717 w 7467663"/>
              <a:gd name="connsiteY668" fmla="*/ 3575982 h 6858000"/>
              <a:gd name="connsiteX669" fmla="*/ 2338780 w 7467663"/>
              <a:gd name="connsiteY669" fmla="*/ 3033725 h 6858000"/>
              <a:gd name="connsiteX670" fmla="*/ 1807991 w 7467663"/>
              <a:gd name="connsiteY670" fmla="*/ 2807184 h 6858000"/>
              <a:gd name="connsiteX671" fmla="*/ 1416358 w 7467663"/>
              <a:gd name="connsiteY671" fmla="*/ 3112571 h 6858000"/>
              <a:gd name="connsiteX672" fmla="*/ 939066 w 7467663"/>
              <a:gd name="connsiteY672" fmla="*/ 3378798 h 6858000"/>
              <a:gd name="connsiteX673" fmla="*/ 115099 w 7467663"/>
              <a:gd name="connsiteY673" fmla="*/ 3607650 h 6858000"/>
              <a:gd name="connsiteX674" fmla="*/ 97284 w 7467663"/>
              <a:gd name="connsiteY674" fmla="*/ 3520393 h 6858000"/>
              <a:gd name="connsiteX675" fmla="*/ 922050 w 7467663"/>
              <a:gd name="connsiteY675" fmla="*/ 3074867 h 6858000"/>
              <a:gd name="connsiteX676" fmla="*/ 1405265 w 7467663"/>
              <a:gd name="connsiteY676" fmla="*/ 3016319 h 6858000"/>
              <a:gd name="connsiteX677" fmla="*/ 1407512 w 7467663"/>
              <a:gd name="connsiteY677" fmla="*/ 3018001 h 6858000"/>
              <a:gd name="connsiteX678" fmla="*/ 1726266 w 7467663"/>
              <a:gd name="connsiteY678" fmla="*/ 2777274 h 6858000"/>
              <a:gd name="connsiteX679" fmla="*/ 625390 w 7467663"/>
              <a:gd name="connsiteY679" fmla="*/ 2514541 h 6858000"/>
              <a:gd name="connsiteX680" fmla="*/ 619799 w 7467663"/>
              <a:gd name="connsiteY680" fmla="*/ 2527180 h 6858000"/>
              <a:gd name="connsiteX681" fmla="*/ 310030 w 7467663"/>
              <a:gd name="connsiteY681" fmla="*/ 2771818 h 6858000"/>
              <a:gd name="connsiteX682" fmla="*/ 173877 w 7467663"/>
              <a:gd name="connsiteY682" fmla="*/ 2937056 h 6858000"/>
              <a:gd name="connsiteX683" fmla="*/ 77889 w 7467663"/>
              <a:gd name="connsiteY683" fmla="*/ 3138440 h 6858000"/>
              <a:gd name="connsiteX684" fmla="*/ 0 w 7467663"/>
              <a:gd name="connsiteY684" fmla="*/ 3271395 h 6858000"/>
              <a:gd name="connsiteX685" fmla="*/ 0 w 7467663"/>
              <a:gd name="connsiteY685" fmla="*/ 3153002 h 6858000"/>
              <a:gd name="connsiteX686" fmla="*/ 2386 w 7467663"/>
              <a:gd name="connsiteY686" fmla="*/ 3149203 h 6858000"/>
              <a:gd name="connsiteX687" fmla="*/ 89753 w 7467663"/>
              <a:gd name="connsiteY687" fmla="*/ 2987702 h 6858000"/>
              <a:gd name="connsiteX688" fmla="*/ 76869 w 7467663"/>
              <a:gd name="connsiteY688" fmla="*/ 3005404 h 6858000"/>
              <a:gd name="connsiteX689" fmla="*/ 32049 w 7467663"/>
              <a:gd name="connsiteY689" fmla="*/ 3065814 h 6858000"/>
              <a:gd name="connsiteX690" fmla="*/ 0 w 7467663"/>
              <a:gd name="connsiteY690" fmla="*/ 3108744 h 6858000"/>
              <a:gd name="connsiteX691" fmla="*/ 0 w 7467663"/>
              <a:gd name="connsiteY691" fmla="*/ 3058059 h 6858000"/>
              <a:gd name="connsiteX692" fmla="*/ 7610 w 7467663"/>
              <a:gd name="connsiteY692" fmla="*/ 3047889 h 6858000"/>
              <a:gd name="connsiteX693" fmla="*/ 52419 w 7467663"/>
              <a:gd name="connsiteY693" fmla="*/ 2987479 h 6858000"/>
              <a:gd name="connsiteX694" fmla="*/ 59142 w 7467663"/>
              <a:gd name="connsiteY694" fmla="*/ 2978488 h 6858000"/>
              <a:gd name="connsiteX695" fmla="*/ 0 w 7467663"/>
              <a:gd name="connsiteY695" fmla="*/ 3015334 h 6858000"/>
              <a:gd name="connsiteX696" fmla="*/ 0 w 7467663"/>
              <a:gd name="connsiteY696" fmla="*/ 2914286 h 6858000"/>
              <a:gd name="connsiteX697" fmla="*/ 36383 w 7467663"/>
              <a:gd name="connsiteY697" fmla="*/ 2901128 h 6858000"/>
              <a:gd name="connsiteX698" fmla="*/ 156329 w 7467663"/>
              <a:gd name="connsiteY698" fmla="*/ 2840533 h 6858000"/>
              <a:gd name="connsiteX699" fmla="*/ 358355 w 7467663"/>
              <a:gd name="connsiteY699" fmla="*/ 2620471 h 6858000"/>
              <a:gd name="connsiteX700" fmla="*/ 510577 w 7467663"/>
              <a:gd name="connsiteY700" fmla="*/ 2501244 h 6858000"/>
              <a:gd name="connsiteX701" fmla="*/ 211967 w 7467663"/>
              <a:gd name="connsiteY701" fmla="*/ 2479171 h 6858000"/>
              <a:gd name="connsiteX702" fmla="*/ 0 w 7467663"/>
              <a:gd name="connsiteY702" fmla="*/ 2476398 h 6858000"/>
              <a:gd name="connsiteX703" fmla="*/ 0 w 7467663"/>
              <a:gd name="connsiteY703" fmla="*/ 2389189 h 6858000"/>
              <a:gd name="connsiteX704" fmla="*/ 103062 w 7467663"/>
              <a:gd name="connsiteY704" fmla="*/ 2389518 h 6858000"/>
              <a:gd name="connsiteX705" fmla="*/ 510734 w 7467663"/>
              <a:gd name="connsiteY705" fmla="*/ 2416201 h 6858000"/>
              <a:gd name="connsiteX706" fmla="*/ 279257 w 7467663"/>
              <a:gd name="connsiteY706" fmla="*/ 2092102 h 6858000"/>
              <a:gd name="connsiteX707" fmla="*/ 65265 w 7467663"/>
              <a:gd name="connsiteY707" fmla="*/ 2006049 h 6858000"/>
              <a:gd name="connsiteX708" fmla="*/ 0 w 7467663"/>
              <a:gd name="connsiteY708" fmla="*/ 1982532 h 6858000"/>
              <a:gd name="connsiteX709" fmla="*/ 0 w 7467663"/>
              <a:gd name="connsiteY709" fmla="*/ 1912789 h 6858000"/>
              <a:gd name="connsiteX710" fmla="*/ 97460 w 7467663"/>
              <a:gd name="connsiteY710" fmla="*/ 1953725 h 6858000"/>
              <a:gd name="connsiteX711" fmla="*/ 221272 w 7467663"/>
              <a:gd name="connsiteY711" fmla="*/ 1980766 h 6858000"/>
              <a:gd name="connsiteX712" fmla="*/ 116765 w 7467663"/>
              <a:gd name="connsiteY712" fmla="*/ 1911033 h 6858000"/>
              <a:gd name="connsiteX713" fmla="*/ 16405 w 7467663"/>
              <a:gd name="connsiteY713" fmla="*/ 1803412 h 6858000"/>
              <a:gd name="connsiteX714" fmla="*/ 0 w 7467663"/>
              <a:gd name="connsiteY714" fmla="*/ 1784777 h 6858000"/>
              <a:gd name="connsiteX715" fmla="*/ 0 w 7467663"/>
              <a:gd name="connsiteY715" fmla="*/ 1740082 h 6858000"/>
              <a:gd name="connsiteX716" fmla="*/ 39394 w 7467663"/>
              <a:gd name="connsiteY716" fmla="*/ 1784856 h 6858000"/>
              <a:gd name="connsiteX717" fmla="*/ 135813 w 7467663"/>
              <a:gd name="connsiteY717" fmla="*/ 1888838 h 6858000"/>
              <a:gd name="connsiteX718" fmla="*/ 242575 w 7467663"/>
              <a:gd name="connsiteY718" fmla="*/ 1958841 h 6858000"/>
              <a:gd name="connsiteX719" fmla="*/ 82197 w 7467663"/>
              <a:gd name="connsiteY719" fmla="*/ 1754826 h 6858000"/>
              <a:gd name="connsiteX720" fmla="*/ 0 w 7467663"/>
              <a:gd name="connsiteY720" fmla="*/ 1679650 h 6858000"/>
              <a:gd name="connsiteX721" fmla="*/ 0 w 7467663"/>
              <a:gd name="connsiteY721" fmla="*/ 1602463 h 6858000"/>
              <a:gd name="connsiteX722" fmla="*/ 84689 w 7467663"/>
              <a:gd name="connsiteY722" fmla="*/ 1677442 h 6858000"/>
              <a:gd name="connsiteX723" fmla="*/ 298437 w 7467663"/>
              <a:gd name="connsiteY723" fmla="*/ 1968019 h 6858000"/>
              <a:gd name="connsiteX724" fmla="*/ 227269 w 7467663"/>
              <a:gd name="connsiteY724" fmla="*/ 1114064 h 6858000"/>
              <a:gd name="connsiteX725" fmla="*/ 248003 w 7467663"/>
              <a:gd name="connsiteY725" fmla="*/ 1089613 h 6858000"/>
              <a:gd name="connsiteX726" fmla="*/ 427020 w 7467663"/>
              <a:gd name="connsiteY726" fmla="*/ 1619803 h 6858000"/>
              <a:gd name="connsiteX727" fmla="*/ 340345 w 7467663"/>
              <a:gd name="connsiteY727" fmla="*/ 2027739 h 6858000"/>
              <a:gd name="connsiteX728" fmla="*/ 360865 w 7467663"/>
              <a:gd name="connsiteY728" fmla="*/ 2044827 h 6858000"/>
              <a:gd name="connsiteX729" fmla="*/ 560414 w 7467663"/>
              <a:gd name="connsiteY729" fmla="*/ 2421457 h 6858000"/>
              <a:gd name="connsiteX730" fmla="*/ 1359703 w 7467663"/>
              <a:gd name="connsiteY730" fmla="*/ 2578554 h 6858000"/>
              <a:gd name="connsiteX731" fmla="*/ 1359422 w 7467663"/>
              <a:gd name="connsiteY731" fmla="*/ 2577994 h 6858000"/>
              <a:gd name="connsiteX732" fmla="*/ 828701 w 7467663"/>
              <a:gd name="connsiteY732" fmla="*/ 1839520 h 6858000"/>
              <a:gd name="connsiteX733" fmla="*/ 494427 w 7467663"/>
              <a:gd name="connsiteY733" fmla="*/ 1092333 h 6858000"/>
              <a:gd name="connsiteX734" fmla="*/ 506322 w 7467663"/>
              <a:gd name="connsiteY734" fmla="*/ 1020997 h 6858000"/>
              <a:gd name="connsiteX735" fmla="*/ 4570198 w 7467663"/>
              <a:gd name="connsiteY735" fmla="*/ 978081 h 6858000"/>
              <a:gd name="connsiteX736" fmla="*/ 4523691 w 7467663"/>
              <a:gd name="connsiteY736" fmla="*/ 1127776 h 6858000"/>
              <a:gd name="connsiteX737" fmla="*/ 4509875 w 7467663"/>
              <a:gd name="connsiteY737" fmla="*/ 1167552 h 6858000"/>
              <a:gd name="connsiteX738" fmla="*/ 4478168 w 7467663"/>
              <a:gd name="connsiteY738" fmla="*/ 1260735 h 6858000"/>
              <a:gd name="connsiteX739" fmla="*/ 4409309 w 7467663"/>
              <a:gd name="connsiteY739" fmla="*/ 1666996 h 6858000"/>
              <a:gd name="connsiteX740" fmla="*/ 4370031 w 7467663"/>
              <a:gd name="connsiteY740" fmla="*/ 1955666 h 6858000"/>
              <a:gd name="connsiteX741" fmla="*/ 4570198 w 7467663"/>
              <a:gd name="connsiteY741" fmla="*/ 978081 h 6858000"/>
              <a:gd name="connsiteX742" fmla="*/ 4557898 w 7467663"/>
              <a:gd name="connsiteY742" fmla="*/ 900011 h 6858000"/>
              <a:gd name="connsiteX743" fmla="*/ 4344840 w 7467663"/>
              <a:gd name="connsiteY743" fmla="*/ 1922038 h 6858000"/>
              <a:gd name="connsiteX744" fmla="*/ 4378710 w 7467663"/>
              <a:gd name="connsiteY744" fmla="*/ 1665516 h 6858000"/>
              <a:gd name="connsiteX745" fmla="*/ 4448798 w 7467663"/>
              <a:gd name="connsiteY745" fmla="*/ 1253024 h 6858000"/>
              <a:gd name="connsiteX746" fmla="*/ 4480315 w 7467663"/>
              <a:gd name="connsiteY746" fmla="*/ 1158454 h 6858000"/>
              <a:gd name="connsiteX747" fmla="*/ 4494133 w 7467663"/>
              <a:gd name="connsiteY747" fmla="*/ 1118676 h 6858000"/>
              <a:gd name="connsiteX748" fmla="*/ 4557898 w 7467663"/>
              <a:gd name="connsiteY748" fmla="*/ 900011 h 6858000"/>
              <a:gd name="connsiteX749" fmla="*/ 5870151 w 7467663"/>
              <a:gd name="connsiteY749" fmla="*/ 898890 h 6858000"/>
              <a:gd name="connsiteX750" fmla="*/ 5861335 w 7467663"/>
              <a:gd name="connsiteY750" fmla="*/ 899177 h 6858000"/>
              <a:gd name="connsiteX751" fmla="*/ 5843702 w 7467663"/>
              <a:gd name="connsiteY751" fmla="*/ 899748 h 6858000"/>
              <a:gd name="connsiteX752" fmla="*/ 5651107 w 7467663"/>
              <a:gd name="connsiteY752" fmla="*/ 920306 h 6858000"/>
              <a:gd name="connsiteX753" fmla="*/ 5459407 w 7467663"/>
              <a:gd name="connsiteY753" fmla="*/ 940975 h 6858000"/>
              <a:gd name="connsiteX754" fmla="*/ 5374846 w 7467663"/>
              <a:gd name="connsiteY754" fmla="*/ 941988 h 6858000"/>
              <a:gd name="connsiteX755" fmla="*/ 5256105 w 7467663"/>
              <a:gd name="connsiteY755" fmla="*/ 945632 h 6858000"/>
              <a:gd name="connsiteX756" fmla="*/ 5107071 w 7467663"/>
              <a:gd name="connsiteY756" fmla="*/ 969720 h 6858000"/>
              <a:gd name="connsiteX757" fmla="*/ 4998681 w 7467663"/>
              <a:gd name="connsiteY757" fmla="*/ 988771 h 6858000"/>
              <a:gd name="connsiteX758" fmla="*/ 5870151 w 7467663"/>
              <a:gd name="connsiteY758" fmla="*/ 898890 h 6858000"/>
              <a:gd name="connsiteX759" fmla="*/ 5504425 w 7467663"/>
              <a:gd name="connsiteY759" fmla="*/ 848067 h 6858000"/>
              <a:gd name="connsiteX760" fmla="*/ 4968849 w 7467663"/>
              <a:gd name="connsiteY760" fmla="*/ 962318 h 6858000"/>
              <a:gd name="connsiteX761" fmla="*/ 5104039 w 7467663"/>
              <a:gd name="connsiteY761" fmla="*/ 940634 h 6858000"/>
              <a:gd name="connsiteX762" fmla="*/ 5256311 w 7467663"/>
              <a:gd name="connsiteY762" fmla="*/ 916490 h 6858000"/>
              <a:gd name="connsiteX763" fmla="*/ 5377381 w 7467663"/>
              <a:gd name="connsiteY763" fmla="*/ 912671 h 6858000"/>
              <a:gd name="connsiteX764" fmla="*/ 5460148 w 7467663"/>
              <a:gd name="connsiteY764" fmla="*/ 911442 h 6858000"/>
              <a:gd name="connsiteX765" fmla="*/ 5648971 w 7467663"/>
              <a:gd name="connsiteY765" fmla="*/ 891331 h 6858000"/>
              <a:gd name="connsiteX766" fmla="*/ 5844807 w 7467663"/>
              <a:gd name="connsiteY766" fmla="*/ 870718 h 6858000"/>
              <a:gd name="connsiteX767" fmla="*/ 5862975 w 7467663"/>
              <a:gd name="connsiteY767" fmla="*/ 869756 h 6858000"/>
              <a:gd name="connsiteX768" fmla="*/ 5920887 w 7467663"/>
              <a:gd name="connsiteY768" fmla="*/ 865929 h 6858000"/>
              <a:gd name="connsiteX769" fmla="*/ 5504425 w 7467663"/>
              <a:gd name="connsiteY769" fmla="*/ 848067 h 6858000"/>
              <a:gd name="connsiteX770" fmla="*/ 3607114 w 7467663"/>
              <a:gd name="connsiteY770" fmla="*/ 467441 h 6858000"/>
              <a:gd name="connsiteX771" fmla="*/ 3296242 w 7467663"/>
              <a:gd name="connsiteY771" fmla="*/ 807991 h 6858000"/>
              <a:gd name="connsiteX772" fmla="*/ 3174674 w 7467663"/>
              <a:gd name="connsiteY772" fmla="*/ 919759 h 6858000"/>
              <a:gd name="connsiteX773" fmla="*/ 3042978 w 7467663"/>
              <a:gd name="connsiteY773" fmla="*/ 1054894 h 6858000"/>
              <a:gd name="connsiteX774" fmla="*/ 2968914 w 7467663"/>
              <a:gd name="connsiteY774" fmla="*/ 1133756 h 6858000"/>
              <a:gd name="connsiteX775" fmla="*/ 3103823 w 7467663"/>
              <a:gd name="connsiteY775" fmla="*/ 1026814 h 6858000"/>
              <a:gd name="connsiteX776" fmla="*/ 3607114 w 7467663"/>
              <a:gd name="connsiteY776" fmla="*/ 467441 h 6858000"/>
              <a:gd name="connsiteX777" fmla="*/ 3744487 w 7467663"/>
              <a:gd name="connsiteY777" fmla="*/ 383136 h 6858000"/>
              <a:gd name="connsiteX778" fmla="*/ 3970213 w 7467663"/>
              <a:gd name="connsiteY778" fmla="*/ 995559 h 6858000"/>
              <a:gd name="connsiteX779" fmla="*/ 3744487 w 7467663"/>
              <a:gd name="connsiteY779" fmla="*/ 383136 h 6858000"/>
              <a:gd name="connsiteX780" fmla="*/ 3624562 w 7467663"/>
              <a:gd name="connsiteY780" fmla="*/ 367041 h 6858000"/>
              <a:gd name="connsiteX781" fmla="*/ 3489712 w 7467663"/>
              <a:gd name="connsiteY781" fmla="*/ 485386 h 6858000"/>
              <a:gd name="connsiteX782" fmla="*/ 3182994 w 7467663"/>
              <a:gd name="connsiteY782" fmla="*/ 828265 h 6858000"/>
              <a:gd name="connsiteX783" fmla="*/ 2892114 w 7467663"/>
              <a:gd name="connsiteY783" fmla="*/ 1172635 h 6858000"/>
              <a:gd name="connsiteX784" fmla="*/ 3021459 w 7467663"/>
              <a:gd name="connsiteY784" fmla="*/ 1035385 h 6858000"/>
              <a:gd name="connsiteX785" fmla="*/ 3153873 w 7467663"/>
              <a:gd name="connsiteY785" fmla="*/ 898971 h 6858000"/>
              <a:gd name="connsiteX786" fmla="*/ 3276511 w 7467663"/>
              <a:gd name="connsiteY786" fmla="*/ 786423 h 6858000"/>
              <a:gd name="connsiteX787" fmla="*/ 3584154 w 7467663"/>
              <a:gd name="connsiteY787" fmla="*/ 448218 h 6858000"/>
              <a:gd name="connsiteX788" fmla="*/ 3624562 w 7467663"/>
              <a:gd name="connsiteY788" fmla="*/ 367041 h 6858000"/>
              <a:gd name="connsiteX789" fmla="*/ 3766672 w 7467663"/>
              <a:gd name="connsiteY789" fmla="*/ 359429 h 6858000"/>
              <a:gd name="connsiteX790" fmla="*/ 3996338 w 7467663"/>
              <a:gd name="connsiteY790" fmla="*/ 968237 h 6858000"/>
              <a:gd name="connsiteX791" fmla="*/ 3766672 w 7467663"/>
              <a:gd name="connsiteY791" fmla="*/ 359429 h 6858000"/>
              <a:gd name="connsiteX792" fmla="*/ 5805386 w 7467663"/>
              <a:gd name="connsiteY792" fmla="*/ 239240 h 6858000"/>
              <a:gd name="connsiteX793" fmla="*/ 5736947 w 7467663"/>
              <a:gd name="connsiteY793" fmla="*/ 261367 h 6858000"/>
              <a:gd name="connsiteX794" fmla="*/ 5427012 w 7467663"/>
              <a:gd name="connsiteY794" fmla="*/ 311272 h 6858000"/>
              <a:gd name="connsiteX795" fmla="*/ 5147818 w 7467663"/>
              <a:gd name="connsiteY795" fmla="*/ 322112 h 6858000"/>
              <a:gd name="connsiteX796" fmla="*/ 5060854 w 7467663"/>
              <a:gd name="connsiteY796" fmla="*/ 311882 h 6858000"/>
              <a:gd name="connsiteX797" fmla="*/ 4945989 w 7467663"/>
              <a:gd name="connsiteY797" fmla="*/ 300516 h 6858000"/>
              <a:gd name="connsiteX798" fmla="*/ 5410479 w 7467663"/>
              <a:gd name="connsiteY798" fmla="*/ 348434 h 6858000"/>
              <a:gd name="connsiteX799" fmla="*/ 5805386 w 7467663"/>
              <a:gd name="connsiteY799" fmla="*/ 239240 h 6858000"/>
              <a:gd name="connsiteX800" fmla="*/ 5905192 w 7467663"/>
              <a:gd name="connsiteY800" fmla="*/ 163079 h 6858000"/>
              <a:gd name="connsiteX801" fmla="*/ 5865655 w 7467663"/>
              <a:gd name="connsiteY801" fmla="*/ 171901 h 6858000"/>
              <a:gd name="connsiteX802" fmla="*/ 5259740 w 7467663"/>
              <a:gd name="connsiteY802" fmla="*/ 257013 h 6858000"/>
              <a:gd name="connsiteX803" fmla="*/ 5208466 w 7467663"/>
              <a:gd name="connsiteY803" fmla="*/ 257550 h 6858000"/>
              <a:gd name="connsiteX804" fmla="*/ 4980204 w 7467663"/>
              <a:gd name="connsiteY804" fmla="*/ 271903 h 6858000"/>
              <a:gd name="connsiteX805" fmla="*/ 5068068 w 7467663"/>
              <a:gd name="connsiteY805" fmla="*/ 282244 h 6858000"/>
              <a:gd name="connsiteX806" fmla="*/ 5153231 w 7467663"/>
              <a:gd name="connsiteY806" fmla="*/ 292240 h 6858000"/>
              <a:gd name="connsiteX807" fmla="*/ 5426491 w 7467663"/>
              <a:gd name="connsiteY807" fmla="*/ 281128 h 6858000"/>
              <a:gd name="connsiteX808" fmla="*/ 5731212 w 7467663"/>
              <a:gd name="connsiteY808" fmla="*/ 231951 h 6858000"/>
              <a:gd name="connsiteX809" fmla="*/ 5905192 w 7467663"/>
              <a:gd name="connsiteY809" fmla="*/ 163079 h 6858000"/>
              <a:gd name="connsiteX810" fmla="*/ 5944437 w 7467663"/>
              <a:gd name="connsiteY810" fmla="*/ 113829 h 6858000"/>
              <a:gd name="connsiteX811" fmla="*/ 5825032 w 7467663"/>
              <a:gd name="connsiteY811" fmla="*/ 146405 h 6858000"/>
              <a:gd name="connsiteX812" fmla="*/ 4955599 w 7467663"/>
              <a:gd name="connsiteY812" fmla="*/ 247008 h 6858000"/>
              <a:gd name="connsiteX813" fmla="*/ 5210104 w 7467663"/>
              <a:gd name="connsiteY813" fmla="*/ 228123 h 6858000"/>
              <a:gd name="connsiteX814" fmla="*/ 5261015 w 7467663"/>
              <a:gd name="connsiteY814" fmla="*/ 227087 h 6858000"/>
              <a:gd name="connsiteX815" fmla="*/ 5861181 w 7467663"/>
              <a:gd name="connsiteY815" fmla="*/ 143093 h 6858000"/>
              <a:gd name="connsiteX816" fmla="*/ 5961252 w 7467663"/>
              <a:gd name="connsiteY816" fmla="*/ 114820 h 6858000"/>
              <a:gd name="connsiteX817" fmla="*/ 5944437 w 7467663"/>
              <a:gd name="connsiteY817" fmla="*/ 113829 h 6858000"/>
              <a:gd name="connsiteX818" fmla="*/ 3882765 w 7467663"/>
              <a:gd name="connsiteY818" fmla="*/ 0 h 6858000"/>
              <a:gd name="connsiteX819" fmla="*/ 3995099 w 7467663"/>
              <a:gd name="connsiteY819" fmla="*/ 0 h 6858000"/>
              <a:gd name="connsiteX820" fmla="*/ 4163818 w 7467663"/>
              <a:gd name="connsiteY820" fmla="*/ 234104 h 6858000"/>
              <a:gd name="connsiteX821" fmla="*/ 4172099 w 7467663"/>
              <a:gd name="connsiteY821" fmla="*/ 234207 h 6858000"/>
              <a:gd name="connsiteX822" fmla="*/ 4784282 w 7467663"/>
              <a:gd name="connsiteY822" fmla="*/ 276561 h 6858000"/>
              <a:gd name="connsiteX823" fmla="*/ 4801687 w 7467663"/>
              <a:gd name="connsiteY823" fmla="*/ 267764 h 6858000"/>
              <a:gd name="connsiteX824" fmla="*/ 6082788 w 7467663"/>
              <a:gd name="connsiteY824" fmla="*/ 64119 h 6858000"/>
              <a:gd name="connsiteX825" fmla="*/ 6099442 w 7467663"/>
              <a:gd name="connsiteY825" fmla="*/ 82568 h 6858000"/>
              <a:gd name="connsiteX826" fmla="*/ 4804137 w 7467663"/>
              <a:gd name="connsiteY826" fmla="*/ 320931 h 6858000"/>
              <a:gd name="connsiteX827" fmla="*/ 4227047 w 7467663"/>
              <a:gd name="connsiteY827" fmla="*/ 313415 h 6858000"/>
              <a:gd name="connsiteX828" fmla="*/ 4346041 w 7467663"/>
              <a:gd name="connsiteY828" fmla="*/ 456086 h 6858000"/>
              <a:gd name="connsiteX829" fmla="*/ 4870967 w 7467663"/>
              <a:gd name="connsiteY829" fmla="*/ 963061 h 6858000"/>
              <a:gd name="connsiteX830" fmla="*/ 4889647 w 7467663"/>
              <a:gd name="connsiteY830" fmla="*/ 957147 h 6858000"/>
              <a:gd name="connsiteX831" fmla="*/ 5422504 w 7467663"/>
              <a:gd name="connsiteY831" fmla="*/ 805191 h 6858000"/>
              <a:gd name="connsiteX832" fmla="*/ 6087656 w 7467663"/>
              <a:gd name="connsiteY832" fmla="*/ 826703 h 6858000"/>
              <a:gd name="connsiteX833" fmla="*/ 6058717 w 7467663"/>
              <a:gd name="connsiteY833" fmla="*/ 865992 h 6858000"/>
              <a:gd name="connsiteX834" fmla="*/ 4974153 w 7467663"/>
              <a:gd name="connsiteY834" fmla="*/ 1045456 h 6858000"/>
              <a:gd name="connsiteX835" fmla="*/ 5627835 w 7467663"/>
              <a:gd name="connsiteY835" fmla="*/ 1472077 h 6858000"/>
              <a:gd name="connsiteX836" fmla="*/ 5629817 w 7467663"/>
              <a:gd name="connsiteY836" fmla="*/ 1471412 h 6858000"/>
              <a:gd name="connsiteX837" fmla="*/ 5634124 w 7467663"/>
              <a:gd name="connsiteY837" fmla="*/ 1470572 h 6858000"/>
              <a:gd name="connsiteX838" fmla="*/ 5755832 w 7467663"/>
              <a:gd name="connsiteY838" fmla="*/ 1383886 h 6858000"/>
              <a:gd name="connsiteX839" fmla="*/ 6014186 w 7467663"/>
              <a:gd name="connsiteY839" fmla="*/ 1279799 h 6858000"/>
              <a:gd name="connsiteX840" fmla="*/ 6901619 w 7467663"/>
              <a:gd name="connsiteY840" fmla="*/ 1047874 h 6858000"/>
              <a:gd name="connsiteX841" fmla="*/ 6931566 w 7467663"/>
              <a:gd name="connsiteY841" fmla="*/ 1062034 h 6858000"/>
              <a:gd name="connsiteX842" fmla="*/ 5790982 w 7467663"/>
              <a:gd name="connsiteY842" fmla="*/ 1561380 h 6858000"/>
              <a:gd name="connsiteX843" fmla="*/ 6188971 w 7467663"/>
              <a:gd name="connsiteY843" fmla="*/ 1755168 h 6858000"/>
              <a:gd name="connsiteX844" fmla="*/ 6202446 w 7467663"/>
              <a:gd name="connsiteY844" fmla="*/ 1752268 h 6858000"/>
              <a:gd name="connsiteX845" fmla="*/ 7179560 w 7467663"/>
              <a:gd name="connsiteY845" fmla="*/ 1467551 h 6858000"/>
              <a:gd name="connsiteX846" fmla="*/ 7158730 w 7467663"/>
              <a:gd name="connsiteY846" fmla="*/ 1507835 h 6858000"/>
              <a:gd name="connsiteX847" fmla="*/ 6326959 w 7467663"/>
              <a:gd name="connsiteY847" fmla="*/ 1817686 h 6858000"/>
              <a:gd name="connsiteX848" fmla="*/ 6537433 w 7467663"/>
              <a:gd name="connsiteY848" fmla="*/ 1907790 h 6858000"/>
              <a:gd name="connsiteX849" fmla="*/ 6550221 w 7467663"/>
              <a:gd name="connsiteY849" fmla="*/ 1910729 h 6858000"/>
              <a:gd name="connsiteX850" fmla="*/ 6964438 w 7467663"/>
              <a:gd name="connsiteY850" fmla="*/ 2209505 h 6858000"/>
              <a:gd name="connsiteX851" fmla="*/ 7367862 w 7467663"/>
              <a:gd name="connsiteY851" fmla="*/ 2806833 h 6858000"/>
              <a:gd name="connsiteX852" fmla="*/ 7364329 w 7467663"/>
              <a:gd name="connsiteY852" fmla="*/ 2826907 h 6858000"/>
              <a:gd name="connsiteX853" fmla="*/ 7290545 w 7467663"/>
              <a:gd name="connsiteY853" fmla="*/ 2850663 h 6858000"/>
              <a:gd name="connsiteX854" fmla="*/ 6472036 w 7467663"/>
              <a:gd name="connsiteY854" fmla="*/ 1959003 h 6858000"/>
              <a:gd name="connsiteX855" fmla="*/ 5792897 w 7467663"/>
              <a:gd name="connsiteY855" fmla="*/ 1647747 h 6858000"/>
              <a:gd name="connsiteX856" fmla="*/ 5842751 w 7467663"/>
              <a:gd name="connsiteY856" fmla="*/ 1816112 h 6858000"/>
              <a:gd name="connsiteX857" fmla="*/ 5847424 w 7467663"/>
              <a:gd name="connsiteY857" fmla="*/ 1815776 h 6858000"/>
              <a:gd name="connsiteX858" fmla="*/ 6399821 w 7467663"/>
              <a:gd name="connsiteY858" fmla="*/ 2344799 h 6858000"/>
              <a:gd name="connsiteX859" fmla="*/ 6323232 w 7467663"/>
              <a:gd name="connsiteY859" fmla="*/ 2389634 h 6858000"/>
              <a:gd name="connsiteX860" fmla="*/ 5942958 w 7467663"/>
              <a:gd name="connsiteY860" fmla="*/ 2077708 h 6858000"/>
              <a:gd name="connsiteX861" fmla="*/ 5921559 w 7467663"/>
              <a:gd name="connsiteY861" fmla="*/ 2378596 h 6858000"/>
              <a:gd name="connsiteX862" fmla="*/ 5817651 w 7467663"/>
              <a:gd name="connsiteY862" fmla="*/ 3023919 h 6858000"/>
              <a:gd name="connsiteX863" fmla="*/ 5729634 w 7467663"/>
              <a:gd name="connsiteY863" fmla="*/ 3051849 h 6858000"/>
              <a:gd name="connsiteX864" fmla="*/ 5611018 w 7467663"/>
              <a:gd name="connsiteY864" fmla="*/ 2316769 h 6858000"/>
              <a:gd name="connsiteX865" fmla="*/ 5687608 w 7467663"/>
              <a:gd name="connsiteY865" fmla="*/ 2039972 h 6858000"/>
              <a:gd name="connsiteX866" fmla="*/ 5657554 w 7467663"/>
              <a:gd name="connsiteY866" fmla="*/ 1576445 h 6858000"/>
              <a:gd name="connsiteX867" fmla="*/ 5150475 w 7467663"/>
              <a:gd name="connsiteY867" fmla="*/ 1274012 h 6858000"/>
              <a:gd name="connsiteX868" fmla="*/ 5349142 w 7467663"/>
              <a:gd name="connsiteY868" fmla="*/ 2204405 h 6858000"/>
              <a:gd name="connsiteX869" fmla="*/ 5262214 w 7467663"/>
              <a:gd name="connsiteY869" fmla="*/ 2233836 h 6858000"/>
              <a:gd name="connsiteX870" fmla="*/ 4981539 w 7467663"/>
              <a:gd name="connsiteY870" fmla="*/ 1542201 h 6858000"/>
              <a:gd name="connsiteX871" fmla="*/ 4958461 w 7467663"/>
              <a:gd name="connsiteY871" fmla="*/ 1136957 h 6858000"/>
              <a:gd name="connsiteX872" fmla="*/ 4655015 w 7467663"/>
              <a:gd name="connsiteY872" fmla="*/ 891426 h 6858000"/>
              <a:gd name="connsiteX873" fmla="*/ 4348002 w 7467663"/>
              <a:gd name="connsiteY873" fmla="*/ 2205895 h 6858000"/>
              <a:gd name="connsiteX874" fmla="*/ 4262250 w 7467663"/>
              <a:gd name="connsiteY874" fmla="*/ 2219972 h 6858000"/>
              <a:gd name="connsiteX875" fmla="*/ 4550611 w 7467663"/>
              <a:gd name="connsiteY875" fmla="*/ 817540 h 6858000"/>
              <a:gd name="connsiteX876" fmla="*/ 4564418 w 7467663"/>
              <a:gd name="connsiteY876" fmla="*/ 808293 h 6858000"/>
              <a:gd name="connsiteX877" fmla="*/ 4266388 w 7467663"/>
              <a:gd name="connsiteY877" fmla="*/ 500083 h 6858000"/>
              <a:gd name="connsiteX878" fmla="*/ 4032842 w 7467663"/>
              <a:gd name="connsiteY878" fmla="*/ 211809 h 6858000"/>
              <a:gd name="connsiteX879" fmla="*/ 3882765 w 7467663"/>
              <a:gd name="connsiteY879" fmla="*/ 0 h 6858000"/>
              <a:gd name="connsiteX880" fmla="*/ 3721337 w 7467663"/>
              <a:gd name="connsiteY880" fmla="*/ 0 h 6858000"/>
              <a:gd name="connsiteX881" fmla="*/ 3797544 w 7467663"/>
              <a:gd name="connsiteY881" fmla="*/ 0 h 6858000"/>
              <a:gd name="connsiteX882" fmla="*/ 3775734 w 7467663"/>
              <a:gd name="connsiteY882" fmla="*/ 95131 h 6858000"/>
              <a:gd name="connsiteX883" fmla="*/ 3724807 w 7467663"/>
              <a:gd name="connsiteY883" fmla="*/ 272257 h 6858000"/>
              <a:gd name="connsiteX884" fmla="*/ 3726844 w 7467663"/>
              <a:gd name="connsiteY884" fmla="*/ 282988 h 6858000"/>
              <a:gd name="connsiteX885" fmla="*/ 3742664 w 7467663"/>
              <a:gd name="connsiteY885" fmla="*/ 279918 h 6858000"/>
              <a:gd name="connsiteX886" fmla="*/ 4103910 w 7467663"/>
              <a:gd name="connsiteY886" fmla="*/ 1161917 h 6858000"/>
              <a:gd name="connsiteX887" fmla="*/ 4020269 w 7467663"/>
              <a:gd name="connsiteY887" fmla="*/ 1200406 h 6858000"/>
              <a:gd name="connsiteX888" fmla="*/ 3674882 w 7467663"/>
              <a:gd name="connsiteY888" fmla="*/ 488524 h 6858000"/>
              <a:gd name="connsiteX889" fmla="*/ 3132682 w 7467663"/>
              <a:gd name="connsiteY889" fmla="*/ 1072284 h 6858000"/>
              <a:gd name="connsiteX890" fmla="*/ 2716346 w 7467663"/>
              <a:gd name="connsiteY890" fmla="*/ 1276376 h 6858000"/>
              <a:gd name="connsiteX891" fmla="*/ 2716772 w 7467663"/>
              <a:gd name="connsiteY891" fmla="*/ 1255462 h 6858000"/>
              <a:gd name="connsiteX892" fmla="*/ 3471096 w 7467663"/>
              <a:gd name="connsiteY892" fmla="*/ 437072 h 6858000"/>
              <a:gd name="connsiteX893" fmla="*/ 3639057 w 7467663"/>
              <a:gd name="connsiteY893" fmla="*/ 286334 h 6858000"/>
              <a:gd name="connsiteX894" fmla="*/ 3640309 w 7467663"/>
              <a:gd name="connsiteY894" fmla="*/ 284664 h 6858000"/>
              <a:gd name="connsiteX895" fmla="*/ 3646022 w 7467663"/>
              <a:gd name="connsiteY895" fmla="*/ 276711 h 6858000"/>
              <a:gd name="connsiteX896" fmla="*/ 3707943 w 7467663"/>
              <a:gd name="connsiteY896" fmla="*/ 65958 h 6858000"/>
              <a:gd name="connsiteX897" fmla="*/ 3721337 w 7467663"/>
              <a:gd name="connsiteY897" fmla="*/ 0 h 6858000"/>
              <a:gd name="connsiteX898" fmla="*/ 2867960 w 7467663"/>
              <a:gd name="connsiteY898" fmla="*/ 0 h 6858000"/>
              <a:gd name="connsiteX899" fmla="*/ 2926351 w 7467663"/>
              <a:gd name="connsiteY899" fmla="*/ 0 h 6858000"/>
              <a:gd name="connsiteX900" fmla="*/ 2902823 w 7467663"/>
              <a:gd name="connsiteY900" fmla="*/ 262929 h 6858000"/>
              <a:gd name="connsiteX901" fmla="*/ 2940663 w 7467663"/>
              <a:gd name="connsiteY901" fmla="*/ 140884 h 6858000"/>
              <a:gd name="connsiteX902" fmla="*/ 2947039 w 7467663"/>
              <a:gd name="connsiteY902" fmla="*/ 122524 h 6858000"/>
              <a:gd name="connsiteX903" fmla="*/ 2984316 w 7467663"/>
              <a:gd name="connsiteY903" fmla="*/ 0 h 6858000"/>
              <a:gd name="connsiteX904" fmla="*/ 3016114 w 7467663"/>
              <a:gd name="connsiteY904" fmla="*/ 0 h 6858000"/>
              <a:gd name="connsiteX905" fmla="*/ 2979949 w 7467663"/>
              <a:gd name="connsiteY905" fmla="*/ 119274 h 6858000"/>
              <a:gd name="connsiteX906" fmla="*/ 3023879 w 7467663"/>
              <a:gd name="connsiteY906" fmla="*/ 0 h 6858000"/>
              <a:gd name="connsiteX907" fmla="*/ 3105400 w 7467663"/>
              <a:gd name="connsiteY907" fmla="*/ 0 h 6858000"/>
              <a:gd name="connsiteX908" fmla="*/ 3094669 w 7467663"/>
              <a:gd name="connsiteY908" fmla="*/ 30308 h 6858000"/>
              <a:gd name="connsiteX909" fmla="*/ 2901945 w 7467663"/>
              <a:gd name="connsiteY909" fmla="*/ 466538 h 6858000"/>
              <a:gd name="connsiteX910" fmla="*/ 2815209 w 7467663"/>
              <a:gd name="connsiteY910" fmla="*/ 497361 h 6858000"/>
              <a:gd name="connsiteX911" fmla="*/ 2844845 w 7467663"/>
              <a:gd name="connsiteY911" fmla="*/ 127638 h 6858000"/>
              <a:gd name="connsiteX912" fmla="*/ 2867960 w 7467663"/>
              <a:gd name="connsiteY912" fmla="*/ 0 h 6858000"/>
              <a:gd name="connsiteX913" fmla="*/ 1057230 w 7467663"/>
              <a:gd name="connsiteY913" fmla="*/ 0 h 6858000"/>
              <a:gd name="connsiteX914" fmla="*/ 1111003 w 7467663"/>
              <a:gd name="connsiteY914" fmla="*/ 0 h 6858000"/>
              <a:gd name="connsiteX915" fmla="*/ 1125553 w 7467663"/>
              <a:gd name="connsiteY915" fmla="*/ 52588 h 6858000"/>
              <a:gd name="connsiteX916" fmla="*/ 1304276 w 7467663"/>
              <a:gd name="connsiteY916" fmla="*/ 476275 h 6858000"/>
              <a:gd name="connsiteX917" fmla="*/ 1492066 w 7467663"/>
              <a:gd name="connsiteY917" fmla="*/ 886333 h 6858000"/>
              <a:gd name="connsiteX918" fmla="*/ 1423698 w 7467663"/>
              <a:gd name="connsiteY918" fmla="*/ 710817 h 6858000"/>
              <a:gd name="connsiteX919" fmla="*/ 1357609 w 7467663"/>
              <a:gd name="connsiteY919" fmla="*/ 532892 h 6858000"/>
              <a:gd name="connsiteX920" fmla="*/ 1309550 w 7467663"/>
              <a:gd name="connsiteY920" fmla="*/ 374031 h 6858000"/>
              <a:gd name="connsiteX921" fmla="*/ 1193673 w 7467663"/>
              <a:gd name="connsiteY921" fmla="*/ 49533 h 6858000"/>
              <a:gd name="connsiteX922" fmla="*/ 1164391 w 7467663"/>
              <a:gd name="connsiteY922" fmla="*/ 0 h 6858000"/>
              <a:gd name="connsiteX923" fmla="*/ 1200666 w 7467663"/>
              <a:gd name="connsiteY923" fmla="*/ 0 h 6858000"/>
              <a:gd name="connsiteX924" fmla="*/ 1223408 w 7467663"/>
              <a:gd name="connsiteY924" fmla="*/ 38996 h 6858000"/>
              <a:gd name="connsiteX925" fmla="*/ 1339635 w 7467663"/>
              <a:gd name="connsiteY925" fmla="*/ 365517 h 6858000"/>
              <a:gd name="connsiteX926" fmla="*/ 1387469 w 7467663"/>
              <a:gd name="connsiteY926" fmla="*/ 523079 h 6858000"/>
              <a:gd name="connsiteX927" fmla="*/ 1452685 w 7467663"/>
              <a:gd name="connsiteY927" fmla="*/ 699806 h 6858000"/>
              <a:gd name="connsiteX928" fmla="*/ 1492092 w 7467663"/>
              <a:gd name="connsiteY928" fmla="*/ 800424 h 6858000"/>
              <a:gd name="connsiteX929" fmla="*/ 1455302 w 7467663"/>
              <a:gd name="connsiteY929" fmla="*/ 632913 h 6858000"/>
              <a:gd name="connsiteX930" fmla="*/ 1222336 w 7467663"/>
              <a:gd name="connsiteY930" fmla="*/ 9480 h 6858000"/>
              <a:gd name="connsiteX931" fmla="*/ 1214634 w 7467663"/>
              <a:gd name="connsiteY931" fmla="*/ 0 h 6858000"/>
              <a:gd name="connsiteX932" fmla="*/ 1289827 w 7467663"/>
              <a:gd name="connsiteY932" fmla="*/ 0 h 6858000"/>
              <a:gd name="connsiteX933" fmla="*/ 1321076 w 7467663"/>
              <a:gd name="connsiteY933" fmla="*/ 59722 h 6858000"/>
              <a:gd name="connsiteX934" fmla="*/ 1512579 w 7467663"/>
              <a:gd name="connsiteY934" fmla="*/ 626441 h 6858000"/>
              <a:gd name="connsiteX935" fmla="*/ 1506076 w 7467663"/>
              <a:gd name="connsiteY935" fmla="*/ 1089289 h 6858000"/>
              <a:gd name="connsiteX936" fmla="*/ 1486346 w 7467663"/>
              <a:gd name="connsiteY936" fmla="*/ 1079919 h 6858000"/>
              <a:gd name="connsiteX937" fmla="*/ 1070511 w 7467663"/>
              <a:gd name="connsiteY937" fmla="*/ 48609 h 6858000"/>
              <a:gd name="connsiteX938" fmla="*/ 1057230 w 7467663"/>
              <a:gd name="connsiteY938" fmla="*/ 0 h 6858000"/>
              <a:gd name="connsiteX939" fmla="*/ 43151 w 7467663"/>
              <a:gd name="connsiteY939" fmla="*/ 0 h 6858000"/>
              <a:gd name="connsiteX940" fmla="*/ 95283 w 7467663"/>
              <a:gd name="connsiteY940" fmla="*/ 0 h 6858000"/>
              <a:gd name="connsiteX941" fmla="*/ 300708 w 7467663"/>
              <a:gd name="connsiteY941" fmla="*/ 154571 h 6858000"/>
              <a:gd name="connsiteX942" fmla="*/ 530414 w 7467663"/>
              <a:gd name="connsiteY942" fmla="*/ 354673 h 6858000"/>
              <a:gd name="connsiteX943" fmla="*/ 333785 w 7467663"/>
              <a:gd name="connsiteY943" fmla="*/ 161564 h 6858000"/>
              <a:gd name="connsiteX944" fmla="*/ 147005 w 7467663"/>
              <a:gd name="connsiteY944" fmla="*/ 0 h 6858000"/>
              <a:gd name="connsiteX945" fmla="*/ 272509 w 7467663"/>
              <a:gd name="connsiteY945" fmla="*/ 0 h 6858000"/>
              <a:gd name="connsiteX946" fmla="*/ 326276 w 7467663"/>
              <a:gd name="connsiteY946" fmla="*/ 45847 h 6858000"/>
              <a:gd name="connsiteX947" fmla="*/ 823759 w 7467663"/>
              <a:gd name="connsiteY947" fmla="*/ 574145 h 6858000"/>
              <a:gd name="connsiteX948" fmla="*/ 811254 w 7467663"/>
              <a:gd name="connsiteY948" fmla="*/ 665546 h 6858000"/>
              <a:gd name="connsiteX949" fmla="*/ 154042 w 7467663"/>
              <a:gd name="connsiteY949" fmla="*/ 261522 h 6858000"/>
              <a:gd name="connsiteX950" fmla="*/ 13550 w 7467663"/>
              <a:gd name="connsiteY950" fmla="*/ 158423 h 6858000"/>
              <a:gd name="connsiteX951" fmla="*/ 0 w 7467663"/>
              <a:gd name="connsiteY951" fmla="*/ 146618 h 6858000"/>
              <a:gd name="connsiteX952" fmla="*/ 0 w 7467663"/>
              <a:gd name="connsiteY952" fmla="*/ 59161 h 6858000"/>
              <a:gd name="connsiteX953" fmla="*/ 45427 w 7467663"/>
              <a:gd name="connsiteY953" fmla="*/ 101078 h 6858000"/>
              <a:gd name="connsiteX954" fmla="*/ 630103 w 7467663"/>
              <a:gd name="connsiteY954" fmla="*/ 485885 h 6858000"/>
              <a:gd name="connsiteX955" fmla="*/ 532040 w 7467663"/>
              <a:gd name="connsiteY955" fmla="*/ 399359 h 6858000"/>
              <a:gd name="connsiteX956" fmla="*/ 517618 w 7467663"/>
              <a:gd name="connsiteY956" fmla="*/ 385726 h 6858000"/>
              <a:gd name="connsiteX957" fmla="*/ 285074 w 7467663"/>
              <a:gd name="connsiteY957" fmla="*/ 182755 h 6858000"/>
              <a:gd name="connsiteX958" fmla="*/ 43151 w 7467663"/>
              <a:gd name="connsiteY958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334256 h 6858000"/>
              <a:gd name="connsiteX78" fmla="*/ 7454976 w 7467663"/>
              <a:gd name="connsiteY78" fmla="*/ 6318297 h 6858000"/>
              <a:gd name="connsiteX79" fmla="*/ 1456157 w 7467663"/>
              <a:gd name="connsiteY79" fmla="*/ 5371404 h 6858000"/>
              <a:gd name="connsiteX80" fmla="*/ 1244432 w 7467663"/>
              <a:gd name="connsiteY80" fmla="*/ 5385601 h 6858000"/>
              <a:gd name="connsiteX81" fmla="*/ 973990 w 7467663"/>
              <a:gd name="connsiteY81" fmla="*/ 5424940 h 6858000"/>
              <a:gd name="connsiteX82" fmla="*/ 1103809 w 7467663"/>
              <a:gd name="connsiteY82" fmla="*/ 5433720 h 6858000"/>
              <a:gd name="connsiteX83" fmla="*/ 1123454 w 7467663"/>
              <a:gd name="connsiteY83" fmla="*/ 5435727 h 6858000"/>
              <a:gd name="connsiteX84" fmla="*/ 1737017 w 7467663"/>
              <a:gd name="connsiteY84" fmla="*/ 5452183 h 6858000"/>
              <a:gd name="connsiteX85" fmla="*/ 1824397 w 7467663"/>
              <a:gd name="connsiteY85" fmla="*/ 5447757 h 6858000"/>
              <a:gd name="connsiteX86" fmla="*/ 2070059 w 7467663"/>
              <a:gd name="connsiteY86" fmla="*/ 5441660 h 6858000"/>
              <a:gd name="connsiteX87" fmla="*/ 1456157 w 7467663"/>
              <a:gd name="connsiteY87" fmla="*/ 5371404 h 6858000"/>
              <a:gd name="connsiteX88" fmla="*/ 4988186 w 7467663"/>
              <a:gd name="connsiteY88" fmla="*/ 5216467 h 6858000"/>
              <a:gd name="connsiteX89" fmla="*/ 4777334 w 7467663"/>
              <a:gd name="connsiteY89" fmla="*/ 5406072 h 6858000"/>
              <a:gd name="connsiteX90" fmla="*/ 4718341 w 7467663"/>
              <a:gd name="connsiteY90" fmla="*/ 5468043 h 6858000"/>
              <a:gd name="connsiteX91" fmla="*/ 4604655 w 7467663"/>
              <a:gd name="connsiteY91" fmla="*/ 5583434 h 6858000"/>
              <a:gd name="connsiteX92" fmla="*/ 4565074 w 7467663"/>
              <a:gd name="connsiteY92" fmla="*/ 5618550 h 6858000"/>
              <a:gd name="connsiteX93" fmla="*/ 4988186 w 7467663"/>
              <a:gd name="connsiteY93" fmla="*/ 5216467 h 6858000"/>
              <a:gd name="connsiteX94" fmla="*/ 4978032 w 7467663"/>
              <a:gd name="connsiteY94" fmla="*/ 5183809 h 6858000"/>
              <a:gd name="connsiteX95" fmla="*/ 4463413 w 7467663"/>
              <a:gd name="connsiteY95" fmla="*/ 5615162 h 6858000"/>
              <a:gd name="connsiteX96" fmla="*/ 4358134 w 7467663"/>
              <a:gd name="connsiteY96" fmla="*/ 5742791 h 6858000"/>
              <a:gd name="connsiteX97" fmla="*/ 4376219 w 7467663"/>
              <a:gd name="connsiteY97" fmla="*/ 5729027 h 6858000"/>
              <a:gd name="connsiteX98" fmla="*/ 4582340 w 7467663"/>
              <a:gd name="connsiteY98" fmla="*/ 5561037 h 6858000"/>
              <a:gd name="connsiteX99" fmla="*/ 4694684 w 7467663"/>
              <a:gd name="connsiteY99" fmla="*/ 5447098 h 6858000"/>
              <a:gd name="connsiteX100" fmla="*/ 4754123 w 7467663"/>
              <a:gd name="connsiteY100" fmla="*/ 5384643 h 6858000"/>
              <a:gd name="connsiteX101" fmla="*/ 4978032 w 7467663"/>
              <a:gd name="connsiteY101" fmla="*/ 5183809 h 6858000"/>
              <a:gd name="connsiteX102" fmla="*/ 1903353 w 7467663"/>
              <a:gd name="connsiteY102" fmla="*/ 5044827 h 6858000"/>
              <a:gd name="connsiteX103" fmla="*/ 1936931 w 7467663"/>
              <a:gd name="connsiteY103" fmla="*/ 5093954 h 6858000"/>
              <a:gd name="connsiteX104" fmla="*/ 2195868 w 7467663"/>
              <a:gd name="connsiteY104" fmla="*/ 5396574 h 6858000"/>
              <a:gd name="connsiteX105" fmla="*/ 2088852 w 7467663"/>
              <a:gd name="connsiteY105" fmla="*/ 5166123 h 6858000"/>
              <a:gd name="connsiteX106" fmla="*/ 1958241 w 7467663"/>
              <a:gd name="connsiteY106" fmla="*/ 5067955 h 6858000"/>
              <a:gd name="connsiteX107" fmla="*/ 1903353 w 7467663"/>
              <a:gd name="connsiteY107" fmla="*/ 5044827 h 6858000"/>
              <a:gd name="connsiteX108" fmla="*/ 1979378 w 7467663"/>
              <a:gd name="connsiteY108" fmla="*/ 4769504 h 6858000"/>
              <a:gd name="connsiteX109" fmla="*/ 2882120 w 7467663"/>
              <a:gd name="connsiteY109" fmla="*/ 5064547 h 6858000"/>
              <a:gd name="connsiteX110" fmla="*/ 2793103 w 7467663"/>
              <a:gd name="connsiteY110" fmla="*/ 5039699 h 6858000"/>
              <a:gd name="connsiteX111" fmla="*/ 2770041 w 7467663"/>
              <a:gd name="connsiteY111" fmla="*/ 5033634 h 6858000"/>
              <a:gd name="connsiteX112" fmla="*/ 1979378 w 7467663"/>
              <a:gd name="connsiteY112" fmla="*/ 4769504 h 6858000"/>
              <a:gd name="connsiteX113" fmla="*/ 1927410 w 7467663"/>
              <a:gd name="connsiteY113" fmla="*/ 4716164 h 6858000"/>
              <a:gd name="connsiteX114" fmla="*/ 1959587 w 7467663"/>
              <a:gd name="connsiteY114" fmla="*/ 4728849 h 6858000"/>
              <a:gd name="connsiteX115" fmla="*/ 2777707 w 7467663"/>
              <a:gd name="connsiteY115" fmla="*/ 5003991 h 6858000"/>
              <a:gd name="connsiteX116" fmla="*/ 2800768 w 7467663"/>
              <a:gd name="connsiteY116" fmla="*/ 5010056 h 6858000"/>
              <a:gd name="connsiteX117" fmla="*/ 2879408 w 7467663"/>
              <a:gd name="connsiteY117" fmla="*/ 5031590 h 6858000"/>
              <a:gd name="connsiteX118" fmla="*/ 2862295 w 7467663"/>
              <a:gd name="connsiteY118" fmla="*/ 5022958 h 6858000"/>
              <a:gd name="connsiteX119" fmla="*/ 2813343 w 7467663"/>
              <a:gd name="connsiteY119" fmla="*/ 4998369 h 6858000"/>
              <a:gd name="connsiteX120" fmla="*/ 2646245 w 7467663"/>
              <a:gd name="connsiteY120" fmla="*/ 4930999 h 6858000"/>
              <a:gd name="connsiteX121" fmla="*/ 1999243 w 7467663"/>
              <a:gd name="connsiteY121" fmla="*/ 4730524 h 6858000"/>
              <a:gd name="connsiteX122" fmla="*/ 1979527 w 7467663"/>
              <a:gd name="connsiteY122" fmla="*/ 4726651 h 6858000"/>
              <a:gd name="connsiteX123" fmla="*/ 1927410 w 7467663"/>
              <a:gd name="connsiteY123" fmla="*/ 4716164 h 6858000"/>
              <a:gd name="connsiteX124" fmla="*/ 1997014 w 7467663"/>
              <a:gd name="connsiteY124" fmla="*/ 4698007 h 6858000"/>
              <a:gd name="connsiteX125" fmla="*/ 2005458 w 7467663"/>
              <a:gd name="connsiteY125" fmla="*/ 4699540 h 6858000"/>
              <a:gd name="connsiteX126" fmla="*/ 2657186 w 7467663"/>
              <a:gd name="connsiteY126" fmla="*/ 4901687 h 6858000"/>
              <a:gd name="connsiteX127" fmla="*/ 2826662 w 7467663"/>
              <a:gd name="connsiteY127" fmla="*/ 4970362 h 6858000"/>
              <a:gd name="connsiteX128" fmla="*/ 2876100 w 7467663"/>
              <a:gd name="connsiteY128" fmla="*/ 4995397 h 6858000"/>
              <a:gd name="connsiteX129" fmla="*/ 3042600 w 7467663"/>
              <a:gd name="connsiteY129" fmla="*/ 5059532 h 6858000"/>
              <a:gd name="connsiteX130" fmla="*/ 1997014 w 7467663"/>
              <a:gd name="connsiteY130" fmla="*/ 4698007 h 6858000"/>
              <a:gd name="connsiteX131" fmla="*/ 2305292 w 7467663"/>
              <a:gd name="connsiteY131" fmla="*/ 4219492 h 6858000"/>
              <a:gd name="connsiteX132" fmla="*/ 3360922 w 7467663"/>
              <a:gd name="connsiteY132" fmla="*/ 4529373 h 6858000"/>
              <a:gd name="connsiteX133" fmla="*/ 3492420 w 7467663"/>
              <a:gd name="connsiteY133" fmla="*/ 4510145 h 6858000"/>
              <a:gd name="connsiteX134" fmla="*/ 3364086 w 7467663"/>
              <a:gd name="connsiteY134" fmla="*/ 4480340 h 6858000"/>
              <a:gd name="connsiteX135" fmla="*/ 3225818 w 7467663"/>
              <a:gd name="connsiteY135" fmla="*/ 4411822 h 6858000"/>
              <a:gd name="connsiteX136" fmla="*/ 3129696 w 7467663"/>
              <a:gd name="connsiteY136" fmla="*/ 4360704 h 6858000"/>
              <a:gd name="connsiteX137" fmla="*/ 2814545 w 7467663"/>
              <a:gd name="connsiteY137" fmla="*/ 4282955 h 6858000"/>
              <a:gd name="connsiteX138" fmla="*/ 2305292 w 7467663"/>
              <a:gd name="connsiteY138" fmla="*/ 4219492 h 6858000"/>
              <a:gd name="connsiteX139" fmla="*/ 2626982 w 7467663"/>
              <a:gd name="connsiteY139" fmla="*/ 4206450 h 6858000"/>
              <a:gd name="connsiteX140" fmla="*/ 2490617 w 7467663"/>
              <a:gd name="connsiteY140" fmla="*/ 4206951 h 6858000"/>
              <a:gd name="connsiteX141" fmla="*/ 2819869 w 7467663"/>
              <a:gd name="connsiteY141" fmla="*/ 4252936 h 6858000"/>
              <a:gd name="connsiteX142" fmla="*/ 3143018 w 7467663"/>
              <a:gd name="connsiteY142" fmla="*/ 4332698 h 6858000"/>
              <a:gd name="connsiteX143" fmla="*/ 3241520 w 7467663"/>
              <a:gd name="connsiteY143" fmla="*/ 4385112 h 6858000"/>
              <a:gd name="connsiteX144" fmla="*/ 3374575 w 7467663"/>
              <a:gd name="connsiteY144" fmla="*/ 4451517 h 6858000"/>
              <a:gd name="connsiteX145" fmla="*/ 3505221 w 7467663"/>
              <a:gd name="connsiteY145" fmla="*/ 4480757 h 6858000"/>
              <a:gd name="connsiteX146" fmla="*/ 2626982 w 7467663"/>
              <a:gd name="connsiteY146" fmla="*/ 4206450 h 6858000"/>
              <a:gd name="connsiteX147" fmla="*/ 1310106 w 7467663"/>
              <a:gd name="connsiteY147" fmla="*/ 3943217 h 6858000"/>
              <a:gd name="connsiteX148" fmla="*/ 854994 w 7467663"/>
              <a:gd name="connsiteY148" fmla="*/ 4399136 h 6858000"/>
              <a:gd name="connsiteX149" fmla="*/ 742462 w 7467663"/>
              <a:gd name="connsiteY149" fmla="*/ 4594648 h 6858000"/>
              <a:gd name="connsiteX150" fmla="*/ 820602 w 7467663"/>
              <a:gd name="connsiteY150" fmla="*/ 4485915 h 6858000"/>
              <a:gd name="connsiteX151" fmla="*/ 878295 w 7467663"/>
              <a:gd name="connsiteY151" fmla="*/ 4403594 h 6858000"/>
              <a:gd name="connsiteX152" fmla="*/ 1240607 w 7467663"/>
              <a:gd name="connsiteY152" fmla="*/ 4010401 h 6858000"/>
              <a:gd name="connsiteX153" fmla="*/ 1310106 w 7467663"/>
              <a:gd name="connsiteY153" fmla="*/ 3943217 h 6858000"/>
              <a:gd name="connsiteX154" fmla="*/ 1423113 w 7467663"/>
              <a:gd name="connsiteY154" fmla="*/ 3874565 h 6858000"/>
              <a:gd name="connsiteX155" fmla="*/ 1260565 w 7467663"/>
              <a:gd name="connsiteY155" fmla="*/ 4031982 h 6858000"/>
              <a:gd name="connsiteX156" fmla="*/ 901900 w 7467663"/>
              <a:gd name="connsiteY156" fmla="*/ 4421236 h 6858000"/>
              <a:gd name="connsiteX157" fmla="*/ 845044 w 7467663"/>
              <a:gd name="connsiteY157" fmla="*/ 4502436 h 6858000"/>
              <a:gd name="connsiteX158" fmla="*/ 685926 w 7467663"/>
              <a:gd name="connsiteY158" fmla="*/ 4703069 h 6858000"/>
              <a:gd name="connsiteX159" fmla="*/ 684248 w 7467663"/>
              <a:gd name="connsiteY159" fmla="*/ 4706721 h 6858000"/>
              <a:gd name="connsiteX160" fmla="*/ 1423113 w 7467663"/>
              <a:gd name="connsiteY160" fmla="*/ 3874565 h 6858000"/>
              <a:gd name="connsiteX161" fmla="*/ 3316479 w 7467663"/>
              <a:gd name="connsiteY161" fmla="*/ 3872136 h 6858000"/>
              <a:gd name="connsiteX162" fmla="*/ 3546806 w 7467663"/>
              <a:gd name="connsiteY162" fmla="*/ 4356139 h 6858000"/>
              <a:gd name="connsiteX163" fmla="*/ 3364433 w 7467663"/>
              <a:gd name="connsiteY163" fmla="*/ 3953121 h 6858000"/>
              <a:gd name="connsiteX164" fmla="*/ 3316479 w 7467663"/>
              <a:gd name="connsiteY164" fmla="*/ 3872136 h 6858000"/>
              <a:gd name="connsiteX165" fmla="*/ 3291335 w 7467663"/>
              <a:gd name="connsiteY165" fmla="*/ 3767420 h 6858000"/>
              <a:gd name="connsiteX166" fmla="*/ 3390805 w 7467663"/>
              <a:gd name="connsiteY166" fmla="*/ 3937163 h 6858000"/>
              <a:gd name="connsiteX167" fmla="*/ 3579062 w 7467663"/>
              <a:gd name="connsiteY167" fmla="*/ 4359040 h 6858000"/>
              <a:gd name="connsiteX168" fmla="*/ 3467355 w 7467663"/>
              <a:gd name="connsiteY168" fmla="*/ 3988130 h 6858000"/>
              <a:gd name="connsiteX169" fmla="*/ 3310753 w 7467663"/>
              <a:gd name="connsiteY169" fmla="*/ 3787140 h 6858000"/>
              <a:gd name="connsiteX170" fmla="*/ 3291335 w 7467663"/>
              <a:gd name="connsiteY170" fmla="*/ 3767420 h 6858000"/>
              <a:gd name="connsiteX171" fmla="*/ 1635889 w 7467663"/>
              <a:gd name="connsiteY171" fmla="*/ 3709494 h 6858000"/>
              <a:gd name="connsiteX172" fmla="*/ 1634800 w 7467663"/>
              <a:gd name="connsiteY172" fmla="*/ 3731111 h 6858000"/>
              <a:gd name="connsiteX173" fmla="*/ 1635889 w 7467663"/>
              <a:gd name="connsiteY173" fmla="*/ 3709494 h 6858000"/>
              <a:gd name="connsiteX174" fmla="*/ 1510397 w 7467663"/>
              <a:gd name="connsiteY174" fmla="*/ 3684705 h 6858000"/>
              <a:gd name="connsiteX175" fmla="*/ 1146550 w 7467663"/>
              <a:gd name="connsiteY175" fmla="*/ 3802012 h 6858000"/>
              <a:gd name="connsiteX176" fmla="*/ 698834 w 7467663"/>
              <a:gd name="connsiteY176" fmla="*/ 3952272 h 6858000"/>
              <a:gd name="connsiteX177" fmla="*/ 34256 w 7467663"/>
              <a:gd name="connsiteY177" fmla="*/ 4347603 h 6858000"/>
              <a:gd name="connsiteX178" fmla="*/ 527241 w 7467663"/>
              <a:gd name="connsiteY178" fmla="*/ 4065078 h 6858000"/>
              <a:gd name="connsiteX179" fmla="*/ 1510397 w 7467663"/>
              <a:gd name="connsiteY179" fmla="*/ 3684705 h 6858000"/>
              <a:gd name="connsiteX180" fmla="*/ 1313114 w 7467663"/>
              <a:gd name="connsiteY180" fmla="*/ 3655216 h 6858000"/>
              <a:gd name="connsiteX181" fmla="*/ 1109304 w 7467663"/>
              <a:gd name="connsiteY181" fmla="*/ 3669030 h 6858000"/>
              <a:gd name="connsiteX182" fmla="*/ 8129 w 7467663"/>
              <a:gd name="connsiteY182" fmla="*/ 4330519 h 6858000"/>
              <a:gd name="connsiteX183" fmla="*/ 687572 w 7467663"/>
              <a:gd name="connsiteY183" fmla="*/ 3925629 h 6858000"/>
              <a:gd name="connsiteX184" fmla="*/ 1138365 w 7467663"/>
              <a:gd name="connsiteY184" fmla="*/ 3774515 h 6858000"/>
              <a:gd name="connsiteX185" fmla="*/ 1505579 w 7467663"/>
              <a:gd name="connsiteY185" fmla="*/ 3655526 h 6858000"/>
              <a:gd name="connsiteX186" fmla="*/ 1313114 w 7467663"/>
              <a:gd name="connsiteY186" fmla="*/ 3655216 h 6858000"/>
              <a:gd name="connsiteX187" fmla="*/ 3655073 w 7467663"/>
              <a:gd name="connsiteY187" fmla="*/ 3650884 h 6858000"/>
              <a:gd name="connsiteX188" fmla="*/ 3989938 w 7467663"/>
              <a:gd name="connsiteY188" fmla="*/ 3991685 h 6858000"/>
              <a:gd name="connsiteX189" fmla="*/ 4393907 w 7467663"/>
              <a:gd name="connsiteY189" fmla="*/ 4261258 h 6858000"/>
              <a:gd name="connsiteX190" fmla="*/ 4648051 w 7467663"/>
              <a:gd name="connsiteY190" fmla="*/ 4374051 h 6858000"/>
              <a:gd name="connsiteX191" fmla="*/ 4383389 w 7467663"/>
              <a:gd name="connsiteY191" fmla="*/ 4184369 h 6858000"/>
              <a:gd name="connsiteX192" fmla="*/ 4165508 w 7467663"/>
              <a:gd name="connsiteY192" fmla="*/ 4035196 h 6858000"/>
              <a:gd name="connsiteX193" fmla="*/ 4068162 w 7467663"/>
              <a:gd name="connsiteY193" fmla="*/ 3953394 h 6858000"/>
              <a:gd name="connsiteX194" fmla="*/ 3981416 w 7467663"/>
              <a:gd name="connsiteY194" fmla="*/ 3880482 h 6858000"/>
              <a:gd name="connsiteX195" fmla="*/ 3800147 w 7467663"/>
              <a:gd name="connsiteY195" fmla="*/ 3749872 h 6858000"/>
              <a:gd name="connsiteX196" fmla="*/ 3655073 w 7467663"/>
              <a:gd name="connsiteY196" fmla="*/ 3650884 h 6858000"/>
              <a:gd name="connsiteX197" fmla="*/ 3670252 w 7467663"/>
              <a:gd name="connsiteY197" fmla="*/ 3622798 h 6858000"/>
              <a:gd name="connsiteX198" fmla="*/ 3817258 w 7467663"/>
              <a:gd name="connsiteY198" fmla="*/ 3723577 h 6858000"/>
              <a:gd name="connsiteX199" fmla="*/ 4000461 w 7467663"/>
              <a:gd name="connsiteY199" fmla="*/ 3855966 h 6858000"/>
              <a:gd name="connsiteX200" fmla="*/ 4088180 w 7467663"/>
              <a:gd name="connsiteY200" fmla="*/ 3929774 h 6858000"/>
              <a:gd name="connsiteX201" fmla="*/ 4184555 w 7467663"/>
              <a:gd name="connsiteY201" fmla="*/ 4010683 h 6858000"/>
              <a:gd name="connsiteX202" fmla="*/ 4399563 w 7467663"/>
              <a:gd name="connsiteY202" fmla="*/ 4158106 h 6858000"/>
              <a:gd name="connsiteX203" fmla="*/ 4684469 w 7467663"/>
              <a:gd name="connsiteY203" fmla="*/ 4364680 h 6858000"/>
              <a:gd name="connsiteX204" fmla="*/ 4690271 w 7467663"/>
              <a:gd name="connsiteY204" fmla="*/ 4370034 h 6858000"/>
              <a:gd name="connsiteX205" fmla="*/ 4136093 w 7467663"/>
              <a:gd name="connsiteY205" fmla="*/ 3858466 h 6858000"/>
              <a:gd name="connsiteX206" fmla="*/ 3670252 w 7467663"/>
              <a:gd name="connsiteY206" fmla="*/ 3622798 h 6858000"/>
              <a:gd name="connsiteX207" fmla="*/ 4440129 w 7467663"/>
              <a:gd name="connsiteY207" fmla="*/ 3448571 h 6858000"/>
              <a:gd name="connsiteX208" fmla="*/ 4856525 w 7467663"/>
              <a:gd name="connsiteY208" fmla="*/ 3915351 h 6858000"/>
              <a:gd name="connsiteX209" fmla="*/ 5059055 w 7467663"/>
              <a:gd name="connsiteY209" fmla="*/ 4108918 h 6858000"/>
              <a:gd name="connsiteX210" fmla="*/ 5290070 w 7467663"/>
              <a:gd name="connsiteY210" fmla="*/ 4263619 h 6858000"/>
              <a:gd name="connsiteX211" fmla="*/ 4834991 w 7467663"/>
              <a:gd name="connsiteY211" fmla="*/ 3830985 h 6858000"/>
              <a:gd name="connsiteX212" fmla="*/ 4440129 w 7467663"/>
              <a:gd name="connsiteY212" fmla="*/ 3448571 h 6858000"/>
              <a:gd name="connsiteX213" fmla="*/ 4441737 w 7467663"/>
              <a:gd name="connsiteY213" fmla="*/ 3399734 h 6858000"/>
              <a:gd name="connsiteX214" fmla="*/ 4431236 w 7467663"/>
              <a:gd name="connsiteY214" fmla="*/ 3400954 h 6858000"/>
              <a:gd name="connsiteX215" fmla="*/ 4557150 w 7467663"/>
              <a:gd name="connsiteY215" fmla="*/ 3510023 h 6858000"/>
              <a:gd name="connsiteX216" fmla="*/ 4856936 w 7467663"/>
              <a:gd name="connsiteY216" fmla="*/ 3809146 h 6858000"/>
              <a:gd name="connsiteX217" fmla="*/ 5111996 w 7467663"/>
              <a:gd name="connsiteY217" fmla="*/ 4065759 h 6858000"/>
              <a:gd name="connsiteX218" fmla="*/ 5388878 w 7467663"/>
              <a:gd name="connsiteY218" fmla="*/ 4300185 h 6858000"/>
              <a:gd name="connsiteX219" fmla="*/ 5425556 w 7467663"/>
              <a:gd name="connsiteY219" fmla="*/ 4308967 h 6858000"/>
              <a:gd name="connsiteX220" fmla="*/ 4943646 w 7467663"/>
              <a:gd name="connsiteY220" fmla="*/ 3822916 h 6858000"/>
              <a:gd name="connsiteX221" fmla="*/ 4594837 w 7467663"/>
              <a:gd name="connsiteY221" fmla="*/ 3532274 h 6858000"/>
              <a:gd name="connsiteX222" fmla="*/ 4441737 w 7467663"/>
              <a:gd name="connsiteY222" fmla="*/ 3399734 h 6858000"/>
              <a:gd name="connsiteX223" fmla="*/ 5425834 w 7467663"/>
              <a:gd name="connsiteY223" fmla="*/ 3162785 h 6858000"/>
              <a:gd name="connsiteX224" fmla="*/ 5401644 w 7467663"/>
              <a:gd name="connsiteY224" fmla="*/ 3617847 h 6858000"/>
              <a:gd name="connsiteX225" fmla="*/ 5467256 w 7467663"/>
              <a:gd name="connsiteY225" fmla="*/ 4175494 h 6858000"/>
              <a:gd name="connsiteX226" fmla="*/ 5448069 w 7467663"/>
              <a:gd name="connsiteY226" fmla="*/ 3567554 h 6858000"/>
              <a:gd name="connsiteX227" fmla="*/ 5425834 w 7467663"/>
              <a:gd name="connsiteY227" fmla="*/ 3162785 h 6858000"/>
              <a:gd name="connsiteX228" fmla="*/ 1318687 w 7467663"/>
              <a:gd name="connsiteY228" fmla="*/ 3113840 h 6858000"/>
              <a:gd name="connsiteX229" fmla="*/ 1066793 w 7467663"/>
              <a:gd name="connsiteY229" fmla="*/ 3212171 h 6858000"/>
              <a:gd name="connsiteX230" fmla="*/ 993319 w 7467663"/>
              <a:gd name="connsiteY230" fmla="*/ 3247648 h 6858000"/>
              <a:gd name="connsiteX231" fmla="*/ 853081 w 7467663"/>
              <a:gd name="connsiteY231" fmla="*/ 3312410 h 6858000"/>
              <a:gd name="connsiteX232" fmla="*/ 805957 w 7467663"/>
              <a:gd name="connsiteY232" fmla="*/ 3330443 h 6858000"/>
              <a:gd name="connsiteX233" fmla="*/ 1318687 w 7467663"/>
              <a:gd name="connsiteY233" fmla="*/ 3113840 h 6858000"/>
              <a:gd name="connsiteX234" fmla="*/ 5453702 w 7467663"/>
              <a:gd name="connsiteY234" fmla="*/ 3090882 h 6858000"/>
              <a:gd name="connsiteX235" fmla="*/ 5480135 w 7467663"/>
              <a:gd name="connsiteY235" fmla="*/ 3565802 h 6858000"/>
              <a:gd name="connsiteX236" fmla="*/ 5499023 w 7467663"/>
              <a:gd name="connsiteY236" fmla="*/ 4166310 h 6858000"/>
              <a:gd name="connsiteX237" fmla="*/ 5547022 w 7467663"/>
              <a:gd name="connsiteY237" fmla="*/ 3607838 h 6858000"/>
              <a:gd name="connsiteX238" fmla="*/ 5515964 w 7467663"/>
              <a:gd name="connsiteY238" fmla="*/ 3378541 h 6858000"/>
              <a:gd name="connsiteX239" fmla="*/ 5453702 w 7467663"/>
              <a:gd name="connsiteY239" fmla="*/ 3090882 h 6858000"/>
              <a:gd name="connsiteX240" fmla="*/ 1238695 w 7467663"/>
              <a:gd name="connsiteY240" fmla="*/ 3076820 h 6858000"/>
              <a:gd name="connsiteX241" fmla="*/ 716371 w 7467663"/>
              <a:gd name="connsiteY241" fmla="*/ 3293249 h 6858000"/>
              <a:gd name="connsiteX242" fmla="*/ 579522 w 7467663"/>
              <a:gd name="connsiteY242" fmla="*/ 3371759 h 6858000"/>
              <a:gd name="connsiteX243" fmla="*/ 600288 w 7467663"/>
              <a:gd name="connsiteY243" fmla="*/ 3365555 h 6858000"/>
              <a:gd name="connsiteX244" fmla="*/ 840692 w 7467663"/>
              <a:gd name="connsiteY244" fmla="*/ 3284921 h 6858000"/>
              <a:gd name="connsiteX245" fmla="*/ 979248 w 7467663"/>
              <a:gd name="connsiteY245" fmla="*/ 3221003 h 6858000"/>
              <a:gd name="connsiteX246" fmla="*/ 1053282 w 7467663"/>
              <a:gd name="connsiteY246" fmla="*/ 3185247 h 6858000"/>
              <a:gd name="connsiteX247" fmla="*/ 1320603 w 7467663"/>
              <a:gd name="connsiteY247" fmla="*/ 3081281 h 6858000"/>
              <a:gd name="connsiteX248" fmla="*/ 1238695 w 7467663"/>
              <a:gd name="connsiteY248" fmla="*/ 3076820 h 6858000"/>
              <a:gd name="connsiteX249" fmla="*/ 5425627 w 7467663"/>
              <a:gd name="connsiteY249" fmla="*/ 2954192 h 6858000"/>
              <a:gd name="connsiteX250" fmla="*/ 5470770 w 7467663"/>
              <a:gd name="connsiteY250" fmla="*/ 3005435 h 6858000"/>
              <a:gd name="connsiteX251" fmla="*/ 5519779 w 7467663"/>
              <a:gd name="connsiteY251" fmla="*/ 4359223 h 6858000"/>
              <a:gd name="connsiteX252" fmla="*/ 5520293 w 7467663"/>
              <a:gd name="connsiteY252" fmla="*/ 4360602 h 6858000"/>
              <a:gd name="connsiteX253" fmla="*/ 5767221 w 7467663"/>
              <a:gd name="connsiteY253" fmla="*/ 4665564 h 6858000"/>
              <a:gd name="connsiteX254" fmla="*/ 6937169 w 7467663"/>
              <a:gd name="connsiteY254" fmla="*/ 4815941 h 6858000"/>
              <a:gd name="connsiteX255" fmla="*/ 6953922 w 7467663"/>
              <a:gd name="connsiteY255" fmla="*/ 4890068 h 6858000"/>
              <a:gd name="connsiteX256" fmla="*/ 6071359 w 7467663"/>
              <a:gd name="connsiteY256" fmla="*/ 4770770 h 6858000"/>
              <a:gd name="connsiteX257" fmla="*/ 6038839 w 7467663"/>
              <a:gd name="connsiteY257" fmla="*/ 4764474 h 6858000"/>
              <a:gd name="connsiteX258" fmla="*/ 6038706 w 7467663"/>
              <a:gd name="connsiteY258" fmla="*/ 4763847 h 6858000"/>
              <a:gd name="connsiteX259" fmla="*/ 6037784 w 7467663"/>
              <a:gd name="connsiteY259" fmla="*/ 4764270 h 6858000"/>
              <a:gd name="connsiteX260" fmla="*/ 6038839 w 7467663"/>
              <a:gd name="connsiteY260" fmla="*/ 4764474 h 6858000"/>
              <a:gd name="connsiteX261" fmla="*/ 6040338 w 7467663"/>
              <a:gd name="connsiteY261" fmla="*/ 4771418 h 6858000"/>
              <a:gd name="connsiteX262" fmla="*/ 6024488 w 7467663"/>
              <a:gd name="connsiteY262" fmla="*/ 4809903 h 6858000"/>
              <a:gd name="connsiteX263" fmla="*/ 5599771 w 7467663"/>
              <a:gd name="connsiteY263" fmla="*/ 5509652 h 6858000"/>
              <a:gd name="connsiteX264" fmla="*/ 5548843 w 7467663"/>
              <a:gd name="connsiteY264" fmla="*/ 5563845 h 6858000"/>
              <a:gd name="connsiteX265" fmla="*/ 5940952 w 7467663"/>
              <a:gd name="connsiteY265" fmla="*/ 6250028 h 6858000"/>
              <a:gd name="connsiteX266" fmla="*/ 6043441 w 7467663"/>
              <a:gd name="connsiteY266" fmla="*/ 6665847 h 6858000"/>
              <a:gd name="connsiteX267" fmla="*/ 6093432 w 7467663"/>
              <a:gd name="connsiteY267" fmla="*/ 6858000 h 6858000"/>
              <a:gd name="connsiteX268" fmla="*/ 6034344 w 7467663"/>
              <a:gd name="connsiteY268" fmla="*/ 6858000 h 6858000"/>
              <a:gd name="connsiteX269" fmla="*/ 6026679 w 7467663"/>
              <a:gd name="connsiteY269" fmla="*/ 6836959 h 6858000"/>
              <a:gd name="connsiteX270" fmla="*/ 5800441 w 7467663"/>
              <a:gd name="connsiteY270" fmla="*/ 6335286 h 6858000"/>
              <a:gd name="connsiteX271" fmla="*/ 5526562 w 7467663"/>
              <a:gd name="connsiteY271" fmla="*/ 5705388 h 6858000"/>
              <a:gd name="connsiteX272" fmla="*/ 5519640 w 7467663"/>
              <a:gd name="connsiteY272" fmla="*/ 5683774 h 6858000"/>
              <a:gd name="connsiteX273" fmla="*/ 5844559 w 7467663"/>
              <a:gd name="connsiteY273" fmla="*/ 6553349 h 6858000"/>
              <a:gd name="connsiteX274" fmla="*/ 5975994 w 7467663"/>
              <a:gd name="connsiteY274" fmla="*/ 6858000 h 6858000"/>
              <a:gd name="connsiteX275" fmla="*/ 5898547 w 7467663"/>
              <a:gd name="connsiteY275" fmla="*/ 6858000 h 6858000"/>
              <a:gd name="connsiteX276" fmla="*/ 5682041 w 7467663"/>
              <a:gd name="connsiteY276" fmla="*/ 6355860 h 6858000"/>
              <a:gd name="connsiteX277" fmla="*/ 5461758 w 7467663"/>
              <a:gd name="connsiteY277" fmla="*/ 5820220 h 6858000"/>
              <a:gd name="connsiteX278" fmla="*/ 5237282 w 7467663"/>
              <a:gd name="connsiteY278" fmla="*/ 6579086 h 6858000"/>
              <a:gd name="connsiteX279" fmla="*/ 5115009 w 7467663"/>
              <a:gd name="connsiteY279" fmla="*/ 6858000 h 6858000"/>
              <a:gd name="connsiteX280" fmla="*/ 5028074 w 7467663"/>
              <a:gd name="connsiteY280" fmla="*/ 6858000 h 6858000"/>
              <a:gd name="connsiteX281" fmla="*/ 5079508 w 7467663"/>
              <a:gd name="connsiteY281" fmla="*/ 6749074 h 6858000"/>
              <a:gd name="connsiteX282" fmla="*/ 5371846 w 7467663"/>
              <a:gd name="connsiteY282" fmla="*/ 5924413 h 6858000"/>
              <a:gd name="connsiteX283" fmla="*/ 5270512 w 7467663"/>
              <a:gd name="connsiteY283" fmla="*/ 6138975 h 6858000"/>
              <a:gd name="connsiteX284" fmla="*/ 5062409 w 7467663"/>
              <a:gd name="connsiteY284" fmla="*/ 6653544 h 6858000"/>
              <a:gd name="connsiteX285" fmla="*/ 5036628 w 7467663"/>
              <a:gd name="connsiteY285" fmla="*/ 6754247 h 6858000"/>
              <a:gd name="connsiteX286" fmla="*/ 5009112 w 7467663"/>
              <a:gd name="connsiteY286" fmla="*/ 6858000 h 6858000"/>
              <a:gd name="connsiteX287" fmla="*/ 4976679 w 7467663"/>
              <a:gd name="connsiteY287" fmla="*/ 6858000 h 6858000"/>
              <a:gd name="connsiteX288" fmla="*/ 5006537 w 7467663"/>
              <a:gd name="connsiteY288" fmla="*/ 6747068 h 6858000"/>
              <a:gd name="connsiteX289" fmla="*/ 5032723 w 7467663"/>
              <a:gd name="connsiteY289" fmla="*/ 6644957 h 6858000"/>
              <a:gd name="connsiteX290" fmla="*/ 5242949 w 7467663"/>
              <a:gd name="connsiteY290" fmla="*/ 6125175 h 6858000"/>
              <a:gd name="connsiteX291" fmla="*/ 5286321 w 7467663"/>
              <a:gd name="connsiteY291" fmla="*/ 6033555 h 6858000"/>
              <a:gd name="connsiteX292" fmla="*/ 5008210 w 7467663"/>
              <a:gd name="connsiteY292" fmla="*/ 6649194 h 6858000"/>
              <a:gd name="connsiteX293" fmla="*/ 4986321 w 7467663"/>
              <a:gd name="connsiteY293" fmla="*/ 6765687 h 6858000"/>
              <a:gd name="connsiteX294" fmla="*/ 4973474 w 7467663"/>
              <a:gd name="connsiteY294" fmla="*/ 6858000 h 6858000"/>
              <a:gd name="connsiteX295" fmla="*/ 4907178 w 7467663"/>
              <a:gd name="connsiteY295" fmla="*/ 6858000 h 6858000"/>
              <a:gd name="connsiteX296" fmla="*/ 4910810 w 7467663"/>
              <a:gd name="connsiteY296" fmla="*/ 6829660 h 6858000"/>
              <a:gd name="connsiteX297" fmla="*/ 4987461 w 7467663"/>
              <a:gd name="connsiteY297" fmla="*/ 6432994 h 6858000"/>
              <a:gd name="connsiteX298" fmla="*/ 5179262 w 7467663"/>
              <a:gd name="connsiteY298" fmla="*/ 6035044 h 6858000"/>
              <a:gd name="connsiteX299" fmla="*/ 4689678 w 7467663"/>
              <a:gd name="connsiteY299" fmla="*/ 6440241 h 6858000"/>
              <a:gd name="connsiteX300" fmla="*/ 4477543 w 7467663"/>
              <a:gd name="connsiteY300" fmla="*/ 6674836 h 6858000"/>
              <a:gd name="connsiteX301" fmla="*/ 4329957 w 7467663"/>
              <a:gd name="connsiteY301" fmla="*/ 6858000 h 6858000"/>
              <a:gd name="connsiteX302" fmla="*/ 4218595 w 7467663"/>
              <a:gd name="connsiteY302" fmla="*/ 6858000 h 6858000"/>
              <a:gd name="connsiteX303" fmla="*/ 4368888 w 7467663"/>
              <a:gd name="connsiteY303" fmla="*/ 6668412 h 6858000"/>
              <a:gd name="connsiteX304" fmla="*/ 4563091 w 7467663"/>
              <a:gd name="connsiteY304" fmla="*/ 6442508 h 6858000"/>
              <a:gd name="connsiteX305" fmla="*/ 5387324 w 7467663"/>
              <a:gd name="connsiteY305" fmla="*/ 5705830 h 6858000"/>
              <a:gd name="connsiteX306" fmla="*/ 5073620 w 7467663"/>
              <a:gd name="connsiteY306" fmla="*/ 5955437 h 6858000"/>
              <a:gd name="connsiteX307" fmla="*/ 4689789 w 7467663"/>
              <a:gd name="connsiteY307" fmla="*/ 6268382 h 6858000"/>
              <a:gd name="connsiteX308" fmla="*/ 4418722 w 7467663"/>
              <a:gd name="connsiteY308" fmla="*/ 6570886 h 6858000"/>
              <a:gd name="connsiteX309" fmla="*/ 4214944 w 7467663"/>
              <a:gd name="connsiteY309" fmla="*/ 6858000 h 6858000"/>
              <a:gd name="connsiteX310" fmla="*/ 4177898 w 7467663"/>
              <a:gd name="connsiteY310" fmla="*/ 6858000 h 6858000"/>
              <a:gd name="connsiteX311" fmla="*/ 4391597 w 7467663"/>
              <a:gd name="connsiteY311" fmla="*/ 6556370 h 6858000"/>
              <a:gd name="connsiteX312" fmla="*/ 4668889 w 7467663"/>
              <a:gd name="connsiteY312" fmla="*/ 6246399 h 6858000"/>
              <a:gd name="connsiteX313" fmla="*/ 5055427 w 7467663"/>
              <a:gd name="connsiteY313" fmla="*/ 5931476 h 6858000"/>
              <a:gd name="connsiteX314" fmla="*/ 5371814 w 7467663"/>
              <a:gd name="connsiteY314" fmla="*/ 5678975 h 6858000"/>
              <a:gd name="connsiteX315" fmla="*/ 4987918 w 7467663"/>
              <a:gd name="connsiteY315" fmla="*/ 5838701 h 6858000"/>
              <a:gd name="connsiteX316" fmla="*/ 4317146 w 7467663"/>
              <a:gd name="connsiteY316" fmla="*/ 6587716 h 6858000"/>
              <a:gd name="connsiteX317" fmla="*/ 4171627 w 7467663"/>
              <a:gd name="connsiteY317" fmla="*/ 6858000 h 6858000"/>
              <a:gd name="connsiteX318" fmla="*/ 4081585 w 7467663"/>
              <a:gd name="connsiteY318" fmla="*/ 6858000 h 6858000"/>
              <a:gd name="connsiteX319" fmla="*/ 4238603 w 7467663"/>
              <a:gd name="connsiteY319" fmla="*/ 6559341 h 6858000"/>
              <a:gd name="connsiteX320" fmla="*/ 4778333 w 7467663"/>
              <a:gd name="connsiteY320" fmla="*/ 5873626 h 6858000"/>
              <a:gd name="connsiteX321" fmla="*/ 5414185 w 7467663"/>
              <a:gd name="connsiteY321" fmla="*/ 5573882 h 6858000"/>
              <a:gd name="connsiteX322" fmla="*/ 5959648 w 7467663"/>
              <a:gd name="connsiteY322" fmla="*/ 4760797 h 6858000"/>
              <a:gd name="connsiteX323" fmla="*/ 5355019 w 7467663"/>
              <a:gd name="connsiteY323" fmla="*/ 4734672 h 6858000"/>
              <a:gd name="connsiteX324" fmla="*/ 5083565 w 7467663"/>
              <a:gd name="connsiteY324" fmla="*/ 5179121 h 6858000"/>
              <a:gd name="connsiteX325" fmla="*/ 4713577 w 7467663"/>
              <a:gd name="connsiteY325" fmla="*/ 5616803 h 6858000"/>
              <a:gd name="connsiteX326" fmla="*/ 3989559 w 7467663"/>
              <a:gd name="connsiteY326" fmla="*/ 6145945 h 6858000"/>
              <a:gd name="connsiteX327" fmla="*/ 3939824 w 7467663"/>
              <a:gd name="connsiteY327" fmla="*/ 6066900 h 6858000"/>
              <a:gd name="connsiteX328" fmla="*/ 4584537 w 7467663"/>
              <a:gd name="connsiteY328" fmla="*/ 5324826 h 6858000"/>
              <a:gd name="connsiteX329" fmla="*/ 5037105 w 7467663"/>
              <a:gd name="connsiteY329" fmla="*/ 5088765 h 6858000"/>
              <a:gd name="connsiteX330" fmla="*/ 5039930 w 7467663"/>
              <a:gd name="connsiteY330" fmla="*/ 5089585 h 6858000"/>
              <a:gd name="connsiteX331" fmla="*/ 5263764 w 7467663"/>
              <a:gd name="connsiteY331" fmla="*/ 4735525 h 6858000"/>
              <a:gd name="connsiteX332" fmla="*/ 4086300 w 7467663"/>
              <a:gd name="connsiteY332" fmla="*/ 4884599 h 6858000"/>
              <a:gd name="connsiteX333" fmla="*/ 4085485 w 7467663"/>
              <a:gd name="connsiteY333" fmla="*/ 4899070 h 6858000"/>
              <a:gd name="connsiteX334" fmla="*/ 3871915 w 7467663"/>
              <a:gd name="connsiteY334" fmla="*/ 5253645 h 6858000"/>
              <a:gd name="connsiteX335" fmla="*/ 3799374 w 7467663"/>
              <a:gd name="connsiteY335" fmla="*/ 5466127 h 6858000"/>
              <a:gd name="connsiteX336" fmla="*/ 3498850 w 7467663"/>
              <a:gd name="connsiteY336" fmla="*/ 6661888 h 6858000"/>
              <a:gd name="connsiteX337" fmla="*/ 3399216 w 7467663"/>
              <a:gd name="connsiteY337" fmla="*/ 6858000 h 6858000"/>
              <a:gd name="connsiteX338" fmla="*/ 3303688 w 7467663"/>
              <a:gd name="connsiteY338" fmla="*/ 6858000 h 6858000"/>
              <a:gd name="connsiteX339" fmla="*/ 3391774 w 7467663"/>
              <a:gd name="connsiteY339" fmla="*/ 6697181 h 6858000"/>
              <a:gd name="connsiteX340" fmla="*/ 3735540 w 7467663"/>
              <a:gd name="connsiteY340" fmla="*/ 5546923 h 6858000"/>
              <a:gd name="connsiteX341" fmla="*/ 3729438 w 7467663"/>
              <a:gd name="connsiteY341" fmla="*/ 5569058 h 6858000"/>
              <a:gd name="connsiteX342" fmla="*/ 3707782 w 7467663"/>
              <a:gd name="connsiteY342" fmla="*/ 5644908 h 6858000"/>
              <a:gd name="connsiteX343" fmla="*/ 3583827 w 7467663"/>
              <a:gd name="connsiteY343" fmla="*/ 6039215 h 6858000"/>
              <a:gd name="connsiteX344" fmla="*/ 3547861 w 7467663"/>
              <a:gd name="connsiteY344" fmla="*/ 6129609 h 6858000"/>
              <a:gd name="connsiteX345" fmla="*/ 3490905 w 7467663"/>
              <a:gd name="connsiteY345" fmla="*/ 6277660 h 6858000"/>
              <a:gd name="connsiteX346" fmla="*/ 3455859 w 7467663"/>
              <a:gd name="connsiteY346" fmla="*/ 6391301 h 6858000"/>
              <a:gd name="connsiteX347" fmla="*/ 3429112 w 7467663"/>
              <a:gd name="connsiteY347" fmla="*/ 6479469 h 6858000"/>
              <a:gd name="connsiteX348" fmla="*/ 3304862 w 7467663"/>
              <a:gd name="connsiteY348" fmla="*/ 6796476 h 6858000"/>
              <a:gd name="connsiteX349" fmla="*/ 3276071 w 7467663"/>
              <a:gd name="connsiteY349" fmla="*/ 6858000 h 6858000"/>
              <a:gd name="connsiteX350" fmla="*/ 3240805 w 7467663"/>
              <a:gd name="connsiteY350" fmla="*/ 6858000 h 6858000"/>
              <a:gd name="connsiteX351" fmla="*/ 3275917 w 7467663"/>
              <a:gd name="connsiteY351" fmla="*/ 6783192 h 6858000"/>
              <a:gd name="connsiteX352" fmla="*/ 3399358 w 7467663"/>
              <a:gd name="connsiteY352" fmla="*/ 6469011 h 6858000"/>
              <a:gd name="connsiteX353" fmla="*/ 3425650 w 7467663"/>
              <a:gd name="connsiteY353" fmla="*/ 6381333 h 6858000"/>
              <a:gd name="connsiteX354" fmla="*/ 3460661 w 7467663"/>
              <a:gd name="connsiteY354" fmla="*/ 6266763 h 6858000"/>
              <a:gd name="connsiteX355" fmla="*/ 3518021 w 7467663"/>
              <a:gd name="connsiteY355" fmla="*/ 6117298 h 6858000"/>
              <a:gd name="connsiteX356" fmla="*/ 3554035 w 7467663"/>
              <a:gd name="connsiteY356" fmla="*/ 6027832 h 6858000"/>
              <a:gd name="connsiteX357" fmla="*/ 3677174 w 7467663"/>
              <a:gd name="connsiteY357" fmla="*/ 5636351 h 6858000"/>
              <a:gd name="connsiteX358" fmla="*/ 3698819 w 7467663"/>
              <a:gd name="connsiteY358" fmla="*/ 5560503 h 6858000"/>
              <a:gd name="connsiteX359" fmla="*/ 3702094 w 7467663"/>
              <a:gd name="connsiteY359" fmla="*/ 5549194 h 6858000"/>
              <a:gd name="connsiteX360" fmla="*/ 3398355 w 7467663"/>
              <a:gd name="connsiteY360" fmla="*/ 6094603 h 6858000"/>
              <a:gd name="connsiteX361" fmla="*/ 3193941 w 7467663"/>
              <a:gd name="connsiteY361" fmla="*/ 6798775 h 6858000"/>
              <a:gd name="connsiteX362" fmla="*/ 3184140 w 7467663"/>
              <a:gd name="connsiteY362" fmla="*/ 6858000 h 6858000"/>
              <a:gd name="connsiteX363" fmla="*/ 3099978 w 7467663"/>
              <a:gd name="connsiteY363" fmla="*/ 6858000 h 6858000"/>
              <a:gd name="connsiteX364" fmla="*/ 3101556 w 7467663"/>
              <a:gd name="connsiteY364" fmla="*/ 6843337 h 6858000"/>
              <a:gd name="connsiteX365" fmla="*/ 3370162 w 7467663"/>
              <a:gd name="connsiteY365" fmla="*/ 5785550 h 6858000"/>
              <a:gd name="connsiteX366" fmla="*/ 3746477 w 7467663"/>
              <a:gd name="connsiteY366" fmla="*/ 5377889 h 6858000"/>
              <a:gd name="connsiteX367" fmla="*/ 3863399 w 7467663"/>
              <a:gd name="connsiteY367" fmla="*/ 5087257 h 6858000"/>
              <a:gd name="connsiteX368" fmla="*/ 3968712 w 7467663"/>
              <a:gd name="connsiteY368" fmla="*/ 4913989 h 6858000"/>
              <a:gd name="connsiteX369" fmla="*/ 2792390 w 7467663"/>
              <a:gd name="connsiteY369" fmla="*/ 5382974 h 6858000"/>
              <a:gd name="connsiteX370" fmla="*/ 2714982 w 7467663"/>
              <a:gd name="connsiteY370" fmla="*/ 5427051 h 6858000"/>
              <a:gd name="connsiteX371" fmla="*/ 2813361 w 7467663"/>
              <a:gd name="connsiteY371" fmla="*/ 6023912 h 6858000"/>
              <a:gd name="connsiteX372" fmla="*/ 2688430 w 7467663"/>
              <a:gd name="connsiteY372" fmla="*/ 6801564 h 6858000"/>
              <a:gd name="connsiteX373" fmla="*/ 2629626 w 7467663"/>
              <a:gd name="connsiteY373" fmla="*/ 6763394 h 6858000"/>
              <a:gd name="connsiteX374" fmla="*/ 2565328 w 7467663"/>
              <a:gd name="connsiteY374" fmla="*/ 5516399 h 6858000"/>
              <a:gd name="connsiteX375" fmla="*/ 1922999 w 7467663"/>
              <a:gd name="connsiteY375" fmla="*/ 5980343 h 6858000"/>
              <a:gd name="connsiteX376" fmla="*/ 1950261 w 7467663"/>
              <a:gd name="connsiteY376" fmla="*/ 6405858 h 6858000"/>
              <a:gd name="connsiteX377" fmla="*/ 2365554 w 7467663"/>
              <a:gd name="connsiteY377" fmla="*/ 6759107 h 6858000"/>
              <a:gd name="connsiteX378" fmla="*/ 2424142 w 7467663"/>
              <a:gd name="connsiteY378" fmla="*/ 6858000 h 6858000"/>
              <a:gd name="connsiteX379" fmla="*/ 2395994 w 7467663"/>
              <a:gd name="connsiteY379" fmla="*/ 6858000 h 6858000"/>
              <a:gd name="connsiteX380" fmla="*/ 2392863 w 7467663"/>
              <a:gd name="connsiteY380" fmla="*/ 6852964 h 6858000"/>
              <a:gd name="connsiteX381" fmla="*/ 2017589 w 7467663"/>
              <a:gd name="connsiteY381" fmla="*/ 6493982 h 6858000"/>
              <a:gd name="connsiteX382" fmla="*/ 2147336 w 7467663"/>
              <a:gd name="connsiteY382" fmla="*/ 6594052 h 6858000"/>
              <a:gd name="connsiteX383" fmla="*/ 2207047 w 7467663"/>
              <a:gd name="connsiteY383" fmla="*/ 6654540 h 6858000"/>
              <a:gd name="connsiteX384" fmla="*/ 2299106 w 7467663"/>
              <a:gd name="connsiteY384" fmla="*/ 6778931 h 6858000"/>
              <a:gd name="connsiteX385" fmla="*/ 2314430 w 7467663"/>
              <a:gd name="connsiteY385" fmla="*/ 6801144 h 6858000"/>
              <a:gd name="connsiteX386" fmla="*/ 2352406 w 7467663"/>
              <a:gd name="connsiteY386" fmla="*/ 6858000 h 6858000"/>
              <a:gd name="connsiteX387" fmla="*/ 2314492 w 7467663"/>
              <a:gd name="connsiteY387" fmla="*/ 6858000 h 6858000"/>
              <a:gd name="connsiteX388" fmla="*/ 2288095 w 7467663"/>
              <a:gd name="connsiteY388" fmla="*/ 6818030 h 6858000"/>
              <a:gd name="connsiteX389" fmla="*/ 2272768 w 7467663"/>
              <a:gd name="connsiteY389" fmla="*/ 6795822 h 6858000"/>
              <a:gd name="connsiteX390" fmla="*/ 2182715 w 7467663"/>
              <a:gd name="connsiteY390" fmla="*/ 6675071 h 6858000"/>
              <a:gd name="connsiteX391" fmla="*/ 2032061 w 7467663"/>
              <a:gd name="connsiteY391" fmla="*/ 6541380 h 6858000"/>
              <a:gd name="connsiteX392" fmla="*/ 2257220 w 7467663"/>
              <a:gd name="connsiteY392" fmla="*/ 6826257 h 6858000"/>
              <a:gd name="connsiteX393" fmla="*/ 2281324 w 7467663"/>
              <a:gd name="connsiteY393" fmla="*/ 6858000 h 6858000"/>
              <a:gd name="connsiteX394" fmla="*/ 2242860 w 7467663"/>
              <a:gd name="connsiteY394" fmla="*/ 6858000 h 6858000"/>
              <a:gd name="connsiteX395" fmla="*/ 2232818 w 7467663"/>
              <a:gd name="connsiteY395" fmla="*/ 6844926 h 6858000"/>
              <a:gd name="connsiteX396" fmla="*/ 1990172 w 7467663"/>
              <a:gd name="connsiteY396" fmla="*/ 6542121 h 6858000"/>
              <a:gd name="connsiteX397" fmla="*/ 2124090 w 7467663"/>
              <a:gd name="connsiteY397" fmla="*/ 6761017 h 6858000"/>
              <a:gd name="connsiteX398" fmla="*/ 2200380 w 7467663"/>
              <a:gd name="connsiteY398" fmla="*/ 6858000 h 6858000"/>
              <a:gd name="connsiteX399" fmla="*/ 2147507 w 7467663"/>
              <a:gd name="connsiteY399" fmla="*/ 6858000 h 6858000"/>
              <a:gd name="connsiteX400" fmla="*/ 2070668 w 7467663"/>
              <a:gd name="connsiteY400" fmla="*/ 6761520 h 6858000"/>
              <a:gd name="connsiteX401" fmla="*/ 1975142 w 7467663"/>
              <a:gd name="connsiteY401" fmla="*/ 6585570 h 6858000"/>
              <a:gd name="connsiteX402" fmla="*/ 2050035 w 7467663"/>
              <a:gd name="connsiteY402" fmla="*/ 6813345 h 6858000"/>
              <a:gd name="connsiteX403" fmla="*/ 2063025 w 7467663"/>
              <a:gd name="connsiteY403" fmla="*/ 6858000 h 6858000"/>
              <a:gd name="connsiteX404" fmla="*/ 2021675 w 7467663"/>
              <a:gd name="connsiteY404" fmla="*/ 6858000 h 6858000"/>
              <a:gd name="connsiteX405" fmla="*/ 2019308 w 7467663"/>
              <a:gd name="connsiteY405" fmla="*/ 6847118 h 6858000"/>
              <a:gd name="connsiteX406" fmla="*/ 1938835 w 7467663"/>
              <a:gd name="connsiteY406" fmla="*/ 6551160 h 6858000"/>
              <a:gd name="connsiteX407" fmla="*/ 1953230 w 7467663"/>
              <a:gd name="connsiteY407" fmla="*/ 6759699 h 6858000"/>
              <a:gd name="connsiteX408" fmla="*/ 1956763 w 7467663"/>
              <a:gd name="connsiteY408" fmla="*/ 6778191 h 6858000"/>
              <a:gd name="connsiteX409" fmla="*/ 1967925 w 7467663"/>
              <a:gd name="connsiteY409" fmla="*/ 6858000 h 6858000"/>
              <a:gd name="connsiteX410" fmla="*/ 1936622 w 7467663"/>
              <a:gd name="connsiteY410" fmla="*/ 6858000 h 6858000"/>
              <a:gd name="connsiteX411" fmla="*/ 1926261 w 7467663"/>
              <a:gd name="connsiteY411" fmla="*/ 6784064 h 6858000"/>
              <a:gd name="connsiteX412" fmla="*/ 1922724 w 7467663"/>
              <a:gd name="connsiteY412" fmla="*/ 6765577 h 6858000"/>
              <a:gd name="connsiteX413" fmla="*/ 1904650 w 7467663"/>
              <a:gd name="connsiteY413" fmla="*/ 6639616 h 6858000"/>
              <a:gd name="connsiteX414" fmla="*/ 1885273 w 7467663"/>
              <a:gd name="connsiteY414" fmla="*/ 6858000 h 6858000"/>
              <a:gd name="connsiteX415" fmla="*/ 1854363 w 7467663"/>
              <a:gd name="connsiteY415" fmla="*/ 6858000 h 6858000"/>
              <a:gd name="connsiteX416" fmla="*/ 1880391 w 7467663"/>
              <a:gd name="connsiteY416" fmla="*/ 6603796 h 6858000"/>
              <a:gd name="connsiteX417" fmla="*/ 1818273 w 7467663"/>
              <a:gd name="connsiteY417" fmla="*/ 6715729 h 6858000"/>
              <a:gd name="connsiteX418" fmla="*/ 1794691 w 7467663"/>
              <a:gd name="connsiteY418" fmla="*/ 6843239 h 6858000"/>
              <a:gd name="connsiteX419" fmla="*/ 1794914 w 7467663"/>
              <a:gd name="connsiteY419" fmla="*/ 6858000 h 6858000"/>
              <a:gd name="connsiteX420" fmla="*/ 1746128 w 7467663"/>
              <a:gd name="connsiteY420" fmla="*/ 6858000 h 6858000"/>
              <a:gd name="connsiteX421" fmla="*/ 1753934 w 7467663"/>
              <a:gd name="connsiteY421" fmla="*/ 6724796 h 6858000"/>
              <a:gd name="connsiteX422" fmla="*/ 1792053 w 7467663"/>
              <a:gd name="connsiteY422" fmla="*/ 6572396 h 6858000"/>
              <a:gd name="connsiteX423" fmla="*/ 1862248 w 7467663"/>
              <a:gd name="connsiteY423" fmla="*/ 6266397 h 6858000"/>
              <a:gd name="connsiteX424" fmla="*/ 1862250 w 7467663"/>
              <a:gd name="connsiteY424" fmla="*/ 6033531 h 6858000"/>
              <a:gd name="connsiteX425" fmla="*/ 1211999 w 7467663"/>
              <a:gd name="connsiteY425" fmla="*/ 6683610 h 6858000"/>
              <a:gd name="connsiteX426" fmla="*/ 1213266 w 7467663"/>
              <a:gd name="connsiteY426" fmla="*/ 6691947 h 6858000"/>
              <a:gd name="connsiteX427" fmla="*/ 1203370 w 7467663"/>
              <a:gd name="connsiteY427" fmla="*/ 6850676 h 6858000"/>
              <a:gd name="connsiteX428" fmla="*/ 1203671 w 7467663"/>
              <a:gd name="connsiteY428" fmla="*/ 6858000 h 6858000"/>
              <a:gd name="connsiteX429" fmla="*/ 1143180 w 7467663"/>
              <a:gd name="connsiteY429" fmla="*/ 6858000 h 6858000"/>
              <a:gd name="connsiteX430" fmla="*/ 1142176 w 7467663"/>
              <a:gd name="connsiteY430" fmla="*/ 6766045 h 6858000"/>
              <a:gd name="connsiteX431" fmla="*/ 1067484 w 7467663"/>
              <a:gd name="connsiteY431" fmla="*/ 6858000 h 6858000"/>
              <a:gd name="connsiteX432" fmla="*/ 953928 w 7467663"/>
              <a:gd name="connsiteY432" fmla="*/ 6858000 h 6858000"/>
              <a:gd name="connsiteX433" fmla="*/ 959715 w 7467663"/>
              <a:gd name="connsiteY433" fmla="*/ 6850185 h 6858000"/>
              <a:gd name="connsiteX434" fmla="*/ 1483788 w 7467663"/>
              <a:gd name="connsiteY434" fmla="*/ 6259174 h 6858000"/>
              <a:gd name="connsiteX435" fmla="*/ 1100671 w 7467663"/>
              <a:gd name="connsiteY435" fmla="*/ 6252137 h 6858000"/>
              <a:gd name="connsiteX436" fmla="*/ 1090144 w 7467663"/>
              <a:gd name="connsiteY436" fmla="*/ 6256748 h 6858000"/>
              <a:gd name="connsiteX437" fmla="*/ 1095872 w 7467663"/>
              <a:gd name="connsiteY437" fmla="*/ 6271892 h 6858000"/>
              <a:gd name="connsiteX438" fmla="*/ 262785 w 7467663"/>
              <a:gd name="connsiteY438" fmla="*/ 6845450 h 6858000"/>
              <a:gd name="connsiteX439" fmla="*/ 209968 w 7467663"/>
              <a:gd name="connsiteY439" fmla="*/ 6770713 h 6858000"/>
              <a:gd name="connsiteX440" fmla="*/ 873460 w 7467663"/>
              <a:gd name="connsiteY440" fmla="*/ 6253768 h 6858000"/>
              <a:gd name="connsiteX441" fmla="*/ 192686 w 7467663"/>
              <a:gd name="connsiteY441" fmla="*/ 5849257 h 6858000"/>
              <a:gd name="connsiteX442" fmla="*/ 4696 w 7467663"/>
              <a:gd name="connsiteY442" fmla="*/ 5697668 h 6858000"/>
              <a:gd name="connsiteX443" fmla="*/ 0 w 7467663"/>
              <a:gd name="connsiteY443" fmla="*/ 5689984 h 6858000"/>
              <a:gd name="connsiteX444" fmla="*/ 0 w 7467663"/>
              <a:gd name="connsiteY444" fmla="*/ 5513472 h 6858000"/>
              <a:gd name="connsiteX445" fmla="*/ 174101 w 7467663"/>
              <a:gd name="connsiteY445" fmla="*/ 5620277 h 6858000"/>
              <a:gd name="connsiteX446" fmla="*/ 891800 w 7467663"/>
              <a:gd name="connsiteY446" fmla="*/ 6036935 h 6858000"/>
              <a:gd name="connsiteX447" fmla="*/ 1072219 w 7467663"/>
              <a:gd name="connsiteY447" fmla="*/ 6169443 h 6858000"/>
              <a:gd name="connsiteX448" fmla="*/ 1074117 w 7467663"/>
              <a:gd name="connsiteY448" fmla="*/ 6170301 h 6858000"/>
              <a:gd name="connsiteX449" fmla="*/ 1083114 w 7467663"/>
              <a:gd name="connsiteY449" fmla="*/ 6174131 h 6858000"/>
              <a:gd name="connsiteX450" fmla="*/ 1543010 w 7467663"/>
              <a:gd name="connsiteY450" fmla="*/ 6191140 h 6858000"/>
              <a:gd name="connsiteX451" fmla="*/ 1551080 w 7467663"/>
              <a:gd name="connsiteY451" fmla="*/ 6195006 h 6858000"/>
              <a:gd name="connsiteX452" fmla="*/ 2345443 w 7467663"/>
              <a:gd name="connsiteY452" fmla="*/ 5549882 h 6858000"/>
              <a:gd name="connsiteX453" fmla="*/ 1721499 w 7467663"/>
              <a:gd name="connsiteY453" fmla="*/ 5599969 h 6858000"/>
              <a:gd name="connsiteX454" fmla="*/ 767716 w 7467663"/>
              <a:gd name="connsiteY454" fmla="*/ 5472768 h 6858000"/>
              <a:gd name="connsiteX455" fmla="*/ 722147 w 7467663"/>
              <a:gd name="connsiteY455" fmla="*/ 5393091 h 6858000"/>
              <a:gd name="connsiteX456" fmla="*/ 1485552 w 7467663"/>
              <a:gd name="connsiteY456" fmla="*/ 5313202 h 6858000"/>
              <a:gd name="connsiteX457" fmla="*/ 2143004 w 7467663"/>
              <a:gd name="connsiteY457" fmla="*/ 5402420 h 6858000"/>
              <a:gd name="connsiteX458" fmla="*/ 1933391 w 7467663"/>
              <a:gd name="connsiteY458" fmla="*/ 5156971 h 6858000"/>
              <a:gd name="connsiteX459" fmla="*/ 1827118 w 7467663"/>
              <a:gd name="connsiteY459" fmla="*/ 4968410 h 6858000"/>
              <a:gd name="connsiteX460" fmla="*/ 1837349 w 7467663"/>
              <a:gd name="connsiteY460" fmla="*/ 4956357 h 6858000"/>
              <a:gd name="connsiteX461" fmla="*/ 2162835 w 7467663"/>
              <a:gd name="connsiteY461" fmla="*/ 5187853 h 6858000"/>
              <a:gd name="connsiteX462" fmla="*/ 2257167 w 7467663"/>
              <a:gd name="connsiteY462" fmla="*/ 5462123 h 6858000"/>
              <a:gd name="connsiteX463" fmla="*/ 2261598 w 7467663"/>
              <a:gd name="connsiteY463" fmla="*/ 5467998 h 6858000"/>
              <a:gd name="connsiteX464" fmla="*/ 2437177 w 7467663"/>
              <a:gd name="connsiteY464" fmla="*/ 5479608 h 6858000"/>
              <a:gd name="connsiteX465" fmla="*/ 2445247 w 7467663"/>
              <a:gd name="connsiteY465" fmla="*/ 5483476 h 6858000"/>
              <a:gd name="connsiteX466" fmla="*/ 2743626 w 7467663"/>
              <a:gd name="connsiteY466" fmla="*/ 5304819 h 6858000"/>
              <a:gd name="connsiteX467" fmla="*/ 3048102 w 7467663"/>
              <a:gd name="connsiteY467" fmla="*/ 5150595 h 6858000"/>
              <a:gd name="connsiteX468" fmla="*/ 1799414 w 7467663"/>
              <a:gd name="connsiteY468" fmla="*/ 4694732 h 6858000"/>
              <a:gd name="connsiteX469" fmla="*/ 1771735 w 7467663"/>
              <a:gd name="connsiteY469" fmla="*/ 4619929 h 6858000"/>
              <a:gd name="connsiteX470" fmla="*/ 3104273 w 7467663"/>
              <a:gd name="connsiteY470" fmla="*/ 5076159 h 6858000"/>
              <a:gd name="connsiteX471" fmla="*/ 3113245 w 7467663"/>
              <a:gd name="connsiteY471" fmla="*/ 5090705 h 6858000"/>
              <a:gd name="connsiteX472" fmla="*/ 3126294 w 7467663"/>
              <a:gd name="connsiteY472" fmla="*/ 5114400 h 6858000"/>
              <a:gd name="connsiteX473" fmla="*/ 3937433 w 7467663"/>
              <a:gd name="connsiteY473" fmla="*/ 4830473 h 6858000"/>
              <a:gd name="connsiteX474" fmla="*/ 3590475 w 7467663"/>
              <a:gd name="connsiteY474" fmla="*/ 4597974 h 6858000"/>
              <a:gd name="connsiteX475" fmla="*/ 3100264 w 7467663"/>
              <a:gd name="connsiteY475" fmla="*/ 4579845 h 6858000"/>
              <a:gd name="connsiteX476" fmla="*/ 2183576 w 7467663"/>
              <a:gd name="connsiteY476" fmla="*/ 4227150 h 6858000"/>
              <a:gd name="connsiteX477" fmla="*/ 2151029 w 7467663"/>
              <a:gd name="connsiteY477" fmla="*/ 4146947 h 6858000"/>
              <a:gd name="connsiteX478" fmla="*/ 3563434 w 7467663"/>
              <a:gd name="connsiteY478" fmla="*/ 4469115 h 6858000"/>
              <a:gd name="connsiteX479" fmla="*/ 3177952 w 7467663"/>
              <a:gd name="connsiteY479" fmla="*/ 3657386 h 6858000"/>
              <a:gd name="connsiteX480" fmla="*/ 3189263 w 7467663"/>
              <a:gd name="connsiteY480" fmla="*/ 3625726 h 6858000"/>
              <a:gd name="connsiteX481" fmla="*/ 3560912 w 7467663"/>
              <a:gd name="connsiteY481" fmla="*/ 4079863 h 6858000"/>
              <a:gd name="connsiteX482" fmla="*/ 3626636 w 7467663"/>
              <a:gd name="connsiteY482" fmla="*/ 4512230 h 6858000"/>
              <a:gd name="connsiteX483" fmla="*/ 3653088 w 7467663"/>
              <a:gd name="connsiteY483" fmla="*/ 4521417 h 6858000"/>
              <a:gd name="connsiteX484" fmla="*/ 3988128 w 7467663"/>
              <a:gd name="connsiteY484" fmla="*/ 4817267 h 6858000"/>
              <a:gd name="connsiteX485" fmla="*/ 4830582 w 7467663"/>
              <a:gd name="connsiteY485" fmla="*/ 4676000 h 6858000"/>
              <a:gd name="connsiteX486" fmla="*/ 4830100 w 7467663"/>
              <a:gd name="connsiteY486" fmla="*/ 4675554 h 6858000"/>
              <a:gd name="connsiteX487" fmla="*/ 4036318 w 7467663"/>
              <a:gd name="connsiteY487" fmla="*/ 4147013 h 6858000"/>
              <a:gd name="connsiteX488" fmla="*/ 3432098 w 7467663"/>
              <a:gd name="connsiteY488" fmla="*/ 3537312 h 6858000"/>
              <a:gd name="connsiteX489" fmla="*/ 3446761 w 7467663"/>
              <a:gd name="connsiteY489" fmla="*/ 3461278 h 6858000"/>
              <a:gd name="connsiteX490" fmla="*/ 4419733 w 7467663"/>
              <a:gd name="connsiteY490" fmla="*/ 3963555 h 6858000"/>
              <a:gd name="connsiteX491" fmla="*/ 4781371 w 7467663"/>
              <a:gd name="connsiteY491" fmla="*/ 4458604 h 6858000"/>
              <a:gd name="connsiteX492" fmla="*/ 4780440 w 7467663"/>
              <a:gd name="connsiteY492" fmla="*/ 4470290 h 6858000"/>
              <a:gd name="connsiteX493" fmla="*/ 4898954 w 7467663"/>
              <a:gd name="connsiteY493" fmla="*/ 4662092 h 6858000"/>
              <a:gd name="connsiteX494" fmla="*/ 4900699 w 7467663"/>
              <a:gd name="connsiteY494" fmla="*/ 4670867 h 6858000"/>
              <a:gd name="connsiteX495" fmla="*/ 5714511 w 7467663"/>
              <a:gd name="connsiteY495" fmla="*/ 4663483 h 6858000"/>
              <a:gd name="connsiteX496" fmla="*/ 5464793 w 7467663"/>
              <a:gd name="connsiteY496" fmla="*/ 4393556 h 6858000"/>
              <a:gd name="connsiteX497" fmla="*/ 5461897 w 7467663"/>
              <a:gd name="connsiteY497" fmla="*/ 4390879 h 6858000"/>
              <a:gd name="connsiteX498" fmla="*/ 4294126 w 7467663"/>
              <a:gd name="connsiteY498" fmla="*/ 3303048 h 6858000"/>
              <a:gd name="connsiteX499" fmla="*/ 4305321 w 7467663"/>
              <a:gd name="connsiteY499" fmla="*/ 3256953 h 6858000"/>
              <a:gd name="connsiteX500" fmla="*/ 4949299 w 7467663"/>
              <a:gd name="connsiteY500" fmla="*/ 3766336 h 6858000"/>
              <a:gd name="connsiteX501" fmla="*/ 5291452 w 7467663"/>
              <a:gd name="connsiteY501" fmla="*/ 4076801 h 6858000"/>
              <a:gd name="connsiteX502" fmla="*/ 5434998 w 7467663"/>
              <a:gd name="connsiteY502" fmla="*/ 4254100 h 6858000"/>
              <a:gd name="connsiteX503" fmla="*/ 5351015 w 7467663"/>
              <a:gd name="connsiteY503" fmla="*/ 3760989 h 6858000"/>
              <a:gd name="connsiteX504" fmla="*/ 5413780 w 7467663"/>
              <a:gd name="connsiteY504" fmla="*/ 2966265 h 6858000"/>
              <a:gd name="connsiteX505" fmla="*/ 5425627 w 7467663"/>
              <a:gd name="connsiteY505" fmla="*/ 2954192 h 6858000"/>
              <a:gd name="connsiteX506" fmla="*/ 6604735 w 7467663"/>
              <a:gd name="connsiteY506" fmla="*/ 2041381 h 6858000"/>
              <a:gd name="connsiteX507" fmla="*/ 7204487 w 7467663"/>
              <a:gd name="connsiteY507" fmla="*/ 2742112 h 6858000"/>
              <a:gd name="connsiteX508" fmla="*/ 7131592 w 7467663"/>
              <a:gd name="connsiteY508" fmla="*/ 2672096 h 6858000"/>
              <a:gd name="connsiteX509" fmla="*/ 6996344 w 7467663"/>
              <a:gd name="connsiteY509" fmla="*/ 2518310 h 6858000"/>
              <a:gd name="connsiteX510" fmla="*/ 6735495 w 7467663"/>
              <a:gd name="connsiteY510" fmla="*/ 2196890 h 6858000"/>
              <a:gd name="connsiteX511" fmla="*/ 6721901 w 7467663"/>
              <a:gd name="connsiteY511" fmla="*/ 2179274 h 6858000"/>
              <a:gd name="connsiteX512" fmla="*/ 6604735 w 7467663"/>
              <a:gd name="connsiteY512" fmla="*/ 2041381 h 6858000"/>
              <a:gd name="connsiteX513" fmla="*/ 6591670 w 7467663"/>
              <a:gd name="connsiteY513" fmla="*/ 1988277 h 6858000"/>
              <a:gd name="connsiteX514" fmla="*/ 6747349 w 7467663"/>
              <a:gd name="connsiteY514" fmla="*/ 2160069 h 6858000"/>
              <a:gd name="connsiteX515" fmla="*/ 6760943 w 7467663"/>
              <a:gd name="connsiteY515" fmla="*/ 2177686 h 6858000"/>
              <a:gd name="connsiteX516" fmla="*/ 7021065 w 7467663"/>
              <a:gd name="connsiteY516" fmla="*/ 2498102 h 6858000"/>
              <a:gd name="connsiteX517" fmla="*/ 7155223 w 7467663"/>
              <a:gd name="connsiteY517" fmla="*/ 2650386 h 6858000"/>
              <a:gd name="connsiteX518" fmla="*/ 7203167 w 7467663"/>
              <a:gd name="connsiteY518" fmla="*/ 2697288 h 6858000"/>
              <a:gd name="connsiteX519" fmla="*/ 6937703 w 7467663"/>
              <a:gd name="connsiteY519" fmla="*/ 2321981 h 6858000"/>
              <a:gd name="connsiteX520" fmla="*/ 6591670 w 7467663"/>
              <a:gd name="connsiteY520" fmla="*/ 1988277 h 6858000"/>
              <a:gd name="connsiteX521" fmla="*/ 5798671 w 7467663"/>
              <a:gd name="connsiteY521" fmla="*/ 1981601 h 6858000"/>
              <a:gd name="connsiteX522" fmla="*/ 5754709 w 7467663"/>
              <a:gd name="connsiteY522" fmla="*/ 2071454 h 6858000"/>
              <a:gd name="connsiteX523" fmla="*/ 5763044 w 7467663"/>
              <a:gd name="connsiteY523" fmla="*/ 2842206 h 6858000"/>
              <a:gd name="connsiteX524" fmla="*/ 5764974 w 7467663"/>
              <a:gd name="connsiteY524" fmla="*/ 2799609 h 6858000"/>
              <a:gd name="connsiteX525" fmla="*/ 5767665 w 7467663"/>
              <a:gd name="connsiteY525" fmla="*/ 2666409 h 6858000"/>
              <a:gd name="connsiteX526" fmla="*/ 5763055 w 7467663"/>
              <a:gd name="connsiteY526" fmla="*/ 2579705 h 6858000"/>
              <a:gd name="connsiteX527" fmla="*/ 5758079 w 7467663"/>
              <a:gd name="connsiteY527" fmla="*/ 2492508 h 6858000"/>
              <a:gd name="connsiteX528" fmla="*/ 5779325 w 7467663"/>
              <a:gd name="connsiteY528" fmla="*/ 2197069 h 6858000"/>
              <a:gd name="connsiteX529" fmla="*/ 5798671 w 7467663"/>
              <a:gd name="connsiteY529" fmla="*/ 1981601 h 6858000"/>
              <a:gd name="connsiteX530" fmla="*/ 5829202 w 7467663"/>
              <a:gd name="connsiteY530" fmla="*/ 1971679 h 6858000"/>
              <a:gd name="connsiteX531" fmla="*/ 5809558 w 7467663"/>
              <a:gd name="connsiteY531" fmla="*/ 2198043 h 6858000"/>
              <a:gd name="connsiteX532" fmla="*/ 5788653 w 7467663"/>
              <a:gd name="connsiteY532" fmla="*/ 2489430 h 6858000"/>
              <a:gd name="connsiteX533" fmla="*/ 5793439 w 7467663"/>
              <a:gd name="connsiteY533" fmla="*/ 2575235 h 6858000"/>
              <a:gd name="connsiteX534" fmla="*/ 5796837 w 7467663"/>
              <a:gd name="connsiteY534" fmla="*/ 2637633 h 6858000"/>
              <a:gd name="connsiteX535" fmla="*/ 5818614 w 7467663"/>
              <a:gd name="connsiteY535" fmla="*/ 2473055 h 6858000"/>
              <a:gd name="connsiteX536" fmla="*/ 5829202 w 7467663"/>
              <a:gd name="connsiteY536" fmla="*/ 1971679 h 6858000"/>
              <a:gd name="connsiteX537" fmla="*/ 5911389 w 7467663"/>
              <a:gd name="connsiteY537" fmla="*/ 1898371 h 6858000"/>
              <a:gd name="connsiteX538" fmla="*/ 6237627 w 7467663"/>
              <a:gd name="connsiteY538" fmla="*/ 2231921 h 6858000"/>
              <a:gd name="connsiteX539" fmla="*/ 5911389 w 7467663"/>
              <a:gd name="connsiteY539" fmla="*/ 1898371 h 6858000"/>
              <a:gd name="connsiteX540" fmla="*/ 6944437 w 7467663"/>
              <a:gd name="connsiteY540" fmla="*/ 1575402 h 6858000"/>
              <a:gd name="connsiteX541" fmla="*/ 6304730 w 7467663"/>
              <a:gd name="connsiteY541" fmla="*/ 1766654 h 6858000"/>
              <a:gd name="connsiteX542" fmla="*/ 6944437 w 7467663"/>
              <a:gd name="connsiteY542" fmla="*/ 1575402 h 6858000"/>
              <a:gd name="connsiteX543" fmla="*/ 7019523 w 7467663"/>
              <a:gd name="connsiteY543" fmla="*/ 1519450 h 6858000"/>
              <a:gd name="connsiteX544" fmla="*/ 6298091 w 7467663"/>
              <a:gd name="connsiteY544" fmla="*/ 1737122 h 6858000"/>
              <a:gd name="connsiteX545" fmla="*/ 7019523 w 7467663"/>
              <a:gd name="connsiteY545" fmla="*/ 1519450 h 6858000"/>
              <a:gd name="connsiteX546" fmla="*/ 2399523 w 7467663"/>
              <a:gd name="connsiteY546" fmla="*/ 1428234 h 6858000"/>
              <a:gd name="connsiteX547" fmla="*/ 2224982 w 7467663"/>
              <a:gd name="connsiteY547" fmla="*/ 1826201 h 6858000"/>
              <a:gd name="connsiteX548" fmla="*/ 2096099 w 7467663"/>
              <a:gd name="connsiteY548" fmla="*/ 2345900 h 6858000"/>
              <a:gd name="connsiteX549" fmla="*/ 2283317 w 7467663"/>
              <a:gd name="connsiteY549" fmla="*/ 1796925 h 6858000"/>
              <a:gd name="connsiteX550" fmla="*/ 2399523 w 7467663"/>
              <a:gd name="connsiteY550" fmla="*/ 1428234 h 6858000"/>
              <a:gd name="connsiteX551" fmla="*/ 2448558 w 7467663"/>
              <a:gd name="connsiteY551" fmla="*/ 1373435 h 6858000"/>
              <a:gd name="connsiteX552" fmla="*/ 2312521 w 7467663"/>
              <a:gd name="connsiteY552" fmla="*/ 1806140 h 6858000"/>
              <a:gd name="connsiteX553" fmla="*/ 2127533 w 7467663"/>
              <a:gd name="connsiteY553" fmla="*/ 2348380 h 6858000"/>
              <a:gd name="connsiteX554" fmla="*/ 2358080 w 7467663"/>
              <a:gd name="connsiteY554" fmla="*/ 1866134 h 6858000"/>
              <a:gd name="connsiteX555" fmla="*/ 2407436 w 7467663"/>
              <a:gd name="connsiteY555" fmla="*/ 1651070 h 6858000"/>
              <a:gd name="connsiteX556" fmla="*/ 2448558 w 7467663"/>
              <a:gd name="connsiteY556" fmla="*/ 1373435 h 6858000"/>
              <a:gd name="connsiteX557" fmla="*/ 278707 w 7467663"/>
              <a:gd name="connsiteY557" fmla="*/ 1352270 h 6858000"/>
              <a:gd name="connsiteX558" fmla="*/ 321570 w 7467663"/>
              <a:gd name="connsiteY558" fmla="*/ 1861610 h 6858000"/>
              <a:gd name="connsiteX559" fmla="*/ 294281 w 7467663"/>
              <a:gd name="connsiteY559" fmla="*/ 1440658 h 6858000"/>
              <a:gd name="connsiteX560" fmla="*/ 278707 w 7467663"/>
              <a:gd name="connsiteY560" fmla="*/ 1352270 h 6858000"/>
              <a:gd name="connsiteX561" fmla="*/ 1423821 w 7467663"/>
              <a:gd name="connsiteY561" fmla="*/ 1351958 h 6858000"/>
              <a:gd name="connsiteX562" fmla="*/ 1638521 w 7467663"/>
              <a:gd name="connsiteY562" fmla="*/ 1908470 h 6858000"/>
              <a:gd name="connsiteX563" fmla="*/ 1754199 w 7467663"/>
              <a:gd name="connsiteY563" fmla="*/ 2149284 h 6858000"/>
              <a:gd name="connsiteX564" fmla="*/ 1908359 w 7467663"/>
              <a:gd name="connsiteY564" fmla="*/ 2364988 h 6858000"/>
              <a:gd name="connsiteX565" fmla="*/ 1647661 w 7467663"/>
              <a:gd name="connsiteY565" fmla="*/ 1825945 h 6858000"/>
              <a:gd name="connsiteX566" fmla="*/ 1423821 w 7467663"/>
              <a:gd name="connsiteY566" fmla="*/ 1351958 h 6858000"/>
              <a:gd name="connsiteX567" fmla="*/ 1431890 w 7467663"/>
              <a:gd name="connsiteY567" fmla="*/ 1306475 h 6858000"/>
              <a:gd name="connsiteX568" fmla="*/ 1507597 w 7467663"/>
              <a:gd name="connsiteY568" fmla="*/ 1446132 h 6858000"/>
              <a:gd name="connsiteX569" fmla="*/ 1674586 w 7467663"/>
              <a:gd name="connsiteY569" fmla="*/ 1813832 h 6858000"/>
              <a:gd name="connsiteX570" fmla="*/ 1815950 w 7467663"/>
              <a:gd name="connsiteY570" fmla="*/ 2128564 h 6858000"/>
              <a:gd name="connsiteX571" fmla="*/ 1984242 w 7467663"/>
              <a:gd name="connsiteY571" fmla="*/ 2430829 h 6858000"/>
              <a:gd name="connsiteX572" fmla="*/ 2014023 w 7467663"/>
              <a:gd name="connsiteY572" fmla="*/ 2450995 h 6858000"/>
              <a:gd name="connsiteX573" fmla="*/ 1747337 w 7467663"/>
              <a:gd name="connsiteY573" fmla="*/ 1855264 h 6858000"/>
              <a:gd name="connsiteX574" fmla="*/ 1533749 w 7467663"/>
              <a:gd name="connsiteY574" fmla="*/ 1478656 h 6858000"/>
              <a:gd name="connsiteX575" fmla="*/ 1431890 w 7467663"/>
              <a:gd name="connsiteY575" fmla="*/ 1306475 h 6858000"/>
              <a:gd name="connsiteX576" fmla="*/ 5052692 w 7467663"/>
              <a:gd name="connsiteY576" fmla="*/ 1292994 h 6858000"/>
              <a:gd name="connsiteX577" fmla="*/ 5200661 w 7467663"/>
              <a:gd name="connsiteY577" fmla="*/ 1635186 h 6858000"/>
              <a:gd name="connsiteX578" fmla="*/ 5297138 w 7467663"/>
              <a:gd name="connsiteY578" fmla="*/ 1906351 h 6858000"/>
              <a:gd name="connsiteX579" fmla="*/ 5052692 w 7467663"/>
              <a:gd name="connsiteY579" fmla="*/ 1292994 h 6858000"/>
              <a:gd name="connsiteX580" fmla="*/ 5009948 w 7467663"/>
              <a:gd name="connsiteY580" fmla="*/ 1273619 h 6858000"/>
              <a:gd name="connsiteX581" fmla="*/ 5121777 w 7467663"/>
              <a:gd name="connsiteY581" fmla="*/ 1654213 h 6858000"/>
              <a:gd name="connsiteX582" fmla="*/ 5293545 w 7467663"/>
              <a:gd name="connsiteY582" fmla="*/ 2072247 h 6858000"/>
              <a:gd name="connsiteX583" fmla="*/ 5294042 w 7467663"/>
              <a:gd name="connsiteY583" fmla="*/ 2065019 h 6858000"/>
              <a:gd name="connsiteX584" fmla="*/ 5171936 w 7467663"/>
              <a:gd name="connsiteY584" fmla="*/ 1647613 h 6858000"/>
              <a:gd name="connsiteX585" fmla="*/ 5009948 w 7467663"/>
              <a:gd name="connsiteY585" fmla="*/ 1273619 h 6858000"/>
              <a:gd name="connsiteX586" fmla="*/ 655236 w 7467663"/>
              <a:gd name="connsiteY586" fmla="*/ 1268632 h 6858000"/>
              <a:gd name="connsiteX587" fmla="*/ 839521 w 7467663"/>
              <a:gd name="connsiteY587" fmla="*/ 1685315 h 6858000"/>
              <a:gd name="connsiteX588" fmla="*/ 1109416 w 7467663"/>
              <a:gd name="connsiteY588" fmla="*/ 2061663 h 6858000"/>
              <a:gd name="connsiteX589" fmla="*/ 1298300 w 7467663"/>
              <a:gd name="connsiteY589" fmla="*/ 2247742 h 6858000"/>
              <a:gd name="connsiteX590" fmla="*/ 1125871 w 7467663"/>
              <a:gd name="connsiteY590" fmla="*/ 1989513 h 6858000"/>
              <a:gd name="connsiteX591" fmla="*/ 981574 w 7467663"/>
              <a:gd name="connsiteY591" fmla="*/ 1783157 h 6858000"/>
              <a:gd name="connsiteX592" fmla="*/ 922198 w 7467663"/>
              <a:gd name="connsiteY592" fmla="*/ 1677437 h 6858000"/>
              <a:gd name="connsiteX593" fmla="*/ 869293 w 7467663"/>
              <a:gd name="connsiteY593" fmla="*/ 1583214 h 6858000"/>
              <a:gd name="connsiteX594" fmla="*/ 751431 w 7467663"/>
              <a:gd name="connsiteY594" fmla="*/ 1405731 h 6858000"/>
              <a:gd name="connsiteX595" fmla="*/ 655236 w 7467663"/>
              <a:gd name="connsiteY595" fmla="*/ 1268632 h 6858000"/>
              <a:gd name="connsiteX596" fmla="*/ 6516292 w 7467663"/>
              <a:gd name="connsiteY596" fmla="*/ 1263064 h 6858000"/>
              <a:gd name="connsiteX597" fmla="*/ 5736320 w 7467663"/>
              <a:gd name="connsiteY597" fmla="*/ 1501803 h 6858000"/>
              <a:gd name="connsiteX598" fmla="*/ 6516292 w 7467663"/>
              <a:gd name="connsiteY598" fmla="*/ 1263064 h 6858000"/>
              <a:gd name="connsiteX599" fmla="*/ 291466 w 7467663"/>
              <a:gd name="connsiteY599" fmla="*/ 1250369 h 6858000"/>
              <a:gd name="connsiteX600" fmla="*/ 323180 w 7467663"/>
              <a:gd name="connsiteY600" fmla="*/ 1435283 h 6858000"/>
              <a:gd name="connsiteX601" fmla="*/ 349381 w 7467663"/>
              <a:gd name="connsiteY601" fmla="*/ 1875041 h 6858000"/>
              <a:gd name="connsiteX602" fmla="*/ 374363 w 7467663"/>
              <a:gd name="connsiteY602" fmla="*/ 1506494 h 6858000"/>
              <a:gd name="connsiteX603" fmla="*/ 302168 w 7467663"/>
              <a:gd name="connsiteY603" fmla="*/ 1274495 h 6858000"/>
              <a:gd name="connsiteX604" fmla="*/ 291466 w 7467663"/>
              <a:gd name="connsiteY604" fmla="*/ 1250369 h 6858000"/>
              <a:gd name="connsiteX605" fmla="*/ 678222 w 7467663"/>
              <a:gd name="connsiteY605" fmla="*/ 1248670 h 6858000"/>
              <a:gd name="connsiteX606" fmla="*/ 775536 w 7467663"/>
              <a:gd name="connsiteY606" fmla="*/ 1388015 h 6858000"/>
              <a:gd name="connsiteX607" fmla="*/ 894529 w 7467663"/>
              <a:gd name="connsiteY607" fmla="*/ 1567739 h 6858000"/>
              <a:gd name="connsiteX608" fmla="*/ 948000 w 7467663"/>
              <a:gd name="connsiteY608" fmla="*/ 1663088 h 6858000"/>
              <a:gd name="connsiteX609" fmla="*/ 1006812 w 7467663"/>
              <a:gd name="connsiteY609" fmla="*/ 1767683 h 6858000"/>
              <a:gd name="connsiteX610" fmla="*/ 1149133 w 7467663"/>
              <a:gd name="connsiteY610" fmla="*/ 1971513 h 6858000"/>
              <a:gd name="connsiteX611" fmla="*/ 1333952 w 7467663"/>
              <a:gd name="connsiteY611" fmla="*/ 2251620 h 6858000"/>
              <a:gd name="connsiteX612" fmla="*/ 1337329 w 7467663"/>
              <a:gd name="connsiteY612" fmla="*/ 2258350 h 6858000"/>
              <a:gd name="connsiteX613" fmla="*/ 1014726 w 7467663"/>
              <a:gd name="connsiteY613" fmla="*/ 1615556 h 6858000"/>
              <a:gd name="connsiteX614" fmla="*/ 678222 w 7467663"/>
              <a:gd name="connsiteY614" fmla="*/ 1248670 h 6858000"/>
              <a:gd name="connsiteX615" fmla="*/ 6691602 w 7467663"/>
              <a:gd name="connsiteY615" fmla="*/ 1140573 h 6858000"/>
              <a:gd name="connsiteX616" fmla="*/ 6571100 w 7467663"/>
              <a:gd name="connsiteY616" fmla="*/ 1183662 h 6858000"/>
              <a:gd name="connsiteX617" fmla="*/ 6241687 w 7467663"/>
              <a:gd name="connsiteY617" fmla="*/ 1257600 h 6858000"/>
              <a:gd name="connsiteX618" fmla="*/ 5693009 w 7467663"/>
              <a:gd name="connsiteY618" fmla="*/ 1478256 h 6858000"/>
              <a:gd name="connsiteX619" fmla="*/ 6548420 w 7467663"/>
              <a:gd name="connsiteY619" fmla="*/ 1214599 h 6858000"/>
              <a:gd name="connsiteX620" fmla="*/ 6605473 w 7467663"/>
              <a:gd name="connsiteY620" fmla="*/ 1184686 h 6858000"/>
              <a:gd name="connsiteX621" fmla="*/ 6691602 w 7467663"/>
              <a:gd name="connsiteY621" fmla="*/ 1140573 h 6858000"/>
              <a:gd name="connsiteX622" fmla="*/ 4002475 w 7467663"/>
              <a:gd name="connsiteY622" fmla="*/ 1037802 h 6858000"/>
              <a:gd name="connsiteX623" fmla="*/ 4000324 w 7467663"/>
              <a:gd name="connsiteY623" fmla="*/ 1039362 h 6858000"/>
              <a:gd name="connsiteX624" fmla="*/ 4002862 w 7467663"/>
              <a:gd name="connsiteY624" fmla="*/ 1042866 h 6858000"/>
              <a:gd name="connsiteX625" fmla="*/ 4002475 w 7467663"/>
              <a:gd name="connsiteY625" fmla="*/ 1037802 h 6858000"/>
              <a:gd name="connsiteX626" fmla="*/ 506322 w 7467663"/>
              <a:gd name="connsiteY626" fmla="*/ 1020997 h 6858000"/>
              <a:gd name="connsiteX627" fmla="*/ 533068 w 7467663"/>
              <a:gd name="connsiteY627" fmla="*/ 1029409 h 6858000"/>
              <a:gd name="connsiteX628" fmla="*/ 1232525 w 7467663"/>
              <a:gd name="connsiteY628" fmla="*/ 1804675 h 6858000"/>
              <a:gd name="connsiteX629" fmla="*/ 1388858 w 7467663"/>
              <a:gd name="connsiteY629" fmla="*/ 2368011 h 6858000"/>
              <a:gd name="connsiteX630" fmla="*/ 1384098 w 7467663"/>
              <a:gd name="connsiteY630" fmla="*/ 2378125 h 6858000"/>
              <a:gd name="connsiteX631" fmla="*/ 1425393 w 7467663"/>
              <a:gd name="connsiteY631" fmla="*/ 2589124 h 6858000"/>
              <a:gd name="connsiteX632" fmla="*/ 1424001 w 7467663"/>
              <a:gd name="connsiteY632" fmla="*/ 2597541 h 6858000"/>
              <a:gd name="connsiteX633" fmla="*/ 2152729 w 7467663"/>
              <a:gd name="connsiteY633" fmla="*/ 2864487 h 6858000"/>
              <a:gd name="connsiteX634" fmla="*/ 2020609 w 7467663"/>
              <a:gd name="connsiteY634" fmla="*/ 2539671 h 6858000"/>
              <a:gd name="connsiteX635" fmla="*/ 2018920 w 7467663"/>
              <a:gd name="connsiteY635" fmla="*/ 2536309 h 6858000"/>
              <a:gd name="connsiteX636" fmla="*/ 1342441 w 7467663"/>
              <a:gd name="connsiteY636" fmla="*/ 1173017 h 6858000"/>
              <a:gd name="connsiteX637" fmla="*/ 1367925 w 7467663"/>
              <a:gd name="connsiteY637" fmla="*/ 1135648 h 6858000"/>
              <a:gd name="connsiteX638" fmla="*/ 1771401 w 7467663"/>
              <a:gd name="connsiteY638" fmla="*/ 1806673 h 6858000"/>
              <a:gd name="connsiteX639" fmla="*/ 1972385 w 7467663"/>
              <a:gd name="connsiteY639" fmla="*/ 2198735 h 6858000"/>
              <a:gd name="connsiteX640" fmla="*/ 2040892 w 7467663"/>
              <a:gd name="connsiteY640" fmla="*/ 2405205 h 6858000"/>
              <a:gd name="connsiteX641" fmla="*/ 2131689 w 7467663"/>
              <a:gd name="connsiteY641" fmla="*/ 1936926 h 6858000"/>
              <a:gd name="connsiteX642" fmla="*/ 2454820 w 7467663"/>
              <a:gd name="connsiteY642" fmla="*/ 1248808 h 6858000"/>
              <a:gd name="connsiteX643" fmla="*/ 2492512 w 7467663"/>
              <a:gd name="connsiteY643" fmla="*/ 1302920 h 6858000"/>
              <a:gd name="connsiteX644" fmla="*/ 2081216 w 7467663"/>
              <a:gd name="connsiteY644" fmla="*/ 2527513 h 6858000"/>
              <a:gd name="connsiteX645" fmla="*/ 2081211 w 7467663"/>
              <a:gd name="connsiteY645" fmla="*/ 2528916 h 6858000"/>
              <a:gd name="connsiteX646" fmla="*/ 2199067 w 7467663"/>
              <a:gd name="connsiteY646" fmla="*/ 2884061 h 6858000"/>
              <a:gd name="connsiteX647" fmla="*/ 3192586 w 7467663"/>
              <a:gd name="connsiteY647" fmla="*/ 3411496 h 6858000"/>
              <a:gd name="connsiteX648" fmla="*/ 3182620 w 7467663"/>
              <a:gd name="connsiteY648" fmla="*/ 3483279 h 6858000"/>
              <a:gd name="connsiteX649" fmla="*/ 2435119 w 7467663"/>
              <a:gd name="connsiteY649" fmla="*/ 3080173 h 6858000"/>
              <a:gd name="connsiteX650" fmla="*/ 2410152 w 7467663"/>
              <a:gd name="connsiteY650" fmla="*/ 3063751 h 6858000"/>
              <a:gd name="connsiteX651" fmla="*/ 2408099 w 7467663"/>
              <a:gd name="connsiteY651" fmla="*/ 3064403 h 6858000"/>
              <a:gd name="connsiteX652" fmla="*/ 2407218 w 7467663"/>
              <a:gd name="connsiteY652" fmla="*/ 3070324 h 6858000"/>
              <a:gd name="connsiteX653" fmla="*/ 2380138 w 7467663"/>
              <a:gd name="connsiteY653" fmla="*/ 3099341 h 6858000"/>
              <a:gd name="connsiteX654" fmla="*/ 1765923 w 7467663"/>
              <a:gd name="connsiteY654" fmla="*/ 3581043 h 6858000"/>
              <a:gd name="connsiteX655" fmla="*/ 1702258 w 7467663"/>
              <a:gd name="connsiteY655" fmla="*/ 3612286 h 6858000"/>
              <a:gd name="connsiteX656" fmla="*/ 1538370 w 7467663"/>
              <a:gd name="connsiteY656" fmla="*/ 3811804 h 6858000"/>
              <a:gd name="connsiteX657" fmla="*/ 542867 w 7467663"/>
              <a:gd name="connsiteY657" fmla="*/ 4944092 h 6858000"/>
              <a:gd name="connsiteX658" fmla="*/ 515800 w 7467663"/>
              <a:gd name="connsiteY658" fmla="*/ 4862180 h 6858000"/>
              <a:gd name="connsiteX659" fmla="*/ 909145 w 7467663"/>
              <a:gd name="connsiteY659" fmla="*/ 4199225 h 6858000"/>
              <a:gd name="connsiteX660" fmla="*/ 1214067 w 7467663"/>
              <a:gd name="connsiteY660" fmla="*/ 3908561 h 6858000"/>
              <a:gd name="connsiteX661" fmla="*/ 640967 w 7467663"/>
              <a:gd name="connsiteY661" fmla="*/ 4105601 h 6858000"/>
              <a:gd name="connsiteX662" fmla="*/ 112563 w 7467663"/>
              <a:gd name="connsiteY662" fmla="*/ 4396952 h 6858000"/>
              <a:gd name="connsiteX663" fmla="*/ 0 w 7467663"/>
              <a:gd name="connsiteY663" fmla="*/ 4466006 h 6858000"/>
              <a:gd name="connsiteX664" fmla="*/ 0 w 7467663"/>
              <a:gd name="connsiteY664" fmla="*/ 4233763 h 6858000"/>
              <a:gd name="connsiteX665" fmla="*/ 36881 w 7467663"/>
              <a:gd name="connsiteY665" fmla="*/ 4200118 h 6858000"/>
              <a:gd name="connsiteX666" fmla="*/ 910534 w 7467663"/>
              <a:gd name="connsiteY666" fmla="*/ 3629753 h 6858000"/>
              <a:gd name="connsiteX667" fmla="*/ 1578717 w 7467663"/>
              <a:gd name="connsiteY667" fmla="*/ 3575982 h 6858000"/>
              <a:gd name="connsiteX668" fmla="*/ 2338780 w 7467663"/>
              <a:gd name="connsiteY668" fmla="*/ 3033725 h 6858000"/>
              <a:gd name="connsiteX669" fmla="*/ 1807991 w 7467663"/>
              <a:gd name="connsiteY669" fmla="*/ 2807184 h 6858000"/>
              <a:gd name="connsiteX670" fmla="*/ 1416358 w 7467663"/>
              <a:gd name="connsiteY670" fmla="*/ 3112571 h 6858000"/>
              <a:gd name="connsiteX671" fmla="*/ 939066 w 7467663"/>
              <a:gd name="connsiteY671" fmla="*/ 3378798 h 6858000"/>
              <a:gd name="connsiteX672" fmla="*/ 115099 w 7467663"/>
              <a:gd name="connsiteY672" fmla="*/ 3607650 h 6858000"/>
              <a:gd name="connsiteX673" fmla="*/ 97284 w 7467663"/>
              <a:gd name="connsiteY673" fmla="*/ 3520393 h 6858000"/>
              <a:gd name="connsiteX674" fmla="*/ 922050 w 7467663"/>
              <a:gd name="connsiteY674" fmla="*/ 3074867 h 6858000"/>
              <a:gd name="connsiteX675" fmla="*/ 1405265 w 7467663"/>
              <a:gd name="connsiteY675" fmla="*/ 3016319 h 6858000"/>
              <a:gd name="connsiteX676" fmla="*/ 1407512 w 7467663"/>
              <a:gd name="connsiteY676" fmla="*/ 3018001 h 6858000"/>
              <a:gd name="connsiteX677" fmla="*/ 1726266 w 7467663"/>
              <a:gd name="connsiteY677" fmla="*/ 2777274 h 6858000"/>
              <a:gd name="connsiteX678" fmla="*/ 625390 w 7467663"/>
              <a:gd name="connsiteY678" fmla="*/ 2514541 h 6858000"/>
              <a:gd name="connsiteX679" fmla="*/ 619799 w 7467663"/>
              <a:gd name="connsiteY679" fmla="*/ 2527180 h 6858000"/>
              <a:gd name="connsiteX680" fmla="*/ 310030 w 7467663"/>
              <a:gd name="connsiteY680" fmla="*/ 2771818 h 6858000"/>
              <a:gd name="connsiteX681" fmla="*/ 173877 w 7467663"/>
              <a:gd name="connsiteY681" fmla="*/ 2937056 h 6858000"/>
              <a:gd name="connsiteX682" fmla="*/ 77889 w 7467663"/>
              <a:gd name="connsiteY682" fmla="*/ 3138440 h 6858000"/>
              <a:gd name="connsiteX683" fmla="*/ 0 w 7467663"/>
              <a:gd name="connsiteY683" fmla="*/ 3271395 h 6858000"/>
              <a:gd name="connsiteX684" fmla="*/ 0 w 7467663"/>
              <a:gd name="connsiteY684" fmla="*/ 3153002 h 6858000"/>
              <a:gd name="connsiteX685" fmla="*/ 2386 w 7467663"/>
              <a:gd name="connsiteY685" fmla="*/ 3149203 h 6858000"/>
              <a:gd name="connsiteX686" fmla="*/ 89753 w 7467663"/>
              <a:gd name="connsiteY686" fmla="*/ 2987702 h 6858000"/>
              <a:gd name="connsiteX687" fmla="*/ 76869 w 7467663"/>
              <a:gd name="connsiteY687" fmla="*/ 3005404 h 6858000"/>
              <a:gd name="connsiteX688" fmla="*/ 32049 w 7467663"/>
              <a:gd name="connsiteY688" fmla="*/ 3065814 h 6858000"/>
              <a:gd name="connsiteX689" fmla="*/ 0 w 7467663"/>
              <a:gd name="connsiteY689" fmla="*/ 3108744 h 6858000"/>
              <a:gd name="connsiteX690" fmla="*/ 0 w 7467663"/>
              <a:gd name="connsiteY690" fmla="*/ 3058059 h 6858000"/>
              <a:gd name="connsiteX691" fmla="*/ 7610 w 7467663"/>
              <a:gd name="connsiteY691" fmla="*/ 3047889 h 6858000"/>
              <a:gd name="connsiteX692" fmla="*/ 52419 w 7467663"/>
              <a:gd name="connsiteY692" fmla="*/ 2987479 h 6858000"/>
              <a:gd name="connsiteX693" fmla="*/ 59142 w 7467663"/>
              <a:gd name="connsiteY693" fmla="*/ 2978488 h 6858000"/>
              <a:gd name="connsiteX694" fmla="*/ 0 w 7467663"/>
              <a:gd name="connsiteY694" fmla="*/ 3015334 h 6858000"/>
              <a:gd name="connsiteX695" fmla="*/ 0 w 7467663"/>
              <a:gd name="connsiteY695" fmla="*/ 2914286 h 6858000"/>
              <a:gd name="connsiteX696" fmla="*/ 36383 w 7467663"/>
              <a:gd name="connsiteY696" fmla="*/ 2901128 h 6858000"/>
              <a:gd name="connsiteX697" fmla="*/ 156329 w 7467663"/>
              <a:gd name="connsiteY697" fmla="*/ 2840533 h 6858000"/>
              <a:gd name="connsiteX698" fmla="*/ 358355 w 7467663"/>
              <a:gd name="connsiteY698" fmla="*/ 2620471 h 6858000"/>
              <a:gd name="connsiteX699" fmla="*/ 510577 w 7467663"/>
              <a:gd name="connsiteY699" fmla="*/ 2501244 h 6858000"/>
              <a:gd name="connsiteX700" fmla="*/ 211967 w 7467663"/>
              <a:gd name="connsiteY700" fmla="*/ 2479171 h 6858000"/>
              <a:gd name="connsiteX701" fmla="*/ 0 w 7467663"/>
              <a:gd name="connsiteY701" fmla="*/ 2476398 h 6858000"/>
              <a:gd name="connsiteX702" fmla="*/ 0 w 7467663"/>
              <a:gd name="connsiteY702" fmla="*/ 2389189 h 6858000"/>
              <a:gd name="connsiteX703" fmla="*/ 103062 w 7467663"/>
              <a:gd name="connsiteY703" fmla="*/ 2389518 h 6858000"/>
              <a:gd name="connsiteX704" fmla="*/ 510734 w 7467663"/>
              <a:gd name="connsiteY704" fmla="*/ 2416201 h 6858000"/>
              <a:gd name="connsiteX705" fmla="*/ 279257 w 7467663"/>
              <a:gd name="connsiteY705" fmla="*/ 2092102 h 6858000"/>
              <a:gd name="connsiteX706" fmla="*/ 65265 w 7467663"/>
              <a:gd name="connsiteY706" fmla="*/ 2006049 h 6858000"/>
              <a:gd name="connsiteX707" fmla="*/ 0 w 7467663"/>
              <a:gd name="connsiteY707" fmla="*/ 1982532 h 6858000"/>
              <a:gd name="connsiteX708" fmla="*/ 0 w 7467663"/>
              <a:gd name="connsiteY708" fmla="*/ 1912789 h 6858000"/>
              <a:gd name="connsiteX709" fmla="*/ 97460 w 7467663"/>
              <a:gd name="connsiteY709" fmla="*/ 1953725 h 6858000"/>
              <a:gd name="connsiteX710" fmla="*/ 221272 w 7467663"/>
              <a:gd name="connsiteY710" fmla="*/ 1980766 h 6858000"/>
              <a:gd name="connsiteX711" fmla="*/ 116765 w 7467663"/>
              <a:gd name="connsiteY711" fmla="*/ 1911033 h 6858000"/>
              <a:gd name="connsiteX712" fmla="*/ 16405 w 7467663"/>
              <a:gd name="connsiteY712" fmla="*/ 1803412 h 6858000"/>
              <a:gd name="connsiteX713" fmla="*/ 0 w 7467663"/>
              <a:gd name="connsiteY713" fmla="*/ 1784777 h 6858000"/>
              <a:gd name="connsiteX714" fmla="*/ 0 w 7467663"/>
              <a:gd name="connsiteY714" fmla="*/ 1740082 h 6858000"/>
              <a:gd name="connsiteX715" fmla="*/ 39394 w 7467663"/>
              <a:gd name="connsiteY715" fmla="*/ 1784856 h 6858000"/>
              <a:gd name="connsiteX716" fmla="*/ 135813 w 7467663"/>
              <a:gd name="connsiteY716" fmla="*/ 1888838 h 6858000"/>
              <a:gd name="connsiteX717" fmla="*/ 242575 w 7467663"/>
              <a:gd name="connsiteY717" fmla="*/ 1958841 h 6858000"/>
              <a:gd name="connsiteX718" fmla="*/ 82197 w 7467663"/>
              <a:gd name="connsiteY718" fmla="*/ 1754826 h 6858000"/>
              <a:gd name="connsiteX719" fmla="*/ 0 w 7467663"/>
              <a:gd name="connsiteY719" fmla="*/ 1679650 h 6858000"/>
              <a:gd name="connsiteX720" fmla="*/ 0 w 7467663"/>
              <a:gd name="connsiteY720" fmla="*/ 1602463 h 6858000"/>
              <a:gd name="connsiteX721" fmla="*/ 84689 w 7467663"/>
              <a:gd name="connsiteY721" fmla="*/ 1677442 h 6858000"/>
              <a:gd name="connsiteX722" fmla="*/ 298437 w 7467663"/>
              <a:gd name="connsiteY722" fmla="*/ 1968019 h 6858000"/>
              <a:gd name="connsiteX723" fmla="*/ 227269 w 7467663"/>
              <a:gd name="connsiteY723" fmla="*/ 1114064 h 6858000"/>
              <a:gd name="connsiteX724" fmla="*/ 248003 w 7467663"/>
              <a:gd name="connsiteY724" fmla="*/ 1089613 h 6858000"/>
              <a:gd name="connsiteX725" fmla="*/ 427020 w 7467663"/>
              <a:gd name="connsiteY725" fmla="*/ 1619803 h 6858000"/>
              <a:gd name="connsiteX726" fmla="*/ 340345 w 7467663"/>
              <a:gd name="connsiteY726" fmla="*/ 2027739 h 6858000"/>
              <a:gd name="connsiteX727" fmla="*/ 360865 w 7467663"/>
              <a:gd name="connsiteY727" fmla="*/ 2044827 h 6858000"/>
              <a:gd name="connsiteX728" fmla="*/ 560414 w 7467663"/>
              <a:gd name="connsiteY728" fmla="*/ 2421457 h 6858000"/>
              <a:gd name="connsiteX729" fmla="*/ 1359703 w 7467663"/>
              <a:gd name="connsiteY729" fmla="*/ 2578554 h 6858000"/>
              <a:gd name="connsiteX730" fmla="*/ 1359422 w 7467663"/>
              <a:gd name="connsiteY730" fmla="*/ 2577994 h 6858000"/>
              <a:gd name="connsiteX731" fmla="*/ 828701 w 7467663"/>
              <a:gd name="connsiteY731" fmla="*/ 1839520 h 6858000"/>
              <a:gd name="connsiteX732" fmla="*/ 494427 w 7467663"/>
              <a:gd name="connsiteY732" fmla="*/ 1092333 h 6858000"/>
              <a:gd name="connsiteX733" fmla="*/ 506322 w 7467663"/>
              <a:gd name="connsiteY733" fmla="*/ 1020997 h 6858000"/>
              <a:gd name="connsiteX734" fmla="*/ 4570198 w 7467663"/>
              <a:gd name="connsiteY734" fmla="*/ 978081 h 6858000"/>
              <a:gd name="connsiteX735" fmla="*/ 4523691 w 7467663"/>
              <a:gd name="connsiteY735" fmla="*/ 1127776 h 6858000"/>
              <a:gd name="connsiteX736" fmla="*/ 4509875 w 7467663"/>
              <a:gd name="connsiteY736" fmla="*/ 1167552 h 6858000"/>
              <a:gd name="connsiteX737" fmla="*/ 4478168 w 7467663"/>
              <a:gd name="connsiteY737" fmla="*/ 1260735 h 6858000"/>
              <a:gd name="connsiteX738" fmla="*/ 4409309 w 7467663"/>
              <a:gd name="connsiteY738" fmla="*/ 1666996 h 6858000"/>
              <a:gd name="connsiteX739" fmla="*/ 4370031 w 7467663"/>
              <a:gd name="connsiteY739" fmla="*/ 1955666 h 6858000"/>
              <a:gd name="connsiteX740" fmla="*/ 4570198 w 7467663"/>
              <a:gd name="connsiteY740" fmla="*/ 978081 h 6858000"/>
              <a:gd name="connsiteX741" fmla="*/ 4557898 w 7467663"/>
              <a:gd name="connsiteY741" fmla="*/ 900011 h 6858000"/>
              <a:gd name="connsiteX742" fmla="*/ 4344840 w 7467663"/>
              <a:gd name="connsiteY742" fmla="*/ 1922038 h 6858000"/>
              <a:gd name="connsiteX743" fmla="*/ 4378710 w 7467663"/>
              <a:gd name="connsiteY743" fmla="*/ 1665516 h 6858000"/>
              <a:gd name="connsiteX744" fmla="*/ 4448798 w 7467663"/>
              <a:gd name="connsiteY744" fmla="*/ 1253024 h 6858000"/>
              <a:gd name="connsiteX745" fmla="*/ 4480315 w 7467663"/>
              <a:gd name="connsiteY745" fmla="*/ 1158454 h 6858000"/>
              <a:gd name="connsiteX746" fmla="*/ 4494133 w 7467663"/>
              <a:gd name="connsiteY746" fmla="*/ 1118676 h 6858000"/>
              <a:gd name="connsiteX747" fmla="*/ 4557898 w 7467663"/>
              <a:gd name="connsiteY747" fmla="*/ 900011 h 6858000"/>
              <a:gd name="connsiteX748" fmla="*/ 5870151 w 7467663"/>
              <a:gd name="connsiteY748" fmla="*/ 898890 h 6858000"/>
              <a:gd name="connsiteX749" fmla="*/ 5861335 w 7467663"/>
              <a:gd name="connsiteY749" fmla="*/ 899177 h 6858000"/>
              <a:gd name="connsiteX750" fmla="*/ 5843702 w 7467663"/>
              <a:gd name="connsiteY750" fmla="*/ 899748 h 6858000"/>
              <a:gd name="connsiteX751" fmla="*/ 5651107 w 7467663"/>
              <a:gd name="connsiteY751" fmla="*/ 920306 h 6858000"/>
              <a:gd name="connsiteX752" fmla="*/ 5459407 w 7467663"/>
              <a:gd name="connsiteY752" fmla="*/ 940975 h 6858000"/>
              <a:gd name="connsiteX753" fmla="*/ 5374846 w 7467663"/>
              <a:gd name="connsiteY753" fmla="*/ 941988 h 6858000"/>
              <a:gd name="connsiteX754" fmla="*/ 5256105 w 7467663"/>
              <a:gd name="connsiteY754" fmla="*/ 945632 h 6858000"/>
              <a:gd name="connsiteX755" fmla="*/ 5107071 w 7467663"/>
              <a:gd name="connsiteY755" fmla="*/ 969720 h 6858000"/>
              <a:gd name="connsiteX756" fmla="*/ 4998681 w 7467663"/>
              <a:gd name="connsiteY756" fmla="*/ 988771 h 6858000"/>
              <a:gd name="connsiteX757" fmla="*/ 5870151 w 7467663"/>
              <a:gd name="connsiteY757" fmla="*/ 898890 h 6858000"/>
              <a:gd name="connsiteX758" fmla="*/ 5504425 w 7467663"/>
              <a:gd name="connsiteY758" fmla="*/ 848067 h 6858000"/>
              <a:gd name="connsiteX759" fmla="*/ 4968849 w 7467663"/>
              <a:gd name="connsiteY759" fmla="*/ 962318 h 6858000"/>
              <a:gd name="connsiteX760" fmla="*/ 5104039 w 7467663"/>
              <a:gd name="connsiteY760" fmla="*/ 940634 h 6858000"/>
              <a:gd name="connsiteX761" fmla="*/ 5256311 w 7467663"/>
              <a:gd name="connsiteY761" fmla="*/ 916490 h 6858000"/>
              <a:gd name="connsiteX762" fmla="*/ 5377381 w 7467663"/>
              <a:gd name="connsiteY762" fmla="*/ 912671 h 6858000"/>
              <a:gd name="connsiteX763" fmla="*/ 5460148 w 7467663"/>
              <a:gd name="connsiteY763" fmla="*/ 911442 h 6858000"/>
              <a:gd name="connsiteX764" fmla="*/ 5648971 w 7467663"/>
              <a:gd name="connsiteY764" fmla="*/ 891331 h 6858000"/>
              <a:gd name="connsiteX765" fmla="*/ 5844807 w 7467663"/>
              <a:gd name="connsiteY765" fmla="*/ 870718 h 6858000"/>
              <a:gd name="connsiteX766" fmla="*/ 5862975 w 7467663"/>
              <a:gd name="connsiteY766" fmla="*/ 869756 h 6858000"/>
              <a:gd name="connsiteX767" fmla="*/ 5920887 w 7467663"/>
              <a:gd name="connsiteY767" fmla="*/ 865929 h 6858000"/>
              <a:gd name="connsiteX768" fmla="*/ 5504425 w 7467663"/>
              <a:gd name="connsiteY768" fmla="*/ 848067 h 6858000"/>
              <a:gd name="connsiteX769" fmla="*/ 3607114 w 7467663"/>
              <a:gd name="connsiteY769" fmla="*/ 467441 h 6858000"/>
              <a:gd name="connsiteX770" fmla="*/ 3296242 w 7467663"/>
              <a:gd name="connsiteY770" fmla="*/ 807991 h 6858000"/>
              <a:gd name="connsiteX771" fmla="*/ 3174674 w 7467663"/>
              <a:gd name="connsiteY771" fmla="*/ 919759 h 6858000"/>
              <a:gd name="connsiteX772" fmla="*/ 3042978 w 7467663"/>
              <a:gd name="connsiteY772" fmla="*/ 1054894 h 6858000"/>
              <a:gd name="connsiteX773" fmla="*/ 2968914 w 7467663"/>
              <a:gd name="connsiteY773" fmla="*/ 1133756 h 6858000"/>
              <a:gd name="connsiteX774" fmla="*/ 3103823 w 7467663"/>
              <a:gd name="connsiteY774" fmla="*/ 1026814 h 6858000"/>
              <a:gd name="connsiteX775" fmla="*/ 3607114 w 7467663"/>
              <a:gd name="connsiteY775" fmla="*/ 467441 h 6858000"/>
              <a:gd name="connsiteX776" fmla="*/ 3744487 w 7467663"/>
              <a:gd name="connsiteY776" fmla="*/ 383136 h 6858000"/>
              <a:gd name="connsiteX777" fmla="*/ 3970213 w 7467663"/>
              <a:gd name="connsiteY777" fmla="*/ 995559 h 6858000"/>
              <a:gd name="connsiteX778" fmla="*/ 3744487 w 7467663"/>
              <a:gd name="connsiteY778" fmla="*/ 383136 h 6858000"/>
              <a:gd name="connsiteX779" fmla="*/ 3624562 w 7467663"/>
              <a:gd name="connsiteY779" fmla="*/ 367041 h 6858000"/>
              <a:gd name="connsiteX780" fmla="*/ 3489712 w 7467663"/>
              <a:gd name="connsiteY780" fmla="*/ 485386 h 6858000"/>
              <a:gd name="connsiteX781" fmla="*/ 3182994 w 7467663"/>
              <a:gd name="connsiteY781" fmla="*/ 828265 h 6858000"/>
              <a:gd name="connsiteX782" fmla="*/ 2892114 w 7467663"/>
              <a:gd name="connsiteY782" fmla="*/ 1172635 h 6858000"/>
              <a:gd name="connsiteX783" fmla="*/ 3021459 w 7467663"/>
              <a:gd name="connsiteY783" fmla="*/ 1035385 h 6858000"/>
              <a:gd name="connsiteX784" fmla="*/ 3153873 w 7467663"/>
              <a:gd name="connsiteY784" fmla="*/ 898971 h 6858000"/>
              <a:gd name="connsiteX785" fmla="*/ 3276511 w 7467663"/>
              <a:gd name="connsiteY785" fmla="*/ 786423 h 6858000"/>
              <a:gd name="connsiteX786" fmla="*/ 3584154 w 7467663"/>
              <a:gd name="connsiteY786" fmla="*/ 448218 h 6858000"/>
              <a:gd name="connsiteX787" fmla="*/ 3624562 w 7467663"/>
              <a:gd name="connsiteY787" fmla="*/ 367041 h 6858000"/>
              <a:gd name="connsiteX788" fmla="*/ 3766672 w 7467663"/>
              <a:gd name="connsiteY788" fmla="*/ 359429 h 6858000"/>
              <a:gd name="connsiteX789" fmla="*/ 3996338 w 7467663"/>
              <a:gd name="connsiteY789" fmla="*/ 968237 h 6858000"/>
              <a:gd name="connsiteX790" fmla="*/ 3766672 w 7467663"/>
              <a:gd name="connsiteY790" fmla="*/ 359429 h 6858000"/>
              <a:gd name="connsiteX791" fmla="*/ 5805386 w 7467663"/>
              <a:gd name="connsiteY791" fmla="*/ 239240 h 6858000"/>
              <a:gd name="connsiteX792" fmla="*/ 5736947 w 7467663"/>
              <a:gd name="connsiteY792" fmla="*/ 261367 h 6858000"/>
              <a:gd name="connsiteX793" fmla="*/ 5427012 w 7467663"/>
              <a:gd name="connsiteY793" fmla="*/ 311272 h 6858000"/>
              <a:gd name="connsiteX794" fmla="*/ 5147818 w 7467663"/>
              <a:gd name="connsiteY794" fmla="*/ 322112 h 6858000"/>
              <a:gd name="connsiteX795" fmla="*/ 5060854 w 7467663"/>
              <a:gd name="connsiteY795" fmla="*/ 311882 h 6858000"/>
              <a:gd name="connsiteX796" fmla="*/ 4945989 w 7467663"/>
              <a:gd name="connsiteY796" fmla="*/ 300516 h 6858000"/>
              <a:gd name="connsiteX797" fmla="*/ 5410479 w 7467663"/>
              <a:gd name="connsiteY797" fmla="*/ 348434 h 6858000"/>
              <a:gd name="connsiteX798" fmla="*/ 5805386 w 7467663"/>
              <a:gd name="connsiteY798" fmla="*/ 239240 h 6858000"/>
              <a:gd name="connsiteX799" fmla="*/ 5905192 w 7467663"/>
              <a:gd name="connsiteY799" fmla="*/ 163079 h 6858000"/>
              <a:gd name="connsiteX800" fmla="*/ 5865655 w 7467663"/>
              <a:gd name="connsiteY800" fmla="*/ 171901 h 6858000"/>
              <a:gd name="connsiteX801" fmla="*/ 5259740 w 7467663"/>
              <a:gd name="connsiteY801" fmla="*/ 257013 h 6858000"/>
              <a:gd name="connsiteX802" fmla="*/ 5208466 w 7467663"/>
              <a:gd name="connsiteY802" fmla="*/ 257550 h 6858000"/>
              <a:gd name="connsiteX803" fmla="*/ 4980204 w 7467663"/>
              <a:gd name="connsiteY803" fmla="*/ 271903 h 6858000"/>
              <a:gd name="connsiteX804" fmla="*/ 5068068 w 7467663"/>
              <a:gd name="connsiteY804" fmla="*/ 282244 h 6858000"/>
              <a:gd name="connsiteX805" fmla="*/ 5153231 w 7467663"/>
              <a:gd name="connsiteY805" fmla="*/ 292240 h 6858000"/>
              <a:gd name="connsiteX806" fmla="*/ 5426491 w 7467663"/>
              <a:gd name="connsiteY806" fmla="*/ 281128 h 6858000"/>
              <a:gd name="connsiteX807" fmla="*/ 5731212 w 7467663"/>
              <a:gd name="connsiteY807" fmla="*/ 231951 h 6858000"/>
              <a:gd name="connsiteX808" fmla="*/ 5905192 w 7467663"/>
              <a:gd name="connsiteY808" fmla="*/ 163079 h 6858000"/>
              <a:gd name="connsiteX809" fmla="*/ 5944437 w 7467663"/>
              <a:gd name="connsiteY809" fmla="*/ 113829 h 6858000"/>
              <a:gd name="connsiteX810" fmla="*/ 5825032 w 7467663"/>
              <a:gd name="connsiteY810" fmla="*/ 146405 h 6858000"/>
              <a:gd name="connsiteX811" fmla="*/ 4955599 w 7467663"/>
              <a:gd name="connsiteY811" fmla="*/ 247008 h 6858000"/>
              <a:gd name="connsiteX812" fmla="*/ 5210104 w 7467663"/>
              <a:gd name="connsiteY812" fmla="*/ 228123 h 6858000"/>
              <a:gd name="connsiteX813" fmla="*/ 5261015 w 7467663"/>
              <a:gd name="connsiteY813" fmla="*/ 227087 h 6858000"/>
              <a:gd name="connsiteX814" fmla="*/ 5861181 w 7467663"/>
              <a:gd name="connsiteY814" fmla="*/ 143093 h 6858000"/>
              <a:gd name="connsiteX815" fmla="*/ 5961252 w 7467663"/>
              <a:gd name="connsiteY815" fmla="*/ 114820 h 6858000"/>
              <a:gd name="connsiteX816" fmla="*/ 5944437 w 7467663"/>
              <a:gd name="connsiteY816" fmla="*/ 113829 h 6858000"/>
              <a:gd name="connsiteX817" fmla="*/ 3882765 w 7467663"/>
              <a:gd name="connsiteY817" fmla="*/ 0 h 6858000"/>
              <a:gd name="connsiteX818" fmla="*/ 3995099 w 7467663"/>
              <a:gd name="connsiteY818" fmla="*/ 0 h 6858000"/>
              <a:gd name="connsiteX819" fmla="*/ 4163818 w 7467663"/>
              <a:gd name="connsiteY819" fmla="*/ 234104 h 6858000"/>
              <a:gd name="connsiteX820" fmla="*/ 4172099 w 7467663"/>
              <a:gd name="connsiteY820" fmla="*/ 234207 h 6858000"/>
              <a:gd name="connsiteX821" fmla="*/ 4784282 w 7467663"/>
              <a:gd name="connsiteY821" fmla="*/ 276561 h 6858000"/>
              <a:gd name="connsiteX822" fmla="*/ 4801687 w 7467663"/>
              <a:gd name="connsiteY822" fmla="*/ 267764 h 6858000"/>
              <a:gd name="connsiteX823" fmla="*/ 6082788 w 7467663"/>
              <a:gd name="connsiteY823" fmla="*/ 64119 h 6858000"/>
              <a:gd name="connsiteX824" fmla="*/ 6099442 w 7467663"/>
              <a:gd name="connsiteY824" fmla="*/ 82568 h 6858000"/>
              <a:gd name="connsiteX825" fmla="*/ 4804137 w 7467663"/>
              <a:gd name="connsiteY825" fmla="*/ 320931 h 6858000"/>
              <a:gd name="connsiteX826" fmla="*/ 4227047 w 7467663"/>
              <a:gd name="connsiteY826" fmla="*/ 313415 h 6858000"/>
              <a:gd name="connsiteX827" fmla="*/ 4346041 w 7467663"/>
              <a:gd name="connsiteY827" fmla="*/ 456086 h 6858000"/>
              <a:gd name="connsiteX828" fmla="*/ 4870967 w 7467663"/>
              <a:gd name="connsiteY828" fmla="*/ 963061 h 6858000"/>
              <a:gd name="connsiteX829" fmla="*/ 4889647 w 7467663"/>
              <a:gd name="connsiteY829" fmla="*/ 957147 h 6858000"/>
              <a:gd name="connsiteX830" fmla="*/ 5422504 w 7467663"/>
              <a:gd name="connsiteY830" fmla="*/ 805191 h 6858000"/>
              <a:gd name="connsiteX831" fmla="*/ 6087656 w 7467663"/>
              <a:gd name="connsiteY831" fmla="*/ 826703 h 6858000"/>
              <a:gd name="connsiteX832" fmla="*/ 6058717 w 7467663"/>
              <a:gd name="connsiteY832" fmla="*/ 865992 h 6858000"/>
              <a:gd name="connsiteX833" fmla="*/ 4974153 w 7467663"/>
              <a:gd name="connsiteY833" fmla="*/ 1045456 h 6858000"/>
              <a:gd name="connsiteX834" fmla="*/ 5627835 w 7467663"/>
              <a:gd name="connsiteY834" fmla="*/ 1472077 h 6858000"/>
              <a:gd name="connsiteX835" fmla="*/ 5629817 w 7467663"/>
              <a:gd name="connsiteY835" fmla="*/ 1471412 h 6858000"/>
              <a:gd name="connsiteX836" fmla="*/ 5634124 w 7467663"/>
              <a:gd name="connsiteY836" fmla="*/ 1470572 h 6858000"/>
              <a:gd name="connsiteX837" fmla="*/ 5755832 w 7467663"/>
              <a:gd name="connsiteY837" fmla="*/ 1383886 h 6858000"/>
              <a:gd name="connsiteX838" fmla="*/ 6014186 w 7467663"/>
              <a:gd name="connsiteY838" fmla="*/ 1279799 h 6858000"/>
              <a:gd name="connsiteX839" fmla="*/ 6901619 w 7467663"/>
              <a:gd name="connsiteY839" fmla="*/ 1047874 h 6858000"/>
              <a:gd name="connsiteX840" fmla="*/ 6931566 w 7467663"/>
              <a:gd name="connsiteY840" fmla="*/ 1062034 h 6858000"/>
              <a:gd name="connsiteX841" fmla="*/ 5790982 w 7467663"/>
              <a:gd name="connsiteY841" fmla="*/ 1561380 h 6858000"/>
              <a:gd name="connsiteX842" fmla="*/ 6188971 w 7467663"/>
              <a:gd name="connsiteY842" fmla="*/ 1755168 h 6858000"/>
              <a:gd name="connsiteX843" fmla="*/ 6202446 w 7467663"/>
              <a:gd name="connsiteY843" fmla="*/ 1752268 h 6858000"/>
              <a:gd name="connsiteX844" fmla="*/ 7179560 w 7467663"/>
              <a:gd name="connsiteY844" fmla="*/ 1467551 h 6858000"/>
              <a:gd name="connsiteX845" fmla="*/ 7158730 w 7467663"/>
              <a:gd name="connsiteY845" fmla="*/ 1507835 h 6858000"/>
              <a:gd name="connsiteX846" fmla="*/ 6326959 w 7467663"/>
              <a:gd name="connsiteY846" fmla="*/ 1817686 h 6858000"/>
              <a:gd name="connsiteX847" fmla="*/ 6537433 w 7467663"/>
              <a:gd name="connsiteY847" fmla="*/ 1907790 h 6858000"/>
              <a:gd name="connsiteX848" fmla="*/ 6550221 w 7467663"/>
              <a:gd name="connsiteY848" fmla="*/ 1910729 h 6858000"/>
              <a:gd name="connsiteX849" fmla="*/ 6964438 w 7467663"/>
              <a:gd name="connsiteY849" fmla="*/ 2209505 h 6858000"/>
              <a:gd name="connsiteX850" fmla="*/ 7367862 w 7467663"/>
              <a:gd name="connsiteY850" fmla="*/ 2806833 h 6858000"/>
              <a:gd name="connsiteX851" fmla="*/ 7364329 w 7467663"/>
              <a:gd name="connsiteY851" fmla="*/ 2826907 h 6858000"/>
              <a:gd name="connsiteX852" fmla="*/ 7290545 w 7467663"/>
              <a:gd name="connsiteY852" fmla="*/ 2850663 h 6858000"/>
              <a:gd name="connsiteX853" fmla="*/ 6472036 w 7467663"/>
              <a:gd name="connsiteY853" fmla="*/ 1959003 h 6858000"/>
              <a:gd name="connsiteX854" fmla="*/ 5792897 w 7467663"/>
              <a:gd name="connsiteY854" fmla="*/ 1647747 h 6858000"/>
              <a:gd name="connsiteX855" fmla="*/ 5842751 w 7467663"/>
              <a:gd name="connsiteY855" fmla="*/ 1816112 h 6858000"/>
              <a:gd name="connsiteX856" fmla="*/ 5847424 w 7467663"/>
              <a:gd name="connsiteY856" fmla="*/ 1815776 h 6858000"/>
              <a:gd name="connsiteX857" fmla="*/ 6399821 w 7467663"/>
              <a:gd name="connsiteY857" fmla="*/ 2344799 h 6858000"/>
              <a:gd name="connsiteX858" fmla="*/ 6323232 w 7467663"/>
              <a:gd name="connsiteY858" fmla="*/ 2389634 h 6858000"/>
              <a:gd name="connsiteX859" fmla="*/ 5942958 w 7467663"/>
              <a:gd name="connsiteY859" fmla="*/ 2077708 h 6858000"/>
              <a:gd name="connsiteX860" fmla="*/ 5921559 w 7467663"/>
              <a:gd name="connsiteY860" fmla="*/ 2378596 h 6858000"/>
              <a:gd name="connsiteX861" fmla="*/ 5817651 w 7467663"/>
              <a:gd name="connsiteY861" fmla="*/ 3023919 h 6858000"/>
              <a:gd name="connsiteX862" fmla="*/ 5729634 w 7467663"/>
              <a:gd name="connsiteY862" fmla="*/ 3051849 h 6858000"/>
              <a:gd name="connsiteX863" fmla="*/ 5611018 w 7467663"/>
              <a:gd name="connsiteY863" fmla="*/ 2316769 h 6858000"/>
              <a:gd name="connsiteX864" fmla="*/ 5687608 w 7467663"/>
              <a:gd name="connsiteY864" fmla="*/ 2039972 h 6858000"/>
              <a:gd name="connsiteX865" fmla="*/ 5657554 w 7467663"/>
              <a:gd name="connsiteY865" fmla="*/ 1576445 h 6858000"/>
              <a:gd name="connsiteX866" fmla="*/ 5150475 w 7467663"/>
              <a:gd name="connsiteY866" fmla="*/ 1274012 h 6858000"/>
              <a:gd name="connsiteX867" fmla="*/ 5349142 w 7467663"/>
              <a:gd name="connsiteY867" fmla="*/ 2204405 h 6858000"/>
              <a:gd name="connsiteX868" fmla="*/ 5262214 w 7467663"/>
              <a:gd name="connsiteY868" fmla="*/ 2233836 h 6858000"/>
              <a:gd name="connsiteX869" fmla="*/ 4981539 w 7467663"/>
              <a:gd name="connsiteY869" fmla="*/ 1542201 h 6858000"/>
              <a:gd name="connsiteX870" fmla="*/ 4958461 w 7467663"/>
              <a:gd name="connsiteY870" fmla="*/ 1136957 h 6858000"/>
              <a:gd name="connsiteX871" fmla="*/ 4655015 w 7467663"/>
              <a:gd name="connsiteY871" fmla="*/ 891426 h 6858000"/>
              <a:gd name="connsiteX872" fmla="*/ 4348002 w 7467663"/>
              <a:gd name="connsiteY872" fmla="*/ 2205895 h 6858000"/>
              <a:gd name="connsiteX873" fmla="*/ 4262250 w 7467663"/>
              <a:gd name="connsiteY873" fmla="*/ 2219972 h 6858000"/>
              <a:gd name="connsiteX874" fmla="*/ 4550611 w 7467663"/>
              <a:gd name="connsiteY874" fmla="*/ 817540 h 6858000"/>
              <a:gd name="connsiteX875" fmla="*/ 4564418 w 7467663"/>
              <a:gd name="connsiteY875" fmla="*/ 808293 h 6858000"/>
              <a:gd name="connsiteX876" fmla="*/ 4266388 w 7467663"/>
              <a:gd name="connsiteY876" fmla="*/ 500083 h 6858000"/>
              <a:gd name="connsiteX877" fmla="*/ 4032842 w 7467663"/>
              <a:gd name="connsiteY877" fmla="*/ 211809 h 6858000"/>
              <a:gd name="connsiteX878" fmla="*/ 3882765 w 7467663"/>
              <a:gd name="connsiteY878" fmla="*/ 0 h 6858000"/>
              <a:gd name="connsiteX879" fmla="*/ 3721337 w 7467663"/>
              <a:gd name="connsiteY879" fmla="*/ 0 h 6858000"/>
              <a:gd name="connsiteX880" fmla="*/ 3797544 w 7467663"/>
              <a:gd name="connsiteY880" fmla="*/ 0 h 6858000"/>
              <a:gd name="connsiteX881" fmla="*/ 3775734 w 7467663"/>
              <a:gd name="connsiteY881" fmla="*/ 95131 h 6858000"/>
              <a:gd name="connsiteX882" fmla="*/ 3724807 w 7467663"/>
              <a:gd name="connsiteY882" fmla="*/ 272257 h 6858000"/>
              <a:gd name="connsiteX883" fmla="*/ 3726844 w 7467663"/>
              <a:gd name="connsiteY883" fmla="*/ 282988 h 6858000"/>
              <a:gd name="connsiteX884" fmla="*/ 3742664 w 7467663"/>
              <a:gd name="connsiteY884" fmla="*/ 279918 h 6858000"/>
              <a:gd name="connsiteX885" fmla="*/ 4103910 w 7467663"/>
              <a:gd name="connsiteY885" fmla="*/ 1161917 h 6858000"/>
              <a:gd name="connsiteX886" fmla="*/ 4020269 w 7467663"/>
              <a:gd name="connsiteY886" fmla="*/ 1200406 h 6858000"/>
              <a:gd name="connsiteX887" fmla="*/ 3674882 w 7467663"/>
              <a:gd name="connsiteY887" fmla="*/ 488524 h 6858000"/>
              <a:gd name="connsiteX888" fmla="*/ 3132682 w 7467663"/>
              <a:gd name="connsiteY888" fmla="*/ 1072284 h 6858000"/>
              <a:gd name="connsiteX889" fmla="*/ 2716346 w 7467663"/>
              <a:gd name="connsiteY889" fmla="*/ 1276376 h 6858000"/>
              <a:gd name="connsiteX890" fmla="*/ 2716772 w 7467663"/>
              <a:gd name="connsiteY890" fmla="*/ 1255462 h 6858000"/>
              <a:gd name="connsiteX891" fmla="*/ 3471096 w 7467663"/>
              <a:gd name="connsiteY891" fmla="*/ 437072 h 6858000"/>
              <a:gd name="connsiteX892" fmla="*/ 3639057 w 7467663"/>
              <a:gd name="connsiteY892" fmla="*/ 286334 h 6858000"/>
              <a:gd name="connsiteX893" fmla="*/ 3640309 w 7467663"/>
              <a:gd name="connsiteY893" fmla="*/ 284664 h 6858000"/>
              <a:gd name="connsiteX894" fmla="*/ 3646022 w 7467663"/>
              <a:gd name="connsiteY894" fmla="*/ 276711 h 6858000"/>
              <a:gd name="connsiteX895" fmla="*/ 3707943 w 7467663"/>
              <a:gd name="connsiteY895" fmla="*/ 65958 h 6858000"/>
              <a:gd name="connsiteX896" fmla="*/ 3721337 w 7467663"/>
              <a:gd name="connsiteY896" fmla="*/ 0 h 6858000"/>
              <a:gd name="connsiteX897" fmla="*/ 2867960 w 7467663"/>
              <a:gd name="connsiteY897" fmla="*/ 0 h 6858000"/>
              <a:gd name="connsiteX898" fmla="*/ 2926351 w 7467663"/>
              <a:gd name="connsiteY898" fmla="*/ 0 h 6858000"/>
              <a:gd name="connsiteX899" fmla="*/ 2902823 w 7467663"/>
              <a:gd name="connsiteY899" fmla="*/ 262929 h 6858000"/>
              <a:gd name="connsiteX900" fmla="*/ 2940663 w 7467663"/>
              <a:gd name="connsiteY900" fmla="*/ 140884 h 6858000"/>
              <a:gd name="connsiteX901" fmla="*/ 2947039 w 7467663"/>
              <a:gd name="connsiteY901" fmla="*/ 122524 h 6858000"/>
              <a:gd name="connsiteX902" fmla="*/ 2984316 w 7467663"/>
              <a:gd name="connsiteY902" fmla="*/ 0 h 6858000"/>
              <a:gd name="connsiteX903" fmla="*/ 3016114 w 7467663"/>
              <a:gd name="connsiteY903" fmla="*/ 0 h 6858000"/>
              <a:gd name="connsiteX904" fmla="*/ 2979949 w 7467663"/>
              <a:gd name="connsiteY904" fmla="*/ 119274 h 6858000"/>
              <a:gd name="connsiteX905" fmla="*/ 3023879 w 7467663"/>
              <a:gd name="connsiteY905" fmla="*/ 0 h 6858000"/>
              <a:gd name="connsiteX906" fmla="*/ 3105400 w 7467663"/>
              <a:gd name="connsiteY906" fmla="*/ 0 h 6858000"/>
              <a:gd name="connsiteX907" fmla="*/ 3094669 w 7467663"/>
              <a:gd name="connsiteY907" fmla="*/ 30308 h 6858000"/>
              <a:gd name="connsiteX908" fmla="*/ 2901945 w 7467663"/>
              <a:gd name="connsiteY908" fmla="*/ 466538 h 6858000"/>
              <a:gd name="connsiteX909" fmla="*/ 2815209 w 7467663"/>
              <a:gd name="connsiteY909" fmla="*/ 497361 h 6858000"/>
              <a:gd name="connsiteX910" fmla="*/ 2844845 w 7467663"/>
              <a:gd name="connsiteY910" fmla="*/ 127638 h 6858000"/>
              <a:gd name="connsiteX911" fmla="*/ 2867960 w 7467663"/>
              <a:gd name="connsiteY911" fmla="*/ 0 h 6858000"/>
              <a:gd name="connsiteX912" fmla="*/ 1057230 w 7467663"/>
              <a:gd name="connsiteY912" fmla="*/ 0 h 6858000"/>
              <a:gd name="connsiteX913" fmla="*/ 1111003 w 7467663"/>
              <a:gd name="connsiteY913" fmla="*/ 0 h 6858000"/>
              <a:gd name="connsiteX914" fmla="*/ 1125553 w 7467663"/>
              <a:gd name="connsiteY914" fmla="*/ 52588 h 6858000"/>
              <a:gd name="connsiteX915" fmla="*/ 1304276 w 7467663"/>
              <a:gd name="connsiteY915" fmla="*/ 476275 h 6858000"/>
              <a:gd name="connsiteX916" fmla="*/ 1492066 w 7467663"/>
              <a:gd name="connsiteY916" fmla="*/ 886333 h 6858000"/>
              <a:gd name="connsiteX917" fmla="*/ 1423698 w 7467663"/>
              <a:gd name="connsiteY917" fmla="*/ 710817 h 6858000"/>
              <a:gd name="connsiteX918" fmla="*/ 1357609 w 7467663"/>
              <a:gd name="connsiteY918" fmla="*/ 532892 h 6858000"/>
              <a:gd name="connsiteX919" fmla="*/ 1309550 w 7467663"/>
              <a:gd name="connsiteY919" fmla="*/ 374031 h 6858000"/>
              <a:gd name="connsiteX920" fmla="*/ 1193673 w 7467663"/>
              <a:gd name="connsiteY920" fmla="*/ 49533 h 6858000"/>
              <a:gd name="connsiteX921" fmla="*/ 1164391 w 7467663"/>
              <a:gd name="connsiteY921" fmla="*/ 0 h 6858000"/>
              <a:gd name="connsiteX922" fmla="*/ 1200666 w 7467663"/>
              <a:gd name="connsiteY922" fmla="*/ 0 h 6858000"/>
              <a:gd name="connsiteX923" fmla="*/ 1223408 w 7467663"/>
              <a:gd name="connsiteY923" fmla="*/ 38996 h 6858000"/>
              <a:gd name="connsiteX924" fmla="*/ 1339635 w 7467663"/>
              <a:gd name="connsiteY924" fmla="*/ 365517 h 6858000"/>
              <a:gd name="connsiteX925" fmla="*/ 1387469 w 7467663"/>
              <a:gd name="connsiteY925" fmla="*/ 523079 h 6858000"/>
              <a:gd name="connsiteX926" fmla="*/ 1452685 w 7467663"/>
              <a:gd name="connsiteY926" fmla="*/ 699806 h 6858000"/>
              <a:gd name="connsiteX927" fmla="*/ 1492092 w 7467663"/>
              <a:gd name="connsiteY927" fmla="*/ 800424 h 6858000"/>
              <a:gd name="connsiteX928" fmla="*/ 1455302 w 7467663"/>
              <a:gd name="connsiteY928" fmla="*/ 632913 h 6858000"/>
              <a:gd name="connsiteX929" fmla="*/ 1222336 w 7467663"/>
              <a:gd name="connsiteY929" fmla="*/ 9480 h 6858000"/>
              <a:gd name="connsiteX930" fmla="*/ 1214634 w 7467663"/>
              <a:gd name="connsiteY930" fmla="*/ 0 h 6858000"/>
              <a:gd name="connsiteX931" fmla="*/ 1289827 w 7467663"/>
              <a:gd name="connsiteY931" fmla="*/ 0 h 6858000"/>
              <a:gd name="connsiteX932" fmla="*/ 1321076 w 7467663"/>
              <a:gd name="connsiteY932" fmla="*/ 59722 h 6858000"/>
              <a:gd name="connsiteX933" fmla="*/ 1512579 w 7467663"/>
              <a:gd name="connsiteY933" fmla="*/ 626441 h 6858000"/>
              <a:gd name="connsiteX934" fmla="*/ 1506076 w 7467663"/>
              <a:gd name="connsiteY934" fmla="*/ 1089289 h 6858000"/>
              <a:gd name="connsiteX935" fmla="*/ 1486346 w 7467663"/>
              <a:gd name="connsiteY935" fmla="*/ 1079919 h 6858000"/>
              <a:gd name="connsiteX936" fmla="*/ 1070511 w 7467663"/>
              <a:gd name="connsiteY936" fmla="*/ 48609 h 6858000"/>
              <a:gd name="connsiteX937" fmla="*/ 1057230 w 7467663"/>
              <a:gd name="connsiteY937" fmla="*/ 0 h 6858000"/>
              <a:gd name="connsiteX938" fmla="*/ 43151 w 7467663"/>
              <a:gd name="connsiteY938" fmla="*/ 0 h 6858000"/>
              <a:gd name="connsiteX939" fmla="*/ 95283 w 7467663"/>
              <a:gd name="connsiteY939" fmla="*/ 0 h 6858000"/>
              <a:gd name="connsiteX940" fmla="*/ 300708 w 7467663"/>
              <a:gd name="connsiteY940" fmla="*/ 154571 h 6858000"/>
              <a:gd name="connsiteX941" fmla="*/ 530414 w 7467663"/>
              <a:gd name="connsiteY941" fmla="*/ 354673 h 6858000"/>
              <a:gd name="connsiteX942" fmla="*/ 333785 w 7467663"/>
              <a:gd name="connsiteY942" fmla="*/ 161564 h 6858000"/>
              <a:gd name="connsiteX943" fmla="*/ 147005 w 7467663"/>
              <a:gd name="connsiteY943" fmla="*/ 0 h 6858000"/>
              <a:gd name="connsiteX944" fmla="*/ 272509 w 7467663"/>
              <a:gd name="connsiteY944" fmla="*/ 0 h 6858000"/>
              <a:gd name="connsiteX945" fmla="*/ 326276 w 7467663"/>
              <a:gd name="connsiteY945" fmla="*/ 45847 h 6858000"/>
              <a:gd name="connsiteX946" fmla="*/ 823759 w 7467663"/>
              <a:gd name="connsiteY946" fmla="*/ 574145 h 6858000"/>
              <a:gd name="connsiteX947" fmla="*/ 811254 w 7467663"/>
              <a:gd name="connsiteY947" fmla="*/ 665546 h 6858000"/>
              <a:gd name="connsiteX948" fmla="*/ 154042 w 7467663"/>
              <a:gd name="connsiteY948" fmla="*/ 261522 h 6858000"/>
              <a:gd name="connsiteX949" fmla="*/ 13550 w 7467663"/>
              <a:gd name="connsiteY949" fmla="*/ 158423 h 6858000"/>
              <a:gd name="connsiteX950" fmla="*/ 0 w 7467663"/>
              <a:gd name="connsiteY950" fmla="*/ 146618 h 6858000"/>
              <a:gd name="connsiteX951" fmla="*/ 0 w 7467663"/>
              <a:gd name="connsiteY951" fmla="*/ 59161 h 6858000"/>
              <a:gd name="connsiteX952" fmla="*/ 45427 w 7467663"/>
              <a:gd name="connsiteY952" fmla="*/ 101078 h 6858000"/>
              <a:gd name="connsiteX953" fmla="*/ 630103 w 7467663"/>
              <a:gd name="connsiteY953" fmla="*/ 485885 h 6858000"/>
              <a:gd name="connsiteX954" fmla="*/ 532040 w 7467663"/>
              <a:gd name="connsiteY954" fmla="*/ 399359 h 6858000"/>
              <a:gd name="connsiteX955" fmla="*/ 517618 w 7467663"/>
              <a:gd name="connsiteY955" fmla="*/ 385726 h 6858000"/>
              <a:gd name="connsiteX956" fmla="*/ 285074 w 7467663"/>
              <a:gd name="connsiteY956" fmla="*/ 182755 h 6858000"/>
              <a:gd name="connsiteX957" fmla="*/ 43151 w 7467663"/>
              <a:gd name="connsiteY957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67600 w 7467663"/>
              <a:gd name="connsiteY76" fmla="*/ 6334256 h 6858000"/>
              <a:gd name="connsiteX77" fmla="*/ 7454976 w 7467663"/>
              <a:gd name="connsiteY77" fmla="*/ 6318297 h 6858000"/>
              <a:gd name="connsiteX78" fmla="*/ 1456157 w 7467663"/>
              <a:gd name="connsiteY78" fmla="*/ 5371404 h 6858000"/>
              <a:gd name="connsiteX79" fmla="*/ 1244432 w 7467663"/>
              <a:gd name="connsiteY79" fmla="*/ 5385601 h 6858000"/>
              <a:gd name="connsiteX80" fmla="*/ 973990 w 7467663"/>
              <a:gd name="connsiteY80" fmla="*/ 5424940 h 6858000"/>
              <a:gd name="connsiteX81" fmla="*/ 1103809 w 7467663"/>
              <a:gd name="connsiteY81" fmla="*/ 5433720 h 6858000"/>
              <a:gd name="connsiteX82" fmla="*/ 1123454 w 7467663"/>
              <a:gd name="connsiteY82" fmla="*/ 5435727 h 6858000"/>
              <a:gd name="connsiteX83" fmla="*/ 1737017 w 7467663"/>
              <a:gd name="connsiteY83" fmla="*/ 5452183 h 6858000"/>
              <a:gd name="connsiteX84" fmla="*/ 1824397 w 7467663"/>
              <a:gd name="connsiteY84" fmla="*/ 5447757 h 6858000"/>
              <a:gd name="connsiteX85" fmla="*/ 2070059 w 7467663"/>
              <a:gd name="connsiteY85" fmla="*/ 5441660 h 6858000"/>
              <a:gd name="connsiteX86" fmla="*/ 1456157 w 7467663"/>
              <a:gd name="connsiteY86" fmla="*/ 5371404 h 6858000"/>
              <a:gd name="connsiteX87" fmla="*/ 4988186 w 7467663"/>
              <a:gd name="connsiteY87" fmla="*/ 5216467 h 6858000"/>
              <a:gd name="connsiteX88" fmla="*/ 4777334 w 7467663"/>
              <a:gd name="connsiteY88" fmla="*/ 5406072 h 6858000"/>
              <a:gd name="connsiteX89" fmla="*/ 4718341 w 7467663"/>
              <a:gd name="connsiteY89" fmla="*/ 5468043 h 6858000"/>
              <a:gd name="connsiteX90" fmla="*/ 4604655 w 7467663"/>
              <a:gd name="connsiteY90" fmla="*/ 5583434 h 6858000"/>
              <a:gd name="connsiteX91" fmla="*/ 4565074 w 7467663"/>
              <a:gd name="connsiteY91" fmla="*/ 5618550 h 6858000"/>
              <a:gd name="connsiteX92" fmla="*/ 4988186 w 7467663"/>
              <a:gd name="connsiteY92" fmla="*/ 5216467 h 6858000"/>
              <a:gd name="connsiteX93" fmla="*/ 4978032 w 7467663"/>
              <a:gd name="connsiteY93" fmla="*/ 5183809 h 6858000"/>
              <a:gd name="connsiteX94" fmla="*/ 4463413 w 7467663"/>
              <a:gd name="connsiteY94" fmla="*/ 5615162 h 6858000"/>
              <a:gd name="connsiteX95" fmla="*/ 4358134 w 7467663"/>
              <a:gd name="connsiteY95" fmla="*/ 5742791 h 6858000"/>
              <a:gd name="connsiteX96" fmla="*/ 4376219 w 7467663"/>
              <a:gd name="connsiteY96" fmla="*/ 5729027 h 6858000"/>
              <a:gd name="connsiteX97" fmla="*/ 4582340 w 7467663"/>
              <a:gd name="connsiteY97" fmla="*/ 5561037 h 6858000"/>
              <a:gd name="connsiteX98" fmla="*/ 4694684 w 7467663"/>
              <a:gd name="connsiteY98" fmla="*/ 5447098 h 6858000"/>
              <a:gd name="connsiteX99" fmla="*/ 4754123 w 7467663"/>
              <a:gd name="connsiteY99" fmla="*/ 5384643 h 6858000"/>
              <a:gd name="connsiteX100" fmla="*/ 4978032 w 7467663"/>
              <a:gd name="connsiteY100" fmla="*/ 5183809 h 6858000"/>
              <a:gd name="connsiteX101" fmla="*/ 1903353 w 7467663"/>
              <a:gd name="connsiteY101" fmla="*/ 5044827 h 6858000"/>
              <a:gd name="connsiteX102" fmla="*/ 1936931 w 7467663"/>
              <a:gd name="connsiteY102" fmla="*/ 5093954 h 6858000"/>
              <a:gd name="connsiteX103" fmla="*/ 2195868 w 7467663"/>
              <a:gd name="connsiteY103" fmla="*/ 5396574 h 6858000"/>
              <a:gd name="connsiteX104" fmla="*/ 2088852 w 7467663"/>
              <a:gd name="connsiteY104" fmla="*/ 5166123 h 6858000"/>
              <a:gd name="connsiteX105" fmla="*/ 1958241 w 7467663"/>
              <a:gd name="connsiteY105" fmla="*/ 5067955 h 6858000"/>
              <a:gd name="connsiteX106" fmla="*/ 1903353 w 7467663"/>
              <a:gd name="connsiteY106" fmla="*/ 5044827 h 6858000"/>
              <a:gd name="connsiteX107" fmla="*/ 1979378 w 7467663"/>
              <a:gd name="connsiteY107" fmla="*/ 4769504 h 6858000"/>
              <a:gd name="connsiteX108" fmla="*/ 2882120 w 7467663"/>
              <a:gd name="connsiteY108" fmla="*/ 5064547 h 6858000"/>
              <a:gd name="connsiteX109" fmla="*/ 2793103 w 7467663"/>
              <a:gd name="connsiteY109" fmla="*/ 5039699 h 6858000"/>
              <a:gd name="connsiteX110" fmla="*/ 2770041 w 7467663"/>
              <a:gd name="connsiteY110" fmla="*/ 5033634 h 6858000"/>
              <a:gd name="connsiteX111" fmla="*/ 1979378 w 7467663"/>
              <a:gd name="connsiteY111" fmla="*/ 4769504 h 6858000"/>
              <a:gd name="connsiteX112" fmla="*/ 1927410 w 7467663"/>
              <a:gd name="connsiteY112" fmla="*/ 4716164 h 6858000"/>
              <a:gd name="connsiteX113" fmla="*/ 1959587 w 7467663"/>
              <a:gd name="connsiteY113" fmla="*/ 4728849 h 6858000"/>
              <a:gd name="connsiteX114" fmla="*/ 2777707 w 7467663"/>
              <a:gd name="connsiteY114" fmla="*/ 5003991 h 6858000"/>
              <a:gd name="connsiteX115" fmla="*/ 2800768 w 7467663"/>
              <a:gd name="connsiteY115" fmla="*/ 5010056 h 6858000"/>
              <a:gd name="connsiteX116" fmla="*/ 2879408 w 7467663"/>
              <a:gd name="connsiteY116" fmla="*/ 5031590 h 6858000"/>
              <a:gd name="connsiteX117" fmla="*/ 2862295 w 7467663"/>
              <a:gd name="connsiteY117" fmla="*/ 5022958 h 6858000"/>
              <a:gd name="connsiteX118" fmla="*/ 2813343 w 7467663"/>
              <a:gd name="connsiteY118" fmla="*/ 4998369 h 6858000"/>
              <a:gd name="connsiteX119" fmla="*/ 2646245 w 7467663"/>
              <a:gd name="connsiteY119" fmla="*/ 4930999 h 6858000"/>
              <a:gd name="connsiteX120" fmla="*/ 1999243 w 7467663"/>
              <a:gd name="connsiteY120" fmla="*/ 4730524 h 6858000"/>
              <a:gd name="connsiteX121" fmla="*/ 1979527 w 7467663"/>
              <a:gd name="connsiteY121" fmla="*/ 4726651 h 6858000"/>
              <a:gd name="connsiteX122" fmla="*/ 1927410 w 7467663"/>
              <a:gd name="connsiteY122" fmla="*/ 4716164 h 6858000"/>
              <a:gd name="connsiteX123" fmla="*/ 1997014 w 7467663"/>
              <a:gd name="connsiteY123" fmla="*/ 4698007 h 6858000"/>
              <a:gd name="connsiteX124" fmla="*/ 2005458 w 7467663"/>
              <a:gd name="connsiteY124" fmla="*/ 4699540 h 6858000"/>
              <a:gd name="connsiteX125" fmla="*/ 2657186 w 7467663"/>
              <a:gd name="connsiteY125" fmla="*/ 4901687 h 6858000"/>
              <a:gd name="connsiteX126" fmla="*/ 2826662 w 7467663"/>
              <a:gd name="connsiteY126" fmla="*/ 4970362 h 6858000"/>
              <a:gd name="connsiteX127" fmla="*/ 2876100 w 7467663"/>
              <a:gd name="connsiteY127" fmla="*/ 4995397 h 6858000"/>
              <a:gd name="connsiteX128" fmla="*/ 3042600 w 7467663"/>
              <a:gd name="connsiteY128" fmla="*/ 5059532 h 6858000"/>
              <a:gd name="connsiteX129" fmla="*/ 1997014 w 7467663"/>
              <a:gd name="connsiteY129" fmla="*/ 4698007 h 6858000"/>
              <a:gd name="connsiteX130" fmla="*/ 2305292 w 7467663"/>
              <a:gd name="connsiteY130" fmla="*/ 4219492 h 6858000"/>
              <a:gd name="connsiteX131" fmla="*/ 3360922 w 7467663"/>
              <a:gd name="connsiteY131" fmla="*/ 4529373 h 6858000"/>
              <a:gd name="connsiteX132" fmla="*/ 3492420 w 7467663"/>
              <a:gd name="connsiteY132" fmla="*/ 4510145 h 6858000"/>
              <a:gd name="connsiteX133" fmla="*/ 3364086 w 7467663"/>
              <a:gd name="connsiteY133" fmla="*/ 4480340 h 6858000"/>
              <a:gd name="connsiteX134" fmla="*/ 3225818 w 7467663"/>
              <a:gd name="connsiteY134" fmla="*/ 4411822 h 6858000"/>
              <a:gd name="connsiteX135" fmla="*/ 3129696 w 7467663"/>
              <a:gd name="connsiteY135" fmla="*/ 4360704 h 6858000"/>
              <a:gd name="connsiteX136" fmla="*/ 2814545 w 7467663"/>
              <a:gd name="connsiteY136" fmla="*/ 4282955 h 6858000"/>
              <a:gd name="connsiteX137" fmla="*/ 2305292 w 7467663"/>
              <a:gd name="connsiteY137" fmla="*/ 4219492 h 6858000"/>
              <a:gd name="connsiteX138" fmla="*/ 2626982 w 7467663"/>
              <a:gd name="connsiteY138" fmla="*/ 4206450 h 6858000"/>
              <a:gd name="connsiteX139" fmla="*/ 2490617 w 7467663"/>
              <a:gd name="connsiteY139" fmla="*/ 4206951 h 6858000"/>
              <a:gd name="connsiteX140" fmla="*/ 2819869 w 7467663"/>
              <a:gd name="connsiteY140" fmla="*/ 4252936 h 6858000"/>
              <a:gd name="connsiteX141" fmla="*/ 3143018 w 7467663"/>
              <a:gd name="connsiteY141" fmla="*/ 4332698 h 6858000"/>
              <a:gd name="connsiteX142" fmla="*/ 3241520 w 7467663"/>
              <a:gd name="connsiteY142" fmla="*/ 4385112 h 6858000"/>
              <a:gd name="connsiteX143" fmla="*/ 3374575 w 7467663"/>
              <a:gd name="connsiteY143" fmla="*/ 4451517 h 6858000"/>
              <a:gd name="connsiteX144" fmla="*/ 3505221 w 7467663"/>
              <a:gd name="connsiteY144" fmla="*/ 4480757 h 6858000"/>
              <a:gd name="connsiteX145" fmla="*/ 2626982 w 7467663"/>
              <a:gd name="connsiteY145" fmla="*/ 4206450 h 6858000"/>
              <a:gd name="connsiteX146" fmla="*/ 1310106 w 7467663"/>
              <a:gd name="connsiteY146" fmla="*/ 3943217 h 6858000"/>
              <a:gd name="connsiteX147" fmla="*/ 854994 w 7467663"/>
              <a:gd name="connsiteY147" fmla="*/ 4399136 h 6858000"/>
              <a:gd name="connsiteX148" fmla="*/ 742462 w 7467663"/>
              <a:gd name="connsiteY148" fmla="*/ 4594648 h 6858000"/>
              <a:gd name="connsiteX149" fmla="*/ 820602 w 7467663"/>
              <a:gd name="connsiteY149" fmla="*/ 4485915 h 6858000"/>
              <a:gd name="connsiteX150" fmla="*/ 878295 w 7467663"/>
              <a:gd name="connsiteY150" fmla="*/ 4403594 h 6858000"/>
              <a:gd name="connsiteX151" fmla="*/ 1240607 w 7467663"/>
              <a:gd name="connsiteY151" fmla="*/ 4010401 h 6858000"/>
              <a:gd name="connsiteX152" fmla="*/ 1310106 w 7467663"/>
              <a:gd name="connsiteY152" fmla="*/ 3943217 h 6858000"/>
              <a:gd name="connsiteX153" fmla="*/ 1423113 w 7467663"/>
              <a:gd name="connsiteY153" fmla="*/ 3874565 h 6858000"/>
              <a:gd name="connsiteX154" fmla="*/ 1260565 w 7467663"/>
              <a:gd name="connsiteY154" fmla="*/ 4031982 h 6858000"/>
              <a:gd name="connsiteX155" fmla="*/ 901900 w 7467663"/>
              <a:gd name="connsiteY155" fmla="*/ 4421236 h 6858000"/>
              <a:gd name="connsiteX156" fmla="*/ 845044 w 7467663"/>
              <a:gd name="connsiteY156" fmla="*/ 4502436 h 6858000"/>
              <a:gd name="connsiteX157" fmla="*/ 685926 w 7467663"/>
              <a:gd name="connsiteY157" fmla="*/ 4703069 h 6858000"/>
              <a:gd name="connsiteX158" fmla="*/ 684248 w 7467663"/>
              <a:gd name="connsiteY158" fmla="*/ 4706721 h 6858000"/>
              <a:gd name="connsiteX159" fmla="*/ 1423113 w 7467663"/>
              <a:gd name="connsiteY159" fmla="*/ 3874565 h 6858000"/>
              <a:gd name="connsiteX160" fmla="*/ 3316479 w 7467663"/>
              <a:gd name="connsiteY160" fmla="*/ 3872136 h 6858000"/>
              <a:gd name="connsiteX161" fmla="*/ 3546806 w 7467663"/>
              <a:gd name="connsiteY161" fmla="*/ 4356139 h 6858000"/>
              <a:gd name="connsiteX162" fmla="*/ 3364433 w 7467663"/>
              <a:gd name="connsiteY162" fmla="*/ 3953121 h 6858000"/>
              <a:gd name="connsiteX163" fmla="*/ 3316479 w 7467663"/>
              <a:gd name="connsiteY163" fmla="*/ 3872136 h 6858000"/>
              <a:gd name="connsiteX164" fmla="*/ 3291335 w 7467663"/>
              <a:gd name="connsiteY164" fmla="*/ 3767420 h 6858000"/>
              <a:gd name="connsiteX165" fmla="*/ 3390805 w 7467663"/>
              <a:gd name="connsiteY165" fmla="*/ 3937163 h 6858000"/>
              <a:gd name="connsiteX166" fmla="*/ 3579062 w 7467663"/>
              <a:gd name="connsiteY166" fmla="*/ 4359040 h 6858000"/>
              <a:gd name="connsiteX167" fmla="*/ 3467355 w 7467663"/>
              <a:gd name="connsiteY167" fmla="*/ 3988130 h 6858000"/>
              <a:gd name="connsiteX168" fmla="*/ 3310753 w 7467663"/>
              <a:gd name="connsiteY168" fmla="*/ 3787140 h 6858000"/>
              <a:gd name="connsiteX169" fmla="*/ 3291335 w 7467663"/>
              <a:gd name="connsiteY169" fmla="*/ 3767420 h 6858000"/>
              <a:gd name="connsiteX170" fmla="*/ 1635889 w 7467663"/>
              <a:gd name="connsiteY170" fmla="*/ 3709494 h 6858000"/>
              <a:gd name="connsiteX171" fmla="*/ 1634800 w 7467663"/>
              <a:gd name="connsiteY171" fmla="*/ 3731111 h 6858000"/>
              <a:gd name="connsiteX172" fmla="*/ 1635889 w 7467663"/>
              <a:gd name="connsiteY172" fmla="*/ 3709494 h 6858000"/>
              <a:gd name="connsiteX173" fmla="*/ 1510397 w 7467663"/>
              <a:gd name="connsiteY173" fmla="*/ 3684705 h 6858000"/>
              <a:gd name="connsiteX174" fmla="*/ 1146550 w 7467663"/>
              <a:gd name="connsiteY174" fmla="*/ 3802012 h 6858000"/>
              <a:gd name="connsiteX175" fmla="*/ 698834 w 7467663"/>
              <a:gd name="connsiteY175" fmla="*/ 3952272 h 6858000"/>
              <a:gd name="connsiteX176" fmla="*/ 34256 w 7467663"/>
              <a:gd name="connsiteY176" fmla="*/ 4347603 h 6858000"/>
              <a:gd name="connsiteX177" fmla="*/ 527241 w 7467663"/>
              <a:gd name="connsiteY177" fmla="*/ 4065078 h 6858000"/>
              <a:gd name="connsiteX178" fmla="*/ 1510397 w 7467663"/>
              <a:gd name="connsiteY178" fmla="*/ 3684705 h 6858000"/>
              <a:gd name="connsiteX179" fmla="*/ 1313114 w 7467663"/>
              <a:gd name="connsiteY179" fmla="*/ 3655216 h 6858000"/>
              <a:gd name="connsiteX180" fmla="*/ 1109304 w 7467663"/>
              <a:gd name="connsiteY180" fmla="*/ 3669030 h 6858000"/>
              <a:gd name="connsiteX181" fmla="*/ 8129 w 7467663"/>
              <a:gd name="connsiteY181" fmla="*/ 4330519 h 6858000"/>
              <a:gd name="connsiteX182" fmla="*/ 687572 w 7467663"/>
              <a:gd name="connsiteY182" fmla="*/ 3925629 h 6858000"/>
              <a:gd name="connsiteX183" fmla="*/ 1138365 w 7467663"/>
              <a:gd name="connsiteY183" fmla="*/ 3774515 h 6858000"/>
              <a:gd name="connsiteX184" fmla="*/ 1505579 w 7467663"/>
              <a:gd name="connsiteY184" fmla="*/ 3655526 h 6858000"/>
              <a:gd name="connsiteX185" fmla="*/ 1313114 w 7467663"/>
              <a:gd name="connsiteY185" fmla="*/ 3655216 h 6858000"/>
              <a:gd name="connsiteX186" fmla="*/ 3655073 w 7467663"/>
              <a:gd name="connsiteY186" fmla="*/ 3650884 h 6858000"/>
              <a:gd name="connsiteX187" fmla="*/ 3989938 w 7467663"/>
              <a:gd name="connsiteY187" fmla="*/ 3991685 h 6858000"/>
              <a:gd name="connsiteX188" fmla="*/ 4393907 w 7467663"/>
              <a:gd name="connsiteY188" fmla="*/ 4261258 h 6858000"/>
              <a:gd name="connsiteX189" fmla="*/ 4648051 w 7467663"/>
              <a:gd name="connsiteY189" fmla="*/ 4374051 h 6858000"/>
              <a:gd name="connsiteX190" fmla="*/ 4383389 w 7467663"/>
              <a:gd name="connsiteY190" fmla="*/ 4184369 h 6858000"/>
              <a:gd name="connsiteX191" fmla="*/ 4165508 w 7467663"/>
              <a:gd name="connsiteY191" fmla="*/ 4035196 h 6858000"/>
              <a:gd name="connsiteX192" fmla="*/ 4068162 w 7467663"/>
              <a:gd name="connsiteY192" fmla="*/ 3953394 h 6858000"/>
              <a:gd name="connsiteX193" fmla="*/ 3981416 w 7467663"/>
              <a:gd name="connsiteY193" fmla="*/ 3880482 h 6858000"/>
              <a:gd name="connsiteX194" fmla="*/ 3800147 w 7467663"/>
              <a:gd name="connsiteY194" fmla="*/ 3749872 h 6858000"/>
              <a:gd name="connsiteX195" fmla="*/ 3655073 w 7467663"/>
              <a:gd name="connsiteY195" fmla="*/ 3650884 h 6858000"/>
              <a:gd name="connsiteX196" fmla="*/ 3670252 w 7467663"/>
              <a:gd name="connsiteY196" fmla="*/ 3622798 h 6858000"/>
              <a:gd name="connsiteX197" fmla="*/ 3817258 w 7467663"/>
              <a:gd name="connsiteY197" fmla="*/ 3723577 h 6858000"/>
              <a:gd name="connsiteX198" fmla="*/ 4000461 w 7467663"/>
              <a:gd name="connsiteY198" fmla="*/ 3855966 h 6858000"/>
              <a:gd name="connsiteX199" fmla="*/ 4088180 w 7467663"/>
              <a:gd name="connsiteY199" fmla="*/ 3929774 h 6858000"/>
              <a:gd name="connsiteX200" fmla="*/ 4184555 w 7467663"/>
              <a:gd name="connsiteY200" fmla="*/ 4010683 h 6858000"/>
              <a:gd name="connsiteX201" fmla="*/ 4399563 w 7467663"/>
              <a:gd name="connsiteY201" fmla="*/ 4158106 h 6858000"/>
              <a:gd name="connsiteX202" fmla="*/ 4684469 w 7467663"/>
              <a:gd name="connsiteY202" fmla="*/ 4364680 h 6858000"/>
              <a:gd name="connsiteX203" fmla="*/ 4690271 w 7467663"/>
              <a:gd name="connsiteY203" fmla="*/ 4370034 h 6858000"/>
              <a:gd name="connsiteX204" fmla="*/ 4136093 w 7467663"/>
              <a:gd name="connsiteY204" fmla="*/ 3858466 h 6858000"/>
              <a:gd name="connsiteX205" fmla="*/ 3670252 w 7467663"/>
              <a:gd name="connsiteY205" fmla="*/ 3622798 h 6858000"/>
              <a:gd name="connsiteX206" fmla="*/ 4440129 w 7467663"/>
              <a:gd name="connsiteY206" fmla="*/ 3448571 h 6858000"/>
              <a:gd name="connsiteX207" fmla="*/ 4856525 w 7467663"/>
              <a:gd name="connsiteY207" fmla="*/ 3915351 h 6858000"/>
              <a:gd name="connsiteX208" fmla="*/ 5059055 w 7467663"/>
              <a:gd name="connsiteY208" fmla="*/ 4108918 h 6858000"/>
              <a:gd name="connsiteX209" fmla="*/ 5290070 w 7467663"/>
              <a:gd name="connsiteY209" fmla="*/ 4263619 h 6858000"/>
              <a:gd name="connsiteX210" fmla="*/ 4834991 w 7467663"/>
              <a:gd name="connsiteY210" fmla="*/ 3830985 h 6858000"/>
              <a:gd name="connsiteX211" fmla="*/ 4440129 w 7467663"/>
              <a:gd name="connsiteY211" fmla="*/ 3448571 h 6858000"/>
              <a:gd name="connsiteX212" fmla="*/ 4441737 w 7467663"/>
              <a:gd name="connsiteY212" fmla="*/ 3399734 h 6858000"/>
              <a:gd name="connsiteX213" fmla="*/ 4431236 w 7467663"/>
              <a:gd name="connsiteY213" fmla="*/ 3400954 h 6858000"/>
              <a:gd name="connsiteX214" fmla="*/ 4557150 w 7467663"/>
              <a:gd name="connsiteY214" fmla="*/ 3510023 h 6858000"/>
              <a:gd name="connsiteX215" fmla="*/ 4856936 w 7467663"/>
              <a:gd name="connsiteY215" fmla="*/ 3809146 h 6858000"/>
              <a:gd name="connsiteX216" fmla="*/ 5111996 w 7467663"/>
              <a:gd name="connsiteY216" fmla="*/ 4065759 h 6858000"/>
              <a:gd name="connsiteX217" fmla="*/ 5388878 w 7467663"/>
              <a:gd name="connsiteY217" fmla="*/ 4300185 h 6858000"/>
              <a:gd name="connsiteX218" fmla="*/ 5425556 w 7467663"/>
              <a:gd name="connsiteY218" fmla="*/ 4308967 h 6858000"/>
              <a:gd name="connsiteX219" fmla="*/ 4943646 w 7467663"/>
              <a:gd name="connsiteY219" fmla="*/ 3822916 h 6858000"/>
              <a:gd name="connsiteX220" fmla="*/ 4594837 w 7467663"/>
              <a:gd name="connsiteY220" fmla="*/ 3532274 h 6858000"/>
              <a:gd name="connsiteX221" fmla="*/ 4441737 w 7467663"/>
              <a:gd name="connsiteY221" fmla="*/ 3399734 h 6858000"/>
              <a:gd name="connsiteX222" fmla="*/ 5425834 w 7467663"/>
              <a:gd name="connsiteY222" fmla="*/ 3162785 h 6858000"/>
              <a:gd name="connsiteX223" fmla="*/ 5401644 w 7467663"/>
              <a:gd name="connsiteY223" fmla="*/ 3617847 h 6858000"/>
              <a:gd name="connsiteX224" fmla="*/ 5467256 w 7467663"/>
              <a:gd name="connsiteY224" fmla="*/ 4175494 h 6858000"/>
              <a:gd name="connsiteX225" fmla="*/ 5448069 w 7467663"/>
              <a:gd name="connsiteY225" fmla="*/ 3567554 h 6858000"/>
              <a:gd name="connsiteX226" fmla="*/ 5425834 w 7467663"/>
              <a:gd name="connsiteY226" fmla="*/ 3162785 h 6858000"/>
              <a:gd name="connsiteX227" fmla="*/ 1318687 w 7467663"/>
              <a:gd name="connsiteY227" fmla="*/ 3113840 h 6858000"/>
              <a:gd name="connsiteX228" fmla="*/ 1066793 w 7467663"/>
              <a:gd name="connsiteY228" fmla="*/ 3212171 h 6858000"/>
              <a:gd name="connsiteX229" fmla="*/ 993319 w 7467663"/>
              <a:gd name="connsiteY229" fmla="*/ 3247648 h 6858000"/>
              <a:gd name="connsiteX230" fmla="*/ 853081 w 7467663"/>
              <a:gd name="connsiteY230" fmla="*/ 3312410 h 6858000"/>
              <a:gd name="connsiteX231" fmla="*/ 805957 w 7467663"/>
              <a:gd name="connsiteY231" fmla="*/ 3330443 h 6858000"/>
              <a:gd name="connsiteX232" fmla="*/ 1318687 w 7467663"/>
              <a:gd name="connsiteY232" fmla="*/ 3113840 h 6858000"/>
              <a:gd name="connsiteX233" fmla="*/ 5453702 w 7467663"/>
              <a:gd name="connsiteY233" fmla="*/ 3090882 h 6858000"/>
              <a:gd name="connsiteX234" fmla="*/ 5480135 w 7467663"/>
              <a:gd name="connsiteY234" fmla="*/ 3565802 h 6858000"/>
              <a:gd name="connsiteX235" fmla="*/ 5499023 w 7467663"/>
              <a:gd name="connsiteY235" fmla="*/ 4166310 h 6858000"/>
              <a:gd name="connsiteX236" fmla="*/ 5547022 w 7467663"/>
              <a:gd name="connsiteY236" fmla="*/ 3607838 h 6858000"/>
              <a:gd name="connsiteX237" fmla="*/ 5515964 w 7467663"/>
              <a:gd name="connsiteY237" fmla="*/ 3378541 h 6858000"/>
              <a:gd name="connsiteX238" fmla="*/ 5453702 w 7467663"/>
              <a:gd name="connsiteY238" fmla="*/ 3090882 h 6858000"/>
              <a:gd name="connsiteX239" fmla="*/ 1238695 w 7467663"/>
              <a:gd name="connsiteY239" fmla="*/ 3076820 h 6858000"/>
              <a:gd name="connsiteX240" fmla="*/ 716371 w 7467663"/>
              <a:gd name="connsiteY240" fmla="*/ 3293249 h 6858000"/>
              <a:gd name="connsiteX241" fmla="*/ 579522 w 7467663"/>
              <a:gd name="connsiteY241" fmla="*/ 3371759 h 6858000"/>
              <a:gd name="connsiteX242" fmla="*/ 600288 w 7467663"/>
              <a:gd name="connsiteY242" fmla="*/ 3365555 h 6858000"/>
              <a:gd name="connsiteX243" fmla="*/ 840692 w 7467663"/>
              <a:gd name="connsiteY243" fmla="*/ 3284921 h 6858000"/>
              <a:gd name="connsiteX244" fmla="*/ 979248 w 7467663"/>
              <a:gd name="connsiteY244" fmla="*/ 3221003 h 6858000"/>
              <a:gd name="connsiteX245" fmla="*/ 1053282 w 7467663"/>
              <a:gd name="connsiteY245" fmla="*/ 3185247 h 6858000"/>
              <a:gd name="connsiteX246" fmla="*/ 1320603 w 7467663"/>
              <a:gd name="connsiteY246" fmla="*/ 3081281 h 6858000"/>
              <a:gd name="connsiteX247" fmla="*/ 1238695 w 7467663"/>
              <a:gd name="connsiteY247" fmla="*/ 3076820 h 6858000"/>
              <a:gd name="connsiteX248" fmla="*/ 5425627 w 7467663"/>
              <a:gd name="connsiteY248" fmla="*/ 2954192 h 6858000"/>
              <a:gd name="connsiteX249" fmla="*/ 5470770 w 7467663"/>
              <a:gd name="connsiteY249" fmla="*/ 3005435 h 6858000"/>
              <a:gd name="connsiteX250" fmla="*/ 5519779 w 7467663"/>
              <a:gd name="connsiteY250" fmla="*/ 4359223 h 6858000"/>
              <a:gd name="connsiteX251" fmla="*/ 5520293 w 7467663"/>
              <a:gd name="connsiteY251" fmla="*/ 4360602 h 6858000"/>
              <a:gd name="connsiteX252" fmla="*/ 5767221 w 7467663"/>
              <a:gd name="connsiteY252" fmla="*/ 4665564 h 6858000"/>
              <a:gd name="connsiteX253" fmla="*/ 6937169 w 7467663"/>
              <a:gd name="connsiteY253" fmla="*/ 4815941 h 6858000"/>
              <a:gd name="connsiteX254" fmla="*/ 6953922 w 7467663"/>
              <a:gd name="connsiteY254" fmla="*/ 4890068 h 6858000"/>
              <a:gd name="connsiteX255" fmla="*/ 6071359 w 7467663"/>
              <a:gd name="connsiteY255" fmla="*/ 4770770 h 6858000"/>
              <a:gd name="connsiteX256" fmla="*/ 6038839 w 7467663"/>
              <a:gd name="connsiteY256" fmla="*/ 4764474 h 6858000"/>
              <a:gd name="connsiteX257" fmla="*/ 6038706 w 7467663"/>
              <a:gd name="connsiteY257" fmla="*/ 4763847 h 6858000"/>
              <a:gd name="connsiteX258" fmla="*/ 6037784 w 7467663"/>
              <a:gd name="connsiteY258" fmla="*/ 4764270 h 6858000"/>
              <a:gd name="connsiteX259" fmla="*/ 6038839 w 7467663"/>
              <a:gd name="connsiteY259" fmla="*/ 4764474 h 6858000"/>
              <a:gd name="connsiteX260" fmla="*/ 6040338 w 7467663"/>
              <a:gd name="connsiteY260" fmla="*/ 4771418 h 6858000"/>
              <a:gd name="connsiteX261" fmla="*/ 6024488 w 7467663"/>
              <a:gd name="connsiteY261" fmla="*/ 4809903 h 6858000"/>
              <a:gd name="connsiteX262" fmla="*/ 5599771 w 7467663"/>
              <a:gd name="connsiteY262" fmla="*/ 5509652 h 6858000"/>
              <a:gd name="connsiteX263" fmla="*/ 5548843 w 7467663"/>
              <a:gd name="connsiteY263" fmla="*/ 5563845 h 6858000"/>
              <a:gd name="connsiteX264" fmla="*/ 5940952 w 7467663"/>
              <a:gd name="connsiteY264" fmla="*/ 6250028 h 6858000"/>
              <a:gd name="connsiteX265" fmla="*/ 6043441 w 7467663"/>
              <a:gd name="connsiteY265" fmla="*/ 6665847 h 6858000"/>
              <a:gd name="connsiteX266" fmla="*/ 6093432 w 7467663"/>
              <a:gd name="connsiteY266" fmla="*/ 6858000 h 6858000"/>
              <a:gd name="connsiteX267" fmla="*/ 6034344 w 7467663"/>
              <a:gd name="connsiteY267" fmla="*/ 6858000 h 6858000"/>
              <a:gd name="connsiteX268" fmla="*/ 6026679 w 7467663"/>
              <a:gd name="connsiteY268" fmla="*/ 6836959 h 6858000"/>
              <a:gd name="connsiteX269" fmla="*/ 5800441 w 7467663"/>
              <a:gd name="connsiteY269" fmla="*/ 6335286 h 6858000"/>
              <a:gd name="connsiteX270" fmla="*/ 5526562 w 7467663"/>
              <a:gd name="connsiteY270" fmla="*/ 5705388 h 6858000"/>
              <a:gd name="connsiteX271" fmla="*/ 5519640 w 7467663"/>
              <a:gd name="connsiteY271" fmla="*/ 5683774 h 6858000"/>
              <a:gd name="connsiteX272" fmla="*/ 5844559 w 7467663"/>
              <a:gd name="connsiteY272" fmla="*/ 6553349 h 6858000"/>
              <a:gd name="connsiteX273" fmla="*/ 5975994 w 7467663"/>
              <a:gd name="connsiteY273" fmla="*/ 6858000 h 6858000"/>
              <a:gd name="connsiteX274" fmla="*/ 5898547 w 7467663"/>
              <a:gd name="connsiteY274" fmla="*/ 6858000 h 6858000"/>
              <a:gd name="connsiteX275" fmla="*/ 5682041 w 7467663"/>
              <a:gd name="connsiteY275" fmla="*/ 6355860 h 6858000"/>
              <a:gd name="connsiteX276" fmla="*/ 5461758 w 7467663"/>
              <a:gd name="connsiteY276" fmla="*/ 5820220 h 6858000"/>
              <a:gd name="connsiteX277" fmla="*/ 5237282 w 7467663"/>
              <a:gd name="connsiteY277" fmla="*/ 6579086 h 6858000"/>
              <a:gd name="connsiteX278" fmla="*/ 5115009 w 7467663"/>
              <a:gd name="connsiteY278" fmla="*/ 6858000 h 6858000"/>
              <a:gd name="connsiteX279" fmla="*/ 5028074 w 7467663"/>
              <a:gd name="connsiteY279" fmla="*/ 6858000 h 6858000"/>
              <a:gd name="connsiteX280" fmla="*/ 5079508 w 7467663"/>
              <a:gd name="connsiteY280" fmla="*/ 6749074 h 6858000"/>
              <a:gd name="connsiteX281" fmla="*/ 5371846 w 7467663"/>
              <a:gd name="connsiteY281" fmla="*/ 5924413 h 6858000"/>
              <a:gd name="connsiteX282" fmla="*/ 5270512 w 7467663"/>
              <a:gd name="connsiteY282" fmla="*/ 6138975 h 6858000"/>
              <a:gd name="connsiteX283" fmla="*/ 5062409 w 7467663"/>
              <a:gd name="connsiteY283" fmla="*/ 6653544 h 6858000"/>
              <a:gd name="connsiteX284" fmla="*/ 5036628 w 7467663"/>
              <a:gd name="connsiteY284" fmla="*/ 6754247 h 6858000"/>
              <a:gd name="connsiteX285" fmla="*/ 5009112 w 7467663"/>
              <a:gd name="connsiteY285" fmla="*/ 6858000 h 6858000"/>
              <a:gd name="connsiteX286" fmla="*/ 4976679 w 7467663"/>
              <a:gd name="connsiteY286" fmla="*/ 6858000 h 6858000"/>
              <a:gd name="connsiteX287" fmla="*/ 5006537 w 7467663"/>
              <a:gd name="connsiteY287" fmla="*/ 6747068 h 6858000"/>
              <a:gd name="connsiteX288" fmla="*/ 5032723 w 7467663"/>
              <a:gd name="connsiteY288" fmla="*/ 6644957 h 6858000"/>
              <a:gd name="connsiteX289" fmla="*/ 5242949 w 7467663"/>
              <a:gd name="connsiteY289" fmla="*/ 6125175 h 6858000"/>
              <a:gd name="connsiteX290" fmla="*/ 5286321 w 7467663"/>
              <a:gd name="connsiteY290" fmla="*/ 6033555 h 6858000"/>
              <a:gd name="connsiteX291" fmla="*/ 5008210 w 7467663"/>
              <a:gd name="connsiteY291" fmla="*/ 6649194 h 6858000"/>
              <a:gd name="connsiteX292" fmla="*/ 4986321 w 7467663"/>
              <a:gd name="connsiteY292" fmla="*/ 6765687 h 6858000"/>
              <a:gd name="connsiteX293" fmla="*/ 4973474 w 7467663"/>
              <a:gd name="connsiteY293" fmla="*/ 6858000 h 6858000"/>
              <a:gd name="connsiteX294" fmla="*/ 4907178 w 7467663"/>
              <a:gd name="connsiteY294" fmla="*/ 6858000 h 6858000"/>
              <a:gd name="connsiteX295" fmla="*/ 4910810 w 7467663"/>
              <a:gd name="connsiteY295" fmla="*/ 6829660 h 6858000"/>
              <a:gd name="connsiteX296" fmla="*/ 4987461 w 7467663"/>
              <a:gd name="connsiteY296" fmla="*/ 6432994 h 6858000"/>
              <a:gd name="connsiteX297" fmla="*/ 5179262 w 7467663"/>
              <a:gd name="connsiteY297" fmla="*/ 6035044 h 6858000"/>
              <a:gd name="connsiteX298" fmla="*/ 4689678 w 7467663"/>
              <a:gd name="connsiteY298" fmla="*/ 6440241 h 6858000"/>
              <a:gd name="connsiteX299" fmla="*/ 4477543 w 7467663"/>
              <a:gd name="connsiteY299" fmla="*/ 6674836 h 6858000"/>
              <a:gd name="connsiteX300" fmla="*/ 4329957 w 7467663"/>
              <a:gd name="connsiteY300" fmla="*/ 6858000 h 6858000"/>
              <a:gd name="connsiteX301" fmla="*/ 4218595 w 7467663"/>
              <a:gd name="connsiteY301" fmla="*/ 6858000 h 6858000"/>
              <a:gd name="connsiteX302" fmla="*/ 4368888 w 7467663"/>
              <a:gd name="connsiteY302" fmla="*/ 6668412 h 6858000"/>
              <a:gd name="connsiteX303" fmla="*/ 4563091 w 7467663"/>
              <a:gd name="connsiteY303" fmla="*/ 6442508 h 6858000"/>
              <a:gd name="connsiteX304" fmla="*/ 5387324 w 7467663"/>
              <a:gd name="connsiteY304" fmla="*/ 5705830 h 6858000"/>
              <a:gd name="connsiteX305" fmla="*/ 5073620 w 7467663"/>
              <a:gd name="connsiteY305" fmla="*/ 5955437 h 6858000"/>
              <a:gd name="connsiteX306" fmla="*/ 4689789 w 7467663"/>
              <a:gd name="connsiteY306" fmla="*/ 6268382 h 6858000"/>
              <a:gd name="connsiteX307" fmla="*/ 4418722 w 7467663"/>
              <a:gd name="connsiteY307" fmla="*/ 6570886 h 6858000"/>
              <a:gd name="connsiteX308" fmla="*/ 4214944 w 7467663"/>
              <a:gd name="connsiteY308" fmla="*/ 6858000 h 6858000"/>
              <a:gd name="connsiteX309" fmla="*/ 4177898 w 7467663"/>
              <a:gd name="connsiteY309" fmla="*/ 6858000 h 6858000"/>
              <a:gd name="connsiteX310" fmla="*/ 4391597 w 7467663"/>
              <a:gd name="connsiteY310" fmla="*/ 6556370 h 6858000"/>
              <a:gd name="connsiteX311" fmla="*/ 4668889 w 7467663"/>
              <a:gd name="connsiteY311" fmla="*/ 6246399 h 6858000"/>
              <a:gd name="connsiteX312" fmla="*/ 5055427 w 7467663"/>
              <a:gd name="connsiteY312" fmla="*/ 5931476 h 6858000"/>
              <a:gd name="connsiteX313" fmla="*/ 5371814 w 7467663"/>
              <a:gd name="connsiteY313" fmla="*/ 5678975 h 6858000"/>
              <a:gd name="connsiteX314" fmla="*/ 4987918 w 7467663"/>
              <a:gd name="connsiteY314" fmla="*/ 5838701 h 6858000"/>
              <a:gd name="connsiteX315" fmla="*/ 4317146 w 7467663"/>
              <a:gd name="connsiteY315" fmla="*/ 6587716 h 6858000"/>
              <a:gd name="connsiteX316" fmla="*/ 4171627 w 7467663"/>
              <a:gd name="connsiteY316" fmla="*/ 6858000 h 6858000"/>
              <a:gd name="connsiteX317" fmla="*/ 4081585 w 7467663"/>
              <a:gd name="connsiteY317" fmla="*/ 6858000 h 6858000"/>
              <a:gd name="connsiteX318" fmla="*/ 4238603 w 7467663"/>
              <a:gd name="connsiteY318" fmla="*/ 6559341 h 6858000"/>
              <a:gd name="connsiteX319" fmla="*/ 4778333 w 7467663"/>
              <a:gd name="connsiteY319" fmla="*/ 5873626 h 6858000"/>
              <a:gd name="connsiteX320" fmla="*/ 5414185 w 7467663"/>
              <a:gd name="connsiteY320" fmla="*/ 5573882 h 6858000"/>
              <a:gd name="connsiteX321" fmla="*/ 5959648 w 7467663"/>
              <a:gd name="connsiteY321" fmla="*/ 4760797 h 6858000"/>
              <a:gd name="connsiteX322" fmla="*/ 5355019 w 7467663"/>
              <a:gd name="connsiteY322" fmla="*/ 4734672 h 6858000"/>
              <a:gd name="connsiteX323" fmla="*/ 5083565 w 7467663"/>
              <a:gd name="connsiteY323" fmla="*/ 5179121 h 6858000"/>
              <a:gd name="connsiteX324" fmla="*/ 4713577 w 7467663"/>
              <a:gd name="connsiteY324" fmla="*/ 5616803 h 6858000"/>
              <a:gd name="connsiteX325" fmla="*/ 3989559 w 7467663"/>
              <a:gd name="connsiteY325" fmla="*/ 6145945 h 6858000"/>
              <a:gd name="connsiteX326" fmla="*/ 3939824 w 7467663"/>
              <a:gd name="connsiteY326" fmla="*/ 6066900 h 6858000"/>
              <a:gd name="connsiteX327" fmla="*/ 4584537 w 7467663"/>
              <a:gd name="connsiteY327" fmla="*/ 5324826 h 6858000"/>
              <a:gd name="connsiteX328" fmla="*/ 5037105 w 7467663"/>
              <a:gd name="connsiteY328" fmla="*/ 5088765 h 6858000"/>
              <a:gd name="connsiteX329" fmla="*/ 5039930 w 7467663"/>
              <a:gd name="connsiteY329" fmla="*/ 5089585 h 6858000"/>
              <a:gd name="connsiteX330" fmla="*/ 5263764 w 7467663"/>
              <a:gd name="connsiteY330" fmla="*/ 4735525 h 6858000"/>
              <a:gd name="connsiteX331" fmla="*/ 4086300 w 7467663"/>
              <a:gd name="connsiteY331" fmla="*/ 4884599 h 6858000"/>
              <a:gd name="connsiteX332" fmla="*/ 4085485 w 7467663"/>
              <a:gd name="connsiteY332" fmla="*/ 4899070 h 6858000"/>
              <a:gd name="connsiteX333" fmla="*/ 3871915 w 7467663"/>
              <a:gd name="connsiteY333" fmla="*/ 5253645 h 6858000"/>
              <a:gd name="connsiteX334" fmla="*/ 3799374 w 7467663"/>
              <a:gd name="connsiteY334" fmla="*/ 5466127 h 6858000"/>
              <a:gd name="connsiteX335" fmla="*/ 3498850 w 7467663"/>
              <a:gd name="connsiteY335" fmla="*/ 6661888 h 6858000"/>
              <a:gd name="connsiteX336" fmla="*/ 3399216 w 7467663"/>
              <a:gd name="connsiteY336" fmla="*/ 6858000 h 6858000"/>
              <a:gd name="connsiteX337" fmla="*/ 3303688 w 7467663"/>
              <a:gd name="connsiteY337" fmla="*/ 6858000 h 6858000"/>
              <a:gd name="connsiteX338" fmla="*/ 3391774 w 7467663"/>
              <a:gd name="connsiteY338" fmla="*/ 6697181 h 6858000"/>
              <a:gd name="connsiteX339" fmla="*/ 3735540 w 7467663"/>
              <a:gd name="connsiteY339" fmla="*/ 5546923 h 6858000"/>
              <a:gd name="connsiteX340" fmla="*/ 3729438 w 7467663"/>
              <a:gd name="connsiteY340" fmla="*/ 5569058 h 6858000"/>
              <a:gd name="connsiteX341" fmla="*/ 3707782 w 7467663"/>
              <a:gd name="connsiteY341" fmla="*/ 5644908 h 6858000"/>
              <a:gd name="connsiteX342" fmla="*/ 3583827 w 7467663"/>
              <a:gd name="connsiteY342" fmla="*/ 6039215 h 6858000"/>
              <a:gd name="connsiteX343" fmla="*/ 3547861 w 7467663"/>
              <a:gd name="connsiteY343" fmla="*/ 6129609 h 6858000"/>
              <a:gd name="connsiteX344" fmla="*/ 3490905 w 7467663"/>
              <a:gd name="connsiteY344" fmla="*/ 6277660 h 6858000"/>
              <a:gd name="connsiteX345" fmla="*/ 3455859 w 7467663"/>
              <a:gd name="connsiteY345" fmla="*/ 6391301 h 6858000"/>
              <a:gd name="connsiteX346" fmla="*/ 3429112 w 7467663"/>
              <a:gd name="connsiteY346" fmla="*/ 6479469 h 6858000"/>
              <a:gd name="connsiteX347" fmla="*/ 3304862 w 7467663"/>
              <a:gd name="connsiteY347" fmla="*/ 6796476 h 6858000"/>
              <a:gd name="connsiteX348" fmla="*/ 3276071 w 7467663"/>
              <a:gd name="connsiteY348" fmla="*/ 6858000 h 6858000"/>
              <a:gd name="connsiteX349" fmla="*/ 3240805 w 7467663"/>
              <a:gd name="connsiteY349" fmla="*/ 6858000 h 6858000"/>
              <a:gd name="connsiteX350" fmla="*/ 3275917 w 7467663"/>
              <a:gd name="connsiteY350" fmla="*/ 6783192 h 6858000"/>
              <a:gd name="connsiteX351" fmla="*/ 3399358 w 7467663"/>
              <a:gd name="connsiteY351" fmla="*/ 6469011 h 6858000"/>
              <a:gd name="connsiteX352" fmla="*/ 3425650 w 7467663"/>
              <a:gd name="connsiteY352" fmla="*/ 6381333 h 6858000"/>
              <a:gd name="connsiteX353" fmla="*/ 3460661 w 7467663"/>
              <a:gd name="connsiteY353" fmla="*/ 6266763 h 6858000"/>
              <a:gd name="connsiteX354" fmla="*/ 3518021 w 7467663"/>
              <a:gd name="connsiteY354" fmla="*/ 6117298 h 6858000"/>
              <a:gd name="connsiteX355" fmla="*/ 3554035 w 7467663"/>
              <a:gd name="connsiteY355" fmla="*/ 6027832 h 6858000"/>
              <a:gd name="connsiteX356" fmla="*/ 3677174 w 7467663"/>
              <a:gd name="connsiteY356" fmla="*/ 5636351 h 6858000"/>
              <a:gd name="connsiteX357" fmla="*/ 3698819 w 7467663"/>
              <a:gd name="connsiteY357" fmla="*/ 5560503 h 6858000"/>
              <a:gd name="connsiteX358" fmla="*/ 3702094 w 7467663"/>
              <a:gd name="connsiteY358" fmla="*/ 5549194 h 6858000"/>
              <a:gd name="connsiteX359" fmla="*/ 3398355 w 7467663"/>
              <a:gd name="connsiteY359" fmla="*/ 6094603 h 6858000"/>
              <a:gd name="connsiteX360" fmla="*/ 3193941 w 7467663"/>
              <a:gd name="connsiteY360" fmla="*/ 6798775 h 6858000"/>
              <a:gd name="connsiteX361" fmla="*/ 3184140 w 7467663"/>
              <a:gd name="connsiteY361" fmla="*/ 6858000 h 6858000"/>
              <a:gd name="connsiteX362" fmla="*/ 3099978 w 7467663"/>
              <a:gd name="connsiteY362" fmla="*/ 6858000 h 6858000"/>
              <a:gd name="connsiteX363" fmla="*/ 3101556 w 7467663"/>
              <a:gd name="connsiteY363" fmla="*/ 6843337 h 6858000"/>
              <a:gd name="connsiteX364" fmla="*/ 3370162 w 7467663"/>
              <a:gd name="connsiteY364" fmla="*/ 5785550 h 6858000"/>
              <a:gd name="connsiteX365" fmla="*/ 3746477 w 7467663"/>
              <a:gd name="connsiteY365" fmla="*/ 5377889 h 6858000"/>
              <a:gd name="connsiteX366" fmla="*/ 3863399 w 7467663"/>
              <a:gd name="connsiteY366" fmla="*/ 5087257 h 6858000"/>
              <a:gd name="connsiteX367" fmla="*/ 3968712 w 7467663"/>
              <a:gd name="connsiteY367" fmla="*/ 4913989 h 6858000"/>
              <a:gd name="connsiteX368" fmla="*/ 2792390 w 7467663"/>
              <a:gd name="connsiteY368" fmla="*/ 5382974 h 6858000"/>
              <a:gd name="connsiteX369" fmla="*/ 2714982 w 7467663"/>
              <a:gd name="connsiteY369" fmla="*/ 5427051 h 6858000"/>
              <a:gd name="connsiteX370" fmla="*/ 2813361 w 7467663"/>
              <a:gd name="connsiteY370" fmla="*/ 6023912 h 6858000"/>
              <a:gd name="connsiteX371" fmla="*/ 2688430 w 7467663"/>
              <a:gd name="connsiteY371" fmla="*/ 6801564 h 6858000"/>
              <a:gd name="connsiteX372" fmla="*/ 2629626 w 7467663"/>
              <a:gd name="connsiteY372" fmla="*/ 6763394 h 6858000"/>
              <a:gd name="connsiteX373" fmla="*/ 2565328 w 7467663"/>
              <a:gd name="connsiteY373" fmla="*/ 5516399 h 6858000"/>
              <a:gd name="connsiteX374" fmla="*/ 1922999 w 7467663"/>
              <a:gd name="connsiteY374" fmla="*/ 5980343 h 6858000"/>
              <a:gd name="connsiteX375" fmla="*/ 1950261 w 7467663"/>
              <a:gd name="connsiteY375" fmla="*/ 6405858 h 6858000"/>
              <a:gd name="connsiteX376" fmla="*/ 2365554 w 7467663"/>
              <a:gd name="connsiteY376" fmla="*/ 6759107 h 6858000"/>
              <a:gd name="connsiteX377" fmla="*/ 2424142 w 7467663"/>
              <a:gd name="connsiteY377" fmla="*/ 6858000 h 6858000"/>
              <a:gd name="connsiteX378" fmla="*/ 2395994 w 7467663"/>
              <a:gd name="connsiteY378" fmla="*/ 6858000 h 6858000"/>
              <a:gd name="connsiteX379" fmla="*/ 2392863 w 7467663"/>
              <a:gd name="connsiteY379" fmla="*/ 6852964 h 6858000"/>
              <a:gd name="connsiteX380" fmla="*/ 2017589 w 7467663"/>
              <a:gd name="connsiteY380" fmla="*/ 6493982 h 6858000"/>
              <a:gd name="connsiteX381" fmla="*/ 2147336 w 7467663"/>
              <a:gd name="connsiteY381" fmla="*/ 6594052 h 6858000"/>
              <a:gd name="connsiteX382" fmla="*/ 2207047 w 7467663"/>
              <a:gd name="connsiteY382" fmla="*/ 6654540 h 6858000"/>
              <a:gd name="connsiteX383" fmla="*/ 2299106 w 7467663"/>
              <a:gd name="connsiteY383" fmla="*/ 6778931 h 6858000"/>
              <a:gd name="connsiteX384" fmla="*/ 2314430 w 7467663"/>
              <a:gd name="connsiteY384" fmla="*/ 6801144 h 6858000"/>
              <a:gd name="connsiteX385" fmla="*/ 2352406 w 7467663"/>
              <a:gd name="connsiteY385" fmla="*/ 6858000 h 6858000"/>
              <a:gd name="connsiteX386" fmla="*/ 2314492 w 7467663"/>
              <a:gd name="connsiteY386" fmla="*/ 6858000 h 6858000"/>
              <a:gd name="connsiteX387" fmla="*/ 2288095 w 7467663"/>
              <a:gd name="connsiteY387" fmla="*/ 6818030 h 6858000"/>
              <a:gd name="connsiteX388" fmla="*/ 2272768 w 7467663"/>
              <a:gd name="connsiteY388" fmla="*/ 6795822 h 6858000"/>
              <a:gd name="connsiteX389" fmla="*/ 2182715 w 7467663"/>
              <a:gd name="connsiteY389" fmla="*/ 6675071 h 6858000"/>
              <a:gd name="connsiteX390" fmla="*/ 2032061 w 7467663"/>
              <a:gd name="connsiteY390" fmla="*/ 6541380 h 6858000"/>
              <a:gd name="connsiteX391" fmla="*/ 2257220 w 7467663"/>
              <a:gd name="connsiteY391" fmla="*/ 6826257 h 6858000"/>
              <a:gd name="connsiteX392" fmla="*/ 2281324 w 7467663"/>
              <a:gd name="connsiteY392" fmla="*/ 6858000 h 6858000"/>
              <a:gd name="connsiteX393" fmla="*/ 2242860 w 7467663"/>
              <a:gd name="connsiteY393" fmla="*/ 6858000 h 6858000"/>
              <a:gd name="connsiteX394" fmla="*/ 2232818 w 7467663"/>
              <a:gd name="connsiteY394" fmla="*/ 6844926 h 6858000"/>
              <a:gd name="connsiteX395" fmla="*/ 1990172 w 7467663"/>
              <a:gd name="connsiteY395" fmla="*/ 6542121 h 6858000"/>
              <a:gd name="connsiteX396" fmla="*/ 2124090 w 7467663"/>
              <a:gd name="connsiteY396" fmla="*/ 6761017 h 6858000"/>
              <a:gd name="connsiteX397" fmla="*/ 2200380 w 7467663"/>
              <a:gd name="connsiteY397" fmla="*/ 6858000 h 6858000"/>
              <a:gd name="connsiteX398" fmla="*/ 2147507 w 7467663"/>
              <a:gd name="connsiteY398" fmla="*/ 6858000 h 6858000"/>
              <a:gd name="connsiteX399" fmla="*/ 2070668 w 7467663"/>
              <a:gd name="connsiteY399" fmla="*/ 6761520 h 6858000"/>
              <a:gd name="connsiteX400" fmla="*/ 1975142 w 7467663"/>
              <a:gd name="connsiteY400" fmla="*/ 6585570 h 6858000"/>
              <a:gd name="connsiteX401" fmla="*/ 2050035 w 7467663"/>
              <a:gd name="connsiteY401" fmla="*/ 6813345 h 6858000"/>
              <a:gd name="connsiteX402" fmla="*/ 2063025 w 7467663"/>
              <a:gd name="connsiteY402" fmla="*/ 6858000 h 6858000"/>
              <a:gd name="connsiteX403" fmla="*/ 2021675 w 7467663"/>
              <a:gd name="connsiteY403" fmla="*/ 6858000 h 6858000"/>
              <a:gd name="connsiteX404" fmla="*/ 2019308 w 7467663"/>
              <a:gd name="connsiteY404" fmla="*/ 6847118 h 6858000"/>
              <a:gd name="connsiteX405" fmla="*/ 1938835 w 7467663"/>
              <a:gd name="connsiteY405" fmla="*/ 6551160 h 6858000"/>
              <a:gd name="connsiteX406" fmla="*/ 1953230 w 7467663"/>
              <a:gd name="connsiteY406" fmla="*/ 6759699 h 6858000"/>
              <a:gd name="connsiteX407" fmla="*/ 1956763 w 7467663"/>
              <a:gd name="connsiteY407" fmla="*/ 6778191 h 6858000"/>
              <a:gd name="connsiteX408" fmla="*/ 1967925 w 7467663"/>
              <a:gd name="connsiteY408" fmla="*/ 6858000 h 6858000"/>
              <a:gd name="connsiteX409" fmla="*/ 1936622 w 7467663"/>
              <a:gd name="connsiteY409" fmla="*/ 6858000 h 6858000"/>
              <a:gd name="connsiteX410" fmla="*/ 1926261 w 7467663"/>
              <a:gd name="connsiteY410" fmla="*/ 6784064 h 6858000"/>
              <a:gd name="connsiteX411" fmla="*/ 1922724 w 7467663"/>
              <a:gd name="connsiteY411" fmla="*/ 6765577 h 6858000"/>
              <a:gd name="connsiteX412" fmla="*/ 1904650 w 7467663"/>
              <a:gd name="connsiteY412" fmla="*/ 6639616 h 6858000"/>
              <a:gd name="connsiteX413" fmla="*/ 1885273 w 7467663"/>
              <a:gd name="connsiteY413" fmla="*/ 6858000 h 6858000"/>
              <a:gd name="connsiteX414" fmla="*/ 1854363 w 7467663"/>
              <a:gd name="connsiteY414" fmla="*/ 6858000 h 6858000"/>
              <a:gd name="connsiteX415" fmla="*/ 1880391 w 7467663"/>
              <a:gd name="connsiteY415" fmla="*/ 6603796 h 6858000"/>
              <a:gd name="connsiteX416" fmla="*/ 1818273 w 7467663"/>
              <a:gd name="connsiteY416" fmla="*/ 6715729 h 6858000"/>
              <a:gd name="connsiteX417" fmla="*/ 1794691 w 7467663"/>
              <a:gd name="connsiteY417" fmla="*/ 6843239 h 6858000"/>
              <a:gd name="connsiteX418" fmla="*/ 1794914 w 7467663"/>
              <a:gd name="connsiteY418" fmla="*/ 6858000 h 6858000"/>
              <a:gd name="connsiteX419" fmla="*/ 1746128 w 7467663"/>
              <a:gd name="connsiteY419" fmla="*/ 6858000 h 6858000"/>
              <a:gd name="connsiteX420" fmla="*/ 1753934 w 7467663"/>
              <a:gd name="connsiteY420" fmla="*/ 6724796 h 6858000"/>
              <a:gd name="connsiteX421" fmla="*/ 1792053 w 7467663"/>
              <a:gd name="connsiteY421" fmla="*/ 6572396 h 6858000"/>
              <a:gd name="connsiteX422" fmla="*/ 1862248 w 7467663"/>
              <a:gd name="connsiteY422" fmla="*/ 6266397 h 6858000"/>
              <a:gd name="connsiteX423" fmla="*/ 1862250 w 7467663"/>
              <a:gd name="connsiteY423" fmla="*/ 6033531 h 6858000"/>
              <a:gd name="connsiteX424" fmla="*/ 1211999 w 7467663"/>
              <a:gd name="connsiteY424" fmla="*/ 6683610 h 6858000"/>
              <a:gd name="connsiteX425" fmla="*/ 1213266 w 7467663"/>
              <a:gd name="connsiteY425" fmla="*/ 6691947 h 6858000"/>
              <a:gd name="connsiteX426" fmla="*/ 1203370 w 7467663"/>
              <a:gd name="connsiteY426" fmla="*/ 6850676 h 6858000"/>
              <a:gd name="connsiteX427" fmla="*/ 1203671 w 7467663"/>
              <a:gd name="connsiteY427" fmla="*/ 6858000 h 6858000"/>
              <a:gd name="connsiteX428" fmla="*/ 1143180 w 7467663"/>
              <a:gd name="connsiteY428" fmla="*/ 6858000 h 6858000"/>
              <a:gd name="connsiteX429" fmla="*/ 1142176 w 7467663"/>
              <a:gd name="connsiteY429" fmla="*/ 6766045 h 6858000"/>
              <a:gd name="connsiteX430" fmla="*/ 1067484 w 7467663"/>
              <a:gd name="connsiteY430" fmla="*/ 6858000 h 6858000"/>
              <a:gd name="connsiteX431" fmla="*/ 953928 w 7467663"/>
              <a:gd name="connsiteY431" fmla="*/ 6858000 h 6858000"/>
              <a:gd name="connsiteX432" fmla="*/ 959715 w 7467663"/>
              <a:gd name="connsiteY432" fmla="*/ 6850185 h 6858000"/>
              <a:gd name="connsiteX433" fmla="*/ 1483788 w 7467663"/>
              <a:gd name="connsiteY433" fmla="*/ 6259174 h 6858000"/>
              <a:gd name="connsiteX434" fmla="*/ 1100671 w 7467663"/>
              <a:gd name="connsiteY434" fmla="*/ 6252137 h 6858000"/>
              <a:gd name="connsiteX435" fmla="*/ 1090144 w 7467663"/>
              <a:gd name="connsiteY435" fmla="*/ 6256748 h 6858000"/>
              <a:gd name="connsiteX436" fmla="*/ 1095872 w 7467663"/>
              <a:gd name="connsiteY436" fmla="*/ 6271892 h 6858000"/>
              <a:gd name="connsiteX437" fmla="*/ 262785 w 7467663"/>
              <a:gd name="connsiteY437" fmla="*/ 6845450 h 6858000"/>
              <a:gd name="connsiteX438" fmla="*/ 209968 w 7467663"/>
              <a:gd name="connsiteY438" fmla="*/ 6770713 h 6858000"/>
              <a:gd name="connsiteX439" fmla="*/ 873460 w 7467663"/>
              <a:gd name="connsiteY439" fmla="*/ 6253768 h 6858000"/>
              <a:gd name="connsiteX440" fmla="*/ 192686 w 7467663"/>
              <a:gd name="connsiteY440" fmla="*/ 5849257 h 6858000"/>
              <a:gd name="connsiteX441" fmla="*/ 4696 w 7467663"/>
              <a:gd name="connsiteY441" fmla="*/ 5697668 h 6858000"/>
              <a:gd name="connsiteX442" fmla="*/ 0 w 7467663"/>
              <a:gd name="connsiteY442" fmla="*/ 5689984 h 6858000"/>
              <a:gd name="connsiteX443" fmla="*/ 0 w 7467663"/>
              <a:gd name="connsiteY443" fmla="*/ 5513472 h 6858000"/>
              <a:gd name="connsiteX444" fmla="*/ 174101 w 7467663"/>
              <a:gd name="connsiteY444" fmla="*/ 5620277 h 6858000"/>
              <a:gd name="connsiteX445" fmla="*/ 891800 w 7467663"/>
              <a:gd name="connsiteY445" fmla="*/ 6036935 h 6858000"/>
              <a:gd name="connsiteX446" fmla="*/ 1072219 w 7467663"/>
              <a:gd name="connsiteY446" fmla="*/ 6169443 h 6858000"/>
              <a:gd name="connsiteX447" fmla="*/ 1074117 w 7467663"/>
              <a:gd name="connsiteY447" fmla="*/ 6170301 h 6858000"/>
              <a:gd name="connsiteX448" fmla="*/ 1083114 w 7467663"/>
              <a:gd name="connsiteY448" fmla="*/ 6174131 h 6858000"/>
              <a:gd name="connsiteX449" fmla="*/ 1543010 w 7467663"/>
              <a:gd name="connsiteY449" fmla="*/ 6191140 h 6858000"/>
              <a:gd name="connsiteX450" fmla="*/ 1551080 w 7467663"/>
              <a:gd name="connsiteY450" fmla="*/ 6195006 h 6858000"/>
              <a:gd name="connsiteX451" fmla="*/ 2345443 w 7467663"/>
              <a:gd name="connsiteY451" fmla="*/ 5549882 h 6858000"/>
              <a:gd name="connsiteX452" fmla="*/ 1721499 w 7467663"/>
              <a:gd name="connsiteY452" fmla="*/ 5599969 h 6858000"/>
              <a:gd name="connsiteX453" fmla="*/ 767716 w 7467663"/>
              <a:gd name="connsiteY453" fmla="*/ 5472768 h 6858000"/>
              <a:gd name="connsiteX454" fmla="*/ 722147 w 7467663"/>
              <a:gd name="connsiteY454" fmla="*/ 5393091 h 6858000"/>
              <a:gd name="connsiteX455" fmla="*/ 1485552 w 7467663"/>
              <a:gd name="connsiteY455" fmla="*/ 5313202 h 6858000"/>
              <a:gd name="connsiteX456" fmla="*/ 2143004 w 7467663"/>
              <a:gd name="connsiteY456" fmla="*/ 5402420 h 6858000"/>
              <a:gd name="connsiteX457" fmla="*/ 1933391 w 7467663"/>
              <a:gd name="connsiteY457" fmla="*/ 5156971 h 6858000"/>
              <a:gd name="connsiteX458" fmla="*/ 1827118 w 7467663"/>
              <a:gd name="connsiteY458" fmla="*/ 4968410 h 6858000"/>
              <a:gd name="connsiteX459" fmla="*/ 1837349 w 7467663"/>
              <a:gd name="connsiteY459" fmla="*/ 4956357 h 6858000"/>
              <a:gd name="connsiteX460" fmla="*/ 2162835 w 7467663"/>
              <a:gd name="connsiteY460" fmla="*/ 5187853 h 6858000"/>
              <a:gd name="connsiteX461" fmla="*/ 2257167 w 7467663"/>
              <a:gd name="connsiteY461" fmla="*/ 5462123 h 6858000"/>
              <a:gd name="connsiteX462" fmla="*/ 2261598 w 7467663"/>
              <a:gd name="connsiteY462" fmla="*/ 5467998 h 6858000"/>
              <a:gd name="connsiteX463" fmla="*/ 2437177 w 7467663"/>
              <a:gd name="connsiteY463" fmla="*/ 5479608 h 6858000"/>
              <a:gd name="connsiteX464" fmla="*/ 2445247 w 7467663"/>
              <a:gd name="connsiteY464" fmla="*/ 5483476 h 6858000"/>
              <a:gd name="connsiteX465" fmla="*/ 2743626 w 7467663"/>
              <a:gd name="connsiteY465" fmla="*/ 5304819 h 6858000"/>
              <a:gd name="connsiteX466" fmla="*/ 3048102 w 7467663"/>
              <a:gd name="connsiteY466" fmla="*/ 5150595 h 6858000"/>
              <a:gd name="connsiteX467" fmla="*/ 1799414 w 7467663"/>
              <a:gd name="connsiteY467" fmla="*/ 4694732 h 6858000"/>
              <a:gd name="connsiteX468" fmla="*/ 1771735 w 7467663"/>
              <a:gd name="connsiteY468" fmla="*/ 4619929 h 6858000"/>
              <a:gd name="connsiteX469" fmla="*/ 3104273 w 7467663"/>
              <a:gd name="connsiteY469" fmla="*/ 5076159 h 6858000"/>
              <a:gd name="connsiteX470" fmla="*/ 3113245 w 7467663"/>
              <a:gd name="connsiteY470" fmla="*/ 5090705 h 6858000"/>
              <a:gd name="connsiteX471" fmla="*/ 3126294 w 7467663"/>
              <a:gd name="connsiteY471" fmla="*/ 5114400 h 6858000"/>
              <a:gd name="connsiteX472" fmla="*/ 3937433 w 7467663"/>
              <a:gd name="connsiteY472" fmla="*/ 4830473 h 6858000"/>
              <a:gd name="connsiteX473" fmla="*/ 3590475 w 7467663"/>
              <a:gd name="connsiteY473" fmla="*/ 4597974 h 6858000"/>
              <a:gd name="connsiteX474" fmla="*/ 3100264 w 7467663"/>
              <a:gd name="connsiteY474" fmla="*/ 4579845 h 6858000"/>
              <a:gd name="connsiteX475" fmla="*/ 2183576 w 7467663"/>
              <a:gd name="connsiteY475" fmla="*/ 4227150 h 6858000"/>
              <a:gd name="connsiteX476" fmla="*/ 2151029 w 7467663"/>
              <a:gd name="connsiteY476" fmla="*/ 4146947 h 6858000"/>
              <a:gd name="connsiteX477" fmla="*/ 3563434 w 7467663"/>
              <a:gd name="connsiteY477" fmla="*/ 4469115 h 6858000"/>
              <a:gd name="connsiteX478" fmla="*/ 3177952 w 7467663"/>
              <a:gd name="connsiteY478" fmla="*/ 3657386 h 6858000"/>
              <a:gd name="connsiteX479" fmla="*/ 3189263 w 7467663"/>
              <a:gd name="connsiteY479" fmla="*/ 3625726 h 6858000"/>
              <a:gd name="connsiteX480" fmla="*/ 3560912 w 7467663"/>
              <a:gd name="connsiteY480" fmla="*/ 4079863 h 6858000"/>
              <a:gd name="connsiteX481" fmla="*/ 3626636 w 7467663"/>
              <a:gd name="connsiteY481" fmla="*/ 4512230 h 6858000"/>
              <a:gd name="connsiteX482" fmla="*/ 3653088 w 7467663"/>
              <a:gd name="connsiteY482" fmla="*/ 4521417 h 6858000"/>
              <a:gd name="connsiteX483" fmla="*/ 3988128 w 7467663"/>
              <a:gd name="connsiteY483" fmla="*/ 4817267 h 6858000"/>
              <a:gd name="connsiteX484" fmla="*/ 4830582 w 7467663"/>
              <a:gd name="connsiteY484" fmla="*/ 4676000 h 6858000"/>
              <a:gd name="connsiteX485" fmla="*/ 4830100 w 7467663"/>
              <a:gd name="connsiteY485" fmla="*/ 4675554 h 6858000"/>
              <a:gd name="connsiteX486" fmla="*/ 4036318 w 7467663"/>
              <a:gd name="connsiteY486" fmla="*/ 4147013 h 6858000"/>
              <a:gd name="connsiteX487" fmla="*/ 3432098 w 7467663"/>
              <a:gd name="connsiteY487" fmla="*/ 3537312 h 6858000"/>
              <a:gd name="connsiteX488" fmla="*/ 3446761 w 7467663"/>
              <a:gd name="connsiteY488" fmla="*/ 3461278 h 6858000"/>
              <a:gd name="connsiteX489" fmla="*/ 4419733 w 7467663"/>
              <a:gd name="connsiteY489" fmla="*/ 3963555 h 6858000"/>
              <a:gd name="connsiteX490" fmla="*/ 4781371 w 7467663"/>
              <a:gd name="connsiteY490" fmla="*/ 4458604 h 6858000"/>
              <a:gd name="connsiteX491" fmla="*/ 4780440 w 7467663"/>
              <a:gd name="connsiteY491" fmla="*/ 4470290 h 6858000"/>
              <a:gd name="connsiteX492" fmla="*/ 4898954 w 7467663"/>
              <a:gd name="connsiteY492" fmla="*/ 4662092 h 6858000"/>
              <a:gd name="connsiteX493" fmla="*/ 4900699 w 7467663"/>
              <a:gd name="connsiteY493" fmla="*/ 4670867 h 6858000"/>
              <a:gd name="connsiteX494" fmla="*/ 5714511 w 7467663"/>
              <a:gd name="connsiteY494" fmla="*/ 4663483 h 6858000"/>
              <a:gd name="connsiteX495" fmla="*/ 5464793 w 7467663"/>
              <a:gd name="connsiteY495" fmla="*/ 4393556 h 6858000"/>
              <a:gd name="connsiteX496" fmla="*/ 5461897 w 7467663"/>
              <a:gd name="connsiteY496" fmla="*/ 4390879 h 6858000"/>
              <a:gd name="connsiteX497" fmla="*/ 4294126 w 7467663"/>
              <a:gd name="connsiteY497" fmla="*/ 3303048 h 6858000"/>
              <a:gd name="connsiteX498" fmla="*/ 4305321 w 7467663"/>
              <a:gd name="connsiteY498" fmla="*/ 3256953 h 6858000"/>
              <a:gd name="connsiteX499" fmla="*/ 4949299 w 7467663"/>
              <a:gd name="connsiteY499" fmla="*/ 3766336 h 6858000"/>
              <a:gd name="connsiteX500" fmla="*/ 5291452 w 7467663"/>
              <a:gd name="connsiteY500" fmla="*/ 4076801 h 6858000"/>
              <a:gd name="connsiteX501" fmla="*/ 5434998 w 7467663"/>
              <a:gd name="connsiteY501" fmla="*/ 4254100 h 6858000"/>
              <a:gd name="connsiteX502" fmla="*/ 5351015 w 7467663"/>
              <a:gd name="connsiteY502" fmla="*/ 3760989 h 6858000"/>
              <a:gd name="connsiteX503" fmla="*/ 5413780 w 7467663"/>
              <a:gd name="connsiteY503" fmla="*/ 2966265 h 6858000"/>
              <a:gd name="connsiteX504" fmla="*/ 5425627 w 7467663"/>
              <a:gd name="connsiteY504" fmla="*/ 2954192 h 6858000"/>
              <a:gd name="connsiteX505" fmla="*/ 6604735 w 7467663"/>
              <a:gd name="connsiteY505" fmla="*/ 2041381 h 6858000"/>
              <a:gd name="connsiteX506" fmla="*/ 7204487 w 7467663"/>
              <a:gd name="connsiteY506" fmla="*/ 2742112 h 6858000"/>
              <a:gd name="connsiteX507" fmla="*/ 7131592 w 7467663"/>
              <a:gd name="connsiteY507" fmla="*/ 2672096 h 6858000"/>
              <a:gd name="connsiteX508" fmla="*/ 6996344 w 7467663"/>
              <a:gd name="connsiteY508" fmla="*/ 2518310 h 6858000"/>
              <a:gd name="connsiteX509" fmla="*/ 6735495 w 7467663"/>
              <a:gd name="connsiteY509" fmla="*/ 2196890 h 6858000"/>
              <a:gd name="connsiteX510" fmla="*/ 6721901 w 7467663"/>
              <a:gd name="connsiteY510" fmla="*/ 2179274 h 6858000"/>
              <a:gd name="connsiteX511" fmla="*/ 6604735 w 7467663"/>
              <a:gd name="connsiteY511" fmla="*/ 2041381 h 6858000"/>
              <a:gd name="connsiteX512" fmla="*/ 6591670 w 7467663"/>
              <a:gd name="connsiteY512" fmla="*/ 1988277 h 6858000"/>
              <a:gd name="connsiteX513" fmla="*/ 6747349 w 7467663"/>
              <a:gd name="connsiteY513" fmla="*/ 2160069 h 6858000"/>
              <a:gd name="connsiteX514" fmla="*/ 6760943 w 7467663"/>
              <a:gd name="connsiteY514" fmla="*/ 2177686 h 6858000"/>
              <a:gd name="connsiteX515" fmla="*/ 7021065 w 7467663"/>
              <a:gd name="connsiteY515" fmla="*/ 2498102 h 6858000"/>
              <a:gd name="connsiteX516" fmla="*/ 7155223 w 7467663"/>
              <a:gd name="connsiteY516" fmla="*/ 2650386 h 6858000"/>
              <a:gd name="connsiteX517" fmla="*/ 7203167 w 7467663"/>
              <a:gd name="connsiteY517" fmla="*/ 2697288 h 6858000"/>
              <a:gd name="connsiteX518" fmla="*/ 6937703 w 7467663"/>
              <a:gd name="connsiteY518" fmla="*/ 2321981 h 6858000"/>
              <a:gd name="connsiteX519" fmla="*/ 6591670 w 7467663"/>
              <a:gd name="connsiteY519" fmla="*/ 1988277 h 6858000"/>
              <a:gd name="connsiteX520" fmla="*/ 5798671 w 7467663"/>
              <a:gd name="connsiteY520" fmla="*/ 1981601 h 6858000"/>
              <a:gd name="connsiteX521" fmla="*/ 5754709 w 7467663"/>
              <a:gd name="connsiteY521" fmla="*/ 2071454 h 6858000"/>
              <a:gd name="connsiteX522" fmla="*/ 5763044 w 7467663"/>
              <a:gd name="connsiteY522" fmla="*/ 2842206 h 6858000"/>
              <a:gd name="connsiteX523" fmla="*/ 5764974 w 7467663"/>
              <a:gd name="connsiteY523" fmla="*/ 2799609 h 6858000"/>
              <a:gd name="connsiteX524" fmla="*/ 5767665 w 7467663"/>
              <a:gd name="connsiteY524" fmla="*/ 2666409 h 6858000"/>
              <a:gd name="connsiteX525" fmla="*/ 5763055 w 7467663"/>
              <a:gd name="connsiteY525" fmla="*/ 2579705 h 6858000"/>
              <a:gd name="connsiteX526" fmla="*/ 5758079 w 7467663"/>
              <a:gd name="connsiteY526" fmla="*/ 2492508 h 6858000"/>
              <a:gd name="connsiteX527" fmla="*/ 5779325 w 7467663"/>
              <a:gd name="connsiteY527" fmla="*/ 2197069 h 6858000"/>
              <a:gd name="connsiteX528" fmla="*/ 5798671 w 7467663"/>
              <a:gd name="connsiteY528" fmla="*/ 1981601 h 6858000"/>
              <a:gd name="connsiteX529" fmla="*/ 5829202 w 7467663"/>
              <a:gd name="connsiteY529" fmla="*/ 1971679 h 6858000"/>
              <a:gd name="connsiteX530" fmla="*/ 5809558 w 7467663"/>
              <a:gd name="connsiteY530" fmla="*/ 2198043 h 6858000"/>
              <a:gd name="connsiteX531" fmla="*/ 5788653 w 7467663"/>
              <a:gd name="connsiteY531" fmla="*/ 2489430 h 6858000"/>
              <a:gd name="connsiteX532" fmla="*/ 5793439 w 7467663"/>
              <a:gd name="connsiteY532" fmla="*/ 2575235 h 6858000"/>
              <a:gd name="connsiteX533" fmla="*/ 5796837 w 7467663"/>
              <a:gd name="connsiteY533" fmla="*/ 2637633 h 6858000"/>
              <a:gd name="connsiteX534" fmla="*/ 5818614 w 7467663"/>
              <a:gd name="connsiteY534" fmla="*/ 2473055 h 6858000"/>
              <a:gd name="connsiteX535" fmla="*/ 5829202 w 7467663"/>
              <a:gd name="connsiteY535" fmla="*/ 1971679 h 6858000"/>
              <a:gd name="connsiteX536" fmla="*/ 5911389 w 7467663"/>
              <a:gd name="connsiteY536" fmla="*/ 1898371 h 6858000"/>
              <a:gd name="connsiteX537" fmla="*/ 6237627 w 7467663"/>
              <a:gd name="connsiteY537" fmla="*/ 2231921 h 6858000"/>
              <a:gd name="connsiteX538" fmla="*/ 5911389 w 7467663"/>
              <a:gd name="connsiteY538" fmla="*/ 1898371 h 6858000"/>
              <a:gd name="connsiteX539" fmla="*/ 6944437 w 7467663"/>
              <a:gd name="connsiteY539" fmla="*/ 1575402 h 6858000"/>
              <a:gd name="connsiteX540" fmla="*/ 6304730 w 7467663"/>
              <a:gd name="connsiteY540" fmla="*/ 1766654 h 6858000"/>
              <a:gd name="connsiteX541" fmla="*/ 6944437 w 7467663"/>
              <a:gd name="connsiteY541" fmla="*/ 1575402 h 6858000"/>
              <a:gd name="connsiteX542" fmla="*/ 7019523 w 7467663"/>
              <a:gd name="connsiteY542" fmla="*/ 1519450 h 6858000"/>
              <a:gd name="connsiteX543" fmla="*/ 6298091 w 7467663"/>
              <a:gd name="connsiteY543" fmla="*/ 1737122 h 6858000"/>
              <a:gd name="connsiteX544" fmla="*/ 7019523 w 7467663"/>
              <a:gd name="connsiteY544" fmla="*/ 1519450 h 6858000"/>
              <a:gd name="connsiteX545" fmla="*/ 2399523 w 7467663"/>
              <a:gd name="connsiteY545" fmla="*/ 1428234 h 6858000"/>
              <a:gd name="connsiteX546" fmla="*/ 2224982 w 7467663"/>
              <a:gd name="connsiteY546" fmla="*/ 1826201 h 6858000"/>
              <a:gd name="connsiteX547" fmla="*/ 2096099 w 7467663"/>
              <a:gd name="connsiteY547" fmla="*/ 2345900 h 6858000"/>
              <a:gd name="connsiteX548" fmla="*/ 2283317 w 7467663"/>
              <a:gd name="connsiteY548" fmla="*/ 1796925 h 6858000"/>
              <a:gd name="connsiteX549" fmla="*/ 2399523 w 7467663"/>
              <a:gd name="connsiteY549" fmla="*/ 1428234 h 6858000"/>
              <a:gd name="connsiteX550" fmla="*/ 2448558 w 7467663"/>
              <a:gd name="connsiteY550" fmla="*/ 1373435 h 6858000"/>
              <a:gd name="connsiteX551" fmla="*/ 2312521 w 7467663"/>
              <a:gd name="connsiteY551" fmla="*/ 1806140 h 6858000"/>
              <a:gd name="connsiteX552" fmla="*/ 2127533 w 7467663"/>
              <a:gd name="connsiteY552" fmla="*/ 2348380 h 6858000"/>
              <a:gd name="connsiteX553" fmla="*/ 2358080 w 7467663"/>
              <a:gd name="connsiteY553" fmla="*/ 1866134 h 6858000"/>
              <a:gd name="connsiteX554" fmla="*/ 2407436 w 7467663"/>
              <a:gd name="connsiteY554" fmla="*/ 1651070 h 6858000"/>
              <a:gd name="connsiteX555" fmla="*/ 2448558 w 7467663"/>
              <a:gd name="connsiteY555" fmla="*/ 1373435 h 6858000"/>
              <a:gd name="connsiteX556" fmla="*/ 278707 w 7467663"/>
              <a:gd name="connsiteY556" fmla="*/ 1352270 h 6858000"/>
              <a:gd name="connsiteX557" fmla="*/ 321570 w 7467663"/>
              <a:gd name="connsiteY557" fmla="*/ 1861610 h 6858000"/>
              <a:gd name="connsiteX558" fmla="*/ 294281 w 7467663"/>
              <a:gd name="connsiteY558" fmla="*/ 1440658 h 6858000"/>
              <a:gd name="connsiteX559" fmla="*/ 278707 w 7467663"/>
              <a:gd name="connsiteY559" fmla="*/ 1352270 h 6858000"/>
              <a:gd name="connsiteX560" fmla="*/ 1423821 w 7467663"/>
              <a:gd name="connsiteY560" fmla="*/ 1351958 h 6858000"/>
              <a:gd name="connsiteX561" fmla="*/ 1638521 w 7467663"/>
              <a:gd name="connsiteY561" fmla="*/ 1908470 h 6858000"/>
              <a:gd name="connsiteX562" fmla="*/ 1754199 w 7467663"/>
              <a:gd name="connsiteY562" fmla="*/ 2149284 h 6858000"/>
              <a:gd name="connsiteX563" fmla="*/ 1908359 w 7467663"/>
              <a:gd name="connsiteY563" fmla="*/ 2364988 h 6858000"/>
              <a:gd name="connsiteX564" fmla="*/ 1647661 w 7467663"/>
              <a:gd name="connsiteY564" fmla="*/ 1825945 h 6858000"/>
              <a:gd name="connsiteX565" fmla="*/ 1423821 w 7467663"/>
              <a:gd name="connsiteY565" fmla="*/ 1351958 h 6858000"/>
              <a:gd name="connsiteX566" fmla="*/ 1431890 w 7467663"/>
              <a:gd name="connsiteY566" fmla="*/ 1306475 h 6858000"/>
              <a:gd name="connsiteX567" fmla="*/ 1507597 w 7467663"/>
              <a:gd name="connsiteY567" fmla="*/ 1446132 h 6858000"/>
              <a:gd name="connsiteX568" fmla="*/ 1674586 w 7467663"/>
              <a:gd name="connsiteY568" fmla="*/ 1813832 h 6858000"/>
              <a:gd name="connsiteX569" fmla="*/ 1815950 w 7467663"/>
              <a:gd name="connsiteY569" fmla="*/ 2128564 h 6858000"/>
              <a:gd name="connsiteX570" fmla="*/ 1984242 w 7467663"/>
              <a:gd name="connsiteY570" fmla="*/ 2430829 h 6858000"/>
              <a:gd name="connsiteX571" fmla="*/ 2014023 w 7467663"/>
              <a:gd name="connsiteY571" fmla="*/ 2450995 h 6858000"/>
              <a:gd name="connsiteX572" fmla="*/ 1747337 w 7467663"/>
              <a:gd name="connsiteY572" fmla="*/ 1855264 h 6858000"/>
              <a:gd name="connsiteX573" fmla="*/ 1533749 w 7467663"/>
              <a:gd name="connsiteY573" fmla="*/ 1478656 h 6858000"/>
              <a:gd name="connsiteX574" fmla="*/ 1431890 w 7467663"/>
              <a:gd name="connsiteY574" fmla="*/ 1306475 h 6858000"/>
              <a:gd name="connsiteX575" fmla="*/ 5052692 w 7467663"/>
              <a:gd name="connsiteY575" fmla="*/ 1292994 h 6858000"/>
              <a:gd name="connsiteX576" fmla="*/ 5200661 w 7467663"/>
              <a:gd name="connsiteY576" fmla="*/ 1635186 h 6858000"/>
              <a:gd name="connsiteX577" fmla="*/ 5297138 w 7467663"/>
              <a:gd name="connsiteY577" fmla="*/ 1906351 h 6858000"/>
              <a:gd name="connsiteX578" fmla="*/ 5052692 w 7467663"/>
              <a:gd name="connsiteY578" fmla="*/ 1292994 h 6858000"/>
              <a:gd name="connsiteX579" fmla="*/ 5009948 w 7467663"/>
              <a:gd name="connsiteY579" fmla="*/ 1273619 h 6858000"/>
              <a:gd name="connsiteX580" fmla="*/ 5121777 w 7467663"/>
              <a:gd name="connsiteY580" fmla="*/ 1654213 h 6858000"/>
              <a:gd name="connsiteX581" fmla="*/ 5293545 w 7467663"/>
              <a:gd name="connsiteY581" fmla="*/ 2072247 h 6858000"/>
              <a:gd name="connsiteX582" fmla="*/ 5294042 w 7467663"/>
              <a:gd name="connsiteY582" fmla="*/ 2065019 h 6858000"/>
              <a:gd name="connsiteX583" fmla="*/ 5171936 w 7467663"/>
              <a:gd name="connsiteY583" fmla="*/ 1647613 h 6858000"/>
              <a:gd name="connsiteX584" fmla="*/ 5009948 w 7467663"/>
              <a:gd name="connsiteY584" fmla="*/ 1273619 h 6858000"/>
              <a:gd name="connsiteX585" fmla="*/ 655236 w 7467663"/>
              <a:gd name="connsiteY585" fmla="*/ 1268632 h 6858000"/>
              <a:gd name="connsiteX586" fmla="*/ 839521 w 7467663"/>
              <a:gd name="connsiteY586" fmla="*/ 1685315 h 6858000"/>
              <a:gd name="connsiteX587" fmla="*/ 1109416 w 7467663"/>
              <a:gd name="connsiteY587" fmla="*/ 2061663 h 6858000"/>
              <a:gd name="connsiteX588" fmla="*/ 1298300 w 7467663"/>
              <a:gd name="connsiteY588" fmla="*/ 2247742 h 6858000"/>
              <a:gd name="connsiteX589" fmla="*/ 1125871 w 7467663"/>
              <a:gd name="connsiteY589" fmla="*/ 1989513 h 6858000"/>
              <a:gd name="connsiteX590" fmla="*/ 981574 w 7467663"/>
              <a:gd name="connsiteY590" fmla="*/ 1783157 h 6858000"/>
              <a:gd name="connsiteX591" fmla="*/ 922198 w 7467663"/>
              <a:gd name="connsiteY591" fmla="*/ 1677437 h 6858000"/>
              <a:gd name="connsiteX592" fmla="*/ 869293 w 7467663"/>
              <a:gd name="connsiteY592" fmla="*/ 1583214 h 6858000"/>
              <a:gd name="connsiteX593" fmla="*/ 751431 w 7467663"/>
              <a:gd name="connsiteY593" fmla="*/ 1405731 h 6858000"/>
              <a:gd name="connsiteX594" fmla="*/ 655236 w 7467663"/>
              <a:gd name="connsiteY594" fmla="*/ 1268632 h 6858000"/>
              <a:gd name="connsiteX595" fmla="*/ 6516292 w 7467663"/>
              <a:gd name="connsiteY595" fmla="*/ 1263064 h 6858000"/>
              <a:gd name="connsiteX596" fmla="*/ 5736320 w 7467663"/>
              <a:gd name="connsiteY596" fmla="*/ 1501803 h 6858000"/>
              <a:gd name="connsiteX597" fmla="*/ 6516292 w 7467663"/>
              <a:gd name="connsiteY597" fmla="*/ 1263064 h 6858000"/>
              <a:gd name="connsiteX598" fmla="*/ 291466 w 7467663"/>
              <a:gd name="connsiteY598" fmla="*/ 1250369 h 6858000"/>
              <a:gd name="connsiteX599" fmla="*/ 323180 w 7467663"/>
              <a:gd name="connsiteY599" fmla="*/ 1435283 h 6858000"/>
              <a:gd name="connsiteX600" fmla="*/ 349381 w 7467663"/>
              <a:gd name="connsiteY600" fmla="*/ 1875041 h 6858000"/>
              <a:gd name="connsiteX601" fmla="*/ 374363 w 7467663"/>
              <a:gd name="connsiteY601" fmla="*/ 1506494 h 6858000"/>
              <a:gd name="connsiteX602" fmla="*/ 302168 w 7467663"/>
              <a:gd name="connsiteY602" fmla="*/ 1274495 h 6858000"/>
              <a:gd name="connsiteX603" fmla="*/ 291466 w 7467663"/>
              <a:gd name="connsiteY603" fmla="*/ 1250369 h 6858000"/>
              <a:gd name="connsiteX604" fmla="*/ 678222 w 7467663"/>
              <a:gd name="connsiteY604" fmla="*/ 1248670 h 6858000"/>
              <a:gd name="connsiteX605" fmla="*/ 775536 w 7467663"/>
              <a:gd name="connsiteY605" fmla="*/ 1388015 h 6858000"/>
              <a:gd name="connsiteX606" fmla="*/ 894529 w 7467663"/>
              <a:gd name="connsiteY606" fmla="*/ 1567739 h 6858000"/>
              <a:gd name="connsiteX607" fmla="*/ 948000 w 7467663"/>
              <a:gd name="connsiteY607" fmla="*/ 1663088 h 6858000"/>
              <a:gd name="connsiteX608" fmla="*/ 1006812 w 7467663"/>
              <a:gd name="connsiteY608" fmla="*/ 1767683 h 6858000"/>
              <a:gd name="connsiteX609" fmla="*/ 1149133 w 7467663"/>
              <a:gd name="connsiteY609" fmla="*/ 1971513 h 6858000"/>
              <a:gd name="connsiteX610" fmla="*/ 1333952 w 7467663"/>
              <a:gd name="connsiteY610" fmla="*/ 2251620 h 6858000"/>
              <a:gd name="connsiteX611" fmla="*/ 1337329 w 7467663"/>
              <a:gd name="connsiteY611" fmla="*/ 2258350 h 6858000"/>
              <a:gd name="connsiteX612" fmla="*/ 1014726 w 7467663"/>
              <a:gd name="connsiteY612" fmla="*/ 1615556 h 6858000"/>
              <a:gd name="connsiteX613" fmla="*/ 678222 w 7467663"/>
              <a:gd name="connsiteY613" fmla="*/ 1248670 h 6858000"/>
              <a:gd name="connsiteX614" fmla="*/ 6691602 w 7467663"/>
              <a:gd name="connsiteY614" fmla="*/ 1140573 h 6858000"/>
              <a:gd name="connsiteX615" fmla="*/ 6571100 w 7467663"/>
              <a:gd name="connsiteY615" fmla="*/ 1183662 h 6858000"/>
              <a:gd name="connsiteX616" fmla="*/ 6241687 w 7467663"/>
              <a:gd name="connsiteY616" fmla="*/ 1257600 h 6858000"/>
              <a:gd name="connsiteX617" fmla="*/ 5693009 w 7467663"/>
              <a:gd name="connsiteY617" fmla="*/ 1478256 h 6858000"/>
              <a:gd name="connsiteX618" fmla="*/ 6548420 w 7467663"/>
              <a:gd name="connsiteY618" fmla="*/ 1214599 h 6858000"/>
              <a:gd name="connsiteX619" fmla="*/ 6605473 w 7467663"/>
              <a:gd name="connsiteY619" fmla="*/ 1184686 h 6858000"/>
              <a:gd name="connsiteX620" fmla="*/ 6691602 w 7467663"/>
              <a:gd name="connsiteY620" fmla="*/ 1140573 h 6858000"/>
              <a:gd name="connsiteX621" fmla="*/ 4002475 w 7467663"/>
              <a:gd name="connsiteY621" fmla="*/ 1037802 h 6858000"/>
              <a:gd name="connsiteX622" fmla="*/ 4000324 w 7467663"/>
              <a:gd name="connsiteY622" fmla="*/ 1039362 h 6858000"/>
              <a:gd name="connsiteX623" fmla="*/ 4002862 w 7467663"/>
              <a:gd name="connsiteY623" fmla="*/ 1042866 h 6858000"/>
              <a:gd name="connsiteX624" fmla="*/ 4002475 w 7467663"/>
              <a:gd name="connsiteY624" fmla="*/ 1037802 h 6858000"/>
              <a:gd name="connsiteX625" fmla="*/ 506322 w 7467663"/>
              <a:gd name="connsiteY625" fmla="*/ 1020997 h 6858000"/>
              <a:gd name="connsiteX626" fmla="*/ 533068 w 7467663"/>
              <a:gd name="connsiteY626" fmla="*/ 1029409 h 6858000"/>
              <a:gd name="connsiteX627" fmla="*/ 1232525 w 7467663"/>
              <a:gd name="connsiteY627" fmla="*/ 1804675 h 6858000"/>
              <a:gd name="connsiteX628" fmla="*/ 1388858 w 7467663"/>
              <a:gd name="connsiteY628" fmla="*/ 2368011 h 6858000"/>
              <a:gd name="connsiteX629" fmla="*/ 1384098 w 7467663"/>
              <a:gd name="connsiteY629" fmla="*/ 2378125 h 6858000"/>
              <a:gd name="connsiteX630" fmla="*/ 1425393 w 7467663"/>
              <a:gd name="connsiteY630" fmla="*/ 2589124 h 6858000"/>
              <a:gd name="connsiteX631" fmla="*/ 1424001 w 7467663"/>
              <a:gd name="connsiteY631" fmla="*/ 2597541 h 6858000"/>
              <a:gd name="connsiteX632" fmla="*/ 2152729 w 7467663"/>
              <a:gd name="connsiteY632" fmla="*/ 2864487 h 6858000"/>
              <a:gd name="connsiteX633" fmla="*/ 2020609 w 7467663"/>
              <a:gd name="connsiteY633" fmla="*/ 2539671 h 6858000"/>
              <a:gd name="connsiteX634" fmla="*/ 2018920 w 7467663"/>
              <a:gd name="connsiteY634" fmla="*/ 2536309 h 6858000"/>
              <a:gd name="connsiteX635" fmla="*/ 1342441 w 7467663"/>
              <a:gd name="connsiteY635" fmla="*/ 1173017 h 6858000"/>
              <a:gd name="connsiteX636" fmla="*/ 1367925 w 7467663"/>
              <a:gd name="connsiteY636" fmla="*/ 1135648 h 6858000"/>
              <a:gd name="connsiteX637" fmla="*/ 1771401 w 7467663"/>
              <a:gd name="connsiteY637" fmla="*/ 1806673 h 6858000"/>
              <a:gd name="connsiteX638" fmla="*/ 1972385 w 7467663"/>
              <a:gd name="connsiteY638" fmla="*/ 2198735 h 6858000"/>
              <a:gd name="connsiteX639" fmla="*/ 2040892 w 7467663"/>
              <a:gd name="connsiteY639" fmla="*/ 2405205 h 6858000"/>
              <a:gd name="connsiteX640" fmla="*/ 2131689 w 7467663"/>
              <a:gd name="connsiteY640" fmla="*/ 1936926 h 6858000"/>
              <a:gd name="connsiteX641" fmla="*/ 2454820 w 7467663"/>
              <a:gd name="connsiteY641" fmla="*/ 1248808 h 6858000"/>
              <a:gd name="connsiteX642" fmla="*/ 2492512 w 7467663"/>
              <a:gd name="connsiteY642" fmla="*/ 1302920 h 6858000"/>
              <a:gd name="connsiteX643" fmla="*/ 2081216 w 7467663"/>
              <a:gd name="connsiteY643" fmla="*/ 2527513 h 6858000"/>
              <a:gd name="connsiteX644" fmla="*/ 2081211 w 7467663"/>
              <a:gd name="connsiteY644" fmla="*/ 2528916 h 6858000"/>
              <a:gd name="connsiteX645" fmla="*/ 2199067 w 7467663"/>
              <a:gd name="connsiteY645" fmla="*/ 2884061 h 6858000"/>
              <a:gd name="connsiteX646" fmla="*/ 3192586 w 7467663"/>
              <a:gd name="connsiteY646" fmla="*/ 3411496 h 6858000"/>
              <a:gd name="connsiteX647" fmla="*/ 3182620 w 7467663"/>
              <a:gd name="connsiteY647" fmla="*/ 3483279 h 6858000"/>
              <a:gd name="connsiteX648" fmla="*/ 2435119 w 7467663"/>
              <a:gd name="connsiteY648" fmla="*/ 3080173 h 6858000"/>
              <a:gd name="connsiteX649" fmla="*/ 2410152 w 7467663"/>
              <a:gd name="connsiteY649" fmla="*/ 3063751 h 6858000"/>
              <a:gd name="connsiteX650" fmla="*/ 2408099 w 7467663"/>
              <a:gd name="connsiteY650" fmla="*/ 3064403 h 6858000"/>
              <a:gd name="connsiteX651" fmla="*/ 2407218 w 7467663"/>
              <a:gd name="connsiteY651" fmla="*/ 3070324 h 6858000"/>
              <a:gd name="connsiteX652" fmla="*/ 2380138 w 7467663"/>
              <a:gd name="connsiteY652" fmla="*/ 3099341 h 6858000"/>
              <a:gd name="connsiteX653" fmla="*/ 1765923 w 7467663"/>
              <a:gd name="connsiteY653" fmla="*/ 3581043 h 6858000"/>
              <a:gd name="connsiteX654" fmla="*/ 1702258 w 7467663"/>
              <a:gd name="connsiteY654" fmla="*/ 3612286 h 6858000"/>
              <a:gd name="connsiteX655" fmla="*/ 1538370 w 7467663"/>
              <a:gd name="connsiteY655" fmla="*/ 3811804 h 6858000"/>
              <a:gd name="connsiteX656" fmla="*/ 542867 w 7467663"/>
              <a:gd name="connsiteY656" fmla="*/ 4944092 h 6858000"/>
              <a:gd name="connsiteX657" fmla="*/ 515800 w 7467663"/>
              <a:gd name="connsiteY657" fmla="*/ 4862180 h 6858000"/>
              <a:gd name="connsiteX658" fmla="*/ 909145 w 7467663"/>
              <a:gd name="connsiteY658" fmla="*/ 4199225 h 6858000"/>
              <a:gd name="connsiteX659" fmla="*/ 1214067 w 7467663"/>
              <a:gd name="connsiteY659" fmla="*/ 3908561 h 6858000"/>
              <a:gd name="connsiteX660" fmla="*/ 640967 w 7467663"/>
              <a:gd name="connsiteY660" fmla="*/ 4105601 h 6858000"/>
              <a:gd name="connsiteX661" fmla="*/ 112563 w 7467663"/>
              <a:gd name="connsiteY661" fmla="*/ 4396952 h 6858000"/>
              <a:gd name="connsiteX662" fmla="*/ 0 w 7467663"/>
              <a:gd name="connsiteY662" fmla="*/ 4466006 h 6858000"/>
              <a:gd name="connsiteX663" fmla="*/ 0 w 7467663"/>
              <a:gd name="connsiteY663" fmla="*/ 4233763 h 6858000"/>
              <a:gd name="connsiteX664" fmla="*/ 36881 w 7467663"/>
              <a:gd name="connsiteY664" fmla="*/ 4200118 h 6858000"/>
              <a:gd name="connsiteX665" fmla="*/ 910534 w 7467663"/>
              <a:gd name="connsiteY665" fmla="*/ 3629753 h 6858000"/>
              <a:gd name="connsiteX666" fmla="*/ 1578717 w 7467663"/>
              <a:gd name="connsiteY666" fmla="*/ 3575982 h 6858000"/>
              <a:gd name="connsiteX667" fmla="*/ 2338780 w 7467663"/>
              <a:gd name="connsiteY667" fmla="*/ 3033725 h 6858000"/>
              <a:gd name="connsiteX668" fmla="*/ 1807991 w 7467663"/>
              <a:gd name="connsiteY668" fmla="*/ 2807184 h 6858000"/>
              <a:gd name="connsiteX669" fmla="*/ 1416358 w 7467663"/>
              <a:gd name="connsiteY669" fmla="*/ 3112571 h 6858000"/>
              <a:gd name="connsiteX670" fmla="*/ 939066 w 7467663"/>
              <a:gd name="connsiteY670" fmla="*/ 3378798 h 6858000"/>
              <a:gd name="connsiteX671" fmla="*/ 115099 w 7467663"/>
              <a:gd name="connsiteY671" fmla="*/ 3607650 h 6858000"/>
              <a:gd name="connsiteX672" fmla="*/ 97284 w 7467663"/>
              <a:gd name="connsiteY672" fmla="*/ 3520393 h 6858000"/>
              <a:gd name="connsiteX673" fmla="*/ 922050 w 7467663"/>
              <a:gd name="connsiteY673" fmla="*/ 3074867 h 6858000"/>
              <a:gd name="connsiteX674" fmla="*/ 1405265 w 7467663"/>
              <a:gd name="connsiteY674" fmla="*/ 3016319 h 6858000"/>
              <a:gd name="connsiteX675" fmla="*/ 1407512 w 7467663"/>
              <a:gd name="connsiteY675" fmla="*/ 3018001 h 6858000"/>
              <a:gd name="connsiteX676" fmla="*/ 1726266 w 7467663"/>
              <a:gd name="connsiteY676" fmla="*/ 2777274 h 6858000"/>
              <a:gd name="connsiteX677" fmla="*/ 625390 w 7467663"/>
              <a:gd name="connsiteY677" fmla="*/ 2514541 h 6858000"/>
              <a:gd name="connsiteX678" fmla="*/ 619799 w 7467663"/>
              <a:gd name="connsiteY678" fmla="*/ 2527180 h 6858000"/>
              <a:gd name="connsiteX679" fmla="*/ 310030 w 7467663"/>
              <a:gd name="connsiteY679" fmla="*/ 2771818 h 6858000"/>
              <a:gd name="connsiteX680" fmla="*/ 173877 w 7467663"/>
              <a:gd name="connsiteY680" fmla="*/ 2937056 h 6858000"/>
              <a:gd name="connsiteX681" fmla="*/ 77889 w 7467663"/>
              <a:gd name="connsiteY681" fmla="*/ 3138440 h 6858000"/>
              <a:gd name="connsiteX682" fmla="*/ 0 w 7467663"/>
              <a:gd name="connsiteY682" fmla="*/ 3271395 h 6858000"/>
              <a:gd name="connsiteX683" fmla="*/ 0 w 7467663"/>
              <a:gd name="connsiteY683" fmla="*/ 3153002 h 6858000"/>
              <a:gd name="connsiteX684" fmla="*/ 2386 w 7467663"/>
              <a:gd name="connsiteY684" fmla="*/ 3149203 h 6858000"/>
              <a:gd name="connsiteX685" fmla="*/ 89753 w 7467663"/>
              <a:gd name="connsiteY685" fmla="*/ 2987702 h 6858000"/>
              <a:gd name="connsiteX686" fmla="*/ 76869 w 7467663"/>
              <a:gd name="connsiteY686" fmla="*/ 3005404 h 6858000"/>
              <a:gd name="connsiteX687" fmla="*/ 32049 w 7467663"/>
              <a:gd name="connsiteY687" fmla="*/ 3065814 h 6858000"/>
              <a:gd name="connsiteX688" fmla="*/ 0 w 7467663"/>
              <a:gd name="connsiteY688" fmla="*/ 3108744 h 6858000"/>
              <a:gd name="connsiteX689" fmla="*/ 0 w 7467663"/>
              <a:gd name="connsiteY689" fmla="*/ 3058059 h 6858000"/>
              <a:gd name="connsiteX690" fmla="*/ 7610 w 7467663"/>
              <a:gd name="connsiteY690" fmla="*/ 3047889 h 6858000"/>
              <a:gd name="connsiteX691" fmla="*/ 52419 w 7467663"/>
              <a:gd name="connsiteY691" fmla="*/ 2987479 h 6858000"/>
              <a:gd name="connsiteX692" fmla="*/ 59142 w 7467663"/>
              <a:gd name="connsiteY692" fmla="*/ 2978488 h 6858000"/>
              <a:gd name="connsiteX693" fmla="*/ 0 w 7467663"/>
              <a:gd name="connsiteY693" fmla="*/ 3015334 h 6858000"/>
              <a:gd name="connsiteX694" fmla="*/ 0 w 7467663"/>
              <a:gd name="connsiteY694" fmla="*/ 2914286 h 6858000"/>
              <a:gd name="connsiteX695" fmla="*/ 36383 w 7467663"/>
              <a:gd name="connsiteY695" fmla="*/ 2901128 h 6858000"/>
              <a:gd name="connsiteX696" fmla="*/ 156329 w 7467663"/>
              <a:gd name="connsiteY696" fmla="*/ 2840533 h 6858000"/>
              <a:gd name="connsiteX697" fmla="*/ 358355 w 7467663"/>
              <a:gd name="connsiteY697" fmla="*/ 2620471 h 6858000"/>
              <a:gd name="connsiteX698" fmla="*/ 510577 w 7467663"/>
              <a:gd name="connsiteY698" fmla="*/ 2501244 h 6858000"/>
              <a:gd name="connsiteX699" fmla="*/ 211967 w 7467663"/>
              <a:gd name="connsiteY699" fmla="*/ 2479171 h 6858000"/>
              <a:gd name="connsiteX700" fmla="*/ 0 w 7467663"/>
              <a:gd name="connsiteY700" fmla="*/ 2476398 h 6858000"/>
              <a:gd name="connsiteX701" fmla="*/ 0 w 7467663"/>
              <a:gd name="connsiteY701" fmla="*/ 2389189 h 6858000"/>
              <a:gd name="connsiteX702" fmla="*/ 103062 w 7467663"/>
              <a:gd name="connsiteY702" fmla="*/ 2389518 h 6858000"/>
              <a:gd name="connsiteX703" fmla="*/ 510734 w 7467663"/>
              <a:gd name="connsiteY703" fmla="*/ 2416201 h 6858000"/>
              <a:gd name="connsiteX704" fmla="*/ 279257 w 7467663"/>
              <a:gd name="connsiteY704" fmla="*/ 2092102 h 6858000"/>
              <a:gd name="connsiteX705" fmla="*/ 65265 w 7467663"/>
              <a:gd name="connsiteY705" fmla="*/ 2006049 h 6858000"/>
              <a:gd name="connsiteX706" fmla="*/ 0 w 7467663"/>
              <a:gd name="connsiteY706" fmla="*/ 1982532 h 6858000"/>
              <a:gd name="connsiteX707" fmla="*/ 0 w 7467663"/>
              <a:gd name="connsiteY707" fmla="*/ 1912789 h 6858000"/>
              <a:gd name="connsiteX708" fmla="*/ 97460 w 7467663"/>
              <a:gd name="connsiteY708" fmla="*/ 1953725 h 6858000"/>
              <a:gd name="connsiteX709" fmla="*/ 221272 w 7467663"/>
              <a:gd name="connsiteY709" fmla="*/ 1980766 h 6858000"/>
              <a:gd name="connsiteX710" fmla="*/ 116765 w 7467663"/>
              <a:gd name="connsiteY710" fmla="*/ 1911033 h 6858000"/>
              <a:gd name="connsiteX711" fmla="*/ 16405 w 7467663"/>
              <a:gd name="connsiteY711" fmla="*/ 1803412 h 6858000"/>
              <a:gd name="connsiteX712" fmla="*/ 0 w 7467663"/>
              <a:gd name="connsiteY712" fmla="*/ 1784777 h 6858000"/>
              <a:gd name="connsiteX713" fmla="*/ 0 w 7467663"/>
              <a:gd name="connsiteY713" fmla="*/ 1740082 h 6858000"/>
              <a:gd name="connsiteX714" fmla="*/ 39394 w 7467663"/>
              <a:gd name="connsiteY714" fmla="*/ 1784856 h 6858000"/>
              <a:gd name="connsiteX715" fmla="*/ 135813 w 7467663"/>
              <a:gd name="connsiteY715" fmla="*/ 1888838 h 6858000"/>
              <a:gd name="connsiteX716" fmla="*/ 242575 w 7467663"/>
              <a:gd name="connsiteY716" fmla="*/ 1958841 h 6858000"/>
              <a:gd name="connsiteX717" fmla="*/ 82197 w 7467663"/>
              <a:gd name="connsiteY717" fmla="*/ 1754826 h 6858000"/>
              <a:gd name="connsiteX718" fmla="*/ 0 w 7467663"/>
              <a:gd name="connsiteY718" fmla="*/ 1679650 h 6858000"/>
              <a:gd name="connsiteX719" fmla="*/ 0 w 7467663"/>
              <a:gd name="connsiteY719" fmla="*/ 1602463 h 6858000"/>
              <a:gd name="connsiteX720" fmla="*/ 84689 w 7467663"/>
              <a:gd name="connsiteY720" fmla="*/ 1677442 h 6858000"/>
              <a:gd name="connsiteX721" fmla="*/ 298437 w 7467663"/>
              <a:gd name="connsiteY721" fmla="*/ 1968019 h 6858000"/>
              <a:gd name="connsiteX722" fmla="*/ 227269 w 7467663"/>
              <a:gd name="connsiteY722" fmla="*/ 1114064 h 6858000"/>
              <a:gd name="connsiteX723" fmla="*/ 248003 w 7467663"/>
              <a:gd name="connsiteY723" fmla="*/ 1089613 h 6858000"/>
              <a:gd name="connsiteX724" fmla="*/ 427020 w 7467663"/>
              <a:gd name="connsiteY724" fmla="*/ 1619803 h 6858000"/>
              <a:gd name="connsiteX725" fmla="*/ 340345 w 7467663"/>
              <a:gd name="connsiteY725" fmla="*/ 2027739 h 6858000"/>
              <a:gd name="connsiteX726" fmla="*/ 360865 w 7467663"/>
              <a:gd name="connsiteY726" fmla="*/ 2044827 h 6858000"/>
              <a:gd name="connsiteX727" fmla="*/ 560414 w 7467663"/>
              <a:gd name="connsiteY727" fmla="*/ 2421457 h 6858000"/>
              <a:gd name="connsiteX728" fmla="*/ 1359703 w 7467663"/>
              <a:gd name="connsiteY728" fmla="*/ 2578554 h 6858000"/>
              <a:gd name="connsiteX729" fmla="*/ 1359422 w 7467663"/>
              <a:gd name="connsiteY729" fmla="*/ 2577994 h 6858000"/>
              <a:gd name="connsiteX730" fmla="*/ 828701 w 7467663"/>
              <a:gd name="connsiteY730" fmla="*/ 1839520 h 6858000"/>
              <a:gd name="connsiteX731" fmla="*/ 494427 w 7467663"/>
              <a:gd name="connsiteY731" fmla="*/ 1092333 h 6858000"/>
              <a:gd name="connsiteX732" fmla="*/ 506322 w 7467663"/>
              <a:gd name="connsiteY732" fmla="*/ 1020997 h 6858000"/>
              <a:gd name="connsiteX733" fmla="*/ 4570198 w 7467663"/>
              <a:gd name="connsiteY733" fmla="*/ 978081 h 6858000"/>
              <a:gd name="connsiteX734" fmla="*/ 4523691 w 7467663"/>
              <a:gd name="connsiteY734" fmla="*/ 1127776 h 6858000"/>
              <a:gd name="connsiteX735" fmla="*/ 4509875 w 7467663"/>
              <a:gd name="connsiteY735" fmla="*/ 1167552 h 6858000"/>
              <a:gd name="connsiteX736" fmla="*/ 4478168 w 7467663"/>
              <a:gd name="connsiteY736" fmla="*/ 1260735 h 6858000"/>
              <a:gd name="connsiteX737" fmla="*/ 4409309 w 7467663"/>
              <a:gd name="connsiteY737" fmla="*/ 1666996 h 6858000"/>
              <a:gd name="connsiteX738" fmla="*/ 4370031 w 7467663"/>
              <a:gd name="connsiteY738" fmla="*/ 1955666 h 6858000"/>
              <a:gd name="connsiteX739" fmla="*/ 4570198 w 7467663"/>
              <a:gd name="connsiteY739" fmla="*/ 978081 h 6858000"/>
              <a:gd name="connsiteX740" fmla="*/ 4557898 w 7467663"/>
              <a:gd name="connsiteY740" fmla="*/ 900011 h 6858000"/>
              <a:gd name="connsiteX741" fmla="*/ 4344840 w 7467663"/>
              <a:gd name="connsiteY741" fmla="*/ 1922038 h 6858000"/>
              <a:gd name="connsiteX742" fmla="*/ 4378710 w 7467663"/>
              <a:gd name="connsiteY742" fmla="*/ 1665516 h 6858000"/>
              <a:gd name="connsiteX743" fmla="*/ 4448798 w 7467663"/>
              <a:gd name="connsiteY743" fmla="*/ 1253024 h 6858000"/>
              <a:gd name="connsiteX744" fmla="*/ 4480315 w 7467663"/>
              <a:gd name="connsiteY744" fmla="*/ 1158454 h 6858000"/>
              <a:gd name="connsiteX745" fmla="*/ 4494133 w 7467663"/>
              <a:gd name="connsiteY745" fmla="*/ 1118676 h 6858000"/>
              <a:gd name="connsiteX746" fmla="*/ 4557898 w 7467663"/>
              <a:gd name="connsiteY746" fmla="*/ 900011 h 6858000"/>
              <a:gd name="connsiteX747" fmla="*/ 5870151 w 7467663"/>
              <a:gd name="connsiteY747" fmla="*/ 898890 h 6858000"/>
              <a:gd name="connsiteX748" fmla="*/ 5861335 w 7467663"/>
              <a:gd name="connsiteY748" fmla="*/ 899177 h 6858000"/>
              <a:gd name="connsiteX749" fmla="*/ 5843702 w 7467663"/>
              <a:gd name="connsiteY749" fmla="*/ 899748 h 6858000"/>
              <a:gd name="connsiteX750" fmla="*/ 5651107 w 7467663"/>
              <a:gd name="connsiteY750" fmla="*/ 920306 h 6858000"/>
              <a:gd name="connsiteX751" fmla="*/ 5459407 w 7467663"/>
              <a:gd name="connsiteY751" fmla="*/ 940975 h 6858000"/>
              <a:gd name="connsiteX752" fmla="*/ 5374846 w 7467663"/>
              <a:gd name="connsiteY752" fmla="*/ 941988 h 6858000"/>
              <a:gd name="connsiteX753" fmla="*/ 5256105 w 7467663"/>
              <a:gd name="connsiteY753" fmla="*/ 945632 h 6858000"/>
              <a:gd name="connsiteX754" fmla="*/ 5107071 w 7467663"/>
              <a:gd name="connsiteY754" fmla="*/ 969720 h 6858000"/>
              <a:gd name="connsiteX755" fmla="*/ 4998681 w 7467663"/>
              <a:gd name="connsiteY755" fmla="*/ 988771 h 6858000"/>
              <a:gd name="connsiteX756" fmla="*/ 5870151 w 7467663"/>
              <a:gd name="connsiteY756" fmla="*/ 898890 h 6858000"/>
              <a:gd name="connsiteX757" fmla="*/ 5504425 w 7467663"/>
              <a:gd name="connsiteY757" fmla="*/ 848067 h 6858000"/>
              <a:gd name="connsiteX758" fmla="*/ 4968849 w 7467663"/>
              <a:gd name="connsiteY758" fmla="*/ 962318 h 6858000"/>
              <a:gd name="connsiteX759" fmla="*/ 5104039 w 7467663"/>
              <a:gd name="connsiteY759" fmla="*/ 940634 h 6858000"/>
              <a:gd name="connsiteX760" fmla="*/ 5256311 w 7467663"/>
              <a:gd name="connsiteY760" fmla="*/ 916490 h 6858000"/>
              <a:gd name="connsiteX761" fmla="*/ 5377381 w 7467663"/>
              <a:gd name="connsiteY761" fmla="*/ 912671 h 6858000"/>
              <a:gd name="connsiteX762" fmla="*/ 5460148 w 7467663"/>
              <a:gd name="connsiteY762" fmla="*/ 911442 h 6858000"/>
              <a:gd name="connsiteX763" fmla="*/ 5648971 w 7467663"/>
              <a:gd name="connsiteY763" fmla="*/ 891331 h 6858000"/>
              <a:gd name="connsiteX764" fmla="*/ 5844807 w 7467663"/>
              <a:gd name="connsiteY764" fmla="*/ 870718 h 6858000"/>
              <a:gd name="connsiteX765" fmla="*/ 5862975 w 7467663"/>
              <a:gd name="connsiteY765" fmla="*/ 869756 h 6858000"/>
              <a:gd name="connsiteX766" fmla="*/ 5920887 w 7467663"/>
              <a:gd name="connsiteY766" fmla="*/ 865929 h 6858000"/>
              <a:gd name="connsiteX767" fmla="*/ 5504425 w 7467663"/>
              <a:gd name="connsiteY767" fmla="*/ 848067 h 6858000"/>
              <a:gd name="connsiteX768" fmla="*/ 3607114 w 7467663"/>
              <a:gd name="connsiteY768" fmla="*/ 467441 h 6858000"/>
              <a:gd name="connsiteX769" fmla="*/ 3296242 w 7467663"/>
              <a:gd name="connsiteY769" fmla="*/ 807991 h 6858000"/>
              <a:gd name="connsiteX770" fmla="*/ 3174674 w 7467663"/>
              <a:gd name="connsiteY770" fmla="*/ 919759 h 6858000"/>
              <a:gd name="connsiteX771" fmla="*/ 3042978 w 7467663"/>
              <a:gd name="connsiteY771" fmla="*/ 1054894 h 6858000"/>
              <a:gd name="connsiteX772" fmla="*/ 2968914 w 7467663"/>
              <a:gd name="connsiteY772" fmla="*/ 1133756 h 6858000"/>
              <a:gd name="connsiteX773" fmla="*/ 3103823 w 7467663"/>
              <a:gd name="connsiteY773" fmla="*/ 1026814 h 6858000"/>
              <a:gd name="connsiteX774" fmla="*/ 3607114 w 7467663"/>
              <a:gd name="connsiteY774" fmla="*/ 467441 h 6858000"/>
              <a:gd name="connsiteX775" fmla="*/ 3744487 w 7467663"/>
              <a:gd name="connsiteY775" fmla="*/ 383136 h 6858000"/>
              <a:gd name="connsiteX776" fmla="*/ 3970213 w 7467663"/>
              <a:gd name="connsiteY776" fmla="*/ 995559 h 6858000"/>
              <a:gd name="connsiteX777" fmla="*/ 3744487 w 7467663"/>
              <a:gd name="connsiteY777" fmla="*/ 383136 h 6858000"/>
              <a:gd name="connsiteX778" fmla="*/ 3624562 w 7467663"/>
              <a:gd name="connsiteY778" fmla="*/ 367041 h 6858000"/>
              <a:gd name="connsiteX779" fmla="*/ 3489712 w 7467663"/>
              <a:gd name="connsiteY779" fmla="*/ 485386 h 6858000"/>
              <a:gd name="connsiteX780" fmla="*/ 3182994 w 7467663"/>
              <a:gd name="connsiteY780" fmla="*/ 828265 h 6858000"/>
              <a:gd name="connsiteX781" fmla="*/ 2892114 w 7467663"/>
              <a:gd name="connsiteY781" fmla="*/ 1172635 h 6858000"/>
              <a:gd name="connsiteX782" fmla="*/ 3021459 w 7467663"/>
              <a:gd name="connsiteY782" fmla="*/ 1035385 h 6858000"/>
              <a:gd name="connsiteX783" fmla="*/ 3153873 w 7467663"/>
              <a:gd name="connsiteY783" fmla="*/ 898971 h 6858000"/>
              <a:gd name="connsiteX784" fmla="*/ 3276511 w 7467663"/>
              <a:gd name="connsiteY784" fmla="*/ 786423 h 6858000"/>
              <a:gd name="connsiteX785" fmla="*/ 3584154 w 7467663"/>
              <a:gd name="connsiteY785" fmla="*/ 448218 h 6858000"/>
              <a:gd name="connsiteX786" fmla="*/ 3624562 w 7467663"/>
              <a:gd name="connsiteY786" fmla="*/ 367041 h 6858000"/>
              <a:gd name="connsiteX787" fmla="*/ 3766672 w 7467663"/>
              <a:gd name="connsiteY787" fmla="*/ 359429 h 6858000"/>
              <a:gd name="connsiteX788" fmla="*/ 3996338 w 7467663"/>
              <a:gd name="connsiteY788" fmla="*/ 968237 h 6858000"/>
              <a:gd name="connsiteX789" fmla="*/ 3766672 w 7467663"/>
              <a:gd name="connsiteY789" fmla="*/ 359429 h 6858000"/>
              <a:gd name="connsiteX790" fmla="*/ 5805386 w 7467663"/>
              <a:gd name="connsiteY790" fmla="*/ 239240 h 6858000"/>
              <a:gd name="connsiteX791" fmla="*/ 5736947 w 7467663"/>
              <a:gd name="connsiteY791" fmla="*/ 261367 h 6858000"/>
              <a:gd name="connsiteX792" fmla="*/ 5427012 w 7467663"/>
              <a:gd name="connsiteY792" fmla="*/ 311272 h 6858000"/>
              <a:gd name="connsiteX793" fmla="*/ 5147818 w 7467663"/>
              <a:gd name="connsiteY793" fmla="*/ 322112 h 6858000"/>
              <a:gd name="connsiteX794" fmla="*/ 5060854 w 7467663"/>
              <a:gd name="connsiteY794" fmla="*/ 311882 h 6858000"/>
              <a:gd name="connsiteX795" fmla="*/ 4945989 w 7467663"/>
              <a:gd name="connsiteY795" fmla="*/ 300516 h 6858000"/>
              <a:gd name="connsiteX796" fmla="*/ 5410479 w 7467663"/>
              <a:gd name="connsiteY796" fmla="*/ 348434 h 6858000"/>
              <a:gd name="connsiteX797" fmla="*/ 5805386 w 7467663"/>
              <a:gd name="connsiteY797" fmla="*/ 239240 h 6858000"/>
              <a:gd name="connsiteX798" fmla="*/ 5905192 w 7467663"/>
              <a:gd name="connsiteY798" fmla="*/ 163079 h 6858000"/>
              <a:gd name="connsiteX799" fmla="*/ 5865655 w 7467663"/>
              <a:gd name="connsiteY799" fmla="*/ 171901 h 6858000"/>
              <a:gd name="connsiteX800" fmla="*/ 5259740 w 7467663"/>
              <a:gd name="connsiteY800" fmla="*/ 257013 h 6858000"/>
              <a:gd name="connsiteX801" fmla="*/ 5208466 w 7467663"/>
              <a:gd name="connsiteY801" fmla="*/ 257550 h 6858000"/>
              <a:gd name="connsiteX802" fmla="*/ 4980204 w 7467663"/>
              <a:gd name="connsiteY802" fmla="*/ 271903 h 6858000"/>
              <a:gd name="connsiteX803" fmla="*/ 5068068 w 7467663"/>
              <a:gd name="connsiteY803" fmla="*/ 282244 h 6858000"/>
              <a:gd name="connsiteX804" fmla="*/ 5153231 w 7467663"/>
              <a:gd name="connsiteY804" fmla="*/ 292240 h 6858000"/>
              <a:gd name="connsiteX805" fmla="*/ 5426491 w 7467663"/>
              <a:gd name="connsiteY805" fmla="*/ 281128 h 6858000"/>
              <a:gd name="connsiteX806" fmla="*/ 5731212 w 7467663"/>
              <a:gd name="connsiteY806" fmla="*/ 231951 h 6858000"/>
              <a:gd name="connsiteX807" fmla="*/ 5905192 w 7467663"/>
              <a:gd name="connsiteY807" fmla="*/ 163079 h 6858000"/>
              <a:gd name="connsiteX808" fmla="*/ 5944437 w 7467663"/>
              <a:gd name="connsiteY808" fmla="*/ 113829 h 6858000"/>
              <a:gd name="connsiteX809" fmla="*/ 5825032 w 7467663"/>
              <a:gd name="connsiteY809" fmla="*/ 146405 h 6858000"/>
              <a:gd name="connsiteX810" fmla="*/ 4955599 w 7467663"/>
              <a:gd name="connsiteY810" fmla="*/ 247008 h 6858000"/>
              <a:gd name="connsiteX811" fmla="*/ 5210104 w 7467663"/>
              <a:gd name="connsiteY811" fmla="*/ 228123 h 6858000"/>
              <a:gd name="connsiteX812" fmla="*/ 5261015 w 7467663"/>
              <a:gd name="connsiteY812" fmla="*/ 227087 h 6858000"/>
              <a:gd name="connsiteX813" fmla="*/ 5861181 w 7467663"/>
              <a:gd name="connsiteY813" fmla="*/ 143093 h 6858000"/>
              <a:gd name="connsiteX814" fmla="*/ 5961252 w 7467663"/>
              <a:gd name="connsiteY814" fmla="*/ 114820 h 6858000"/>
              <a:gd name="connsiteX815" fmla="*/ 5944437 w 7467663"/>
              <a:gd name="connsiteY815" fmla="*/ 113829 h 6858000"/>
              <a:gd name="connsiteX816" fmla="*/ 3882765 w 7467663"/>
              <a:gd name="connsiteY816" fmla="*/ 0 h 6858000"/>
              <a:gd name="connsiteX817" fmla="*/ 3995099 w 7467663"/>
              <a:gd name="connsiteY817" fmla="*/ 0 h 6858000"/>
              <a:gd name="connsiteX818" fmla="*/ 4163818 w 7467663"/>
              <a:gd name="connsiteY818" fmla="*/ 234104 h 6858000"/>
              <a:gd name="connsiteX819" fmla="*/ 4172099 w 7467663"/>
              <a:gd name="connsiteY819" fmla="*/ 234207 h 6858000"/>
              <a:gd name="connsiteX820" fmla="*/ 4784282 w 7467663"/>
              <a:gd name="connsiteY820" fmla="*/ 276561 h 6858000"/>
              <a:gd name="connsiteX821" fmla="*/ 4801687 w 7467663"/>
              <a:gd name="connsiteY821" fmla="*/ 267764 h 6858000"/>
              <a:gd name="connsiteX822" fmla="*/ 6082788 w 7467663"/>
              <a:gd name="connsiteY822" fmla="*/ 64119 h 6858000"/>
              <a:gd name="connsiteX823" fmla="*/ 6099442 w 7467663"/>
              <a:gd name="connsiteY823" fmla="*/ 82568 h 6858000"/>
              <a:gd name="connsiteX824" fmla="*/ 4804137 w 7467663"/>
              <a:gd name="connsiteY824" fmla="*/ 320931 h 6858000"/>
              <a:gd name="connsiteX825" fmla="*/ 4227047 w 7467663"/>
              <a:gd name="connsiteY825" fmla="*/ 313415 h 6858000"/>
              <a:gd name="connsiteX826" fmla="*/ 4346041 w 7467663"/>
              <a:gd name="connsiteY826" fmla="*/ 456086 h 6858000"/>
              <a:gd name="connsiteX827" fmla="*/ 4870967 w 7467663"/>
              <a:gd name="connsiteY827" fmla="*/ 963061 h 6858000"/>
              <a:gd name="connsiteX828" fmla="*/ 4889647 w 7467663"/>
              <a:gd name="connsiteY828" fmla="*/ 957147 h 6858000"/>
              <a:gd name="connsiteX829" fmla="*/ 5422504 w 7467663"/>
              <a:gd name="connsiteY829" fmla="*/ 805191 h 6858000"/>
              <a:gd name="connsiteX830" fmla="*/ 6087656 w 7467663"/>
              <a:gd name="connsiteY830" fmla="*/ 826703 h 6858000"/>
              <a:gd name="connsiteX831" fmla="*/ 6058717 w 7467663"/>
              <a:gd name="connsiteY831" fmla="*/ 865992 h 6858000"/>
              <a:gd name="connsiteX832" fmla="*/ 4974153 w 7467663"/>
              <a:gd name="connsiteY832" fmla="*/ 1045456 h 6858000"/>
              <a:gd name="connsiteX833" fmla="*/ 5627835 w 7467663"/>
              <a:gd name="connsiteY833" fmla="*/ 1472077 h 6858000"/>
              <a:gd name="connsiteX834" fmla="*/ 5629817 w 7467663"/>
              <a:gd name="connsiteY834" fmla="*/ 1471412 h 6858000"/>
              <a:gd name="connsiteX835" fmla="*/ 5634124 w 7467663"/>
              <a:gd name="connsiteY835" fmla="*/ 1470572 h 6858000"/>
              <a:gd name="connsiteX836" fmla="*/ 5755832 w 7467663"/>
              <a:gd name="connsiteY836" fmla="*/ 1383886 h 6858000"/>
              <a:gd name="connsiteX837" fmla="*/ 6014186 w 7467663"/>
              <a:gd name="connsiteY837" fmla="*/ 1279799 h 6858000"/>
              <a:gd name="connsiteX838" fmla="*/ 6901619 w 7467663"/>
              <a:gd name="connsiteY838" fmla="*/ 1047874 h 6858000"/>
              <a:gd name="connsiteX839" fmla="*/ 6931566 w 7467663"/>
              <a:gd name="connsiteY839" fmla="*/ 1062034 h 6858000"/>
              <a:gd name="connsiteX840" fmla="*/ 5790982 w 7467663"/>
              <a:gd name="connsiteY840" fmla="*/ 1561380 h 6858000"/>
              <a:gd name="connsiteX841" fmla="*/ 6188971 w 7467663"/>
              <a:gd name="connsiteY841" fmla="*/ 1755168 h 6858000"/>
              <a:gd name="connsiteX842" fmla="*/ 6202446 w 7467663"/>
              <a:gd name="connsiteY842" fmla="*/ 1752268 h 6858000"/>
              <a:gd name="connsiteX843" fmla="*/ 7179560 w 7467663"/>
              <a:gd name="connsiteY843" fmla="*/ 1467551 h 6858000"/>
              <a:gd name="connsiteX844" fmla="*/ 7158730 w 7467663"/>
              <a:gd name="connsiteY844" fmla="*/ 1507835 h 6858000"/>
              <a:gd name="connsiteX845" fmla="*/ 6326959 w 7467663"/>
              <a:gd name="connsiteY845" fmla="*/ 1817686 h 6858000"/>
              <a:gd name="connsiteX846" fmla="*/ 6537433 w 7467663"/>
              <a:gd name="connsiteY846" fmla="*/ 1907790 h 6858000"/>
              <a:gd name="connsiteX847" fmla="*/ 6550221 w 7467663"/>
              <a:gd name="connsiteY847" fmla="*/ 1910729 h 6858000"/>
              <a:gd name="connsiteX848" fmla="*/ 6964438 w 7467663"/>
              <a:gd name="connsiteY848" fmla="*/ 2209505 h 6858000"/>
              <a:gd name="connsiteX849" fmla="*/ 7367862 w 7467663"/>
              <a:gd name="connsiteY849" fmla="*/ 2806833 h 6858000"/>
              <a:gd name="connsiteX850" fmla="*/ 7364329 w 7467663"/>
              <a:gd name="connsiteY850" fmla="*/ 2826907 h 6858000"/>
              <a:gd name="connsiteX851" fmla="*/ 7290545 w 7467663"/>
              <a:gd name="connsiteY851" fmla="*/ 2850663 h 6858000"/>
              <a:gd name="connsiteX852" fmla="*/ 6472036 w 7467663"/>
              <a:gd name="connsiteY852" fmla="*/ 1959003 h 6858000"/>
              <a:gd name="connsiteX853" fmla="*/ 5792897 w 7467663"/>
              <a:gd name="connsiteY853" fmla="*/ 1647747 h 6858000"/>
              <a:gd name="connsiteX854" fmla="*/ 5842751 w 7467663"/>
              <a:gd name="connsiteY854" fmla="*/ 1816112 h 6858000"/>
              <a:gd name="connsiteX855" fmla="*/ 5847424 w 7467663"/>
              <a:gd name="connsiteY855" fmla="*/ 1815776 h 6858000"/>
              <a:gd name="connsiteX856" fmla="*/ 6399821 w 7467663"/>
              <a:gd name="connsiteY856" fmla="*/ 2344799 h 6858000"/>
              <a:gd name="connsiteX857" fmla="*/ 6323232 w 7467663"/>
              <a:gd name="connsiteY857" fmla="*/ 2389634 h 6858000"/>
              <a:gd name="connsiteX858" fmla="*/ 5942958 w 7467663"/>
              <a:gd name="connsiteY858" fmla="*/ 2077708 h 6858000"/>
              <a:gd name="connsiteX859" fmla="*/ 5921559 w 7467663"/>
              <a:gd name="connsiteY859" fmla="*/ 2378596 h 6858000"/>
              <a:gd name="connsiteX860" fmla="*/ 5817651 w 7467663"/>
              <a:gd name="connsiteY860" fmla="*/ 3023919 h 6858000"/>
              <a:gd name="connsiteX861" fmla="*/ 5729634 w 7467663"/>
              <a:gd name="connsiteY861" fmla="*/ 3051849 h 6858000"/>
              <a:gd name="connsiteX862" fmla="*/ 5611018 w 7467663"/>
              <a:gd name="connsiteY862" fmla="*/ 2316769 h 6858000"/>
              <a:gd name="connsiteX863" fmla="*/ 5687608 w 7467663"/>
              <a:gd name="connsiteY863" fmla="*/ 2039972 h 6858000"/>
              <a:gd name="connsiteX864" fmla="*/ 5657554 w 7467663"/>
              <a:gd name="connsiteY864" fmla="*/ 1576445 h 6858000"/>
              <a:gd name="connsiteX865" fmla="*/ 5150475 w 7467663"/>
              <a:gd name="connsiteY865" fmla="*/ 1274012 h 6858000"/>
              <a:gd name="connsiteX866" fmla="*/ 5349142 w 7467663"/>
              <a:gd name="connsiteY866" fmla="*/ 2204405 h 6858000"/>
              <a:gd name="connsiteX867" fmla="*/ 5262214 w 7467663"/>
              <a:gd name="connsiteY867" fmla="*/ 2233836 h 6858000"/>
              <a:gd name="connsiteX868" fmla="*/ 4981539 w 7467663"/>
              <a:gd name="connsiteY868" fmla="*/ 1542201 h 6858000"/>
              <a:gd name="connsiteX869" fmla="*/ 4958461 w 7467663"/>
              <a:gd name="connsiteY869" fmla="*/ 1136957 h 6858000"/>
              <a:gd name="connsiteX870" fmla="*/ 4655015 w 7467663"/>
              <a:gd name="connsiteY870" fmla="*/ 891426 h 6858000"/>
              <a:gd name="connsiteX871" fmla="*/ 4348002 w 7467663"/>
              <a:gd name="connsiteY871" fmla="*/ 2205895 h 6858000"/>
              <a:gd name="connsiteX872" fmla="*/ 4262250 w 7467663"/>
              <a:gd name="connsiteY872" fmla="*/ 2219972 h 6858000"/>
              <a:gd name="connsiteX873" fmla="*/ 4550611 w 7467663"/>
              <a:gd name="connsiteY873" fmla="*/ 817540 h 6858000"/>
              <a:gd name="connsiteX874" fmla="*/ 4564418 w 7467663"/>
              <a:gd name="connsiteY874" fmla="*/ 808293 h 6858000"/>
              <a:gd name="connsiteX875" fmla="*/ 4266388 w 7467663"/>
              <a:gd name="connsiteY875" fmla="*/ 500083 h 6858000"/>
              <a:gd name="connsiteX876" fmla="*/ 4032842 w 7467663"/>
              <a:gd name="connsiteY876" fmla="*/ 211809 h 6858000"/>
              <a:gd name="connsiteX877" fmla="*/ 3882765 w 7467663"/>
              <a:gd name="connsiteY877" fmla="*/ 0 h 6858000"/>
              <a:gd name="connsiteX878" fmla="*/ 3721337 w 7467663"/>
              <a:gd name="connsiteY878" fmla="*/ 0 h 6858000"/>
              <a:gd name="connsiteX879" fmla="*/ 3797544 w 7467663"/>
              <a:gd name="connsiteY879" fmla="*/ 0 h 6858000"/>
              <a:gd name="connsiteX880" fmla="*/ 3775734 w 7467663"/>
              <a:gd name="connsiteY880" fmla="*/ 95131 h 6858000"/>
              <a:gd name="connsiteX881" fmla="*/ 3724807 w 7467663"/>
              <a:gd name="connsiteY881" fmla="*/ 272257 h 6858000"/>
              <a:gd name="connsiteX882" fmla="*/ 3726844 w 7467663"/>
              <a:gd name="connsiteY882" fmla="*/ 282988 h 6858000"/>
              <a:gd name="connsiteX883" fmla="*/ 3742664 w 7467663"/>
              <a:gd name="connsiteY883" fmla="*/ 279918 h 6858000"/>
              <a:gd name="connsiteX884" fmla="*/ 4103910 w 7467663"/>
              <a:gd name="connsiteY884" fmla="*/ 1161917 h 6858000"/>
              <a:gd name="connsiteX885" fmla="*/ 4020269 w 7467663"/>
              <a:gd name="connsiteY885" fmla="*/ 1200406 h 6858000"/>
              <a:gd name="connsiteX886" fmla="*/ 3674882 w 7467663"/>
              <a:gd name="connsiteY886" fmla="*/ 488524 h 6858000"/>
              <a:gd name="connsiteX887" fmla="*/ 3132682 w 7467663"/>
              <a:gd name="connsiteY887" fmla="*/ 1072284 h 6858000"/>
              <a:gd name="connsiteX888" fmla="*/ 2716346 w 7467663"/>
              <a:gd name="connsiteY888" fmla="*/ 1276376 h 6858000"/>
              <a:gd name="connsiteX889" fmla="*/ 2716772 w 7467663"/>
              <a:gd name="connsiteY889" fmla="*/ 1255462 h 6858000"/>
              <a:gd name="connsiteX890" fmla="*/ 3471096 w 7467663"/>
              <a:gd name="connsiteY890" fmla="*/ 437072 h 6858000"/>
              <a:gd name="connsiteX891" fmla="*/ 3639057 w 7467663"/>
              <a:gd name="connsiteY891" fmla="*/ 286334 h 6858000"/>
              <a:gd name="connsiteX892" fmla="*/ 3640309 w 7467663"/>
              <a:gd name="connsiteY892" fmla="*/ 284664 h 6858000"/>
              <a:gd name="connsiteX893" fmla="*/ 3646022 w 7467663"/>
              <a:gd name="connsiteY893" fmla="*/ 276711 h 6858000"/>
              <a:gd name="connsiteX894" fmla="*/ 3707943 w 7467663"/>
              <a:gd name="connsiteY894" fmla="*/ 65958 h 6858000"/>
              <a:gd name="connsiteX895" fmla="*/ 3721337 w 7467663"/>
              <a:gd name="connsiteY895" fmla="*/ 0 h 6858000"/>
              <a:gd name="connsiteX896" fmla="*/ 2867960 w 7467663"/>
              <a:gd name="connsiteY896" fmla="*/ 0 h 6858000"/>
              <a:gd name="connsiteX897" fmla="*/ 2926351 w 7467663"/>
              <a:gd name="connsiteY897" fmla="*/ 0 h 6858000"/>
              <a:gd name="connsiteX898" fmla="*/ 2902823 w 7467663"/>
              <a:gd name="connsiteY898" fmla="*/ 262929 h 6858000"/>
              <a:gd name="connsiteX899" fmla="*/ 2940663 w 7467663"/>
              <a:gd name="connsiteY899" fmla="*/ 140884 h 6858000"/>
              <a:gd name="connsiteX900" fmla="*/ 2947039 w 7467663"/>
              <a:gd name="connsiteY900" fmla="*/ 122524 h 6858000"/>
              <a:gd name="connsiteX901" fmla="*/ 2984316 w 7467663"/>
              <a:gd name="connsiteY901" fmla="*/ 0 h 6858000"/>
              <a:gd name="connsiteX902" fmla="*/ 3016114 w 7467663"/>
              <a:gd name="connsiteY902" fmla="*/ 0 h 6858000"/>
              <a:gd name="connsiteX903" fmla="*/ 2979949 w 7467663"/>
              <a:gd name="connsiteY903" fmla="*/ 119274 h 6858000"/>
              <a:gd name="connsiteX904" fmla="*/ 3023879 w 7467663"/>
              <a:gd name="connsiteY904" fmla="*/ 0 h 6858000"/>
              <a:gd name="connsiteX905" fmla="*/ 3105400 w 7467663"/>
              <a:gd name="connsiteY905" fmla="*/ 0 h 6858000"/>
              <a:gd name="connsiteX906" fmla="*/ 3094669 w 7467663"/>
              <a:gd name="connsiteY906" fmla="*/ 30308 h 6858000"/>
              <a:gd name="connsiteX907" fmla="*/ 2901945 w 7467663"/>
              <a:gd name="connsiteY907" fmla="*/ 466538 h 6858000"/>
              <a:gd name="connsiteX908" fmla="*/ 2815209 w 7467663"/>
              <a:gd name="connsiteY908" fmla="*/ 497361 h 6858000"/>
              <a:gd name="connsiteX909" fmla="*/ 2844845 w 7467663"/>
              <a:gd name="connsiteY909" fmla="*/ 127638 h 6858000"/>
              <a:gd name="connsiteX910" fmla="*/ 2867960 w 7467663"/>
              <a:gd name="connsiteY910" fmla="*/ 0 h 6858000"/>
              <a:gd name="connsiteX911" fmla="*/ 1057230 w 7467663"/>
              <a:gd name="connsiteY911" fmla="*/ 0 h 6858000"/>
              <a:gd name="connsiteX912" fmla="*/ 1111003 w 7467663"/>
              <a:gd name="connsiteY912" fmla="*/ 0 h 6858000"/>
              <a:gd name="connsiteX913" fmla="*/ 1125553 w 7467663"/>
              <a:gd name="connsiteY913" fmla="*/ 52588 h 6858000"/>
              <a:gd name="connsiteX914" fmla="*/ 1304276 w 7467663"/>
              <a:gd name="connsiteY914" fmla="*/ 476275 h 6858000"/>
              <a:gd name="connsiteX915" fmla="*/ 1492066 w 7467663"/>
              <a:gd name="connsiteY915" fmla="*/ 886333 h 6858000"/>
              <a:gd name="connsiteX916" fmla="*/ 1423698 w 7467663"/>
              <a:gd name="connsiteY916" fmla="*/ 710817 h 6858000"/>
              <a:gd name="connsiteX917" fmla="*/ 1357609 w 7467663"/>
              <a:gd name="connsiteY917" fmla="*/ 532892 h 6858000"/>
              <a:gd name="connsiteX918" fmla="*/ 1309550 w 7467663"/>
              <a:gd name="connsiteY918" fmla="*/ 374031 h 6858000"/>
              <a:gd name="connsiteX919" fmla="*/ 1193673 w 7467663"/>
              <a:gd name="connsiteY919" fmla="*/ 49533 h 6858000"/>
              <a:gd name="connsiteX920" fmla="*/ 1164391 w 7467663"/>
              <a:gd name="connsiteY920" fmla="*/ 0 h 6858000"/>
              <a:gd name="connsiteX921" fmla="*/ 1200666 w 7467663"/>
              <a:gd name="connsiteY921" fmla="*/ 0 h 6858000"/>
              <a:gd name="connsiteX922" fmla="*/ 1223408 w 7467663"/>
              <a:gd name="connsiteY922" fmla="*/ 38996 h 6858000"/>
              <a:gd name="connsiteX923" fmla="*/ 1339635 w 7467663"/>
              <a:gd name="connsiteY923" fmla="*/ 365517 h 6858000"/>
              <a:gd name="connsiteX924" fmla="*/ 1387469 w 7467663"/>
              <a:gd name="connsiteY924" fmla="*/ 523079 h 6858000"/>
              <a:gd name="connsiteX925" fmla="*/ 1452685 w 7467663"/>
              <a:gd name="connsiteY925" fmla="*/ 699806 h 6858000"/>
              <a:gd name="connsiteX926" fmla="*/ 1492092 w 7467663"/>
              <a:gd name="connsiteY926" fmla="*/ 800424 h 6858000"/>
              <a:gd name="connsiteX927" fmla="*/ 1455302 w 7467663"/>
              <a:gd name="connsiteY927" fmla="*/ 632913 h 6858000"/>
              <a:gd name="connsiteX928" fmla="*/ 1222336 w 7467663"/>
              <a:gd name="connsiteY928" fmla="*/ 9480 h 6858000"/>
              <a:gd name="connsiteX929" fmla="*/ 1214634 w 7467663"/>
              <a:gd name="connsiteY929" fmla="*/ 0 h 6858000"/>
              <a:gd name="connsiteX930" fmla="*/ 1289827 w 7467663"/>
              <a:gd name="connsiteY930" fmla="*/ 0 h 6858000"/>
              <a:gd name="connsiteX931" fmla="*/ 1321076 w 7467663"/>
              <a:gd name="connsiteY931" fmla="*/ 59722 h 6858000"/>
              <a:gd name="connsiteX932" fmla="*/ 1512579 w 7467663"/>
              <a:gd name="connsiteY932" fmla="*/ 626441 h 6858000"/>
              <a:gd name="connsiteX933" fmla="*/ 1506076 w 7467663"/>
              <a:gd name="connsiteY933" fmla="*/ 1089289 h 6858000"/>
              <a:gd name="connsiteX934" fmla="*/ 1486346 w 7467663"/>
              <a:gd name="connsiteY934" fmla="*/ 1079919 h 6858000"/>
              <a:gd name="connsiteX935" fmla="*/ 1070511 w 7467663"/>
              <a:gd name="connsiteY935" fmla="*/ 48609 h 6858000"/>
              <a:gd name="connsiteX936" fmla="*/ 1057230 w 7467663"/>
              <a:gd name="connsiteY936" fmla="*/ 0 h 6858000"/>
              <a:gd name="connsiteX937" fmla="*/ 43151 w 7467663"/>
              <a:gd name="connsiteY937" fmla="*/ 0 h 6858000"/>
              <a:gd name="connsiteX938" fmla="*/ 95283 w 7467663"/>
              <a:gd name="connsiteY938" fmla="*/ 0 h 6858000"/>
              <a:gd name="connsiteX939" fmla="*/ 300708 w 7467663"/>
              <a:gd name="connsiteY939" fmla="*/ 154571 h 6858000"/>
              <a:gd name="connsiteX940" fmla="*/ 530414 w 7467663"/>
              <a:gd name="connsiteY940" fmla="*/ 354673 h 6858000"/>
              <a:gd name="connsiteX941" fmla="*/ 333785 w 7467663"/>
              <a:gd name="connsiteY941" fmla="*/ 161564 h 6858000"/>
              <a:gd name="connsiteX942" fmla="*/ 147005 w 7467663"/>
              <a:gd name="connsiteY942" fmla="*/ 0 h 6858000"/>
              <a:gd name="connsiteX943" fmla="*/ 272509 w 7467663"/>
              <a:gd name="connsiteY943" fmla="*/ 0 h 6858000"/>
              <a:gd name="connsiteX944" fmla="*/ 326276 w 7467663"/>
              <a:gd name="connsiteY944" fmla="*/ 45847 h 6858000"/>
              <a:gd name="connsiteX945" fmla="*/ 823759 w 7467663"/>
              <a:gd name="connsiteY945" fmla="*/ 574145 h 6858000"/>
              <a:gd name="connsiteX946" fmla="*/ 811254 w 7467663"/>
              <a:gd name="connsiteY946" fmla="*/ 665546 h 6858000"/>
              <a:gd name="connsiteX947" fmla="*/ 154042 w 7467663"/>
              <a:gd name="connsiteY947" fmla="*/ 261522 h 6858000"/>
              <a:gd name="connsiteX948" fmla="*/ 13550 w 7467663"/>
              <a:gd name="connsiteY948" fmla="*/ 158423 h 6858000"/>
              <a:gd name="connsiteX949" fmla="*/ 0 w 7467663"/>
              <a:gd name="connsiteY949" fmla="*/ 146618 h 6858000"/>
              <a:gd name="connsiteX950" fmla="*/ 0 w 7467663"/>
              <a:gd name="connsiteY950" fmla="*/ 59161 h 6858000"/>
              <a:gd name="connsiteX951" fmla="*/ 45427 w 7467663"/>
              <a:gd name="connsiteY951" fmla="*/ 101078 h 6858000"/>
              <a:gd name="connsiteX952" fmla="*/ 630103 w 7467663"/>
              <a:gd name="connsiteY952" fmla="*/ 485885 h 6858000"/>
              <a:gd name="connsiteX953" fmla="*/ 532040 w 7467663"/>
              <a:gd name="connsiteY953" fmla="*/ 399359 h 6858000"/>
              <a:gd name="connsiteX954" fmla="*/ 517618 w 7467663"/>
              <a:gd name="connsiteY954" fmla="*/ 385726 h 6858000"/>
              <a:gd name="connsiteX955" fmla="*/ 285074 w 7467663"/>
              <a:gd name="connsiteY955" fmla="*/ 182755 h 6858000"/>
              <a:gd name="connsiteX956" fmla="*/ 43151 w 7467663"/>
              <a:gd name="connsiteY95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467600 w 7467600"/>
              <a:gd name="connsiteY75" fmla="*/ 6334256 h 6858000"/>
              <a:gd name="connsiteX76" fmla="*/ 7454976 w 7467600"/>
              <a:gd name="connsiteY76" fmla="*/ 6318297 h 6858000"/>
              <a:gd name="connsiteX77" fmla="*/ 1456157 w 7467600"/>
              <a:gd name="connsiteY77" fmla="*/ 5371404 h 6858000"/>
              <a:gd name="connsiteX78" fmla="*/ 1244432 w 7467600"/>
              <a:gd name="connsiteY78" fmla="*/ 5385601 h 6858000"/>
              <a:gd name="connsiteX79" fmla="*/ 973990 w 7467600"/>
              <a:gd name="connsiteY79" fmla="*/ 5424940 h 6858000"/>
              <a:gd name="connsiteX80" fmla="*/ 1103809 w 7467600"/>
              <a:gd name="connsiteY80" fmla="*/ 5433720 h 6858000"/>
              <a:gd name="connsiteX81" fmla="*/ 1123454 w 7467600"/>
              <a:gd name="connsiteY81" fmla="*/ 5435727 h 6858000"/>
              <a:gd name="connsiteX82" fmla="*/ 1737017 w 7467600"/>
              <a:gd name="connsiteY82" fmla="*/ 5452183 h 6858000"/>
              <a:gd name="connsiteX83" fmla="*/ 1824397 w 7467600"/>
              <a:gd name="connsiteY83" fmla="*/ 5447757 h 6858000"/>
              <a:gd name="connsiteX84" fmla="*/ 2070059 w 7467600"/>
              <a:gd name="connsiteY84" fmla="*/ 5441660 h 6858000"/>
              <a:gd name="connsiteX85" fmla="*/ 1456157 w 7467600"/>
              <a:gd name="connsiteY85" fmla="*/ 5371404 h 6858000"/>
              <a:gd name="connsiteX86" fmla="*/ 4988186 w 7467600"/>
              <a:gd name="connsiteY86" fmla="*/ 5216467 h 6858000"/>
              <a:gd name="connsiteX87" fmla="*/ 4777334 w 7467600"/>
              <a:gd name="connsiteY87" fmla="*/ 5406072 h 6858000"/>
              <a:gd name="connsiteX88" fmla="*/ 4718341 w 7467600"/>
              <a:gd name="connsiteY88" fmla="*/ 5468043 h 6858000"/>
              <a:gd name="connsiteX89" fmla="*/ 4604655 w 7467600"/>
              <a:gd name="connsiteY89" fmla="*/ 5583434 h 6858000"/>
              <a:gd name="connsiteX90" fmla="*/ 4565074 w 7467600"/>
              <a:gd name="connsiteY90" fmla="*/ 5618550 h 6858000"/>
              <a:gd name="connsiteX91" fmla="*/ 4988186 w 7467600"/>
              <a:gd name="connsiteY91" fmla="*/ 5216467 h 6858000"/>
              <a:gd name="connsiteX92" fmla="*/ 4978032 w 7467600"/>
              <a:gd name="connsiteY92" fmla="*/ 5183809 h 6858000"/>
              <a:gd name="connsiteX93" fmla="*/ 4463413 w 7467600"/>
              <a:gd name="connsiteY93" fmla="*/ 5615162 h 6858000"/>
              <a:gd name="connsiteX94" fmla="*/ 4358134 w 7467600"/>
              <a:gd name="connsiteY94" fmla="*/ 5742791 h 6858000"/>
              <a:gd name="connsiteX95" fmla="*/ 4376219 w 7467600"/>
              <a:gd name="connsiteY95" fmla="*/ 5729027 h 6858000"/>
              <a:gd name="connsiteX96" fmla="*/ 4582340 w 7467600"/>
              <a:gd name="connsiteY96" fmla="*/ 5561037 h 6858000"/>
              <a:gd name="connsiteX97" fmla="*/ 4694684 w 7467600"/>
              <a:gd name="connsiteY97" fmla="*/ 5447098 h 6858000"/>
              <a:gd name="connsiteX98" fmla="*/ 4754123 w 7467600"/>
              <a:gd name="connsiteY98" fmla="*/ 5384643 h 6858000"/>
              <a:gd name="connsiteX99" fmla="*/ 4978032 w 7467600"/>
              <a:gd name="connsiteY99" fmla="*/ 5183809 h 6858000"/>
              <a:gd name="connsiteX100" fmla="*/ 1903353 w 7467600"/>
              <a:gd name="connsiteY100" fmla="*/ 5044827 h 6858000"/>
              <a:gd name="connsiteX101" fmla="*/ 1936931 w 7467600"/>
              <a:gd name="connsiteY101" fmla="*/ 5093954 h 6858000"/>
              <a:gd name="connsiteX102" fmla="*/ 2195868 w 7467600"/>
              <a:gd name="connsiteY102" fmla="*/ 5396574 h 6858000"/>
              <a:gd name="connsiteX103" fmla="*/ 2088852 w 7467600"/>
              <a:gd name="connsiteY103" fmla="*/ 5166123 h 6858000"/>
              <a:gd name="connsiteX104" fmla="*/ 1958241 w 7467600"/>
              <a:gd name="connsiteY104" fmla="*/ 5067955 h 6858000"/>
              <a:gd name="connsiteX105" fmla="*/ 1903353 w 7467600"/>
              <a:gd name="connsiteY105" fmla="*/ 5044827 h 6858000"/>
              <a:gd name="connsiteX106" fmla="*/ 1979378 w 7467600"/>
              <a:gd name="connsiteY106" fmla="*/ 4769504 h 6858000"/>
              <a:gd name="connsiteX107" fmla="*/ 2882120 w 7467600"/>
              <a:gd name="connsiteY107" fmla="*/ 5064547 h 6858000"/>
              <a:gd name="connsiteX108" fmla="*/ 2793103 w 7467600"/>
              <a:gd name="connsiteY108" fmla="*/ 5039699 h 6858000"/>
              <a:gd name="connsiteX109" fmla="*/ 2770041 w 7467600"/>
              <a:gd name="connsiteY109" fmla="*/ 5033634 h 6858000"/>
              <a:gd name="connsiteX110" fmla="*/ 1979378 w 7467600"/>
              <a:gd name="connsiteY110" fmla="*/ 4769504 h 6858000"/>
              <a:gd name="connsiteX111" fmla="*/ 1927410 w 7467600"/>
              <a:gd name="connsiteY111" fmla="*/ 4716164 h 6858000"/>
              <a:gd name="connsiteX112" fmla="*/ 1959587 w 7467600"/>
              <a:gd name="connsiteY112" fmla="*/ 4728849 h 6858000"/>
              <a:gd name="connsiteX113" fmla="*/ 2777707 w 7467600"/>
              <a:gd name="connsiteY113" fmla="*/ 5003991 h 6858000"/>
              <a:gd name="connsiteX114" fmla="*/ 2800768 w 7467600"/>
              <a:gd name="connsiteY114" fmla="*/ 5010056 h 6858000"/>
              <a:gd name="connsiteX115" fmla="*/ 2879408 w 7467600"/>
              <a:gd name="connsiteY115" fmla="*/ 5031590 h 6858000"/>
              <a:gd name="connsiteX116" fmla="*/ 2862295 w 7467600"/>
              <a:gd name="connsiteY116" fmla="*/ 5022958 h 6858000"/>
              <a:gd name="connsiteX117" fmla="*/ 2813343 w 7467600"/>
              <a:gd name="connsiteY117" fmla="*/ 4998369 h 6858000"/>
              <a:gd name="connsiteX118" fmla="*/ 2646245 w 7467600"/>
              <a:gd name="connsiteY118" fmla="*/ 4930999 h 6858000"/>
              <a:gd name="connsiteX119" fmla="*/ 1999243 w 7467600"/>
              <a:gd name="connsiteY119" fmla="*/ 4730524 h 6858000"/>
              <a:gd name="connsiteX120" fmla="*/ 1979527 w 7467600"/>
              <a:gd name="connsiteY120" fmla="*/ 4726651 h 6858000"/>
              <a:gd name="connsiteX121" fmla="*/ 1927410 w 7467600"/>
              <a:gd name="connsiteY121" fmla="*/ 4716164 h 6858000"/>
              <a:gd name="connsiteX122" fmla="*/ 1997014 w 7467600"/>
              <a:gd name="connsiteY122" fmla="*/ 4698007 h 6858000"/>
              <a:gd name="connsiteX123" fmla="*/ 2005458 w 7467600"/>
              <a:gd name="connsiteY123" fmla="*/ 4699540 h 6858000"/>
              <a:gd name="connsiteX124" fmla="*/ 2657186 w 7467600"/>
              <a:gd name="connsiteY124" fmla="*/ 4901687 h 6858000"/>
              <a:gd name="connsiteX125" fmla="*/ 2826662 w 7467600"/>
              <a:gd name="connsiteY125" fmla="*/ 4970362 h 6858000"/>
              <a:gd name="connsiteX126" fmla="*/ 2876100 w 7467600"/>
              <a:gd name="connsiteY126" fmla="*/ 4995397 h 6858000"/>
              <a:gd name="connsiteX127" fmla="*/ 3042600 w 7467600"/>
              <a:gd name="connsiteY127" fmla="*/ 5059532 h 6858000"/>
              <a:gd name="connsiteX128" fmla="*/ 1997014 w 7467600"/>
              <a:gd name="connsiteY128" fmla="*/ 4698007 h 6858000"/>
              <a:gd name="connsiteX129" fmla="*/ 2305292 w 7467600"/>
              <a:gd name="connsiteY129" fmla="*/ 4219492 h 6858000"/>
              <a:gd name="connsiteX130" fmla="*/ 3360922 w 7467600"/>
              <a:gd name="connsiteY130" fmla="*/ 4529373 h 6858000"/>
              <a:gd name="connsiteX131" fmla="*/ 3492420 w 7467600"/>
              <a:gd name="connsiteY131" fmla="*/ 4510145 h 6858000"/>
              <a:gd name="connsiteX132" fmla="*/ 3364086 w 7467600"/>
              <a:gd name="connsiteY132" fmla="*/ 4480340 h 6858000"/>
              <a:gd name="connsiteX133" fmla="*/ 3225818 w 7467600"/>
              <a:gd name="connsiteY133" fmla="*/ 4411822 h 6858000"/>
              <a:gd name="connsiteX134" fmla="*/ 3129696 w 7467600"/>
              <a:gd name="connsiteY134" fmla="*/ 4360704 h 6858000"/>
              <a:gd name="connsiteX135" fmla="*/ 2814545 w 7467600"/>
              <a:gd name="connsiteY135" fmla="*/ 4282955 h 6858000"/>
              <a:gd name="connsiteX136" fmla="*/ 2305292 w 7467600"/>
              <a:gd name="connsiteY136" fmla="*/ 4219492 h 6858000"/>
              <a:gd name="connsiteX137" fmla="*/ 2626982 w 7467600"/>
              <a:gd name="connsiteY137" fmla="*/ 4206450 h 6858000"/>
              <a:gd name="connsiteX138" fmla="*/ 2490617 w 7467600"/>
              <a:gd name="connsiteY138" fmla="*/ 4206951 h 6858000"/>
              <a:gd name="connsiteX139" fmla="*/ 2819869 w 7467600"/>
              <a:gd name="connsiteY139" fmla="*/ 4252936 h 6858000"/>
              <a:gd name="connsiteX140" fmla="*/ 3143018 w 7467600"/>
              <a:gd name="connsiteY140" fmla="*/ 4332698 h 6858000"/>
              <a:gd name="connsiteX141" fmla="*/ 3241520 w 7467600"/>
              <a:gd name="connsiteY141" fmla="*/ 4385112 h 6858000"/>
              <a:gd name="connsiteX142" fmla="*/ 3374575 w 7467600"/>
              <a:gd name="connsiteY142" fmla="*/ 4451517 h 6858000"/>
              <a:gd name="connsiteX143" fmla="*/ 3505221 w 7467600"/>
              <a:gd name="connsiteY143" fmla="*/ 4480757 h 6858000"/>
              <a:gd name="connsiteX144" fmla="*/ 2626982 w 7467600"/>
              <a:gd name="connsiteY144" fmla="*/ 4206450 h 6858000"/>
              <a:gd name="connsiteX145" fmla="*/ 1310106 w 7467600"/>
              <a:gd name="connsiteY145" fmla="*/ 3943217 h 6858000"/>
              <a:gd name="connsiteX146" fmla="*/ 854994 w 7467600"/>
              <a:gd name="connsiteY146" fmla="*/ 4399136 h 6858000"/>
              <a:gd name="connsiteX147" fmla="*/ 742462 w 7467600"/>
              <a:gd name="connsiteY147" fmla="*/ 4594648 h 6858000"/>
              <a:gd name="connsiteX148" fmla="*/ 820602 w 7467600"/>
              <a:gd name="connsiteY148" fmla="*/ 4485915 h 6858000"/>
              <a:gd name="connsiteX149" fmla="*/ 878295 w 7467600"/>
              <a:gd name="connsiteY149" fmla="*/ 4403594 h 6858000"/>
              <a:gd name="connsiteX150" fmla="*/ 1240607 w 7467600"/>
              <a:gd name="connsiteY150" fmla="*/ 4010401 h 6858000"/>
              <a:gd name="connsiteX151" fmla="*/ 1310106 w 7467600"/>
              <a:gd name="connsiteY151" fmla="*/ 3943217 h 6858000"/>
              <a:gd name="connsiteX152" fmla="*/ 1423113 w 7467600"/>
              <a:gd name="connsiteY152" fmla="*/ 3874565 h 6858000"/>
              <a:gd name="connsiteX153" fmla="*/ 1260565 w 7467600"/>
              <a:gd name="connsiteY153" fmla="*/ 4031982 h 6858000"/>
              <a:gd name="connsiteX154" fmla="*/ 901900 w 7467600"/>
              <a:gd name="connsiteY154" fmla="*/ 4421236 h 6858000"/>
              <a:gd name="connsiteX155" fmla="*/ 845044 w 7467600"/>
              <a:gd name="connsiteY155" fmla="*/ 4502436 h 6858000"/>
              <a:gd name="connsiteX156" fmla="*/ 685926 w 7467600"/>
              <a:gd name="connsiteY156" fmla="*/ 4703069 h 6858000"/>
              <a:gd name="connsiteX157" fmla="*/ 684248 w 7467600"/>
              <a:gd name="connsiteY157" fmla="*/ 4706721 h 6858000"/>
              <a:gd name="connsiteX158" fmla="*/ 1423113 w 7467600"/>
              <a:gd name="connsiteY158" fmla="*/ 3874565 h 6858000"/>
              <a:gd name="connsiteX159" fmla="*/ 3316479 w 7467600"/>
              <a:gd name="connsiteY159" fmla="*/ 3872136 h 6858000"/>
              <a:gd name="connsiteX160" fmla="*/ 3546806 w 7467600"/>
              <a:gd name="connsiteY160" fmla="*/ 4356139 h 6858000"/>
              <a:gd name="connsiteX161" fmla="*/ 3364433 w 7467600"/>
              <a:gd name="connsiteY161" fmla="*/ 3953121 h 6858000"/>
              <a:gd name="connsiteX162" fmla="*/ 3316479 w 7467600"/>
              <a:gd name="connsiteY162" fmla="*/ 3872136 h 6858000"/>
              <a:gd name="connsiteX163" fmla="*/ 3291335 w 7467600"/>
              <a:gd name="connsiteY163" fmla="*/ 3767420 h 6858000"/>
              <a:gd name="connsiteX164" fmla="*/ 3390805 w 7467600"/>
              <a:gd name="connsiteY164" fmla="*/ 3937163 h 6858000"/>
              <a:gd name="connsiteX165" fmla="*/ 3579062 w 7467600"/>
              <a:gd name="connsiteY165" fmla="*/ 4359040 h 6858000"/>
              <a:gd name="connsiteX166" fmla="*/ 3467355 w 7467600"/>
              <a:gd name="connsiteY166" fmla="*/ 3988130 h 6858000"/>
              <a:gd name="connsiteX167" fmla="*/ 3310753 w 7467600"/>
              <a:gd name="connsiteY167" fmla="*/ 3787140 h 6858000"/>
              <a:gd name="connsiteX168" fmla="*/ 3291335 w 7467600"/>
              <a:gd name="connsiteY168" fmla="*/ 3767420 h 6858000"/>
              <a:gd name="connsiteX169" fmla="*/ 1635889 w 7467600"/>
              <a:gd name="connsiteY169" fmla="*/ 3709494 h 6858000"/>
              <a:gd name="connsiteX170" fmla="*/ 1634800 w 7467600"/>
              <a:gd name="connsiteY170" fmla="*/ 3731111 h 6858000"/>
              <a:gd name="connsiteX171" fmla="*/ 1635889 w 7467600"/>
              <a:gd name="connsiteY171" fmla="*/ 3709494 h 6858000"/>
              <a:gd name="connsiteX172" fmla="*/ 1510397 w 7467600"/>
              <a:gd name="connsiteY172" fmla="*/ 3684705 h 6858000"/>
              <a:gd name="connsiteX173" fmla="*/ 1146550 w 7467600"/>
              <a:gd name="connsiteY173" fmla="*/ 3802012 h 6858000"/>
              <a:gd name="connsiteX174" fmla="*/ 698834 w 7467600"/>
              <a:gd name="connsiteY174" fmla="*/ 3952272 h 6858000"/>
              <a:gd name="connsiteX175" fmla="*/ 34256 w 7467600"/>
              <a:gd name="connsiteY175" fmla="*/ 4347603 h 6858000"/>
              <a:gd name="connsiteX176" fmla="*/ 527241 w 7467600"/>
              <a:gd name="connsiteY176" fmla="*/ 4065078 h 6858000"/>
              <a:gd name="connsiteX177" fmla="*/ 1510397 w 7467600"/>
              <a:gd name="connsiteY177" fmla="*/ 3684705 h 6858000"/>
              <a:gd name="connsiteX178" fmla="*/ 1313114 w 7467600"/>
              <a:gd name="connsiteY178" fmla="*/ 3655216 h 6858000"/>
              <a:gd name="connsiteX179" fmla="*/ 1109304 w 7467600"/>
              <a:gd name="connsiteY179" fmla="*/ 3669030 h 6858000"/>
              <a:gd name="connsiteX180" fmla="*/ 8129 w 7467600"/>
              <a:gd name="connsiteY180" fmla="*/ 4330519 h 6858000"/>
              <a:gd name="connsiteX181" fmla="*/ 687572 w 7467600"/>
              <a:gd name="connsiteY181" fmla="*/ 3925629 h 6858000"/>
              <a:gd name="connsiteX182" fmla="*/ 1138365 w 7467600"/>
              <a:gd name="connsiteY182" fmla="*/ 3774515 h 6858000"/>
              <a:gd name="connsiteX183" fmla="*/ 1505579 w 7467600"/>
              <a:gd name="connsiteY183" fmla="*/ 3655526 h 6858000"/>
              <a:gd name="connsiteX184" fmla="*/ 1313114 w 7467600"/>
              <a:gd name="connsiteY184" fmla="*/ 3655216 h 6858000"/>
              <a:gd name="connsiteX185" fmla="*/ 3655073 w 7467600"/>
              <a:gd name="connsiteY185" fmla="*/ 3650884 h 6858000"/>
              <a:gd name="connsiteX186" fmla="*/ 3989938 w 7467600"/>
              <a:gd name="connsiteY186" fmla="*/ 3991685 h 6858000"/>
              <a:gd name="connsiteX187" fmla="*/ 4393907 w 7467600"/>
              <a:gd name="connsiteY187" fmla="*/ 4261258 h 6858000"/>
              <a:gd name="connsiteX188" fmla="*/ 4648051 w 7467600"/>
              <a:gd name="connsiteY188" fmla="*/ 4374051 h 6858000"/>
              <a:gd name="connsiteX189" fmla="*/ 4383389 w 7467600"/>
              <a:gd name="connsiteY189" fmla="*/ 4184369 h 6858000"/>
              <a:gd name="connsiteX190" fmla="*/ 4165508 w 7467600"/>
              <a:gd name="connsiteY190" fmla="*/ 4035196 h 6858000"/>
              <a:gd name="connsiteX191" fmla="*/ 4068162 w 7467600"/>
              <a:gd name="connsiteY191" fmla="*/ 3953394 h 6858000"/>
              <a:gd name="connsiteX192" fmla="*/ 3981416 w 7467600"/>
              <a:gd name="connsiteY192" fmla="*/ 3880482 h 6858000"/>
              <a:gd name="connsiteX193" fmla="*/ 3800147 w 7467600"/>
              <a:gd name="connsiteY193" fmla="*/ 3749872 h 6858000"/>
              <a:gd name="connsiteX194" fmla="*/ 3655073 w 7467600"/>
              <a:gd name="connsiteY194" fmla="*/ 3650884 h 6858000"/>
              <a:gd name="connsiteX195" fmla="*/ 3670252 w 7467600"/>
              <a:gd name="connsiteY195" fmla="*/ 3622798 h 6858000"/>
              <a:gd name="connsiteX196" fmla="*/ 3817258 w 7467600"/>
              <a:gd name="connsiteY196" fmla="*/ 3723577 h 6858000"/>
              <a:gd name="connsiteX197" fmla="*/ 4000461 w 7467600"/>
              <a:gd name="connsiteY197" fmla="*/ 3855966 h 6858000"/>
              <a:gd name="connsiteX198" fmla="*/ 4088180 w 7467600"/>
              <a:gd name="connsiteY198" fmla="*/ 3929774 h 6858000"/>
              <a:gd name="connsiteX199" fmla="*/ 4184555 w 7467600"/>
              <a:gd name="connsiteY199" fmla="*/ 4010683 h 6858000"/>
              <a:gd name="connsiteX200" fmla="*/ 4399563 w 7467600"/>
              <a:gd name="connsiteY200" fmla="*/ 4158106 h 6858000"/>
              <a:gd name="connsiteX201" fmla="*/ 4684469 w 7467600"/>
              <a:gd name="connsiteY201" fmla="*/ 4364680 h 6858000"/>
              <a:gd name="connsiteX202" fmla="*/ 4690271 w 7467600"/>
              <a:gd name="connsiteY202" fmla="*/ 4370034 h 6858000"/>
              <a:gd name="connsiteX203" fmla="*/ 4136093 w 7467600"/>
              <a:gd name="connsiteY203" fmla="*/ 3858466 h 6858000"/>
              <a:gd name="connsiteX204" fmla="*/ 3670252 w 7467600"/>
              <a:gd name="connsiteY204" fmla="*/ 3622798 h 6858000"/>
              <a:gd name="connsiteX205" fmla="*/ 4440129 w 7467600"/>
              <a:gd name="connsiteY205" fmla="*/ 3448571 h 6858000"/>
              <a:gd name="connsiteX206" fmla="*/ 4856525 w 7467600"/>
              <a:gd name="connsiteY206" fmla="*/ 3915351 h 6858000"/>
              <a:gd name="connsiteX207" fmla="*/ 5059055 w 7467600"/>
              <a:gd name="connsiteY207" fmla="*/ 4108918 h 6858000"/>
              <a:gd name="connsiteX208" fmla="*/ 5290070 w 7467600"/>
              <a:gd name="connsiteY208" fmla="*/ 4263619 h 6858000"/>
              <a:gd name="connsiteX209" fmla="*/ 4834991 w 7467600"/>
              <a:gd name="connsiteY209" fmla="*/ 3830985 h 6858000"/>
              <a:gd name="connsiteX210" fmla="*/ 4440129 w 7467600"/>
              <a:gd name="connsiteY210" fmla="*/ 3448571 h 6858000"/>
              <a:gd name="connsiteX211" fmla="*/ 4441737 w 7467600"/>
              <a:gd name="connsiteY211" fmla="*/ 3399734 h 6858000"/>
              <a:gd name="connsiteX212" fmla="*/ 4431236 w 7467600"/>
              <a:gd name="connsiteY212" fmla="*/ 3400954 h 6858000"/>
              <a:gd name="connsiteX213" fmla="*/ 4557150 w 7467600"/>
              <a:gd name="connsiteY213" fmla="*/ 3510023 h 6858000"/>
              <a:gd name="connsiteX214" fmla="*/ 4856936 w 7467600"/>
              <a:gd name="connsiteY214" fmla="*/ 3809146 h 6858000"/>
              <a:gd name="connsiteX215" fmla="*/ 5111996 w 7467600"/>
              <a:gd name="connsiteY215" fmla="*/ 4065759 h 6858000"/>
              <a:gd name="connsiteX216" fmla="*/ 5388878 w 7467600"/>
              <a:gd name="connsiteY216" fmla="*/ 4300185 h 6858000"/>
              <a:gd name="connsiteX217" fmla="*/ 5425556 w 7467600"/>
              <a:gd name="connsiteY217" fmla="*/ 4308967 h 6858000"/>
              <a:gd name="connsiteX218" fmla="*/ 4943646 w 7467600"/>
              <a:gd name="connsiteY218" fmla="*/ 3822916 h 6858000"/>
              <a:gd name="connsiteX219" fmla="*/ 4594837 w 7467600"/>
              <a:gd name="connsiteY219" fmla="*/ 3532274 h 6858000"/>
              <a:gd name="connsiteX220" fmla="*/ 4441737 w 7467600"/>
              <a:gd name="connsiteY220" fmla="*/ 3399734 h 6858000"/>
              <a:gd name="connsiteX221" fmla="*/ 5425834 w 7467600"/>
              <a:gd name="connsiteY221" fmla="*/ 3162785 h 6858000"/>
              <a:gd name="connsiteX222" fmla="*/ 5401644 w 7467600"/>
              <a:gd name="connsiteY222" fmla="*/ 3617847 h 6858000"/>
              <a:gd name="connsiteX223" fmla="*/ 5467256 w 7467600"/>
              <a:gd name="connsiteY223" fmla="*/ 4175494 h 6858000"/>
              <a:gd name="connsiteX224" fmla="*/ 5448069 w 7467600"/>
              <a:gd name="connsiteY224" fmla="*/ 3567554 h 6858000"/>
              <a:gd name="connsiteX225" fmla="*/ 5425834 w 7467600"/>
              <a:gd name="connsiteY225" fmla="*/ 3162785 h 6858000"/>
              <a:gd name="connsiteX226" fmla="*/ 1318687 w 7467600"/>
              <a:gd name="connsiteY226" fmla="*/ 3113840 h 6858000"/>
              <a:gd name="connsiteX227" fmla="*/ 1066793 w 7467600"/>
              <a:gd name="connsiteY227" fmla="*/ 3212171 h 6858000"/>
              <a:gd name="connsiteX228" fmla="*/ 993319 w 7467600"/>
              <a:gd name="connsiteY228" fmla="*/ 3247648 h 6858000"/>
              <a:gd name="connsiteX229" fmla="*/ 853081 w 7467600"/>
              <a:gd name="connsiteY229" fmla="*/ 3312410 h 6858000"/>
              <a:gd name="connsiteX230" fmla="*/ 805957 w 7467600"/>
              <a:gd name="connsiteY230" fmla="*/ 3330443 h 6858000"/>
              <a:gd name="connsiteX231" fmla="*/ 1318687 w 7467600"/>
              <a:gd name="connsiteY231" fmla="*/ 3113840 h 6858000"/>
              <a:gd name="connsiteX232" fmla="*/ 5453702 w 7467600"/>
              <a:gd name="connsiteY232" fmla="*/ 3090882 h 6858000"/>
              <a:gd name="connsiteX233" fmla="*/ 5480135 w 7467600"/>
              <a:gd name="connsiteY233" fmla="*/ 3565802 h 6858000"/>
              <a:gd name="connsiteX234" fmla="*/ 5499023 w 7467600"/>
              <a:gd name="connsiteY234" fmla="*/ 4166310 h 6858000"/>
              <a:gd name="connsiteX235" fmla="*/ 5547022 w 7467600"/>
              <a:gd name="connsiteY235" fmla="*/ 3607838 h 6858000"/>
              <a:gd name="connsiteX236" fmla="*/ 5515964 w 7467600"/>
              <a:gd name="connsiteY236" fmla="*/ 3378541 h 6858000"/>
              <a:gd name="connsiteX237" fmla="*/ 5453702 w 7467600"/>
              <a:gd name="connsiteY237" fmla="*/ 3090882 h 6858000"/>
              <a:gd name="connsiteX238" fmla="*/ 1238695 w 7467600"/>
              <a:gd name="connsiteY238" fmla="*/ 3076820 h 6858000"/>
              <a:gd name="connsiteX239" fmla="*/ 716371 w 7467600"/>
              <a:gd name="connsiteY239" fmla="*/ 3293249 h 6858000"/>
              <a:gd name="connsiteX240" fmla="*/ 579522 w 7467600"/>
              <a:gd name="connsiteY240" fmla="*/ 3371759 h 6858000"/>
              <a:gd name="connsiteX241" fmla="*/ 600288 w 7467600"/>
              <a:gd name="connsiteY241" fmla="*/ 3365555 h 6858000"/>
              <a:gd name="connsiteX242" fmla="*/ 840692 w 7467600"/>
              <a:gd name="connsiteY242" fmla="*/ 3284921 h 6858000"/>
              <a:gd name="connsiteX243" fmla="*/ 979248 w 7467600"/>
              <a:gd name="connsiteY243" fmla="*/ 3221003 h 6858000"/>
              <a:gd name="connsiteX244" fmla="*/ 1053282 w 7467600"/>
              <a:gd name="connsiteY244" fmla="*/ 3185247 h 6858000"/>
              <a:gd name="connsiteX245" fmla="*/ 1320603 w 7467600"/>
              <a:gd name="connsiteY245" fmla="*/ 3081281 h 6858000"/>
              <a:gd name="connsiteX246" fmla="*/ 1238695 w 7467600"/>
              <a:gd name="connsiteY246" fmla="*/ 3076820 h 6858000"/>
              <a:gd name="connsiteX247" fmla="*/ 5425627 w 7467600"/>
              <a:gd name="connsiteY247" fmla="*/ 2954192 h 6858000"/>
              <a:gd name="connsiteX248" fmla="*/ 5470770 w 7467600"/>
              <a:gd name="connsiteY248" fmla="*/ 3005435 h 6858000"/>
              <a:gd name="connsiteX249" fmla="*/ 5519779 w 7467600"/>
              <a:gd name="connsiteY249" fmla="*/ 4359223 h 6858000"/>
              <a:gd name="connsiteX250" fmla="*/ 5520293 w 7467600"/>
              <a:gd name="connsiteY250" fmla="*/ 4360602 h 6858000"/>
              <a:gd name="connsiteX251" fmla="*/ 5767221 w 7467600"/>
              <a:gd name="connsiteY251" fmla="*/ 4665564 h 6858000"/>
              <a:gd name="connsiteX252" fmla="*/ 6937169 w 7467600"/>
              <a:gd name="connsiteY252" fmla="*/ 4815941 h 6858000"/>
              <a:gd name="connsiteX253" fmla="*/ 6953922 w 7467600"/>
              <a:gd name="connsiteY253" fmla="*/ 4890068 h 6858000"/>
              <a:gd name="connsiteX254" fmla="*/ 6071359 w 7467600"/>
              <a:gd name="connsiteY254" fmla="*/ 4770770 h 6858000"/>
              <a:gd name="connsiteX255" fmla="*/ 6038839 w 7467600"/>
              <a:gd name="connsiteY255" fmla="*/ 4764474 h 6858000"/>
              <a:gd name="connsiteX256" fmla="*/ 6038706 w 7467600"/>
              <a:gd name="connsiteY256" fmla="*/ 4763847 h 6858000"/>
              <a:gd name="connsiteX257" fmla="*/ 6037784 w 7467600"/>
              <a:gd name="connsiteY257" fmla="*/ 4764270 h 6858000"/>
              <a:gd name="connsiteX258" fmla="*/ 6038839 w 7467600"/>
              <a:gd name="connsiteY258" fmla="*/ 4764474 h 6858000"/>
              <a:gd name="connsiteX259" fmla="*/ 6040338 w 7467600"/>
              <a:gd name="connsiteY259" fmla="*/ 4771418 h 6858000"/>
              <a:gd name="connsiteX260" fmla="*/ 6024488 w 7467600"/>
              <a:gd name="connsiteY260" fmla="*/ 4809903 h 6858000"/>
              <a:gd name="connsiteX261" fmla="*/ 5599771 w 7467600"/>
              <a:gd name="connsiteY261" fmla="*/ 5509652 h 6858000"/>
              <a:gd name="connsiteX262" fmla="*/ 5548843 w 7467600"/>
              <a:gd name="connsiteY262" fmla="*/ 5563845 h 6858000"/>
              <a:gd name="connsiteX263" fmla="*/ 5940952 w 7467600"/>
              <a:gd name="connsiteY263" fmla="*/ 6250028 h 6858000"/>
              <a:gd name="connsiteX264" fmla="*/ 6043441 w 7467600"/>
              <a:gd name="connsiteY264" fmla="*/ 6665847 h 6858000"/>
              <a:gd name="connsiteX265" fmla="*/ 6093432 w 7467600"/>
              <a:gd name="connsiteY265" fmla="*/ 6858000 h 6858000"/>
              <a:gd name="connsiteX266" fmla="*/ 6034344 w 7467600"/>
              <a:gd name="connsiteY266" fmla="*/ 6858000 h 6858000"/>
              <a:gd name="connsiteX267" fmla="*/ 6026679 w 7467600"/>
              <a:gd name="connsiteY267" fmla="*/ 6836959 h 6858000"/>
              <a:gd name="connsiteX268" fmla="*/ 5800441 w 7467600"/>
              <a:gd name="connsiteY268" fmla="*/ 6335286 h 6858000"/>
              <a:gd name="connsiteX269" fmla="*/ 5526562 w 7467600"/>
              <a:gd name="connsiteY269" fmla="*/ 5705388 h 6858000"/>
              <a:gd name="connsiteX270" fmla="*/ 5519640 w 7467600"/>
              <a:gd name="connsiteY270" fmla="*/ 5683774 h 6858000"/>
              <a:gd name="connsiteX271" fmla="*/ 5844559 w 7467600"/>
              <a:gd name="connsiteY271" fmla="*/ 6553349 h 6858000"/>
              <a:gd name="connsiteX272" fmla="*/ 5975994 w 7467600"/>
              <a:gd name="connsiteY272" fmla="*/ 6858000 h 6858000"/>
              <a:gd name="connsiteX273" fmla="*/ 5898547 w 7467600"/>
              <a:gd name="connsiteY273" fmla="*/ 6858000 h 6858000"/>
              <a:gd name="connsiteX274" fmla="*/ 5682041 w 7467600"/>
              <a:gd name="connsiteY274" fmla="*/ 6355860 h 6858000"/>
              <a:gd name="connsiteX275" fmla="*/ 5461758 w 7467600"/>
              <a:gd name="connsiteY275" fmla="*/ 5820220 h 6858000"/>
              <a:gd name="connsiteX276" fmla="*/ 5237282 w 7467600"/>
              <a:gd name="connsiteY276" fmla="*/ 6579086 h 6858000"/>
              <a:gd name="connsiteX277" fmla="*/ 5115009 w 7467600"/>
              <a:gd name="connsiteY277" fmla="*/ 6858000 h 6858000"/>
              <a:gd name="connsiteX278" fmla="*/ 5028074 w 7467600"/>
              <a:gd name="connsiteY278" fmla="*/ 6858000 h 6858000"/>
              <a:gd name="connsiteX279" fmla="*/ 5079508 w 7467600"/>
              <a:gd name="connsiteY279" fmla="*/ 6749074 h 6858000"/>
              <a:gd name="connsiteX280" fmla="*/ 5371846 w 7467600"/>
              <a:gd name="connsiteY280" fmla="*/ 5924413 h 6858000"/>
              <a:gd name="connsiteX281" fmla="*/ 5270512 w 7467600"/>
              <a:gd name="connsiteY281" fmla="*/ 6138975 h 6858000"/>
              <a:gd name="connsiteX282" fmla="*/ 5062409 w 7467600"/>
              <a:gd name="connsiteY282" fmla="*/ 6653544 h 6858000"/>
              <a:gd name="connsiteX283" fmla="*/ 5036628 w 7467600"/>
              <a:gd name="connsiteY283" fmla="*/ 6754247 h 6858000"/>
              <a:gd name="connsiteX284" fmla="*/ 5009112 w 7467600"/>
              <a:gd name="connsiteY284" fmla="*/ 6858000 h 6858000"/>
              <a:gd name="connsiteX285" fmla="*/ 4976679 w 7467600"/>
              <a:gd name="connsiteY285" fmla="*/ 6858000 h 6858000"/>
              <a:gd name="connsiteX286" fmla="*/ 5006537 w 7467600"/>
              <a:gd name="connsiteY286" fmla="*/ 6747068 h 6858000"/>
              <a:gd name="connsiteX287" fmla="*/ 5032723 w 7467600"/>
              <a:gd name="connsiteY287" fmla="*/ 6644957 h 6858000"/>
              <a:gd name="connsiteX288" fmla="*/ 5242949 w 7467600"/>
              <a:gd name="connsiteY288" fmla="*/ 6125175 h 6858000"/>
              <a:gd name="connsiteX289" fmla="*/ 5286321 w 7467600"/>
              <a:gd name="connsiteY289" fmla="*/ 6033555 h 6858000"/>
              <a:gd name="connsiteX290" fmla="*/ 5008210 w 7467600"/>
              <a:gd name="connsiteY290" fmla="*/ 6649194 h 6858000"/>
              <a:gd name="connsiteX291" fmla="*/ 4986321 w 7467600"/>
              <a:gd name="connsiteY291" fmla="*/ 6765687 h 6858000"/>
              <a:gd name="connsiteX292" fmla="*/ 4973474 w 7467600"/>
              <a:gd name="connsiteY292" fmla="*/ 6858000 h 6858000"/>
              <a:gd name="connsiteX293" fmla="*/ 4907178 w 7467600"/>
              <a:gd name="connsiteY293" fmla="*/ 6858000 h 6858000"/>
              <a:gd name="connsiteX294" fmla="*/ 4910810 w 7467600"/>
              <a:gd name="connsiteY294" fmla="*/ 6829660 h 6858000"/>
              <a:gd name="connsiteX295" fmla="*/ 4987461 w 7467600"/>
              <a:gd name="connsiteY295" fmla="*/ 6432994 h 6858000"/>
              <a:gd name="connsiteX296" fmla="*/ 5179262 w 7467600"/>
              <a:gd name="connsiteY296" fmla="*/ 6035044 h 6858000"/>
              <a:gd name="connsiteX297" fmla="*/ 4689678 w 7467600"/>
              <a:gd name="connsiteY297" fmla="*/ 6440241 h 6858000"/>
              <a:gd name="connsiteX298" fmla="*/ 4477543 w 7467600"/>
              <a:gd name="connsiteY298" fmla="*/ 6674836 h 6858000"/>
              <a:gd name="connsiteX299" fmla="*/ 4329957 w 7467600"/>
              <a:gd name="connsiteY299" fmla="*/ 6858000 h 6858000"/>
              <a:gd name="connsiteX300" fmla="*/ 4218595 w 7467600"/>
              <a:gd name="connsiteY300" fmla="*/ 6858000 h 6858000"/>
              <a:gd name="connsiteX301" fmla="*/ 4368888 w 7467600"/>
              <a:gd name="connsiteY301" fmla="*/ 6668412 h 6858000"/>
              <a:gd name="connsiteX302" fmla="*/ 4563091 w 7467600"/>
              <a:gd name="connsiteY302" fmla="*/ 6442508 h 6858000"/>
              <a:gd name="connsiteX303" fmla="*/ 5387324 w 7467600"/>
              <a:gd name="connsiteY303" fmla="*/ 5705830 h 6858000"/>
              <a:gd name="connsiteX304" fmla="*/ 5073620 w 7467600"/>
              <a:gd name="connsiteY304" fmla="*/ 5955437 h 6858000"/>
              <a:gd name="connsiteX305" fmla="*/ 4689789 w 7467600"/>
              <a:gd name="connsiteY305" fmla="*/ 6268382 h 6858000"/>
              <a:gd name="connsiteX306" fmla="*/ 4418722 w 7467600"/>
              <a:gd name="connsiteY306" fmla="*/ 6570886 h 6858000"/>
              <a:gd name="connsiteX307" fmla="*/ 4214944 w 7467600"/>
              <a:gd name="connsiteY307" fmla="*/ 6858000 h 6858000"/>
              <a:gd name="connsiteX308" fmla="*/ 4177898 w 7467600"/>
              <a:gd name="connsiteY308" fmla="*/ 6858000 h 6858000"/>
              <a:gd name="connsiteX309" fmla="*/ 4391597 w 7467600"/>
              <a:gd name="connsiteY309" fmla="*/ 6556370 h 6858000"/>
              <a:gd name="connsiteX310" fmla="*/ 4668889 w 7467600"/>
              <a:gd name="connsiteY310" fmla="*/ 6246399 h 6858000"/>
              <a:gd name="connsiteX311" fmla="*/ 5055427 w 7467600"/>
              <a:gd name="connsiteY311" fmla="*/ 5931476 h 6858000"/>
              <a:gd name="connsiteX312" fmla="*/ 5371814 w 7467600"/>
              <a:gd name="connsiteY312" fmla="*/ 5678975 h 6858000"/>
              <a:gd name="connsiteX313" fmla="*/ 4987918 w 7467600"/>
              <a:gd name="connsiteY313" fmla="*/ 5838701 h 6858000"/>
              <a:gd name="connsiteX314" fmla="*/ 4317146 w 7467600"/>
              <a:gd name="connsiteY314" fmla="*/ 6587716 h 6858000"/>
              <a:gd name="connsiteX315" fmla="*/ 4171627 w 7467600"/>
              <a:gd name="connsiteY315" fmla="*/ 6858000 h 6858000"/>
              <a:gd name="connsiteX316" fmla="*/ 4081585 w 7467600"/>
              <a:gd name="connsiteY316" fmla="*/ 6858000 h 6858000"/>
              <a:gd name="connsiteX317" fmla="*/ 4238603 w 7467600"/>
              <a:gd name="connsiteY317" fmla="*/ 6559341 h 6858000"/>
              <a:gd name="connsiteX318" fmla="*/ 4778333 w 7467600"/>
              <a:gd name="connsiteY318" fmla="*/ 5873626 h 6858000"/>
              <a:gd name="connsiteX319" fmla="*/ 5414185 w 7467600"/>
              <a:gd name="connsiteY319" fmla="*/ 5573882 h 6858000"/>
              <a:gd name="connsiteX320" fmla="*/ 5959648 w 7467600"/>
              <a:gd name="connsiteY320" fmla="*/ 4760797 h 6858000"/>
              <a:gd name="connsiteX321" fmla="*/ 5355019 w 7467600"/>
              <a:gd name="connsiteY321" fmla="*/ 4734672 h 6858000"/>
              <a:gd name="connsiteX322" fmla="*/ 5083565 w 7467600"/>
              <a:gd name="connsiteY322" fmla="*/ 5179121 h 6858000"/>
              <a:gd name="connsiteX323" fmla="*/ 4713577 w 7467600"/>
              <a:gd name="connsiteY323" fmla="*/ 5616803 h 6858000"/>
              <a:gd name="connsiteX324" fmla="*/ 3989559 w 7467600"/>
              <a:gd name="connsiteY324" fmla="*/ 6145945 h 6858000"/>
              <a:gd name="connsiteX325" fmla="*/ 3939824 w 7467600"/>
              <a:gd name="connsiteY325" fmla="*/ 6066900 h 6858000"/>
              <a:gd name="connsiteX326" fmla="*/ 4584537 w 7467600"/>
              <a:gd name="connsiteY326" fmla="*/ 5324826 h 6858000"/>
              <a:gd name="connsiteX327" fmla="*/ 5037105 w 7467600"/>
              <a:gd name="connsiteY327" fmla="*/ 5088765 h 6858000"/>
              <a:gd name="connsiteX328" fmla="*/ 5039930 w 7467600"/>
              <a:gd name="connsiteY328" fmla="*/ 5089585 h 6858000"/>
              <a:gd name="connsiteX329" fmla="*/ 5263764 w 7467600"/>
              <a:gd name="connsiteY329" fmla="*/ 4735525 h 6858000"/>
              <a:gd name="connsiteX330" fmla="*/ 4086300 w 7467600"/>
              <a:gd name="connsiteY330" fmla="*/ 4884599 h 6858000"/>
              <a:gd name="connsiteX331" fmla="*/ 4085485 w 7467600"/>
              <a:gd name="connsiteY331" fmla="*/ 4899070 h 6858000"/>
              <a:gd name="connsiteX332" fmla="*/ 3871915 w 7467600"/>
              <a:gd name="connsiteY332" fmla="*/ 5253645 h 6858000"/>
              <a:gd name="connsiteX333" fmla="*/ 3799374 w 7467600"/>
              <a:gd name="connsiteY333" fmla="*/ 5466127 h 6858000"/>
              <a:gd name="connsiteX334" fmla="*/ 3498850 w 7467600"/>
              <a:gd name="connsiteY334" fmla="*/ 6661888 h 6858000"/>
              <a:gd name="connsiteX335" fmla="*/ 3399216 w 7467600"/>
              <a:gd name="connsiteY335" fmla="*/ 6858000 h 6858000"/>
              <a:gd name="connsiteX336" fmla="*/ 3303688 w 7467600"/>
              <a:gd name="connsiteY336" fmla="*/ 6858000 h 6858000"/>
              <a:gd name="connsiteX337" fmla="*/ 3391774 w 7467600"/>
              <a:gd name="connsiteY337" fmla="*/ 6697181 h 6858000"/>
              <a:gd name="connsiteX338" fmla="*/ 3735540 w 7467600"/>
              <a:gd name="connsiteY338" fmla="*/ 5546923 h 6858000"/>
              <a:gd name="connsiteX339" fmla="*/ 3729438 w 7467600"/>
              <a:gd name="connsiteY339" fmla="*/ 5569058 h 6858000"/>
              <a:gd name="connsiteX340" fmla="*/ 3707782 w 7467600"/>
              <a:gd name="connsiteY340" fmla="*/ 5644908 h 6858000"/>
              <a:gd name="connsiteX341" fmla="*/ 3583827 w 7467600"/>
              <a:gd name="connsiteY341" fmla="*/ 6039215 h 6858000"/>
              <a:gd name="connsiteX342" fmla="*/ 3547861 w 7467600"/>
              <a:gd name="connsiteY342" fmla="*/ 6129609 h 6858000"/>
              <a:gd name="connsiteX343" fmla="*/ 3490905 w 7467600"/>
              <a:gd name="connsiteY343" fmla="*/ 6277660 h 6858000"/>
              <a:gd name="connsiteX344" fmla="*/ 3455859 w 7467600"/>
              <a:gd name="connsiteY344" fmla="*/ 6391301 h 6858000"/>
              <a:gd name="connsiteX345" fmla="*/ 3429112 w 7467600"/>
              <a:gd name="connsiteY345" fmla="*/ 6479469 h 6858000"/>
              <a:gd name="connsiteX346" fmla="*/ 3304862 w 7467600"/>
              <a:gd name="connsiteY346" fmla="*/ 6796476 h 6858000"/>
              <a:gd name="connsiteX347" fmla="*/ 3276071 w 7467600"/>
              <a:gd name="connsiteY347" fmla="*/ 6858000 h 6858000"/>
              <a:gd name="connsiteX348" fmla="*/ 3240805 w 7467600"/>
              <a:gd name="connsiteY348" fmla="*/ 6858000 h 6858000"/>
              <a:gd name="connsiteX349" fmla="*/ 3275917 w 7467600"/>
              <a:gd name="connsiteY349" fmla="*/ 6783192 h 6858000"/>
              <a:gd name="connsiteX350" fmla="*/ 3399358 w 7467600"/>
              <a:gd name="connsiteY350" fmla="*/ 6469011 h 6858000"/>
              <a:gd name="connsiteX351" fmla="*/ 3425650 w 7467600"/>
              <a:gd name="connsiteY351" fmla="*/ 6381333 h 6858000"/>
              <a:gd name="connsiteX352" fmla="*/ 3460661 w 7467600"/>
              <a:gd name="connsiteY352" fmla="*/ 6266763 h 6858000"/>
              <a:gd name="connsiteX353" fmla="*/ 3518021 w 7467600"/>
              <a:gd name="connsiteY353" fmla="*/ 6117298 h 6858000"/>
              <a:gd name="connsiteX354" fmla="*/ 3554035 w 7467600"/>
              <a:gd name="connsiteY354" fmla="*/ 6027832 h 6858000"/>
              <a:gd name="connsiteX355" fmla="*/ 3677174 w 7467600"/>
              <a:gd name="connsiteY355" fmla="*/ 5636351 h 6858000"/>
              <a:gd name="connsiteX356" fmla="*/ 3698819 w 7467600"/>
              <a:gd name="connsiteY356" fmla="*/ 5560503 h 6858000"/>
              <a:gd name="connsiteX357" fmla="*/ 3702094 w 7467600"/>
              <a:gd name="connsiteY357" fmla="*/ 5549194 h 6858000"/>
              <a:gd name="connsiteX358" fmla="*/ 3398355 w 7467600"/>
              <a:gd name="connsiteY358" fmla="*/ 6094603 h 6858000"/>
              <a:gd name="connsiteX359" fmla="*/ 3193941 w 7467600"/>
              <a:gd name="connsiteY359" fmla="*/ 6798775 h 6858000"/>
              <a:gd name="connsiteX360" fmla="*/ 3184140 w 7467600"/>
              <a:gd name="connsiteY360" fmla="*/ 6858000 h 6858000"/>
              <a:gd name="connsiteX361" fmla="*/ 3099978 w 7467600"/>
              <a:gd name="connsiteY361" fmla="*/ 6858000 h 6858000"/>
              <a:gd name="connsiteX362" fmla="*/ 3101556 w 7467600"/>
              <a:gd name="connsiteY362" fmla="*/ 6843337 h 6858000"/>
              <a:gd name="connsiteX363" fmla="*/ 3370162 w 7467600"/>
              <a:gd name="connsiteY363" fmla="*/ 5785550 h 6858000"/>
              <a:gd name="connsiteX364" fmla="*/ 3746477 w 7467600"/>
              <a:gd name="connsiteY364" fmla="*/ 5377889 h 6858000"/>
              <a:gd name="connsiteX365" fmla="*/ 3863399 w 7467600"/>
              <a:gd name="connsiteY365" fmla="*/ 5087257 h 6858000"/>
              <a:gd name="connsiteX366" fmla="*/ 3968712 w 7467600"/>
              <a:gd name="connsiteY366" fmla="*/ 4913989 h 6858000"/>
              <a:gd name="connsiteX367" fmla="*/ 2792390 w 7467600"/>
              <a:gd name="connsiteY367" fmla="*/ 5382974 h 6858000"/>
              <a:gd name="connsiteX368" fmla="*/ 2714982 w 7467600"/>
              <a:gd name="connsiteY368" fmla="*/ 5427051 h 6858000"/>
              <a:gd name="connsiteX369" fmla="*/ 2813361 w 7467600"/>
              <a:gd name="connsiteY369" fmla="*/ 6023912 h 6858000"/>
              <a:gd name="connsiteX370" fmla="*/ 2688430 w 7467600"/>
              <a:gd name="connsiteY370" fmla="*/ 6801564 h 6858000"/>
              <a:gd name="connsiteX371" fmla="*/ 2629626 w 7467600"/>
              <a:gd name="connsiteY371" fmla="*/ 6763394 h 6858000"/>
              <a:gd name="connsiteX372" fmla="*/ 2565328 w 7467600"/>
              <a:gd name="connsiteY372" fmla="*/ 5516399 h 6858000"/>
              <a:gd name="connsiteX373" fmla="*/ 1922999 w 7467600"/>
              <a:gd name="connsiteY373" fmla="*/ 5980343 h 6858000"/>
              <a:gd name="connsiteX374" fmla="*/ 1950261 w 7467600"/>
              <a:gd name="connsiteY374" fmla="*/ 6405858 h 6858000"/>
              <a:gd name="connsiteX375" fmla="*/ 2365554 w 7467600"/>
              <a:gd name="connsiteY375" fmla="*/ 6759107 h 6858000"/>
              <a:gd name="connsiteX376" fmla="*/ 2424142 w 7467600"/>
              <a:gd name="connsiteY376" fmla="*/ 6858000 h 6858000"/>
              <a:gd name="connsiteX377" fmla="*/ 2395994 w 7467600"/>
              <a:gd name="connsiteY377" fmla="*/ 6858000 h 6858000"/>
              <a:gd name="connsiteX378" fmla="*/ 2392863 w 7467600"/>
              <a:gd name="connsiteY378" fmla="*/ 6852964 h 6858000"/>
              <a:gd name="connsiteX379" fmla="*/ 2017589 w 7467600"/>
              <a:gd name="connsiteY379" fmla="*/ 6493982 h 6858000"/>
              <a:gd name="connsiteX380" fmla="*/ 2147336 w 7467600"/>
              <a:gd name="connsiteY380" fmla="*/ 6594052 h 6858000"/>
              <a:gd name="connsiteX381" fmla="*/ 2207047 w 7467600"/>
              <a:gd name="connsiteY381" fmla="*/ 6654540 h 6858000"/>
              <a:gd name="connsiteX382" fmla="*/ 2299106 w 7467600"/>
              <a:gd name="connsiteY382" fmla="*/ 6778931 h 6858000"/>
              <a:gd name="connsiteX383" fmla="*/ 2314430 w 7467600"/>
              <a:gd name="connsiteY383" fmla="*/ 6801144 h 6858000"/>
              <a:gd name="connsiteX384" fmla="*/ 2352406 w 7467600"/>
              <a:gd name="connsiteY384" fmla="*/ 6858000 h 6858000"/>
              <a:gd name="connsiteX385" fmla="*/ 2314492 w 7467600"/>
              <a:gd name="connsiteY385" fmla="*/ 6858000 h 6858000"/>
              <a:gd name="connsiteX386" fmla="*/ 2288095 w 7467600"/>
              <a:gd name="connsiteY386" fmla="*/ 6818030 h 6858000"/>
              <a:gd name="connsiteX387" fmla="*/ 2272768 w 7467600"/>
              <a:gd name="connsiteY387" fmla="*/ 6795822 h 6858000"/>
              <a:gd name="connsiteX388" fmla="*/ 2182715 w 7467600"/>
              <a:gd name="connsiteY388" fmla="*/ 6675071 h 6858000"/>
              <a:gd name="connsiteX389" fmla="*/ 2032061 w 7467600"/>
              <a:gd name="connsiteY389" fmla="*/ 6541380 h 6858000"/>
              <a:gd name="connsiteX390" fmla="*/ 2257220 w 7467600"/>
              <a:gd name="connsiteY390" fmla="*/ 6826257 h 6858000"/>
              <a:gd name="connsiteX391" fmla="*/ 2281324 w 7467600"/>
              <a:gd name="connsiteY391" fmla="*/ 6858000 h 6858000"/>
              <a:gd name="connsiteX392" fmla="*/ 2242860 w 7467600"/>
              <a:gd name="connsiteY392" fmla="*/ 6858000 h 6858000"/>
              <a:gd name="connsiteX393" fmla="*/ 2232818 w 7467600"/>
              <a:gd name="connsiteY393" fmla="*/ 6844926 h 6858000"/>
              <a:gd name="connsiteX394" fmla="*/ 1990172 w 7467600"/>
              <a:gd name="connsiteY394" fmla="*/ 6542121 h 6858000"/>
              <a:gd name="connsiteX395" fmla="*/ 2124090 w 7467600"/>
              <a:gd name="connsiteY395" fmla="*/ 6761017 h 6858000"/>
              <a:gd name="connsiteX396" fmla="*/ 2200380 w 7467600"/>
              <a:gd name="connsiteY396" fmla="*/ 6858000 h 6858000"/>
              <a:gd name="connsiteX397" fmla="*/ 2147507 w 7467600"/>
              <a:gd name="connsiteY397" fmla="*/ 6858000 h 6858000"/>
              <a:gd name="connsiteX398" fmla="*/ 2070668 w 7467600"/>
              <a:gd name="connsiteY398" fmla="*/ 6761520 h 6858000"/>
              <a:gd name="connsiteX399" fmla="*/ 1975142 w 7467600"/>
              <a:gd name="connsiteY399" fmla="*/ 6585570 h 6858000"/>
              <a:gd name="connsiteX400" fmla="*/ 2050035 w 7467600"/>
              <a:gd name="connsiteY400" fmla="*/ 6813345 h 6858000"/>
              <a:gd name="connsiteX401" fmla="*/ 2063025 w 7467600"/>
              <a:gd name="connsiteY401" fmla="*/ 6858000 h 6858000"/>
              <a:gd name="connsiteX402" fmla="*/ 2021675 w 7467600"/>
              <a:gd name="connsiteY402" fmla="*/ 6858000 h 6858000"/>
              <a:gd name="connsiteX403" fmla="*/ 2019308 w 7467600"/>
              <a:gd name="connsiteY403" fmla="*/ 6847118 h 6858000"/>
              <a:gd name="connsiteX404" fmla="*/ 1938835 w 7467600"/>
              <a:gd name="connsiteY404" fmla="*/ 6551160 h 6858000"/>
              <a:gd name="connsiteX405" fmla="*/ 1953230 w 7467600"/>
              <a:gd name="connsiteY405" fmla="*/ 6759699 h 6858000"/>
              <a:gd name="connsiteX406" fmla="*/ 1956763 w 7467600"/>
              <a:gd name="connsiteY406" fmla="*/ 6778191 h 6858000"/>
              <a:gd name="connsiteX407" fmla="*/ 1967925 w 7467600"/>
              <a:gd name="connsiteY407" fmla="*/ 6858000 h 6858000"/>
              <a:gd name="connsiteX408" fmla="*/ 1936622 w 7467600"/>
              <a:gd name="connsiteY408" fmla="*/ 6858000 h 6858000"/>
              <a:gd name="connsiteX409" fmla="*/ 1926261 w 7467600"/>
              <a:gd name="connsiteY409" fmla="*/ 6784064 h 6858000"/>
              <a:gd name="connsiteX410" fmla="*/ 1922724 w 7467600"/>
              <a:gd name="connsiteY410" fmla="*/ 6765577 h 6858000"/>
              <a:gd name="connsiteX411" fmla="*/ 1904650 w 7467600"/>
              <a:gd name="connsiteY411" fmla="*/ 6639616 h 6858000"/>
              <a:gd name="connsiteX412" fmla="*/ 1885273 w 7467600"/>
              <a:gd name="connsiteY412" fmla="*/ 6858000 h 6858000"/>
              <a:gd name="connsiteX413" fmla="*/ 1854363 w 7467600"/>
              <a:gd name="connsiteY413" fmla="*/ 6858000 h 6858000"/>
              <a:gd name="connsiteX414" fmla="*/ 1880391 w 7467600"/>
              <a:gd name="connsiteY414" fmla="*/ 6603796 h 6858000"/>
              <a:gd name="connsiteX415" fmla="*/ 1818273 w 7467600"/>
              <a:gd name="connsiteY415" fmla="*/ 6715729 h 6858000"/>
              <a:gd name="connsiteX416" fmla="*/ 1794691 w 7467600"/>
              <a:gd name="connsiteY416" fmla="*/ 6843239 h 6858000"/>
              <a:gd name="connsiteX417" fmla="*/ 1794914 w 7467600"/>
              <a:gd name="connsiteY417" fmla="*/ 6858000 h 6858000"/>
              <a:gd name="connsiteX418" fmla="*/ 1746128 w 7467600"/>
              <a:gd name="connsiteY418" fmla="*/ 6858000 h 6858000"/>
              <a:gd name="connsiteX419" fmla="*/ 1753934 w 7467600"/>
              <a:gd name="connsiteY419" fmla="*/ 6724796 h 6858000"/>
              <a:gd name="connsiteX420" fmla="*/ 1792053 w 7467600"/>
              <a:gd name="connsiteY420" fmla="*/ 6572396 h 6858000"/>
              <a:gd name="connsiteX421" fmla="*/ 1862248 w 7467600"/>
              <a:gd name="connsiteY421" fmla="*/ 6266397 h 6858000"/>
              <a:gd name="connsiteX422" fmla="*/ 1862250 w 7467600"/>
              <a:gd name="connsiteY422" fmla="*/ 6033531 h 6858000"/>
              <a:gd name="connsiteX423" fmla="*/ 1211999 w 7467600"/>
              <a:gd name="connsiteY423" fmla="*/ 6683610 h 6858000"/>
              <a:gd name="connsiteX424" fmla="*/ 1213266 w 7467600"/>
              <a:gd name="connsiteY424" fmla="*/ 6691947 h 6858000"/>
              <a:gd name="connsiteX425" fmla="*/ 1203370 w 7467600"/>
              <a:gd name="connsiteY425" fmla="*/ 6850676 h 6858000"/>
              <a:gd name="connsiteX426" fmla="*/ 1203671 w 7467600"/>
              <a:gd name="connsiteY426" fmla="*/ 6858000 h 6858000"/>
              <a:gd name="connsiteX427" fmla="*/ 1143180 w 7467600"/>
              <a:gd name="connsiteY427" fmla="*/ 6858000 h 6858000"/>
              <a:gd name="connsiteX428" fmla="*/ 1142176 w 7467600"/>
              <a:gd name="connsiteY428" fmla="*/ 6766045 h 6858000"/>
              <a:gd name="connsiteX429" fmla="*/ 1067484 w 7467600"/>
              <a:gd name="connsiteY429" fmla="*/ 6858000 h 6858000"/>
              <a:gd name="connsiteX430" fmla="*/ 953928 w 7467600"/>
              <a:gd name="connsiteY430" fmla="*/ 6858000 h 6858000"/>
              <a:gd name="connsiteX431" fmla="*/ 959715 w 7467600"/>
              <a:gd name="connsiteY431" fmla="*/ 6850185 h 6858000"/>
              <a:gd name="connsiteX432" fmla="*/ 1483788 w 7467600"/>
              <a:gd name="connsiteY432" fmla="*/ 6259174 h 6858000"/>
              <a:gd name="connsiteX433" fmla="*/ 1100671 w 7467600"/>
              <a:gd name="connsiteY433" fmla="*/ 6252137 h 6858000"/>
              <a:gd name="connsiteX434" fmla="*/ 1090144 w 7467600"/>
              <a:gd name="connsiteY434" fmla="*/ 6256748 h 6858000"/>
              <a:gd name="connsiteX435" fmla="*/ 1095872 w 7467600"/>
              <a:gd name="connsiteY435" fmla="*/ 6271892 h 6858000"/>
              <a:gd name="connsiteX436" fmla="*/ 262785 w 7467600"/>
              <a:gd name="connsiteY436" fmla="*/ 6845450 h 6858000"/>
              <a:gd name="connsiteX437" fmla="*/ 209968 w 7467600"/>
              <a:gd name="connsiteY437" fmla="*/ 6770713 h 6858000"/>
              <a:gd name="connsiteX438" fmla="*/ 873460 w 7467600"/>
              <a:gd name="connsiteY438" fmla="*/ 6253768 h 6858000"/>
              <a:gd name="connsiteX439" fmla="*/ 192686 w 7467600"/>
              <a:gd name="connsiteY439" fmla="*/ 5849257 h 6858000"/>
              <a:gd name="connsiteX440" fmla="*/ 4696 w 7467600"/>
              <a:gd name="connsiteY440" fmla="*/ 5697668 h 6858000"/>
              <a:gd name="connsiteX441" fmla="*/ 0 w 7467600"/>
              <a:gd name="connsiteY441" fmla="*/ 5689984 h 6858000"/>
              <a:gd name="connsiteX442" fmla="*/ 0 w 7467600"/>
              <a:gd name="connsiteY442" fmla="*/ 5513472 h 6858000"/>
              <a:gd name="connsiteX443" fmla="*/ 174101 w 7467600"/>
              <a:gd name="connsiteY443" fmla="*/ 5620277 h 6858000"/>
              <a:gd name="connsiteX444" fmla="*/ 891800 w 7467600"/>
              <a:gd name="connsiteY444" fmla="*/ 6036935 h 6858000"/>
              <a:gd name="connsiteX445" fmla="*/ 1072219 w 7467600"/>
              <a:gd name="connsiteY445" fmla="*/ 6169443 h 6858000"/>
              <a:gd name="connsiteX446" fmla="*/ 1074117 w 7467600"/>
              <a:gd name="connsiteY446" fmla="*/ 6170301 h 6858000"/>
              <a:gd name="connsiteX447" fmla="*/ 1083114 w 7467600"/>
              <a:gd name="connsiteY447" fmla="*/ 6174131 h 6858000"/>
              <a:gd name="connsiteX448" fmla="*/ 1543010 w 7467600"/>
              <a:gd name="connsiteY448" fmla="*/ 6191140 h 6858000"/>
              <a:gd name="connsiteX449" fmla="*/ 1551080 w 7467600"/>
              <a:gd name="connsiteY449" fmla="*/ 6195006 h 6858000"/>
              <a:gd name="connsiteX450" fmla="*/ 2345443 w 7467600"/>
              <a:gd name="connsiteY450" fmla="*/ 5549882 h 6858000"/>
              <a:gd name="connsiteX451" fmla="*/ 1721499 w 7467600"/>
              <a:gd name="connsiteY451" fmla="*/ 5599969 h 6858000"/>
              <a:gd name="connsiteX452" fmla="*/ 767716 w 7467600"/>
              <a:gd name="connsiteY452" fmla="*/ 5472768 h 6858000"/>
              <a:gd name="connsiteX453" fmla="*/ 722147 w 7467600"/>
              <a:gd name="connsiteY453" fmla="*/ 5393091 h 6858000"/>
              <a:gd name="connsiteX454" fmla="*/ 1485552 w 7467600"/>
              <a:gd name="connsiteY454" fmla="*/ 5313202 h 6858000"/>
              <a:gd name="connsiteX455" fmla="*/ 2143004 w 7467600"/>
              <a:gd name="connsiteY455" fmla="*/ 5402420 h 6858000"/>
              <a:gd name="connsiteX456" fmla="*/ 1933391 w 7467600"/>
              <a:gd name="connsiteY456" fmla="*/ 5156971 h 6858000"/>
              <a:gd name="connsiteX457" fmla="*/ 1827118 w 7467600"/>
              <a:gd name="connsiteY457" fmla="*/ 4968410 h 6858000"/>
              <a:gd name="connsiteX458" fmla="*/ 1837349 w 7467600"/>
              <a:gd name="connsiteY458" fmla="*/ 4956357 h 6858000"/>
              <a:gd name="connsiteX459" fmla="*/ 2162835 w 7467600"/>
              <a:gd name="connsiteY459" fmla="*/ 5187853 h 6858000"/>
              <a:gd name="connsiteX460" fmla="*/ 2257167 w 7467600"/>
              <a:gd name="connsiteY460" fmla="*/ 5462123 h 6858000"/>
              <a:gd name="connsiteX461" fmla="*/ 2261598 w 7467600"/>
              <a:gd name="connsiteY461" fmla="*/ 5467998 h 6858000"/>
              <a:gd name="connsiteX462" fmla="*/ 2437177 w 7467600"/>
              <a:gd name="connsiteY462" fmla="*/ 5479608 h 6858000"/>
              <a:gd name="connsiteX463" fmla="*/ 2445247 w 7467600"/>
              <a:gd name="connsiteY463" fmla="*/ 5483476 h 6858000"/>
              <a:gd name="connsiteX464" fmla="*/ 2743626 w 7467600"/>
              <a:gd name="connsiteY464" fmla="*/ 5304819 h 6858000"/>
              <a:gd name="connsiteX465" fmla="*/ 3048102 w 7467600"/>
              <a:gd name="connsiteY465" fmla="*/ 5150595 h 6858000"/>
              <a:gd name="connsiteX466" fmla="*/ 1799414 w 7467600"/>
              <a:gd name="connsiteY466" fmla="*/ 4694732 h 6858000"/>
              <a:gd name="connsiteX467" fmla="*/ 1771735 w 7467600"/>
              <a:gd name="connsiteY467" fmla="*/ 4619929 h 6858000"/>
              <a:gd name="connsiteX468" fmla="*/ 3104273 w 7467600"/>
              <a:gd name="connsiteY468" fmla="*/ 5076159 h 6858000"/>
              <a:gd name="connsiteX469" fmla="*/ 3113245 w 7467600"/>
              <a:gd name="connsiteY469" fmla="*/ 5090705 h 6858000"/>
              <a:gd name="connsiteX470" fmla="*/ 3126294 w 7467600"/>
              <a:gd name="connsiteY470" fmla="*/ 5114400 h 6858000"/>
              <a:gd name="connsiteX471" fmla="*/ 3937433 w 7467600"/>
              <a:gd name="connsiteY471" fmla="*/ 4830473 h 6858000"/>
              <a:gd name="connsiteX472" fmla="*/ 3590475 w 7467600"/>
              <a:gd name="connsiteY472" fmla="*/ 4597974 h 6858000"/>
              <a:gd name="connsiteX473" fmla="*/ 3100264 w 7467600"/>
              <a:gd name="connsiteY473" fmla="*/ 4579845 h 6858000"/>
              <a:gd name="connsiteX474" fmla="*/ 2183576 w 7467600"/>
              <a:gd name="connsiteY474" fmla="*/ 4227150 h 6858000"/>
              <a:gd name="connsiteX475" fmla="*/ 2151029 w 7467600"/>
              <a:gd name="connsiteY475" fmla="*/ 4146947 h 6858000"/>
              <a:gd name="connsiteX476" fmla="*/ 3563434 w 7467600"/>
              <a:gd name="connsiteY476" fmla="*/ 4469115 h 6858000"/>
              <a:gd name="connsiteX477" fmla="*/ 3177952 w 7467600"/>
              <a:gd name="connsiteY477" fmla="*/ 3657386 h 6858000"/>
              <a:gd name="connsiteX478" fmla="*/ 3189263 w 7467600"/>
              <a:gd name="connsiteY478" fmla="*/ 3625726 h 6858000"/>
              <a:gd name="connsiteX479" fmla="*/ 3560912 w 7467600"/>
              <a:gd name="connsiteY479" fmla="*/ 4079863 h 6858000"/>
              <a:gd name="connsiteX480" fmla="*/ 3626636 w 7467600"/>
              <a:gd name="connsiteY480" fmla="*/ 4512230 h 6858000"/>
              <a:gd name="connsiteX481" fmla="*/ 3653088 w 7467600"/>
              <a:gd name="connsiteY481" fmla="*/ 4521417 h 6858000"/>
              <a:gd name="connsiteX482" fmla="*/ 3988128 w 7467600"/>
              <a:gd name="connsiteY482" fmla="*/ 4817267 h 6858000"/>
              <a:gd name="connsiteX483" fmla="*/ 4830582 w 7467600"/>
              <a:gd name="connsiteY483" fmla="*/ 4676000 h 6858000"/>
              <a:gd name="connsiteX484" fmla="*/ 4830100 w 7467600"/>
              <a:gd name="connsiteY484" fmla="*/ 4675554 h 6858000"/>
              <a:gd name="connsiteX485" fmla="*/ 4036318 w 7467600"/>
              <a:gd name="connsiteY485" fmla="*/ 4147013 h 6858000"/>
              <a:gd name="connsiteX486" fmla="*/ 3432098 w 7467600"/>
              <a:gd name="connsiteY486" fmla="*/ 3537312 h 6858000"/>
              <a:gd name="connsiteX487" fmla="*/ 3446761 w 7467600"/>
              <a:gd name="connsiteY487" fmla="*/ 3461278 h 6858000"/>
              <a:gd name="connsiteX488" fmla="*/ 4419733 w 7467600"/>
              <a:gd name="connsiteY488" fmla="*/ 3963555 h 6858000"/>
              <a:gd name="connsiteX489" fmla="*/ 4781371 w 7467600"/>
              <a:gd name="connsiteY489" fmla="*/ 4458604 h 6858000"/>
              <a:gd name="connsiteX490" fmla="*/ 4780440 w 7467600"/>
              <a:gd name="connsiteY490" fmla="*/ 4470290 h 6858000"/>
              <a:gd name="connsiteX491" fmla="*/ 4898954 w 7467600"/>
              <a:gd name="connsiteY491" fmla="*/ 4662092 h 6858000"/>
              <a:gd name="connsiteX492" fmla="*/ 4900699 w 7467600"/>
              <a:gd name="connsiteY492" fmla="*/ 4670867 h 6858000"/>
              <a:gd name="connsiteX493" fmla="*/ 5714511 w 7467600"/>
              <a:gd name="connsiteY493" fmla="*/ 4663483 h 6858000"/>
              <a:gd name="connsiteX494" fmla="*/ 5464793 w 7467600"/>
              <a:gd name="connsiteY494" fmla="*/ 4393556 h 6858000"/>
              <a:gd name="connsiteX495" fmla="*/ 5461897 w 7467600"/>
              <a:gd name="connsiteY495" fmla="*/ 4390879 h 6858000"/>
              <a:gd name="connsiteX496" fmla="*/ 4294126 w 7467600"/>
              <a:gd name="connsiteY496" fmla="*/ 3303048 h 6858000"/>
              <a:gd name="connsiteX497" fmla="*/ 4305321 w 7467600"/>
              <a:gd name="connsiteY497" fmla="*/ 3256953 h 6858000"/>
              <a:gd name="connsiteX498" fmla="*/ 4949299 w 7467600"/>
              <a:gd name="connsiteY498" fmla="*/ 3766336 h 6858000"/>
              <a:gd name="connsiteX499" fmla="*/ 5291452 w 7467600"/>
              <a:gd name="connsiteY499" fmla="*/ 4076801 h 6858000"/>
              <a:gd name="connsiteX500" fmla="*/ 5434998 w 7467600"/>
              <a:gd name="connsiteY500" fmla="*/ 4254100 h 6858000"/>
              <a:gd name="connsiteX501" fmla="*/ 5351015 w 7467600"/>
              <a:gd name="connsiteY501" fmla="*/ 3760989 h 6858000"/>
              <a:gd name="connsiteX502" fmla="*/ 5413780 w 7467600"/>
              <a:gd name="connsiteY502" fmla="*/ 2966265 h 6858000"/>
              <a:gd name="connsiteX503" fmla="*/ 5425627 w 7467600"/>
              <a:gd name="connsiteY503" fmla="*/ 2954192 h 6858000"/>
              <a:gd name="connsiteX504" fmla="*/ 6604735 w 7467600"/>
              <a:gd name="connsiteY504" fmla="*/ 2041381 h 6858000"/>
              <a:gd name="connsiteX505" fmla="*/ 7204487 w 7467600"/>
              <a:gd name="connsiteY505" fmla="*/ 2742112 h 6858000"/>
              <a:gd name="connsiteX506" fmla="*/ 7131592 w 7467600"/>
              <a:gd name="connsiteY506" fmla="*/ 2672096 h 6858000"/>
              <a:gd name="connsiteX507" fmla="*/ 6996344 w 7467600"/>
              <a:gd name="connsiteY507" fmla="*/ 2518310 h 6858000"/>
              <a:gd name="connsiteX508" fmla="*/ 6735495 w 7467600"/>
              <a:gd name="connsiteY508" fmla="*/ 2196890 h 6858000"/>
              <a:gd name="connsiteX509" fmla="*/ 6721901 w 7467600"/>
              <a:gd name="connsiteY509" fmla="*/ 2179274 h 6858000"/>
              <a:gd name="connsiteX510" fmla="*/ 6604735 w 7467600"/>
              <a:gd name="connsiteY510" fmla="*/ 2041381 h 6858000"/>
              <a:gd name="connsiteX511" fmla="*/ 6591670 w 7467600"/>
              <a:gd name="connsiteY511" fmla="*/ 1988277 h 6858000"/>
              <a:gd name="connsiteX512" fmla="*/ 6747349 w 7467600"/>
              <a:gd name="connsiteY512" fmla="*/ 2160069 h 6858000"/>
              <a:gd name="connsiteX513" fmla="*/ 6760943 w 7467600"/>
              <a:gd name="connsiteY513" fmla="*/ 2177686 h 6858000"/>
              <a:gd name="connsiteX514" fmla="*/ 7021065 w 7467600"/>
              <a:gd name="connsiteY514" fmla="*/ 2498102 h 6858000"/>
              <a:gd name="connsiteX515" fmla="*/ 7155223 w 7467600"/>
              <a:gd name="connsiteY515" fmla="*/ 2650386 h 6858000"/>
              <a:gd name="connsiteX516" fmla="*/ 7203167 w 7467600"/>
              <a:gd name="connsiteY516" fmla="*/ 2697288 h 6858000"/>
              <a:gd name="connsiteX517" fmla="*/ 6937703 w 7467600"/>
              <a:gd name="connsiteY517" fmla="*/ 2321981 h 6858000"/>
              <a:gd name="connsiteX518" fmla="*/ 6591670 w 7467600"/>
              <a:gd name="connsiteY518" fmla="*/ 1988277 h 6858000"/>
              <a:gd name="connsiteX519" fmla="*/ 5798671 w 7467600"/>
              <a:gd name="connsiteY519" fmla="*/ 1981601 h 6858000"/>
              <a:gd name="connsiteX520" fmla="*/ 5754709 w 7467600"/>
              <a:gd name="connsiteY520" fmla="*/ 2071454 h 6858000"/>
              <a:gd name="connsiteX521" fmla="*/ 5763044 w 7467600"/>
              <a:gd name="connsiteY521" fmla="*/ 2842206 h 6858000"/>
              <a:gd name="connsiteX522" fmla="*/ 5764974 w 7467600"/>
              <a:gd name="connsiteY522" fmla="*/ 2799609 h 6858000"/>
              <a:gd name="connsiteX523" fmla="*/ 5767665 w 7467600"/>
              <a:gd name="connsiteY523" fmla="*/ 2666409 h 6858000"/>
              <a:gd name="connsiteX524" fmla="*/ 5763055 w 7467600"/>
              <a:gd name="connsiteY524" fmla="*/ 2579705 h 6858000"/>
              <a:gd name="connsiteX525" fmla="*/ 5758079 w 7467600"/>
              <a:gd name="connsiteY525" fmla="*/ 2492508 h 6858000"/>
              <a:gd name="connsiteX526" fmla="*/ 5779325 w 7467600"/>
              <a:gd name="connsiteY526" fmla="*/ 2197069 h 6858000"/>
              <a:gd name="connsiteX527" fmla="*/ 5798671 w 7467600"/>
              <a:gd name="connsiteY527" fmla="*/ 1981601 h 6858000"/>
              <a:gd name="connsiteX528" fmla="*/ 5829202 w 7467600"/>
              <a:gd name="connsiteY528" fmla="*/ 1971679 h 6858000"/>
              <a:gd name="connsiteX529" fmla="*/ 5809558 w 7467600"/>
              <a:gd name="connsiteY529" fmla="*/ 2198043 h 6858000"/>
              <a:gd name="connsiteX530" fmla="*/ 5788653 w 7467600"/>
              <a:gd name="connsiteY530" fmla="*/ 2489430 h 6858000"/>
              <a:gd name="connsiteX531" fmla="*/ 5793439 w 7467600"/>
              <a:gd name="connsiteY531" fmla="*/ 2575235 h 6858000"/>
              <a:gd name="connsiteX532" fmla="*/ 5796837 w 7467600"/>
              <a:gd name="connsiteY532" fmla="*/ 2637633 h 6858000"/>
              <a:gd name="connsiteX533" fmla="*/ 5818614 w 7467600"/>
              <a:gd name="connsiteY533" fmla="*/ 2473055 h 6858000"/>
              <a:gd name="connsiteX534" fmla="*/ 5829202 w 7467600"/>
              <a:gd name="connsiteY534" fmla="*/ 1971679 h 6858000"/>
              <a:gd name="connsiteX535" fmla="*/ 5911389 w 7467600"/>
              <a:gd name="connsiteY535" fmla="*/ 1898371 h 6858000"/>
              <a:gd name="connsiteX536" fmla="*/ 6237627 w 7467600"/>
              <a:gd name="connsiteY536" fmla="*/ 2231921 h 6858000"/>
              <a:gd name="connsiteX537" fmla="*/ 5911389 w 7467600"/>
              <a:gd name="connsiteY537" fmla="*/ 1898371 h 6858000"/>
              <a:gd name="connsiteX538" fmla="*/ 6944437 w 7467600"/>
              <a:gd name="connsiteY538" fmla="*/ 1575402 h 6858000"/>
              <a:gd name="connsiteX539" fmla="*/ 6304730 w 7467600"/>
              <a:gd name="connsiteY539" fmla="*/ 1766654 h 6858000"/>
              <a:gd name="connsiteX540" fmla="*/ 6944437 w 7467600"/>
              <a:gd name="connsiteY540" fmla="*/ 1575402 h 6858000"/>
              <a:gd name="connsiteX541" fmla="*/ 7019523 w 7467600"/>
              <a:gd name="connsiteY541" fmla="*/ 1519450 h 6858000"/>
              <a:gd name="connsiteX542" fmla="*/ 6298091 w 7467600"/>
              <a:gd name="connsiteY542" fmla="*/ 1737122 h 6858000"/>
              <a:gd name="connsiteX543" fmla="*/ 7019523 w 7467600"/>
              <a:gd name="connsiteY543" fmla="*/ 1519450 h 6858000"/>
              <a:gd name="connsiteX544" fmla="*/ 2399523 w 7467600"/>
              <a:gd name="connsiteY544" fmla="*/ 1428234 h 6858000"/>
              <a:gd name="connsiteX545" fmla="*/ 2224982 w 7467600"/>
              <a:gd name="connsiteY545" fmla="*/ 1826201 h 6858000"/>
              <a:gd name="connsiteX546" fmla="*/ 2096099 w 7467600"/>
              <a:gd name="connsiteY546" fmla="*/ 2345900 h 6858000"/>
              <a:gd name="connsiteX547" fmla="*/ 2283317 w 7467600"/>
              <a:gd name="connsiteY547" fmla="*/ 1796925 h 6858000"/>
              <a:gd name="connsiteX548" fmla="*/ 2399523 w 7467600"/>
              <a:gd name="connsiteY548" fmla="*/ 1428234 h 6858000"/>
              <a:gd name="connsiteX549" fmla="*/ 2448558 w 7467600"/>
              <a:gd name="connsiteY549" fmla="*/ 1373435 h 6858000"/>
              <a:gd name="connsiteX550" fmla="*/ 2312521 w 7467600"/>
              <a:gd name="connsiteY550" fmla="*/ 1806140 h 6858000"/>
              <a:gd name="connsiteX551" fmla="*/ 2127533 w 7467600"/>
              <a:gd name="connsiteY551" fmla="*/ 2348380 h 6858000"/>
              <a:gd name="connsiteX552" fmla="*/ 2358080 w 7467600"/>
              <a:gd name="connsiteY552" fmla="*/ 1866134 h 6858000"/>
              <a:gd name="connsiteX553" fmla="*/ 2407436 w 7467600"/>
              <a:gd name="connsiteY553" fmla="*/ 1651070 h 6858000"/>
              <a:gd name="connsiteX554" fmla="*/ 2448558 w 7467600"/>
              <a:gd name="connsiteY554" fmla="*/ 1373435 h 6858000"/>
              <a:gd name="connsiteX555" fmla="*/ 278707 w 7467600"/>
              <a:gd name="connsiteY555" fmla="*/ 1352270 h 6858000"/>
              <a:gd name="connsiteX556" fmla="*/ 321570 w 7467600"/>
              <a:gd name="connsiteY556" fmla="*/ 1861610 h 6858000"/>
              <a:gd name="connsiteX557" fmla="*/ 294281 w 7467600"/>
              <a:gd name="connsiteY557" fmla="*/ 1440658 h 6858000"/>
              <a:gd name="connsiteX558" fmla="*/ 278707 w 7467600"/>
              <a:gd name="connsiteY558" fmla="*/ 1352270 h 6858000"/>
              <a:gd name="connsiteX559" fmla="*/ 1423821 w 7467600"/>
              <a:gd name="connsiteY559" fmla="*/ 1351958 h 6858000"/>
              <a:gd name="connsiteX560" fmla="*/ 1638521 w 7467600"/>
              <a:gd name="connsiteY560" fmla="*/ 1908470 h 6858000"/>
              <a:gd name="connsiteX561" fmla="*/ 1754199 w 7467600"/>
              <a:gd name="connsiteY561" fmla="*/ 2149284 h 6858000"/>
              <a:gd name="connsiteX562" fmla="*/ 1908359 w 7467600"/>
              <a:gd name="connsiteY562" fmla="*/ 2364988 h 6858000"/>
              <a:gd name="connsiteX563" fmla="*/ 1647661 w 7467600"/>
              <a:gd name="connsiteY563" fmla="*/ 1825945 h 6858000"/>
              <a:gd name="connsiteX564" fmla="*/ 1423821 w 7467600"/>
              <a:gd name="connsiteY564" fmla="*/ 1351958 h 6858000"/>
              <a:gd name="connsiteX565" fmla="*/ 1431890 w 7467600"/>
              <a:gd name="connsiteY565" fmla="*/ 1306475 h 6858000"/>
              <a:gd name="connsiteX566" fmla="*/ 1507597 w 7467600"/>
              <a:gd name="connsiteY566" fmla="*/ 1446132 h 6858000"/>
              <a:gd name="connsiteX567" fmla="*/ 1674586 w 7467600"/>
              <a:gd name="connsiteY567" fmla="*/ 1813832 h 6858000"/>
              <a:gd name="connsiteX568" fmla="*/ 1815950 w 7467600"/>
              <a:gd name="connsiteY568" fmla="*/ 2128564 h 6858000"/>
              <a:gd name="connsiteX569" fmla="*/ 1984242 w 7467600"/>
              <a:gd name="connsiteY569" fmla="*/ 2430829 h 6858000"/>
              <a:gd name="connsiteX570" fmla="*/ 2014023 w 7467600"/>
              <a:gd name="connsiteY570" fmla="*/ 2450995 h 6858000"/>
              <a:gd name="connsiteX571" fmla="*/ 1747337 w 7467600"/>
              <a:gd name="connsiteY571" fmla="*/ 1855264 h 6858000"/>
              <a:gd name="connsiteX572" fmla="*/ 1533749 w 7467600"/>
              <a:gd name="connsiteY572" fmla="*/ 1478656 h 6858000"/>
              <a:gd name="connsiteX573" fmla="*/ 1431890 w 7467600"/>
              <a:gd name="connsiteY573" fmla="*/ 1306475 h 6858000"/>
              <a:gd name="connsiteX574" fmla="*/ 5052692 w 7467600"/>
              <a:gd name="connsiteY574" fmla="*/ 1292994 h 6858000"/>
              <a:gd name="connsiteX575" fmla="*/ 5200661 w 7467600"/>
              <a:gd name="connsiteY575" fmla="*/ 1635186 h 6858000"/>
              <a:gd name="connsiteX576" fmla="*/ 5297138 w 7467600"/>
              <a:gd name="connsiteY576" fmla="*/ 1906351 h 6858000"/>
              <a:gd name="connsiteX577" fmla="*/ 5052692 w 7467600"/>
              <a:gd name="connsiteY577" fmla="*/ 1292994 h 6858000"/>
              <a:gd name="connsiteX578" fmla="*/ 5009948 w 7467600"/>
              <a:gd name="connsiteY578" fmla="*/ 1273619 h 6858000"/>
              <a:gd name="connsiteX579" fmla="*/ 5121777 w 7467600"/>
              <a:gd name="connsiteY579" fmla="*/ 1654213 h 6858000"/>
              <a:gd name="connsiteX580" fmla="*/ 5293545 w 7467600"/>
              <a:gd name="connsiteY580" fmla="*/ 2072247 h 6858000"/>
              <a:gd name="connsiteX581" fmla="*/ 5294042 w 7467600"/>
              <a:gd name="connsiteY581" fmla="*/ 2065019 h 6858000"/>
              <a:gd name="connsiteX582" fmla="*/ 5171936 w 7467600"/>
              <a:gd name="connsiteY582" fmla="*/ 1647613 h 6858000"/>
              <a:gd name="connsiteX583" fmla="*/ 5009948 w 7467600"/>
              <a:gd name="connsiteY583" fmla="*/ 1273619 h 6858000"/>
              <a:gd name="connsiteX584" fmla="*/ 655236 w 7467600"/>
              <a:gd name="connsiteY584" fmla="*/ 1268632 h 6858000"/>
              <a:gd name="connsiteX585" fmla="*/ 839521 w 7467600"/>
              <a:gd name="connsiteY585" fmla="*/ 1685315 h 6858000"/>
              <a:gd name="connsiteX586" fmla="*/ 1109416 w 7467600"/>
              <a:gd name="connsiteY586" fmla="*/ 2061663 h 6858000"/>
              <a:gd name="connsiteX587" fmla="*/ 1298300 w 7467600"/>
              <a:gd name="connsiteY587" fmla="*/ 2247742 h 6858000"/>
              <a:gd name="connsiteX588" fmla="*/ 1125871 w 7467600"/>
              <a:gd name="connsiteY588" fmla="*/ 1989513 h 6858000"/>
              <a:gd name="connsiteX589" fmla="*/ 981574 w 7467600"/>
              <a:gd name="connsiteY589" fmla="*/ 1783157 h 6858000"/>
              <a:gd name="connsiteX590" fmla="*/ 922198 w 7467600"/>
              <a:gd name="connsiteY590" fmla="*/ 1677437 h 6858000"/>
              <a:gd name="connsiteX591" fmla="*/ 869293 w 7467600"/>
              <a:gd name="connsiteY591" fmla="*/ 1583214 h 6858000"/>
              <a:gd name="connsiteX592" fmla="*/ 751431 w 7467600"/>
              <a:gd name="connsiteY592" fmla="*/ 1405731 h 6858000"/>
              <a:gd name="connsiteX593" fmla="*/ 655236 w 7467600"/>
              <a:gd name="connsiteY593" fmla="*/ 1268632 h 6858000"/>
              <a:gd name="connsiteX594" fmla="*/ 6516292 w 7467600"/>
              <a:gd name="connsiteY594" fmla="*/ 1263064 h 6858000"/>
              <a:gd name="connsiteX595" fmla="*/ 5736320 w 7467600"/>
              <a:gd name="connsiteY595" fmla="*/ 1501803 h 6858000"/>
              <a:gd name="connsiteX596" fmla="*/ 6516292 w 7467600"/>
              <a:gd name="connsiteY596" fmla="*/ 1263064 h 6858000"/>
              <a:gd name="connsiteX597" fmla="*/ 291466 w 7467600"/>
              <a:gd name="connsiteY597" fmla="*/ 1250369 h 6858000"/>
              <a:gd name="connsiteX598" fmla="*/ 323180 w 7467600"/>
              <a:gd name="connsiteY598" fmla="*/ 1435283 h 6858000"/>
              <a:gd name="connsiteX599" fmla="*/ 349381 w 7467600"/>
              <a:gd name="connsiteY599" fmla="*/ 1875041 h 6858000"/>
              <a:gd name="connsiteX600" fmla="*/ 374363 w 7467600"/>
              <a:gd name="connsiteY600" fmla="*/ 1506494 h 6858000"/>
              <a:gd name="connsiteX601" fmla="*/ 302168 w 7467600"/>
              <a:gd name="connsiteY601" fmla="*/ 1274495 h 6858000"/>
              <a:gd name="connsiteX602" fmla="*/ 291466 w 7467600"/>
              <a:gd name="connsiteY602" fmla="*/ 1250369 h 6858000"/>
              <a:gd name="connsiteX603" fmla="*/ 678222 w 7467600"/>
              <a:gd name="connsiteY603" fmla="*/ 1248670 h 6858000"/>
              <a:gd name="connsiteX604" fmla="*/ 775536 w 7467600"/>
              <a:gd name="connsiteY604" fmla="*/ 1388015 h 6858000"/>
              <a:gd name="connsiteX605" fmla="*/ 894529 w 7467600"/>
              <a:gd name="connsiteY605" fmla="*/ 1567739 h 6858000"/>
              <a:gd name="connsiteX606" fmla="*/ 948000 w 7467600"/>
              <a:gd name="connsiteY606" fmla="*/ 1663088 h 6858000"/>
              <a:gd name="connsiteX607" fmla="*/ 1006812 w 7467600"/>
              <a:gd name="connsiteY607" fmla="*/ 1767683 h 6858000"/>
              <a:gd name="connsiteX608" fmla="*/ 1149133 w 7467600"/>
              <a:gd name="connsiteY608" fmla="*/ 1971513 h 6858000"/>
              <a:gd name="connsiteX609" fmla="*/ 1333952 w 7467600"/>
              <a:gd name="connsiteY609" fmla="*/ 2251620 h 6858000"/>
              <a:gd name="connsiteX610" fmla="*/ 1337329 w 7467600"/>
              <a:gd name="connsiteY610" fmla="*/ 2258350 h 6858000"/>
              <a:gd name="connsiteX611" fmla="*/ 1014726 w 7467600"/>
              <a:gd name="connsiteY611" fmla="*/ 1615556 h 6858000"/>
              <a:gd name="connsiteX612" fmla="*/ 678222 w 7467600"/>
              <a:gd name="connsiteY612" fmla="*/ 1248670 h 6858000"/>
              <a:gd name="connsiteX613" fmla="*/ 6691602 w 7467600"/>
              <a:gd name="connsiteY613" fmla="*/ 1140573 h 6858000"/>
              <a:gd name="connsiteX614" fmla="*/ 6571100 w 7467600"/>
              <a:gd name="connsiteY614" fmla="*/ 1183662 h 6858000"/>
              <a:gd name="connsiteX615" fmla="*/ 6241687 w 7467600"/>
              <a:gd name="connsiteY615" fmla="*/ 1257600 h 6858000"/>
              <a:gd name="connsiteX616" fmla="*/ 5693009 w 7467600"/>
              <a:gd name="connsiteY616" fmla="*/ 1478256 h 6858000"/>
              <a:gd name="connsiteX617" fmla="*/ 6548420 w 7467600"/>
              <a:gd name="connsiteY617" fmla="*/ 1214599 h 6858000"/>
              <a:gd name="connsiteX618" fmla="*/ 6605473 w 7467600"/>
              <a:gd name="connsiteY618" fmla="*/ 1184686 h 6858000"/>
              <a:gd name="connsiteX619" fmla="*/ 6691602 w 7467600"/>
              <a:gd name="connsiteY619" fmla="*/ 1140573 h 6858000"/>
              <a:gd name="connsiteX620" fmla="*/ 4002475 w 7467600"/>
              <a:gd name="connsiteY620" fmla="*/ 1037802 h 6858000"/>
              <a:gd name="connsiteX621" fmla="*/ 4000324 w 7467600"/>
              <a:gd name="connsiteY621" fmla="*/ 1039362 h 6858000"/>
              <a:gd name="connsiteX622" fmla="*/ 4002862 w 7467600"/>
              <a:gd name="connsiteY622" fmla="*/ 1042866 h 6858000"/>
              <a:gd name="connsiteX623" fmla="*/ 4002475 w 7467600"/>
              <a:gd name="connsiteY623" fmla="*/ 1037802 h 6858000"/>
              <a:gd name="connsiteX624" fmla="*/ 506322 w 7467600"/>
              <a:gd name="connsiteY624" fmla="*/ 1020997 h 6858000"/>
              <a:gd name="connsiteX625" fmla="*/ 533068 w 7467600"/>
              <a:gd name="connsiteY625" fmla="*/ 1029409 h 6858000"/>
              <a:gd name="connsiteX626" fmla="*/ 1232525 w 7467600"/>
              <a:gd name="connsiteY626" fmla="*/ 1804675 h 6858000"/>
              <a:gd name="connsiteX627" fmla="*/ 1388858 w 7467600"/>
              <a:gd name="connsiteY627" fmla="*/ 2368011 h 6858000"/>
              <a:gd name="connsiteX628" fmla="*/ 1384098 w 7467600"/>
              <a:gd name="connsiteY628" fmla="*/ 2378125 h 6858000"/>
              <a:gd name="connsiteX629" fmla="*/ 1425393 w 7467600"/>
              <a:gd name="connsiteY629" fmla="*/ 2589124 h 6858000"/>
              <a:gd name="connsiteX630" fmla="*/ 1424001 w 7467600"/>
              <a:gd name="connsiteY630" fmla="*/ 2597541 h 6858000"/>
              <a:gd name="connsiteX631" fmla="*/ 2152729 w 7467600"/>
              <a:gd name="connsiteY631" fmla="*/ 2864487 h 6858000"/>
              <a:gd name="connsiteX632" fmla="*/ 2020609 w 7467600"/>
              <a:gd name="connsiteY632" fmla="*/ 2539671 h 6858000"/>
              <a:gd name="connsiteX633" fmla="*/ 2018920 w 7467600"/>
              <a:gd name="connsiteY633" fmla="*/ 2536309 h 6858000"/>
              <a:gd name="connsiteX634" fmla="*/ 1342441 w 7467600"/>
              <a:gd name="connsiteY634" fmla="*/ 1173017 h 6858000"/>
              <a:gd name="connsiteX635" fmla="*/ 1367925 w 7467600"/>
              <a:gd name="connsiteY635" fmla="*/ 1135648 h 6858000"/>
              <a:gd name="connsiteX636" fmla="*/ 1771401 w 7467600"/>
              <a:gd name="connsiteY636" fmla="*/ 1806673 h 6858000"/>
              <a:gd name="connsiteX637" fmla="*/ 1972385 w 7467600"/>
              <a:gd name="connsiteY637" fmla="*/ 2198735 h 6858000"/>
              <a:gd name="connsiteX638" fmla="*/ 2040892 w 7467600"/>
              <a:gd name="connsiteY638" fmla="*/ 2405205 h 6858000"/>
              <a:gd name="connsiteX639" fmla="*/ 2131689 w 7467600"/>
              <a:gd name="connsiteY639" fmla="*/ 1936926 h 6858000"/>
              <a:gd name="connsiteX640" fmla="*/ 2454820 w 7467600"/>
              <a:gd name="connsiteY640" fmla="*/ 1248808 h 6858000"/>
              <a:gd name="connsiteX641" fmla="*/ 2492512 w 7467600"/>
              <a:gd name="connsiteY641" fmla="*/ 1302920 h 6858000"/>
              <a:gd name="connsiteX642" fmla="*/ 2081216 w 7467600"/>
              <a:gd name="connsiteY642" fmla="*/ 2527513 h 6858000"/>
              <a:gd name="connsiteX643" fmla="*/ 2081211 w 7467600"/>
              <a:gd name="connsiteY643" fmla="*/ 2528916 h 6858000"/>
              <a:gd name="connsiteX644" fmla="*/ 2199067 w 7467600"/>
              <a:gd name="connsiteY644" fmla="*/ 2884061 h 6858000"/>
              <a:gd name="connsiteX645" fmla="*/ 3192586 w 7467600"/>
              <a:gd name="connsiteY645" fmla="*/ 3411496 h 6858000"/>
              <a:gd name="connsiteX646" fmla="*/ 3182620 w 7467600"/>
              <a:gd name="connsiteY646" fmla="*/ 3483279 h 6858000"/>
              <a:gd name="connsiteX647" fmla="*/ 2435119 w 7467600"/>
              <a:gd name="connsiteY647" fmla="*/ 3080173 h 6858000"/>
              <a:gd name="connsiteX648" fmla="*/ 2410152 w 7467600"/>
              <a:gd name="connsiteY648" fmla="*/ 3063751 h 6858000"/>
              <a:gd name="connsiteX649" fmla="*/ 2408099 w 7467600"/>
              <a:gd name="connsiteY649" fmla="*/ 3064403 h 6858000"/>
              <a:gd name="connsiteX650" fmla="*/ 2407218 w 7467600"/>
              <a:gd name="connsiteY650" fmla="*/ 3070324 h 6858000"/>
              <a:gd name="connsiteX651" fmla="*/ 2380138 w 7467600"/>
              <a:gd name="connsiteY651" fmla="*/ 3099341 h 6858000"/>
              <a:gd name="connsiteX652" fmla="*/ 1765923 w 7467600"/>
              <a:gd name="connsiteY652" fmla="*/ 3581043 h 6858000"/>
              <a:gd name="connsiteX653" fmla="*/ 1702258 w 7467600"/>
              <a:gd name="connsiteY653" fmla="*/ 3612286 h 6858000"/>
              <a:gd name="connsiteX654" fmla="*/ 1538370 w 7467600"/>
              <a:gd name="connsiteY654" fmla="*/ 3811804 h 6858000"/>
              <a:gd name="connsiteX655" fmla="*/ 542867 w 7467600"/>
              <a:gd name="connsiteY655" fmla="*/ 4944092 h 6858000"/>
              <a:gd name="connsiteX656" fmla="*/ 515800 w 7467600"/>
              <a:gd name="connsiteY656" fmla="*/ 4862180 h 6858000"/>
              <a:gd name="connsiteX657" fmla="*/ 909145 w 7467600"/>
              <a:gd name="connsiteY657" fmla="*/ 4199225 h 6858000"/>
              <a:gd name="connsiteX658" fmla="*/ 1214067 w 7467600"/>
              <a:gd name="connsiteY658" fmla="*/ 3908561 h 6858000"/>
              <a:gd name="connsiteX659" fmla="*/ 640967 w 7467600"/>
              <a:gd name="connsiteY659" fmla="*/ 4105601 h 6858000"/>
              <a:gd name="connsiteX660" fmla="*/ 112563 w 7467600"/>
              <a:gd name="connsiteY660" fmla="*/ 4396952 h 6858000"/>
              <a:gd name="connsiteX661" fmla="*/ 0 w 7467600"/>
              <a:gd name="connsiteY661" fmla="*/ 4466006 h 6858000"/>
              <a:gd name="connsiteX662" fmla="*/ 0 w 7467600"/>
              <a:gd name="connsiteY662" fmla="*/ 4233763 h 6858000"/>
              <a:gd name="connsiteX663" fmla="*/ 36881 w 7467600"/>
              <a:gd name="connsiteY663" fmla="*/ 4200118 h 6858000"/>
              <a:gd name="connsiteX664" fmla="*/ 910534 w 7467600"/>
              <a:gd name="connsiteY664" fmla="*/ 3629753 h 6858000"/>
              <a:gd name="connsiteX665" fmla="*/ 1578717 w 7467600"/>
              <a:gd name="connsiteY665" fmla="*/ 3575982 h 6858000"/>
              <a:gd name="connsiteX666" fmla="*/ 2338780 w 7467600"/>
              <a:gd name="connsiteY666" fmla="*/ 3033725 h 6858000"/>
              <a:gd name="connsiteX667" fmla="*/ 1807991 w 7467600"/>
              <a:gd name="connsiteY667" fmla="*/ 2807184 h 6858000"/>
              <a:gd name="connsiteX668" fmla="*/ 1416358 w 7467600"/>
              <a:gd name="connsiteY668" fmla="*/ 3112571 h 6858000"/>
              <a:gd name="connsiteX669" fmla="*/ 939066 w 7467600"/>
              <a:gd name="connsiteY669" fmla="*/ 3378798 h 6858000"/>
              <a:gd name="connsiteX670" fmla="*/ 115099 w 7467600"/>
              <a:gd name="connsiteY670" fmla="*/ 3607650 h 6858000"/>
              <a:gd name="connsiteX671" fmla="*/ 97284 w 7467600"/>
              <a:gd name="connsiteY671" fmla="*/ 3520393 h 6858000"/>
              <a:gd name="connsiteX672" fmla="*/ 922050 w 7467600"/>
              <a:gd name="connsiteY672" fmla="*/ 3074867 h 6858000"/>
              <a:gd name="connsiteX673" fmla="*/ 1405265 w 7467600"/>
              <a:gd name="connsiteY673" fmla="*/ 3016319 h 6858000"/>
              <a:gd name="connsiteX674" fmla="*/ 1407512 w 7467600"/>
              <a:gd name="connsiteY674" fmla="*/ 3018001 h 6858000"/>
              <a:gd name="connsiteX675" fmla="*/ 1726266 w 7467600"/>
              <a:gd name="connsiteY675" fmla="*/ 2777274 h 6858000"/>
              <a:gd name="connsiteX676" fmla="*/ 625390 w 7467600"/>
              <a:gd name="connsiteY676" fmla="*/ 2514541 h 6858000"/>
              <a:gd name="connsiteX677" fmla="*/ 619799 w 7467600"/>
              <a:gd name="connsiteY677" fmla="*/ 2527180 h 6858000"/>
              <a:gd name="connsiteX678" fmla="*/ 310030 w 7467600"/>
              <a:gd name="connsiteY678" fmla="*/ 2771818 h 6858000"/>
              <a:gd name="connsiteX679" fmla="*/ 173877 w 7467600"/>
              <a:gd name="connsiteY679" fmla="*/ 2937056 h 6858000"/>
              <a:gd name="connsiteX680" fmla="*/ 77889 w 7467600"/>
              <a:gd name="connsiteY680" fmla="*/ 3138440 h 6858000"/>
              <a:gd name="connsiteX681" fmla="*/ 0 w 7467600"/>
              <a:gd name="connsiteY681" fmla="*/ 3271395 h 6858000"/>
              <a:gd name="connsiteX682" fmla="*/ 0 w 7467600"/>
              <a:gd name="connsiteY682" fmla="*/ 3153002 h 6858000"/>
              <a:gd name="connsiteX683" fmla="*/ 2386 w 7467600"/>
              <a:gd name="connsiteY683" fmla="*/ 3149203 h 6858000"/>
              <a:gd name="connsiteX684" fmla="*/ 89753 w 7467600"/>
              <a:gd name="connsiteY684" fmla="*/ 2987702 h 6858000"/>
              <a:gd name="connsiteX685" fmla="*/ 76869 w 7467600"/>
              <a:gd name="connsiteY685" fmla="*/ 3005404 h 6858000"/>
              <a:gd name="connsiteX686" fmla="*/ 32049 w 7467600"/>
              <a:gd name="connsiteY686" fmla="*/ 3065814 h 6858000"/>
              <a:gd name="connsiteX687" fmla="*/ 0 w 7467600"/>
              <a:gd name="connsiteY687" fmla="*/ 3108744 h 6858000"/>
              <a:gd name="connsiteX688" fmla="*/ 0 w 7467600"/>
              <a:gd name="connsiteY688" fmla="*/ 3058059 h 6858000"/>
              <a:gd name="connsiteX689" fmla="*/ 7610 w 7467600"/>
              <a:gd name="connsiteY689" fmla="*/ 3047889 h 6858000"/>
              <a:gd name="connsiteX690" fmla="*/ 52419 w 7467600"/>
              <a:gd name="connsiteY690" fmla="*/ 2987479 h 6858000"/>
              <a:gd name="connsiteX691" fmla="*/ 59142 w 7467600"/>
              <a:gd name="connsiteY691" fmla="*/ 2978488 h 6858000"/>
              <a:gd name="connsiteX692" fmla="*/ 0 w 7467600"/>
              <a:gd name="connsiteY692" fmla="*/ 3015334 h 6858000"/>
              <a:gd name="connsiteX693" fmla="*/ 0 w 7467600"/>
              <a:gd name="connsiteY693" fmla="*/ 2914286 h 6858000"/>
              <a:gd name="connsiteX694" fmla="*/ 36383 w 7467600"/>
              <a:gd name="connsiteY694" fmla="*/ 2901128 h 6858000"/>
              <a:gd name="connsiteX695" fmla="*/ 156329 w 7467600"/>
              <a:gd name="connsiteY695" fmla="*/ 2840533 h 6858000"/>
              <a:gd name="connsiteX696" fmla="*/ 358355 w 7467600"/>
              <a:gd name="connsiteY696" fmla="*/ 2620471 h 6858000"/>
              <a:gd name="connsiteX697" fmla="*/ 510577 w 7467600"/>
              <a:gd name="connsiteY697" fmla="*/ 2501244 h 6858000"/>
              <a:gd name="connsiteX698" fmla="*/ 211967 w 7467600"/>
              <a:gd name="connsiteY698" fmla="*/ 2479171 h 6858000"/>
              <a:gd name="connsiteX699" fmla="*/ 0 w 7467600"/>
              <a:gd name="connsiteY699" fmla="*/ 2476398 h 6858000"/>
              <a:gd name="connsiteX700" fmla="*/ 0 w 7467600"/>
              <a:gd name="connsiteY700" fmla="*/ 2389189 h 6858000"/>
              <a:gd name="connsiteX701" fmla="*/ 103062 w 7467600"/>
              <a:gd name="connsiteY701" fmla="*/ 2389518 h 6858000"/>
              <a:gd name="connsiteX702" fmla="*/ 510734 w 7467600"/>
              <a:gd name="connsiteY702" fmla="*/ 2416201 h 6858000"/>
              <a:gd name="connsiteX703" fmla="*/ 279257 w 7467600"/>
              <a:gd name="connsiteY703" fmla="*/ 2092102 h 6858000"/>
              <a:gd name="connsiteX704" fmla="*/ 65265 w 7467600"/>
              <a:gd name="connsiteY704" fmla="*/ 2006049 h 6858000"/>
              <a:gd name="connsiteX705" fmla="*/ 0 w 7467600"/>
              <a:gd name="connsiteY705" fmla="*/ 1982532 h 6858000"/>
              <a:gd name="connsiteX706" fmla="*/ 0 w 7467600"/>
              <a:gd name="connsiteY706" fmla="*/ 1912789 h 6858000"/>
              <a:gd name="connsiteX707" fmla="*/ 97460 w 7467600"/>
              <a:gd name="connsiteY707" fmla="*/ 1953725 h 6858000"/>
              <a:gd name="connsiteX708" fmla="*/ 221272 w 7467600"/>
              <a:gd name="connsiteY708" fmla="*/ 1980766 h 6858000"/>
              <a:gd name="connsiteX709" fmla="*/ 116765 w 7467600"/>
              <a:gd name="connsiteY709" fmla="*/ 1911033 h 6858000"/>
              <a:gd name="connsiteX710" fmla="*/ 16405 w 7467600"/>
              <a:gd name="connsiteY710" fmla="*/ 1803412 h 6858000"/>
              <a:gd name="connsiteX711" fmla="*/ 0 w 7467600"/>
              <a:gd name="connsiteY711" fmla="*/ 1784777 h 6858000"/>
              <a:gd name="connsiteX712" fmla="*/ 0 w 7467600"/>
              <a:gd name="connsiteY712" fmla="*/ 1740082 h 6858000"/>
              <a:gd name="connsiteX713" fmla="*/ 39394 w 7467600"/>
              <a:gd name="connsiteY713" fmla="*/ 1784856 h 6858000"/>
              <a:gd name="connsiteX714" fmla="*/ 135813 w 7467600"/>
              <a:gd name="connsiteY714" fmla="*/ 1888838 h 6858000"/>
              <a:gd name="connsiteX715" fmla="*/ 242575 w 7467600"/>
              <a:gd name="connsiteY715" fmla="*/ 1958841 h 6858000"/>
              <a:gd name="connsiteX716" fmla="*/ 82197 w 7467600"/>
              <a:gd name="connsiteY716" fmla="*/ 1754826 h 6858000"/>
              <a:gd name="connsiteX717" fmla="*/ 0 w 7467600"/>
              <a:gd name="connsiteY717" fmla="*/ 1679650 h 6858000"/>
              <a:gd name="connsiteX718" fmla="*/ 0 w 7467600"/>
              <a:gd name="connsiteY718" fmla="*/ 1602463 h 6858000"/>
              <a:gd name="connsiteX719" fmla="*/ 84689 w 7467600"/>
              <a:gd name="connsiteY719" fmla="*/ 1677442 h 6858000"/>
              <a:gd name="connsiteX720" fmla="*/ 298437 w 7467600"/>
              <a:gd name="connsiteY720" fmla="*/ 1968019 h 6858000"/>
              <a:gd name="connsiteX721" fmla="*/ 227269 w 7467600"/>
              <a:gd name="connsiteY721" fmla="*/ 1114064 h 6858000"/>
              <a:gd name="connsiteX722" fmla="*/ 248003 w 7467600"/>
              <a:gd name="connsiteY722" fmla="*/ 1089613 h 6858000"/>
              <a:gd name="connsiteX723" fmla="*/ 427020 w 7467600"/>
              <a:gd name="connsiteY723" fmla="*/ 1619803 h 6858000"/>
              <a:gd name="connsiteX724" fmla="*/ 340345 w 7467600"/>
              <a:gd name="connsiteY724" fmla="*/ 2027739 h 6858000"/>
              <a:gd name="connsiteX725" fmla="*/ 360865 w 7467600"/>
              <a:gd name="connsiteY725" fmla="*/ 2044827 h 6858000"/>
              <a:gd name="connsiteX726" fmla="*/ 560414 w 7467600"/>
              <a:gd name="connsiteY726" fmla="*/ 2421457 h 6858000"/>
              <a:gd name="connsiteX727" fmla="*/ 1359703 w 7467600"/>
              <a:gd name="connsiteY727" fmla="*/ 2578554 h 6858000"/>
              <a:gd name="connsiteX728" fmla="*/ 1359422 w 7467600"/>
              <a:gd name="connsiteY728" fmla="*/ 2577994 h 6858000"/>
              <a:gd name="connsiteX729" fmla="*/ 828701 w 7467600"/>
              <a:gd name="connsiteY729" fmla="*/ 1839520 h 6858000"/>
              <a:gd name="connsiteX730" fmla="*/ 494427 w 7467600"/>
              <a:gd name="connsiteY730" fmla="*/ 1092333 h 6858000"/>
              <a:gd name="connsiteX731" fmla="*/ 506322 w 7467600"/>
              <a:gd name="connsiteY731" fmla="*/ 1020997 h 6858000"/>
              <a:gd name="connsiteX732" fmla="*/ 4570198 w 7467600"/>
              <a:gd name="connsiteY732" fmla="*/ 978081 h 6858000"/>
              <a:gd name="connsiteX733" fmla="*/ 4523691 w 7467600"/>
              <a:gd name="connsiteY733" fmla="*/ 1127776 h 6858000"/>
              <a:gd name="connsiteX734" fmla="*/ 4509875 w 7467600"/>
              <a:gd name="connsiteY734" fmla="*/ 1167552 h 6858000"/>
              <a:gd name="connsiteX735" fmla="*/ 4478168 w 7467600"/>
              <a:gd name="connsiteY735" fmla="*/ 1260735 h 6858000"/>
              <a:gd name="connsiteX736" fmla="*/ 4409309 w 7467600"/>
              <a:gd name="connsiteY736" fmla="*/ 1666996 h 6858000"/>
              <a:gd name="connsiteX737" fmla="*/ 4370031 w 7467600"/>
              <a:gd name="connsiteY737" fmla="*/ 1955666 h 6858000"/>
              <a:gd name="connsiteX738" fmla="*/ 4570198 w 7467600"/>
              <a:gd name="connsiteY738" fmla="*/ 978081 h 6858000"/>
              <a:gd name="connsiteX739" fmla="*/ 4557898 w 7467600"/>
              <a:gd name="connsiteY739" fmla="*/ 900011 h 6858000"/>
              <a:gd name="connsiteX740" fmla="*/ 4344840 w 7467600"/>
              <a:gd name="connsiteY740" fmla="*/ 1922038 h 6858000"/>
              <a:gd name="connsiteX741" fmla="*/ 4378710 w 7467600"/>
              <a:gd name="connsiteY741" fmla="*/ 1665516 h 6858000"/>
              <a:gd name="connsiteX742" fmla="*/ 4448798 w 7467600"/>
              <a:gd name="connsiteY742" fmla="*/ 1253024 h 6858000"/>
              <a:gd name="connsiteX743" fmla="*/ 4480315 w 7467600"/>
              <a:gd name="connsiteY743" fmla="*/ 1158454 h 6858000"/>
              <a:gd name="connsiteX744" fmla="*/ 4494133 w 7467600"/>
              <a:gd name="connsiteY744" fmla="*/ 1118676 h 6858000"/>
              <a:gd name="connsiteX745" fmla="*/ 4557898 w 7467600"/>
              <a:gd name="connsiteY745" fmla="*/ 900011 h 6858000"/>
              <a:gd name="connsiteX746" fmla="*/ 5870151 w 7467600"/>
              <a:gd name="connsiteY746" fmla="*/ 898890 h 6858000"/>
              <a:gd name="connsiteX747" fmla="*/ 5861335 w 7467600"/>
              <a:gd name="connsiteY747" fmla="*/ 899177 h 6858000"/>
              <a:gd name="connsiteX748" fmla="*/ 5843702 w 7467600"/>
              <a:gd name="connsiteY748" fmla="*/ 899748 h 6858000"/>
              <a:gd name="connsiteX749" fmla="*/ 5651107 w 7467600"/>
              <a:gd name="connsiteY749" fmla="*/ 920306 h 6858000"/>
              <a:gd name="connsiteX750" fmla="*/ 5459407 w 7467600"/>
              <a:gd name="connsiteY750" fmla="*/ 940975 h 6858000"/>
              <a:gd name="connsiteX751" fmla="*/ 5374846 w 7467600"/>
              <a:gd name="connsiteY751" fmla="*/ 941988 h 6858000"/>
              <a:gd name="connsiteX752" fmla="*/ 5256105 w 7467600"/>
              <a:gd name="connsiteY752" fmla="*/ 945632 h 6858000"/>
              <a:gd name="connsiteX753" fmla="*/ 5107071 w 7467600"/>
              <a:gd name="connsiteY753" fmla="*/ 969720 h 6858000"/>
              <a:gd name="connsiteX754" fmla="*/ 4998681 w 7467600"/>
              <a:gd name="connsiteY754" fmla="*/ 988771 h 6858000"/>
              <a:gd name="connsiteX755" fmla="*/ 5870151 w 7467600"/>
              <a:gd name="connsiteY755" fmla="*/ 898890 h 6858000"/>
              <a:gd name="connsiteX756" fmla="*/ 5504425 w 7467600"/>
              <a:gd name="connsiteY756" fmla="*/ 848067 h 6858000"/>
              <a:gd name="connsiteX757" fmla="*/ 4968849 w 7467600"/>
              <a:gd name="connsiteY757" fmla="*/ 962318 h 6858000"/>
              <a:gd name="connsiteX758" fmla="*/ 5104039 w 7467600"/>
              <a:gd name="connsiteY758" fmla="*/ 940634 h 6858000"/>
              <a:gd name="connsiteX759" fmla="*/ 5256311 w 7467600"/>
              <a:gd name="connsiteY759" fmla="*/ 916490 h 6858000"/>
              <a:gd name="connsiteX760" fmla="*/ 5377381 w 7467600"/>
              <a:gd name="connsiteY760" fmla="*/ 912671 h 6858000"/>
              <a:gd name="connsiteX761" fmla="*/ 5460148 w 7467600"/>
              <a:gd name="connsiteY761" fmla="*/ 911442 h 6858000"/>
              <a:gd name="connsiteX762" fmla="*/ 5648971 w 7467600"/>
              <a:gd name="connsiteY762" fmla="*/ 891331 h 6858000"/>
              <a:gd name="connsiteX763" fmla="*/ 5844807 w 7467600"/>
              <a:gd name="connsiteY763" fmla="*/ 870718 h 6858000"/>
              <a:gd name="connsiteX764" fmla="*/ 5862975 w 7467600"/>
              <a:gd name="connsiteY764" fmla="*/ 869756 h 6858000"/>
              <a:gd name="connsiteX765" fmla="*/ 5920887 w 7467600"/>
              <a:gd name="connsiteY765" fmla="*/ 865929 h 6858000"/>
              <a:gd name="connsiteX766" fmla="*/ 5504425 w 7467600"/>
              <a:gd name="connsiteY766" fmla="*/ 848067 h 6858000"/>
              <a:gd name="connsiteX767" fmla="*/ 3607114 w 7467600"/>
              <a:gd name="connsiteY767" fmla="*/ 467441 h 6858000"/>
              <a:gd name="connsiteX768" fmla="*/ 3296242 w 7467600"/>
              <a:gd name="connsiteY768" fmla="*/ 807991 h 6858000"/>
              <a:gd name="connsiteX769" fmla="*/ 3174674 w 7467600"/>
              <a:gd name="connsiteY769" fmla="*/ 919759 h 6858000"/>
              <a:gd name="connsiteX770" fmla="*/ 3042978 w 7467600"/>
              <a:gd name="connsiteY770" fmla="*/ 1054894 h 6858000"/>
              <a:gd name="connsiteX771" fmla="*/ 2968914 w 7467600"/>
              <a:gd name="connsiteY771" fmla="*/ 1133756 h 6858000"/>
              <a:gd name="connsiteX772" fmla="*/ 3103823 w 7467600"/>
              <a:gd name="connsiteY772" fmla="*/ 1026814 h 6858000"/>
              <a:gd name="connsiteX773" fmla="*/ 3607114 w 7467600"/>
              <a:gd name="connsiteY773" fmla="*/ 467441 h 6858000"/>
              <a:gd name="connsiteX774" fmla="*/ 3744487 w 7467600"/>
              <a:gd name="connsiteY774" fmla="*/ 383136 h 6858000"/>
              <a:gd name="connsiteX775" fmla="*/ 3970213 w 7467600"/>
              <a:gd name="connsiteY775" fmla="*/ 995559 h 6858000"/>
              <a:gd name="connsiteX776" fmla="*/ 3744487 w 7467600"/>
              <a:gd name="connsiteY776" fmla="*/ 383136 h 6858000"/>
              <a:gd name="connsiteX777" fmla="*/ 3624562 w 7467600"/>
              <a:gd name="connsiteY777" fmla="*/ 367041 h 6858000"/>
              <a:gd name="connsiteX778" fmla="*/ 3489712 w 7467600"/>
              <a:gd name="connsiteY778" fmla="*/ 485386 h 6858000"/>
              <a:gd name="connsiteX779" fmla="*/ 3182994 w 7467600"/>
              <a:gd name="connsiteY779" fmla="*/ 828265 h 6858000"/>
              <a:gd name="connsiteX780" fmla="*/ 2892114 w 7467600"/>
              <a:gd name="connsiteY780" fmla="*/ 1172635 h 6858000"/>
              <a:gd name="connsiteX781" fmla="*/ 3021459 w 7467600"/>
              <a:gd name="connsiteY781" fmla="*/ 1035385 h 6858000"/>
              <a:gd name="connsiteX782" fmla="*/ 3153873 w 7467600"/>
              <a:gd name="connsiteY782" fmla="*/ 898971 h 6858000"/>
              <a:gd name="connsiteX783" fmla="*/ 3276511 w 7467600"/>
              <a:gd name="connsiteY783" fmla="*/ 786423 h 6858000"/>
              <a:gd name="connsiteX784" fmla="*/ 3584154 w 7467600"/>
              <a:gd name="connsiteY784" fmla="*/ 448218 h 6858000"/>
              <a:gd name="connsiteX785" fmla="*/ 3624562 w 7467600"/>
              <a:gd name="connsiteY785" fmla="*/ 367041 h 6858000"/>
              <a:gd name="connsiteX786" fmla="*/ 3766672 w 7467600"/>
              <a:gd name="connsiteY786" fmla="*/ 359429 h 6858000"/>
              <a:gd name="connsiteX787" fmla="*/ 3996338 w 7467600"/>
              <a:gd name="connsiteY787" fmla="*/ 968237 h 6858000"/>
              <a:gd name="connsiteX788" fmla="*/ 3766672 w 7467600"/>
              <a:gd name="connsiteY788" fmla="*/ 359429 h 6858000"/>
              <a:gd name="connsiteX789" fmla="*/ 5805386 w 7467600"/>
              <a:gd name="connsiteY789" fmla="*/ 239240 h 6858000"/>
              <a:gd name="connsiteX790" fmla="*/ 5736947 w 7467600"/>
              <a:gd name="connsiteY790" fmla="*/ 261367 h 6858000"/>
              <a:gd name="connsiteX791" fmla="*/ 5427012 w 7467600"/>
              <a:gd name="connsiteY791" fmla="*/ 311272 h 6858000"/>
              <a:gd name="connsiteX792" fmla="*/ 5147818 w 7467600"/>
              <a:gd name="connsiteY792" fmla="*/ 322112 h 6858000"/>
              <a:gd name="connsiteX793" fmla="*/ 5060854 w 7467600"/>
              <a:gd name="connsiteY793" fmla="*/ 311882 h 6858000"/>
              <a:gd name="connsiteX794" fmla="*/ 4945989 w 7467600"/>
              <a:gd name="connsiteY794" fmla="*/ 300516 h 6858000"/>
              <a:gd name="connsiteX795" fmla="*/ 5410479 w 7467600"/>
              <a:gd name="connsiteY795" fmla="*/ 348434 h 6858000"/>
              <a:gd name="connsiteX796" fmla="*/ 5805386 w 7467600"/>
              <a:gd name="connsiteY796" fmla="*/ 239240 h 6858000"/>
              <a:gd name="connsiteX797" fmla="*/ 5905192 w 7467600"/>
              <a:gd name="connsiteY797" fmla="*/ 163079 h 6858000"/>
              <a:gd name="connsiteX798" fmla="*/ 5865655 w 7467600"/>
              <a:gd name="connsiteY798" fmla="*/ 171901 h 6858000"/>
              <a:gd name="connsiteX799" fmla="*/ 5259740 w 7467600"/>
              <a:gd name="connsiteY799" fmla="*/ 257013 h 6858000"/>
              <a:gd name="connsiteX800" fmla="*/ 5208466 w 7467600"/>
              <a:gd name="connsiteY800" fmla="*/ 257550 h 6858000"/>
              <a:gd name="connsiteX801" fmla="*/ 4980204 w 7467600"/>
              <a:gd name="connsiteY801" fmla="*/ 271903 h 6858000"/>
              <a:gd name="connsiteX802" fmla="*/ 5068068 w 7467600"/>
              <a:gd name="connsiteY802" fmla="*/ 282244 h 6858000"/>
              <a:gd name="connsiteX803" fmla="*/ 5153231 w 7467600"/>
              <a:gd name="connsiteY803" fmla="*/ 292240 h 6858000"/>
              <a:gd name="connsiteX804" fmla="*/ 5426491 w 7467600"/>
              <a:gd name="connsiteY804" fmla="*/ 281128 h 6858000"/>
              <a:gd name="connsiteX805" fmla="*/ 5731212 w 7467600"/>
              <a:gd name="connsiteY805" fmla="*/ 231951 h 6858000"/>
              <a:gd name="connsiteX806" fmla="*/ 5905192 w 7467600"/>
              <a:gd name="connsiteY806" fmla="*/ 163079 h 6858000"/>
              <a:gd name="connsiteX807" fmla="*/ 5944437 w 7467600"/>
              <a:gd name="connsiteY807" fmla="*/ 113829 h 6858000"/>
              <a:gd name="connsiteX808" fmla="*/ 5825032 w 7467600"/>
              <a:gd name="connsiteY808" fmla="*/ 146405 h 6858000"/>
              <a:gd name="connsiteX809" fmla="*/ 4955599 w 7467600"/>
              <a:gd name="connsiteY809" fmla="*/ 247008 h 6858000"/>
              <a:gd name="connsiteX810" fmla="*/ 5210104 w 7467600"/>
              <a:gd name="connsiteY810" fmla="*/ 228123 h 6858000"/>
              <a:gd name="connsiteX811" fmla="*/ 5261015 w 7467600"/>
              <a:gd name="connsiteY811" fmla="*/ 227087 h 6858000"/>
              <a:gd name="connsiteX812" fmla="*/ 5861181 w 7467600"/>
              <a:gd name="connsiteY812" fmla="*/ 143093 h 6858000"/>
              <a:gd name="connsiteX813" fmla="*/ 5961252 w 7467600"/>
              <a:gd name="connsiteY813" fmla="*/ 114820 h 6858000"/>
              <a:gd name="connsiteX814" fmla="*/ 5944437 w 7467600"/>
              <a:gd name="connsiteY814" fmla="*/ 113829 h 6858000"/>
              <a:gd name="connsiteX815" fmla="*/ 3882765 w 7467600"/>
              <a:gd name="connsiteY815" fmla="*/ 0 h 6858000"/>
              <a:gd name="connsiteX816" fmla="*/ 3995099 w 7467600"/>
              <a:gd name="connsiteY816" fmla="*/ 0 h 6858000"/>
              <a:gd name="connsiteX817" fmla="*/ 4163818 w 7467600"/>
              <a:gd name="connsiteY817" fmla="*/ 234104 h 6858000"/>
              <a:gd name="connsiteX818" fmla="*/ 4172099 w 7467600"/>
              <a:gd name="connsiteY818" fmla="*/ 234207 h 6858000"/>
              <a:gd name="connsiteX819" fmla="*/ 4784282 w 7467600"/>
              <a:gd name="connsiteY819" fmla="*/ 276561 h 6858000"/>
              <a:gd name="connsiteX820" fmla="*/ 4801687 w 7467600"/>
              <a:gd name="connsiteY820" fmla="*/ 267764 h 6858000"/>
              <a:gd name="connsiteX821" fmla="*/ 6082788 w 7467600"/>
              <a:gd name="connsiteY821" fmla="*/ 64119 h 6858000"/>
              <a:gd name="connsiteX822" fmla="*/ 6099442 w 7467600"/>
              <a:gd name="connsiteY822" fmla="*/ 82568 h 6858000"/>
              <a:gd name="connsiteX823" fmla="*/ 4804137 w 7467600"/>
              <a:gd name="connsiteY823" fmla="*/ 320931 h 6858000"/>
              <a:gd name="connsiteX824" fmla="*/ 4227047 w 7467600"/>
              <a:gd name="connsiteY824" fmla="*/ 313415 h 6858000"/>
              <a:gd name="connsiteX825" fmla="*/ 4346041 w 7467600"/>
              <a:gd name="connsiteY825" fmla="*/ 456086 h 6858000"/>
              <a:gd name="connsiteX826" fmla="*/ 4870967 w 7467600"/>
              <a:gd name="connsiteY826" fmla="*/ 963061 h 6858000"/>
              <a:gd name="connsiteX827" fmla="*/ 4889647 w 7467600"/>
              <a:gd name="connsiteY827" fmla="*/ 957147 h 6858000"/>
              <a:gd name="connsiteX828" fmla="*/ 5422504 w 7467600"/>
              <a:gd name="connsiteY828" fmla="*/ 805191 h 6858000"/>
              <a:gd name="connsiteX829" fmla="*/ 6087656 w 7467600"/>
              <a:gd name="connsiteY829" fmla="*/ 826703 h 6858000"/>
              <a:gd name="connsiteX830" fmla="*/ 6058717 w 7467600"/>
              <a:gd name="connsiteY830" fmla="*/ 865992 h 6858000"/>
              <a:gd name="connsiteX831" fmla="*/ 4974153 w 7467600"/>
              <a:gd name="connsiteY831" fmla="*/ 1045456 h 6858000"/>
              <a:gd name="connsiteX832" fmla="*/ 5627835 w 7467600"/>
              <a:gd name="connsiteY832" fmla="*/ 1472077 h 6858000"/>
              <a:gd name="connsiteX833" fmla="*/ 5629817 w 7467600"/>
              <a:gd name="connsiteY833" fmla="*/ 1471412 h 6858000"/>
              <a:gd name="connsiteX834" fmla="*/ 5634124 w 7467600"/>
              <a:gd name="connsiteY834" fmla="*/ 1470572 h 6858000"/>
              <a:gd name="connsiteX835" fmla="*/ 5755832 w 7467600"/>
              <a:gd name="connsiteY835" fmla="*/ 1383886 h 6858000"/>
              <a:gd name="connsiteX836" fmla="*/ 6014186 w 7467600"/>
              <a:gd name="connsiteY836" fmla="*/ 1279799 h 6858000"/>
              <a:gd name="connsiteX837" fmla="*/ 6901619 w 7467600"/>
              <a:gd name="connsiteY837" fmla="*/ 1047874 h 6858000"/>
              <a:gd name="connsiteX838" fmla="*/ 6931566 w 7467600"/>
              <a:gd name="connsiteY838" fmla="*/ 1062034 h 6858000"/>
              <a:gd name="connsiteX839" fmla="*/ 5790982 w 7467600"/>
              <a:gd name="connsiteY839" fmla="*/ 1561380 h 6858000"/>
              <a:gd name="connsiteX840" fmla="*/ 6188971 w 7467600"/>
              <a:gd name="connsiteY840" fmla="*/ 1755168 h 6858000"/>
              <a:gd name="connsiteX841" fmla="*/ 6202446 w 7467600"/>
              <a:gd name="connsiteY841" fmla="*/ 1752268 h 6858000"/>
              <a:gd name="connsiteX842" fmla="*/ 7179560 w 7467600"/>
              <a:gd name="connsiteY842" fmla="*/ 1467551 h 6858000"/>
              <a:gd name="connsiteX843" fmla="*/ 7158730 w 7467600"/>
              <a:gd name="connsiteY843" fmla="*/ 1507835 h 6858000"/>
              <a:gd name="connsiteX844" fmla="*/ 6326959 w 7467600"/>
              <a:gd name="connsiteY844" fmla="*/ 1817686 h 6858000"/>
              <a:gd name="connsiteX845" fmla="*/ 6537433 w 7467600"/>
              <a:gd name="connsiteY845" fmla="*/ 1907790 h 6858000"/>
              <a:gd name="connsiteX846" fmla="*/ 6550221 w 7467600"/>
              <a:gd name="connsiteY846" fmla="*/ 1910729 h 6858000"/>
              <a:gd name="connsiteX847" fmla="*/ 6964438 w 7467600"/>
              <a:gd name="connsiteY847" fmla="*/ 2209505 h 6858000"/>
              <a:gd name="connsiteX848" fmla="*/ 7367862 w 7467600"/>
              <a:gd name="connsiteY848" fmla="*/ 2806833 h 6858000"/>
              <a:gd name="connsiteX849" fmla="*/ 7364329 w 7467600"/>
              <a:gd name="connsiteY849" fmla="*/ 2826907 h 6858000"/>
              <a:gd name="connsiteX850" fmla="*/ 7290545 w 7467600"/>
              <a:gd name="connsiteY850" fmla="*/ 2850663 h 6858000"/>
              <a:gd name="connsiteX851" fmla="*/ 6472036 w 7467600"/>
              <a:gd name="connsiteY851" fmla="*/ 1959003 h 6858000"/>
              <a:gd name="connsiteX852" fmla="*/ 5792897 w 7467600"/>
              <a:gd name="connsiteY852" fmla="*/ 1647747 h 6858000"/>
              <a:gd name="connsiteX853" fmla="*/ 5842751 w 7467600"/>
              <a:gd name="connsiteY853" fmla="*/ 1816112 h 6858000"/>
              <a:gd name="connsiteX854" fmla="*/ 5847424 w 7467600"/>
              <a:gd name="connsiteY854" fmla="*/ 1815776 h 6858000"/>
              <a:gd name="connsiteX855" fmla="*/ 6399821 w 7467600"/>
              <a:gd name="connsiteY855" fmla="*/ 2344799 h 6858000"/>
              <a:gd name="connsiteX856" fmla="*/ 6323232 w 7467600"/>
              <a:gd name="connsiteY856" fmla="*/ 2389634 h 6858000"/>
              <a:gd name="connsiteX857" fmla="*/ 5942958 w 7467600"/>
              <a:gd name="connsiteY857" fmla="*/ 2077708 h 6858000"/>
              <a:gd name="connsiteX858" fmla="*/ 5921559 w 7467600"/>
              <a:gd name="connsiteY858" fmla="*/ 2378596 h 6858000"/>
              <a:gd name="connsiteX859" fmla="*/ 5817651 w 7467600"/>
              <a:gd name="connsiteY859" fmla="*/ 3023919 h 6858000"/>
              <a:gd name="connsiteX860" fmla="*/ 5729634 w 7467600"/>
              <a:gd name="connsiteY860" fmla="*/ 3051849 h 6858000"/>
              <a:gd name="connsiteX861" fmla="*/ 5611018 w 7467600"/>
              <a:gd name="connsiteY861" fmla="*/ 2316769 h 6858000"/>
              <a:gd name="connsiteX862" fmla="*/ 5687608 w 7467600"/>
              <a:gd name="connsiteY862" fmla="*/ 2039972 h 6858000"/>
              <a:gd name="connsiteX863" fmla="*/ 5657554 w 7467600"/>
              <a:gd name="connsiteY863" fmla="*/ 1576445 h 6858000"/>
              <a:gd name="connsiteX864" fmla="*/ 5150475 w 7467600"/>
              <a:gd name="connsiteY864" fmla="*/ 1274012 h 6858000"/>
              <a:gd name="connsiteX865" fmla="*/ 5349142 w 7467600"/>
              <a:gd name="connsiteY865" fmla="*/ 2204405 h 6858000"/>
              <a:gd name="connsiteX866" fmla="*/ 5262214 w 7467600"/>
              <a:gd name="connsiteY866" fmla="*/ 2233836 h 6858000"/>
              <a:gd name="connsiteX867" fmla="*/ 4981539 w 7467600"/>
              <a:gd name="connsiteY867" fmla="*/ 1542201 h 6858000"/>
              <a:gd name="connsiteX868" fmla="*/ 4958461 w 7467600"/>
              <a:gd name="connsiteY868" fmla="*/ 1136957 h 6858000"/>
              <a:gd name="connsiteX869" fmla="*/ 4655015 w 7467600"/>
              <a:gd name="connsiteY869" fmla="*/ 891426 h 6858000"/>
              <a:gd name="connsiteX870" fmla="*/ 4348002 w 7467600"/>
              <a:gd name="connsiteY870" fmla="*/ 2205895 h 6858000"/>
              <a:gd name="connsiteX871" fmla="*/ 4262250 w 7467600"/>
              <a:gd name="connsiteY871" fmla="*/ 2219972 h 6858000"/>
              <a:gd name="connsiteX872" fmla="*/ 4550611 w 7467600"/>
              <a:gd name="connsiteY872" fmla="*/ 817540 h 6858000"/>
              <a:gd name="connsiteX873" fmla="*/ 4564418 w 7467600"/>
              <a:gd name="connsiteY873" fmla="*/ 808293 h 6858000"/>
              <a:gd name="connsiteX874" fmla="*/ 4266388 w 7467600"/>
              <a:gd name="connsiteY874" fmla="*/ 500083 h 6858000"/>
              <a:gd name="connsiteX875" fmla="*/ 4032842 w 7467600"/>
              <a:gd name="connsiteY875" fmla="*/ 211809 h 6858000"/>
              <a:gd name="connsiteX876" fmla="*/ 3882765 w 7467600"/>
              <a:gd name="connsiteY876" fmla="*/ 0 h 6858000"/>
              <a:gd name="connsiteX877" fmla="*/ 3721337 w 7467600"/>
              <a:gd name="connsiteY877" fmla="*/ 0 h 6858000"/>
              <a:gd name="connsiteX878" fmla="*/ 3797544 w 7467600"/>
              <a:gd name="connsiteY878" fmla="*/ 0 h 6858000"/>
              <a:gd name="connsiteX879" fmla="*/ 3775734 w 7467600"/>
              <a:gd name="connsiteY879" fmla="*/ 95131 h 6858000"/>
              <a:gd name="connsiteX880" fmla="*/ 3724807 w 7467600"/>
              <a:gd name="connsiteY880" fmla="*/ 272257 h 6858000"/>
              <a:gd name="connsiteX881" fmla="*/ 3726844 w 7467600"/>
              <a:gd name="connsiteY881" fmla="*/ 282988 h 6858000"/>
              <a:gd name="connsiteX882" fmla="*/ 3742664 w 7467600"/>
              <a:gd name="connsiteY882" fmla="*/ 279918 h 6858000"/>
              <a:gd name="connsiteX883" fmla="*/ 4103910 w 7467600"/>
              <a:gd name="connsiteY883" fmla="*/ 1161917 h 6858000"/>
              <a:gd name="connsiteX884" fmla="*/ 4020269 w 7467600"/>
              <a:gd name="connsiteY884" fmla="*/ 1200406 h 6858000"/>
              <a:gd name="connsiteX885" fmla="*/ 3674882 w 7467600"/>
              <a:gd name="connsiteY885" fmla="*/ 488524 h 6858000"/>
              <a:gd name="connsiteX886" fmla="*/ 3132682 w 7467600"/>
              <a:gd name="connsiteY886" fmla="*/ 1072284 h 6858000"/>
              <a:gd name="connsiteX887" fmla="*/ 2716346 w 7467600"/>
              <a:gd name="connsiteY887" fmla="*/ 1276376 h 6858000"/>
              <a:gd name="connsiteX888" fmla="*/ 2716772 w 7467600"/>
              <a:gd name="connsiteY888" fmla="*/ 1255462 h 6858000"/>
              <a:gd name="connsiteX889" fmla="*/ 3471096 w 7467600"/>
              <a:gd name="connsiteY889" fmla="*/ 437072 h 6858000"/>
              <a:gd name="connsiteX890" fmla="*/ 3639057 w 7467600"/>
              <a:gd name="connsiteY890" fmla="*/ 286334 h 6858000"/>
              <a:gd name="connsiteX891" fmla="*/ 3640309 w 7467600"/>
              <a:gd name="connsiteY891" fmla="*/ 284664 h 6858000"/>
              <a:gd name="connsiteX892" fmla="*/ 3646022 w 7467600"/>
              <a:gd name="connsiteY892" fmla="*/ 276711 h 6858000"/>
              <a:gd name="connsiteX893" fmla="*/ 3707943 w 7467600"/>
              <a:gd name="connsiteY893" fmla="*/ 65958 h 6858000"/>
              <a:gd name="connsiteX894" fmla="*/ 3721337 w 7467600"/>
              <a:gd name="connsiteY894" fmla="*/ 0 h 6858000"/>
              <a:gd name="connsiteX895" fmla="*/ 2867960 w 7467600"/>
              <a:gd name="connsiteY895" fmla="*/ 0 h 6858000"/>
              <a:gd name="connsiteX896" fmla="*/ 2926351 w 7467600"/>
              <a:gd name="connsiteY896" fmla="*/ 0 h 6858000"/>
              <a:gd name="connsiteX897" fmla="*/ 2902823 w 7467600"/>
              <a:gd name="connsiteY897" fmla="*/ 262929 h 6858000"/>
              <a:gd name="connsiteX898" fmla="*/ 2940663 w 7467600"/>
              <a:gd name="connsiteY898" fmla="*/ 140884 h 6858000"/>
              <a:gd name="connsiteX899" fmla="*/ 2947039 w 7467600"/>
              <a:gd name="connsiteY899" fmla="*/ 122524 h 6858000"/>
              <a:gd name="connsiteX900" fmla="*/ 2984316 w 7467600"/>
              <a:gd name="connsiteY900" fmla="*/ 0 h 6858000"/>
              <a:gd name="connsiteX901" fmla="*/ 3016114 w 7467600"/>
              <a:gd name="connsiteY901" fmla="*/ 0 h 6858000"/>
              <a:gd name="connsiteX902" fmla="*/ 2979949 w 7467600"/>
              <a:gd name="connsiteY902" fmla="*/ 119274 h 6858000"/>
              <a:gd name="connsiteX903" fmla="*/ 3023879 w 7467600"/>
              <a:gd name="connsiteY903" fmla="*/ 0 h 6858000"/>
              <a:gd name="connsiteX904" fmla="*/ 3105400 w 7467600"/>
              <a:gd name="connsiteY904" fmla="*/ 0 h 6858000"/>
              <a:gd name="connsiteX905" fmla="*/ 3094669 w 7467600"/>
              <a:gd name="connsiteY905" fmla="*/ 30308 h 6858000"/>
              <a:gd name="connsiteX906" fmla="*/ 2901945 w 7467600"/>
              <a:gd name="connsiteY906" fmla="*/ 466538 h 6858000"/>
              <a:gd name="connsiteX907" fmla="*/ 2815209 w 7467600"/>
              <a:gd name="connsiteY907" fmla="*/ 497361 h 6858000"/>
              <a:gd name="connsiteX908" fmla="*/ 2844845 w 7467600"/>
              <a:gd name="connsiteY908" fmla="*/ 127638 h 6858000"/>
              <a:gd name="connsiteX909" fmla="*/ 2867960 w 7467600"/>
              <a:gd name="connsiteY909" fmla="*/ 0 h 6858000"/>
              <a:gd name="connsiteX910" fmla="*/ 1057230 w 7467600"/>
              <a:gd name="connsiteY910" fmla="*/ 0 h 6858000"/>
              <a:gd name="connsiteX911" fmla="*/ 1111003 w 7467600"/>
              <a:gd name="connsiteY911" fmla="*/ 0 h 6858000"/>
              <a:gd name="connsiteX912" fmla="*/ 1125553 w 7467600"/>
              <a:gd name="connsiteY912" fmla="*/ 52588 h 6858000"/>
              <a:gd name="connsiteX913" fmla="*/ 1304276 w 7467600"/>
              <a:gd name="connsiteY913" fmla="*/ 476275 h 6858000"/>
              <a:gd name="connsiteX914" fmla="*/ 1492066 w 7467600"/>
              <a:gd name="connsiteY914" fmla="*/ 886333 h 6858000"/>
              <a:gd name="connsiteX915" fmla="*/ 1423698 w 7467600"/>
              <a:gd name="connsiteY915" fmla="*/ 710817 h 6858000"/>
              <a:gd name="connsiteX916" fmla="*/ 1357609 w 7467600"/>
              <a:gd name="connsiteY916" fmla="*/ 532892 h 6858000"/>
              <a:gd name="connsiteX917" fmla="*/ 1309550 w 7467600"/>
              <a:gd name="connsiteY917" fmla="*/ 374031 h 6858000"/>
              <a:gd name="connsiteX918" fmla="*/ 1193673 w 7467600"/>
              <a:gd name="connsiteY918" fmla="*/ 49533 h 6858000"/>
              <a:gd name="connsiteX919" fmla="*/ 1164391 w 7467600"/>
              <a:gd name="connsiteY919" fmla="*/ 0 h 6858000"/>
              <a:gd name="connsiteX920" fmla="*/ 1200666 w 7467600"/>
              <a:gd name="connsiteY920" fmla="*/ 0 h 6858000"/>
              <a:gd name="connsiteX921" fmla="*/ 1223408 w 7467600"/>
              <a:gd name="connsiteY921" fmla="*/ 38996 h 6858000"/>
              <a:gd name="connsiteX922" fmla="*/ 1339635 w 7467600"/>
              <a:gd name="connsiteY922" fmla="*/ 365517 h 6858000"/>
              <a:gd name="connsiteX923" fmla="*/ 1387469 w 7467600"/>
              <a:gd name="connsiteY923" fmla="*/ 523079 h 6858000"/>
              <a:gd name="connsiteX924" fmla="*/ 1452685 w 7467600"/>
              <a:gd name="connsiteY924" fmla="*/ 699806 h 6858000"/>
              <a:gd name="connsiteX925" fmla="*/ 1492092 w 7467600"/>
              <a:gd name="connsiteY925" fmla="*/ 800424 h 6858000"/>
              <a:gd name="connsiteX926" fmla="*/ 1455302 w 7467600"/>
              <a:gd name="connsiteY926" fmla="*/ 632913 h 6858000"/>
              <a:gd name="connsiteX927" fmla="*/ 1222336 w 7467600"/>
              <a:gd name="connsiteY927" fmla="*/ 9480 h 6858000"/>
              <a:gd name="connsiteX928" fmla="*/ 1214634 w 7467600"/>
              <a:gd name="connsiteY928" fmla="*/ 0 h 6858000"/>
              <a:gd name="connsiteX929" fmla="*/ 1289827 w 7467600"/>
              <a:gd name="connsiteY929" fmla="*/ 0 h 6858000"/>
              <a:gd name="connsiteX930" fmla="*/ 1321076 w 7467600"/>
              <a:gd name="connsiteY930" fmla="*/ 59722 h 6858000"/>
              <a:gd name="connsiteX931" fmla="*/ 1512579 w 7467600"/>
              <a:gd name="connsiteY931" fmla="*/ 626441 h 6858000"/>
              <a:gd name="connsiteX932" fmla="*/ 1506076 w 7467600"/>
              <a:gd name="connsiteY932" fmla="*/ 1089289 h 6858000"/>
              <a:gd name="connsiteX933" fmla="*/ 1486346 w 7467600"/>
              <a:gd name="connsiteY933" fmla="*/ 1079919 h 6858000"/>
              <a:gd name="connsiteX934" fmla="*/ 1070511 w 7467600"/>
              <a:gd name="connsiteY934" fmla="*/ 48609 h 6858000"/>
              <a:gd name="connsiteX935" fmla="*/ 1057230 w 7467600"/>
              <a:gd name="connsiteY935" fmla="*/ 0 h 6858000"/>
              <a:gd name="connsiteX936" fmla="*/ 43151 w 7467600"/>
              <a:gd name="connsiteY936" fmla="*/ 0 h 6858000"/>
              <a:gd name="connsiteX937" fmla="*/ 95283 w 7467600"/>
              <a:gd name="connsiteY937" fmla="*/ 0 h 6858000"/>
              <a:gd name="connsiteX938" fmla="*/ 300708 w 7467600"/>
              <a:gd name="connsiteY938" fmla="*/ 154571 h 6858000"/>
              <a:gd name="connsiteX939" fmla="*/ 530414 w 7467600"/>
              <a:gd name="connsiteY939" fmla="*/ 354673 h 6858000"/>
              <a:gd name="connsiteX940" fmla="*/ 333785 w 7467600"/>
              <a:gd name="connsiteY940" fmla="*/ 161564 h 6858000"/>
              <a:gd name="connsiteX941" fmla="*/ 147005 w 7467600"/>
              <a:gd name="connsiteY941" fmla="*/ 0 h 6858000"/>
              <a:gd name="connsiteX942" fmla="*/ 272509 w 7467600"/>
              <a:gd name="connsiteY942" fmla="*/ 0 h 6858000"/>
              <a:gd name="connsiteX943" fmla="*/ 326276 w 7467600"/>
              <a:gd name="connsiteY943" fmla="*/ 45847 h 6858000"/>
              <a:gd name="connsiteX944" fmla="*/ 823759 w 7467600"/>
              <a:gd name="connsiteY944" fmla="*/ 574145 h 6858000"/>
              <a:gd name="connsiteX945" fmla="*/ 811254 w 7467600"/>
              <a:gd name="connsiteY945" fmla="*/ 665546 h 6858000"/>
              <a:gd name="connsiteX946" fmla="*/ 154042 w 7467600"/>
              <a:gd name="connsiteY946" fmla="*/ 261522 h 6858000"/>
              <a:gd name="connsiteX947" fmla="*/ 13550 w 7467600"/>
              <a:gd name="connsiteY947" fmla="*/ 158423 h 6858000"/>
              <a:gd name="connsiteX948" fmla="*/ 0 w 7467600"/>
              <a:gd name="connsiteY948" fmla="*/ 146618 h 6858000"/>
              <a:gd name="connsiteX949" fmla="*/ 0 w 7467600"/>
              <a:gd name="connsiteY949" fmla="*/ 59161 h 6858000"/>
              <a:gd name="connsiteX950" fmla="*/ 45427 w 7467600"/>
              <a:gd name="connsiteY950" fmla="*/ 101078 h 6858000"/>
              <a:gd name="connsiteX951" fmla="*/ 630103 w 7467600"/>
              <a:gd name="connsiteY951" fmla="*/ 485885 h 6858000"/>
              <a:gd name="connsiteX952" fmla="*/ 532040 w 7467600"/>
              <a:gd name="connsiteY952" fmla="*/ 399359 h 6858000"/>
              <a:gd name="connsiteX953" fmla="*/ 517618 w 7467600"/>
              <a:gd name="connsiteY953" fmla="*/ 385726 h 6858000"/>
              <a:gd name="connsiteX954" fmla="*/ 285074 w 7467600"/>
              <a:gd name="connsiteY954" fmla="*/ 182755 h 6858000"/>
              <a:gd name="connsiteX955" fmla="*/ 43151 w 7467600"/>
              <a:gd name="connsiteY95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1456157 w 7467600"/>
              <a:gd name="connsiteY74" fmla="*/ 5371404 h 6858000"/>
              <a:gd name="connsiteX75" fmla="*/ 1244432 w 7467600"/>
              <a:gd name="connsiteY75" fmla="*/ 5385601 h 6858000"/>
              <a:gd name="connsiteX76" fmla="*/ 973990 w 7467600"/>
              <a:gd name="connsiteY76" fmla="*/ 5424940 h 6858000"/>
              <a:gd name="connsiteX77" fmla="*/ 1103809 w 7467600"/>
              <a:gd name="connsiteY77" fmla="*/ 5433720 h 6858000"/>
              <a:gd name="connsiteX78" fmla="*/ 1123454 w 7467600"/>
              <a:gd name="connsiteY78" fmla="*/ 5435727 h 6858000"/>
              <a:gd name="connsiteX79" fmla="*/ 1737017 w 7467600"/>
              <a:gd name="connsiteY79" fmla="*/ 5452183 h 6858000"/>
              <a:gd name="connsiteX80" fmla="*/ 1824397 w 7467600"/>
              <a:gd name="connsiteY80" fmla="*/ 5447757 h 6858000"/>
              <a:gd name="connsiteX81" fmla="*/ 2070059 w 7467600"/>
              <a:gd name="connsiteY81" fmla="*/ 5441660 h 6858000"/>
              <a:gd name="connsiteX82" fmla="*/ 1456157 w 7467600"/>
              <a:gd name="connsiteY82" fmla="*/ 5371404 h 6858000"/>
              <a:gd name="connsiteX83" fmla="*/ 4988186 w 7467600"/>
              <a:gd name="connsiteY83" fmla="*/ 5216467 h 6858000"/>
              <a:gd name="connsiteX84" fmla="*/ 4777334 w 7467600"/>
              <a:gd name="connsiteY84" fmla="*/ 5406072 h 6858000"/>
              <a:gd name="connsiteX85" fmla="*/ 4718341 w 7467600"/>
              <a:gd name="connsiteY85" fmla="*/ 5468043 h 6858000"/>
              <a:gd name="connsiteX86" fmla="*/ 4604655 w 7467600"/>
              <a:gd name="connsiteY86" fmla="*/ 5583434 h 6858000"/>
              <a:gd name="connsiteX87" fmla="*/ 4565074 w 7467600"/>
              <a:gd name="connsiteY87" fmla="*/ 5618550 h 6858000"/>
              <a:gd name="connsiteX88" fmla="*/ 4988186 w 7467600"/>
              <a:gd name="connsiteY88" fmla="*/ 5216467 h 6858000"/>
              <a:gd name="connsiteX89" fmla="*/ 4978032 w 7467600"/>
              <a:gd name="connsiteY89" fmla="*/ 5183809 h 6858000"/>
              <a:gd name="connsiteX90" fmla="*/ 4463413 w 7467600"/>
              <a:gd name="connsiteY90" fmla="*/ 5615162 h 6858000"/>
              <a:gd name="connsiteX91" fmla="*/ 4358134 w 7467600"/>
              <a:gd name="connsiteY91" fmla="*/ 5742791 h 6858000"/>
              <a:gd name="connsiteX92" fmla="*/ 4376219 w 7467600"/>
              <a:gd name="connsiteY92" fmla="*/ 5729027 h 6858000"/>
              <a:gd name="connsiteX93" fmla="*/ 4582340 w 7467600"/>
              <a:gd name="connsiteY93" fmla="*/ 5561037 h 6858000"/>
              <a:gd name="connsiteX94" fmla="*/ 4694684 w 7467600"/>
              <a:gd name="connsiteY94" fmla="*/ 5447098 h 6858000"/>
              <a:gd name="connsiteX95" fmla="*/ 4754123 w 7467600"/>
              <a:gd name="connsiteY95" fmla="*/ 5384643 h 6858000"/>
              <a:gd name="connsiteX96" fmla="*/ 4978032 w 7467600"/>
              <a:gd name="connsiteY96" fmla="*/ 5183809 h 6858000"/>
              <a:gd name="connsiteX97" fmla="*/ 1903353 w 7467600"/>
              <a:gd name="connsiteY97" fmla="*/ 5044827 h 6858000"/>
              <a:gd name="connsiteX98" fmla="*/ 1936931 w 7467600"/>
              <a:gd name="connsiteY98" fmla="*/ 5093954 h 6858000"/>
              <a:gd name="connsiteX99" fmla="*/ 2195868 w 7467600"/>
              <a:gd name="connsiteY99" fmla="*/ 5396574 h 6858000"/>
              <a:gd name="connsiteX100" fmla="*/ 2088852 w 7467600"/>
              <a:gd name="connsiteY100" fmla="*/ 5166123 h 6858000"/>
              <a:gd name="connsiteX101" fmla="*/ 1958241 w 7467600"/>
              <a:gd name="connsiteY101" fmla="*/ 5067955 h 6858000"/>
              <a:gd name="connsiteX102" fmla="*/ 1903353 w 7467600"/>
              <a:gd name="connsiteY102" fmla="*/ 5044827 h 6858000"/>
              <a:gd name="connsiteX103" fmla="*/ 1979378 w 7467600"/>
              <a:gd name="connsiteY103" fmla="*/ 4769504 h 6858000"/>
              <a:gd name="connsiteX104" fmla="*/ 2882120 w 7467600"/>
              <a:gd name="connsiteY104" fmla="*/ 5064547 h 6858000"/>
              <a:gd name="connsiteX105" fmla="*/ 2793103 w 7467600"/>
              <a:gd name="connsiteY105" fmla="*/ 5039699 h 6858000"/>
              <a:gd name="connsiteX106" fmla="*/ 2770041 w 7467600"/>
              <a:gd name="connsiteY106" fmla="*/ 5033634 h 6858000"/>
              <a:gd name="connsiteX107" fmla="*/ 1979378 w 7467600"/>
              <a:gd name="connsiteY107" fmla="*/ 4769504 h 6858000"/>
              <a:gd name="connsiteX108" fmla="*/ 1927410 w 7467600"/>
              <a:gd name="connsiteY108" fmla="*/ 4716164 h 6858000"/>
              <a:gd name="connsiteX109" fmla="*/ 1959587 w 7467600"/>
              <a:gd name="connsiteY109" fmla="*/ 4728849 h 6858000"/>
              <a:gd name="connsiteX110" fmla="*/ 2777707 w 7467600"/>
              <a:gd name="connsiteY110" fmla="*/ 5003991 h 6858000"/>
              <a:gd name="connsiteX111" fmla="*/ 2800768 w 7467600"/>
              <a:gd name="connsiteY111" fmla="*/ 5010056 h 6858000"/>
              <a:gd name="connsiteX112" fmla="*/ 2879408 w 7467600"/>
              <a:gd name="connsiteY112" fmla="*/ 5031590 h 6858000"/>
              <a:gd name="connsiteX113" fmla="*/ 2862295 w 7467600"/>
              <a:gd name="connsiteY113" fmla="*/ 5022958 h 6858000"/>
              <a:gd name="connsiteX114" fmla="*/ 2813343 w 7467600"/>
              <a:gd name="connsiteY114" fmla="*/ 4998369 h 6858000"/>
              <a:gd name="connsiteX115" fmla="*/ 2646245 w 7467600"/>
              <a:gd name="connsiteY115" fmla="*/ 4930999 h 6858000"/>
              <a:gd name="connsiteX116" fmla="*/ 1999243 w 7467600"/>
              <a:gd name="connsiteY116" fmla="*/ 4730524 h 6858000"/>
              <a:gd name="connsiteX117" fmla="*/ 1979527 w 7467600"/>
              <a:gd name="connsiteY117" fmla="*/ 4726651 h 6858000"/>
              <a:gd name="connsiteX118" fmla="*/ 1927410 w 7467600"/>
              <a:gd name="connsiteY118" fmla="*/ 4716164 h 6858000"/>
              <a:gd name="connsiteX119" fmla="*/ 1997014 w 7467600"/>
              <a:gd name="connsiteY119" fmla="*/ 4698007 h 6858000"/>
              <a:gd name="connsiteX120" fmla="*/ 2005458 w 7467600"/>
              <a:gd name="connsiteY120" fmla="*/ 4699540 h 6858000"/>
              <a:gd name="connsiteX121" fmla="*/ 2657186 w 7467600"/>
              <a:gd name="connsiteY121" fmla="*/ 4901687 h 6858000"/>
              <a:gd name="connsiteX122" fmla="*/ 2826662 w 7467600"/>
              <a:gd name="connsiteY122" fmla="*/ 4970362 h 6858000"/>
              <a:gd name="connsiteX123" fmla="*/ 2876100 w 7467600"/>
              <a:gd name="connsiteY123" fmla="*/ 4995397 h 6858000"/>
              <a:gd name="connsiteX124" fmla="*/ 3042600 w 7467600"/>
              <a:gd name="connsiteY124" fmla="*/ 5059532 h 6858000"/>
              <a:gd name="connsiteX125" fmla="*/ 1997014 w 7467600"/>
              <a:gd name="connsiteY125" fmla="*/ 4698007 h 6858000"/>
              <a:gd name="connsiteX126" fmla="*/ 2305292 w 7467600"/>
              <a:gd name="connsiteY126" fmla="*/ 4219492 h 6858000"/>
              <a:gd name="connsiteX127" fmla="*/ 3360922 w 7467600"/>
              <a:gd name="connsiteY127" fmla="*/ 4529373 h 6858000"/>
              <a:gd name="connsiteX128" fmla="*/ 3492420 w 7467600"/>
              <a:gd name="connsiteY128" fmla="*/ 4510145 h 6858000"/>
              <a:gd name="connsiteX129" fmla="*/ 3364086 w 7467600"/>
              <a:gd name="connsiteY129" fmla="*/ 4480340 h 6858000"/>
              <a:gd name="connsiteX130" fmla="*/ 3225818 w 7467600"/>
              <a:gd name="connsiteY130" fmla="*/ 4411822 h 6858000"/>
              <a:gd name="connsiteX131" fmla="*/ 3129696 w 7467600"/>
              <a:gd name="connsiteY131" fmla="*/ 4360704 h 6858000"/>
              <a:gd name="connsiteX132" fmla="*/ 2814545 w 7467600"/>
              <a:gd name="connsiteY132" fmla="*/ 4282955 h 6858000"/>
              <a:gd name="connsiteX133" fmla="*/ 2305292 w 7467600"/>
              <a:gd name="connsiteY133" fmla="*/ 4219492 h 6858000"/>
              <a:gd name="connsiteX134" fmla="*/ 2626982 w 7467600"/>
              <a:gd name="connsiteY134" fmla="*/ 4206450 h 6858000"/>
              <a:gd name="connsiteX135" fmla="*/ 2490617 w 7467600"/>
              <a:gd name="connsiteY135" fmla="*/ 4206951 h 6858000"/>
              <a:gd name="connsiteX136" fmla="*/ 2819869 w 7467600"/>
              <a:gd name="connsiteY136" fmla="*/ 4252936 h 6858000"/>
              <a:gd name="connsiteX137" fmla="*/ 3143018 w 7467600"/>
              <a:gd name="connsiteY137" fmla="*/ 4332698 h 6858000"/>
              <a:gd name="connsiteX138" fmla="*/ 3241520 w 7467600"/>
              <a:gd name="connsiteY138" fmla="*/ 4385112 h 6858000"/>
              <a:gd name="connsiteX139" fmla="*/ 3374575 w 7467600"/>
              <a:gd name="connsiteY139" fmla="*/ 4451517 h 6858000"/>
              <a:gd name="connsiteX140" fmla="*/ 3505221 w 7467600"/>
              <a:gd name="connsiteY140" fmla="*/ 4480757 h 6858000"/>
              <a:gd name="connsiteX141" fmla="*/ 2626982 w 7467600"/>
              <a:gd name="connsiteY141" fmla="*/ 4206450 h 6858000"/>
              <a:gd name="connsiteX142" fmla="*/ 1310106 w 7467600"/>
              <a:gd name="connsiteY142" fmla="*/ 3943217 h 6858000"/>
              <a:gd name="connsiteX143" fmla="*/ 854994 w 7467600"/>
              <a:gd name="connsiteY143" fmla="*/ 4399136 h 6858000"/>
              <a:gd name="connsiteX144" fmla="*/ 742462 w 7467600"/>
              <a:gd name="connsiteY144" fmla="*/ 4594648 h 6858000"/>
              <a:gd name="connsiteX145" fmla="*/ 820602 w 7467600"/>
              <a:gd name="connsiteY145" fmla="*/ 4485915 h 6858000"/>
              <a:gd name="connsiteX146" fmla="*/ 878295 w 7467600"/>
              <a:gd name="connsiteY146" fmla="*/ 4403594 h 6858000"/>
              <a:gd name="connsiteX147" fmla="*/ 1240607 w 7467600"/>
              <a:gd name="connsiteY147" fmla="*/ 4010401 h 6858000"/>
              <a:gd name="connsiteX148" fmla="*/ 1310106 w 7467600"/>
              <a:gd name="connsiteY148" fmla="*/ 3943217 h 6858000"/>
              <a:gd name="connsiteX149" fmla="*/ 1423113 w 7467600"/>
              <a:gd name="connsiteY149" fmla="*/ 3874565 h 6858000"/>
              <a:gd name="connsiteX150" fmla="*/ 1260565 w 7467600"/>
              <a:gd name="connsiteY150" fmla="*/ 4031982 h 6858000"/>
              <a:gd name="connsiteX151" fmla="*/ 901900 w 7467600"/>
              <a:gd name="connsiteY151" fmla="*/ 4421236 h 6858000"/>
              <a:gd name="connsiteX152" fmla="*/ 845044 w 7467600"/>
              <a:gd name="connsiteY152" fmla="*/ 4502436 h 6858000"/>
              <a:gd name="connsiteX153" fmla="*/ 685926 w 7467600"/>
              <a:gd name="connsiteY153" fmla="*/ 4703069 h 6858000"/>
              <a:gd name="connsiteX154" fmla="*/ 684248 w 7467600"/>
              <a:gd name="connsiteY154" fmla="*/ 4706721 h 6858000"/>
              <a:gd name="connsiteX155" fmla="*/ 1423113 w 7467600"/>
              <a:gd name="connsiteY155" fmla="*/ 3874565 h 6858000"/>
              <a:gd name="connsiteX156" fmla="*/ 3316479 w 7467600"/>
              <a:gd name="connsiteY156" fmla="*/ 3872136 h 6858000"/>
              <a:gd name="connsiteX157" fmla="*/ 3546806 w 7467600"/>
              <a:gd name="connsiteY157" fmla="*/ 4356139 h 6858000"/>
              <a:gd name="connsiteX158" fmla="*/ 3364433 w 7467600"/>
              <a:gd name="connsiteY158" fmla="*/ 3953121 h 6858000"/>
              <a:gd name="connsiteX159" fmla="*/ 3316479 w 7467600"/>
              <a:gd name="connsiteY159" fmla="*/ 3872136 h 6858000"/>
              <a:gd name="connsiteX160" fmla="*/ 3291335 w 7467600"/>
              <a:gd name="connsiteY160" fmla="*/ 3767420 h 6858000"/>
              <a:gd name="connsiteX161" fmla="*/ 3390805 w 7467600"/>
              <a:gd name="connsiteY161" fmla="*/ 3937163 h 6858000"/>
              <a:gd name="connsiteX162" fmla="*/ 3579062 w 7467600"/>
              <a:gd name="connsiteY162" fmla="*/ 4359040 h 6858000"/>
              <a:gd name="connsiteX163" fmla="*/ 3467355 w 7467600"/>
              <a:gd name="connsiteY163" fmla="*/ 3988130 h 6858000"/>
              <a:gd name="connsiteX164" fmla="*/ 3310753 w 7467600"/>
              <a:gd name="connsiteY164" fmla="*/ 3787140 h 6858000"/>
              <a:gd name="connsiteX165" fmla="*/ 3291335 w 7467600"/>
              <a:gd name="connsiteY165" fmla="*/ 3767420 h 6858000"/>
              <a:gd name="connsiteX166" fmla="*/ 1635889 w 7467600"/>
              <a:gd name="connsiteY166" fmla="*/ 3709494 h 6858000"/>
              <a:gd name="connsiteX167" fmla="*/ 1634800 w 7467600"/>
              <a:gd name="connsiteY167" fmla="*/ 3731111 h 6858000"/>
              <a:gd name="connsiteX168" fmla="*/ 1635889 w 7467600"/>
              <a:gd name="connsiteY168" fmla="*/ 3709494 h 6858000"/>
              <a:gd name="connsiteX169" fmla="*/ 1510397 w 7467600"/>
              <a:gd name="connsiteY169" fmla="*/ 3684705 h 6858000"/>
              <a:gd name="connsiteX170" fmla="*/ 1146550 w 7467600"/>
              <a:gd name="connsiteY170" fmla="*/ 3802012 h 6858000"/>
              <a:gd name="connsiteX171" fmla="*/ 698834 w 7467600"/>
              <a:gd name="connsiteY171" fmla="*/ 3952272 h 6858000"/>
              <a:gd name="connsiteX172" fmla="*/ 34256 w 7467600"/>
              <a:gd name="connsiteY172" fmla="*/ 4347603 h 6858000"/>
              <a:gd name="connsiteX173" fmla="*/ 527241 w 7467600"/>
              <a:gd name="connsiteY173" fmla="*/ 4065078 h 6858000"/>
              <a:gd name="connsiteX174" fmla="*/ 1510397 w 7467600"/>
              <a:gd name="connsiteY174" fmla="*/ 3684705 h 6858000"/>
              <a:gd name="connsiteX175" fmla="*/ 1313114 w 7467600"/>
              <a:gd name="connsiteY175" fmla="*/ 3655216 h 6858000"/>
              <a:gd name="connsiteX176" fmla="*/ 1109304 w 7467600"/>
              <a:gd name="connsiteY176" fmla="*/ 3669030 h 6858000"/>
              <a:gd name="connsiteX177" fmla="*/ 8129 w 7467600"/>
              <a:gd name="connsiteY177" fmla="*/ 4330519 h 6858000"/>
              <a:gd name="connsiteX178" fmla="*/ 687572 w 7467600"/>
              <a:gd name="connsiteY178" fmla="*/ 3925629 h 6858000"/>
              <a:gd name="connsiteX179" fmla="*/ 1138365 w 7467600"/>
              <a:gd name="connsiteY179" fmla="*/ 3774515 h 6858000"/>
              <a:gd name="connsiteX180" fmla="*/ 1505579 w 7467600"/>
              <a:gd name="connsiteY180" fmla="*/ 3655526 h 6858000"/>
              <a:gd name="connsiteX181" fmla="*/ 1313114 w 7467600"/>
              <a:gd name="connsiteY181" fmla="*/ 3655216 h 6858000"/>
              <a:gd name="connsiteX182" fmla="*/ 3655073 w 7467600"/>
              <a:gd name="connsiteY182" fmla="*/ 3650884 h 6858000"/>
              <a:gd name="connsiteX183" fmla="*/ 3989938 w 7467600"/>
              <a:gd name="connsiteY183" fmla="*/ 3991685 h 6858000"/>
              <a:gd name="connsiteX184" fmla="*/ 4393907 w 7467600"/>
              <a:gd name="connsiteY184" fmla="*/ 4261258 h 6858000"/>
              <a:gd name="connsiteX185" fmla="*/ 4648051 w 7467600"/>
              <a:gd name="connsiteY185" fmla="*/ 4374051 h 6858000"/>
              <a:gd name="connsiteX186" fmla="*/ 4383389 w 7467600"/>
              <a:gd name="connsiteY186" fmla="*/ 4184369 h 6858000"/>
              <a:gd name="connsiteX187" fmla="*/ 4165508 w 7467600"/>
              <a:gd name="connsiteY187" fmla="*/ 4035196 h 6858000"/>
              <a:gd name="connsiteX188" fmla="*/ 4068162 w 7467600"/>
              <a:gd name="connsiteY188" fmla="*/ 3953394 h 6858000"/>
              <a:gd name="connsiteX189" fmla="*/ 3981416 w 7467600"/>
              <a:gd name="connsiteY189" fmla="*/ 3880482 h 6858000"/>
              <a:gd name="connsiteX190" fmla="*/ 3800147 w 7467600"/>
              <a:gd name="connsiteY190" fmla="*/ 3749872 h 6858000"/>
              <a:gd name="connsiteX191" fmla="*/ 3655073 w 7467600"/>
              <a:gd name="connsiteY191" fmla="*/ 3650884 h 6858000"/>
              <a:gd name="connsiteX192" fmla="*/ 3670252 w 7467600"/>
              <a:gd name="connsiteY192" fmla="*/ 3622798 h 6858000"/>
              <a:gd name="connsiteX193" fmla="*/ 3817258 w 7467600"/>
              <a:gd name="connsiteY193" fmla="*/ 3723577 h 6858000"/>
              <a:gd name="connsiteX194" fmla="*/ 4000461 w 7467600"/>
              <a:gd name="connsiteY194" fmla="*/ 3855966 h 6858000"/>
              <a:gd name="connsiteX195" fmla="*/ 4088180 w 7467600"/>
              <a:gd name="connsiteY195" fmla="*/ 3929774 h 6858000"/>
              <a:gd name="connsiteX196" fmla="*/ 4184555 w 7467600"/>
              <a:gd name="connsiteY196" fmla="*/ 4010683 h 6858000"/>
              <a:gd name="connsiteX197" fmla="*/ 4399563 w 7467600"/>
              <a:gd name="connsiteY197" fmla="*/ 4158106 h 6858000"/>
              <a:gd name="connsiteX198" fmla="*/ 4684469 w 7467600"/>
              <a:gd name="connsiteY198" fmla="*/ 4364680 h 6858000"/>
              <a:gd name="connsiteX199" fmla="*/ 4690271 w 7467600"/>
              <a:gd name="connsiteY199" fmla="*/ 4370034 h 6858000"/>
              <a:gd name="connsiteX200" fmla="*/ 4136093 w 7467600"/>
              <a:gd name="connsiteY200" fmla="*/ 3858466 h 6858000"/>
              <a:gd name="connsiteX201" fmla="*/ 3670252 w 7467600"/>
              <a:gd name="connsiteY201" fmla="*/ 3622798 h 6858000"/>
              <a:gd name="connsiteX202" fmla="*/ 4440129 w 7467600"/>
              <a:gd name="connsiteY202" fmla="*/ 3448571 h 6858000"/>
              <a:gd name="connsiteX203" fmla="*/ 4856525 w 7467600"/>
              <a:gd name="connsiteY203" fmla="*/ 3915351 h 6858000"/>
              <a:gd name="connsiteX204" fmla="*/ 5059055 w 7467600"/>
              <a:gd name="connsiteY204" fmla="*/ 4108918 h 6858000"/>
              <a:gd name="connsiteX205" fmla="*/ 5290070 w 7467600"/>
              <a:gd name="connsiteY205" fmla="*/ 4263619 h 6858000"/>
              <a:gd name="connsiteX206" fmla="*/ 4834991 w 7467600"/>
              <a:gd name="connsiteY206" fmla="*/ 3830985 h 6858000"/>
              <a:gd name="connsiteX207" fmla="*/ 4440129 w 7467600"/>
              <a:gd name="connsiteY207" fmla="*/ 3448571 h 6858000"/>
              <a:gd name="connsiteX208" fmla="*/ 4441737 w 7467600"/>
              <a:gd name="connsiteY208" fmla="*/ 3399734 h 6858000"/>
              <a:gd name="connsiteX209" fmla="*/ 4431236 w 7467600"/>
              <a:gd name="connsiteY209" fmla="*/ 3400954 h 6858000"/>
              <a:gd name="connsiteX210" fmla="*/ 4557150 w 7467600"/>
              <a:gd name="connsiteY210" fmla="*/ 3510023 h 6858000"/>
              <a:gd name="connsiteX211" fmla="*/ 4856936 w 7467600"/>
              <a:gd name="connsiteY211" fmla="*/ 3809146 h 6858000"/>
              <a:gd name="connsiteX212" fmla="*/ 5111996 w 7467600"/>
              <a:gd name="connsiteY212" fmla="*/ 4065759 h 6858000"/>
              <a:gd name="connsiteX213" fmla="*/ 5388878 w 7467600"/>
              <a:gd name="connsiteY213" fmla="*/ 4300185 h 6858000"/>
              <a:gd name="connsiteX214" fmla="*/ 5425556 w 7467600"/>
              <a:gd name="connsiteY214" fmla="*/ 4308967 h 6858000"/>
              <a:gd name="connsiteX215" fmla="*/ 4943646 w 7467600"/>
              <a:gd name="connsiteY215" fmla="*/ 3822916 h 6858000"/>
              <a:gd name="connsiteX216" fmla="*/ 4594837 w 7467600"/>
              <a:gd name="connsiteY216" fmla="*/ 3532274 h 6858000"/>
              <a:gd name="connsiteX217" fmla="*/ 4441737 w 7467600"/>
              <a:gd name="connsiteY217" fmla="*/ 3399734 h 6858000"/>
              <a:gd name="connsiteX218" fmla="*/ 5425834 w 7467600"/>
              <a:gd name="connsiteY218" fmla="*/ 3162785 h 6858000"/>
              <a:gd name="connsiteX219" fmla="*/ 5401644 w 7467600"/>
              <a:gd name="connsiteY219" fmla="*/ 3617847 h 6858000"/>
              <a:gd name="connsiteX220" fmla="*/ 5467256 w 7467600"/>
              <a:gd name="connsiteY220" fmla="*/ 4175494 h 6858000"/>
              <a:gd name="connsiteX221" fmla="*/ 5448069 w 7467600"/>
              <a:gd name="connsiteY221" fmla="*/ 3567554 h 6858000"/>
              <a:gd name="connsiteX222" fmla="*/ 5425834 w 7467600"/>
              <a:gd name="connsiteY222" fmla="*/ 3162785 h 6858000"/>
              <a:gd name="connsiteX223" fmla="*/ 1318687 w 7467600"/>
              <a:gd name="connsiteY223" fmla="*/ 3113840 h 6858000"/>
              <a:gd name="connsiteX224" fmla="*/ 1066793 w 7467600"/>
              <a:gd name="connsiteY224" fmla="*/ 3212171 h 6858000"/>
              <a:gd name="connsiteX225" fmla="*/ 993319 w 7467600"/>
              <a:gd name="connsiteY225" fmla="*/ 3247648 h 6858000"/>
              <a:gd name="connsiteX226" fmla="*/ 853081 w 7467600"/>
              <a:gd name="connsiteY226" fmla="*/ 3312410 h 6858000"/>
              <a:gd name="connsiteX227" fmla="*/ 805957 w 7467600"/>
              <a:gd name="connsiteY227" fmla="*/ 3330443 h 6858000"/>
              <a:gd name="connsiteX228" fmla="*/ 1318687 w 7467600"/>
              <a:gd name="connsiteY228" fmla="*/ 3113840 h 6858000"/>
              <a:gd name="connsiteX229" fmla="*/ 5453702 w 7467600"/>
              <a:gd name="connsiteY229" fmla="*/ 3090882 h 6858000"/>
              <a:gd name="connsiteX230" fmla="*/ 5480135 w 7467600"/>
              <a:gd name="connsiteY230" fmla="*/ 3565802 h 6858000"/>
              <a:gd name="connsiteX231" fmla="*/ 5499023 w 7467600"/>
              <a:gd name="connsiteY231" fmla="*/ 4166310 h 6858000"/>
              <a:gd name="connsiteX232" fmla="*/ 5547022 w 7467600"/>
              <a:gd name="connsiteY232" fmla="*/ 3607838 h 6858000"/>
              <a:gd name="connsiteX233" fmla="*/ 5515964 w 7467600"/>
              <a:gd name="connsiteY233" fmla="*/ 3378541 h 6858000"/>
              <a:gd name="connsiteX234" fmla="*/ 5453702 w 7467600"/>
              <a:gd name="connsiteY234" fmla="*/ 3090882 h 6858000"/>
              <a:gd name="connsiteX235" fmla="*/ 1238695 w 7467600"/>
              <a:gd name="connsiteY235" fmla="*/ 3076820 h 6858000"/>
              <a:gd name="connsiteX236" fmla="*/ 716371 w 7467600"/>
              <a:gd name="connsiteY236" fmla="*/ 3293249 h 6858000"/>
              <a:gd name="connsiteX237" fmla="*/ 579522 w 7467600"/>
              <a:gd name="connsiteY237" fmla="*/ 3371759 h 6858000"/>
              <a:gd name="connsiteX238" fmla="*/ 600288 w 7467600"/>
              <a:gd name="connsiteY238" fmla="*/ 3365555 h 6858000"/>
              <a:gd name="connsiteX239" fmla="*/ 840692 w 7467600"/>
              <a:gd name="connsiteY239" fmla="*/ 3284921 h 6858000"/>
              <a:gd name="connsiteX240" fmla="*/ 979248 w 7467600"/>
              <a:gd name="connsiteY240" fmla="*/ 3221003 h 6858000"/>
              <a:gd name="connsiteX241" fmla="*/ 1053282 w 7467600"/>
              <a:gd name="connsiteY241" fmla="*/ 3185247 h 6858000"/>
              <a:gd name="connsiteX242" fmla="*/ 1320603 w 7467600"/>
              <a:gd name="connsiteY242" fmla="*/ 3081281 h 6858000"/>
              <a:gd name="connsiteX243" fmla="*/ 1238695 w 7467600"/>
              <a:gd name="connsiteY243" fmla="*/ 3076820 h 6858000"/>
              <a:gd name="connsiteX244" fmla="*/ 5425627 w 7467600"/>
              <a:gd name="connsiteY244" fmla="*/ 2954192 h 6858000"/>
              <a:gd name="connsiteX245" fmla="*/ 5470770 w 7467600"/>
              <a:gd name="connsiteY245" fmla="*/ 3005435 h 6858000"/>
              <a:gd name="connsiteX246" fmla="*/ 5519779 w 7467600"/>
              <a:gd name="connsiteY246" fmla="*/ 4359223 h 6858000"/>
              <a:gd name="connsiteX247" fmla="*/ 5520293 w 7467600"/>
              <a:gd name="connsiteY247" fmla="*/ 4360602 h 6858000"/>
              <a:gd name="connsiteX248" fmla="*/ 5767221 w 7467600"/>
              <a:gd name="connsiteY248" fmla="*/ 4665564 h 6858000"/>
              <a:gd name="connsiteX249" fmla="*/ 6937169 w 7467600"/>
              <a:gd name="connsiteY249" fmla="*/ 4815941 h 6858000"/>
              <a:gd name="connsiteX250" fmla="*/ 6953922 w 7467600"/>
              <a:gd name="connsiteY250" fmla="*/ 4890068 h 6858000"/>
              <a:gd name="connsiteX251" fmla="*/ 6071359 w 7467600"/>
              <a:gd name="connsiteY251" fmla="*/ 4770770 h 6858000"/>
              <a:gd name="connsiteX252" fmla="*/ 6038839 w 7467600"/>
              <a:gd name="connsiteY252" fmla="*/ 4764474 h 6858000"/>
              <a:gd name="connsiteX253" fmla="*/ 6038706 w 7467600"/>
              <a:gd name="connsiteY253" fmla="*/ 4763847 h 6858000"/>
              <a:gd name="connsiteX254" fmla="*/ 6037784 w 7467600"/>
              <a:gd name="connsiteY254" fmla="*/ 4764270 h 6858000"/>
              <a:gd name="connsiteX255" fmla="*/ 6038839 w 7467600"/>
              <a:gd name="connsiteY255" fmla="*/ 4764474 h 6858000"/>
              <a:gd name="connsiteX256" fmla="*/ 6040338 w 7467600"/>
              <a:gd name="connsiteY256" fmla="*/ 4771418 h 6858000"/>
              <a:gd name="connsiteX257" fmla="*/ 6024488 w 7467600"/>
              <a:gd name="connsiteY257" fmla="*/ 4809903 h 6858000"/>
              <a:gd name="connsiteX258" fmla="*/ 5599771 w 7467600"/>
              <a:gd name="connsiteY258" fmla="*/ 5509652 h 6858000"/>
              <a:gd name="connsiteX259" fmla="*/ 5548843 w 7467600"/>
              <a:gd name="connsiteY259" fmla="*/ 5563845 h 6858000"/>
              <a:gd name="connsiteX260" fmla="*/ 5940952 w 7467600"/>
              <a:gd name="connsiteY260" fmla="*/ 6250028 h 6858000"/>
              <a:gd name="connsiteX261" fmla="*/ 6043441 w 7467600"/>
              <a:gd name="connsiteY261" fmla="*/ 6665847 h 6858000"/>
              <a:gd name="connsiteX262" fmla="*/ 6093432 w 7467600"/>
              <a:gd name="connsiteY262" fmla="*/ 6858000 h 6858000"/>
              <a:gd name="connsiteX263" fmla="*/ 6034344 w 7467600"/>
              <a:gd name="connsiteY263" fmla="*/ 6858000 h 6858000"/>
              <a:gd name="connsiteX264" fmla="*/ 6026679 w 7467600"/>
              <a:gd name="connsiteY264" fmla="*/ 6836959 h 6858000"/>
              <a:gd name="connsiteX265" fmla="*/ 5800441 w 7467600"/>
              <a:gd name="connsiteY265" fmla="*/ 6335286 h 6858000"/>
              <a:gd name="connsiteX266" fmla="*/ 5526562 w 7467600"/>
              <a:gd name="connsiteY266" fmla="*/ 5705388 h 6858000"/>
              <a:gd name="connsiteX267" fmla="*/ 5519640 w 7467600"/>
              <a:gd name="connsiteY267" fmla="*/ 5683774 h 6858000"/>
              <a:gd name="connsiteX268" fmla="*/ 5844559 w 7467600"/>
              <a:gd name="connsiteY268" fmla="*/ 6553349 h 6858000"/>
              <a:gd name="connsiteX269" fmla="*/ 5975994 w 7467600"/>
              <a:gd name="connsiteY269" fmla="*/ 6858000 h 6858000"/>
              <a:gd name="connsiteX270" fmla="*/ 5898547 w 7467600"/>
              <a:gd name="connsiteY270" fmla="*/ 6858000 h 6858000"/>
              <a:gd name="connsiteX271" fmla="*/ 5682041 w 7467600"/>
              <a:gd name="connsiteY271" fmla="*/ 6355860 h 6858000"/>
              <a:gd name="connsiteX272" fmla="*/ 5461758 w 7467600"/>
              <a:gd name="connsiteY272" fmla="*/ 5820220 h 6858000"/>
              <a:gd name="connsiteX273" fmla="*/ 5237282 w 7467600"/>
              <a:gd name="connsiteY273" fmla="*/ 6579086 h 6858000"/>
              <a:gd name="connsiteX274" fmla="*/ 5115009 w 7467600"/>
              <a:gd name="connsiteY274" fmla="*/ 6858000 h 6858000"/>
              <a:gd name="connsiteX275" fmla="*/ 5028074 w 7467600"/>
              <a:gd name="connsiteY275" fmla="*/ 6858000 h 6858000"/>
              <a:gd name="connsiteX276" fmla="*/ 5079508 w 7467600"/>
              <a:gd name="connsiteY276" fmla="*/ 6749074 h 6858000"/>
              <a:gd name="connsiteX277" fmla="*/ 5371846 w 7467600"/>
              <a:gd name="connsiteY277" fmla="*/ 5924413 h 6858000"/>
              <a:gd name="connsiteX278" fmla="*/ 5270512 w 7467600"/>
              <a:gd name="connsiteY278" fmla="*/ 6138975 h 6858000"/>
              <a:gd name="connsiteX279" fmla="*/ 5062409 w 7467600"/>
              <a:gd name="connsiteY279" fmla="*/ 6653544 h 6858000"/>
              <a:gd name="connsiteX280" fmla="*/ 5036628 w 7467600"/>
              <a:gd name="connsiteY280" fmla="*/ 6754247 h 6858000"/>
              <a:gd name="connsiteX281" fmla="*/ 5009112 w 7467600"/>
              <a:gd name="connsiteY281" fmla="*/ 6858000 h 6858000"/>
              <a:gd name="connsiteX282" fmla="*/ 4976679 w 7467600"/>
              <a:gd name="connsiteY282" fmla="*/ 6858000 h 6858000"/>
              <a:gd name="connsiteX283" fmla="*/ 5006537 w 7467600"/>
              <a:gd name="connsiteY283" fmla="*/ 6747068 h 6858000"/>
              <a:gd name="connsiteX284" fmla="*/ 5032723 w 7467600"/>
              <a:gd name="connsiteY284" fmla="*/ 6644957 h 6858000"/>
              <a:gd name="connsiteX285" fmla="*/ 5242949 w 7467600"/>
              <a:gd name="connsiteY285" fmla="*/ 6125175 h 6858000"/>
              <a:gd name="connsiteX286" fmla="*/ 5286321 w 7467600"/>
              <a:gd name="connsiteY286" fmla="*/ 6033555 h 6858000"/>
              <a:gd name="connsiteX287" fmla="*/ 5008210 w 7467600"/>
              <a:gd name="connsiteY287" fmla="*/ 6649194 h 6858000"/>
              <a:gd name="connsiteX288" fmla="*/ 4986321 w 7467600"/>
              <a:gd name="connsiteY288" fmla="*/ 6765687 h 6858000"/>
              <a:gd name="connsiteX289" fmla="*/ 4973474 w 7467600"/>
              <a:gd name="connsiteY289" fmla="*/ 6858000 h 6858000"/>
              <a:gd name="connsiteX290" fmla="*/ 4907178 w 7467600"/>
              <a:gd name="connsiteY290" fmla="*/ 6858000 h 6858000"/>
              <a:gd name="connsiteX291" fmla="*/ 4910810 w 7467600"/>
              <a:gd name="connsiteY291" fmla="*/ 6829660 h 6858000"/>
              <a:gd name="connsiteX292" fmla="*/ 4987461 w 7467600"/>
              <a:gd name="connsiteY292" fmla="*/ 6432994 h 6858000"/>
              <a:gd name="connsiteX293" fmla="*/ 5179262 w 7467600"/>
              <a:gd name="connsiteY293" fmla="*/ 6035044 h 6858000"/>
              <a:gd name="connsiteX294" fmla="*/ 4689678 w 7467600"/>
              <a:gd name="connsiteY294" fmla="*/ 6440241 h 6858000"/>
              <a:gd name="connsiteX295" fmla="*/ 4477543 w 7467600"/>
              <a:gd name="connsiteY295" fmla="*/ 6674836 h 6858000"/>
              <a:gd name="connsiteX296" fmla="*/ 4329957 w 7467600"/>
              <a:gd name="connsiteY296" fmla="*/ 6858000 h 6858000"/>
              <a:gd name="connsiteX297" fmla="*/ 4218595 w 7467600"/>
              <a:gd name="connsiteY297" fmla="*/ 6858000 h 6858000"/>
              <a:gd name="connsiteX298" fmla="*/ 4368888 w 7467600"/>
              <a:gd name="connsiteY298" fmla="*/ 6668412 h 6858000"/>
              <a:gd name="connsiteX299" fmla="*/ 4563091 w 7467600"/>
              <a:gd name="connsiteY299" fmla="*/ 6442508 h 6858000"/>
              <a:gd name="connsiteX300" fmla="*/ 5387324 w 7467600"/>
              <a:gd name="connsiteY300" fmla="*/ 5705830 h 6858000"/>
              <a:gd name="connsiteX301" fmla="*/ 5073620 w 7467600"/>
              <a:gd name="connsiteY301" fmla="*/ 5955437 h 6858000"/>
              <a:gd name="connsiteX302" fmla="*/ 4689789 w 7467600"/>
              <a:gd name="connsiteY302" fmla="*/ 6268382 h 6858000"/>
              <a:gd name="connsiteX303" fmla="*/ 4418722 w 7467600"/>
              <a:gd name="connsiteY303" fmla="*/ 6570886 h 6858000"/>
              <a:gd name="connsiteX304" fmla="*/ 4214944 w 7467600"/>
              <a:gd name="connsiteY304" fmla="*/ 6858000 h 6858000"/>
              <a:gd name="connsiteX305" fmla="*/ 4177898 w 7467600"/>
              <a:gd name="connsiteY305" fmla="*/ 6858000 h 6858000"/>
              <a:gd name="connsiteX306" fmla="*/ 4391597 w 7467600"/>
              <a:gd name="connsiteY306" fmla="*/ 6556370 h 6858000"/>
              <a:gd name="connsiteX307" fmla="*/ 4668889 w 7467600"/>
              <a:gd name="connsiteY307" fmla="*/ 6246399 h 6858000"/>
              <a:gd name="connsiteX308" fmla="*/ 5055427 w 7467600"/>
              <a:gd name="connsiteY308" fmla="*/ 5931476 h 6858000"/>
              <a:gd name="connsiteX309" fmla="*/ 5371814 w 7467600"/>
              <a:gd name="connsiteY309" fmla="*/ 5678975 h 6858000"/>
              <a:gd name="connsiteX310" fmla="*/ 4987918 w 7467600"/>
              <a:gd name="connsiteY310" fmla="*/ 5838701 h 6858000"/>
              <a:gd name="connsiteX311" fmla="*/ 4317146 w 7467600"/>
              <a:gd name="connsiteY311" fmla="*/ 6587716 h 6858000"/>
              <a:gd name="connsiteX312" fmla="*/ 4171627 w 7467600"/>
              <a:gd name="connsiteY312" fmla="*/ 6858000 h 6858000"/>
              <a:gd name="connsiteX313" fmla="*/ 4081585 w 7467600"/>
              <a:gd name="connsiteY313" fmla="*/ 6858000 h 6858000"/>
              <a:gd name="connsiteX314" fmla="*/ 4238603 w 7467600"/>
              <a:gd name="connsiteY314" fmla="*/ 6559341 h 6858000"/>
              <a:gd name="connsiteX315" fmla="*/ 4778333 w 7467600"/>
              <a:gd name="connsiteY315" fmla="*/ 5873626 h 6858000"/>
              <a:gd name="connsiteX316" fmla="*/ 5414185 w 7467600"/>
              <a:gd name="connsiteY316" fmla="*/ 5573882 h 6858000"/>
              <a:gd name="connsiteX317" fmla="*/ 5959648 w 7467600"/>
              <a:gd name="connsiteY317" fmla="*/ 4760797 h 6858000"/>
              <a:gd name="connsiteX318" fmla="*/ 5355019 w 7467600"/>
              <a:gd name="connsiteY318" fmla="*/ 4734672 h 6858000"/>
              <a:gd name="connsiteX319" fmla="*/ 5083565 w 7467600"/>
              <a:gd name="connsiteY319" fmla="*/ 5179121 h 6858000"/>
              <a:gd name="connsiteX320" fmla="*/ 4713577 w 7467600"/>
              <a:gd name="connsiteY320" fmla="*/ 5616803 h 6858000"/>
              <a:gd name="connsiteX321" fmla="*/ 3989559 w 7467600"/>
              <a:gd name="connsiteY321" fmla="*/ 6145945 h 6858000"/>
              <a:gd name="connsiteX322" fmla="*/ 3939824 w 7467600"/>
              <a:gd name="connsiteY322" fmla="*/ 6066900 h 6858000"/>
              <a:gd name="connsiteX323" fmla="*/ 4584537 w 7467600"/>
              <a:gd name="connsiteY323" fmla="*/ 5324826 h 6858000"/>
              <a:gd name="connsiteX324" fmla="*/ 5037105 w 7467600"/>
              <a:gd name="connsiteY324" fmla="*/ 5088765 h 6858000"/>
              <a:gd name="connsiteX325" fmla="*/ 5039930 w 7467600"/>
              <a:gd name="connsiteY325" fmla="*/ 5089585 h 6858000"/>
              <a:gd name="connsiteX326" fmla="*/ 5263764 w 7467600"/>
              <a:gd name="connsiteY326" fmla="*/ 4735525 h 6858000"/>
              <a:gd name="connsiteX327" fmla="*/ 4086300 w 7467600"/>
              <a:gd name="connsiteY327" fmla="*/ 4884599 h 6858000"/>
              <a:gd name="connsiteX328" fmla="*/ 4085485 w 7467600"/>
              <a:gd name="connsiteY328" fmla="*/ 4899070 h 6858000"/>
              <a:gd name="connsiteX329" fmla="*/ 3871915 w 7467600"/>
              <a:gd name="connsiteY329" fmla="*/ 5253645 h 6858000"/>
              <a:gd name="connsiteX330" fmla="*/ 3799374 w 7467600"/>
              <a:gd name="connsiteY330" fmla="*/ 5466127 h 6858000"/>
              <a:gd name="connsiteX331" fmla="*/ 3498850 w 7467600"/>
              <a:gd name="connsiteY331" fmla="*/ 6661888 h 6858000"/>
              <a:gd name="connsiteX332" fmla="*/ 3399216 w 7467600"/>
              <a:gd name="connsiteY332" fmla="*/ 6858000 h 6858000"/>
              <a:gd name="connsiteX333" fmla="*/ 3303688 w 7467600"/>
              <a:gd name="connsiteY333" fmla="*/ 6858000 h 6858000"/>
              <a:gd name="connsiteX334" fmla="*/ 3391774 w 7467600"/>
              <a:gd name="connsiteY334" fmla="*/ 6697181 h 6858000"/>
              <a:gd name="connsiteX335" fmla="*/ 3735540 w 7467600"/>
              <a:gd name="connsiteY335" fmla="*/ 5546923 h 6858000"/>
              <a:gd name="connsiteX336" fmla="*/ 3729438 w 7467600"/>
              <a:gd name="connsiteY336" fmla="*/ 5569058 h 6858000"/>
              <a:gd name="connsiteX337" fmla="*/ 3707782 w 7467600"/>
              <a:gd name="connsiteY337" fmla="*/ 5644908 h 6858000"/>
              <a:gd name="connsiteX338" fmla="*/ 3583827 w 7467600"/>
              <a:gd name="connsiteY338" fmla="*/ 6039215 h 6858000"/>
              <a:gd name="connsiteX339" fmla="*/ 3547861 w 7467600"/>
              <a:gd name="connsiteY339" fmla="*/ 6129609 h 6858000"/>
              <a:gd name="connsiteX340" fmla="*/ 3490905 w 7467600"/>
              <a:gd name="connsiteY340" fmla="*/ 6277660 h 6858000"/>
              <a:gd name="connsiteX341" fmla="*/ 3455859 w 7467600"/>
              <a:gd name="connsiteY341" fmla="*/ 6391301 h 6858000"/>
              <a:gd name="connsiteX342" fmla="*/ 3429112 w 7467600"/>
              <a:gd name="connsiteY342" fmla="*/ 6479469 h 6858000"/>
              <a:gd name="connsiteX343" fmla="*/ 3304862 w 7467600"/>
              <a:gd name="connsiteY343" fmla="*/ 6796476 h 6858000"/>
              <a:gd name="connsiteX344" fmla="*/ 3276071 w 7467600"/>
              <a:gd name="connsiteY344" fmla="*/ 6858000 h 6858000"/>
              <a:gd name="connsiteX345" fmla="*/ 3240805 w 7467600"/>
              <a:gd name="connsiteY345" fmla="*/ 6858000 h 6858000"/>
              <a:gd name="connsiteX346" fmla="*/ 3275917 w 7467600"/>
              <a:gd name="connsiteY346" fmla="*/ 6783192 h 6858000"/>
              <a:gd name="connsiteX347" fmla="*/ 3399358 w 7467600"/>
              <a:gd name="connsiteY347" fmla="*/ 6469011 h 6858000"/>
              <a:gd name="connsiteX348" fmla="*/ 3425650 w 7467600"/>
              <a:gd name="connsiteY348" fmla="*/ 6381333 h 6858000"/>
              <a:gd name="connsiteX349" fmla="*/ 3460661 w 7467600"/>
              <a:gd name="connsiteY349" fmla="*/ 6266763 h 6858000"/>
              <a:gd name="connsiteX350" fmla="*/ 3518021 w 7467600"/>
              <a:gd name="connsiteY350" fmla="*/ 6117298 h 6858000"/>
              <a:gd name="connsiteX351" fmla="*/ 3554035 w 7467600"/>
              <a:gd name="connsiteY351" fmla="*/ 6027832 h 6858000"/>
              <a:gd name="connsiteX352" fmla="*/ 3677174 w 7467600"/>
              <a:gd name="connsiteY352" fmla="*/ 5636351 h 6858000"/>
              <a:gd name="connsiteX353" fmla="*/ 3698819 w 7467600"/>
              <a:gd name="connsiteY353" fmla="*/ 5560503 h 6858000"/>
              <a:gd name="connsiteX354" fmla="*/ 3702094 w 7467600"/>
              <a:gd name="connsiteY354" fmla="*/ 5549194 h 6858000"/>
              <a:gd name="connsiteX355" fmla="*/ 3398355 w 7467600"/>
              <a:gd name="connsiteY355" fmla="*/ 6094603 h 6858000"/>
              <a:gd name="connsiteX356" fmla="*/ 3193941 w 7467600"/>
              <a:gd name="connsiteY356" fmla="*/ 6798775 h 6858000"/>
              <a:gd name="connsiteX357" fmla="*/ 3184140 w 7467600"/>
              <a:gd name="connsiteY357" fmla="*/ 6858000 h 6858000"/>
              <a:gd name="connsiteX358" fmla="*/ 3099978 w 7467600"/>
              <a:gd name="connsiteY358" fmla="*/ 6858000 h 6858000"/>
              <a:gd name="connsiteX359" fmla="*/ 3101556 w 7467600"/>
              <a:gd name="connsiteY359" fmla="*/ 6843337 h 6858000"/>
              <a:gd name="connsiteX360" fmla="*/ 3370162 w 7467600"/>
              <a:gd name="connsiteY360" fmla="*/ 5785550 h 6858000"/>
              <a:gd name="connsiteX361" fmla="*/ 3746477 w 7467600"/>
              <a:gd name="connsiteY361" fmla="*/ 5377889 h 6858000"/>
              <a:gd name="connsiteX362" fmla="*/ 3863399 w 7467600"/>
              <a:gd name="connsiteY362" fmla="*/ 5087257 h 6858000"/>
              <a:gd name="connsiteX363" fmla="*/ 3968712 w 7467600"/>
              <a:gd name="connsiteY363" fmla="*/ 4913989 h 6858000"/>
              <a:gd name="connsiteX364" fmla="*/ 2792390 w 7467600"/>
              <a:gd name="connsiteY364" fmla="*/ 5382974 h 6858000"/>
              <a:gd name="connsiteX365" fmla="*/ 2714982 w 7467600"/>
              <a:gd name="connsiteY365" fmla="*/ 5427051 h 6858000"/>
              <a:gd name="connsiteX366" fmla="*/ 2813361 w 7467600"/>
              <a:gd name="connsiteY366" fmla="*/ 6023912 h 6858000"/>
              <a:gd name="connsiteX367" fmla="*/ 2688430 w 7467600"/>
              <a:gd name="connsiteY367" fmla="*/ 6801564 h 6858000"/>
              <a:gd name="connsiteX368" fmla="*/ 2629626 w 7467600"/>
              <a:gd name="connsiteY368" fmla="*/ 6763394 h 6858000"/>
              <a:gd name="connsiteX369" fmla="*/ 2565328 w 7467600"/>
              <a:gd name="connsiteY369" fmla="*/ 5516399 h 6858000"/>
              <a:gd name="connsiteX370" fmla="*/ 1922999 w 7467600"/>
              <a:gd name="connsiteY370" fmla="*/ 5980343 h 6858000"/>
              <a:gd name="connsiteX371" fmla="*/ 1950261 w 7467600"/>
              <a:gd name="connsiteY371" fmla="*/ 6405858 h 6858000"/>
              <a:gd name="connsiteX372" fmla="*/ 2365554 w 7467600"/>
              <a:gd name="connsiteY372" fmla="*/ 6759107 h 6858000"/>
              <a:gd name="connsiteX373" fmla="*/ 2424142 w 7467600"/>
              <a:gd name="connsiteY373" fmla="*/ 6858000 h 6858000"/>
              <a:gd name="connsiteX374" fmla="*/ 2395994 w 7467600"/>
              <a:gd name="connsiteY374" fmla="*/ 6858000 h 6858000"/>
              <a:gd name="connsiteX375" fmla="*/ 2392863 w 7467600"/>
              <a:gd name="connsiteY375" fmla="*/ 6852964 h 6858000"/>
              <a:gd name="connsiteX376" fmla="*/ 2017589 w 7467600"/>
              <a:gd name="connsiteY376" fmla="*/ 6493982 h 6858000"/>
              <a:gd name="connsiteX377" fmla="*/ 2147336 w 7467600"/>
              <a:gd name="connsiteY377" fmla="*/ 6594052 h 6858000"/>
              <a:gd name="connsiteX378" fmla="*/ 2207047 w 7467600"/>
              <a:gd name="connsiteY378" fmla="*/ 6654540 h 6858000"/>
              <a:gd name="connsiteX379" fmla="*/ 2299106 w 7467600"/>
              <a:gd name="connsiteY379" fmla="*/ 6778931 h 6858000"/>
              <a:gd name="connsiteX380" fmla="*/ 2314430 w 7467600"/>
              <a:gd name="connsiteY380" fmla="*/ 6801144 h 6858000"/>
              <a:gd name="connsiteX381" fmla="*/ 2352406 w 7467600"/>
              <a:gd name="connsiteY381" fmla="*/ 6858000 h 6858000"/>
              <a:gd name="connsiteX382" fmla="*/ 2314492 w 7467600"/>
              <a:gd name="connsiteY382" fmla="*/ 6858000 h 6858000"/>
              <a:gd name="connsiteX383" fmla="*/ 2288095 w 7467600"/>
              <a:gd name="connsiteY383" fmla="*/ 6818030 h 6858000"/>
              <a:gd name="connsiteX384" fmla="*/ 2272768 w 7467600"/>
              <a:gd name="connsiteY384" fmla="*/ 6795822 h 6858000"/>
              <a:gd name="connsiteX385" fmla="*/ 2182715 w 7467600"/>
              <a:gd name="connsiteY385" fmla="*/ 6675071 h 6858000"/>
              <a:gd name="connsiteX386" fmla="*/ 2032061 w 7467600"/>
              <a:gd name="connsiteY386" fmla="*/ 6541380 h 6858000"/>
              <a:gd name="connsiteX387" fmla="*/ 2257220 w 7467600"/>
              <a:gd name="connsiteY387" fmla="*/ 6826257 h 6858000"/>
              <a:gd name="connsiteX388" fmla="*/ 2281324 w 7467600"/>
              <a:gd name="connsiteY388" fmla="*/ 6858000 h 6858000"/>
              <a:gd name="connsiteX389" fmla="*/ 2242860 w 7467600"/>
              <a:gd name="connsiteY389" fmla="*/ 6858000 h 6858000"/>
              <a:gd name="connsiteX390" fmla="*/ 2232818 w 7467600"/>
              <a:gd name="connsiteY390" fmla="*/ 6844926 h 6858000"/>
              <a:gd name="connsiteX391" fmla="*/ 1990172 w 7467600"/>
              <a:gd name="connsiteY391" fmla="*/ 6542121 h 6858000"/>
              <a:gd name="connsiteX392" fmla="*/ 2124090 w 7467600"/>
              <a:gd name="connsiteY392" fmla="*/ 6761017 h 6858000"/>
              <a:gd name="connsiteX393" fmla="*/ 2200380 w 7467600"/>
              <a:gd name="connsiteY393" fmla="*/ 6858000 h 6858000"/>
              <a:gd name="connsiteX394" fmla="*/ 2147507 w 7467600"/>
              <a:gd name="connsiteY394" fmla="*/ 6858000 h 6858000"/>
              <a:gd name="connsiteX395" fmla="*/ 2070668 w 7467600"/>
              <a:gd name="connsiteY395" fmla="*/ 6761520 h 6858000"/>
              <a:gd name="connsiteX396" fmla="*/ 1975142 w 7467600"/>
              <a:gd name="connsiteY396" fmla="*/ 6585570 h 6858000"/>
              <a:gd name="connsiteX397" fmla="*/ 2050035 w 7467600"/>
              <a:gd name="connsiteY397" fmla="*/ 6813345 h 6858000"/>
              <a:gd name="connsiteX398" fmla="*/ 2063025 w 7467600"/>
              <a:gd name="connsiteY398" fmla="*/ 6858000 h 6858000"/>
              <a:gd name="connsiteX399" fmla="*/ 2021675 w 7467600"/>
              <a:gd name="connsiteY399" fmla="*/ 6858000 h 6858000"/>
              <a:gd name="connsiteX400" fmla="*/ 2019308 w 7467600"/>
              <a:gd name="connsiteY400" fmla="*/ 6847118 h 6858000"/>
              <a:gd name="connsiteX401" fmla="*/ 1938835 w 7467600"/>
              <a:gd name="connsiteY401" fmla="*/ 6551160 h 6858000"/>
              <a:gd name="connsiteX402" fmla="*/ 1953230 w 7467600"/>
              <a:gd name="connsiteY402" fmla="*/ 6759699 h 6858000"/>
              <a:gd name="connsiteX403" fmla="*/ 1956763 w 7467600"/>
              <a:gd name="connsiteY403" fmla="*/ 6778191 h 6858000"/>
              <a:gd name="connsiteX404" fmla="*/ 1967925 w 7467600"/>
              <a:gd name="connsiteY404" fmla="*/ 6858000 h 6858000"/>
              <a:gd name="connsiteX405" fmla="*/ 1936622 w 7467600"/>
              <a:gd name="connsiteY405" fmla="*/ 6858000 h 6858000"/>
              <a:gd name="connsiteX406" fmla="*/ 1926261 w 7467600"/>
              <a:gd name="connsiteY406" fmla="*/ 6784064 h 6858000"/>
              <a:gd name="connsiteX407" fmla="*/ 1922724 w 7467600"/>
              <a:gd name="connsiteY407" fmla="*/ 6765577 h 6858000"/>
              <a:gd name="connsiteX408" fmla="*/ 1904650 w 7467600"/>
              <a:gd name="connsiteY408" fmla="*/ 6639616 h 6858000"/>
              <a:gd name="connsiteX409" fmla="*/ 1885273 w 7467600"/>
              <a:gd name="connsiteY409" fmla="*/ 6858000 h 6858000"/>
              <a:gd name="connsiteX410" fmla="*/ 1854363 w 7467600"/>
              <a:gd name="connsiteY410" fmla="*/ 6858000 h 6858000"/>
              <a:gd name="connsiteX411" fmla="*/ 1880391 w 7467600"/>
              <a:gd name="connsiteY411" fmla="*/ 6603796 h 6858000"/>
              <a:gd name="connsiteX412" fmla="*/ 1818273 w 7467600"/>
              <a:gd name="connsiteY412" fmla="*/ 6715729 h 6858000"/>
              <a:gd name="connsiteX413" fmla="*/ 1794691 w 7467600"/>
              <a:gd name="connsiteY413" fmla="*/ 6843239 h 6858000"/>
              <a:gd name="connsiteX414" fmla="*/ 1794914 w 7467600"/>
              <a:gd name="connsiteY414" fmla="*/ 6858000 h 6858000"/>
              <a:gd name="connsiteX415" fmla="*/ 1746128 w 7467600"/>
              <a:gd name="connsiteY415" fmla="*/ 6858000 h 6858000"/>
              <a:gd name="connsiteX416" fmla="*/ 1753934 w 7467600"/>
              <a:gd name="connsiteY416" fmla="*/ 6724796 h 6858000"/>
              <a:gd name="connsiteX417" fmla="*/ 1792053 w 7467600"/>
              <a:gd name="connsiteY417" fmla="*/ 6572396 h 6858000"/>
              <a:gd name="connsiteX418" fmla="*/ 1862248 w 7467600"/>
              <a:gd name="connsiteY418" fmla="*/ 6266397 h 6858000"/>
              <a:gd name="connsiteX419" fmla="*/ 1862250 w 7467600"/>
              <a:gd name="connsiteY419" fmla="*/ 6033531 h 6858000"/>
              <a:gd name="connsiteX420" fmla="*/ 1211999 w 7467600"/>
              <a:gd name="connsiteY420" fmla="*/ 6683610 h 6858000"/>
              <a:gd name="connsiteX421" fmla="*/ 1213266 w 7467600"/>
              <a:gd name="connsiteY421" fmla="*/ 6691947 h 6858000"/>
              <a:gd name="connsiteX422" fmla="*/ 1203370 w 7467600"/>
              <a:gd name="connsiteY422" fmla="*/ 6850676 h 6858000"/>
              <a:gd name="connsiteX423" fmla="*/ 1203671 w 7467600"/>
              <a:gd name="connsiteY423" fmla="*/ 6858000 h 6858000"/>
              <a:gd name="connsiteX424" fmla="*/ 1143180 w 7467600"/>
              <a:gd name="connsiteY424" fmla="*/ 6858000 h 6858000"/>
              <a:gd name="connsiteX425" fmla="*/ 1142176 w 7467600"/>
              <a:gd name="connsiteY425" fmla="*/ 6766045 h 6858000"/>
              <a:gd name="connsiteX426" fmla="*/ 1067484 w 7467600"/>
              <a:gd name="connsiteY426" fmla="*/ 6858000 h 6858000"/>
              <a:gd name="connsiteX427" fmla="*/ 953928 w 7467600"/>
              <a:gd name="connsiteY427" fmla="*/ 6858000 h 6858000"/>
              <a:gd name="connsiteX428" fmla="*/ 959715 w 7467600"/>
              <a:gd name="connsiteY428" fmla="*/ 6850185 h 6858000"/>
              <a:gd name="connsiteX429" fmla="*/ 1483788 w 7467600"/>
              <a:gd name="connsiteY429" fmla="*/ 6259174 h 6858000"/>
              <a:gd name="connsiteX430" fmla="*/ 1100671 w 7467600"/>
              <a:gd name="connsiteY430" fmla="*/ 6252137 h 6858000"/>
              <a:gd name="connsiteX431" fmla="*/ 1090144 w 7467600"/>
              <a:gd name="connsiteY431" fmla="*/ 6256748 h 6858000"/>
              <a:gd name="connsiteX432" fmla="*/ 1095872 w 7467600"/>
              <a:gd name="connsiteY432" fmla="*/ 6271892 h 6858000"/>
              <a:gd name="connsiteX433" fmla="*/ 262785 w 7467600"/>
              <a:gd name="connsiteY433" fmla="*/ 6845450 h 6858000"/>
              <a:gd name="connsiteX434" fmla="*/ 209968 w 7467600"/>
              <a:gd name="connsiteY434" fmla="*/ 6770713 h 6858000"/>
              <a:gd name="connsiteX435" fmla="*/ 873460 w 7467600"/>
              <a:gd name="connsiteY435" fmla="*/ 6253768 h 6858000"/>
              <a:gd name="connsiteX436" fmla="*/ 192686 w 7467600"/>
              <a:gd name="connsiteY436" fmla="*/ 5849257 h 6858000"/>
              <a:gd name="connsiteX437" fmla="*/ 4696 w 7467600"/>
              <a:gd name="connsiteY437" fmla="*/ 5697668 h 6858000"/>
              <a:gd name="connsiteX438" fmla="*/ 0 w 7467600"/>
              <a:gd name="connsiteY438" fmla="*/ 5689984 h 6858000"/>
              <a:gd name="connsiteX439" fmla="*/ 0 w 7467600"/>
              <a:gd name="connsiteY439" fmla="*/ 5513472 h 6858000"/>
              <a:gd name="connsiteX440" fmla="*/ 174101 w 7467600"/>
              <a:gd name="connsiteY440" fmla="*/ 5620277 h 6858000"/>
              <a:gd name="connsiteX441" fmla="*/ 891800 w 7467600"/>
              <a:gd name="connsiteY441" fmla="*/ 6036935 h 6858000"/>
              <a:gd name="connsiteX442" fmla="*/ 1072219 w 7467600"/>
              <a:gd name="connsiteY442" fmla="*/ 6169443 h 6858000"/>
              <a:gd name="connsiteX443" fmla="*/ 1074117 w 7467600"/>
              <a:gd name="connsiteY443" fmla="*/ 6170301 h 6858000"/>
              <a:gd name="connsiteX444" fmla="*/ 1083114 w 7467600"/>
              <a:gd name="connsiteY444" fmla="*/ 6174131 h 6858000"/>
              <a:gd name="connsiteX445" fmla="*/ 1543010 w 7467600"/>
              <a:gd name="connsiteY445" fmla="*/ 6191140 h 6858000"/>
              <a:gd name="connsiteX446" fmla="*/ 1551080 w 7467600"/>
              <a:gd name="connsiteY446" fmla="*/ 6195006 h 6858000"/>
              <a:gd name="connsiteX447" fmla="*/ 2345443 w 7467600"/>
              <a:gd name="connsiteY447" fmla="*/ 5549882 h 6858000"/>
              <a:gd name="connsiteX448" fmla="*/ 1721499 w 7467600"/>
              <a:gd name="connsiteY448" fmla="*/ 5599969 h 6858000"/>
              <a:gd name="connsiteX449" fmla="*/ 767716 w 7467600"/>
              <a:gd name="connsiteY449" fmla="*/ 5472768 h 6858000"/>
              <a:gd name="connsiteX450" fmla="*/ 722147 w 7467600"/>
              <a:gd name="connsiteY450" fmla="*/ 5393091 h 6858000"/>
              <a:gd name="connsiteX451" fmla="*/ 1485552 w 7467600"/>
              <a:gd name="connsiteY451" fmla="*/ 5313202 h 6858000"/>
              <a:gd name="connsiteX452" fmla="*/ 2143004 w 7467600"/>
              <a:gd name="connsiteY452" fmla="*/ 5402420 h 6858000"/>
              <a:gd name="connsiteX453" fmla="*/ 1933391 w 7467600"/>
              <a:gd name="connsiteY453" fmla="*/ 5156971 h 6858000"/>
              <a:gd name="connsiteX454" fmla="*/ 1827118 w 7467600"/>
              <a:gd name="connsiteY454" fmla="*/ 4968410 h 6858000"/>
              <a:gd name="connsiteX455" fmla="*/ 1837349 w 7467600"/>
              <a:gd name="connsiteY455" fmla="*/ 4956357 h 6858000"/>
              <a:gd name="connsiteX456" fmla="*/ 2162835 w 7467600"/>
              <a:gd name="connsiteY456" fmla="*/ 5187853 h 6858000"/>
              <a:gd name="connsiteX457" fmla="*/ 2257167 w 7467600"/>
              <a:gd name="connsiteY457" fmla="*/ 5462123 h 6858000"/>
              <a:gd name="connsiteX458" fmla="*/ 2261598 w 7467600"/>
              <a:gd name="connsiteY458" fmla="*/ 5467998 h 6858000"/>
              <a:gd name="connsiteX459" fmla="*/ 2437177 w 7467600"/>
              <a:gd name="connsiteY459" fmla="*/ 5479608 h 6858000"/>
              <a:gd name="connsiteX460" fmla="*/ 2445247 w 7467600"/>
              <a:gd name="connsiteY460" fmla="*/ 5483476 h 6858000"/>
              <a:gd name="connsiteX461" fmla="*/ 2743626 w 7467600"/>
              <a:gd name="connsiteY461" fmla="*/ 5304819 h 6858000"/>
              <a:gd name="connsiteX462" fmla="*/ 3048102 w 7467600"/>
              <a:gd name="connsiteY462" fmla="*/ 5150595 h 6858000"/>
              <a:gd name="connsiteX463" fmla="*/ 1799414 w 7467600"/>
              <a:gd name="connsiteY463" fmla="*/ 4694732 h 6858000"/>
              <a:gd name="connsiteX464" fmla="*/ 1771735 w 7467600"/>
              <a:gd name="connsiteY464" fmla="*/ 4619929 h 6858000"/>
              <a:gd name="connsiteX465" fmla="*/ 3104273 w 7467600"/>
              <a:gd name="connsiteY465" fmla="*/ 5076159 h 6858000"/>
              <a:gd name="connsiteX466" fmla="*/ 3113245 w 7467600"/>
              <a:gd name="connsiteY466" fmla="*/ 5090705 h 6858000"/>
              <a:gd name="connsiteX467" fmla="*/ 3126294 w 7467600"/>
              <a:gd name="connsiteY467" fmla="*/ 5114400 h 6858000"/>
              <a:gd name="connsiteX468" fmla="*/ 3937433 w 7467600"/>
              <a:gd name="connsiteY468" fmla="*/ 4830473 h 6858000"/>
              <a:gd name="connsiteX469" fmla="*/ 3590475 w 7467600"/>
              <a:gd name="connsiteY469" fmla="*/ 4597974 h 6858000"/>
              <a:gd name="connsiteX470" fmla="*/ 3100264 w 7467600"/>
              <a:gd name="connsiteY470" fmla="*/ 4579845 h 6858000"/>
              <a:gd name="connsiteX471" fmla="*/ 2183576 w 7467600"/>
              <a:gd name="connsiteY471" fmla="*/ 4227150 h 6858000"/>
              <a:gd name="connsiteX472" fmla="*/ 2151029 w 7467600"/>
              <a:gd name="connsiteY472" fmla="*/ 4146947 h 6858000"/>
              <a:gd name="connsiteX473" fmla="*/ 3563434 w 7467600"/>
              <a:gd name="connsiteY473" fmla="*/ 4469115 h 6858000"/>
              <a:gd name="connsiteX474" fmla="*/ 3177952 w 7467600"/>
              <a:gd name="connsiteY474" fmla="*/ 3657386 h 6858000"/>
              <a:gd name="connsiteX475" fmla="*/ 3189263 w 7467600"/>
              <a:gd name="connsiteY475" fmla="*/ 3625726 h 6858000"/>
              <a:gd name="connsiteX476" fmla="*/ 3560912 w 7467600"/>
              <a:gd name="connsiteY476" fmla="*/ 4079863 h 6858000"/>
              <a:gd name="connsiteX477" fmla="*/ 3626636 w 7467600"/>
              <a:gd name="connsiteY477" fmla="*/ 4512230 h 6858000"/>
              <a:gd name="connsiteX478" fmla="*/ 3653088 w 7467600"/>
              <a:gd name="connsiteY478" fmla="*/ 4521417 h 6858000"/>
              <a:gd name="connsiteX479" fmla="*/ 3988128 w 7467600"/>
              <a:gd name="connsiteY479" fmla="*/ 4817267 h 6858000"/>
              <a:gd name="connsiteX480" fmla="*/ 4830582 w 7467600"/>
              <a:gd name="connsiteY480" fmla="*/ 4676000 h 6858000"/>
              <a:gd name="connsiteX481" fmla="*/ 4830100 w 7467600"/>
              <a:gd name="connsiteY481" fmla="*/ 4675554 h 6858000"/>
              <a:gd name="connsiteX482" fmla="*/ 4036318 w 7467600"/>
              <a:gd name="connsiteY482" fmla="*/ 4147013 h 6858000"/>
              <a:gd name="connsiteX483" fmla="*/ 3432098 w 7467600"/>
              <a:gd name="connsiteY483" fmla="*/ 3537312 h 6858000"/>
              <a:gd name="connsiteX484" fmla="*/ 3446761 w 7467600"/>
              <a:gd name="connsiteY484" fmla="*/ 3461278 h 6858000"/>
              <a:gd name="connsiteX485" fmla="*/ 4419733 w 7467600"/>
              <a:gd name="connsiteY485" fmla="*/ 3963555 h 6858000"/>
              <a:gd name="connsiteX486" fmla="*/ 4781371 w 7467600"/>
              <a:gd name="connsiteY486" fmla="*/ 4458604 h 6858000"/>
              <a:gd name="connsiteX487" fmla="*/ 4780440 w 7467600"/>
              <a:gd name="connsiteY487" fmla="*/ 4470290 h 6858000"/>
              <a:gd name="connsiteX488" fmla="*/ 4898954 w 7467600"/>
              <a:gd name="connsiteY488" fmla="*/ 4662092 h 6858000"/>
              <a:gd name="connsiteX489" fmla="*/ 4900699 w 7467600"/>
              <a:gd name="connsiteY489" fmla="*/ 4670867 h 6858000"/>
              <a:gd name="connsiteX490" fmla="*/ 5714511 w 7467600"/>
              <a:gd name="connsiteY490" fmla="*/ 4663483 h 6858000"/>
              <a:gd name="connsiteX491" fmla="*/ 5464793 w 7467600"/>
              <a:gd name="connsiteY491" fmla="*/ 4393556 h 6858000"/>
              <a:gd name="connsiteX492" fmla="*/ 5461897 w 7467600"/>
              <a:gd name="connsiteY492" fmla="*/ 4390879 h 6858000"/>
              <a:gd name="connsiteX493" fmla="*/ 4294126 w 7467600"/>
              <a:gd name="connsiteY493" fmla="*/ 3303048 h 6858000"/>
              <a:gd name="connsiteX494" fmla="*/ 4305321 w 7467600"/>
              <a:gd name="connsiteY494" fmla="*/ 3256953 h 6858000"/>
              <a:gd name="connsiteX495" fmla="*/ 4949299 w 7467600"/>
              <a:gd name="connsiteY495" fmla="*/ 3766336 h 6858000"/>
              <a:gd name="connsiteX496" fmla="*/ 5291452 w 7467600"/>
              <a:gd name="connsiteY496" fmla="*/ 4076801 h 6858000"/>
              <a:gd name="connsiteX497" fmla="*/ 5434998 w 7467600"/>
              <a:gd name="connsiteY497" fmla="*/ 4254100 h 6858000"/>
              <a:gd name="connsiteX498" fmla="*/ 5351015 w 7467600"/>
              <a:gd name="connsiteY498" fmla="*/ 3760989 h 6858000"/>
              <a:gd name="connsiteX499" fmla="*/ 5413780 w 7467600"/>
              <a:gd name="connsiteY499" fmla="*/ 2966265 h 6858000"/>
              <a:gd name="connsiteX500" fmla="*/ 5425627 w 7467600"/>
              <a:gd name="connsiteY500" fmla="*/ 2954192 h 6858000"/>
              <a:gd name="connsiteX501" fmla="*/ 6604735 w 7467600"/>
              <a:gd name="connsiteY501" fmla="*/ 2041381 h 6858000"/>
              <a:gd name="connsiteX502" fmla="*/ 7204487 w 7467600"/>
              <a:gd name="connsiteY502" fmla="*/ 2742112 h 6858000"/>
              <a:gd name="connsiteX503" fmla="*/ 7131592 w 7467600"/>
              <a:gd name="connsiteY503" fmla="*/ 2672096 h 6858000"/>
              <a:gd name="connsiteX504" fmla="*/ 6996344 w 7467600"/>
              <a:gd name="connsiteY504" fmla="*/ 2518310 h 6858000"/>
              <a:gd name="connsiteX505" fmla="*/ 6735495 w 7467600"/>
              <a:gd name="connsiteY505" fmla="*/ 2196890 h 6858000"/>
              <a:gd name="connsiteX506" fmla="*/ 6721901 w 7467600"/>
              <a:gd name="connsiteY506" fmla="*/ 2179274 h 6858000"/>
              <a:gd name="connsiteX507" fmla="*/ 6604735 w 7467600"/>
              <a:gd name="connsiteY507" fmla="*/ 2041381 h 6858000"/>
              <a:gd name="connsiteX508" fmla="*/ 6591670 w 7467600"/>
              <a:gd name="connsiteY508" fmla="*/ 1988277 h 6858000"/>
              <a:gd name="connsiteX509" fmla="*/ 6747349 w 7467600"/>
              <a:gd name="connsiteY509" fmla="*/ 2160069 h 6858000"/>
              <a:gd name="connsiteX510" fmla="*/ 6760943 w 7467600"/>
              <a:gd name="connsiteY510" fmla="*/ 2177686 h 6858000"/>
              <a:gd name="connsiteX511" fmla="*/ 7021065 w 7467600"/>
              <a:gd name="connsiteY511" fmla="*/ 2498102 h 6858000"/>
              <a:gd name="connsiteX512" fmla="*/ 7155223 w 7467600"/>
              <a:gd name="connsiteY512" fmla="*/ 2650386 h 6858000"/>
              <a:gd name="connsiteX513" fmla="*/ 7203167 w 7467600"/>
              <a:gd name="connsiteY513" fmla="*/ 2697288 h 6858000"/>
              <a:gd name="connsiteX514" fmla="*/ 6937703 w 7467600"/>
              <a:gd name="connsiteY514" fmla="*/ 2321981 h 6858000"/>
              <a:gd name="connsiteX515" fmla="*/ 6591670 w 7467600"/>
              <a:gd name="connsiteY515" fmla="*/ 1988277 h 6858000"/>
              <a:gd name="connsiteX516" fmla="*/ 5798671 w 7467600"/>
              <a:gd name="connsiteY516" fmla="*/ 1981601 h 6858000"/>
              <a:gd name="connsiteX517" fmla="*/ 5754709 w 7467600"/>
              <a:gd name="connsiteY517" fmla="*/ 2071454 h 6858000"/>
              <a:gd name="connsiteX518" fmla="*/ 5763044 w 7467600"/>
              <a:gd name="connsiteY518" fmla="*/ 2842206 h 6858000"/>
              <a:gd name="connsiteX519" fmla="*/ 5764974 w 7467600"/>
              <a:gd name="connsiteY519" fmla="*/ 2799609 h 6858000"/>
              <a:gd name="connsiteX520" fmla="*/ 5767665 w 7467600"/>
              <a:gd name="connsiteY520" fmla="*/ 2666409 h 6858000"/>
              <a:gd name="connsiteX521" fmla="*/ 5763055 w 7467600"/>
              <a:gd name="connsiteY521" fmla="*/ 2579705 h 6858000"/>
              <a:gd name="connsiteX522" fmla="*/ 5758079 w 7467600"/>
              <a:gd name="connsiteY522" fmla="*/ 2492508 h 6858000"/>
              <a:gd name="connsiteX523" fmla="*/ 5779325 w 7467600"/>
              <a:gd name="connsiteY523" fmla="*/ 2197069 h 6858000"/>
              <a:gd name="connsiteX524" fmla="*/ 5798671 w 7467600"/>
              <a:gd name="connsiteY524" fmla="*/ 1981601 h 6858000"/>
              <a:gd name="connsiteX525" fmla="*/ 5829202 w 7467600"/>
              <a:gd name="connsiteY525" fmla="*/ 1971679 h 6858000"/>
              <a:gd name="connsiteX526" fmla="*/ 5809558 w 7467600"/>
              <a:gd name="connsiteY526" fmla="*/ 2198043 h 6858000"/>
              <a:gd name="connsiteX527" fmla="*/ 5788653 w 7467600"/>
              <a:gd name="connsiteY527" fmla="*/ 2489430 h 6858000"/>
              <a:gd name="connsiteX528" fmla="*/ 5793439 w 7467600"/>
              <a:gd name="connsiteY528" fmla="*/ 2575235 h 6858000"/>
              <a:gd name="connsiteX529" fmla="*/ 5796837 w 7467600"/>
              <a:gd name="connsiteY529" fmla="*/ 2637633 h 6858000"/>
              <a:gd name="connsiteX530" fmla="*/ 5818614 w 7467600"/>
              <a:gd name="connsiteY530" fmla="*/ 2473055 h 6858000"/>
              <a:gd name="connsiteX531" fmla="*/ 5829202 w 7467600"/>
              <a:gd name="connsiteY531" fmla="*/ 1971679 h 6858000"/>
              <a:gd name="connsiteX532" fmla="*/ 5911389 w 7467600"/>
              <a:gd name="connsiteY532" fmla="*/ 1898371 h 6858000"/>
              <a:gd name="connsiteX533" fmla="*/ 6237627 w 7467600"/>
              <a:gd name="connsiteY533" fmla="*/ 2231921 h 6858000"/>
              <a:gd name="connsiteX534" fmla="*/ 5911389 w 7467600"/>
              <a:gd name="connsiteY534" fmla="*/ 1898371 h 6858000"/>
              <a:gd name="connsiteX535" fmla="*/ 6944437 w 7467600"/>
              <a:gd name="connsiteY535" fmla="*/ 1575402 h 6858000"/>
              <a:gd name="connsiteX536" fmla="*/ 6304730 w 7467600"/>
              <a:gd name="connsiteY536" fmla="*/ 1766654 h 6858000"/>
              <a:gd name="connsiteX537" fmla="*/ 6944437 w 7467600"/>
              <a:gd name="connsiteY537" fmla="*/ 1575402 h 6858000"/>
              <a:gd name="connsiteX538" fmla="*/ 7019523 w 7467600"/>
              <a:gd name="connsiteY538" fmla="*/ 1519450 h 6858000"/>
              <a:gd name="connsiteX539" fmla="*/ 6298091 w 7467600"/>
              <a:gd name="connsiteY539" fmla="*/ 1737122 h 6858000"/>
              <a:gd name="connsiteX540" fmla="*/ 7019523 w 7467600"/>
              <a:gd name="connsiteY540" fmla="*/ 1519450 h 6858000"/>
              <a:gd name="connsiteX541" fmla="*/ 2399523 w 7467600"/>
              <a:gd name="connsiteY541" fmla="*/ 1428234 h 6858000"/>
              <a:gd name="connsiteX542" fmla="*/ 2224982 w 7467600"/>
              <a:gd name="connsiteY542" fmla="*/ 1826201 h 6858000"/>
              <a:gd name="connsiteX543" fmla="*/ 2096099 w 7467600"/>
              <a:gd name="connsiteY543" fmla="*/ 2345900 h 6858000"/>
              <a:gd name="connsiteX544" fmla="*/ 2283317 w 7467600"/>
              <a:gd name="connsiteY544" fmla="*/ 1796925 h 6858000"/>
              <a:gd name="connsiteX545" fmla="*/ 2399523 w 7467600"/>
              <a:gd name="connsiteY545" fmla="*/ 1428234 h 6858000"/>
              <a:gd name="connsiteX546" fmla="*/ 2448558 w 7467600"/>
              <a:gd name="connsiteY546" fmla="*/ 1373435 h 6858000"/>
              <a:gd name="connsiteX547" fmla="*/ 2312521 w 7467600"/>
              <a:gd name="connsiteY547" fmla="*/ 1806140 h 6858000"/>
              <a:gd name="connsiteX548" fmla="*/ 2127533 w 7467600"/>
              <a:gd name="connsiteY548" fmla="*/ 2348380 h 6858000"/>
              <a:gd name="connsiteX549" fmla="*/ 2358080 w 7467600"/>
              <a:gd name="connsiteY549" fmla="*/ 1866134 h 6858000"/>
              <a:gd name="connsiteX550" fmla="*/ 2407436 w 7467600"/>
              <a:gd name="connsiteY550" fmla="*/ 1651070 h 6858000"/>
              <a:gd name="connsiteX551" fmla="*/ 2448558 w 7467600"/>
              <a:gd name="connsiteY551" fmla="*/ 1373435 h 6858000"/>
              <a:gd name="connsiteX552" fmla="*/ 278707 w 7467600"/>
              <a:gd name="connsiteY552" fmla="*/ 1352270 h 6858000"/>
              <a:gd name="connsiteX553" fmla="*/ 321570 w 7467600"/>
              <a:gd name="connsiteY553" fmla="*/ 1861610 h 6858000"/>
              <a:gd name="connsiteX554" fmla="*/ 294281 w 7467600"/>
              <a:gd name="connsiteY554" fmla="*/ 1440658 h 6858000"/>
              <a:gd name="connsiteX555" fmla="*/ 278707 w 7467600"/>
              <a:gd name="connsiteY555" fmla="*/ 1352270 h 6858000"/>
              <a:gd name="connsiteX556" fmla="*/ 1423821 w 7467600"/>
              <a:gd name="connsiteY556" fmla="*/ 1351958 h 6858000"/>
              <a:gd name="connsiteX557" fmla="*/ 1638521 w 7467600"/>
              <a:gd name="connsiteY557" fmla="*/ 1908470 h 6858000"/>
              <a:gd name="connsiteX558" fmla="*/ 1754199 w 7467600"/>
              <a:gd name="connsiteY558" fmla="*/ 2149284 h 6858000"/>
              <a:gd name="connsiteX559" fmla="*/ 1908359 w 7467600"/>
              <a:gd name="connsiteY559" fmla="*/ 2364988 h 6858000"/>
              <a:gd name="connsiteX560" fmla="*/ 1647661 w 7467600"/>
              <a:gd name="connsiteY560" fmla="*/ 1825945 h 6858000"/>
              <a:gd name="connsiteX561" fmla="*/ 1423821 w 7467600"/>
              <a:gd name="connsiteY561" fmla="*/ 1351958 h 6858000"/>
              <a:gd name="connsiteX562" fmla="*/ 1431890 w 7467600"/>
              <a:gd name="connsiteY562" fmla="*/ 1306475 h 6858000"/>
              <a:gd name="connsiteX563" fmla="*/ 1507597 w 7467600"/>
              <a:gd name="connsiteY563" fmla="*/ 1446132 h 6858000"/>
              <a:gd name="connsiteX564" fmla="*/ 1674586 w 7467600"/>
              <a:gd name="connsiteY564" fmla="*/ 1813832 h 6858000"/>
              <a:gd name="connsiteX565" fmla="*/ 1815950 w 7467600"/>
              <a:gd name="connsiteY565" fmla="*/ 2128564 h 6858000"/>
              <a:gd name="connsiteX566" fmla="*/ 1984242 w 7467600"/>
              <a:gd name="connsiteY566" fmla="*/ 2430829 h 6858000"/>
              <a:gd name="connsiteX567" fmla="*/ 2014023 w 7467600"/>
              <a:gd name="connsiteY567" fmla="*/ 2450995 h 6858000"/>
              <a:gd name="connsiteX568" fmla="*/ 1747337 w 7467600"/>
              <a:gd name="connsiteY568" fmla="*/ 1855264 h 6858000"/>
              <a:gd name="connsiteX569" fmla="*/ 1533749 w 7467600"/>
              <a:gd name="connsiteY569" fmla="*/ 1478656 h 6858000"/>
              <a:gd name="connsiteX570" fmla="*/ 1431890 w 7467600"/>
              <a:gd name="connsiteY570" fmla="*/ 1306475 h 6858000"/>
              <a:gd name="connsiteX571" fmla="*/ 5052692 w 7467600"/>
              <a:gd name="connsiteY571" fmla="*/ 1292994 h 6858000"/>
              <a:gd name="connsiteX572" fmla="*/ 5200661 w 7467600"/>
              <a:gd name="connsiteY572" fmla="*/ 1635186 h 6858000"/>
              <a:gd name="connsiteX573" fmla="*/ 5297138 w 7467600"/>
              <a:gd name="connsiteY573" fmla="*/ 1906351 h 6858000"/>
              <a:gd name="connsiteX574" fmla="*/ 5052692 w 7467600"/>
              <a:gd name="connsiteY574" fmla="*/ 1292994 h 6858000"/>
              <a:gd name="connsiteX575" fmla="*/ 5009948 w 7467600"/>
              <a:gd name="connsiteY575" fmla="*/ 1273619 h 6858000"/>
              <a:gd name="connsiteX576" fmla="*/ 5121777 w 7467600"/>
              <a:gd name="connsiteY576" fmla="*/ 1654213 h 6858000"/>
              <a:gd name="connsiteX577" fmla="*/ 5293545 w 7467600"/>
              <a:gd name="connsiteY577" fmla="*/ 2072247 h 6858000"/>
              <a:gd name="connsiteX578" fmla="*/ 5294042 w 7467600"/>
              <a:gd name="connsiteY578" fmla="*/ 2065019 h 6858000"/>
              <a:gd name="connsiteX579" fmla="*/ 5171936 w 7467600"/>
              <a:gd name="connsiteY579" fmla="*/ 1647613 h 6858000"/>
              <a:gd name="connsiteX580" fmla="*/ 5009948 w 7467600"/>
              <a:gd name="connsiteY580" fmla="*/ 1273619 h 6858000"/>
              <a:gd name="connsiteX581" fmla="*/ 655236 w 7467600"/>
              <a:gd name="connsiteY581" fmla="*/ 1268632 h 6858000"/>
              <a:gd name="connsiteX582" fmla="*/ 839521 w 7467600"/>
              <a:gd name="connsiteY582" fmla="*/ 1685315 h 6858000"/>
              <a:gd name="connsiteX583" fmla="*/ 1109416 w 7467600"/>
              <a:gd name="connsiteY583" fmla="*/ 2061663 h 6858000"/>
              <a:gd name="connsiteX584" fmla="*/ 1298300 w 7467600"/>
              <a:gd name="connsiteY584" fmla="*/ 2247742 h 6858000"/>
              <a:gd name="connsiteX585" fmla="*/ 1125871 w 7467600"/>
              <a:gd name="connsiteY585" fmla="*/ 1989513 h 6858000"/>
              <a:gd name="connsiteX586" fmla="*/ 981574 w 7467600"/>
              <a:gd name="connsiteY586" fmla="*/ 1783157 h 6858000"/>
              <a:gd name="connsiteX587" fmla="*/ 922198 w 7467600"/>
              <a:gd name="connsiteY587" fmla="*/ 1677437 h 6858000"/>
              <a:gd name="connsiteX588" fmla="*/ 869293 w 7467600"/>
              <a:gd name="connsiteY588" fmla="*/ 1583214 h 6858000"/>
              <a:gd name="connsiteX589" fmla="*/ 751431 w 7467600"/>
              <a:gd name="connsiteY589" fmla="*/ 1405731 h 6858000"/>
              <a:gd name="connsiteX590" fmla="*/ 655236 w 7467600"/>
              <a:gd name="connsiteY590" fmla="*/ 1268632 h 6858000"/>
              <a:gd name="connsiteX591" fmla="*/ 6516292 w 7467600"/>
              <a:gd name="connsiteY591" fmla="*/ 1263064 h 6858000"/>
              <a:gd name="connsiteX592" fmla="*/ 5736320 w 7467600"/>
              <a:gd name="connsiteY592" fmla="*/ 1501803 h 6858000"/>
              <a:gd name="connsiteX593" fmla="*/ 6516292 w 7467600"/>
              <a:gd name="connsiteY593" fmla="*/ 1263064 h 6858000"/>
              <a:gd name="connsiteX594" fmla="*/ 291466 w 7467600"/>
              <a:gd name="connsiteY594" fmla="*/ 1250369 h 6858000"/>
              <a:gd name="connsiteX595" fmla="*/ 323180 w 7467600"/>
              <a:gd name="connsiteY595" fmla="*/ 1435283 h 6858000"/>
              <a:gd name="connsiteX596" fmla="*/ 349381 w 7467600"/>
              <a:gd name="connsiteY596" fmla="*/ 1875041 h 6858000"/>
              <a:gd name="connsiteX597" fmla="*/ 374363 w 7467600"/>
              <a:gd name="connsiteY597" fmla="*/ 1506494 h 6858000"/>
              <a:gd name="connsiteX598" fmla="*/ 302168 w 7467600"/>
              <a:gd name="connsiteY598" fmla="*/ 1274495 h 6858000"/>
              <a:gd name="connsiteX599" fmla="*/ 291466 w 7467600"/>
              <a:gd name="connsiteY599" fmla="*/ 1250369 h 6858000"/>
              <a:gd name="connsiteX600" fmla="*/ 678222 w 7467600"/>
              <a:gd name="connsiteY600" fmla="*/ 1248670 h 6858000"/>
              <a:gd name="connsiteX601" fmla="*/ 775536 w 7467600"/>
              <a:gd name="connsiteY601" fmla="*/ 1388015 h 6858000"/>
              <a:gd name="connsiteX602" fmla="*/ 894529 w 7467600"/>
              <a:gd name="connsiteY602" fmla="*/ 1567739 h 6858000"/>
              <a:gd name="connsiteX603" fmla="*/ 948000 w 7467600"/>
              <a:gd name="connsiteY603" fmla="*/ 1663088 h 6858000"/>
              <a:gd name="connsiteX604" fmla="*/ 1006812 w 7467600"/>
              <a:gd name="connsiteY604" fmla="*/ 1767683 h 6858000"/>
              <a:gd name="connsiteX605" fmla="*/ 1149133 w 7467600"/>
              <a:gd name="connsiteY605" fmla="*/ 1971513 h 6858000"/>
              <a:gd name="connsiteX606" fmla="*/ 1333952 w 7467600"/>
              <a:gd name="connsiteY606" fmla="*/ 2251620 h 6858000"/>
              <a:gd name="connsiteX607" fmla="*/ 1337329 w 7467600"/>
              <a:gd name="connsiteY607" fmla="*/ 2258350 h 6858000"/>
              <a:gd name="connsiteX608" fmla="*/ 1014726 w 7467600"/>
              <a:gd name="connsiteY608" fmla="*/ 1615556 h 6858000"/>
              <a:gd name="connsiteX609" fmla="*/ 678222 w 7467600"/>
              <a:gd name="connsiteY609" fmla="*/ 1248670 h 6858000"/>
              <a:gd name="connsiteX610" fmla="*/ 6691602 w 7467600"/>
              <a:gd name="connsiteY610" fmla="*/ 1140573 h 6858000"/>
              <a:gd name="connsiteX611" fmla="*/ 6571100 w 7467600"/>
              <a:gd name="connsiteY611" fmla="*/ 1183662 h 6858000"/>
              <a:gd name="connsiteX612" fmla="*/ 6241687 w 7467600"/>
              <a:gd name="connsiteY612" fmla="*/ 1257600 h 6858000"/>
              <a:gd name="connsiteX613" fmla="*/ 5693009 w 7467600"/>
              <a:gd name="connsiteY613" fmla="*/ 1478256 h 6858000"/>
              <a:gd name="connsiteX614" fmla="*/ 6548420 w 7467600"/>
              <a:gd name="connsiteY614" fmla="*/ 1214599 h 6858000"/>
              <a:gd name="connsiteX615" fmla="*/ 6605473 w 7467600"/>
              <a:gd name="connsiteY615" fmla="*/ 1184686 h 6858000"/>
              <a:gd name="connsiteX616" fmla="*/ 6691602 w 7467600"/>
              <a:gd name="connsiteY616" fmla="*/ 1140573 h 6858000"/>
              <a:gd name="connsiteX617" fmla="*/ 4002475 w 7467600"/>
              <a:gd name="connsiteY617" fmla="*/ 1037802 h 6858000"/>
              <a:gd name="connsiteX618" fmla="*/ 4000324 w 7467600"/>
              <a:gd name="connsiteY618" fmla="*/ 1039362 h 6858000"/>
              <a:gd name="connsiteX619" fmla="*/ 4002862 w 7467600"/>
              <a:gd name="connsiteY619" fmla="*/ 1042866 h 6858000"/>
              <a:gd name="connsiteX620" fmla="*/ 4002475 w 7467600"/>
              <a:gd name="connsiteY620" fmla="*/ 1037802 h 6858000"/>
              <a:gd name="connsiteX621" fmla="*/ 506322 w 7467600"/>
              <a:gd name="connsiteY621" fmla="*/ 1020997 h 6858000"/>
              <a:gd name="connsiteX622" fmla="*/ 533068 w 7467600"/>
              <a:gd name="connsiteY622" fmla="*/ 1029409 h 6858000"/>
              <a:gd name="connsiteX623" fmla="*/ 1232525 w 7467600"/>
              <a:gd name="connsiteY623" fmla="*/ 1804675 h 6858000"/>
              <a:gd name="connsiteX624" fmla="*/ 1388858 w 7467600"/>
              <a:gd name="connsiteY624" fmla="*/ 2368011 h 6858000"/>
              <a:gd name="connsiteX625" fmla="*/ 1384098 w 7467600"/>
              <a:gd name="connsiteY625" fmla="*/ 2378125 h 6858000"/>
              <a:gd name="connsiteX626" fmla="*/ 1425393 w 7467600"/>
              <a:gd name="connsiteY626" fmla="*/ 2589124 h 6858000"/>
              <a:gd name="connsiteX627" fmla="*/ 1424001 w 7467600"/>
              <a:gd name="connsiteY627" fmla="*/ 2597541 h 6858000"/>
              <a:gd name="connsiteX628" fmla="*/ 2152729 w 7467600"/>
              <a:gd name="connsiteY628" fmla="*/ 2864487 h 6858000"/>
              <a:gd name="connsiteX629" fmla="*/ 2020609 w 7467600"/>
              <a:gd name="connsiteY629" fmla="*/ 2539671 h 6858000"/>
              <a:gd name="connsiteX630" fmla="*/ 2018920 w 7467600"/>
              <a:gd name="connsiteY630" fmla="*/ 2536309 h 6858000"/>
              <a:gd name="connsiteX631" fmla="*/ 1342441 w 7467600"/>
              <a:gd name="connsiteY631" fmla="*/ 1173017 h 6858000"/>
              <a:gd name="connsiteX632" fmla="*/ 1367925 w 7467600"/>
              <a:gd name="connsiteY632" fmla="*/ 1135648 h 6858000"/>
              <a:gd name="connsiteX633" fmla="*/ 1771401 w 7467600"/>
              <a:gd name="connsiteY633" fmla="*/ 1806673 h 6858000"/>
              <a:gd name="connsiteX634" fmla="*/ 1972385 w 7467600"/>
              <a:gd name="connsiteY634" fmla="*/ 2198735 h 6858000"/>
              <a:gd name="connsiteX635" fmla="*/ 2040892 w 7467600"/>
              <a:gd name="connsiteY635" fmla="*/ 2405205 h 6858000"/>
              <a:gd name="connsiteX636" fmla="*/ 2131689 w 7467600"/>
              <a:gd name="connsiteY636" fmla="*/ 1936926 h 6858000"/>
              <a:gd name="connsiteX637" fmla="*/ 2454820 w 7467600"/>
              <a:gd name="connsiteY637" fmla="*/ 1248808 h 6858000"/>
              <a:gd name="connsiteX638" fmla="*/ 2492512 w 7467600"/>
              <a:gd name="connsiteY638" fmla="*/ 1302920 h 6858000"/>
              <a:gd name="connsiteX639" fmla="*/ 2081216 w 7467600"/>
              <a:gd name="connsiteY639" fmla="*/ 2527513 h 6858000"/>
              <a:gd name="connsiteX640" fmla="*/ 2081211 w 7467600"/>
              <a:gd name="connsiteY640" fmla="*/ 2528916 h 6858000"/>
              <a:gd name="connsiteX641" fmla="*/ 2199067 w 7467600"/>
              <a:gd name="connsiteY641" fmla="*/ 2884061 h 6858000"/>
              <a:gd name="connsiteX642" fmla="*/ 3192586 w 7467600"/>
              <a:gd name="connsiteY642" fmla="*/ 3411496 h 6858000"/>
              <a:gd name="connsiteX643" fmla="*/ 3182620 w 7467600"/>
              <a:gd name="connsiteY643" fmla="*/ 3483279 h 6858000"/>
              <a:gd name="connsiteX644" fmla="*/ 2435119 w 7467600"/>
              <a:gd name="connsiteY644" fmla="*/ 3080173 h 6858000"/>
              <a:gd name="connsiteX645" fmla="*/ 2410152 w 7467600"/>
              <a:gd name="connsiteY645" fmla="*/ 3063751 h 6858000"/>
              <a:gd name="connsiteX646" fmla="*/ 2408099 w 7467600"/>
              <a:gd name="connsiteY646" fmla="*/ 3064403 h 6858000"/>
              <a:gd name="connsiteX647" fmla="*/ 2407218 w 7467600"/>
              <a:gd name="connsiteY647" fmla="*/ 3070324 h 6858000"/>
              <a:gd name="connsiteX648" fmla="*/ 2380138 w 7467600"/>
              <a:gd name="connsiteY648" fmla="*/ 3099341 h 6858000"/>
              <a:gd name="connsiteX649" fmla="*/ 1765923 w 7467600"/>
              <a:gd name="connsiteY649" fmla="*/ 3581043 h 6858000"/>
              <a:gd name="connsiteX650" fmla="*/ 1702258 w 7467600"/>
              <a:gd name="connsiteY650" fmla="*/ 3612286 h 6858000"/>
              <a:gd name="connsiteX651" fmla="*/ 1538370 w 7467600"/>
              <a:gd name="connsiteY651" fmla="*/ 3811804 h 6858000"/>
              <a:gd name="connsiteX652" fmla="*/ 542867 w 7467600"/>
              <a:gd name="connsiteY652" fmla="*/ 4944092 h 6858000"/>
              <a:gd name="connsiteX653" fmla="*/ 515800 w 7467600"/>
              <a:gd name="connsiteY653" fmla="*/ 4862180 h 6858000"/>
              <a:gd name="connsiteX654" fmla="*/ 909145 w 7467600"/>
              <a:gd name="connsiteY654" fmla="*/ 4199225 h 6858000"/>
              <a:gd name="connsiteX655" fmla="*/ 1214067 w 7467600"/>
              <a:gd name="connsiteY655" fmla="*/ 3908561 h 6858000"/>
              <a:gd name="connsiteX656" fmla="*/ 640967 w 7467600"/>
              <a:gd name="connsiteY656" fmla="*/ 4105601 h 6858000"/>
              <a:gd name="connsiteX657" fmla="*/ 112563 w 7467600"/>
              <a:gd name="connsiteY657" fmla="*/ 4396952 h 6858000"/>
              <a:gd name="connsiteX658" fmla="*/ 0 w 7467600"/>
              <a:gd name="connsiteY658" fmla="*/ 4466006 h 6858000"/>
              <a:gd name="connsiteX659" fmla="*/ 0 w 7467600"/>
              <a:gd name="connsiteY659" fmla="*/ 4233763 h 6858000"/>
              <a:gd name="connsiteX660" fmla="*/ 36881 w 7467600"/>
              <a:gd name="connsiteY660" fmla="*/ 4200118 h 6858000"/>
              <a:gd name="connsiteX661" fmla="*/ 910534 w 7467600"/>
              <a:gd name="connsiteY661" fmla="*/ 3629753 h 6858000"/>
              <a:gd name="connsiteX662" fmla="*/ 1578717 w 7467600"/>
              <a:gd name="connsiteY662" fmla="*/ 3575982 h 6858000"/>
              <a:gd name="connsiteX663" fmla="*/ 2338780 w 7467600"/>
              <a:gd name="connsiteY663" fmla="*/ 3033725 h 6858000"/>
              <a:gd name="connsiteX664" fmla="*/ 1807991 w 7467600"/>
              <a:gd name="connsiteY664" fmla="*/ 2807184 h 6858000"/>
              <a:gd name="connsiteX665" fmla="*/ 1416358 w 7467600"/>
              <a:gd name="connsiteY665" fmla="*/ 3112571 h 6858000"/>
              <a:gd name="connsiteX666" fmla="*/ 939066 w 7467600"/>
              <a:gd name="connsiteY666" fmla="*/ 3378798 h 6858000"/>
              <a:gd name="connsiteX667" fmla="*/ 115099 w 7467600"/>
              <a:gd name="connsiteY667" fmla="*/ 3607650 h 6858000"/>
              <a:gd name="connsiteX668" fmla="*/ 97284 w 7467600"/>
              <a:gd name="connsiteY668" fmla="*/ 3520393 h 6858000"/>
              <a:gd name="connsiteX669" fmla="*/ 922050 w 7467600"/>
              <a:gd name="connsiteY669" fmla="*/ 3074867 h 6858000"/>
              <a:gd name="connsiteX670" fmla="*/ 1405265 w 7467600"/>
              <a:gd name="connsiteY670" fmla="*/ 3016319 h 6858000"/>
              <a:gd name="connsiteX671" fmla="*/ 1407512 w 7467600"/>
              <a:gd name="connsiteY671" fmla="*/ 3018001 h 6858000"/>
              <a:gd name="connsiteX672" fmla="*/ 1726266 w 7467600"/>
              <a:gd name="connsiteY672" fmla="*/ 2777274 h 6858000"/>
              <a:gd name="connsiteX673" fmla="*/ 625390 w 7467600"/>
              <a:gd name="connsiteY673" fmla="*/ 2514541 h 6858000"/>
              <a:gd name="connsiteX674" fmla="*/ 619799 w 7467600"/>
              <a:gd name="connsiteY674" fmla="*/ 2527180 h 6858000"/>
              <a:gd name="connsiteX675" fmla="*/ 310030 w 7467600"/>
              <a:gd name="connsiteY675" fmla="*/ 2771818 h 6858000"/>
              <a:gd name="connsiteX676" fmla="*/ 173877 w 7467600"/>
              <a:gd name="connsiteY676" fmla="*/ 2937056 h 6858000"/>
              <a:gd name="connsiteX677" fmla="*/ 77889 w 7467600"/>
              <a:gd name="connsiteY677" fmla="*/ 3138440 h 6858000"/>
              <a:gd name="connsiteX678" fmla="*/ 0 w 7467600"/>
              <a:gd name="connsiteY678" fmla="*/ 3271395 h 6858000"/>
              <a:gd name="connsiteX679" fmla="*/ 0 w 7467600"/>
              <a:gd name="connsiteY679" fmla="*/ 3153002 h 6858000"/>
              <a:gd name="connsiteX680" fmla="*/ 2386 w 7467600"/>
              <a:gd name="connsiteY680" fmla="*/ 3149203 h 6858000"/>
              <a:gd name="connsiteX681" fmla="*/ 89753 w 7467600"/>
              <a:gd name="connsiteY681" fmla="*/ 2987702 h 6858000"/>
              <a:gd name="connsiteX682" fmla="*/ 76869 w 7467600"/>
              <a:gd name="connsiteY682" fmla="*/ 3005404 h 6858000"/>
              <a:gd name="connsiteX683" fmla="*/ 32049 w 7467600"/>
              <a:gd name="connsiteY683" fmla="*/ 3065814 h 6858000"/>
              <a:gd name="connsiteX684" fmla="*/ 0 w 7467600"/>
              <a:gd name="connsiteY684" fmla="*/ 3108744 h 6858000"/>
              <a:gd name="connsiteX685" fmla="*/ 0 w 7467600"/>
              <a:gd name="connsiteY685" fmla="*/ 3058059 h 6858000"/>
              <a:gd name="connsiteX686" fmla="*/ 7610 w 7467600"/>
              <a:gd name="connsiteY686" fmla="*/ 3047889 h 6858000"/>
              <a:gd name="connsiteX687" fmla="*/ 52419 w 7467600"/>
              <a:gd name="connsiteY687" fmla="*/ 2987479 h 6858000"/>
              <a:gd name="connsiteX688" fmla="*/ 59142 w 7467600"/>
              <a:gd name="connsiteY688" fmla="*/ 2978488 h 6858000"/>
              <a:gd name="connsiteX689" fmla="*/ 0 w 7467600"/>
              <a:gd name="connsiteY689" fmla="*/ 3015334 h 6858000"/>
              <a:gd name="connsiteX690" fmla="*/ 0 w 7467600"/>
              <a:gd name="connsiteY690" fmla="*/ 2914286 h 6858000"/>
              <a:gd name="connsiteX691" fmla="*/ 36383 w 7467600"/>
              <a:gd name="connsiteY691" fmla="*/ 2901128 h 6858000"/>
              <a:gd name="connsiteX692" fmla="*/ 156329 w 7467600"/>
              <a:gd name="connsiteY692" fmla="*/ 2840533 h 6858000"/>
              <a:gd name="connsiteX693" fmla="*/ 358355 w 7467600"/>
              <a:gd name="connsiteY693" fmla="*/ 2620471 h 6858000"/>
              <a:gd name="connsiteX694" fmla="*/ 510577 w 7467600"/>
              <a:gd name="connsiteY694" fmla="*/ 2501244 h 6858000"/>
              <a:gd name="connsiteX695" fmla="*/ 211967 w 7467600"/>
              <a:gd name="connsiteY695" fmla="*/ 2479171 h 6858000"/>
              <a:gd name="connsiteX696" fmla="*/ 0 w 7467600"/>
              <a:gd name="connsiteY696" fmla="*/ 2476398 h 6858000"/>
              <a:gd name="connsiteX697" fmla="*/ 0 w 7467600"/>
              <a:gd name="connsiteY697" fmla="*/ 2389189 h 6858000"/>
              <a:gd name="connsiteX698" fmla="*/ 103062 w 7467600"/>
              <a:gd name="connsiteY698" fmla="*/ 2389518 h 6858000"/>
              <a:gd name="connsiteX699" fmla="*/ 510734 w 7467600"/>
              <a:gd name="connsiteY699" fmla="*/ 2416201 h 6858000"/>
              <a:gd name="connsiteX700" fmla="*/ 279257 w 7467600"/>
              <a:gd name="connsiteY700" fmla="*/ 2092102 h 6858000"/>
              <a:gd name="connsiteX701" fmla="*/ 65265 w 7467600"/>
              <a:gd name="connsiteY701" fmla="*/ 2006049 h 6858000"/>
              <a:gd name="connsiteX702" fmla="*/ 0 w 7467600"/>
              <a:gd name="connsiteY702" fmla="*/ 1982532 h 6858000"/>
              <a:gd name="connsiteX703" fmla="*/ 0 w 7467600"/>
              <a:gd name="connsiteY703" fmla="*/ 1912789 h 6858000"/>
              <a:gd name="connsiteX704" fmla="*/ 97460 w 7467600"/>
              <a:gd name="connsiteY704" fmla="*/ 1953725 h 6858000"/>
              <a:gd name="connsiteX705" fmla="*/ 221272 w 7467600"/>
              <a:gd name="connsiteY705" fmla="*/ 1980766 h 6858000"/>
              <a:gd name="connsiteX706" fmla="*/ 116765 w 7467600"/>
              <a:gd name="connsiteY706" fmla="*/ 1911033 h 6858000"/>
              <a:gd name="connsiteX707" fmla="*/ 16405 w 7467600"/>
              <a:gd name="connsiteY707" fmla="*/ 1803412 h 6858000"/>
              <a:gd name="connsiteX708" fmla="*/ 0 w 7467600"/>
              <a:gd name="connsiteY708" fmla="*/ 1784777 h 6858000"/>
              <a:gd name="connsiteX709" fmla="*/ 0 w 7467600"/>
              <a:gd name="connsiteY709" fmla="*/ 1740082 h 6858000"/>
              <a:gd name="connsiteX710" fmla="*/ 39394 w 7467600"/>
              <a:gd name="connsiteY710" fmla="*/ 1784856 h 6858000"/>
              <a:gd name="connsiteX711" fmla="*/ 135813 w 7467600"/>
              <a:gd name="connsiteY711" fmla="*/ 1888838 h 6858000"/>
              <a:gd name="connsiteX712" fmla="*/ 242575 w 7467600"/>
              <a:gd name="connsiteY712" fmla="*/ 1958841 h 6858000"/>
              <a:gd name="connsiteX713" fmla="*/ 82197 w 7467600"/>
              <a:gd name="connsiteY713" fmla="*/ 1754826 h 6858000"/>
              <a:gd name="connsiteX714" fmla="*/ 0 w 7467600"/>
              <a:gd name="connsiteY714" fmla="*/ 1679650 h 6858000"/>
              <a:gd name="connsiteX715" fmla="*/ 0 w 7467600"/>
              <a:gd name="connsiteY715" fmla="*/ 1602463 h 6858000"/>
              <a:gd name="connsiteX716" fmla="*/ 84689 w 7467600"/>
              <a:gd name="connsiteY716" fmla="*/ 1677442 h 6858000"/>
              <a:gd name="connsiteX717" fmla="*/ 298437 w 7467600"/>
              <a:gd name="connsiteY717" fmla="*/ 1968019 h 6858000"/>
              <a:gd name="connsiteX718" fmla="*/ 227269 w 7467600"/>
              <a:gd name="connsiteY718" fmla="*/ 1114064 h 6858000"/>
              <a:gd name="connsiteX719" fmla="*/ 248003 w 7467600"/>
              <a:gd name="connsiteY719" fmla="*/ 1089613 h 6858000"/>
              <a:gd name="connsiteX720" fmla="*/ 427020 w 7467600"/>
              <a:gd name="connsiteY720" fmla="*/ 1619803 h 6858000"/>
              <a:gd name="connsiteX721" fmla="*/ 340345 w 7467600"/>
              <a:gd name="connsiteY721" fmla="*/ 2027739 h 6858000"/>
              <a:gd name="connsiteX722" fmla="*/ 360865 w 7467600"/>
              <a:gd name="connsiteY722" fmla="*/ 2044827 h 6858000"/>
              <a:gd name="connsiteX723" fmla="*/ 560414 w 7467600"/>
              <a:gd name="connsiteY723" fmla="*/ 2421457 h 6858000"/>
              <a:gd name="connsiteX724" fmla="*/ 1359703 w 7467600"/>
              <a:gd name="connsiteY724" fmla="*/ 2578554 h 6858000"/>
              <a:gd name="connsiteX725" fmla="*/ 1359422 w 7467600"/>
              <a:gd name="connsiteY725" fmla="*/ 2577994 h 6858000"/>
              <a:gd name="connsiteX726" fmla="*/ 828701 w 7467600"/>
              <a:gd name="connsiteY726" fmla="*/ 1839520 h 6858000"/>
              <a:gd name="connsiteX727" fmla="*/ 494427 w 7467600"/>
              <a:gd name="connsiteY727" fmla="*/ 1092333 h 6858000"/>
              <a:gd name="connsiteX728" fmla="*/ 506322 w 7467600"/>
              <a:gd name="connsiteY728" fmla="*/ 1020997 h 6858000"/>
              <a:gd name="connsiteX729" fmla="*/ 4570198 w 7467600"/>
              <a:gd name="connsiteY729" fmla="*/ 978081 h 6858000"/>
              <a:gd name="connsiteX730" fmla="*/ 4523691 w 7467600"/>
              <a:gd name="connsiteY730" fmla="*/ 1127776 h 6858000"/>
              <a:gd name="connsiteX731" fmla="*/ 4509875 w 7467600"/>
              <a:gd name="connsiteY731" fmla="*/ 1167552 h 6858000"/>
              <a:gd name="connsiteX732" fmla="*/ 4478168 w 7467600"/>
              <a:gd name="connsiteY732" fmla="*/ 1260735 h 6858000"/>
              <a:gd name="connsiteX733" fmla="*/ 4409309 w 7467600"/>
              <a:gd name="connsiteY733" fmla="*/ 1666996 h 6858000"/>
              <a:gd name="connsiteX734" fmla="*/ 4370031 w 7467600"/>
              <a:gd name="connsiteY734" fmla="*/ 1955666 h 6858000"/>
              <a:gd name="connsiteX735" fmla="*/ 4570198 w 7467600"/>
              <a:gd name="connsiteY735" fmla="*/ 978081 h 6858000"/>
              <a:gd name="connsiteX736" fmla="*/ 4557898 w 7467600"/>
              <a:gd name="connsiteY736" fmla="*/ 900011 h 6858000"/>
              <a:gd name="connsiteX737" fmla="*/ 4344840 w 7467600"/>
              <a:gd name="connsiteY737" fmla="*/ 1922038 h 6858000"/>
              <a:gd name="connsiteX738" fmla="*/ 4378710 w 7467600"/>
              <a:gd name="connsiteY738" fmla="*/ 1665516 h 6858000"/>
              <a:gd name="connsiteX739" fmla="*/ 4448798 w 7467600"/>
              <a:gd name="connsiteY739" fmla="*/ 1253024 h 6858000"/>
              <a:gd name="connsiteX740" fmla="*/ 4480315 w 7467600"/>
              <a:gd name="connsiteY740" fmla="*/ 1158454 h 6858000"/>
              <a:gd name="connsiteX741" fmla="*/ 4494133 w 7467600"/>
              <a:gd name="connsiteY741" fmla="*/ 1118676 h 6858000"/>
              <a:gd name="connsiteX742" fmla="*/ 4557898 w 7467600"/>
              <a:gd name="connsiteY742" fmla="*/ 900011 h 6858000"/>
              <a:gd name="connsiteX743" fmla="*/ 5870151 w 7467600"/>
              <a:gd name="connsiteY743" fmla="*/ 898890 h 6858000"/>
              <a:gd name="connsiteX744" fmla="*/ 5861335 w 7467600"/>
              <a:gd name="connsiteY744" fmla="*/ 899177 h 6858000"/>
              <a:gd name="connsiteX745" fmla="*/ 5843702 w 7467600"/>
              <a:gd name="connsiteY745" fmla="*/ 899748 h 6858000"/>
              <a:gd name="connsiteX746" fmla="*/ 5651107 w 7467600"/>
              <a:gd name="connsiteY746" fmla="*/ 920306 h 6858000"/>
              <a:gd name="connsiteX747" fmla="*/ 5459407 w 7467600"/>
              <a:gd name="connsiteY747" fmla="*/ 940975 h 6858000"/>
              <a:gd name="connsiteX748" fmla="*/ 5374846 w 7467600"/>
              <a:gd name="connsiteY748" fmla="*/ 941988 h 6858000"/>
              <a:gd name="connsiteX749" fmla="*/ 5256105 w 7467600"/>
              <a:gd name="connsiteY749" fmla="*/ 945632 h 6858000"/>
              <a:gd name="connsiteX750" fmla="*/ 5107071 w 7467600"/>
              <a:gd name="connsiteY750" fmla="*/ 969720 h 6858000"/>
              <a:gd name="connsiteX751" fmla="*/ 4998681 w 7467600"/>
              <a:gd name="connsiteY751" fmla="*/ 988771 h 6858000"/>
              <a:gd name="connsiteX752" fmla="*/ 5870151 w 7467600"/>
              <a:gd name="connsiteY752" fmla="*/ 898890 h 6858000"/>
              <a:gd name="connsiteX753" fmla="*/ 5504425 w 7467600"/>
              <a:gd name="connsiteY753" fmla="*/ 848067 h 6858000"/>
              <a:gd name="connsiteX754" fmla="*/ 4968849 w 7467600"/>
              <a:gd name="connsiteY754" fmla="*/ 962318 h 6858000"/>
              <a:gd name="connsiteX755" fmla="*/ 5104039 w 7467600"/>
              <a:gd name="connsiteY755" fmla="*/ 940634 h 6858000"/>
              <a:gd name="connsiteX756" fmla="*/ 5256311 w 7467600"/>
              <a:gd name="connsiteY756" fmla="*/ 916490 h 6858000"/>
              <a:gd name="connsiteX757" fmla="*/ 5377381 w 7467600"/>
              <a:gd name="connsiteY757" fmla="*/ 912671 h 6858000"/>
              <a:gd name="connsiteX758" fmla="*/ 5460148 w 7467600"/>
              <a:gd name="connsiteY758" fmla="*/ 911442 h 6858000"/>
              <a:gd name="connsiteX759" fmla="*/ 5648971 w 7467600"/>
              <a:gd name="connsiteY759" fmla="*/ 891331 h 6858000"/>
              <a:gd name="connsiteX760" fmla="*/ 5844807 w 7467600"/>
              <a:gd name="connsiteY760" fmla="*/ 870718 h 6858000"/>
              <a:gd name="connsiteX761" fmla="*/ 5862975 w 7467600"/>
              <a:gd name="connsiteY761" fmla="*/ 869756 h 6858000"/>
              <a:gd name="connsiteX762" fmla="*/ 5920887 w 7467600"/>
              <a:gd name="connsiteY762" fmla="*/ 865929 h 6858000"/>
              <a:gd name="connsiteX763" fmla="*/ 5504425 w 7467600"/>
              <a:gd name="connsiteY763" fmla="*/ 848067 h 6858000"/>
              <a:gd name="connsiteX764" fmla="*/ 3607114 w 7467600"/>
              <a:gd name="connsiteY764" fmla="*/ 467441 h 6858000"/>
              <a:gd name="connsiteX765" fmla="*/ 3296242 w 7467600"/>
              <a:gd name="connsiteY765" fmla="*/ 807991 h 6858000"/>
              <a:gd name="connsiteX766" fmla="*/ 3174674 w 7467600"/>
              <a:gd name="connsiteY766" fmla="*/ 919759 h 6858000"/>
              <a:gd name="connsiteX767" fmla="*/ 3042978 w 7467600"/>
              <a:gd name="connsiteY767" fmla="*/ 1054894 h 6858000"/>
              <a:gd name="connsiteX768" fmla="*/ 2968914 w 7467600"/>
              <a:gd name="connsiteY768" fmla="*/ 1133756 h 6858000"/>
              <a:gd name="connsiteX769" fmla="*/ 3103823 w 7467600"/>
              <a:gd name="connsiteY769" fmla="*/ 1026814 h 6858000"/>
              <a:gd name="connsiteX770" fmla="*/ 3607114 w 7467600"/>
              <a:gd name="connsiteY770" fmla="*/ 467441 h 6858000"/>
              <a:gd name="connsiteX771" fmla="*/ 3744487 w 7467600"/>
              <a:gd name="connsiteY771" fmla="*/ 383136 h 6858000"/>
              <a:gd name="connsiteX772" fmla="*/ 3970213 w 7467600"/>
              <a:gd name="connsiteY772" fmla="*/ 995559 h 6858000"/>
              <a:gd name="connsiteX773" fmla="*/ 3744487 w 7467600"/>
              <a:gd name="connsiteY773" fmla="*/ 383136 h 6858000"/>
              <a:gd name="connsiteX774" fmla="*/ 3624562 w 7467600"/>
              <a:gd name="connsiteY774" fmla="*/ 367041 h 6858000"/>
              <a:gd name="connsiteX775" fmla="*/ 3489712 w 7467600"/>
              <a:gd name="connsiteY775" fmla="*/ 485386 h 6858000"/>
              <a:gd name="connsiteX776" fmla="*/ 3182994 w 7467600"/>
              <a:gd name="connsiteY776" fmla="*/ 828265 h 6858000"/>
              <a:gd name="connsiteX777" fmla="*/ 2892114 w 7467600"/>
              <a:gd name="connsiteY777" fmla="*/ 1172635 h 6858000"/>
              <a:gd name="connsiteX778" fmla="*/ 3021459 w 7467600"/>
              <a:gd name="connsiteY778" fmla="*/ 1035385 h 6858000"/>
              <a:gd name="connsiteX779" fmla="*/ 3153873 w 7467600"/>
              <a:gd name="connsiteY779" fmla="*/ 898971 h 6858000"/>
              <a:gd name="connsiteX780" fmla="*/ 3276511 w 7467600"/>
              <a:gd name="connsiteY780" fmla="*/ 786423 h 6858000"/>
              <a:gd name="connsiteX781" fmla="*/ 3584154 w 7467600"/>
              <a:gd name="connsiteY781" fmla="*/ 448218 h 6858000"/>
              <a:gd name="connsiteX782" fmla="*/ 3624562 w 7467600"/>
              <a:gd name="connsiteY782" fmla="*/ 367041 h 6858000"/>
              <a:gd name="connsiteX783" fmla="*/ 3766672 w 7467600"/>
              <a:gd name="connsiteY783" fmla="*/ 359429 h 6858000"/>
              <a:gd name="connsiteX784" fmla="*/ 3996338 w 7467600"/>
              <a:gd name="connsiteY784" fmla="*/ 968237 h 6858000"/>
              <a:gd name="connsiteX785" fmla="*/ 3766672 w 7467600"/>
              <a:gd name="connsiteY785" fmla="*/ 359429 h 6858000"/>
              <a:gd name="connsiteX786" fmla="*/ 5805386 w 7467600"/>
              <a:gd name="connsiteY786" fmla="*/ 239240 h 6858000"/>
              <a:gd name="connsiteX787" fmla="*/ 5736947 w 7467600"/>
              <a:gd name="connsiteY787" fmla="*/ 261367 h 6858000"/>
              <a:gd name="connsiteX788" fmla="*/ 5427012 w 7467600"/>
              <a:gd name="connsiteY788" fmla="*/ 311272 h 6858000"/>
              <a:gd name="connsiteX789" fmla="*/ 5147818 w 7467600"/>
              <a:gd name="connsiteY789" fmla="*/ 322112 h 6858000"/>
              <a:gd name="connsiteX790" fmla="*/ 5060854 w 7467600"/>
              <a:gd name="connsiteY790" fmla="*/ 311882 h 6858000"/>
              <a:gd name="connsiteX791" fmla="*/ 4945989 w 7467600"/>
              <a:gd name="connsiteY791" fmla="*/ 300516 h 6858000"/>
              <a:gd name="connsiteX792" fmla="*/ 5410479 w 7467600"/>
              <a:gd name="connsiteY792" fmla="*/ 348434 h 6858000"/>
              <a:gd name="connsiteX793" fmla="*/ 5805386 w 7467600"/>
              <a:gd name="connsiteY793" fmla="*/ 239240 h 6858000"/>
              <a:gd name="connsiteX794" fmla="*/ 5905192 w 7467600"/>
              <a:gd name="connsiteY794" fmla="*/ 163079 h 6858000"/>
              <a:gd name="connsiteX795" fmla="*/ 5865655 w 7467600"/>
              <a:gd name="connsiteY795" fmla="*/ 171901 h 6858000"/>
              <a:gd name="connsiteX796" fmla="*/ 5259740 w 7467600"/>
              <a:gd name="connsiteY796" fmla="*/ 257013 h 6858000"/>
              <a:gd name="connsiteX797" fmla="*/ 5208466 w 7467600"/>
              <a:gd name="connsiteY797" fmla="*/ 257550 h 6858000"/>
              <a:gd name="connsiteX798" fmla="*/ 4980204 w 7467600"/>
              <a:gd name="connsiteY798" fmla="*/ 271903 h 6858000"/>
              <a:gd name="connsiteX799" fmla="*/ 5068068 w 7467600"/>
              <a:gd name="connsiteY799" fmla="*/ 282244 h 6858000"/>
              <a:gd name="connsiteX800" fmla="*/ 5153231 w 7467600"/>
              <a:gd name="connsiteY800" fmla="*/ 292240 h 6858000"/>
              <a:gd name="connsiteX801" fmla="*/ 5426491 w 7467600"/>
              <a:gd name="connsiteY801" fmla="*/ 281128 h 6858000"/>
              <a:gd name="connsiteX802" fmla="*/ 5731212 w 7467600"/>
              <a:gd name="connsiteY802" fmla="*/ 231951 h 6858000"/>
              <a:gd name="connsiteX803" fmla="*/ 5905192 w 7467600"/>
              <a:gd name="connsiteY803" fmla="*/ 163079 h 6858000"/>
              <a:gd name="connsiteX804" fmla="*/ 5944437 w 7467600"/>
              <a:gd name="connsiteY804" fmla="*/ 113829 h 6858000"/>
              <a:gd name="connsiteX805" fmla="*/ 5825032 w 7467600"/>
              <a:gd name="connsiteY805" fmla="*/ 146405 h 6858000"/>
              <a:gd name="connsiteX806" fmla="*/ 4955599 w 7467600"/>
              <a:gd name="connsiteY806" fmla="*/ 247008 h 6858000"/>
              <a:gd name="connsiteX807" fmla="*/ 5210104 w 7467600"/>
              <a:gd name="connsiteY807" fmla="*/ 228123 h 6858000"/>
              <a:gd name="connsiteX808" fmla="*/ 5261015 w 7467600"/>
              <a:gd name="connsiteY808" fmla="*/ 227087 h 6858000"/>
              <a:gd name="connsiteX809" fmla="*/ 5861181 w 7467600"/>
              <a:gd name="connsiteY809" fmla="*/ 143093 h 6858000"/>
              <a:gd name="connsiteX810" fmla="*/ 5961252 w 7467600"/>
              <a:gd name="connsiteY810" fmla="*/ 114820 h 6858000"/>
              <a:gd name="connsiteX811" fmla="*/ 5944437 w 7467600"/>
              <a:gd name="connsiteY811" fmla="*/ 113829 h 6858000"/>
              <a:gd name="connsiteX812" fmla="*/ 3882765 w 7467600"/>
              <a:gd name="connsiteY812" fmla="*/ 0 h 6858000"/>
              <a:gd name="connsiteX813" fmla="*/ 3995099 w 7467600"/>
              <a:gd name="connsiteY813" fmla="*/ 0 h 6858000"/>
              <a:gd name="connsiteX814" fmla="*/ 4163818 w 7467600"/>
              <a:gd name="connsiteY814" fmla="*/ 234104 h 6858000"/>
              <a:gd name="connsiteX815" fmla="*/ 4172099 w 7467600"/>
              <a:gd name="connsiteY815" fmla="*/ 234207 h 6858000"/>
              <a:gd name="connsiteX816" fmla="*/ 4784282 w 7467600"/>
              <a:gd name="connsiteY816" fmla="*/ 276561 h 6858000"/>
              <a:gd name="connsiteX817" fmla="*/ 4801687 w 7467600"/>
              <a:gd name="connsiteY817" fmla="*/ 267764 h 6858000"/>
              <a:gd name="connsiteX818" fmla="*/ 6082788 w 7467600"/>
              <a:gd name="connsiteY818" fmla="*/ 64119 h 6858000"/>
              <a:gd name="connsiteX819" fmla="*/ 6099442 w 7467600"/>
              <a:gd name="connsiteY819" fmla="*/ 82568 h 6858000"/>
              <a:gd name="connsiteX820" fmla="*/ 4804137 w 7467600"/>
              <a:gd name="connsiteY820" fmla="*/ 320931 h 6858000"/>
              <a:gd name="connsiteX821" fmla="*/ 4227047 w 7467600"/>
              <a:gd name="connsiteY821" fmla="*/ 313415 h 6858000"/>
              <a:gd name="connsiteX822" fmla="*/ 4346041 w 7467600"/>
              <a:gd name="connsiteY822" fmla="*/ 456086 h 6858000"/>
              <a:gd name="connsiteX823" fmla="*/ 4870967 w 7467600"/>
              <a:gd name="connsiteY823" fmla="*/ 963061 h 6858000"/>
              <a:gd name="connsiteX824" fmla="*/ 4889647 w 7467600"/>
              <a:gd name="connsiteY824" fmla="*/ 957147 h 6858000"/>
              <a:gd name="connsiteX825" fmla="*/ 5422504 w 7467600"/>
              <a:gd name="connsiteY825" fmla="*/ 805191 h 6858000"/>
              <a:gd name="connsiteX826" fmla="*/ 6087656 w 7467600"/>
              <a:gd name="connsiteY826" fmla="*/ 826703 h 6858000"/>
              <a:gd name="connsiteX827" fmla="*/ 6058717 w 7467600"/>
              <a:gd name="connsiteY827" fmla="*/ 865992 h 6858000"/>
              <a:gd name="connsiteX828" fmla="*/ 4974153 w 7467600"/>
              <a:gd name="connsiteY828" fmla="*/ 1045456 h 6858000"/>
              <a:gd name="connsiteX829" fmla="*/ 5627835 w 7467600"/>
              <a:gd name="connsiteY829" fmla="*/ 1472077 h 6858000"/>
              <a:gd name="connsiteX830" fmla="*/ 5629817 w 7467600"/>
              <a:gd name="connsiteY830" fmla="*/ 1471412 h 6858000"/>
              <a:gd name="connsiteX831" fmla="*/ 5634124 w 7467600"/>
              <a:gd name="connsiteY831" fmla="*/ 1470572 h 6858000"/>
              <a:gd name="connsiteX832" fmla="*/ 5755832 w 7467600"/>
              <a:gd name="connsiteY832" fmla="*/ 1383886 h 6858000"/>
              <a:gd name="connsiteX833" fmla="*/ 6014186 w 7467600"/>
              <a:gd name="connsiteY833" fmla="*/ 1279799 h 6858000"/>
              <a:gd name="connsiteX834" fmla="*/ 6901619 w 7467600"/>
              <a:gd name="connsiteY834" fmla="*/ 1047874 h 6858000"/>
              <a:gd name="connsiteX835" fmla="*/ 6931566 w 7467600"/>
              <a:gd name="connsiteY835" fmla="*/ 1062034 h 6858000"/>
              <a:gd name="connsiteX836" fmla="*/ 5790982 w 7467600"/>
              <a:gd name="connsiteY836" fmla="*/ 1561380 h 6858000"/>
              <a:gd name="connsiteX837" fmla="*/ 6188971 w 7467600"/>
              <a:gd name="connsiteY837" fmla="*/ 1755168 h 6858000"/>
              <a:gd name="connsiteX838" fmla="*/ 6202446 w 7467600"/>
              <a:gd name="connsiteY838" fmla="*/ 1752268 h 6858000"/>
              <a:gd name="connsiteX839" fmla="*/ 7179560 w 7467600"/>
              <a:gd name="connsiteY839" fmla="*/ 1467551 h 6858000"/>
              <a:gd name="connsiteX840" fmla="*/ 7158730 w 7467600"/>
              <a:gd name="connsiteY840" fmla="*/ 1507835 h 6858000"/>
              <a:gd name="connsiteX841" fmla="*/ 6326959 w 7467600"/>
              <a:gd name="connsiteY841" fmla="*/ 1817686 h 6858000"/>
              <a:gd name="connsiteX842" fmla="*/ 6537433 w 7467600"/>
              <a:gd name="connsiteY842" fmla="*/ 1907790 h 6858000"/>
              <a:gd name="connsiteX843" fmla="*/ 6550221 w 7467600"/>
              <a:gd name="connsiteY843" fmla="*/ 1910729 h 6858000"/>
              <a:gd name="connsiteX844" fmla="*/ 6964438 w 7467600"/>
              <a:gd name="connsiteY844" fmla="*/ 2209505 h 6858000"/>
              <a:gd name="connsiteX845" fmla="*/ 7367862 w 7467600"/>
              <a:gd name="connsiteY845" fmla="*/ 2806833 h 6858000"/>
              <a:gd name="connsiteX846" fmla="*/ 7364329 w 7467600"/>
              <a:gd name="connsiteY846" fmla="*/ 2826907 h 6858000"/>
              <a:gd name="connsiteX847" fmla="*/ 7290545 w 7467600"/>
              <a:gd name="connsiteY847" fmla="*/ 2850663 h 6858000"/>
              <a:gd name="connsiteX848" fmla="*/ 6472036 w 7467600"/>
              <a:gd name="connsiteY848" fmla="*/ 1959003 h 6858000"/>
              <a:gd name="connsiteX849" fmla="*/ 5792897 w 7467600"/>
              <a:gd name="connsiteY849" fmla="*/ 1647747 h 6858000"/>
              <a:gd name="connsiteX850" fmla="*/ 5842751 w 7467600"/>
              <a:gd name="connsiteY850" fmla="*/ 1816112 h 6858000"/>
              <a:gd name="connsiteX851" fmla="*/ 5847424 w 7467600"/>
              <a:gd name="connsiteY851" fmla="*/ 1815776 h 6858000"/>
              <a:gd name="connsiteX852" fmla="*/ 6399821 w 7467600"/>
              <a:gd name="connsiteY852" fmla="*/ 2344799 h 6858000"/>
              <a:gd name="connsiteX853" fmla="*/ 6323232 w 7467600"/>
              <a:gd name="connsiteY853" fmla="*/ 2389634 h 6858000"/>
              <a:gd name="connsiteX854" fmla="*/ 5942958 w 7467600"/>
              <a:gd name="connsiteY854" fmla="*/ 2077708 h 6858000"/>
              <a:gd name="connsiteX855" fmla="*/ 5921559 w 7467600"/>
              <a:gd name="connsiteY855" fmla="*/ 2378596 h 6858000"/>
              <a:gd name="connsiteX856" fmla="*/ 5817651 w 7467600"/>
              <a:gd name="connsiteY856" fmla="*/ 3023919 h 6858000"/>
              <a:gd name="connsiteX857" fmla="*/ 5729634 w 7467600"/>
              <a:gd name="connsiteY857" fmla="*/ 3051849 h 6858000"/>
              <a:gd name="connsiteX858" fmla="*/ 5611018 w 7467600"/>
              <a:gd name="connsiteY858" fmla="*/ 2316769 h 6858000"/>
              <a:gd name="connsiteX859" fmla="*/ 5687608 w 7467600"/>
              <a:gd name="connsiteY859" fmla="*/ 2039972 h 6858000"/>
              <a:gd name="connsiteX860" fmla="*/ 5657554 w 7467600"/>
              <a:gd name="connsiteY860" fmla="*/ 1576445 h 6858000"/>
              <a:gd name="connsiteX861" fmla="*/ 5150475 w 7467600"/>
              <a:gd name="connsiteY861" fmla="*/ 1274012 h 6858000"/>
              <a:gd name="connsiteX862" fmla="*/ 5349142 w 7467600"/>
              <a:gd name="connsiteY862" fmla="*/ 2204405 h 6858000"/>
              <a:gd name="connsiteX863" fmla="*/ 5262214 w 7467600"/>
              <a:gd name="connsiteY863" fmla="*/ 2233836 h 6858000"/>
              <a:gd name="connsiteX864" fmla="*/ 4981539 w 7467600"/>
              <a:gd name="connsiteY864" fmla="*/ 1542201 h 6858000"/>
              <a:gd name="connsiteX865" fmla="*/ 4958461 w 7467600"/>
              <a:gd name="connsiteY865" fmla="*/ 1136957 h 6858000"/>
              <a:gd name="connsiteX866" fmla="*/ 4655015 w 7467600"/>
              <a:gd name="connsiteY866" fmla="*/ 891426 h 6858000"/>
              <a:gd name="connsiteX867" fmla="*/ 4348002 w 7467600"/>
              <a:gd name="connsiteY867" fmla="*/ 2205895 h 6858000"/>
              <a:gd name="connsiteX868" fmla="*/ 4262250 w 7467600"/>
              <a:gd name="connsiteY868" fmla="*/ 2219972 h 6858000"/>
              <a:gd name="connsiteX869" fmla="*/ 4550611 w 7467600"/>
              <a:gd name="connsiteY869" fmla="*/ 817540 h 6858000"/>
              <a:gd name="connsiteX870" fmla="*/ 4564418 w 7467600"/>
              <a:gd name="connsiteY870" fmla="*/ 808293 h 6858000"/>
              <a:gd name="connsiteX871" fmla="*/ 4266388 w 7467600"/>
              <a:gd name="connsiteY871" fmla="*/ 500083 h 6858000"/>
              <a:gd name="connsiteX872" fmla="*/ 4032842 w 7467600"/>
              <a:gd name="connsiteY872" fmla="*/ 211809 h 6858000"/>
              <a:gd name="connsiteX873" fmla="*/ 3882765 w 7467600"/>
              <a:gd name="connsiteY873" fmla="*/ 0 h 6858000"/>
              <a:gd name="connsiteX874" fmla="*/ 3721337 w 7467600"/>
              <a:gd name="connsiteY874" fmla="*/ 0 h 6858000"/>
              <a:gd name="connsiteX875" fmla="*/ 3797544 w 7467600"/>
              <a:gd name="connsiteY875" fmla="*/ 0 h 6858000"/>
              <a:gd name="connsiteX876" fmla="*/ 3775734 w 7467600"/>
              <a:gd name="connsiteY876" fmla="*/ 95131 h 6858000"/>
              <a:gd name="connsiteX877" fmla="*/ 3724807 w 7467600"/>
              <a:gd name="connsiteY877" fmla="*/ 272257 h 6858000"/>
              <a:gd name="connsiteX878" fmla="*/ 3726844 w 7467600"/>
              <a:gd name="connsiteY878" fmla="*/ 282988 h 6858000"/>
              <a:gd name="connsiteX879" fmla="*/ 3742664 w 7467600"/>
              <a:gd name="connsiteY879" fmla="*/ 279918 h 6858000"/>
              <a:gd name="connsiteX880" fmla="*/ 4103910 w 7467600"/>
              <a:gd name="connsiteY880" fmla="*/ 1161917 h 6858000"/>
              <a:gd name="connsiteX881" fmla="*/ 4020269 w 7467600"/>
              <a:gd name="connsiteY881" fmla="*/ 1200406 h 6858000"/>
              <a:gd name="connsiteX882" fmla="*/ 3674882 w 7467600"/>
              <a:gd name="connsiteY882" fmla="*/ 488524 h 6858000"/>
              <a:gd name="connsiteX883" fmla="*/ 3132682 w 7467600"/>
              <a:gd name="connsiteY883" fmla="*/ 1072284 h 6858000"/>
              <a:gd name="connsiteX884" fmla="*/ 2716346 w 7467600"/>
              <a:gd name="connsiteY884" fmla="*/ 1276376 h 6858000"/>
              <a:gd name="connsiteX885" fmla="*/ 2716772 w 7467600"/>
              <a:gd name="connsiteY885" fmla="*/ 1255462 h 6858000"/>
              <a:gd name="connsiteX886" fmla="*/ 3471096 w 7467600"/>
              <a:gd name="connsiteY886" fmla="*/ 437072 h 6858000"/>
              <a:gd name="connsiteX887" fmla="*/ 3639057 w 7467600"/>
              <a:gd name="connsiteY887" fmla="*/ 286334 h 6858000"/>
              <a:gd name="connsiteX888" fmla="*/ 3640309 w 7467600"/>
              <a:gd name="connsiteY888" fmla="*/ 284664 h 6858000"/>
              <a:gd name="connsiteX889" fmla="*/ 3646022 w 7467600"/>
              <a:gd name="connsiteY889" fmla="*/ 276711 h 6858000"/>
              <a:gd name="connsiteX890" fmla="*/ 3707943 w 7467600"/>
              <a:gd name="connsiteY890" fmla="*/ 65958 h 6858000"/>
              <a:gd name="connsiteX891" fmla="*/ 3721337 w 7467600"/>
              <a:gd name="connsiteY891" fmla="*/ 0 h 6858000"/>
              <a:gd name="connsiteX892" fmla="*/ 2867960 w 7467600"/>
              <a:gd name="connsiteY892" fmla="*/ 0 h 6858000"/>
              <a:gd name="connsiteX893" fmla="*/ 2926351 w 7467600"/>
              <a:gd name="connsiteY893" fmla="*/ 0 h 6858000"/>
              <a:gd name="connsiteX894" fmla="*/ 2902823 w 7467600"/>
              <a:gd name="connsiteY894" fmla="*/ 262929 h 6858000"/>
              <a:gd name="connsiteX895" fmla="*/ 2940663 w 7467600"/>
              <a:gd name="connsiteY895" fmla="*/ 140884 h 6858000"/>
              <a:gd name="connsiteX896" fmla="*/ 2947039 w 7467600"/>
              <a:gd name="connsiteY896" fmla="*/ 122524 h 6858000"/>
              <a:gd name="connsiteX897" fmla="*/ 2984316 w 7467600"/>
              <a:gd name="connsiteY897" fmla="*/ 0 h 6858000"/>
              <a:gd name="connsiteX898" fmla="*/ 3016114 w 7467600"/>
              <a:gd name="connsiteY898" fmla="*/ 0 h 6858000"/>
              <a:gd name="connsiteX899" fmla="*/ 2979949 w 7467600"/>
              <a:gd name="connsiteY899" fmla="*/ 119274 h 6858000"/>
              <a:gd name="connsiteX900" fmla="*/ 3023879 w 7467600"/>
              <a:gd name="connsiteY900" fmla="*/ 0 h 6858000"/>
              <a:gd name="connsiteX901" fmla="*/ 3105400 w 7467600"/>
              <a:gd name="connsiteY901" fmla="*/ 0 h 6858000"/>
              <a:gd name="connsiteX902" fmla="*/ 3094669 w 7467600"/>
              <a:gd name="connsiteY902" fmla="*/ 30308 h 6858000"/>
              <a:gd name="connsiteX903" fmla="*/ 2901945 w 7467600"/>
              <a:gd name="connsiteY903" fmla="*/ 466538 h 6858000"/>
              <a:gd name="connsiteX904" fmla="*/ 2815209 w 7467600"/>
              <a:gd name="connsiteY904" fmla="*/ 497361 h 6858000"/>
              <a:gd name="connsiteX905" fmla="*/ 2844845 w 7467600"/>
              <a:gd name="connsiteY905" fmla="*/ 127638 h 6858000"/>
              <a:gd name="connsiteX906" fmla="*/ 2867960 w 7467600"/>
              <a:gd name="connsiteY906" fmla="*/ 0 h 6858000"/>
              <a:gd name="connsiteX907" fmla="*/ 1057230 w 7467600"/>
              <a:gd name="connsiteY907" fmla="*/ 0 h 6858000"/>
              <a:gd name="connsiteX908" fmla="*/ 1111003 w 7467600"/>
              <a:gd name="connsiteY908" fmla="*/ 0 h 6858000"/>
              <a:gd name="connsiteX909" fmla="*/ 1125553 w 7467600"/>
              <a:gd name="connsiteY909" fmla="*/ 52588 h 6858000"/>
              <a:gd name="connsiteX910" fmla="*/ 1304276 w 7467600"/>
              <a:gd name="connsiteY910" fmla="*/ 476275 h 6858000"/>
              <a:gd name="connsiteX911" fmla="*/ 1492066 w 7467600"/>
              <a:gd name="connsiteY911" fmla="*/ 886333 h 6858000"/>
              <a:gd name="connsiteX912" fmla="*/ 1423698 w 7467600"/>
              <a:gd name="connsiteY912" fmla="*/ 710817 h 6858000"/>
              <a:gd name="connsiteX913" fmla="*/ 1357609 w 7467600"/>
              <a:gd name="connsiteY913" fmla="*/ 532892 h 6858000"/>
              <a:gd name="connsiteX914" fmla="*/ 1309550 w 7467600"/>
              <a:gd name="connsiteY914" fmla="*/ 374031 h 6858000"/>
              <a:gd name="connsiteX915" fmla="*/ 1193673 w 7467600"/>
              <a:gd name="connsiteY915" fmla="*/ 49533 h 6858000"/>
              <a:gd name="connsiteX916" fmla="*/ 1164391 w 7467600"/>
              <a:gd name="connsiteY916" fmla="*/ 0 h 6858000"/>
              <a:gd name="connsiteX917" fmla="*/ 1200666 w 7467600"/>
              <a:gd name="connsiteY917" fmla="*/ 0 h 6858000"/>
              <a:gd name="connsiteX918" fmla="*/ 1223408 w 7467600"/>
              <a:gd name="connsiteY918" fmla="*/ 38996 h 6858000"/>
              <a:gd name="connsiteX919" fmla="*/ 1339635 w 7467600"/>
              <a:gd name="connsiteY919" fmla="*/ 365517 h 6858000"/>
              <a:gd name="connsiteX920" fmla="*/ 1387469 w 7467600"/>
              <a:gd name="connsiteY920" fmla="*/ 523079 h 6858000"/>
              <a:gd name="connsiteX921" fmla="*/ 1452685 w 7467600"/>
              <a:gd name="connsiteY921" fmla="*/ 699806 h 6858000"/>
              <a:gd name="connsiteX922" fmla="*/ 1492092 w 7467600"/>
              <a:gd name="connsiteY922" fmla="*/ 800424 h 6858000"/>
              <a:gd name="connsiteX923" fmla="*/ 1455302 w 7467600"/>
              <a:gd name="connsiteY923" fmla="*/ 632913 h 6858000"/>
              <a:gd name="connsiteX924" fmla="*/ 1222336 w 7467600"/>
              <a:gd name="connsiteY924" fmla="*/ 9480 h 6858000"/>
              <a:gd name="connsiteX925" fmla="*/ 1214634 w 7467600"/>
              <a:gd name="connsiteY925" fmla="*/ 0 h 6858000"/>
              <a:gd name="connsiteX926" fmla="*/ 1289827 w 7467600"/>
              <a:gd name="connsiteY926" fmla="*/ 0 h 6858000"/>
              <a:gd name="connsiteX927" fmla="*/ 1321076 w 7467600"/>
              <a:gd name="connsiteY927" fmla="*/ 59722 h 6858000"/>
              <a:gd name="connsiteX928" fmla="*/ 1512579 w 7467600"/>
              <a:gd name="connsiteY928" fmla="*/ 626441 h 6858000"/>
              <a:gd name="connsiteX929" fmla="*/ 1506076 w 7467600"/>
              <a:gd name="connsiteY929" fmla="*/ 1089289 h 6858000"/>
              <a:gd name="connsiteX930" fmla="*/ 1486346 w 7467600"/>
              <a:gd name="connsiteY930" fmla="*/ 1079919 h 6858000"/>
              <a:gd name="connsiteX931" fmla="*/ 1070511 w 7467600"/>
              <a:gd name="connsiteY931" fmla="*/ 48609 h 6858000"/>
              <a:gd name="connsiteX932" fmla="*/ 1057230 w 7467600"/>
              <a:gd name="connsiteY932" fmla="*/ 0 h 6858000"/>
              <a:gd name="connsiteX933" fmla="*/ 43151 w 7467600"/>
              <a:gd name="connsiteY933" fmla="*/ 0 h 6858000"/>
              <a:gd name="connsiteX934" fmla="*/ 95283 w 7467600"/>
              <a:gd name="connsiteY934" fmla="*/ 0 h 6858000"/>
              <a:gd name="connsiteX935" fmla="*/ 300708 w 7467600"/>
              <a:gd name="connsiteY935" fmla="*/ 154571 h 6858000"/>
              <a:gd name="connsiteX936" fmla="*/ 530414 w 7467600"/>
              <a:gd name="connsiteY936" fmla="*/ 354673 h 6858000"/>
              <a:gd name="connsiteX937" fmla="*/ 333785 w 7467600"/>
              <a:gd name="connsiteY937" fmla="*/ 161564 h 6858000"/>
              <a:gd name="connsiteX938" fmla="*/ 147005 w 7467600"/>
              <a:gd name="connsiteY938" fmla="*/ 0 h 6858000"/>
              <a:gd name="connsiteX939" fmla="*/ 272509 w 7467600"/>
              <a:gd name="connsiteY939" fmla="*/ 0 h 6858000"/>
              <a:gd name="connsiteX940" fmla="*/ 326276 w 7467600"/>
              <a:gd name="connsiteY940" fmla="*/ 45847 h 6858000"/>
              <a:gd name="connsiteX941" fmla="*/ 823759 w 7467600"/>
              <a:gd name="connsiteY941" fmla="*/ 574145 h 6858000"/>
              <a:gd name="connsiteX942" fmla="*/ 811254 w 7467600"/>
              <a:gd name="connsiteY942" fmla="*/ 665546 h 6858000"/>
              <a:gd name="connsiteX943" fmla="*/ 154042 w 7467600"/>
              <a:gd name="connsiteY943" fmla="*/ 261522 h 6858000"/>
              <a:gd name="connsiteX944" fmla="*/ 13550 w 7467600"/>
              <a:gd name="connsiteY944" fmla="*/ 158423 h 6858000"/>
              <a:gd name="connsiteX945" fmla="*/ 0 w 7467600"/>
              <a:gd name="connsiteY945" fmla="*/ 146618 h 6858000"/>
              <a:gd name="connsiteX946" fmla="*/ 0 w 7467600"/>
              <a:gd name="connsiteY946" fmla="*/ 59161 h 6858000"/>
              <a:gd name="connsiteX947" fmla="*/ 45427 w 7467600"/>
              <a:gd name="connsiteY947" fmla="*/ 101078 h 6858000"/>
              <a:gd name="connsiteX948" fmla="*/ 630103 w 7467600"/>
              <a:gd name="connsiteY948" fmla="*/ 485885 h 6858000"/>
              <a:gd name="connsiteX949" fmla="*/ 532040 w 7467600"/>
              <a:gd name="connsiteY949" fmla="*/ 399359 h 6858000"/>
              <a:gd name="connsiteX950" fmla="*/ 517618 w 7467600"/>
              <a:gd name="connsiteY950" fmla="*/ 385726 h 6858000"/>
              <a:gd name="connsiteX951" fmla="*/ 285074 w 7467600"/>
              <a:gd name="connsiteY951" fmla="*/ 182755 h 6858000"/>
              <a:gd name="connsiteX952" fmla="*/ 43151 w 7467600"/>
              <a:gd name="connsiteY95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1019354 w 7467600"/>
              <a:gd name="connsiteY20" fmla="*/ 6315006 h 6858000"/>
              <a:gd name="connsiteX21" fmla="*/ 441046 w 7467600"/>
              <a:gd name="connsiteY21" fmla="*/ 6691153 h 6858000"/>
              <a:gd name="connsiteX22" fmla="*/ 1019354 w 7467600"/>
              <a:gd name="connsiteY22" fmla="*/ 6315006 h 6858000"/>
              <a:gd name="connsiteX23" fmla="*/ 991680 w 7467600"/>
              <a:gd name="connsiteY23" fmla="*/ 6298413 h 6858000"/>
              <a:gd name="connsiteX24" fmla="*/ 409060 w 7467600"/>
              <a:gd name="connsiteY24" fmla="*/ 6671470 h 6858000"/>
              <a:gd name="connsiteX25" fmla="*/ 991680 w 7467600"/>
              <a:gd name="connsiteY25" fmla="*/ 6298413 h 6858000"/>
              <a:gd name="connsiteX26" fmla="*/ 103333 w 7467600"/>
              <a:gd name="connsiteY26" fmla="*/ 5699602 h 6858000"/>
              <a:gd name="connsiteX27" fmla="*/ 233938 w 7467600"/>
              <a:gd name="connsiteY27" fmla="*/ 5809416 h 6858000"/>
              <a:gd name="connsiteX28" fmla="*/ 883580 w 7467600"/>
              <a:gd name="connsiteY28" fmla="*/ 6180710 h 6858000"/>
              <a:gd name="connsiteX29" fmla="*/ 487337 w 7467600"/>
              <a:gd name="connsiteY29" fmla="*/ 5950182 h 6858000"/>
              <a:gd name="connsiteX30" fmla="*/ 354051 w 7467600"/>
              <a:gd name="connsiteY30" fmla="*/ 5854912 h 6858000"/>
              <a:gd name="connsiteX31" fmla="*/ 195436 w 7467600"/>
              <a:gd name="connsiteY31" fmla="*/ 5755068 h 6858000"/>
              <a:gd name="connsiteX32" fmla="*/ 103333 w 7467600"/>
              <a:gd name="connsiteY32" fmla="*/ 5699602 h 6858000"/>
              <a:gd name="connsiteX33" fmla="*/ 5539432 w 7467600"/>
              <a:gd name="connsiteY33" fmla="*/ 5642928 h 6858000"/>
              <a:gd name="connsiteX34" fmla="*/ 5555462 w 7467600"/>
              <a:gd name="connsiteY34" fmla="*/ 5694454 h 6858000"/>
              <a:gd name="connsiteX35" fmla="*/ 5828270 w 7467600"/>
              <a:gd name="connsiteY35" fmla="*/ 6320663 h 6858000"/>
              <a:gd name="connsiteX36" fmla="*/ 5947416 w 7467600"/>
              <a:gd name="connsiteY36" fmla="*/ 6574846 h 6858000"/>
              <a:gd name="connsiteX37" fmla="*/ 5539432 w 7467600"/>
              <a:gd name="connsiteY37" fmla="*/ 5642928 h 6858000"/>
              <a:gd name="connsiteX38" fmla="*/ 51253 w 7467600"/>
              <a:gd name="connsiteY38" fmla="*/ 5631825 h 6858000"/>
              <a:gd name="connsiteX39" fmla="*/ 211622 w 7467600"/>
              <a:gd name="connsiteY39" fmla="*/ 5728803 h 6858000"/>
              <a:gd name="connsiteX40" fmla="*/ 371652 w 7467600"/>
              <a:gd name="connsiteY40" fmla="*/ 5829062 h 6858000"/>
              <a:gd name="connsiteX41" fmla="*/ 505903 w 7467600"/>
              <a:gd name="connsiteY41" fmla="*/ 5925221 h 6858000"/>
              <a:gd name="connsiteX42" fmla="*/ 899240 w 7467600"/>
              <a:gd name="connsiteY42" fmla="*/ 6153068 h 6858000"/>
              <a:gd name="connsiteX43" fmla="*/ 988114 w 7467600"/>
              <a:gd name="connsiteY43" fmla="*/ 6174204 h 6858000"/>
              <a:gd name="connsiteX44" fmla="*/ 845971 w 7467600"/>
              <a:gd name="connsiteY44" fmla="*/ 6067177 h 6858000"/>
              <a:gd name="connsiteX45" fmla="*/ 448057 w 7467600"/>
              <a:gd name="connsiteY45" fmla="*/ 5841376 h 6858000"/>
              <a:gd name="connsiteX46" fmla="*/ 51253 w 7467600"/>
              <a:gd name="connsiteY46" fmla="*/ 5631825 h 6858000"/>
              <a:gd name="connsiteX47" fmla="*/ 2606687 w 7467600"/>
              <a:gd name="connsiteY47" fmla="*/ 5630718 h 6858000"/>
              <a:gd name="connsiteX48" fmla="*/ 2645658 w 7467600"/>
              <a:gd name="connsiteY48" fmla="*/ 6640259 h 6858000"/>
              <a:gd name="connsiteX49" fmla="*/ 2606687 w 7467600"/>
              <a:gd name="connsiteY49" fmla="*/ 5630718 h 6858000"/>
              <a:gd name="connsiteX50" fmla="*/ 3642057 w 7467600"/>
              <a:gd name="connsiteY50" fmla="*/ 5573487 h 6858000"/>
              <a:gd name="connsiteX51" fmla="*/ 3632981 w 7467600"/>
              <a:gd name="connsiteY51" fmla="*/ 5579437 h 6858000"/>
              <a:gd name="connsiteX52" fmla="*/ 3382436 w 7467600"/>
              <a:gd name="connsiteY52" fmla="*/ 5952726 h 6858000"/>
              <a:gd name="connsiteX53" fmla="*/ 3191929 w 7467600"/>
              <a:gd name="connsiteY53" fmla="*/ 6662669 h 6858000"/>
              <a:gd name="connsiteX54" fmla="*/ 3369898 w 7467600"/>
              <a:gd name="connsiteY54" fmla="*/ 6081771 h 6858000"/>
              <a:gd name="connsiteX55" fmla="*/ 3642057 w 7467600"/>
              <a:gd name="connsiteY55" fmla="*/ 5573487 h 6858000"/>
              <a:gd name="connsiteX56" fmla="*/ 2650666 w 7467600"/>
              <a:gd name="connsiteY56" fmla="*/ 5530686 h 6858000"/>
              <a:gd name="connsiteX57" fmla="*/ 2650249 w 7467600"/>
              <a:gd name="connsiteY57" fmla="*/ 5532101 h 6858000"/>
              <a:gd name="connsiteX58" fmla="*/ 2663808 w 7467600"/>
              <a:gd name="connsiteY58" fmla="*/ 6535215 h 6858000"/>
              <a:gd name="connsiteX59" fmla="*/ 2665418 w 7467600"/>
              <a:gd name="connsiteY59" fmla="*/ 6132756 h 6858000"/>
              <a:gd name="connsiteX60" fmla="*/ 2650666 w 7467600"/>
              <a:gd name="connsiteY60" fmla="*/ 5530686 h 6858000"/>
              <a:gd name="connsiteX61" fmla="*/ 2680277 w 7467600"/>
              <a:gd name="connsiteY61" fmla="*/ 5479204 h 6858000"/>
              <a:gd name="connsiteX62" fmla="*/ 2678972 w 7467600"/>
              <a:gd name="connsiteY62" fmla="*/ 5481582 h 6858000"/>
              <a:gd name="connsiteX63" fmla="*/ 2696666 w 7467600"/>
              <a:gd name="connsiteY63" fmla="*/ 6133836 h 6858000"/>
              <a:gd name="connsiteX64" fmla="*/ 2695769 w 7467600"/>
              <a:gd name="connsiteY64" fmla="*/ 6390955 h 6858000"/>
              <a:gd name="connsiteX65" fmla="*/ 2739893 w 7467600"/>
              <a:gd name="connsiteY65" fmla="*/ 6108357 h 6858000"/>
              <a:gd name="connsiteX66" fmla="*/ 2680277 w 7467600"/>
              <a:gd name="connsiteY66" fmla="*/ 5479204 h 6858000"/>
              <a:gd name="connsiteX67" fmla="*/ 1132195 w 7467600"/>
              <a:gd name="connsiteY67" fmla="*/ 5467980 h 6858000"/>
              <a:gd name="connsiteX68" fmla="*/ 1679056 w 7467600"/>
              <a:gd name="connsiteY68" fmla="*/ 5516907 h 6858000"/>
              <a:gd name="connsiteX69" fmla="*/ 2128648 w 7467600"/>
              <a:gd name="connsiteY69" fmla="*/ 5474249 h 6858000"/>
              <a:gd name="connsiteX70" fmla="*/ 1825619 w 7467600"/>
              <a:gd name="connsiteY70" fmla="*/ 5478447 h 6858000"/>
              <a:gd name="connsiteX71" fmla="*/ 1737798 w 7467600"/>
              <a:gd name="connsiteY71" fmla="*/ 5483353 h 6858000"/>
              <a:gd name="connsiteX72" fmla="*/ 1132195 w 7467600"/>
              <a:gd name="connsiteY72" fmla="*/ 5467980 h 6858000"/>
              <a:gd name="connsiteX73" fmla="*/ 1456157 w 7467600"/>
              <a:gd name="connsiteY73" fmla="*/ 5371404 h 6858000"/>
              <a:gd name="connsiteX74" fmla="*/ 1244432 w 7467600"/>
              <a:gd name="connsiteY74" fmla="*/ 5385601 h 6858000"/>
              <a:gd name="connsiteX75" fmla="*/ 973990 w 7467600"/>
              <a:gd name="connsiteY75" fmla="*/ 5424940 h 6858000"/>
              <a:gd name="connsiteX76" fmla="*/ 1103809 w 7467600"/>
              <a:gd name="connsiteY76" fmla="*/ 5433720 h 6858000"/>
              <a:gd name="connsiteX77" fmla="*/ 1123454 w 7467600"/>
              <a:gd name="connsiteY77" fmla="*/ 5435727 h 6858000"/>
              <a:gd name="connsiteX78" fmla="*/ 1737017 w 7467600"/>
              <a:gd name="connsiteY78" fmla="*/ 5452183 h 6858000"/>
              <a:gd name="connsiteX79" fmla="*/ 1824397 w 7467600"/>
              <a:gd name="connsiteY79" fmla="*/ 5447757 h 6858000"/>
              <a:gd name="connsiteX80" fmla="*/ 2070059 w 7467600"/>
              <a:gd name="connsiteY80" fmla="*/ 5441660 h 6858000"/>
              <a:gd name="connsiteX81" fmla="*/ 1456157 w 7467600"/>
              <a:gd name="connsiteY81" fmla="*/ 5371404 h 6858000"/>
              <a:gd name="connsiteX82" fmla="*/ 4988186 w 7467600"/>
              <a:gd name="connsiteY82" fmla="*/ 5216467 h 6858000"/>
              <a:gd name="connsiteX83" fmla="*/ 4777334 w 7467600"/>
              <a:gd name="connsiteY83" fmla="*/ 5406072 h 6858000"/>
              <a:gd name="connsiteX84" fmla="*/ 4718341 w 7467600"/>
              <a:gd name="connsiteY84" fmla="*/ 5468043 h 6858000"/>
              <a:gd name="connsiteX85" fmla="*/ 4604655 w 7467600"/>
              <a:gd name="connsiteY85" fmla="*/ 5583434 h 6858000"/>
              <a:gd name="connsiteX86" fmla="*/ 4565074 w 7467600"/>
              <a:gd name="connsiteY86" fmla="*/ 5618550 h 6858000"/>
              <a:gd name="connsiteX87" fmla="*/ 4988186 w 7467600"/>
              <a:gd name="connsiteY87" fmla="*/ 5216467 h 6858000"/>
              <a:gd name="connsiteX88" fmla="*/ 4978032 w 7467600"/>
              <a:gd name="connsiteY88" fmla="*/ 5183809 h 6858000"/>
              <a:gd name="connsiteX89" fmla="*/ 4463413 w 7467600"/>
              <a:gd name="connsiteY89" fmla="*/ 5615162 h 6858000"/>
              <a:gd name="connsiteX90" fmla="*/ 4358134 w 7467600"/>
              <a:gd name="connsiteY90" fmla="*/ 5742791 h 6858000"/>
              <a:gd name="connsiteX91" fmla="*/ 4376219 w 7467600"/>
              <a:gd name="connsiteY91" fmla="*/ 5729027 h 6858000"/>
              <a:gd name="connsiteX92" fmla="*/ 4582340 w 7467600"/>
              <a:gd name="connsiteY92" fmla="*/ 5561037 h 6858000"/>
              <a:gd name="connsiteX93" fmla="*/ 4694684 w 7467600"/>
              <a:gd name="connsiteY93" fmla="*/ 5447098 h 6858000"/>
              <a:gd name="connsiteX94" fmla="*/ 4754123 w 7467600"/>
              <a:gd name="connsiteY94" fmla="*/ 5384643 h 6858000"/>
              <a:gd name="connsiteX95" fmla="*/ 4978032 w 7467600"/>
              <a:gd name="connsiteY95" fmla="*/ 5183809 h 6858000"/>
              <a:gd name="connsiteX96" fmla="*/ 1903353 w 7467600"/>
              <a:gd name="connsiteY96" fmla="*/ 5044827 h 6858000"/>
              <a:gd name="connsiteX97" fmla="*/ 1936931 w 7467600"/>
              <a:gd name="connsiteY97" fmla="*/ 5093954 h 6858000"/>
              <a:gd name="connsiteX98" fmla="*/ 2195868 w 7467600"/>
              <a:gd name="connsiteY98" fmla="*/ 5396574 h 6858000"/>
              <a:gd name="connsiteX99" fmla="*/ 2088852 w 7467600"/>
              <a:gd name="connsiteY99" fmla="*/ 5166123 h 6858000"/>
              <a:gd name="connsiteX100" fmla="*/ 1958241 w 7467600"/>
              <a:gd name="connsiteY100" fmla="*/ 5067955 h 6858000"/>
              <a:gd name="connsiteX101" fmla="*/ 1903353 w 7467600"/>
              <a:gd name="connsiteY101" fmla="*/ 5044827 h 6858000"/>
              <a:gd name="connsiteX102" fmla="*/ 1979378 w 7467600"/>
              <a:gd name="connsiteY102" fmla="*/ 4769504 h 6858000"/>
              <a:gd name="connsiteX103" fmla="*/ 2882120 w 7467600"/>
              <a:gd name="connsiteY103" fmla="*/ 5064547 h 6858000"/>
              <a:gd name="connsiteX104" fmla="*/ 2793103 w 7467600"/>
              <a:gd name="connsiteY104" fmla="*/ 5039699 h 6858000"/>
              <a:gd name="connsiteX105" fmla="*/ 2770041 w 7467600"/>
              <a:gd name="connsiteY105" fmla="*/ 5033634 h 6858000"/>
              <a:gd name="connsiteX106" fmla="*/ 1979378 w 7467600"/>
              <a:gd name="connsiteY106" fmla="*/ 4769504 h 6858000"/>
              <a:gd name="connsiteX107" fmla="*/ 1927410 w 7467600"/>
              <a:gd name="connsiteY107" fmla="*/ 4716164 h 6858000"/>
              <a:gd name="connsiteX108" fmla="*/ 1959587 w 7467600"/>
              <a:gd name="connsiteY108" fmla="*/ 4728849 h 6858000"/>
              <a:gd name="connsiteX109" fmla="*/ 2777707 w 7467600"/>
              <a:gd name="connsiteY109" fmla="*/ 5003991 h 6858000"/>
              <a:gd name="connsiteX110" fmla="*/ 2800768 w 7467600"/>
              <a:gd name="connsiteY110" fmla="*/ 5010056 h 6858000"/>
              <a:gd name="connsiteX111" fmla="*/ 2879408 w 7467600"/>
              <a:gd name="connsiteY111" fmla="*/ 5031590 h 6858000"/>
              <a:gd name="connsiteX112" fmla="*/ 2862295 w 7467600"/>
              <a:gd name="connsiteY112" fmla="*/ 5022958 h 6858000"/>
              <a:gd name="connsiteX113" fmla="*/ 2813343 w 7467600"/>
              <a:gd name="connsiteY113" fmla="*/ 4998369 h 6858000"/>
              <a:gd name="connsiteX114" fmla="*/ 2646245 w 7467600"/>
              <a:gd name="connsiteY114" fmla="*/ 4930999 h 6858000"/>
              <a:gd name="connsiteX115" fmla="*/ 1999243 w 7467600"/>
              <a:gd name="connsiteY115" fmla="*/ 4730524 h 6858000"/>
              <a:gd name="connsiteX116" fmla="*/ 1979527 w 7467600"/>
              <a:gd name="connsiteY116" fmla="*/ 4726651 h 6858000"/>
              <a:gd name="connsiteX117" fmla="*/ 1927410 w 7467600"/>
              <a:gd name="connsiteY117" fmla="*/ 4716164 h 6858000"/>
              <a:gd name="connsiteX118" fmla="*/ 1997014 w 7467600"/>
              <a:gd name="connsiteY118" fmla="*/ 4698007 h 6858000"/>
              <a:gd name="connsiteX119" fmla="*/ 2005458 w 7467600"/>
              <a:gd name="connsiteY119" fmla="*/ 4699540 h 6858000"/>
              <a:gd name="connsiteX120" fmla="*/ 2657186 w 7467600"/>
              <a:gd name="connsiteY120" fmla="*/ 4901687 h 6858000"/>
              <a:gd name="connsiteX121" fmla="*/ 2826662 w 7467600"/>
              <a:gd name="connsiteY121" fmla="*/ 4970362 h 6858000"/>
              <a:gd name="connsiteX122" fmla="*/ 2876100 w 7467600"/>
              <a:gd name="connsiteY122" fmla="*/ 4995397 h 6858000"/>
              <a:gd name="connsiteX123" fmla="*/ 3042600 w 7467600"/>
              <a:gd name="connsiteY123" fmla="*/ 5059532 h 6858000"/>
              <a:gd name="connsiteX124" fmla="*/ 1997014 w 7467600"/>
              <a:gd name="connsiteY124" fmla="*/ 4698007 h 6858000"/>
              <a:gd name="connsiteX125" fmla="*/ 2305292 w 7467600"/>
              <a:gd name="connsiteY125" fmla="*/ 4219492 h 6858000"/>
              <a:gd name="connsiteX126" fmla="*/ 3360922 w 7467600"/>
              <a:gd name="connsiteY126" fmla="*/ 4529373 h 6858000"/>
              <a:gd name="connsiteX127" fmla="*/ 3492420 w 7467600"/>
              <a:gd name="connsiteY127" fmla="*/ 4510145 h 6858000"/>
              <a:gd name="connsiteX128" fmla="*/ 3364086 w 7467600"/>
              <a:gd name="connsiteY128" fmla="*/ 4480340 h 6858000"/>
              <a:gd name="connsiteX129" fmla="*/ 3225818 w 7467600"/>
              <a:gd name="connsiteY129" fmla="*/ 4411822 h 6858000"/>
              <a:gd name="connsiteX130" fmla="*/ 3129696 w 7467600"/>
              <a:gd name="connsiteY130" fmla="*/ 4360704 h 6858000"/>
              <a:gd name="connsiteX131" fmla="*/ 2814545 w 7467600"/>
              <a:gd name="connsiteY131" fmla="*/ 4282955 h 6858000"/>
              <a:gd name="connsiteX132" fmla="*/ 2305292 w 7467600"/>
              <a:gd name="connsiteY132" fmla="*/ 4219492 h 6858000"/>
              <a:gd name="connsiteX133" fmla="*/ 2626982 w 7467600"/>
              <a:gd name="connsiteY133" fmla="*/ 4206450 h 6858000"/>
              <a:gd name="connsiteX134" fmla="*/ 2490617 w 7467600"/>
              <a:gd name="connsiteY134" fmla="*/ 4206951 h 6858000"/>
              <a:gd name="connsiteX135" fmla="*/ 2819869 w 7467600"/>
              <a:gd name="connsiteY135" fmla="*/ 4252936 h 6858000"/>
              <a:gd name="connsiteX136" fmla="*/ 3143018 w 7467600"/>
              <a:gd name="connsiteY136" fmla="*/ 4332698 h 6858000"/>
              <a:gd name="connsiteX137" fmla="*/ 3241520 w 7467600"/>
              <a:gd name="connsiteY137" fmla="*/ 4385112 h 6858000"/>
              <a:gd name="connsiteX138" fmla="*/ 3374575 w 7467600"/>
              <a:gd name="connsiteY138" fmla="*/ 4451517 h 6858000"/>
              <a:gd name="connsiteX139" fmla="*/ 3505221 w 7467600"/>
              <a:gd name="connsiteY139" fmla="*/ 4480757 h 6858000"/>
              <a:gd name="connsiteX140" fmla="*/ 2626982 w 7467600"/>
              <a:gd name="connsiteY140" fmla="*/ 4206450 h 6858000"/>
              <a:gd name="connsiteX141" fmla="*/ 1310106 w 7467600"/>
              <a:gd name="connsiteY141" fmla="*/ 3943217 h 6858000"/>
              <a:gd name="connsiteX142" fmla="*/ 854994 w 7467600"/>
              <a:gd name="connsiteY142" fmla="*/ 4399136 h 6858000"/>
              <a:gd name="connsiteX143" fmla="*/ 742462 w 7467600"/>
              <a:gd name="connsiteY143" fmla="*/ 4594648 h 6858000"/>
              <a:gd name="connsiteX144" fmla="*/ 820602 w 7467600"/>
              <a:gd name="connsiteY144" fmla="*/ 4485915 h 6858000"/>
              <a:gd name="connsiteX145" fmla="*/ 878295 w 7467600"/>
              <a:gd name="connsiteY145" fmla="*/ 4403594 h 6858000"/>
              <a:gd name="connsiteX146" fmla="*/ 1240607 w 7467600"/>
              <a:gd name="connsiteY146" fmla="*/ 4010401 h 6858000"/>
              <a:gd name="connsiteX147" fmla="*/ 1310106 w 7467600"/>
              <a:gd name="connsiteY147" fmla="*/ 3943217 h 6858000"/>
              <a:gd name="connsiteX148" fmla="*/ 1423113 w 7467600"/>
              <a:gd name="connsiteY148" fmla="*/ 3874565 h 6858000"/>
              <a:gd name="connsiteX149" fmla="*/ 1260565 w 7467600"/>
              <a:gd name="connsiteY149" fmla="*/ 4031982 h 6858000"/>
              <a:gd name="connsiteX150" fmla="*/ 901900 w 7467600"/>
              <a:gd name="connsiteY150" fmla="*/ 4421236 h 6858000"/>
              <a:gd name="connsiteX151" fmla="*/ 845044 w 7467600"/>
              <a:gd name="connsiteY151" fmla="*/ 4502436 h 6858000"/>
              <a:gd name="connsiteX152" fmla="*/ 685926 w 7467600"/>
              <a:gd name="connsiteY152" fmla="*/ 4703069 h 6858000"/>
              <a:gd name="connsiteX153" fmla="*/ 684248 w 7467600"/>
              <a:gd name="connsiteY153" fmla="*/ 4706721 h 6858000"/>
              <a:gd name="connsiteX154" fmla="*/ 1423113 w 7467600"/>
              <a:gd name="connsiteY154" fmla="*/ 3874565 h 6858000"/>
              <a:gd name="connsiteX155" fmla="*/ 3316479 w 7467600"/>
              <a:gd name="connsiteY155" fmla="*/ 3872136 h 6858000"/>
              <a:gd name="connsiteX156" fmla="*/ 3546806 w 7467600"/>
              <a:gd name="connsiteY156" fmla="*/ 4356139 h 6858000"/>
              <a:gd name="connsiteX157" fmla="*/ 3364433 w 7467600"/>
              <a:gd name="connsiteY157" fmla="*/ 3953121 h 6858000"/>
              <a:gd name="connsiteX158" fmla="*/ 3316479 w 7467600"/>
              <a:gd name="connsiteY158" fmla="*/ 3872136 h 6858000"/>
              <a:gd name="connsiteX159" fmla="*/ 3291335 w 7467600"/>
              <a:gd name="connsiteY159" fmla="*/ 3767420 h 6858000"/>
              <a:gd name="connsiteX160" fmla="*/ 3390805 w 7467600"/>
              <a:gd name="connsiteY160" fmla="*/ 3937163 h 6858000"/>
              <a:gd name="connsiteX161" fmla="*/ 3579062 w 7467600"/>
              <a:gd name="connsiteY161" fmla="*/ 4359040 h 6858000"/>
              <a:gd name="connsiteX162" fmla="*/ 3467355 w 7467600"/>
              <a:gd name="connsiteY162" fmla="*/ 3988130 h 6858000"/>
              <a:gd name="connsiteX163" fmla="*/ 3310753 w 7467600"/>
              <a:gd name="connsiteY163" fmla="*/ 3787140 h 6858000"/>
              <a:gd name="connsiteX164" fmla="*/ 3291335 w 7467600"/>
              <a:gd name="connsiteY164" fmla="*/ 3767420 h 6858000"/>
              <a:gd name="connsiteX165" fmla="*/ 1635889 w 7467600"/>
              <a:gd name="connsiteY165" fmla="*/ 3709494 h 6858000"/>
              <a:gd name="connsiteX166" fmla="*/ 1634800 w 7467600"/>
              <a:gd name="connsiteY166" fmla="*/ 3731111 h 6858000"/>
              <a:gd name="connsiteX167" fmla="*/ 1635889 w 7467600"/>
              <a:gd name="connsiteY167" fmla="*/ 3709494 h 6858000"/>
              <a:gd name="connsiteX168" fmla="*/ 1510397 w 7467600"/>
              <a:gd name="connsiteY168" fmla="*/ 3684705 h 6858000"/>
              <a:gd name="connsiteX169" fmla="*/ 1146550 w 7467600"/>
              <a:gd name="connsiteY169" fmla="*/ 3802012 h 6858000"/>
              <a:gd name="connsiteX170" fmla="*/ 698834 w 7467600"/>
              <a:gd name="connsiteY170" fmla="*/ 3952272 h 6858000"/>
              <a:gd name="connsiteX171" fmla="*/ 34256 w 7467600"/>
              <a:gd name="connsiteY171" fmla="*/ 4347603 h 6858000"/>
              <a:gd name="connsiteX172" fmla="*/ 527241 w 7467600"/>
              <a:gd name="connsiteY172" fmla="*/ 4065078 h 6858000"/>
              <a:gd name="connsiteX173" fmla="*/ 1510397 w 7467600"/>
              <a:gd name="connsiteY173" fmla="*/ 3684705 h 6858000"/>
              <a:gd name="connsiteX174" fmla="*/ 1313114 w 7467600"/>
              <a:gd name="connsiteY174" fmla="*/ 3655216 h 6858000"/>
              <a:gd name="connsiteX175" fmla="*/ 1109304 w 7467600"/>
              <a:gd name="connsiteY175" fmla="*/ 3669030 h 6858000"/>
              <a:gd name="connsiteX176" fmla="*/ 8129 w 7467600"/>
              <a:gd name="connsiteY176" fmla="*/ 4330519 h 6858000"/>
              <a:gd name="connsiteX177" fmla="*/ 687572 w 7467600"/>
              <a:gd name="connsiteY177" fmla="*/ 3925629 h 6858000"/>
              <a:gd name="connsiteX178" fmla="*/ 1138365 w 7467600"/>
              <a:gd name="connsiteY178" fmla="*/ 3774515 h 6858000"/>
              <a:gd name="connsiteX179" fmla="*/ 1505579 w 7467600"/>
              <a:gd name="connsiteY179" fmla="*/ 3655526 h 6858000"/>
              <a:gd name="connsiteX180" fmla="*/ 1313114 w 7467600"/>
              <a:gd name="connsiteY180" fmla="*/ 3655216 h 6858000"/>
              <a:gd name="connsiteX181" fmla="*/ 3655073 w 7467600"/>
              <a:gd name="connsiteY181" fmla="*/ 3650884 h 6858000"/>
              <a:gd name="connsiteX182" fmla="*/ 3989938 w 7467600"/>
              <a:gd name="connsiteY182" fmla="*/ 3991685 h 6858000"/>
              <a:gd name="connsiteX183" fmla="*/ 4393907 w 7467600"/>
              <a:gd name="connsiteY183" fmla="*/ 4261258 h 6858000"/>
              <a:gd name="connsiteX184" fmla="*/ 4648051 w 7467600"/>
              <a:gd name="connsiteY184" fmla="*/ 4374051 h 6858000"/>
              <a:gd name="connsiteX185" fmla="*/ 4383389 w 7467600"/>
              <a:gd name="connsiteY185" fmla="*/ 4184369 h 6858000"/>
              <a:gd name="connsiteX186" fmla="*/ 4165508 w 7467600"/>
              <a:gd name="connsiteY186" fmla="*/ 4035196 h 6858000"/>
              <a:gd name="connsiteX187" fmla="*/ 4068162 w 7467600"/>
              <a:gd name="connsiteY187" fmla="*/ 3953394 h 6858000"/>
              <a:gd name="connsiteX188" fmla="*/ 3981416 w 7467600"/>
              <a:gd name="connsiteY188" fmla="*/ 3880482 h 6858000"/>
              <a:gd name="connsiteX189" fmla="*/ 3800147 w 7467600"/>
              <a:gd name="connsiteY189" fmla="*/ 3749872 h 6858000"/>
              <a:gd name="connsiteX190" fmla="*/ 3655073 w 7467600"/>
              <a:gd name="connsiteY190" fmla="*/ 3650884 h 6858000"/>
              <a:gd name="connsiteX191" fmla="*/ 3670252 w 7467600"/>
              <a:gd name="connsiteY191" fmla="*/ 3622798 h 6858000"/>
              <a:gd name="connsiteX192" fmla="*/ 3817258 w 7467600"/>
              <a:gd name="connsiteY192" fmla="*/ 3723577 h 6858000"/>
              <a:gd name="connsiteX193" fmla="*/ 4000461 w 7467600"/>
              <a:gd name="connsiteY193" fmla="*/ 3855966 h 6858000"/>
              <a:gd name="connsiteX194" fmla="*/ 4088180 w 7467600"/>
              <a:gd name="connsiteY194" fmla="*/ 3929774 h 6858000"/>
              <a:gd name="connsiteX195" fmla="*/ 4184555 w 7467600"/>
              <a:gd name="connsiteY195" fmla="*/ 4010683 h 6858000"/>
              <a:gd name="connsiteX196" fmla="*/ 4399563 w 7467600"/>
              <a:gd name="connsiteY196" fmla="*/ 4158106 h 6858000"/>
              <a:gd name="connsiteX197" fmla="*/ 4684469 w 7467600"/>
              <a:gd name="connsiteY197" fmla="*/ 4364680 h 6858000"/>
              <a:gd name="connsiteX198" fmla="*/ 4690271 w 7467600"/>
              <a:gd name="connsiteY198" fmla="*/ 4370034 h 6858000"/>
              <a:gd name="connsiteX199" fmla="*/ 4136093 w 7467600"/>
              <a:gd name="connsiteY199" fmla="*/ 3858466 h 6858000"/>
              <a:gd name="connsiteX200" fmla="*/ 3670252 w 7467600"/>
              <a:gd name="connsiteY200" fmla="*/ 3622798 h 6858000"/>
              <a:gd name="connsiteX201" fmla="*/ 4440129 w 7467600"/>
              <a:gd name="connsiteY201" fmla="*/ 3448571 h 6858000"/>
              <a:gd name="connsiteX202" fmla="*/ 4856525 w 7467600"/>
              <a:gd name="connsiteY202" fmla="*/ 3915351 h 6858000"/>
              <a:gd name="connsiteX203" fmla="*/ 5059055 w 7467600"/>
              <a:gd name="connsiteY203" fmla="*/ 4108918 h 6858000"/>
              <a:gd name="connsiteX204" fmla="*/ 5290070 w 7467600"/>
              <a:gd name="connsiteY204" fmla="*/ 4263619 h 6858000"/>
              <a:gd name="connsiteX205" fmla="*/ 4834991 w 7467600"/>
              <a:gd name="connsiteY205" fmla="*/ 3830985 h 6858000"/>
              <a:gd name="connsiteX206" fmla="*/ 4440129 w 7467600"/>
              <a:gd name="connsiteY206" fmla="*/ 3448571 h 6858000"/>
              <a:gd name="connsiteX207" fmla="*/ 4441737 w 7467600"/>
              <a:gd name="connsiteY207" fmla="*/ 3399734 h 6858000"/>
              <a:gd name="connsiteX208" fmla="*/ 4431236 w 7467600"/>
              <a:gd name="connsiteY208" fmla="*/ 3400954 h 6858000"/>
              <a:gd name="connsiteX209" fmla="*/ 4557150 w 7467600"/>
              <a:gd name="connsiteY209" fmla="*/ 3510023 h 6858000"/>
              <a:gd name="connsiteX210" fmla="*/ 4856936 w 7467600"/>
              <a:gd name="connsiteY210" fmla="*/ 3809146 h 6858000"/>
              <a:gd name="connsiteX211" fmla="*/ 5111996 w 7467600"/>
              <a:gd name="connsiteY211" fmla="*/ 4065759 h 6858000"/>
              <a:gd name="connsiteX212" fmla="*/ 5388878 w 7467600"/>
              <a:gd name="connsiteY212" fmla="*/ 4300185 h 6858000"/>
              <a:gd name="connsiteX213" fmla="*/ 5425556 w 7467600"/>
              <a:gd name="connsiteY213" fmla="*/ 4308967 h 6858000"/>
              <a:gd name="connsiteX214" fmla="*/ 4943646 w 7467600"/>
              <a:gd name="connsiteY214" fmla="*/ 3822916 h 6858000"/>
              <a:gd name="connsiteX215" fmla="*/ 4594837 w 7467600"/>
              <a:gd name="connsiteY215" fmla="*/ 3532274 h 6858000"/>
              <a:gd name="connsiteX216" fmla="*/ 4441737 w 7467600"/>
              <a:gd name="connsiteY216" fmla="*/ 3399734 h 6858000"/>
              <a:gd name="connsiteX217" fmla="*/ 5425834 w 7467600"/>
              <a:gd name="connsiteY217" fmla="*/ 3162785 h 6858000"/>
              <a:gd name="connsiteX218" fmla="*/ 5401644 w 7467600"/>
              <a:gd name="connsiteY218" fmla="*/ 3617847 h 6858000"/>
              <a:gd name="connsiteX219" fmla="*/ 5467256 w 7467600"/>
              <a:gd name="connsiteY219" fmla="*/ 4175494 h 6858000"/>
              <a:gd name="connsiteX220" fmla="*/ 5448069 w 7467600"/>
              <a:gd name="connsiteY220" fmla="*/ 3567554 h 6858000"/>
              <a:gd name="connsiteX221" fmla="*/ 5425834 w 7467600"/>
              <a:gd name="connsiteY221" fmla="*/ 3162785 h 6858000"/>
              <a:gd name="connsiteX222" fmla="*/ 1318687 w 7467600"/>
              <a:gd name="connsiteY222" fmla="*/ 3113840 h 6858000"/>
              <a:gd name="connsiteX223" fmla="*/ 1066793 w 7467600"/>
              <a:gd name="connsiteY223" fmla="*/ 3212171 h 6858000"/>
              <a:gd name="connsiteX224" fmla="*/ 993319 w 7467600"/>
              <a:gd name="connsiteY224" fmla="*/ 3247648 h 6858000"/>
              <a:gd name="connsiteX225" fmla="*/ 853081 w 7467600"/>
              <a:gd name="connsiteY225" fmla="*/ 3312410 h 6858000"/>
              <a:gd name="connsiteX226" fmla="*/ 805957 w 7467600"/>
              <a:gd name="connsiteY226" fmla="*/ 3330443 h 6858000"/>
              <a:gd name="connsiteX227" fmla="*/ 1318687 w 7467600"/>
              <a:gd name="connsiteY227" fmla="*/ 3113840 h 6858000"/>
              <a:gd name="connsiteX228" fmla="*/ 5453702 w 7467600"/>
              <a:gd name="connsiteY228" fmla="*/ 3090882 h 6858000"/>
              <a:gd name="connsiteX229" fmla="*/ 5480135 w 7467600"/>
              <a:gd name="connsiteY229" fmla="*/ 3565802 h 6858000"/>
              <a:gd name="connsiteX230" fmla="*/ 5499023 w 7467600"/>
              <a:gd name="connsiteY230" fmla="*/ 4166310 h 6858000"/>
              <a:gd name="connsiteX231" fmla="*/ 5547022 w 7467600"/>
              <a:gd name="connsiteY231" fmla="*/ 3607838 h 6858000"/>
              <a:gd name="connsiteX232" fmla="*/ 5515964 w 7467600"/>
              <a:gd name="connsiteY232" fmla="*/ 3378541 h 6858000"/>
              <a:gd name="connsiteX233" fmla="*/ 5453702 w 7467600"/>
              <a:gd name="connsiteY233" fmla="*/ 3090882 h 6858000"/>
              <a:gd name="connsiteX234" fmla="*/ 1238695 w 7467600"/>
              <a:gd name="connsiteY234" fmla="*/ 3076820 h 6858000"/>
              <a:gd name="connsiteX235" fmla="*/ 716371 w 7467600"/>
              <a:gd name="connsiteY235" fmla="*/ 3293249 h 6858000"/>
              <a:gd name="connsiteX236" fmla="*/ 579522 w 7467600"/>
              <a:gd name="connsiteY236" fmla="*/ 3371759 h 6858000"/>
              <a:gd name="connsiteX237" fmla="*/ 600288 w 7467600"/>
              <a:gd name="connsiteY237" fmla="*/ 3365555 h 6858000"/>
              <a:gd name="connsiteX238" fmla="*/ 840692 w 7467600"/>
              <a:gd name="connsiteY238" fmla="*/ 3284921 h 6858000"/>
              <a:gd name="connsiteX239" fmla="*/ 979248 w 7467600"/>
              <a:gd name="connsiteY239" fmla="*/ 3221003 h 6858000"/>
              <a:gd name="connsiteX240" fmla="*/ 1053282 w 7467600"/>
              <a:gd name="connsiteY240" fmla="*/ 3185247 h 6858000"/>
              <a:gd name="connsiteX241" fmla="*/ 1320603 w 7467600"/>
              <a:gd name="connsiteY241" fmla="*/ 3081281 h 6858000"/>
              <a:gd name="connsiteX242" fmla="*/ 1238695 w 7467600"/>
              <a:gd name="connsiteY242" fmla="*/ 3076820 h 6858000"/>
              <a:gd name="connsiteX243" fmla="*/ 5425627 w 7467600"/>
              <a:gd name="connsiteY243" fmla="*/ 2954192 h 6858000"/>
              <a:gd name="connsiteX244" fmla="*/ 5470770 w 7467600"/>
              <a:gd name="connsiteY244" fmla="*/ 3005435 h 6858000"/>
              <a:gd name="connsiteX245" fmla="*/ 5519779 w 7467600"/>
              <a:gd name="connsiteY245" fmla="*/ 4359223 h 6858000"/>
              <a:gd name="connsiteX246" fmla="*/ 5520293 w 7467600"/>
              <a:gd name="connsiteY246" fmla="*/ 4360602 h 6858000"/>
              <a:gd name="connsiteX247" fmla="*/ 5767221 w 7467600"/>
              <a:gd name="connsiteY247" fmla="*/ 4665564 h 6858000"/>
              <a:gd name="connsiteX248" fmla="*/ 6937169 w 7467600"/>
              <a:gd name="connsiteY248" fmla="*/ 4815941 h 6858000"/>
              <a:gd name="connsiteX249" fmla="*/ 6953922 w 7467600"/>
              <a:gd name="connsiteY249" fmla="*/ 4890068 h 6858000"/>
              <a:gd name="connsiteX250" fmla="*/ 6071359 w 7467600"/>
              <a:gd name="connsiteY250" fmla="*/ 4770770 h 6858000"/>
              <a:gd name="connsiteX251" fmla="*/ 6038839 w 7467600"/>
              <a:gd name="connsiteY251" fmla="*/ 4764474 h 6858000"/>
              <a:gd name="connsiteX252" fmla="*/ 6038706 w 7467600"/>
              <a:gd name="connsiteY252" fmla="*/ 4763847 h 6858000"/>
              <a:gd name="connsiteX253" fmla="*/ 6037784 w 7467600"/>
              <a:gd name="connsiteY253" fmla="*/ 4764270 h 6858000"/>
              <a:gd name="connsiteX254" fmla="*/ 6038839 w 7467600"/>
              <a:gd name="connsiteY254" fmla="*/ 4764474 h 6858000"/>
              <a:gd name="connsiteX255" fmla="*/ 6040338 w 7467600"/>
              <a:gd name="connsiteY255" fmla="*/ 4771418 h 6858000"/>
              <a:gd name="connsiteX256" fmla="*/ 6024488 w 7467600"/>
              <a:gd name="connsiteY256" fmla="*/ 4809903 h 6858000"/>
              <a:gd name="connsiteX257" fmla="*/ 5599771 w 7467600"/>
              <a:gd name="connsiteY257" fmla="*/ 5509652 h 6858000"/>
              <a:gd name="connsiteX258" fmla="*/ 5548843 w 7467600"/>
              <a:gd name="connsiteY258" fmla="*/ 5563845 h 6858000"/>
              <a:gd name="connsiteX259" fmla="*/ 5940952 w 7467600"/>
              <a:gd name="connsiteY259" fmla="*/ 6250028 h 6858000"/>
              <a:gd name="connsiteX260" fmla="*/ 6043441 w 7467600"/>
              <a:gd name="connsiteY260" fmla="*/ 6665847 h 6858000"/>
              <a:gd name="connsiteX261" fmla="*/ 6093432 w 7467600"/>
              <a:gd name="connsiteY261" fmla="*/ 6858000 h 6858000"/>
              <a:gd name="connsiteX262" fmla="*/ 6034344 w 7467600"/>
              <a:gd name="connsiteY262" fmla="*/ 6858000 h 6858000"/>
              <a:gd name="connsiteX263" fmla="*/ 6026679 w 7467600"/>
              <a:gd name="connsiteY263" fmla="*/ 6836959 h 6858000"/>
              <a:gd name="connsiteX264" fmla="*/ 5800441 w 7467600"/>
              <a:gd name="connsiteY264" fmla="*/ 6335286 h 6858000"/>
              <a:gd name="connsiteX265" fmla="*/ 5526562 w 7467600"/>
              <a:gd name="connsiteY265" fmla="*/ 5705388 h 6858000"/>
              <a:gd name="connsiteX266" fmla="*/ 5519640 w 7467600"/>
              <a:gd name="connsiteY266" fmla="*/ 5683774 h 6858000"/>
              <a:gd name="connsiteX267" fmla="*/ 5844559 w 7467600"/>
              <a:gd name="connsiteY267" fmla="*/ 6553349 h 6858000"/>
              <a:gd name="connsiteX268" fmla="*/ 5975994 w 7467600"/>
              <a:gd name="connsiteY268" fmla="*/ 6858000 h 6858000"/>
              <a:gd name="connsiteX269" fmla="*/ 5898547 w 7467600"/>
              <a:gd name="connsiteY269" fmla="*/ 6858000 h 6858000"/>
              <a:gd name="connsiteX270" fmla="*/ 5682041 w 7467600"/>
              <a:gd name="connsiteY270" fmla="*/ 6355860 h 6858000"/>
              <a:gd name="connsiteX271" fmla="*/ 5461758 w 7467600"/>
              <a:gd name="connsiteY271" fmla="*/ 5820220 h 6858000"/>
              <a:gd name="connsiteX272" fmla="*/ 5237282 w 7467600"/>
              <a:gd name="connsiteY272" fmla="*/ 6579086 h 6858000"/>
              <a:gd name="connsiteX273" fmla="*/ 5115009 w 7467600"/>
              <a:gd name="connsiteY273" fmla="*/ 6858000 h 6858000"/>
              <a:gd name="connsiteX274" fmla="*/ 5028074 w 7467600"/>
              <a:gd name="connsiteY274" fmla="*/ 6858000 h 6858000"/>
              <a:gd name="connsiteX275" fmla="*/ 5079508 w 7467600"/>
              <a:gd name="connsiteY275" fmla="*/ 6749074 h 6858000"/>
              <a:gd name="connsiteX276" fmla="*/ 5371846 w 7467600"/>
              <a:gd name="connsiteY276" fmla="*/ 5924413 h 6858000"/>
              <a:gd name="connsiteX277" fmla="*/ 5270512 w 7467600"/>
              <a:gd name="connsiteY277" fmla="*/ 6138975 h 6858000"/>
              <a:gd name="connsiteX278" fmla="*/ 5062409 w 7467600"/>
              <a:gd name="connsiteY278" fmla="*/ 6653544 h 6858000"/>
              <a:gd name="connsiteX279" fmla="*/ 5036628 w 7467600"/>
              <a:gd name="connsiteY279" fmla="*/ 6754247 h 6858000"/>
              <a:gd name="connsiteX280" fmla="*/ 5009112 w 7467600"/>
              <a:gd name="connsiteY280" fmla="*/ 6858000 h 6858000"/>
              <a:gd name="connsiteX281" fmla="*/ 4976679 w 7467600"/>
              <a:gd name="connsiteY281" fmla="*/ 6858000 h 6858000"/>
              <a:gd name="connsiteX282" fmla="*/ 5006537 w 7467600"/>
              <a:gd name="connsiteY282" fmla="*/ 6747068 h 6858000"/>
              <a:gd name="connsiteX283" fmla="*/ 5032723 w 7467600"/>
              <a:gd name="connsiteY283" fmla="*/ 6644957 h 6858000"/>
              <a:gd name="connsiteX284" fmla="*/ 5242949 w 7467600"/>
              <a:gd name="connsiteY284" fmla="*/ 6125175 h 6858000"/>
              <a:gd name="connsiteX285" fmla="*/ 5286321 w 7467600"/>
              <a:gd name="connsiteY285" fmla="*/ 6033555 h 6858000"/>
              <a:gd name="connsiteX286" fmla="*/ 5008210 w 7467600"/>
              <a:gd name="connsiteY286" fmla="*/ 6649194 h 6858000"/>
              <a:gd name="connsiteX287" fmla="*/ 4986321 w 7467600"/>
              <a:gd name="connsiteY287" fmla="*/ 6765687 h 6858000"/>
              <a:gd name="connsiteX288" fmla="*/ 4973474 w 7467600"/>
              <a:gd name="connsiteY288" fmla="*/ 6858000 h 6858000"/>
              <a:gd name="connsiteX289" fmla="*/ 4907178 w 7467600"/>
              <a:gd name="connsiteY289" fmla="*/ 6858000 h 6858000"/>
              <a:gd name="connsiteX290" fmla="*/ 4910810 w 7467600"/>
              <a:gd name="connsiteY290" fmla="*/ 6829660 h 6858000"/>
              <a:gd name="connsiteX291" fmla="*/ 4987461 w 7467600"/>
              <a:gd name="connsiteY291" fmla="*/ 6432994 h 6858000"/>
              <a:gd name="connsiteX292" fmla="*/ 5179262 w 7467600"/>
              <a:gd name="connsiteY292" fmla="*/ 6035044 h 6858000"/>
              <a:gd name="connsiteX293" fmla="*/ 4689678 w 7467600"/>
              <a:gd name="connsiteY293" fmla="*/ 6440241 h 6858000"/>
              <a:gd name="connsiteX294" fmla="*/ 4477543 w 7467600"/>
              <a:gd name="connsiteY294" fmla="*/ 6674836 h 6858000"/>
              <a:gd name="connsiteX295" fmla="*/ 4329957 w 7467600"/>
              <a:gd name="connsiteY295" fmla="*/ 6858000 h 6858000"/>
              <a:gd name="connsiteX296" fmla="*/ 4218595 w 7467600"/>
              <a:gd name="connsiteY296" fmla="*/ 6858000 h 6858000"/>
              <a:gd name="connsiteX297" fmla="*/ 4368888 w 7467600"/>
              <a:gd name="connsiteY297" fmla="*/ 6668412 h 6858000"/>
              <a:gd name="connsiteX298" fmla="*/ 4563091 w 7467600"/>
              <a:gd name="connsiteY298" fmla="*/ 6442508 h 6858000"/>
              <a:gd name="connsiteX299" fmla="*/ 5387324 w 7467600"/>
              <a:gd name="connsiteY299" fmla="*/ 5705830 h 6858000"/>
              <a:gd name="connsiteX300" fmla="*/ 5073620 w 7467600"/>
              <a:gd name="connsiteY300" fmla="*/ 5955437 h 6858000"/>
              <a:gd name="connsiteX301" fmla="*/ 4689789 w 7467600"/>
              <a:gd name="connsiteY301" fmla="*/ 6268382 h 6858000"/>
              <a:gd name="connsiteX302" fmla="*/ 4418722 w 7467600"/>
              <a:gd name="connsiteY302" fmla="*/ 6570886 h 6858000"/>
              <a:gd name="connsiteX303" fmla="*/ 4214944 w 7467600"/>
              <a:gd name="connsiteY303" fmla="*/ 6858000 h 6858000"/>
              <a:gd name="connsiteX304" fmla="*/ 4177898 w 7467600"/>
              <a:gd name="connsiteY304" fmla="*/ 6858000 h 6858000"/>
              <a:gd name="connsiteX305" fmla="*/ 4391597 w 7467600"/>
              <a:gd name="connsiteY305" fmla="*/ 6556370 h 6858000"/>
              <a:gd name="connsiteX306" fmla="*/ 4668889 w 7467600"/>
              <a:gd name="connsiteY306" fmla="*/ 6246399 h 6858000"/>
              <a:gd name="connsiteX307" fmla="*/ 5055427 w 7467600"/>
              <a:gd name="connsiteY307" fmla="*/ 5931476 h 6858000"/>
              <a:gd name="connsiteX308" fmla="*/ 5371814 w 7467600"/>
              <a:gd name="connsiteY308" fmla="*/ 5678975 h 6858000"/>
              <a:gd name="connsiteX309" fmla="*/ 4987918 w 7467600"/>
              <a:gd name="connsiteY309" fmla="*/ 5838701 h 6858000"/>
              <a:gd name="connsiteX310" fmla="*/ 4317146 w 7467600"/>
              <a:gd name="connsiteY310" fmla="*/ 6587716 h 6858000"/>
              <a:gd name="connsiteX311" fmla="*/ 4171627 w 7467600"/>
              <a:gd name="connsiteY311" fmla="*/ 6858000 h 6858000"/>
              <a:gd name="connsiteX312" fmla="*/ 4081585 w 7467600"/>
              <a:gd name="connsiteY312" fmla="*/ 6858000 h 6858000"/>
              <a:gd name="connsiteX313" fmla="*/ 4238603 w 7467600"/>
              <a:gd name="connsiteY313" fmla="*/ 6559341 h 6858000"/>
              <a:gd name="connsiteX314" fmla="*/ 4778333 w 7467600"/>
              <a:gd name="connsiteY314" fmla="*/ 5873626 h 6858000"/>
              <a:gd name="connsiteX315" fmla="*/ 5414185 w 7467600"/>
              <a:gd name="connsiteY315" fmla="*/ 5573882 h 6858000"/>
              <a:gd name="connsiteX316" fmla="*/ 5959648 w 7467600"/>
              <a:gd name="connsiteY316" fmla="*/ 4760797 h 6858000"/>
              <a:gd name="connsiteX317" fmla="*/ 5355019 w 7467600"/>
              <a:gd name="connsiteY317" fmla="*/ 4734672 h 6858000"/>
              <a:gd name="connsiteX318" fmla="*/ 5083565 w 7467600"/>
              <a:gd name="connsiteY318" fmla="*/ 5179121 h 6858000"/>
              <a:gd name="connsiteX319" fmla="*/ 4713577 w 7467600"/>
              <a:gd name="connsiteY319" fmla="*/ 5616803 h 6858000"/>
              <a:gd name="connsiteX320" fmla="*/ 3989559 w 7467600"/>
              <a:gd name="connsiteY320" fmla="*/ 6145945 h 6858000"/>
              <a:gd name="connsiteX321" fmla="*/ 3939824 w 7467600"/>
              <a:gd name="connsiteY321" fmla="*/ 6066900 h 6858000"/>
              <a:gd name="connsiteX322" fmla="*/ 4584537 w 7467600"/>
              <a:gd name="connsiteY322" fmla="*/ 5324826 h 6858000"/>
              <a:gd name="connsiteX323" fmla="*/ 5037105 w 7467600"/>
              <a:gd name="connsiteY323" fmla="*/ 5088765 h 6858000"/>
              <a:gd name="connsiteX324" fmla="*/ 5039930 w 7467600"/>
              <a:gd name="connsiteY324" fmla="*/ 5089585 h 6858000"/>
              <a:gd name="connsiteX325" fmla="*/ 5263764 w 7467600"/>
              <a:gd name="connsiteY325" fmla="*/ 4735525 h 6858000"/>
              <a:gd name="connsiteX326" fmla="*/ 4086300 w 7467600"/>
              <a:gd name="connsiteY326" fmla="*/ 4884599 h 6858000"/>
              <a:gd name="connsiteX327" fmla="*/ 4085485 w 7467600"/>
              <a:gd name="connsiteY327" fmla="*/ 4899070 h 6858000"/>
              <a:gd name="connsiteX328" fmla="*/ 3871915 w 7467600"/>
              <a:gd name="connsiteY328" fmla="*/ 5253645 h 6858000"/>
              <a:gd name="connsiteX329" fmla="*/ 3799374 w 7467600"/>
              <a:gd name="connsiteY329" fmla="*/ 5466127 h 6858000"/>
              <a:gd name="connsiteX330" fmla="*/ 3498850 w 7467600"/>
              <a:gd name="connsiteY330" fmla="*/ 6661888 h 6858000"/>
              <a:gd name="connsiteX331" fmla="*/ 3399216 w 7467600"/>
              <a:gd name="connsiteY331" fmla="*/ 6858000 h 6858000"/>
              <a:gd name="connsiteX332" fmla="*/ 3303688 w 7467600"/>
              <a:gd name="connsiteY332" fmla="*/ 6858000 h 6858000"/>
              <a:gd name="connsiteX333" fmla="*/ 3391774 w 7467600"/>
              <a:gd name="connsiteY333" fmla="*/ 6697181 h 6858000"/>
              <a:gd name="connsiteX334" fmla="*/ 3735540 w 7467600"/>
              <a:gd name="connsiteY334" fmla="*/ 5546923 h 6858000"/>
              <a:gd name="connsiteX335" fmla="*/ 3729438 w 7467600"/>
              <a:gd name="connsiteY335" fmla="*/ 5569058 h 6858000"/>
              <a:gd name="connsiteX336" fmla="*/ 3707782 w 7467600"/>
              <a:gd name="connsiteY336" fmla="*/ 5644908 h 6858000"/>
              <a:gd name="connsiteX337" fmla="*/ 3583827 w 7467600"/>
              <a:gd name="connsiteY337" fmla="*/ 6039215 h 6858000"/>
              <a:gd name="connsiteX338" fmla="*/ 3547861 w 7467600"/>
              <a:gd name="connsiteY338" fmla="*/ 6129609 h 6858000"/>
              <a:gd name="connsiteX339" fmla="*/ 3490905 w 7467600"/>
              <a:gd name="connsiteY339" fmla="*/ 6277660 h 6858000"/>
              <a:gd name="connsiteX340" fmla="*/ 3455859 w 7467600"/>
              <a:gd name="connsiteY340" fmla="*/ 6391301 h 6858000"/>
              <a:gd name="connsiteX341" fmla="*/ 3429112 w 7467600"/>
              <a:gd name="connsiteY341" fmla="*/ 6479469 h 6858000"/>
              <a:gd name="connsiteX342" fmla="*/ 3304862 w 7467600"/>
              <a:gd name="connsiteY342" fmla="*/ 6796476 h 6858000"/>
              <a:gd name="connsiteX343" fmla="*/ 3276071 w 7467600"/>
              <a:gd name="connsiteY343" fmla="*/ 6858000 h 6858000"/>
              <a:gd name="connsiteX344" fmla="*/ 3240805 w 7467600"/>
              <a:gd name="connsiteY344" fmla="*/ 6858000 h 6858000"/>
              <a:gd name="connsiteX345" fmla="*/ 3275917 w 7467600"/>
              <a:gd name="connsiteY345" fmla="*/ 6783192 h 6858000"/>
              <a:gd name="connsiteX346" fmla="*/ 3399358 w 7467600"/>
              <a:gd name="connsiteY346" fmla="*/ 6469011 h 6858000"/>
              <a:gd name="connsiteX347" fmla="*/ 3425650 w 7467600"/>
              <a:gd name="connsiteY347" fmla="*/ 6381333 h 6858000"/>
              <a:gd name="connsiteX348" fmla="*/ 3460661 w 7467600"/>
              <a:gd name="connsiteY348" fmla="*/ 6266763 h 6858000"/>
              <a:gd name="connsiteX349" fmla="*/ 3518021 w 7467600"/>
              <a:gd name="connsiteY349" fmla="*/ 6117298 h 6858000"/>
              <a:gd name="connsiteX350" fmla="*/ 3554035 w 7467600"/>
              <a:gd name="connsiteY350" fmla="*/ 6027832 h 6858000"/>
              <a:gd name="connsiteX351" fmla="*/ 3677174 w 7467600"/>
              <a:gd name="connsiteY351" fmla="*/ 5636351 h 6858000"/>
              <a:gd name="connsiteX352" fmla="*/ 3698819 w 7467600"/>
              <a:gd name="connsiteY352" fmla="*/ 5560503 h 6858000"/>
              <a:gd name="connsiteX353" fmla="*/ 3702094 w 7467600"/>
              <a:gd name="connsiteY353" fmla="*/ 5549194 h 6858000"/>
              <a:gd name="connsiteX354" fmla="*/ 3398355 w 7467600"/>
              <a:gd name="connsiteY354" fmla="*/ 6094603 h 6858000"/>
              <a:gd name="connsiteX355" fmla="*/ 3193941 w 7467600"/>
              <a:gd name="connsiteY355" fmla="*/ 6798775 h 6858000"/>
              <a:gd name="connsiteX356" fmla="*/ 3184140 w 7467600"/>
              <a:gd name="connsiteY356" fmla="*/ 6858000 h 6858000"/>
              <a:gd name="connsiteX357" fmla="*/ 3099978 w 7467600"/>
              <a:gd name="connsiteY357" fmla="*/ 6858000 h 6858000"/>
              <a:gd name="connsiteX358" fmla="*/ 3101556 w 7467600"/>
              <a:gd name="connsiteY358" fmla="*/ 6843337 h 6858000"/>
              <a:gd name="connsiteX359" fmla="*/ 3370162 w 7467600"/>
              <a:gd name="connsiteY359" fmla="*/ 5785550 h 6858000"/>
              <a:gd name="connsiteX360" fmla="*/ 3746477 w 7467600"/>
              <a:gd name="connsiteY360" fmla="*/ 5377889 h 6858000"/>
              <a:gd name="connsiteX361" fmla="*/ 3863399 w 7467600"/>
              <a:gd name="connsiteY361" fmla="*/ 5087257 h 6858000"/>
              <a:gd name="connsiteX362" fmla="*/ 3968712 w 7467600"/>
              <a:gd name="connsiteY362" fmla="*/ 4913989 h 6858000"/>
              <a:gd name="connsiteX363" fmla="*/ 2792390 w 7467600"/>
              <a:gd name="connsiteY363" fmla="*/ 5382974 h 6858000"/>
              <a:gd name="connsiteX364" fmla="*/ 2714982 w 7467600"/>
              <a:gd name="connsiteY364" fmla="*/ 5427051 h 6858000"/>
              <a:gd name="connsiteX365" fmla="*/ 2813361 w 7467600"/>
              <a:gd name="connsiteY365" fmla="*/ 6023912 h 6858000"/>
              <a:gd name="connsiteX366" fmla="*/ 2688430 w 7467600"/>
              <a:gd name="connsiteY366" fmla="*/ 6801564 h 6858000"/>
              <a:gd name="connsiteX367" fmla="*/ 2629626 w 7467600"/>
              <a:gd name="connsiteY367" fmla="*/ 6763394 h 6858000"/>
              <a:gd name="connsiteX368" fmla="*/ 2565328 w 7467600"/>
              <a:gd name="connsiteY368" fmla="*/ 5516399 h 6858000"/>
              <a:gd name="connsiteX369" fmla="*/ 1922999 w 7467600"/>
              <a:gd name="connsiteY369" fmla="*/ 5980343 h 6858000"/>
              <a:gd name="connsiteX370" fmla="*/ 1950261 w 7467600"/>
              <a:gd name="connsiteY370" fmla="*/ 6405858 h 6858000"/>
              <a:gd name="connsiteX371" fmla="*/ 2365554 w 7467600"/>
              <a:gd name="connsiteY371" fmla="*/ 6759107 h 6858000"/>
              <a:gd name="connsiteX372" fmla="*/ 2424142 w 7467600"/>
              <a:gd name="connsiteY372" fmla="*/ 6858000 h 6858000"/>
              <a:gd name="connsiteX373" fmla="*/ 2395994 w 7467600"/>
              <a:gd name="connsiteY373" fmla="*/ 6858000 h 6858000"/>
              <a:gd name="connsiteX374" fmla="*/ 2392863 w 7467600"/>
              <a:gd name="connsiteY374" fmla="*/ 6852964 h 6858000"/>
              <a:gd name="connsiteX375" fmla="*/ 2017589 w 7467600"/>
              <a:gd name="connsiteY375" fmla="*/ 6493982 h 6858000"/>
              <a:gd name="connsiteX376" fmla="*/ 2147336 w 7467600"/>
              <a:gd name="connsiteY376" fmla="*/ 6594052 h 6858000"/>
              <a:gd name="connsiteX377" fmla="*/ 2207047 w 7467600"/>
              <a:gd name="connsiteY377" fmla="*/ 6654540 h 6858000"/>
              <a:gd name="connsiteX378" fmla="*/ 2299106 w 7467600"/>
              <a:gd name="connsiteY378" fmla="*/ 6778931 h 6858000"/>
              <a:gd name="connsiteX379" fmla="*/ 2314430 w 7467600"/>
              <a:gd name="connsiteY379" fmla="*/ 6801144 h 6858000"/>
              <a:gd name="connsiteX380" fmla="*/ 2352406 w 7467600"/>
              <a:gd name="connsiteY380" fmla="*/ 6858000 h 6858000"/>
              <a:gd name="connsiteX381" fmla="*/ 2314492 w 7467600"/>
              <a:gd name="connsiteY381" fmla="*/ 6858000 h 6858000"/>
              <a:gd name="connsiteX382" fmla="*/ 2288095 w 7467600"/>
              <a:gd name="connsiteY382" fmla="*/ 6818030 h 6858000"/>
              <a:gd name="connsiteX383" fmla="*/ 2272768 w 7467600"/>
              <a:gd name="connsiteY383" fmla="*/ 6795822 h 6858000"/>
              <a:gd name="connsiteX384" fmla="*/ 2182715 w 7467600"/>
              <a:gd name="connsiteY384" fmla="*/ 6675071 h 6858000"/>
              <a:gd name="connsiteX385" fmla="*/ 2032061 w 7467600"/>
              <a:gd name="connsiteY385" fmla="*/ 6541380 h 6858000"/>
              <a:gd name="connsiteX386" fmla="*/ 2257220 w 7467600"/>
              <a:gd name="connsiteY386" fmla="*/ 6826257 h 6858000"/>
              <a:gd name="connsiteX387" fmla="*/ 2281324 w 7467600"/>
              <a:gd name="connsiteY387" fmla="*/ 6858000 h 6858000"/>
              <a:gd name="connsiteX388" fmla="*/ 2242860 w 7467600"/>
              <a:gd name="connsiteY388" fmla="*/ 6858000 h 6858000"/>
              <a:gd name="connsiteX389" fmla="*/ 2232818 w 7467600"/>
              <a:gd name="connsiteY389" fmla="*/ 6844926 h 6858000"/>
              <a:gd name="connsiteX390" fmla="*/ 1990172 w 7467600"/>
              <a:gd name="connsiteY390" fmla="*/ 6542121 h 6858000"/>
              <a:gd name="connsiteX391" fmla="*/ 2124090 w 7467600"/>
              <a:gd name="connsiteY391" fmla="*/ 6761017 h 6858000"/>
              <a:gd name="connsiteX392" fmla="*/ 2200380 w 7467600"/>
              <a:gd name="connsiteY392" fmla="*/ 6858000 h 6858000"/>
              <a:gd name="connsiteX393" fmla="*/ 2147507 w 7467600"/>
              <a:gd name="connsiteY393" fmla="*/ 6858000 h 6858000"/>
              <a:gd name="connsiteX394" fmla="*/ 2070668 w 7467600"/>
              <a:gd name="connsiteY394" fmla="*/ 6761520 h 6858000"/>
              <a:gd name="connsiteX395" fmla="*/ 1975142 w 7467600"/>
              <a:gd name="connsiteY395" fmla="*/ 6585570 h 6858000"/>
              <a:gd name="connsiteX396" fmla="*/ 2050035 w 7467600"/>
              <a:gd name="connsiteY396" fmla="*/ 6813345 h 6858000"/>
              <a:gd name="connsiteX397" fmla="*/ 2063025 w 7467600"/>
              <a:gd name="connsiteY397" fmla="*/ 6858000 h 6858000"/>
              <a:gd name="connsiteX398" fmla="*/ 2021675 w 7467600"/>
              <a:gd name="connsiteY398" fmla="*/ 6858000 h 6858000"/>
              <a:gd name="connsiteX399" fmla="*/ 2019308 w 7467600"/>
              <a:gd name="connsiteY399" fmla="*/ 6847118 h 6858000"/>
              <a:gd name="connsiteX400" fmla="*/ 1938835 w 7467600"/>
              <a:gd name="connsiteY400" fmla="*/ 6551160 h 6858000"/>
              <a:gd name="connsiteX401" fmla="*/ 1953230 w 7467600"/>
              <a:gd name="connsiteY401" fmla="*/ 6759699 h 6858000"/>
              <a:gd name="connsiteX402" fmla="*/ 1956763 w 7467600"/>
              <a:gd name="connsiteY402" fmla="*/ 6778191 h 6858000"/>
              <a:gd name="connsiteX403" fmla="*/ 1967925 w 7467600"/>
              <a:gd name="connsiteY403" fmla="*/ 6858000 h 6858000"/>
              <a:gd name="connsiteX404" fmla="*/ 1936622 w 7467600"/>
              <a:gd name="connsiteY404" fmla="*/ 6858000 h 6858000"/>
              <a:gd name="connsiteX405" fmla="*/ 1926261 w 7467600"/>
              <a:gd name="connsiteY405" fmla="*/ 6784064 h 6858000"/>
              <a:gd name="connsiteX406" fmla="*/ 1922724 w 7467600"/>
              <a:gd name="connsiteY406" fmla="*/ 6765577 h 6858000"/>
              <a:gd name="connsiteX407" fmla="*/ 1904650 w 7467600"/>
              <a:gd name="connsiteY407" fmla="*/ 6639616 h 6858000"/>
              <a:gd name="connsiteX408" fmla="*/ 1885273 w 7467600"/>
              <a:gd name="connsiteY408" fmla="*/ 6858000 h 6858000"/>
              <a:gd name="connsiteX409" fmla="*/ 1854363 w 7467600"/>
              <a:gd name="connsiteY409" fmla="*/ 6858000 h 6858000"/>
              <a:gd name="connsiteX410" fmla="*/ 1880391 w 7467600"/>
              <a:gd name="connsiteY410" fmla="*/ 6603796 h 6858000"/>
              <a:gd name="connsiteX411" fmla="*/ 1818273 w 7467600"/>
              <a:gd name="connsiteY411" fmla="*/ 6715729 h 6858000"/>
              <a:gd name="connsiteX412" fmla="*/ 1794691 w 7467600"/>
              <a:gd name="connsiteY412" fmla="*/ 6843239 h 6858000"/>
              <a:gd name="connsiteX413" fmla="*/ 1794914 w 7467600"/>
              <a:gd name="connsiteY413" fmla="*/ 6858000 h 6858000"/>
              <a:gd name="connsiteX414" fmla="*/ 1746128 w 7467600"/>
              <a:gd name="connsiteY414" fmla="*/ 6858000 h 6858000"/>
              <a:gd name="connsiteX415" fmla="*/ 1753934 w 7467600"/>
              <a:gd name="connsiteY415" fmla="*/ 6724796 h 6858000"/>
              <a:gd name="connsiteX416" fmla="*/ 1792053 w 7467600"/>
              <a:gd name="connsiteY416" fmla="*/ 6572396 h 6858000"/>
              <a:gd name="connsiteX417" fmla="*/ 1862248 w 7467600"/>
              <a:gd name="connsiteY417" fmla="*/ 6266397 h 6858000"/>
              <a:gd name="connsiteX418" fmla="*/ 1862250 w 7467600"/>
              <a:gd name="connsiteY418" fmla="*/ 6033531 h 6858000"/>
              <a:gd name="connsiteX419" fmla="*/ 1211999 w 7467600"/>
              <a:gd name="connsiteY419" fmla="*/ 6683610 h 6858000"/>
              <a:gd name="connsiteX420" fmla="*/ 1213266 w 7467600"/>
              <a:gd name="connsiteY420" fmla="*/ 6691947 h 6858000"/>
              <a:gd name="connsiteX421" fmla="*/ 1203370 w 7467600"/>
              <a:gd name="connsiteY421" fmla="*/ 6850676 h 6858000"/>
              <a:gd name="connsiteX422" fmla="*/ 1203671 w 7467600"/>
              <a:gd name="connsiteY422" fmla="*/ 6858000 h 6858000"/>
              <a:gd name="connsiteX423" fmla="*/ 1143180 w 7467600"/>
              <a:gd name="connsiteY423" fmla="*/ 6858000 h 6858000"/>
              <a:gd name="connsiteX424" fmla="*/ 1142176 w 7467600"/>
              <a:gd name="connsiteY424" fmla="*/ 6766045 h 6858000"/>
              <a:gd name="connsiteX425" fmla="*/ 1067484 w 7467600"/>
              <a:gd name="connsiteY425" fmla="*/ 6858000 h 6858000"/>
              <a:gd name="connsiteX426" fmla="*/ 953928 w 7467600"/>
              <a:gd name="connsiteY426" fmla="*/ 6858000 h 6858000"/>
              <a:gd name="connsiteX427" fmla="*/ 959715 w 7467600"/>
              <a:gd name="connsiteY427" fmla="*/ 6850185 h 6858000"/>
              <a:gd name="connsiteX428" fmla="*/ 1483788 w 7467600"/>
              <a:gd name="connsiteY428" fmla="*/ 6259174 h 6858000"/>
              <a:gd name="connsiteX429" fmla="*/ 1100671 w 7467600"/>
              <a:gd name="connsiteY429" fmla="*/ 6252137 h 6858000"/>
              <a:gd name="connsiteX430" fmla="*/ 1090144 w 7467600"/>
              <a:gd name="connsiteY430" fmla="*/ 6256748 h 6858000"/>
              <a:gd name="connsiteX431" fmla="*/ 1095872 w 7467600"/>
              <a:gd name="connsiteY431" fmla="*/ 6271892 h 6858000"/>
              <a:gd name="connsiteX432" fmla="*/ 262785 w 7467600"/>
              <a:gd name="connsiteY432" fmla="*/ 6845450 h 6858000"/>
              <a:gd name="connsiteX433" fmla="*/ 209968 w 7467600"/>
              <a:gd name="connsiteY433" fmla="*/ 6770713 h 6858000"/>
              <a:gd name="connsiteX434" fmla="*/ 873460 w 7467600"/>
              <a:gd name="connsiteY434" fmla="*/ 6253768 h 6858000"/>
              <a:gd name="connsiteX435" fmla="*/ 192686 w 7467600"/>
              <a:gd name="connsiteY435" fmla="*/ 5849257 h 6858000"/>
              <a:gd name="connsiteX436" fmla="*/ 4696 w 7467600"/>
              <a:gd name="connsiteY436" fmla="*/ 5697668 h 6858000"/>
              <a:gd name="connsiteX437" fmla="*/ 0 w 7467600"/>
              <a:gd name="connsiteY437" fmla="*/ 5689984 h 6858000"/>
              <a:gd name="connsiteX438" fmla="*/ 0 w 7467600"/>
              <a:gd name="connsiteY438" fmla="*/ 5513472 h 6858000"/>
              <a:gd name="connsiteX439" fmla="*/ 174101 w 7467600"/>
              <a:gd name="connsiteY439" fmla="*/ 5620277 h 6858000"/>
              <a:gd name="connsiteX440" fmla="*/ 891800 w 7467600"/>
              <a:gd name="connsiteY440" fmla="*/ 6036935 h 6858000"/>
              <a:gd name="connsiteX441" fmla="*/ 1072219 w 7467600"/>
              <a:gd name="connsiteY441" fmla="*/ 6169443 h 6858000"/>
              <a:gd name="connsiteX442" fmla="*/ 1074117 w 7467600"/>
              <a:gd name="connsiteY442" fmla="*/ 6170301 h 6858000"/>
              <a:gd name="connsiteX443" fmla="*/ 1083114 w 7467600"/>
              <a:gd name="connsiteY443" fmla="*/ 6174131 h 6858000"/>
              <a:gd name="connsiteX444" fmla="*/ 1543010 w 7467600"/>
              <a:gd name="connsiteY444" fmla="*/ 6191140 h 6858000"/>
              <a:gd name="connsiteX445" fmla="*/ 1551080 w 7467600"/>
              <a:gd name="connsiteY445" fmla="*/ 6195006 h 6858000"/>
              <a:gd name="connsiteX446" fmla="*/ 2345443 w 7467600"/>
              <a:gd name="connsiteY446" fmla="*/ 5549882 h 6858000"/>
              <a:gd name="connsiteX447" fmla="*/ 1721499 w 7467600"/>
              <a:gd name="connsiteY447" fmla="*/ 5599969 h 6858000"/>
              <a:gd name="connsiteX448" fmla="*/ 767716 w 7467600"/>
              <a:gd name="connsiteY448" fmla="*/ 5472768 h 6858000"/>
              <a:gd name="connsiteX449" fmla="*/ 722147 w 7467600"/>
              <a:gd name="connsiteY449" fmla="*/ 5393091 h 6858000"/>
              <a:gd name="connsiteX450" fmla="*/ 1485552 w 7467600"/>
              <a:gd name="connsiteY450" fmla="*/ 5313202 h 6858000"/>
              <a:gd name="connsiteX451" fmla="*/ 2143004 w 7467600"/>
              <a:gd name="connsiteY451" fmla="*/ 5402420 h 6858000"/>
              <a:gd name="connsiteX452" fmla="*/ 1933391 w 7467600"/>
              <a:gd name="connsiteY452" fmla="*/ 5156971 h 6858000"/>
              <a:gd name="connsiteX453" fmla="*/ 1827118 w 7467600"/>
              <a:gd name="connsiteY453" fmla="*/ 4968410 h 6858000"/>
              <a:gd name="connsiteX454" fmla="*/ 1837349 w 7467600"/>
              <a:gd name="connsiteY454" fmla="*/ 4956357 h 6858000"/>
              <a:gd name="connsiteX455" fmla="*/ 2162835 w 7467600"/>
              <a:gd name="connsiteY455" fmla="*/ 5187853 h 6858000"/>
              <a:gd name="connsiteX456" fmla="*/ 2257167 w 7467600"/>
              <a:gd name="connsiteY456" fmla="*/ 5462123 h 6858000"/>
              <a:gd name="connsiteX457" fmla="*/ 2261598 w 7467600"/>
              <a:gd name="connsiteY457" fmla="*/ 5467998 h 6858000"/>
              <a:gd name="connsiteX458" fmla="*/ 2437177 w 7467600"/>
              <a:gd name="connsiteY458" fmla="*/ 5479608 h 6858000"/>
              <a:gd name="connsiteX459" fmla="*/ 2445247 w 7467600"/>
              <a:gd name="connsiteY459" fmla="*/ 5483476 h 6858000"/>
              <a:gd name="connsiteX460" fmla="*/ 2743626 w 7467600"/>
              <a:gd name="connsiteY460" fmla="*/ 5304819 h 6858000"/>
              <a:gd name="connsiteX461" fmla="*/ 3048102 w 7467600"/>
              <a:gd name="connsiteY461" fmla="*/ 5150595 h 6858000"/>
              <a:gd name="connsiteX462" fmla="*/ 1799414 w 7467600"/>
              <a:gd name="connsiteY462" fmla="*/ 4694732 h 6858000"/>
              <a:gd name="connsiteX463" fmla="*/ 1771735 w 7467600"/>
              <a:gd name="connsiteY463" fmla="*/ 4619929 h 6858000"/>
              <a:gd name="connsiteX464" fmla="*/ 3104273 w 7467600"/>
              <a:gd name="connsiteY464" fmla="*/ 5076159 h 6858000"/>
              <a:gd name="connsiteX465" fmla="*/ 3113245 w 7467600"/>
              <a:gd name="connsiteY465" fmla="*/ 5090705 h 6858000"/>
              <a:gd name="connsiteX466" fmla="*/ 3126294 w 7467600"/>
              <a:gd name="connsiteY466" fmla="*/ 5114400 h 6858000"/>
              <a:gd name="connsiteX467" fmla="*/ 3937433 w 7467600"/>
              <a:gd name="connsiteY467" fmla="*/ 4830473 h 6858000"/>
              <a:gd name="connsiteX468" fmla="*/ 3590475 w 7467600"/>
              <a:gd name="connsiteY468" fmla="*/ 4597974 h 6858000"/>
              <a:gd name="connsiteX469" fmla="*/ 3100264 w 7467600"/>
              <a:gd name="connsiteY469" fmla="*/ 4579845 h 6858000"/>
              <a:gd name="connsiteX470" fmla="*/ 2183576 w 7467600"/>
              <a:gd name="connsiteY470" fmla="*/ 4227150 h 6858000"/>
              <a:gd name="connsiteX471" fmla="*/ 2151029 w 7467600"/>
              <a:gd name="connsiteY471" fmla="*/ 4146947 h 6858000"/>
              <a:gd name="connsiteX472" fmla="*/ 3563434 w 7467600"/>
              <a:gd name="connsiteY472" fmla="*/ 4469115 h 6858000"/>
              <a:gd name="connsiteX473" fmla="*/ 3177952 w 7467600"/>
              <a:gd name="connsiteY473" fmla="*/ 3657386 h 6858000"/>
              <a:gd name="connsiteX474" fmla="*/ 3189263 w 7467600"/>
              <a:gd name="connsiteY474" fmla="*/ 3625726 h 6858000"/>
              <a:gd name="connsiteX475" fmla="*/ 3560912 w 7467600"/>
              <a:gd name="connsiteY475" fmla="*/ 4079863 h 6858000"/>
              <a:gd name="connsiteX476" fmla="*/ 3626636 w 7467600"/>
              <a:gd name="connsiteY476" fmla="*/ 4512230 h 6858000"/>
              <a:gd name="connsiteX477" fmla="*/ 3653088 w 7467600"/>
              <a:gd name="connsiteY477" fmla="*/ 4521417 h 6858000"/>
              <a:gd name="connsiteX478" fmla="*/ 3988128 w 7467600"/>
              <a:gd name="connsiteY478" fmla="*/ 4817267 h 6858000"/>
              <a:gd name="connsiteX479" fmla="*/ 4830582 w 7467600"/>
              <a:gd name="connsiteY479" fmla="*/ 4676000 h 6858000"/>
              <a:gd name="connsiteX480" fmla="*/ 4830100 w 7467600"/>
              <a:gd name="connsiteY480" fmla="*/ 4675554 h 6858000"/>
              <a:gd name="connsiteX481" fmla="*/ 4036318 w 7467600"/>
              <a:gd name="connsiteY481" fmla="*/ 4147013 h 6858000"/>
              <a:gd name="connsiteX482" fmla="*/ 3432098 w 7467600"/>
              <a:gd name="connsiteY482" fmla="*/ 3537312 h 6858000"/>
              <a:gd name="connsiteX483" fmla="*/ 3446761 w 7467600"/>
              <a:gd name="connsiteY483" fmla="*/ 3461278 h 6858000"/>
              <a:gd name="connsiteX484" fmla="*/ 4419733 w 7467600"/>
              <a:gd name="connsiteY484" fmla="*/ 3963555 h 6858000"/>
              <a:gd name="connsiteX485" fmla="*/ 4781371 w 7467600"/>
              <a:gd name="connsiteY485" fmla="*/ 4458604 h 6858000"/>
              <a:gd name="connsiteX486" fmla="*/ 4780440 w 7467600"/>
              <a:gd name="connsiteY486" fmla="*/ 4470290 h 6858000"/>
              <a:gd name="connsiteX487" fmla="*/ 4898954 w 7467600"/>
              <a:gd name="connsiteY487" fmla="*/ 4662092 h 6858000"/>
              <a:gd name="connsiteX488" fmla="*/ 4900699 w 7467600"/>
              <a:gd name="connsiteY488" fmla="*/ 4670867 h 6858000"/>
              <a:gd name="connsiteX489" fmla="*/ 5714511 w 7467600"/>
              <a:gd name="connsiteY489" fmla="*/ 4663483 h 6858000"/>
              <a:gd name="connsiteX490" fmla="*/ 5464793 w 7467600"/>
              <a:gd name="connsiteY490" fmla="*/ 4393556 h 6858000"/>
              <a:gd name="connsiteX491" fmla="*/ 5461897 w 7467600"/>
              <a:gd name="connsiteY491" fmla="*/ 4390879 h 6858000"/>
              <a:gd name="connsiteX492" fmla="*/ 4294126 w 7467600"/>
              <a:gd name="connsiteY492" fmla="*/ 3303048 h 6858000"/>
              <a:gd name="connsiteX493" fmla="*/ 4305321 w 7467600"/>
              <a:gd name="connsiteY493" fmla="*/ 3256953 h 6858000"/>
              <a:gd name="connsiteX494" fmla="*/ 4949299 w 7467600"/>
              <a:gd name="connsiteY494" fmla="*/ 3766336 h 6858000"/>
              <a:gd name="connsiteX495" fmla="*/ 5291452 w 7467600"/>
              <a:gd name="connsiteY495" fmla="*/ 4076801 h 6858000"/>
              <a:gd name="connsiteX496" fmla="*/ 5434998 w 7467600"/>
              <a:gd name="connsiteY496" fmla="*/ 4254100 h 6858000"/>
              <a:gd name="connsiteX497" fmla="*/ 5351015 w 7467600"/>
              <a:gd name="connsiteY497" fmla="*/ 3760989 h 6858000"/>
              <a:gd name="connsiteX498" fmla="*/ 5413780 w 7467600"/>
              <a:gd name="connsiteY498" fmla="*/ 2966265 h 6858000"/>
              <a:gd name="connsiteX499" fmla="*/ 5425627 w 7467600"/>
              <a:gd name="connsiteY499" fmla="*/ 2954192 h 6858000"/>
              <a:gd name="connsiteX500" fmla="*/ 6604735 w 7467600"/>
              <a:gd name="connsiteY500" fmla="*/ 2041381 h 6858000"/>
              <a:gd name="connsiteX501" fmla="*/ 7204487 w 7467600"/>
              <a:gd name="connsiteY501" fmla="*/ 2742112 h 6858000"/>
              <a:gd name="connsiteX502" fmla="*/ 7131592 w 7467600"/>
              <a:gd name="connsiteY502" fmla="*/ 2672096 h 6858000"/>
              <a:gd name="connsiteX503" fmla="*/ 6996344 w 7467600"/>
              <a:gd name="connsiteY503" fmla="*/ 2518310 h 6858000"/>
              <a:gd name="connsiteX504" fmla="*/ 6735495 w 7467600"/>
              <a:gd name="connsiteY504" fmla="*/ 2196890 h 6858000"/>
              <a:gd name="connsiteX505" fmla="*/ 6721901 w 7467600"/>
              <a:gd name="connsiteY505" fmla="*/ 2179274 h 6858000"/>
              <a:gd name="connsiteX506" fmla="*/ 6604735 w 7467600"/>
              <a:gd name="connsiteY506" fmla="*/ 2041381 h 6858000"/>
              <a:gd name="connsiteX507" fmla="*/ 6591670 w 7467600"/>
              <a:gd name="connsiteY507" fmla="*/ 1988277 h 6858000"/>
              <a:gd name="connsiteX508" fmla="*/ 6747349 w 7467600"/>
              <a:gd name="connsiteY508" fmla="*/ 2160069 h 6858000"/>
              <a:gd name="connsiteX509" fmla="*/ 6760943 w 7467600"/>
              <a:gd name="connsiteY509" fmla="*/ 2177686 h 6858000"/>
              <a:gd name="connsiteX510" fmla="*/ 7021065 w 7467600"/>
              <a:gd name="connsiteY510" fmla="*/ 2498102 h 6858000"/>
              <a:gd name="connsiteX511" fmla="*/ 7155223 w 7467600"/>
              <a:gd name="connsiteY511" fmla="*/ 2650386 h 6858000"/>
              <a:gd name="connsiteX512" fmla="*/ 7203167 w 7467600"/>
              <a:gd name="connsiteY512" fmla="*/ 2697288 h 6858000"/>
              <a:gd name="connsiteX513" fmla="*/ 6937703 w 7467600"/>
              <a:gd name="connsiteY513" fmla="*/ 2321981 h 6858000"/>
              <a:gd name="connsiteX514" fmla="*/ 6591670 w 7467600"/>
              <a:gd name="connsiteY514" fmla="*/ 1988277 h 6858000"/>
              <a:gd name="connsiteX515" fmla="*/ 5798671 w 7467600"/>
              <a:gd name="connsiteY515" fmla="*/ 1981601 h 6858000"/>
              <a:gd name="connsiteX516" fmla="*/ 5754709 w 7467600"/>
              <a:gd name="connsiteY516" fmla="*/ 2071454 h 6858000"/>
              <a:gd name="connsiteX517" fmla="*/ 5763044 w 7467600"/>
              <a:gd name="connsiteY517" fmla="*/ 2842206 h 6858000"/>
              <a:gd name="connsiteX518" fmla="*/ 5764974 w 7467600"/>
              <a:gd name="connsiteY518" fmla="*/ 2799609 h 6858000"/>
              <a:gd name="connsiteX519" fmla="*/ 5767665 w 7467600"/>
              <a:gd name="connsiteY519" fmla="*/ 2666409 h 6858000"/>
              <a:gd name="connsiteX520" fmla="*/ 5763055 w 7467600"/>
              <a:gd name="connsiteY520" fmla="*/ 2579705 h 6858000"/>
              <a:gd name="connsiteX521" fmla="*/ 5758079 w 7467600"/>
              <a:gd name="connsiteY521" fmla="*/ 2492508 h 6858000"/>
              <a:gd name="connsiteX522" fmla="*/ 5779325 w 7467600"/>
              <a:gd name="connsiteY522" fmla="*/ 2197069 h 6858000"/>
              <a:gd name="connsiteX523" fmla="*/ 5798671 w 7467600"/>
              <a:gd name="connsiteY523" fmla="*/ 1981601 h 6858000"/>
              <a:gd name="connsiteX524" fmla="*/ 5829202 w 7467600"/>
              <a:gd name="connsiteY524" fmla="*/ 1971679 h 6858000"/>
              <a:gd name="connsiteX525" fmla="*/ 5809558 w 7467600"/>
              <a:gd name="connsiteY525" fmla="*/ 2198043 h 6858000"/>
              <a:gd name="connsiteX526" fmla="*/ 5788653 w 7467600"/>
              <a:gd name="connsiteY526" fmla="*/ 2489430 h 6858000"/>
              <a:gd name="connsiteX527" fmla="*/ 5793439 w 7467600"/>
              <a:gd name="connsiteY527" fmla="*/ 2575235 h 6858000"/>
              <a:gd name="connsiteX528" fmla="*/ 5796837 w 7467600"/>
              <a:gd name="connsiteY528" fmla="*/ 2637633 h 6858000"/>
              <a:gd name="connsiteX529" fmla="*/ 5818614 w 7467600"/>
              <a:gd name="connsiteY529" fmla="*/ 2473055 h 6858000"/>
              <a:gd name="connsiteX530" fmla="*/ 5829202 w 7467600"/>
              <a:gd name="connsiteY530" fmla="*/ 1971679 h 6858000"/>
              <a:gd name="connsiteX531" fmla="*/ 5911389 w 7467600"/>
              <a:gd name="connsiteY531" fmla="*/ 1898371 h 6858000"/>
              <a:gd name="connsiteX532" fmla="*/ 6237627 w 7467600"/>
              <a:gd name="connsiteY532" fmla="*/ 2231921 h 6858000"/>
              <a:gd name="connsiteX533" fmla="*/ 5911389 w 7467600"/>
              <a:gd name="connsiteY533" fmla="*/ 1898371 h 6858000"/>
              <a:gd name="connsiteX534" fmla="*/ 6944437 w 7467600"/>
              <a:gd name="connsiteY534" fmla="*/ 1575402 h 6858000"/>
              <a:gd name="connsiteX535" fmla="*/ 6304730 w 7467600"/>
              <a:gd name="connsiteY535" fmla="*/ 1766654 h 6858000"/>
              <a:gd name="connsiteX536" fmla="*/ 6944437 w 7467600"/>
              <a:gd name="connsiteY536" fmla="*/ 1575402 h 6858000"/>
              <a:gd name="connsiteX537" fmla="*/ 7019523 w 7467600"/>
              <a:gd name="connsiteY537" fmla="*/ 1519450 h 6858000"/>
              <a:gd name="connsiteX538" fmla="*/ 6298091 w 7467600"/>
              <a:gd name="connsiteY538" fmla="*/ 1737122 h 6858000"/>
              <a:gd name="connsiteX539" fmla="*/ 7019523 w 7467600"/>
              <a:gd name="connsiteY539" fmla="*/ 1519450 h 6858000"/>
              <a:gd name="connsiteX540" fmla="*/ 2399523 w 7467600"/>
              <a:gd name="connsiteY540" fmla="*/ 1428234 h 6858000"/>
              <a:gd name="connsiteX541" fmla="*/ 2224982 w 7467600"/>
              <a:gd name="connsiteY541" fmla="*/ 1826201 h 6858000"/>
              <a:gd name="connsiteX542" fmla="*/ 2096099 w 7467600"/>
              <a:gd name="connsiteY542" fmla="*/ 2345900 h 6858000"/>
              <a:gd name="connsiteX543" fmla="*/ 2283317 w 7467600"/>
              <a:gd name="connsiteY543" fmla="*/ 1796925 h 6858000"/>
              <a:gd name="connsiteX544" fmla="*/ 2399523 w 7467600"/>
              <a:gd name="connsiteY544" fmla="*/ 1428234 h 6858000"/>
              <a:gd name="connsiteX545" fmla="*/ 2448558 w 7467600"/>
              <a:gd name="connsiteY545" fmla="*/ 1373435 h 6858000"/>
              <a:gd name="connsiteX546" fmla="*/ 2312521 w 7467600"/>
              <a:gd name="connsiteY546" fmla="*/ 1806140 h 6858000"/>
              <a:gd name="connsiteX547" fmla="*/ 2127533 w 7467600"/>
              <a:gd name="connsiteY547" fmla="*/ 2348380 h 6858000"/>
              <a:gd name="connsiteX548" fmla="*/ 2358080 w 7467600"/>
              <a:gd name="connsiteY548" fmla="*/ 1866134 h 6858000"/>
              <a:gd name="connsiteX549" fmla="*/ 2407436 w 7467600"/>
              <a:gd name="connsiteY549" fmla="*/ 1651070 h 6858000"/>
              <a:gd name="connsiteX550" fmla="*/ 2448558 w 7467600"/>
              <a:gd name="connsiteY550" fmla="*/ 1373435 h 6858000"/>
              <a:gd name="connsiteX551" fmla="*/ 278707 w 7467600"/>
              <a:gd name="connsiteY551" fmla="*/ 1352270 h 6858000"/>
              <a:gd name="connsiteX552" fmla="*/ 321570 w 7467600"/>
              <a:gd name="connsiteY552" fmla="*/ 1861610 h 6858000"/>
              <a:gd name="connsiteX553" fmla="*/ 294281 w 7467600"/>
              <a:gd name="connsiteY553" fmla="*/ 1440658 h 6858000"/>
              <a:gd name="connsiteX554" fmla="*/ 278707 w 7467600"/>
              <a:gd name="connsiteY554" fmla="*/ 1352270 h 6858000"/>
              <a:gd name="connsiteX555" fmla="*/ 1423821 w 7467600"/>
              <a:gd name="connsiteY555" fmla="*/ 1351958 h 6858000"/>
              <a:gd name="connsiteX556" fmla="*/ 1638521 w 7467600"/>
              <a:gd name="connsiteY556" fmla="*/ 1908470 h 6858000"/>
              <a:gd name="connsiteX557" fmla="*/ 1754199 w 7467600"/>
              <a:gd name="connsiteY557" fmla="*/ 2149284 h 6858000"/>
              <a:gd name="connsiteX558" fmla="*/ 1908359 w 7467600"/>
              <a:gd name="connsiteY558" fmla="*/ 2364988 h 6858000"/>
              <a:gd name="connsiteX559" fmla="*/ 1647661 w 7467600"/>
              <a:gd name="connsiteY559" fmla="*/ 1825945 h 6858000"/>
              <a:gd name="connsiteX560" fmla="*/ 1423821 w 7467600"/>
              <a:gd name="connsiteY560" fmla="*/ 1351958 h 6858000"/>
              <a:gd name="connsiteX561" fmla="*/ 1431890 w 7467600"/>
              <a:gd name="connsiteY561" fmla="*/ 1306475 h 6858000"/>
              <a:gd name="connsiteX562" fmla="*/ 1507597 w 7467600"/>
              <a:gd name="connsiteY562" fmla="*/ 1446132 h 6858000"/>
              <a:gd name="connsiteX563" fmla="*/ 1674586 w 7467600"/>
              <a:gd name="connsiteY563" fmla="*/ 1813832 h 6858000"/>
              <a:gd name="connsiteX564" fmla="*/ 1815950 w 7467600"/>
              <a:gd name="connsiteY564" fmla="*/ 2128564 h 6858000"/>
              <a:gd name="connsiteX565" fmla="*/ 1984242 w 7467600"/>
              <a:gd name="connsiteY565" fmla="*/ 2430829 h 6858000"/>
              <a:gd name="connsiteX566" fmla="*/ 2014023 w 7467600"/>
              <a:gd name="connsiteY566" fmla="*/ 2450995 h 6858000"/>
              <a:gd name="connsiteX567" fmla="*/ 1747337 w 7467600"/>
              <a:gd name="connsiteY567" fmla="*/ 1855264 h 6858000"/>
              <a:gd name="connsiteX568" fmla="*/ 1533749 w 7467600"/>
              <a:gd name="connsiteY568" fmla="*/ 1478656 h 6858000"/>
              <a:gd name="connsiteX569" fmla="*/ 1431890 w 7467600"/>
              <a:gd name="connsiteY569" fmla="*/ 1306475 h 6858000"/>
              <a:gd name="connsiteX570" fmla="*/ 5052692 w 7467600"/>
              <a:gd name="connsiteY570" fmla="*/ 1292994 h 6858000"/>
              <a:gd name="connsiteX571" fmla="*/ 5200661 w 7467600"/>
              <a:gd name="connsiteY571" fmla="*/ 1635186 h 6858000"/>
              <a:gd name="connsiteX572" fmla="*/ 5297138 w 7467600"/>
              <a:gd name="connsiteY572" fmla="*/ 1906351 h 6858000"/>
              <a:gd name="connsiteX573" fmla="*/ 5052692 w 7467600"/>
              <a:gd name="connsiteY573" fmla="*/ 1292994 h 6858000"/>
              <a:gd name="connsiteX574" fmla="*/ 5009948 w 7467600"/>
              <a:gd name="connsiteY574" fmla="*/ 1273619 h 6858000"/>
              <a:gd name="connsiteX575" fmla="*/ 5121777 w 7467600"/>
              <a:gd name="connsiteY575" fmla="*/ 1654213 h 6858000"/>
              <a:gd name="connsiteX576" fmla="*/ 5293545 w 7467600"/>
              <a:gd name="connsiteY576" fmla="*/ 2072247 h 6858000"/>
              <a:gd name="connsiteX577" fmla="*/ 5294042 w 7467600"/>
              <a:gd name="connsiteY577" fmla="*/ 2065019 h 6858000"/>
              <a:gd name="connsiteX578" fmla="*/ 5171936 w 7467600"/>
              <a:gd name="connsiteY578" fmla="*/ 1647613 h 6858000"/>
              <a:gd name="connsiteX579" fmla="*/ 5009948 w 7467600"/>
              <a:gd name="connsiteY579" fmla="*/ 1273619 h 6858000"/>
              <a:gd name="connsiteX580" fmla="*/ 655236 w 7467600"/>
              <a:gd name="connsiteY580" fmla="*/ 1268632 h 6858000"/>
              <a:gd name="connsiteX581" fmla="*/ 839521 w 7467600"/>
              <a:gd name="connsiteY581" fmla="*/ 1685315 h 6858000"/>
              <a:gd name="connsiteX582" fmla="*/ 1109416 w 7467600"/>
              <a:gd name="connsiteY582" fmla="*/ 2061663 h 6858000"/>
              <a:gd name="connsiteX583" fmla="*/ 1298300 w 7467600"/>
              <a:gd name="connsiteY583" fmla="*/ 2247742 h 6858000"/>
              <a:gd name="connsiteX584" fmla="*/ 1125871 w 7467600"/>
              <a:gd name="connsiteY584" fmla="*/ 1989513 h 6858000"/>
              <a:gd name="connsiteX585" fmla="*/ 981574 w 7467600"/>
              <a:gd name="connsiteY585" fmla="*/ 1783157 h 6858000"/>
              <a:gd name="connsiteX586" fmla="*/ 922198 w 7467600"/>
              <a:gd name="connsiteY586" fmla="*/ 1677437 h 6858000"/>
              <a:gd name="connsiteX587" fmla="*/ 869293 w 7467600"/>
              <a:gd name="connsiteY587" fmla="*/ 1583214 h 6858000"/>
              <a:gd name="connsiteX588" fmla="*/ 751431 w 7467600"/>
              <a:gd name="connsiteY588" fmla="*/ 1405731 h 6858000"/>
              <a:gd name="connsiteX589" fmla="*/ 655236 w 7467600"/>
              <a:gd name="connsiteY589" fmla="*/ 1268632 h 6858000"/>
              <a:gd name="connsiteX590" fmla="*/ 6516292 w 7467600"/>
              <a:gd name="connsiteY590" fmla="*/ 1263064 h 6858000"/>
              <a:gd name="connsiteX591" fmla="*/ 5736320 w 7467600"/>
              <a:gd name="connsiteY591" fmla="*/ 1501803 h 6858000"/>
              <a:gd name="connsiteX592" fmla="*/ 6516292 w 7467600"/>
              <a:gd name="connsiteY592" fmla="*/ 1263064 h 6858000"/>
              <a:gd name="connsiteX593" fmla="*/ 291466 w 7467600"/>
              <a:gd name="connsiteY593" fmla="*/ 1250369 h 6858000"/>
              <a:gd name="connsiteX594" fmla="*/ 323180 w 7467600"/>
              <a:gd name="connsiteY594" fmla="*/ 1435283 h 6858000"/>
              <a:gd name="connsiteX595" fmla="*/ 349381 w 7467600"/>
              <a:gd name="connsiteY595" fmla="*/ 1875041 h 6858000"/>
              <a:gd name="connsiteX596" fmla="*/ 374363 w 7467600"/>
              <a:gd name="connsiteY596" fmla="*/ 1506494 h 6858000"/>
              <a:gd name="connsiteX597" fmla="*/ 302168 w 7467600"/>
              <a:gd name="connsiteY597" fmla="*/ 1274495 h 6858000"/>
              <a:gd name="connsiteX598" fmla="*/ 291466 w 7467600"/>
              <a:gd name="connsiteY598" fmla="*/ 1250369 h 6858000"/>
              <a:gd name="connsiteX599" fmla="*/ 678222 w 7467600"/>
              <a:gd name="connsiteY599" fmla="*/ 1248670 h 6858000"/>
              <a:gd name="connsiteX600" fmla="*/ 775536 w 7467600"/>
              <a:gd name="connsiteY600" fmla="*/ 1388015 h 6858000"/>
              <a:gd name="connsiteX601" fmla="*/ 894529 w 7467600"/>
              <a:gd name="connsiteY601" fmla="*/ 1567739 h 6858000"/>
              <a:gd name="connsiteX602" fmla="*/ 948000 w 7467600"/>
              <a:gd name="connsiteY602" fmla="*/ 1663088 h 6858000"/>
              <a:gd name="connsiteX603" fmla="*/ 1006812 w 7467600"/>
              <a:gd name="connsiteY603" fmla="*/ 1767683 h 6858000"/>
              <a:gd name="connsiteX604" fmla="*/ 1149133 w 7467600"/>
              <a:gd name="connsiteY604" fmla="*/ 1971513 h 6858000"/>
              <a:gd name="connsiteX605" fmla="*/ 1333952 w 7467600"/>
              <a:gd name="connsiteY605" fmla="*/ 2251620 h 6858000"/>
              <a:gd name="connsiteX606" fmla="*/ 1337329 w 7467600"/>
              <a:gd name="connsiteY606" fmla="*/ 2258350 h 6858000"/>
              <a:gd name="connsiteX607" fmla="*/ 1014726 w 7467600"/>
              <a:gd name="connsiteY607" fmla="*/ 1615556 h 6858000"/>
              <a:gd name="connsiteX608" fmla="*/ 678222 w 7467600"/>
              <a:gd name="connsiteY608" fmla="*/ 1248670 h 6858000"/>
              <a:gd name="connsiteX609" fmla="*/ 6691602 w 7467600"/>
              <a:gd name="connsiteY609" fmla="*/ 1140573 h 6858000"/>
              <a:gd name="connsiteX610" fmla="*/ 6571100 w 7467600"/>
              <a:gd name="connsiteY610" fmla="*/ 1183662 h 6858000"/>
              <a:gd name="connsiteX611" fmla="*/ 6241687 w 7467600"/>
              <a:gd name="connsiteY611" fmla="*/ 1257600 h 6858000"/>
              <a:gd name="connsiteX612" fmla="*/ 5693009 w 7467600"/>
              <a:gd name="connsiteY612" fmla="*/ 1478256 h 6858000"/>
              <a:gd name="connsiteX613" fmla="*/ 6548420 w 7467600"/>
              <a:gd name="connsiteY613" fmla="*/ 1214599 h 6858000"/>
              <a:gd name="connsiteX614" fmla="*/ 6605473 w 7467600"/>
              <a:gd name="connsiteY614" fmla="*/ 1184686 h 6858000"/>
              <a:gd name="connsiteX615" fmla="*/ 6691602 w 7467600"/>
              <a:gd name="connsiteY615" fmla="*/ 1140573 h 6858000"/>
              <a:gd name="connsiteX616" fmla="*/ 4002475 w 7467600"/>
              <a:gd name="connsiteY616" fmla="*/ 1037802 h 6858000"/>
              <a:gd name="connsiteX617" fmla="*/ 4000324 w 7467600"/>
              <a:gd name="connsiteY617" fmla="*/ 1039362 h 6858000"/>
              <a:gd name="connsiteX618" fmla="*/ 4002862 w 7467600"/>
              <a:gd name="connsiteY618" fmla="*/ 1042866 h 6858000"/>
              <a:gd name="connsiteX619" fmla="*/ 4002475 w 7467600"/>
              <a:gd name="connsiteY619" fmla="*/ 1037802 h 6858000"/>
              <a:gd name="connsiteX620" fmla="*/ 506322 w 7467600"/>
              <a:gd name="connsiteY620" fmla="*/ 1020997 h 6858000"/>
              <a:gd name="connsiteX621" fmla="*/ 533068 w 7467600"/>
              <a:gd name="connsiteY621" fmla="*/ 1029409 h 6858000"/>
              <a:gd name="connsiteX622" fmla="*/ 1232525 w 7467600"/>
              <a:gd name="connsiteY622" fmla="*/ 1804675 h 6858000"/>
              <a:gd name="connsiteX623" fmla="*/ 1388858 w 7467600"/>
              <a:gd name="connsiteY623" fmla="*/ 2368011 h 6858000"/>
              <a:gd name="connsiteX624" fmla="*/ 1384098 w 7467600"/>
              <a:gd name="connsiteY624" fmla="*/ 2378125 h 6858000"/>
              <a:gd name="connsiteX625" fmla="*/ 1425393 w 7467600"/>
              <a:gd name="connsiteY625" fmla="*/ 2589124 h 6858000"/>
              <a:gd name="connsiteX626" fmla="*/ 1424001 w 7467600"/>
              <a:gd name="connsiteY626" fmla="*/ 2597541 h 6858000"/>
              <a:gd name="connsiteX627" fmla="*/ 2152729 w 7467600"/>
              <a:gd name="connsiteY627" fmla="*/ 2864487 h 6858000"/>
              <a:gd name="connsiteX628" fmla="*/ 2020609 w 7467600"/>
              <a:gd name="connsiteY628" fmla="*/ 2539671 h 6858000"/>
              <a:gd name="connsiteX629" fmla="*/ 2018920 w 7467600"/>
              <a:gd name="connsiteY629" fmla="*/ 2536309 h 6858000"/>
              <a:gd name="connsiteX630" fmla="*/ 1342441 w 7467600"/>
              <a:gd name="connsiteY630" fmla="*/ 1173017 h 6858000"/>
              <a:gd name="connsiteX631" fmla="*/ 1367925 w 7467600"/>
              <a:gd name="connsiteY631" fmla="*/ 1135648 h 6858000"/>
              <a:gd name="connsiteX632" fmla="*/ 1771401 w 7467600"/>
              <a:gd name="connsiteY632" fmla="*/ 1806673 h 6858000"/>
              <a:gd name="connsiteX633" fmla="*/ 1972385 w 7467600"/>
              <a:gd name="connsiteY633" fmla="*/ 2198735 h 6858000"/>
              <a:gd name="connsiteX634" fmla="*/ 2040892 w 7467600"/>
              <a:gd name="connsiteY634" fmla="*/ 2405205 h 6858000"/>
              <a:gd name="connsiteX635" fmla="*/ 2131689 w 7467600"/>
              <a:gd name="connsiteY635" fmla="*/ 1936926 h 6858000"/>
              <a:gd name="connsiteX636" fmla="*/ 2454820 w 7467600"/>
              <a:gd name="connsiteY636" fmla="*/ 1248808 h 6858000"/>
              <a:gd name="connsiteX637" fmla="*/ 2492512 w 7467600"/>
              <a:gd name="connsiteY637" fmla="*/ 1302920 h 6858000"/>
              <a:gd name="connsiteX638" fmla="*/ 2081216 w 7467600"/>
              <a:gd name="connsiteY638" fmla="*/ 2527513 h 6858000"/>
              <a:gd name="connsiteX639" fmla="*/ 2081211 w 7467600"/>
              <a:gd name="connsiteY639" fmla="*/ 2528916 h 6858000"/>
              <a:gd name="connsiteX640" fmla="*/ 2199067 w 7467600"/>
              <a:gd name="connsiteY640" fmla="*/ 2884061 h 6858000"/>
              <a:gd name="connsiteX641" fmla="*/ 3192586 w 7467600"/>
              <a:gd name="connsiteY641" fmla="*/ 3411496 h 6858000"/>
              <a:gd name="connsiteX642" fmla="*/ 3182620 w 7467600"/>
              <a:gd name="connsiteY642" fmla="*/ 3483279 h 6858000"/>
              <a:gd name="connsiteX643" fmla="*/ 2435119 w 7467600"/>
              <a:gd name="connsiteY643" fmla="*/ 3080173 h 6858000"/>
              <a:gd name="connsiteX644" fmla="*/ 2410152 w 7467600"/>
              <a:gd name="connsiteY644" fmla="*/ 3063751 h 6858000"/>
              <a:gd name="connsiteX645" fmla="*/ 2408099 w 7467600"/>
              <a:gd name="connsiteY645" fmla="*/ 3064403 h 6858000"/>
              <a:gd name="connsiteX646" fmla="*/ 2407218 w 7467600"/>
              <a:gd name="connsiteY646" fmla="*/ 3070324 h 6858000"/>
              <a:gd name="connsiteX647" fmla="*/ 2380138 w 7467600"/>
              <a:gd name="connsiteY647" fmla="*/ 3099341 h 6858000"/>
              <a:gd name="connsiteX648" fmla="*/ 1765923 w 7467600"/>
              <a:gd name="connsiteY648" fmla="*/ 3581043 h 6858000"/>
              <a:gd name="connsiteX649" fmla="*/ 1702258 w 7467600"/>
              <a:gd name="connsiteY649" fmla="*/ 3612286 h 6858000"/>
              <a:gd name="connsiteX650" fmla="*/ 1538370 w 7467600"/>
              <a:gd name="connsiteY650" fmla="*/ 3811804 h 6858000"/>
              <a:gd name="connsiteX651" fmla="*/ 542867 w 7467600"/>
              <a:gd name="connsiteY651" fmla="*/ 4944092 h 6858000"/>
              <a:gd name="connsiteX652" fmla="*/ 515800 w 7467600"/>
              <a:gd name="connsiteY652" fmla="*/ 4862180 h 6858000"/>
              <a:gd name="connsiteX653" fmla="*/ 909145 w 7467600"/>
              <a:gd name="connsiteY653" fmla="*/ 4199225 h 6858000"/>
              <a:gd name="connsiteX654" fmla="*/ 1214067 w 7467600"/>
              <a:gd name="connsiteY654" fmla="*/ 3908561 h 6858000"/>
              <a:gd name="connsiteX655" fmla="*/ 640967 w 7467600"/>
              <a:gd name="connsiteY655" fmla="*/ 4105601 h 6858000"/>
              <a:gd name="connsiteX656" fmla="*/ 112563 w 7467600"/>
              <a:gd name="connsiteY656" fmla="*/ 4396952 h 6858000"/>
              <a:gd name="connsiteX657" fmla="*/ 0 w 7467600"/>
              <a:gd name="connsiteY657" fmla="*/ 4466006 h 6858000"/>
              <a:gd name="connsiteX658" fmla="*/ 0 w 7467600"/>
              <a:gd name="connsiteY658" fmla="*/ 4233763 h 6858000"/>
              <a:gd name="connsiteX659" fmla="*/ 36881 w 7467600"/>
              <a:gd name="connsiteY659" fmla="*/ 4200118 h 6858000"/>
              <a:gd name="connsiteX660" fmla="*/ 910534 w 7467600"/>
              <a:gd name="connsiteY660" fmla="*/ 3629753 h 6858000"/>
              <a:gd name="connsiteX661" fmla="*/ 1578717 w 7467600"/>
              <a:gd name="connsiteY661" fmla="*/ 3575982 h 6858000"/>
              <a:gd name="connsiteX662" fmla="*/ 2338780 w 7467600"/>
              <a:gd name="connsiteY662" fmla="*/ 3033725 h 6858000"/>
              <a:gd name="connsiteX663" fmla="*/ 1807991 w 7467600"/>
              <a:gd name="connsiteY663" fmla="*/ 2807184 h 6858000"/>
              <a:gd name="connsiteX664" fmla="*/ 1416358 w 7467600"/>
              <a:gd name="connsiteY664" fmla="*/ 3112571 h 6858000"/>
              <a:gd name="connsiteX665" fmla="*/ 939066 w 7467600"/>
              <a:gd name="connsiteY665" fmla="*/ 3378798 h 6858000"/>
              <a:gd name="connsiteX666" fmla="*/ 115099 w 7467600"/>
              <a:gd name="connsiteY666" fmla="*/ 3607650 h 6858000"/>
              <a:gd name="connsiteX667" fmla="*/ 97284 w 7467600"/>
              <a:gd name="connsiteY667" fmla="*/ 3520393 h 6858000"/>
              <a:gd name="connsiteX668" fmla="*/ 922050 w 7467600"/>
              <a:gd name="connsiteY668" fmla="*/ 3074867 h 6858000"/>
              <a:gd name="connsiteX669" fmla="*/ 1405265 w 7467600"/>
              <a:gd name="connsiteY669" fmla="*/ 3016319 h 6858000"/>
              <a:gd name="connsiteX670" fmla="*/ 1407512 w 7467600"/>
              <a:gd name="connsiteY670" fmla="*/ 3018001 h 6858000"/>
              <a:gd name="connsiteX671" fmla="*/ 1726266 w 7467600"/>
              <a:gd name="connsiteY671" fmla="*/ 2777274 h 6858000"/>
              <a:gd name="connsiteX672" fmla="*/ 625390 w 7467600"/>
              <a:gd name="connsiteY672" fmla="*/ 2514541 h 6858000"/>
              <a:gd name="connsiteX673" fmla="*/ 619799 w 7467600"/>
              <a:gd name="connsiteY673" fmla="*/ 2527180 h 6858000"/>
              <a:gd name="connsiteX674" fmla="*/ 310030 w 7467600"/>
              <a:gd name="connsiteY674" fmla="*/ 2771818 h 6858000"/>
              <a:gd name="connsiteX675" fmla="*/ 173877 w 7467600"/>
              <a:gd name="connsiteY675" fmla="*/ 2937056 h 6858000"/>
              <a:gd name="connsiteX676" fmla="*/ 77889 w 7467600"/>
              <a:gd name="connsiteY676" fmla="*/ 3138440 h 6858000"/>
              <a:gd name="connsiteX677" fmla="*/ 0 w 7467600"/>
              <a:gd name="connsiteY677" fmla="*/ 3271395 h 6858000"/>
              <a:gd name="connsiteX678" fmla="*/ 0 w 7467600"/>
              <a:gd name="connsiteY678" fmla="*/ 3153002 h 6858000"/>
              <a:gd name="connsiteX679" fmla="*/ 2386 w 7467600"/>
              <a:gd name="connsiteY679" fmla="*/ 3149203 h 6858000"/>
              <a:gd name="connsiteX680" fmla="*/ 89753 w 7467600"/>
              <a:gd name="connsiteY680" fmla="*/ 2987702 h 6858000"/>
              <a:gd name="connsiteX681" fmla="*/ 76869 w 7467600"/>
              <a:gd name="connsiteY681" fmla="*/ 3005404 h 6858000"/>
              <a:gd name="connsiteX682" fmla="*/ 32049 w 7467600"/>
              <a:gd name="connsiteY682" fmla="*/ 3065814 h 6858000"/>
              <a:gd name="connsiteX683" fmla="*/ 0 w 7467600"/>
              <a:gd name="connsiteY683" fmla="*/ 3108744 h 6858000"/>
              <a:gd name="connsiteX684" fmla="*/ 0 w 7467600"/>
              <a:gd name="connsiteY684" fmla="*/ 3058059 h 6858000"/>
              <a:gd name="connsiteX685" fmla="*/ 7610 w 7467600"/>
              <a:gd name="connsiteY685" fmla="*/ 3047889 h 6858000"/>
              <a:gd name="connsiteX686" fmla="*/ 52419 w 7467600"/>
              <a:gd name="connsiteY686" fmla="*/ 2987479 h 6858000"/>
              <a:gd name="connsiteX687" fmla="*/ 59142 w 7467600"/>
              <a:gd name="connsiteY687" fmla="*/ 2978488 h 6858000"/>
              <a:gd name="connsiteX688" fmla="*/ 0 w 7467600"/>
              <a:gd name="connsiteY688" fmla="*/ 3015334 h 6858000"/>
              <a:gd name="connsiteX689" fmla="*/ 0 w 7467600"/>
              <a:gd name="connsiteY689" fmla="*/ 2914286 h 6858000"/>
              <a:gd name="connsiteX690" fmla="*/ 36383 w 7467600"/>
              <a:gd name="connsiteY690" fmla="*/ 2901128 h 6858000"/>
              <a:gd name="connsiteX691" fmla="*/ 156329 w 7467600"/>
              <a:gd name="connsiteY691" fmla="*/ 2840533 h 6858000"/>
              <a:gd name="connsiteX692" fmla="*/ 358355 w 7467600"/>
              <a:gd name="connsiteY692" fmla="*/ 2620471 h 6858000"/>
              <a:gd name="connsiteX693" fmla="*/ 510577 w 7467600"/>
              <a:gd name="connsiteY693" fmla="*/ 2501244 h 6858000"/>
              <a:gd name="connsiteX694" fmla="*/ 211967 w 7467600"/>
              <a:gd name="connsiteY694" fmla="*/ 2479171 h 6858000"/>
              <a:gd name="connsiteX695" fmla="*/ 0 w 7467600"/>
              <a:gd name="connsiteY695" fmla="*/ 2476398 h 6858000"/>
              <a:gd name="connsiteX696" fmla="*/ 0 w 7467600"/>
              <a:gd name="connsiteY696" fmla="*/ 2389189 h 6858000"/>
              <a:gd name="connsiteX697" fmla="*/ 103062 w 7467600"/>
              <a:gd name="connsiteY697" fmla="*/ 2389518 h 6858000"/>
              <a:gd name="connsiteX698" fmla="*/ 510734 w 7467600"/>
              <a:gd name="connsiteY698" fmla="*/ 2416201 h 6858000"/>
              <a:gd name="connsiteX699" fmla="*/ 279257 w 7467600"/>
              <a:gd name="connsiteY699" fmla="*/ 2092102 h 6858000"/>
              <a:gd name="connsiteX700" fmla="*/ 65265 w 7467600"/>
              <a:gd name="connsiteY700" fmla="*/ 2006049 h 6858000"/>
              <a:gd name="connsiteX701" fmla="*/ 0 w 7467600"/>
              <a:gd name="connsiteY701" fmla="*/ 1982532 h 6858000"/>
              <a:gd name="connsiteX702" fmla="*/ 0 w 7467600"/>
              <a:gd name="connsiteY702" fmla="*/ 1912789 h 6858000"/>
              <a:gd name="connsiteX703" fmla="*/ 97460 w 7467600"/>
              <a:gd name="connsiteY703" fmla="*/ 1953725 h 6858000"/>
              <a:gd name="connsiteX704" fmla="*/ 221272 w 7467600"/>
              <a:gd name="connsiteY704" fmla="*/ 1980766 h 6858000"/>
              <a:gd name="connsiteX705" fmla="*/ 116765 w 7467600"/>
              <a:gd name="connsiteY705" fmla="*/ 1911033 h 6858000"/>
              <a:gd name="connsiteX706" fmla="*/ 16405 w 7467600"/>
              <a:gd name="connsiteY706" fmla="*/ 1803412 h 6858000"/>
              <a:gd name="connsiteX707" fmla="*/ 0 w 7467600"/>
              <a:gd name="connsiteY707" fmla="*/ 1784777 h 6858000"/>
              <a:gd name="connsiteX708" fmla="*/ 0 w 7467600"/>
              <a:gd name="connsiteY708" fmla="*/ 1740082 h 6858000"/>
              <a:gd name="connsiteX709" fmla="*/ 39394 w 7467600"/>
              <a:gd name="connsiteY709" fmla="*/ 1784856 h 6858000"/>
              <a:gd name="connsiteX710" fmla="*/ 135813 w 7467600"/>
              <a:gd name="connsiteY710" fmla="*/ 1888838 h 6858000"/>
              <a:gd name="connsiteX711" fmla="*/ 242575 w 7467600"/>
              <a:gd name="connsiteY711" fmla="*/ 1958841 h 6858000"/>
              <a:gd name="connsiteX712" fmla="*/ 82197 w 7467600"/>
              <a:gd name="connsiteY712" fmla="*/ 1754826 h 6858000"/>
              <a:gd name="connsiteX713" fmla="*/ 0 w 7467600"/>
              <a:gd name="connsiteY713" fmla="*/ 1679650 h 6858000"/>
              <a:gd name="connsiteX714" fmla="*/ 0 w 7467600"/>
              <a:gd name="connsiteY714" fmla="*/ 1602463 h 6858000"/>
              <a:gd name="connsiteX715" fmla="*/ 84689 w 7467600"/>
              <a:gd name="connsiteY715" fmla="*/ 1677442 h 6858000"/>
              <a:gd name="connsiteX716" fmla="*/ 298437 w 7467600"/>
              <a:gd name="connsiteY716" fmla="*/ 1968019 h 6858000"/>
              <a:gd name="connsiteX717" fmla="*/ 227269 w 7467600"/>
              <a:gd name="connsiteY717" fmla="*/ 1114064 h 6858000"/>
              <a:gd name="connsiteX718" fmla="*/ 248003 w 7467600"/>
              <a:gd name="connsiteY718" fmla="*/ 1089613 h 6858000"/>
              <a:gd name="connsiteX719" fmla="*/ 427020 w 7467600"/>
              <a:gd name="connsiteY719" fmla="*/ 1619803 h 6858000"/>
              <a:gd name="connsiteX720" fmla="*/ 340345 w 7467600"/>
              <a:gd name="connsiteY720" fmla="*/ 2027739 h 6858000"/>
              <a:gd name="connsiteX721" fmla="*/ 360865 w 7467600"/>
              <a:gd name="connsiteY721" fmla="*/ 2044827 h 6858000"/>
              <a:gd name="connsiteX722" fmla="*/ 560414 w 7467600"/>
              <a:gd name="connsiteY722" fmla="*/ 2421457 h 6858000"/>
              <a:gd name="connsiteX723" fmla="*/ 1359703 w 7467600"/>
              <a:gd name="connsiteY723" fmla="*/ 2578554 h 6858000"/>
              <a:gd name="connsiteX724" fmla="*/ 1359422 w 7467600"/>
              <a:gd name="connsiteY724" fmla="*/ 2577994 h 6858000"/>
              <a:gd name="connsiteX725" fmla="*/ 828701 w 7467600"/>
              <a:gd name="connsiteY725" fmla="*/ 1839520 h 6858000"/>
              <a:gd name="connsiteX726" fmla="*/ 494427 w 7467600"/>
              <a:gd name="connsiteY726" fmla="*/ 1092333 h 6858000"/>
              <a:gd name="connsiteX727" fmla="*/ 506322 w 7467600"/>
              <a:gd name="connsiteY727" fmla="*/ 1020997 h 6858000"/>
              <a:gd name="connsiteX728" fmla="*/ 4570198 w 7467600"/>
              <a:gd name="connsiteY728" fmla="*/ 978081 h 6858000"/>
              <a:gd name="connsiteX729" fmla="*/ 4523691 w 7467600"/>
              <a:gd name="connsiteY729" fmla="*/ 1127776 h 6858000"/>
              <a:gd name="connsiteX730" fmla="*/ 4509875 w 7467600"/>
              <a:gd name="connsiteY730" fmla="*/ 1167552 h 6858000"/>
              <a:gd name="connsiteX731" fmla="*/ 4478168 w 7467600"/>
              <a:gd name="connsiteY731" fmla="*/ 1260735 h 6858000"/>
              <a:gd name="connsiteX732" fmla="*/ 4409309 w 7467600"/>
              <a:gd name="connsiteY732" fmla="*/ 1666996 h 6858000"/>
              <a:gd name="connsiteX733" fmla="*/ 4370031 w 7467600"/>
              <a:gd name="connsiteY733" fmla="*/ 1955666 h 6858000"/>
              <a:gd name="connsiteX734" fmla="*/ 4570198 w 7467600"/>
              <a:gd name="connsiteY734" fmla="*/ 978081 h 6858000"/>
              <a:gd name="connsiteX735" fmla="*/ 4557898 w 7467600"/>
              <a:gd name="connsiteY735" fmla="*/ 900011 h 6858000"/>
              <a:gd name="connsiteX736" fmla="*/ 4344840 w 7467600"/>
              <a:gd name="connsiteY736" fmla="*/ 1922038 h 6858000"/>
              <a:gd name="connsiteX737" fmla="*/ 4378710 w 7467600"/>
              <a:gd name="connsiteY737" fmla="*/ 1665516 h 6858000"/>
              <a:gd name="connsiteX738" fmla="*/ 4448798 w 7467600"/>
              <a:gd name="connsiteY738" fmla="*/ 1253024 h 6858000"/>
              <a:gd name="connsiteX739" fmla="*/ 4480315 w 7467600"/>
              <a:gd name="connsiteY739" fmla="*/ 1158454 h 6858000"/>
              <a:gd name="connsiteX740" fmla="*/ 4494133 w 7467600"/>
              <a:gd name="connsiteY740" fmla="*/ 1118676 h 6858000"/>
              <a:gd name="connsiteX741" fmla="*/ 4557898 w 7467600"/>
              <a:gd name="connsiteY741" fmla="*/ 900011 h 6858000"/>
              <a:gd name="connsiteX742" fmla="*/ 5870151 w 7467600"/>
              <a:gd name="connsiteY742" fmla="*/ 898890 h 6858000"/>
              <a:gd name="connsiteX743" fmla="*/ 5861335 w 7467600"/>
              <a:gd name="connsiteY743" fmla="*/ 899177 h 6858000"/>
              <a:gd name="connsiteX744" fmla="*/ 5843702 w 7467600"/>
              <a:gd name="connsiteY744" fmla="*/ 899748 h 6858000"/>
              <a:gd name="connsiteX745" fmla="*/ 5651107 w 7467600"/>
              <a:gd name="connsiteY745" fmla="*/ 920306 h 6858000"/>
              <a:gd name="connsiteX746" fmla="*/ 5459407 w 7467600"/>
              <a:gd name="connsiteY746" fmla="*/ 940975 h 6858000"/>
              <a:gd name="connsiteX747" fmla="*/ 5374846 w 7467600"/>
              <a:gd name="connsiteY747" fmla="*/ 941988 h 6858000"/>
              <a:gd name="connsiteX748" fmla="*/ 5256105 w 7467600"/>
              <a:gd name="connsiteY748" fmla="*/ 945632 h 6858000"/>
              <a:gd name="connsiteX749" fmla="*/ 5107071 w 7467600"/>
              <a:gd name="connsiteY749" fmla="*/ 969720 h 6858000"/>
              <a:gd name="connsiteX750" fmla="*/ 4998681 w 7467600"/>
              <a:gd name="connsiteY750" fmla="*/ 988771 h 6858000"/>
              <a:gd name="connsiteX751" fmla="*/ 5870151 w 7467600"/>
              <a:gd name="connsiteY751" fmla="*/ 898890 h 6858000"/>
              <a:gd name="connsiteX752" fmla="*/ 5504425 w 7467600"/>
              <a:gd name="connsiteY752" fmla="*/ 848067 h 6858000"/>
              <a:gd name="connsiteX753" fmla="*/ 4968849 w 7467600"/>
              <a:gd name="connsiteY753" fmla="*/ 962318 h 6858000"/>
              <a:gd name="connsiteX754" fmla="*/ 5104039 w 7467600"/>
              <a:gd name="connsiteY754" fmla="*/ 940634 h 6858000"/>
              <a:gd name="connsiteX755" fmla="*/ 5256311 w 7467600"/>
              <a:gd name="connsiteY755" fmla="*/ 916490 h 6858000"/>
              <a:gd name="connsiteX756" fmla="*/ 5377381 w 7467600"/>
              <a:gd name="connsiteY756" fmla="*/ 912671 h 6858000"/>
              <a:gd name="connsiteX757" fmla="*/ 5460148 w 7467600"/>
              <a:gd name="connsiteY757" fmla="*/ 911442 h 6858000"/>
              <a:gd name="connsiteX758" fmla="*/ 5648971 w 7467600"/>
              <a:gd name="connsiteY758" fmla="*/ 891331 h 6858000"/>
              <a:gd name="connsiteX759" fmla="*/ 5844807 w 7467600"/>
              <a:gd name="connsiteY759" fmla="*/ 870718 h 6858000"/>
              <a:gd name="connsiteX760" fmla="*/ 5862975 w 7467600"/>
              <a:gd name="connsiteY760" fmla="*/ 869756 h 6858000"/>
              <a:gd name="connsiteX761" fmla="*/ 5920887 w 7467600"/>
              <a:gd name="connsiteY761" fmla="*/ 865929 h 6858000"/>
              <a:gd name="connsiteX762" fmla="*/ 5504425 w 7467600"/>
              <a:gd name="connsiteY762" fmla="*/ 848067 h 6858000"/>
              <a:gd name="connsiteX763" fmla="*/ 3607114 w 7467600"/>
              <a:gd name="connsiteY763" fmla="*/ 467441 h 6858000"/>
              <a:gd name="connsiteX764" fmla="*/ 3296242 w 7467600"/>
              <a:gd name="connsiteY764" fmla="*/ 807991 h 6858000"/>
              <a:gd name="connsiteX765" fmla="*/ 3174674 w 7467600"/>
              <a:gd name="connsiteY765" fmla="*/ 919759 h 6858000"/>
              <a:gd name="connsiteX766" fmla="*/ 3042978 w 7467600"/>
              <a:gd name="connsiteY766" fmla="*/ 1054894 h 6858000"/>
              <a:gd name="connsiteX767" fmla="*/ 2968914 w 7467600"/>
              <a:gd name="connsiteY767" fmla="*/ 1133756 h 6858000"/>
              <a:gd name="connsiteX768" fmla="*/ 3103823 w 7467600"/>
              <a:gd name="connsiteY768" fmla="*/ 1026814 h 6858000"/>
              <a:gd name="connsiteX769" fmla="*/ 3607114 w 7467600"/>
              <a:gd name="connsiteY769" fmla="*/ 467441 h 6858000"/>
              <a:gd name="connsiteX770" fmla="*/ 3744487 w 7467600"/>
              <a:gd name="connsiteY770" fmla="*/ 383136 h 6858000"/>
              <a:gd name="connsiteX771" fmla="*/ 3970213 w 7467600"/>
              <a:gd name="connsiteY771" fmla="*/ 995559 h 6858000"/>
              <a:gd name="connsiteX772" fmla="*/ 3744487 w 7467600"/>
              <a:gd name="connsiteY772" fmla="*/ 383136 h 6858000"/>
              <a:gd name="connsiteX773" fmla="*/ 3624562 w 7467600"/>
              <a:gd name="connsiteY773" fmla="*/ 367041 h 6858000"/>
              <a:gd name="connsiteX774" fmla="*/ 3489712 w 7467600"/>
              <a:gd name="connsiteY774" fmla="*/ 485386 h 6858000"/>
              <a:gd name="connsiteX775" fmla="*/ 3182994 w 7467600"/>
              <a:gd name="connsiteY775" fmla="*/ 828265 h 6858000"/>
              <a:gd name="connsiteX776" fmla="*/ 2892114 w 7467600"/>
              <a:gd name="connsiteY776" fmla="*/ 1172635 h 6858000"/>
              <a:gd name="connsiteX777" fmla="*/ 3021459 w 7467600"/>
              <a:gd name="connsiteY777" fmla="*/ 1035385 h 6858000"/>
              <a:gd name="connsiteX778" fmla="*/ 3153873 w 7467600"/>
              <a:gd name="connsiteY778" fmla="*/ 898971 h 6858000"/>
              <a:gd name="connsiteX779" fmla="*/ 3276511 w 7467600"/>
              <a:gd name="connsiteY779" fmla="*/ 786423 h 6858000"/>
              <a:gd name="connsiteX780" fmla="*/ 3584154 w 7467600"/>
              <a:gd name="connsiteY780" fmla="*/ 448218 h 6858000"/>
              <a:gd name="connsiteX781" fmla="*/ 3624562 w 7467600"/>
              <a:gd name="connsiteY781" fmla="*/ 367041 h 6858000"/>
              <a:gd name="connsiteX782" fmla="*/ 3766672 w 7467600"/>
              <a:gd name="connsiteY782" fmla="*/ 359429 h 6858000"/>
              <a:gd name="connsiteX783" fmla="*/ 3996338 w 7467600"/>
              <a:gd name="connsiteY783" fmla="*/ 968237 h 6858000"/>
              <a:gd name="connsiteX784" fmla="*/ 3766672 w 7467600"/>
              <a:gd name="connsiteY784" fmla="*/ 359429 h 6858000"/>
              <a:gd name="connsiteX785" fmla="*/ 5805386 w 7467600"/>
              <a:gd name="connsiteY785" fmla="*/ 239240 h 6858000"/>
              <a:gd name="connsiteX786" fmla="*/ 5736947 w 7467600"/>
              <a:gd name="connsiteY786" fmla="*/ 261367 h 6858000"/>
              <a:gd name="connsiteX787" fmla="*/ 5427012 w 7467600"/>
              <a:gd name="connsiteY787" fmla="*/ 311272 h 6858000"/>
              <a:gd name="connsiteX788" fmla="*/ 5147818 w 7467600"/>
              <a:gd name="connsiteY788" fmla="*/ 322112 h 6858000"/>
              <a:gd name="connsiteX789" fmla="*/ 5060854 w 7467600"/>
              <a:gd name="connsiteY789" fmla="*/ 311882 h 6858000"/>
              <a:gd name="connsiteX790" fmla="*/ 4945989 w 7467600"/>
              <a:gd name="connsiteY790" fmla="*/ 300516 h 6858000"/>
              <a:gd name="connsiteX791" fmla="*/ 5410479 w 7467600"/>
              <a:gd name="connsiteY791" fmla="*/ 348434 h 6858000"/>
              <a:gd name="connsiteX792" fmla="*/ 5805386 w 7467600"/>
              <a:gd name="connsiteY792" fmla="*/ 239240 h 6858000"/>
              <a:gd name="connsiteX793" fmla="*/ 5905192 w 7467600"/>
              <a:gd name="connsiteY793" fmla="*/ 163079 h 6858000"/>
              <a:gd name="connsiteX794" fmla="*/ 5865655 w 7467600"/>
              <a:gd name="connsiteY794" fmla="*/ 171901 h 6858000"/>
              <a:gd name="connsiteX795" fmla="*/ 5259740 w 7467600"/>
              <a:gd name="connsiteY795" fmla="*/ 257013 h 6858000"/>
              <a:gd name="connsiteX796" fmla="*/ 5208466 w 7467600"/>
              <a:gd name="connsiteY796" fmla="*/ 257550 h 6858000"/>
              <a:gd name="connsiteX797" fmla="*/ 4980204 w 7467600"/>
              <a:gd name="connsiteY797" fmla="*/ 271903 h 6858000"/>
              <a:gd name="connsiteX798" fmla="*/ 5068068 w 7467600"/>
              <a:gd name="connsiteY798" fmla="*/ 282244 h 6858000"/>
              <a:gd name="connsiteX799" fmla="*/ 5153231 w 7467600"/>
              <a:gd name="connsiteY799" fmla="*/ 292240 h 6858000"/>
              <a:gd name="connsiteX800" fmla="*/ 5426491 w 7467600"/>
              <a:gd name="connsiteY800" fmla="*/ 281128 h 6858000"/>
              <a:gd name="connsiteX801" fmla="*/ 5731212 w 7467600"/>
              <a:gd name="connsiteY801" fmla="*/ 231951 h 6858000"/>
              <a:gd name="connsiteX802" fmla="*/ 5905192 w 7467600"/>
              <a:gd name="connsiteY802" fmla="*/ 163079 h 6858000"/>
              <a:gd name="connsiteX803" fmla="*/ 5944437 w 7467600"/>
              <a:gd name="connsiteY803" fmla="*/ 113829 h 6858000"/>
              <a:gd name="connsiteX804" fmla="*/ 5825032 w 7467600"/>
              <a:gd name="connsiteY804" fmla="*/ 146405 h 6858000"/>
              <a:gd name="connsiteX805" fmla="*/ 4955599 w 7467600"/>
              <a:gd name="connsiteY805" fmla="*/ 247008 h 6858000"/>
              <a:gd name="connsiteX806" fmla="*/ 5210104 w 7467600"/>
              <a:gd name="connsiteY806" fmla="*/ 228123 h 6858000"/>
              <a:gd name="connsiteX807" fmla="*/ 5261015 w 7467600"/>
              <a:gd name="connsiteY807" fmla="*/ 227087 h 6858000"/>
              <a:gd name="connsiteX808" fmla="*/ 5861181 w 7467600"/>
              <a:gd name="connsiteY808" fmla="*/ 143093 h 6858000"/>
              <a:gd name="connsiteX809" fmla="*/ 5961252 w 7467600"/>
              <a:gd name="connsiteY809" fmla="*/ 114820 h 6858000"/>
              <a:gd name="connsiteX810" fmla="*/ 5944437 w 7467600"/>
              <a:gd name="connsiteY810" fmla="*/ 113829 h 6858000"/>
              <a:gd name="connsiteX811" fmla="*/ 3882765 w 7467600"/>
              <a:gd name="connsiteY811" fmla="*/ 0 h 6858000"/>
              <a:gd name="connsiteX812" fmla="*/ 3995099 w 7467600"/>
              <a:gd name="connsiteY812" fmla="*/ 0 h 6858000"/>
              <a:gd name="connsiteX813" fmla="*/ 4163818 w 7467600"/>
              <a:gd name="connsiteY813" fmla="*/ 234104 h 6858000"/>
              <a:gd name="connsiteX814" fmla="*/ 4172099 w 7467600"/>
              <a:gd name="connsiteY814" fmla="*/ 234207 h 6858000"/>
              <a:gd name="connsiteX815" fmla="*/ 4784282 w 7467600"/>
              <a:gd name="connsiteY815" fmla="*/ 276561 h 6858000"/>
              <a:gd name="connsiteX816" fmla="*/ 4801687 w 7467600"/>
              <a:gd name="connsiteY816" fmla="*/ 267764 h 6858000"/>
              <a:gd name="connsiteX817" fmla="*/ 6082788 w 7467600"/>
              <a:gd name="connsiteY817" fmla="*/ 64119 h 6858000"/>
              <a:gd name="connsiteX818" fmla="*/ 6099442 w 7467600"/>
              <a:gd name="connsiteY818" fmla="*/ 82568 h 6858000"/>
              <a:gd name="connsiteX819" fmla="*/ 4804137 w 7467600"/>
              <a:gd name="connsiteY819" fmla="*/ 320931 h 6858000"/>
              <a:gd name="connsiteX820" fmla="*/ 4227047 w 7467600"/>
              <a:gd name="connsiteY820" fmla="*/ 313415 h 6858000"/>
              <a:gd name="connsiteX821" fmla="*/ 4346041 w 7467600"/>
              <a:gd name="connsiteY821" fmla="*/ 456086 h 6858000"/>
              <a:gd name="connsiteX822" fmla="*/ 4870967 w 7467600"/>
              <a:gd name="connsiteY822" fmla="*/ 963061 h 6858000"/>
              <a:gd name="connsiteX823" fmla="*/ 4889647 w 7467600"/>
              <a:gd name="connsiteY823" fmla="*/ 957147 h 6858000"/>
              <a:gd name="connsiteX824" fmla="*/ 5422504 w 7467600"/>
              <a:gd name="connsiteY824" fmla="*/ 805191 h 6858000"/>
              <a:gd name="connsiteX825" fmla="*/ 6087656 w 7467600"/>
              <a:gd name="connsiteY825" fmla="*/ 826703 h 6858000"/>
              <a:gd name="connsiteX826" fmla="*/ 6058717 w 7467600"/>
              <a:gd name="connsiteY826" fmla="*/ 865992 h 6858000"/>
              <a:gd name="connsiteX827" fmla="*/ 4974153 w 7467600"/>
              <a:gd name="connsiteY827" fmla="*/ 1045456 h 6858000"/>
              <a:gd name="connsiteX828" fmla="*/ 5627835 w 7467600"/>
              <a:gd name="connsiteY828" fmla="*/ 1472077 h 6858000"/>
              <a:gd name="connsiteX829" fmla="*/ 5629817 w 7467600"/>
              <a:gd name="connsiteY829" fmla="*/ 1471412 h 6858000"/>
              <a:gd name="connsiteX830" fmla="*/ 5634124 w 7467600"/>
              <a:gd name="connsiteY830" fmla="*/ 1470572 h 6858000"/>
              <a:gd name="connsiteX831" fmla="*/ 5755832 w 7467600"/>
              <a:gd name="connsiteY831" fmla="*/ 1383886 h 6858000"/>
              <a:gd name="connsiteX832" fmla="*/ 6014186 w 7467600"/>
              <a:gd name="connsiteY832" fmla="*/ 1279799 h 6858000"/>
              <a:gd name="connsiteX833" fmla="*/ 6901619 w 7467600"/>
              <a:gd name="connsiteY833" fmla="*/ 1047874 h 6858000"/>
              <a:gd name="connsiteX834" fmla="*/ 6931566 w 7467600"/>
              <a:gd name="connsiteY834" fmla="*/ 1062034 h 6858000"/>
              <a:gd name="connsiteX835" fmla="*/ 5790982 w 7467600"/>
              <a:gd name="connsiteY835" fmla="*/ 1561380 h 6858000"/>
              <a:gd name="connsiteX836" fmla="*/ 6188971 w 7467600"/>
              <a:gd name="connsiteY836" fmla="*/ 1755168 h 6858000"/>
              <a:gd name="connsiteX837" fmla="*/ 6202446 w 7467600"/>
              <a:gd name="connsiteY837" fmla="*/ 1752268 h 6858000"/>
              <a:gd name="connsiteX838" fmla="*/ 7179560 w 7467600"/>
              <a:gd name="connsiteY838" fmla="*/ 1467551 h 6858000"/>
              <a:gd name="connsiteX839" fmla="*/ 7158730 w 7467600"/>
              <a:gd name="connsiteY839" fmla="*/ 1507835 h 6858000"/>
              <a:gd name="connsiteX840" fmla="*/ 6326959 w 7467600"/>
              <a:gd name="connsiteY840" fmla="*/ 1817686 h 6858000"/>
              <a:gd name="connsiteX841" fmla="*/ 6537433 w 7467600"/>
              <a:gd name="connsiteY841" fmla="*/ 1907790 h 6858000"/>
              <a:gd name="connsiteX842" fmla="*/ 6550221 w 7467600"/>
              <a:gd name="connsiteY842" fmla="*/ 1910729 h 6858000"/>
              <a:gd name="connsiteX843" fmla="*/ 6964438 w 7467600"/>
              <a:gd name="connsiteY843" fmla="*/ 2209505 h 6858000"/>
              <a:gd name="connsiteX844" fmla="*/ 7367862 w 7467600"/>
              <a:gd name="connsiteY844" fmla="*/ 2806833 h 6858000"/>
              <a:gd name="connsiteX845" fmla="*/ 7364329 w 7467600"/>
              <a:gd name="connsiteY845" fmla="*/ 2826907 h 6858000"/>
              <a:gd name="connsiteX846" fmla="*/ 7290545 w 7467600"/>
              <a:gd name="connsiteY846" fmla="*/ 2850663 h 6858000"/>
              <a:gd name="connsiteX847" fmla="*/ 6472036 w 7467600"/>
              <a:gd name="connsiteY847" fmla="*/ 1959003 h 6858000"/>
              <a:gd name="connsiteX848" fmla="*/ 5792897 w 7467600"/>
              <a:gd name="connsiteY848" fmla="*/ 1647747 h 6858000"/>
              <a:gd name="connsiteX849" fmla="*/ 5842751 w 7467600"/>
              <a:gd name="connsiteY849" fmla="*/ 1816112 h 6858000"/>
              <a:gd name="connsiteX850" fmla="*/ 5847424 w 7467600"/>
              <a:gd name="connsiteY850" fmla="*/ 1815776 h 6858000"/>
              <a:gd name="connsiteX851" fmla="*/ 6399821 w 7467600"/>
              <a:gd name="connsiteY851" fmla="*/ 2344799 h 6858000"/>
              <a:gd name="connsiteX852" fmla="*/ 6323232 w 7467600"/>
              <a:gd name="connsiteY852" fmla="*/ 2389634 h 6858000"/>
              <a:gd name="connsiteX853" fmla="*/ 5942958 w 7467600"/>
              <a:gd name="connsiteY853" fmla="*/ 2077708 h 6858000"/>
              <a:gd name="connsiteX854" fmla="*/ 5921559 w 7467600"/>
              <a:gd name="connsiteY854" fmla="*/ 2378596 h 6858000"/>
              <a:gd name="connsiteX855" fmla="*/ 5817651 w 7467600"/>
              <a:gd name="connsiteY855" fmla="*/ 3023919 h 6858000"/>
              <a:gd name="connsiteX856" fmla="*/ 5729634 w 7467600"/>
              <a:gd name="connsiteY856" fmla="*/ 3051849 h 6858000"/>
              <a:gd name="connsiteX857" fmla="*/ 5611018 w 7467600"/>
              <a:gd name="connsiteY857" fmla="*/ 2316769 h 6858000"/>
              <a:gd name="connsiteX858" fmla="*/ 5687608 w 7467600"/>
              <a:gd name="connsiteY858" fmla="*/ 2039972 h 6858000"/>
              <a:gd name="connsiteX859" fmla="*/ 5657554 w 7467600"/>
              <a:gd name="connsiteY859" fmla="*/ 1576445 h 6858000"/>
              <a:gd name="connsiteX860" fmla="*/ 5150475 w 7467600"/>
              <a:gd name="connsiteY860" fmla="*/ 1274012 h 6858000"/>
              <a:gd name="connsiteX861" fmla="*/ 5349142 w 7467600"/>
              <a:gd name="connsiteY861" fmla="*/ 2204405 h 6858000"/>
              <a:gd name="connsiteX862" fmla="*/ 5262214 w 7467600"/>
              <a:gd name="connsiteY862" fmla="*/ 2233836 h 6858000"/>
              <a:gd name="connsiteX863" fmla="*/ 4981539 w 7467600"/>
              <a:gd name="connsiteY863" fmla="*/ 1542201 h 6858000"/>
              <a:gd name="connsiteX864" fmla="*/ 4958461 w 7467600"/>
              <a:gd name="connsiteY864" fmla="*/ 1136957 h 6858000"/>
              <a:gd name="connsiteX865" fmla="*/ 4655015 w 7467600"/>
              <a:gd name="connsiteY865" fmla="*/ 891426 h 6858000"/>
              <a:gd name="connsiteX866" fmla="*/ 4348002 w 7467600"/>
              <a:gd name="connsiteY866" fmla="*/ 2205895 h 6858000"/>
              <a:gd name="connsiteX867" fmla="*/ 4262250 w 7467600"/>
              <a:gd name="connsiteY867" fmla="*/ 2219972 h 6858000"/>
              <a:gd name="connsiteX868" fmla="*/ 4550611 w 7467600"/>
              <a:gd name="connsiteY868" fmla="*/ 817540 h 6858000"/>
              <a:gd name="connsiteX869" fmla="*/ 4564418 w 7467600"/>
              <a:gd name="connsiteY869" fmla="*/ 808293 h 6858000"/>
              <a:gd name="connsiteX870" fmla="*/ 4266388 w 7467600"/>
              <a:gd name="connsiteY870" fmla="*/ 500083 h 6858000"/>
              <a:gd name="connsiteX871" fmla="*/ 4032842 w 7467600"/>
              <a:gd name="connsiteY871" fmla="*/ 211809 h 6858000"/>
              <a:gd name="connsiteX872" fmla="*/ 3882765 w 7467600"/>
              <a:gd name="connsiteY872" fmla="*/ 0 h 6858000"/>
              <a:gd name="connsiteX873" fmla="*/ 3721337 w 7467600"/>
              <a:gd name="connsiteY873" fmla="*/ 0 h 6858000"/>
              <a:gd name="connsiteX874" fmla="*/ 3797544 w 7467600"/>
              <a:gd name="connsiteY874" fmla="*/ 0 h 6858000"/>
              <a:gd name="connsiteX875" fmla="*/ 3775734 w 7467600"/>
              <a:gd name="connsiteY875" fmla="*/ 95131 h 6858000"/>
              <a:gd name="connsiteX876" fmla="*/ 3724807 w 7467600"/>
              <a:gd name="connsiteY876" fmla="*/ 272257 h 6858000"/>
              <a:gd name="connsiteX877" fmla="*/ 3726844 w 7467600"/>
              <a:gd name="connsiteY877" fmla="*/ 282988 h 6858000"/>
              <a:gd name="connsiteX878" fmla="*/ 3742664 w 7467600"/>
              <a:gd name="connsiteY878" fmla="*/ 279918 h 6858000"/>
              <a:gd name="connsiteX879" fmla="*/ 4103910 w 7467600"/>
              <a:gd name="connsiteY879" fmla="*/ 1161917 h 6858000"/>
              <a:gd name="connsiteX880" fmla="*/ 4020269 w 7467600"/>
              <a:gd name="connsiteY880" fmla="*/ 1200406 h 6858000"/>
              <a:gd name="connsiteX881" fmla="*/ 3674882 w 7467600"/>
              <a:gd name="connsiteY881" fmla="*/ 488524 h 6858000"/>
              <a:gd name="connsiteX882" fmla="*/ 3132682 w 7467600"/>
              <a:gd name="connsiteY882" fmla="*/ 1072284 h 6858000"/>
              <a:gd name="connsiteX883" fmla="*/ 2716346 w 7467600"/>
              <a:gd name="connsiteY883" fmla="*/ 1276376 h 6858000"/>
              <a:gd name="connsiteX884" fmla="*/ 2716772 w 7467600"/>
              <a:gd name="connsiteY884" fmla="*/ 1255462 h 6858000"/>
              <a:gd name="connsiteX885" fmla="*/ 3471096 w 7467600"/>
              <a:gd name="connsiteY885" fmla="*/ 437072 h 6858000"/>
              <a:gd name="connsiteX886" fmla="*/ 3639057 w 7467600"/>
              <a:gd name="connsiteY886" fmla="*/ 286334 h 6858000"/>
              <a:gd name="connsiteX887" fmla="*/ 3640309 w 7467600"/>
              <a:gd name="connsiteY887" fmla="*/ 284664 h 6858000"/>
              <a:gd name="connsiteX888" fmla="*/ 3646022 w 7467600"/>
              <a:gd name="connsiteY888" fmla="*/ 276711 h 6858000"/>
              <a:gd name="connsiteX889" fmla="*/ 3707943 w 7467600"/>
              <a:gd name="connsiteY889" fmla="*/ 65958 h 6858000"/>
              <a:gd name="connsiteX890" fmla="*/ 3721337 w 7467600"/>
              <a:gd name="connsiteY890" fmla="*/ 0 h 6858000"/>
              <a:gd name="connsiteX891" fmla="*/ 2867960 w 7467600"/>
              <a:gd name="connsiteY891" fmla="*/ 0 h 6858000"/>
              <a:gd name="connsiteX892" fmla="*/ 2926351 w 7467600"/>
              <a:gd name="connsiteY892" fmla="*/ 0 h 6858000"/>
              <a:gd name="connsiteX893" fmla="*/ 2902823 w 7467600"/>
              <a:gd name="connsiteY893" fmla="*/ 262929 h 6858000"/>
              <a:gd name="connsiteX894" fmla="*/ 2940663 w 7467600"/>
              <a:gd name="connsiteY894" fmla="*/ 140884 h 6858000"/>
              <a:gd name="connsiteX895" fmla="*/ 2947039 w 7467600"/>
              <a:gd name="connsiteY895" fmla="*/ 122524 h 6858000"/>
              <a:gd name="connsiteX896" fmla="*/ 2984316 w 7467600"/>
              <a:gd name="connsiteY896" fmla="*/ 0 h 6858000"/>
              <a:gd name="connsiteX897" fmla="*/ 3016114 w 7467600"/>
              <a:gd name="connsiteY897" fmla="*/ 0 h 6858000"/>
              <a:gd name="connsiteX898" fmla="*/ 2979949 w 7467600"/>
              <a:gd name="connsiteY898" fmla="*/ 119274 h 6858000"/>
              <a:gd name="connsiteX899" fmla="*/ 3023879 w 7467600"/>
              <a:gd name="connsiteY899" fmla="*/ 0 h 6858000"/>
              <a:gd name="connsiteX900" fmla="*/ 3105400 w 7467600"/>
              <a:gd name="connsiteY900" fmla="*/ 0 h 6858000"/>
              <a:gd name="connsiteX901" fmla="*/ 3094669 w 7467600"/>
              <a:gd name="connsiteY901" fmla="*/ 30308 h 6858000"/>
              <a:gd name="connsiteX902" fmla="*/ 2901945 w 7467600"/>
              <a:gd name="connsiteY902" fmla="*/ 466538 h 6858000"/>
              <a:gd name="connsiteX903" fmla="*/ 2815209 w 7467600"/>
              <a:gd name="connsiteY903" fmla="*/ 497361 h 6858000"/>
              <a:gd name="connsiteX904" fmla="*/ 2844845 w 7467600"/>
              <a:gd name="connsiteY904" fmla="*/ 127638 h 6858000"/>
              <a:gd name="connsiteX905" fmla="*/ 2867960 w 7467600"/>
              <a:gd name="connsiteY905" fmla="*/ 0 h 6858000"/>
              <a:gd name="connsiteX906" fmla="*/ 1057230 w 7467600"/>
              <a:gd name="connsiteY906" fmla="*/ 0 h 6858000"/>
              <a:gd name="connsiteX907" fmla="*/ 1111003 w 7467600"/>
              <a:gd name="connsiteY907" fmla="*/ 0 h 6858000"/>
              <a:gd name="connsiteX908" fmla="*/ 1125553 w 7467600"/>
              <a:gd name="connsiteY908" fmla="*/ 52588 h 6858000"/>
              <a:gd name="connsiteX909" fmla="*/ 1304276 w 7467600"/>
              <a:gd name="connsiteY909" fmla="*/ 476275 h 6858000"/>
              <a:gd name="connsiteX910" fmla="*/ 1492066 w 7467600"/>
              <a:gd name="connsiteY910" fmla="*/ 886333 h 6858000"/>
              <a:gd name="connsiteX911" fmla="*/ 1423698 w 7467600"/>
              <a:gd name="connsiteY911" fmla="*/ 710817 h 6858000"/>
              <a:gd name="connsiteX912" fmla="*/ 1357609 w 7467600"/>
              <a:gd name="connsiteY912" fmla="*/ 532892 h 6858000"/>
              <a:gd name="connsiteX913" fmla="*/ 1309550 w 7467600"/>
              <a:gd name="connsiteY913" fmla="*/ 374031 h 6858000"/>
              <a:gd name="connsiteX914" fmla="*/ 1193673 w 7467600"/>
              <a:gd name="connsiteY914" fmla="*/ 49533 h 6858000"/>
              <a:gd name="connsiteX915" fmla="*/ 1164391 w 7467600"/>
              <a:gd name="connsiteY915" fmla="*/ 0 h 6858000"/>
              <a:gd name="connsiteX916" fmla="*/ 1200666 w 7467600"/>
              <a:gd name="connsiteY916" fmla="*/ 0 h 6858000"/>
              <a:gd name="connsiteX917" fmla="*/ 1223408 w 7467600"/>
              <a:gd name="connsiteY917" fmla="*/ 38996 h 6858000"/>
              <a:gd name="connsiteX918" fmla="*/ 1339635 w 7467600"/>
              <a:gd name="connsiteY918" fmla="*/ 365517 h 6858000"/>
              <a:gd name="connsiteX919" fmla="*/ 1387469 w 7467600"/>
              <a:gd name="connsiteY919" fmla="*/ 523079 h 6858000"/>
              <a:gd name="connsiteX920" fmla="*/ 1452685 w 7467600"/>
              <a:gd name="connsiteY920" fmla="*/ 699806 h 6858000"/>
              <a:gd name="connsiteX921" fmla="*/ 1492092 w 7467600"/>
              <a:gd name="connsiteY921" fmla="*/ 800424 h 6858000"/>
              <a:gd name="connsiteX922" fmla="*/ 1455302 w 7467600"/>
              <a:gd name="connsiteY922" fmla="*/ 632913 h 6858000"/>
              <a:gd name="connsiteX923" fmla="*/ 1222336 w 7467600"/>
              <a:gd name="connsiteY923" fmla="*/ 9480 h 6858000"/>
              <a:gd name="connsiteX924" fmla="*/ 1214634 w 7467600"/>
              <a:gd name="connsiteY924" fmla="*/ 0 h 6858000"/>
              <a:gd name="connsiteX925" fmla="*/ 1289827 w 7467600"/>
              <a:gd name="connsiteY925" fmla="*/ 0 h 6858000"/>
              <a:gd name="connsiteX926" fmla="*/ 1321076 w 7467600"/>
              <a:gd name="connsiteY926" fmla="*/ 59722 h 6858000"/>
              <a:gd name="connsiteX927" fmla="*/ 1512579 w 7467600"/>
              <a:gd name="connsiteY927" fmla="*/ 626441 h 6858000"/>
              <a:gd name="connsiteX928" fmla="*/ 1506076 w 7467600"/>
              <a:gd name="connsiteY928" fmla="*/ 1089289 h 6858000"/>
              <a:gd name="connsiteX929" fmla="*/ 1486346 w 7467600"/>
              <a:gd name="connsiteY929" fmla="*/ 1079919 h 6858000"/>
              <a:gd name="connsiteX930" fmla="*/ 1070511 w 7467600"/>
              <a:gd name="connsiteY930" fmla="*/ 48609 h 6858000"/>
              <a:gd name="connsiteX931" fmla="*/ 1057230 w 7467600"/>
              <a:gd name="connsiteY931" fmla="*/ 0 h 6858000"/>
              <a:gd name="connsiteX932" fmla="*/ 43151 w 7467600"/>
              <a:gd name="connsiteY932" fmla="*/ 0 h 6858000"/>
              <a:gd name="connsiteX933" fmla="*/ 95283 w 7467600"/>
              <a:gd name="connsiteY933" fmla="*/ 0 h 6858000"/>
              <a:gd name="connsiteX934" fmla="*/ 300708 w 7467600"/>
              <a:gd name="connsiteY934" fmla="*/ 154571 h 6858000"/>
              <a:gd name="connsiteX935" fmla="*/ 530414 w 7467600"/>
              <a:gd name="connsiteY935" fmla="*/ 354673 h 6858000"/>
              <a:gd name="connsiteX936" fmla="*/ 333785 w 7467600"/>
              <a:gd name="connsiteY936" fmla="*/ 161564 h 6858000"/>
              <a:gd name="connsiteX937" fmla="*/ 147005 w 7467600"/>
              <a:gd name="connsiteY937" fmla="*/ 0 h 6858000"/>
              <a:gd name="connsiteX938" fmla="*/ 272509 w 7467600"/>
              <a:gd name="connsiteY938" fmla="*/ 0 h 6858000"/>
              <a:gd name="connsiteX939" fmla="*/ 326276 w 7467600"/>
              <a:gd name="connsiteY939" fmla="*/ 45847 h 6858000"/>
              <a:gd name="connsiteX940" fmla="*/ 823759 w 7467600"/>
              <a:gd name="connsiteY940" fmla="*/ 574145 h 6858000"/>
              <a:gd name="connsiteX941" fmla="*/ 811254 w 7467600"/>
              <a:gd name="connsiteY941" fmla="*/ 665546 h 6858000"/>
              <a:gd name="connsiteX942" fmla="*/ 154042 w 7467600"/>
              <a:gd name="connsiteY942" fmla="*/ 261522 h 6858000"/>
              <a:gd name="connsiteX943" fmla="*/ 13550 w 7467600"/>
              <a:gd name="connsiteY943" fmla="*/ 158423 h 6858000"/>
              <a:gd name="connsiteX944" fmla="*/ 0 w 7467600"/>
              <a:gd name="connsiteY944" fmla="*/ 146618 h 6858000"/>
              <a:gd name="connsiteX945" fmla="*/ 0 w 7467600"/>
              <a:gd name="connsiteY945" fmla="*/ 59161 h 6858000"/>
              <a:gd name="connsiteX946" fmla="*/ 45427 w 7467600"/>
              <a:gd name="connsiteY946" fmla="*/ 101078 h 6858000"/>
              <a:gd name="connsiteX947" fmla="*/ 630103 w 7467600"/>
              <a:gd name="connsiteY947" fmla="*/ 485885 h 6858000"/>
              <a:gd name="connsiteX948" fmla="*/ 532040 w 7467600"/>
              <a:gd name="connsiteY948" fmla="*/ 399359 h 6858000"/>
              <a:gd name="connsiteX949" fmla="*/ 517618 w 7467600"/>
              <a:gd name="connsiteY949" fmla="*/ 385726 h 6858000"/>
              <a:gd name="connsiteX950" fmla="*/ 285074 w 7467600"/>
              <a:gd name="connsiteY950" fmla="*/ 182755 h 6858000"/>
              <a:gd name="connsiteX951" fmla="*/ 43151 w 7467600"/>
              <a:gd name="connsiteY95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7410696 w 7467600"/>
              <a:gd name="connsiteY18" fmla="*/ 6803861 h 6858000"/>
              <a:gd name="connsiteX19" fmla="*/ 1019354 w 7467600"/>
              <a:gd name="connsiteY19" fmla="*/ 6315006 h 6858000"/>
              <a:gd name="connsiteX20" fmla="*/ 441046 w 7467600"/>
              <a:gd name="connsiteY20" fmla="*/ 6691153 h 6858000"/>
              <a:gd name="connsiteX21" fmla="*/ 1019354 w 7467600"/>
              <a:gd name="connsiteY21" fmla="*/ 6315006 h 6858000"/>
              <a:gd name="connsiteX22" fmla="*/ 991680 w 7467600"/>
              <a:gd name="connsiteY22" fmla="*/ 6298413 h 6858000"/>
              <a:gd name="connsiteX23" fmla="*/ 409060 w 7467600"/>
              <a:gd name="connsiteY23" fmla="*/ 6671470 h 6858000"/>
              <a:gd name="connsiteX24" fmla="*/ 991680 w 7467600"/>
              <a:gd name="connsiteY24" fmla="*/ 6298413 h 6858000"/>
              <a:gd name="connsiteX25" fmla="*/ 103333 w 7467600"/>
              <a:gd name="connsiteY25" fmla="*/ 5699602 h 6858000"/>
              <a:gd name="connsiteX26" fmla="*/ 233938 w 7467600"/>
              <a:gd name="connsiteY26" fmla="*/ 5809416 h 6858000"/>
              <a:gd name="connsiteX27" fmla="*/ 883580 w 7467600"/>
              <a:gd name="connsiteY27" fmla="*/ 6180710 h 6858000"/>
              <a:gd name="connsiteX28" fmla="*/ 487337 w 7467600"/>
              <a:gd name="connsiteY28" fmla="*/ 5950182 h 6858000"/>
              <a:gd name="connsiteX29" fmla="*/ 354051 w 7467600"/>
              <a:gd name="connsiteY29" fmla="*/ 5854912 h 6858000"/>
              <a:gd name="connsiteX30" fmla="*/ 195436 w 7467600"/>
              <a:gd name="connsiteY30" fmla="*/ 5755068 h 6858000"/>
              <a:gd name="connsiteX31" fmla="*/ 103333 w 7467600"/>
              <a:gd name="connsiteY31" fmla="*/ 5699602 h 6858000"/>
              <a:gd name="connsiteX32" fmla="*/ 5539432 w 7467600"/>
              <a:gd name="connsiteY32" fmla="*/ 5642928 h 6858000"/>
              <a:gd name="connsiteX33" fmla="*/ 5555462 w 7467600"/>
              <a:gd name="connsiteY33" fmla="*/ 5694454 h 6858000"/>
              <a:gd name="connsiteX34" fmla="*/ 5828270 w 7467600"/>
              <a:gd name="connsiteY34" fmla="*/ 6320663 h 6858000"/>
              <a:gd name="connsiteX35" fmla="*/ 5947416 w 7467600"/>
              <a:gd name="connsiteY35" fmla="*/ 6574846 h 6858000"/>
              <a:gd name="connsiteX36" fmla="*/ 5539432 w 7467600"/>
              <a:gd name="connsiteY36" fmla="*/ 5642928 h 6858000"/>
              <a:gd name="connsiteX37" fmla="*/ 51253 w 7467600"/>
              <a:gd name="connsiteY37" fmla="*/ 5631825 h 6858000"/>
              <a:gd name="connsiteX38" fmla="*/ 211622 w 7467600"/>
              <a:gd name="connsiteY38" fmla="*/ 5728803 h 6858000"/>
              <a:gd name="connsiteX39" fmla="*/ 371652 w 7467600"/>
              <a:gd name="connsiteY39" fmla="*/ 5829062 h 6858000"/>
              <a:gd name="connsiteX40" fmla="*/ 505903 w 7467600"/>
              <a:gd name="connsiteY40" fmla="*/ 5925221 h 6858000"/>
              <a:gd name="connsiteX41" fmla="*/ 899240 w 7467600"/>
              <a:gd name="connsiteY41" fmla="*/ 6153068 h 6858000"/>
              <a:gd name="connsiteX42" fmla="*/ 988114 w 7467600"/>
              <a:gd name="connsiteY42" fmla="*/ 6174204 h 6858000"/>
              <a:gd name="connsiteX43" fmla="*/ 845971 w 7467600"/>
              <a:gd name="connsiteY43" fmla="*/ 6067177 h 6858000"/>
              <a:gd name="connsiteX44" fmla="*/ 448057 w 7467600"/>
              <a:gd name="connsiteY44" fmla="*/ 5841376 h 6858000"/>
              <a:gd name="connsiteX45" fmla="*/ 51253 w 7467600"/>
              <a:gd name="connsiteY45" fmla="*/ 5631825 h 6858000"/>
              <a:gd name="connsiteX46" fmla="*/ 2606687 w 7467600"/>
              <a:gd name="connsiteY46" fmla="*/ 5630718 h 6858000"/>
              <a:gd name="connsiteX47" fmla="*/ 2645658 w 7467600"/>
              <a:gd name="connsiteY47" fmla="*/ 6640259 h 6858000"/>
              <a:gd name="connsiteX48" fmla="*/ 2606687 w 7467600"/>
              <a:gd name="connsiteY48" fmla="*/ 5630718 h 6858000"/>
              <a:gd name="connsiteX49" fmla="*/ 3642057 w 7467600"/>
              <a:gd name="connsiteY49" fmla="*/ 5573487 h 6858000"/>
              <a:gd name="connsiteX50" fmla="*/ 3632981 w 7467600"/>
              <a:gd name="connsiteY50" fmla="*/ 5579437 h 6858000"/>
              <a:gd name="connsiteX51" fmla="*/ 3382436 w 7467600"/>
              <a:gd name="connsiteY51" fmla="*/ 5952726 h 6858000"/>
              <a:gd name="connsiteX52" fmla="*/ 3191929 w 7467600"/>
              <a:gd name="connsiteY52" fmla="*/ 6662669 h 6858000"/>
              <a:gd name="connsiteX53" fmla="*/ 3369898 w 7467600"/>
              <a:gd name="connsiteY53" fmla="*/ 6081771 h 6858000"/>
              <a:gd name="connsiteX54" fmla="*/ 3642057 w 7467600"/>
              <a:gd name="connsiteY54" fmla="*/ 5573487 h 6858000"/>
              <a:gd name="connsiteX55" fmla="*/ 2650666 w 7467600"/>
              <a:gd name="connsiteY55" fmla="*/ 5530686 h 6858000"/>
              <a:gd name="connsiteX56" fmla="*/ 2650249 w 7467600"/>
              <a:gd name="connsiteY56" fmla="*/ 5532101 h 6858000"/>
              <a:gd name="connsiteX57" fmla="*/ 2663808 w 7467600"/>
              <a:gd name="connsiteY57" fmla="*/ 6535215 h 6858000"/>
              <a:gd name="connsiteX58" fmla="*/ 2665418 w 7467600"/>
              <a:gd name="connsiteY58" fmla="*/ 6132756 h 6858000"/>
              <a:gd name="connsiteX59" fmla="*/ 2650666 w 7467600"/>
              <a:gd name="connsiteY59" fmla="*/ 5530686 h 6858000"/>
              <a:gd name="connsiteX60" fmla="*/ 2680277 w 7467600"/>
              <a:gd name="connsiteY60" fmla="*/ 5479204 h 6858000"/>
              <a:gd name="connsiteX61" fmla="*/ 2678972 w 7467600"/>
              <a:gd name="connsiteY61" fmla="*/ 5481582 h 6858000"/>
              <a:gd name="connsiteX62" fmla="*/ 2696666 w 7467600"/>
              <a:gd name="connsiteY62" fmla="*/ 6133836 h 6858000"/>
              <a:gd name="connsiteX63" fmla="*/ 2695769 w 7467600"/>
              <a:gd name="connsiteY63" fmla="*/ 6390955 h 6858000"/>
              <a:gd name="connsiteX64" fmla="*/ 2739893 w 7467600"/>
              <a:gd name="connsiteY64" fmla="*/ 6108357 h 6858000"/>
              <a:gd name="connsiteX65" fmla="*/ 2680277 w 7467600"/>
              <a:gd name="connsiteY65" fmla="*/ 5479204 h 6858000"/>
              <a:gd name="connsiteX66" fmla="*/ 1132195 w 7467600"/>
              <a:gd name="connsiteY66" fmla="*/ 5467980 h 6858000"/>
              <a:gd name="connsiteX67" fmla="*/ 1679056 w 7467600"/>
              <a:gd name="connsiteY67" fmla="*/ 5516907 h 6858000"/>
              <a:gd name="connsiteX68" fmla="*/ 2128648 w 7467600"/>
              <a:gd name="connsiteY68" fmla="*/ 5474249 h 6858000"/>
              <a:gd name="connsiteX69" fmla="*/ 1825619 w 7467600"/>
              <a:gd name="connsiteY69" fmla="*/ 5478447 h 6858000"/>
              <a:gd name="connsiteX70" fmla="*/ 1737798 w 7467600"/>
              <a:gd name="connsiteY70" fmla="*/ 5483353 h 6858000"/>
              <a:gd name="connsiteX71" fmla="*/ 1132195 w 7467600"/>
              <a:gd name="connsiteY71" fmla="*/ 5467980 h 6858000"/>
              <a:gd name="connsiteX72" fmla="*/ 1456157 w 7467600"/>
              <a:gd name="connsiteY72" fmla="*/ 5371404 h 6858000"/>
              <a:gd name="connsiteX73" fmla="*/ 1244432 w 7467600"/>
              <a:gd name="connsiteY73" fmla="*/ 5385601 h 6858000"/>
              <a:gd name="connsiteX74" fmla="*/ 973990 w 7467600"/>
              <a:gd name="connsiteY74" fmla="*/ 5424940 h 6858000"/>
              <a:gd name="connsiteX75" fmla="*/ 1103809 w 7467600"/>
              <a:gd name="connsiteY75" fmla="*/ 5433720 h 6858000"/>
              <a:gd name="connsiteX76" fmla="*/ 1123454 w 7467600"/>
              <a:gd name="connsiteY76" fmla="*/ 5435727 h 6858000"/>
              <a:gd name="connsiteX77" fmla="*/ 1737017 w 7467600"/>
              <a:gd name="connsiteY77" fmla="*/ 5452183 h 6858000"/>
              <a:gd name="connsiteX78" fmla="*/ 1824397 w 7467600"/>
              <a:gd name="connsiteY78" fmla="*/ 5447757 h 6858000"/>
              <a:gd name="connsiteX79" fmla="*/ 2070059 w 7467600"/>
              <a:gd name="connsiteY79" fmla="*/ 5441660 h 6858000"/>
              <a:gd name="connsiteX80" fmla="*/ 1456157 w 7467600"/>
              <a:gd name="connsiteY80" fmla="*/ 5371404 h 6858000"/>
              <a:gd name="connsiteX81" fmla="*/ 4988186 w 7467600"/>
              <a:gd name="connsiteY81" fmla="*/ 5216467 h 6858000"/>
              <a:gd name="connsiteX82" fmla="*/ 4777334 w 7467600"/>
              <a:gd name="connsiteY82" fmla="*/ 5406072 h 6858000"/>
              <a:gd name="connsiteX83" fmla="*/ 4718341 w 7467600"/>
              <a:gd name="connsiteY83" fmla="*/ 5468043 h 6858000"/>
              <a:gd name="connsiteX84" fmla="*/ 4604655 w 7467600"/>
              <a:gd name="connsiteY84" fmla="*/ 5583434 h 6858000"/>
              <a:gd name="connsiteX85" fmla="*/ 4565074 w 7467600"/>
              <a:gd name="connsiteY85" fmla="*/ 5618550 h 6858000"/>
              <a:gd name="connsiteX86" fmla="*/ 4988186 w 7467600"/>
              <a:gd name="connsiteY86" fmla="*/ 5216467 h 6858000"/>
              <a:gd name="connsiteX87" fmla="*/ 4978032 w 7467600"/>
              <a:gd name="connsiteY87" fmla="*/ 5183809 h 6858000"/>
              <a:gd name="connsiteX88" fmla="*/ 4463413 w 7467600"/>
              <a:gd name="connsiteY88" fmla="*/ 5615162 h 6858000"/>
              <a:gd name="connsiteX89" fmla="*/ 4358134 w 7467600"/>
              <a:gd name="connsiteY89" fmla="*/ 5742791 h 6858000"/>
              <a:gd name="connsiteX90" fmla="*/ 4376219 w 7467600"/>
              <a:gd name="connsiteY90" fmla="*/ 5729027 h 6858000"/>
              <a:gd name="connsiteX91" fmla="*/ 4582340 w 7467600"/>
              <a:gd name="connsiteY91" fmla="*/ 5561037 h 6858000"/>
              <a:gd name="connsiteX92" fmla="*/ 4694684 w 7467600"/>
              <a:gd name="connsiteY92" fmla="*/ 5447098 h 6858000"/>
              <a:gd name="connsiteX93" fmla="*/ 4754123 w 7467600"/>
              <a:gd name="connsiteY93" fmla="*/ 5384643 h 6858000"/>
              <a:gd name="connsiteX94" fmla="*/ 4978032 w 7467600"/>
              <a:gd name="connsiteY94" fmla="*/ 5183809 h 6858000"/>
              <a:gd name="connsiteX95" fmla="*/ 1903353 w 7467600"/>
              <a:gd name="connsiteY95" fmla="*/ 5044827 h 6858000"/>
              <a:gd name="connsiteX96" fmla="*/ 1936931 w 7467600"/>
              <a:gd name="connsiteY96" fmla="*/ 5093954 h 6858000"/>
              <a:gd name="connsiteX97" fmla="*/ 2195868 w 7467600"/>
              <a:gd name="connsiteY97" fmla="*/ 5396574 h 6858000"/>
              <a:gd name="connsiteX98" fmla="*/ 2088852 w 7467600"/>
              <a:gd name="connsiteY98" fmla="*/ 5166123 h 6858000"/>
              <a:gd name="connsiteX99" fmla="*/ 1958241 w 7467600"/>
              <a:gd name="connsiteY99" fmla="*/ 5067955 h 6858000"/>
              <a:gd name="connsiteX100" fmla="*/ 1903353 w 7467600"/>
              <a:gd name="connsiteY100" fmla="*/ 5044827 h 6858000"/>
              <a:gd name="connsiteX101" fmla="*/ 1979378 w 7467600"/>
              <a:gd name="connsiteY101" fmla="*/ 4769504 h 6858000"/>
              <a:gd name="connsiteX102" fmla="*/ 2882120 w 7467600"/>
              <a:gd name="connsiteY102" fmla="*/ 5064547 h 6858000"/>
              <a:gd name="connsiteX103" fmla="*/ 2793103 w 7467600"/>
              <a:gd name="connsiteY103" fmla="*/ 5039699 h 6858000"/>
              <a:gd name="connsiteX104" fmla="*/ 2770041 w 7467600"/>
              <a:gd name="connsiteY104" fmla="*/ 5033634 h 6858000"/>
              <a:gd name="connsiteX105" fmla="*/ 1979378 w 7467600"/>
              <a:gd name="connsiteY105" fmla="*/ 4769504 h 6858000"/>
              <a:gd name="connsiteX106" fmla="*/ 1927410 w 7467600"/>
              <a:gd name="connsiteY106" fmla="*/ 4716164 h 6858000"/>
              <a:gd name="connsiteX107" fmla="*/ 1959587 w 7467600"/>
              <a:gd name="connsiteY107" fmla="*/ 4728849 h 6858000"/>
              <a:gd name="connsiteX108" fmla="*/ 2777707 w 7467600"/>
              <a:gd name="connsiteY108" fmla="*/ 5003991 h 6858000"/>
              <a:gd name="connsiteX109" fmla="*/ 2800768 w 7467600"/>
              <a:gd name="connsiteY109" fmla="*/ 5010056 h 6858000"/>
              <a:gd name="connsiteX110" fmla="*/ 2879408 w 7467600"/>
              <a:gd name="connsiteY110" fmla="*/ 5031590 h 6858000"/>
              <a:gd name="connsiteX111" fmla="*/ 2862295 w 7467600"/>
              <a:gd name="connsiteY111" fmla="*/ 5022958 h 6858000"/>
              <a:gd name="connsiteX112" fmla="*/ 2813343 w 7467600"/>
              <a:gd name="connsiteY112" fmla="*/ 4998369 h 6858000"/>
              <a:gd name="connsiteX113" fmla="*/ 2646245 w 7467600"/>
              <a:gd name="connsiteY113" fmla="*/ 4930999 h 6858000"/>
              <a:gd name="connsiteX114" fmla="*/ 1999243 w 7467600"/>
              <a:gd name="connsiteY114" fmla="*/ 4730524 h 6858000"/>
              <a:gd name="connsiteX115" fmla="*/ 1979527 w 7467600"/>
              <a:gd name="connsiteY115" fmla="*/ 4726651 h 6858000"/>
              <a:gd name="connsiteX116" fmla="*/ 1927410 w 7467600"/>
              <a:gd name="connsiteY116" fmla="*/ 4716164 h 6858000"/>
              <a:gd name="connsiteX117" fmla="*/ 1997014 w 7467600"/>
              <a:gd name="connsiteY117" fmla="*/ 4698007 h 6858000"/>
              <a:gd name="connsiteX118" fmla="*/ 2005458 w 7467600"/>
              <a:gd name="connsiteY118" fmla="*/ 4699540 h 6858000"/>
              <a:gd name="connsiteX119" fmla="*/ 2657186 w 7467600"/>
              <a:gd name="connsiteY119" fmla="*/ 4901687 h 6858000"/>
              <a:gd name="connsiteX120" fmla="*/ 2826662 w 7467600"/>
              <a:gd name="connsiteY120" fmla="*/ 4970362 h 6858000"/>
              <a:gd name="connsiteX121" fmla="*/ 2876100 w 7467600"/>
              <a:gd name="connsiteY121" fmla="*/ 4995397 h 6858000"/>
              <a:gd name="connsiteX122" fmla="*/ 3042600 w 7467600"/>
              <a:gd name="connsiteY122" fmla="*/ 5059532 h 6858000"/>
              <a:gd name="connsiteX123" fmla="*/ 1997014 w 7467600"/>
              <a:gd name="connsiteY123" fmla="*/ 4698007 h 6858000"/>
              <a:gd name="connsiteX124" fmla="*/ 2305292 w 7467600"/>
              <a:gd name="connsiteY124" fmla="*/ 4219492 h 6858000"/>
              <a:gd name="connsiteX125" fmla="*/ 3360922 w 7467600"/>
              <a:gd name="connsiteY125" fmla="*/ 4529373 h 6858000"/>
              <a:gd name="connsiteX126" fmla="*/ 3492420 w 7467600"/>
              <a:gd name="connsiteY126" fmla="*/ 4510145 h 6858000"/>
              <a:gd name="connsiteX127" fmla="*/ 3364086 w 7467600"/>
              <a:gd name="connsiteY127" fmla="*/ 4480340 h 6858000"/>
              <a:gd name="connsiteX128" fmla="*/ 3225818 w 7467600"/>
              <a:gd name="connsiteY128" fmla="*/ 4411822 h 6858000"/>
              <a:gd name="connsiteX129" fmla="*/ 3129696 w 7467600"/>
              <a:gd name="connsiteY129" fmla="*/ 4360704 h 6858000"/>
              <a:gd name="connsiteX130" fmla="*/ 2814545 w 7467600"/>
              <a:gd name="connsiteY130" fmla="*/ 4282955 h 6858000"/>
              <a:gd name="connsiteX131" fmla="*/ 2305292 w 7467600"/>
              <a:gd name="connsiteY131" fmla="*/ 4219492 h 6858000"/>
              <a:gd name="connsiteX132" fmla="*/ 2626982 w 7467600"/>
              <a:gd name="connsiteY132" fmla="*/ 4206450 h 6858000"/>
              <a:gd name="connsiteX133" fmla="*/ 2490617 w 7467600"/>
              <a:gd name="connsiteY133" fmla="*/ 4206951 h 6858000"/>
              <a:gd name="connsiteX134" fmla="*/ 2819869 w 7467600"/>
              <a:gd name="connsiteY134" fmla="*/ 4252936 h 6858000"/>
              <a:gd name="connsiteX135" fmla="*/ 3143018 w 7467600"/>
              <a:gd name="connsiteY135" fmla="*/ 4332698 h 6858000"/>
              <a:gd name="connsiteX136" fmla="*/ 3241520 w 7467600"/>
              <a:gd name="connsiteY136" fmla="*/ 4385112 h 6858000"/>
              <a:gd name="connsiteX137" fmla="*/ 3374575 w 7467600"/>
              <a:gd name="connsiteY137" fmla="*/ 4451517 h 6858000"/>
              <a:gd name="connsiteX138" fmla="*/ 3505221 w 7467600"/>
              <a:gd name="connsiteY138" fmla="*/ 4480757 h 6858000"/>
              <a:gd name="connsiteX139" fmla="*/ 2626982 w 7467600"/>
              <a:gd name="connsiteY139" fmla="*/ 4206450 h 6858000"/>
              <a:gd name="connsiteX140" fmla="*/ 1310106 w 7467600"/>
              <a:gd name="connsiteY140" fmla="*/ 3943217 h 6858000"/>
              <a:gd name="connsiteX141" fmla="*/ 854994 w 7467600"/>
              <a:gd name="connsiteY141" fmla="*/ 4399136 h 6858000"/>
              <a:gd name="connsiteX142" fmla="*/ 742462 w 7467600"/>
              <a:gd name="connsiteY142" fmla="*/ 4594648 h 6858000"/>
              <a:gd name="connsiteX143" fmla="*/ 820602 w 7467600"/>
              <a:gd name="connsiteY143" fmla="*/ 4485915 h 6858000"/>
              <a:gd name="connsiteX144" fmla="*/ 878295 w 7467600"/>
              <a:gd name="connsiteY144" fmla="*/ 4403594 h 6858000"/>
              <a:gd name="connsiteX145" fmla="*/ 1240607 w 7467600"/>
              <a:gd name="connsiteY145" fmla="*/ 4010401 h 6858000"/>
              <a:gd name="connsiteX146" fmla="*/ 1310106 w 7467600"/>
              <a:gd name="connsiteY146" fmla="*/ 3943217 h 6858000"/>
              <a:gd name="connsiteX147" fmla="*/ 1423113 w 7467600"/>
              <a:gd name="connsiteY147" fmla="*/ 3874565 h 6858000"/>
              <a:gd name="connsiteX148" fmla="*/ 1260565 w 7467600"/>
              <a:gd name="connsiteY148" fmla="*/ 4031982 h 6858000"/>
              <a:gd name="connsiteX149" fmla="*/ 901900 w 7467600"/>
              <a:gd name="connsiteY149" fmla="*/ 4421236 h 6858000"/>
              <a:gd name="connsiteX150" fmla="*/ 845044 w 7467600"/>
              <a:gd name="connsiteY150" fmla="*/ 4502436 h 6858000"/>
              <a:gd name="connsiteX151" fmla="*/ 685926 w 7467600"/>
              <a:gd name="connsiteY151" fmla="*/ 4703069 h 6858000"/>
              <a:gd name="connsiteX152" fmla="*/ 684248 w 7467600"/>
              <a:gd name="connsiteY152" fmla="*/ 4706721 h 6858000"/>
              <a:gd name="connsiteX153" fmla="*/ 1423113 w 7467600"/>
              <a:gd name="connsiteY153" fmla="*/ 3874565 h 6858000"/>
              <a:gd name="connsiteX154" fmla="*/ 3316479 w 7467600"/>
              <a:gd name="connsiteY154" fmla="*/ 3872136 h 6858000"/>
              <a:gd name="connsiteX155" fmla="*/ 3546806 w 7467600"/>
              <a:gd name="connsiteY155" fmla="*/ 4356139 h 6858000"/>
              <a:gd name="connsiteX156" fmla="*/ 3364433 w 7467600"/>
              <a:gd name="connsiteY156" fmla="*/ 3953121 h 6858000"/>
              <a:gd name="connsiteX157" fmla="*/ 3316479 w 7467600"/>
              <a:gd name="connsiteY157" fmla="*/ 3872136 h 6858000"/>
              <a:gd name="connsiteX158" fmla="*/ 3291335 w 7467600"/>
              <a:gd name="connsiteY158" fmla="*/ 3767420 h 6858000"/>
              <a:gd name="connsiteX159" fmla="*/ 3390805 w 7467600"/>
              <a:gd name="connsiteY159" fmla="*/ 3937163 h 6858000"/>
              <a:gd name="connsiteX160" fmla="*/ 3579062 w 7467600"/>
              <a:gd name="connsiteY160" fmla="*/ 4359040 h 6858000"/>
              <a:gd name="connsiteX161" fmla="*/ 3467355 w 7467600"/>
              <a:gd name="connsiteY161" fmla="*/ 3988130 h 6858000"/>
              <a:gd name="connsiteX162" fmla="*/ 3310753 w 7467600"/>
              <a:gd name="connsiteY162" fmla="*/ 3787140 h 6858000"/>
              <a:gd name="connsiteX163" fmla="*/ 3291335 w 7467600"/>
              <a:gd name="connsiteY163" fmla="*/ 3767420 h 6858000"/>
              <a:gd name="connsiteX164" fmla="*/ 1635889 w 7467600"/>
              <a:gd name="connsiteY164" fmla="*/ 3709494 h 6858000"/>
              <a:gd name="connsiteX165" fmla="*/ 1634800 w 7467600"/>
              <a:gd name="connsiteY165" fmla="*/ 3731111 h 6858000"/>
              <a:gd name="connsiteX166" fmla="*/ 1635889 w 7467600"/>
              <a:gd name="connsiteY166" fmla="*/ 3709494 h 6858000"/>
              <a:gd name="connsiteX167" fmla="*/ 1510397 w 7467600"/>
              <a:gd name="connsiteY167" fmla="*/ 3684705 h 6858000"/>
              <a:gd name="connsiteX168" fmla="*/ 1146550 w 7467600"/>
              <a:gd name="connsiteY168" fmla="*/ 3802012 h 6858000"/>
              <a:gd name="connsiteX169" fmla="*/ 698834 w 7467600"/>
              <a:gd name="connsiteY169" fmla="*/ 3952272 h 6858000"/>
              <a:gd name="connsiteX170" fmla="*/ 34256 w 7467600"/>
              <a:gd name="connsiteY170" fmla="*/ 4347603 h 6858000"/>
              <a:gd name="connsiteX171" fmla="*/ 527241 w 7467600"/>
              <a:gd name="connsiteY171" fmla="*/ 4065078 h 6858000"/>
              <a:gd name="connsiteX172" fmla="*/ 1510397 w 7467600"/>
              <a:gd name="connsiteY172" fmla="*/ 3684705 h 6858000"/>
              <a:gd name="connsiteX173" fmla="*/ 1313114 w 7467600"/>
              <a:gd name="connsiteY173" fmla="*/ 3655216 h 6858000"/>
              <a:gd name="connsiteX174" fmla="*/ 1109304 w 7467600"/>
              <a:gd name="connsiteY174" fmla="*/ 3669030 h 6858000"/>
              <a:gd name="connsiteX175" fmla="*/ 8129 w 7467600"/>
              <a:gd name="connsiteY175" fmla="*/ 4330519 h 6858000"/>
              <a:gd name="connsiteX176" fmla="*/ 687572 w 7467600"/>
              <a:gd name="connsiteY176" fmla="*/ 3925629 h 6858000"/>
              <a:gd name="connsiteX177" fmla="*/ 1138365 w 7467600"/>
              <a:gd name="connsiteY177" fmla="*/ 3774515 h 6858000"/>
              <a:gd name="connsiteX178" fmla="*/ 1505579 w 7467600"/>
              <a:gd name="connsiteY178" fmla="*/ 3655526 h 6858000"/>
              <a:gd name="connsiteX179" fmla="*/ 1313114 w 7467600"/>
              <a:gd name="connsiteY179" fmla="*/ 3655216 h 6858000"/>
              <a:gd name="connsiteX180" fmla="*/ 3655073 w 7467600"/>
              <a:gd name="connsiteY180" fmla="*/ 3650884 h 6858000"/>
              <a:gd name="connsiteX181" fmla="*/ 3989938 w 7467600"/>
              <a:gd name="connsiteY181" fmla="*/ 3991685 h 6858000"/>
              <a:gd name="connsiteX182" fmla="*/ 4393907 w 7467600"/>
              <a:gd name="connsiteY182" fmla="*/ 4261258 h 6858000"/>
              <a:gd name="connsiteX183" fmla="*/ 4648051 w 7467600"/>
              <a:gd name="connsiteY183" fmla="*/ 4374051 h 6858000"/>
              <a:gd name="connsiteX184" fmla="*/ 4383389 w 7467600"/>
              <a:gd name="connsiteY184" fmla="*/ 4184369 h 6858000"/>
              <a:gd name="connsiteX185" fmla="*/ 4165508 w 7467600"/>
              <a:gd name="connsiteY185" fmla="*/ 4035196 h 6858000"/>
              <a:gd name="connsiteX186" fmla="*/ 4068162 w 7467600"/>
              <a:gd name="connsiteY186" fmla="*/ 3953394 h 6858000"/>
              <a:gd name="connsiteX187" fmla="*/ 3981416 w 7467600"/>
              <a:gd name="connsiteY187" fmla="*/ 3880482 h 6858000"/>
              <a:gd name="connsiteX188" fmla="*/ 3800147 w 7467600"/>
              <a:gd name="connsiteY188" fmla="*/ 3749872 h 6858000"/>
              <a:gd name="connsiteX189" fmla="*/ 3655073 w 7467600"/>
              <a:gd name="connsiteY189" fmla="*/ 3650884 h 6858000"/>
              <a:gd name="connsiteX190" fmla="*/ 3670252 w 7467600"/>
              <a:gd name="connsiteY190" fmla="*/ 3622798 h 6858000"/>
              <a:gd name="connsiteX191" fmla="*/ 3817258 w 7467600"/>
              <a:gd name="connsiteY191" fmla="*/ 3723577 h 6858000"/>
              <a:gd name="connsiteX192" fmla="*/ 4000461 w 7467600"/>
              <a:gd name="connsiteY192" fmla="*/ 3855966 h 6858000"/>
              <a:gd name="connsiteX193" fmla="*/ 4088180 w 7467600"/>
              <a:gd name="connsiteY193" fmla="*/ 3929774 h 6858000"/>
              <a:gd name="connsiteX194" fmla="*/ 4184555 w 7467600"/>
              <a:gd name="connsiteY194" fmla="*/ 4010683 h 6858000"/>
              <a:gd name="connsiteX195" fmla="*/ 4399563 w 7467600"/>
              <a:gd name="connsiteY195" fmla="*/ 4158106 h 6858000"/>
              <a:gd name="connsiteX196" fmla="*/ 4684469 w 7467600"/>
              <a:gd name="connsiteY196" fmla="*/ 4364680 h 6858000"/>
              <a:gd name="connsiteX197" fmla="*/ 4690271 w 7467600"/>
              <a:gd name="connsiteY197" fmla="*/ 4370034 h 6858000"/>
              <a:gd name="connsiteX198" fmla="*/ 4136093 w 7467600"/>
              <a:gd name="connsiteY198" fmla="*/ 3858466 h 6858000"/>
              <a:gd name="connsiteX199" fmla="*/ 3670252 w 7467600"/>
              <a:gd name="connsiteY199" fmla="*/ 3622798 h 6858000"/>
              <a:gd name="connsiteX200" fmla="*/ 4440129 w 7467600"/>
              <a:gd name="connsiteY200" fmla="*/ 3448571 h 6858000"/>
              <a:gd name="connsiteX201" fmla="*/ 4856525 w 7467600"/>
              <a:gd name="connsiteY201" fmla="*/ 3915351 h 6858000"/>
              <a:gd name="connsiteX202" fmla="*/ 5059055 w 7467600"/>
              <a:gd name="connsiteY202" fmla="*/ 4108918 h 6858000"/>
              <a:gd name="connsiteX203" fmla="*/ 5290070 w 7467600"/>
              <a:gd name="connsiteY203" fmla="*/ 4263619 h 6858000"/>
              <a:gd name="connsiteX204" fmla="*/ 4834991 w 7467600"/>
              <a:gd name="connsiteY204" fmla="*/ 3830985 h 6858000"/>
              <a:gd name="connsiteX205" fmla="*/ 4440129 w 7467600"/>
              <a:gd name="connsiteY205" fmla="*/ 3448571 h 6858000"/>
              <a:gd name="connsiteX206" fmla="*/ 4441737 w 7467600"/>
              <a:gd name="connsiteY206" fmla="*/ 3399734 h 6858000"/>
              <a:gd name="connsiteX207" fmla="*/ 4431236 w 7467600"/>
              <a:gd name="connsiteY207" fmla="*/ 3400954 h 6858000"/>
              <a:gd name="connsiteX208" fmla="*/ 4557150 w 7467600"/>
              <a:gd name="connsiteY208" fmla="*/ 3510023 h 6858000"/>
              <a:gd name="connsiteX209" fmla="*/ 4856936 w 7467600"/>
              <a:gd name="connsiteY209" fmla="*/ 3809146 h 6858000"/>
              <a:gd name="connsiteX210" fmla="*/ 5111996 w 7467600"/>
              <a:gd name="connsiteY210" fmla="*/ 4065759 h 6858000"/>
              <a:gd name="connsiteX211" fmla="*/ 5388878 w 7467600"/>
              <a:gd name="connsiteY211" fmla="*/ 4300185 h 6858000"/>
              <a:gd name="connsiteX212" fmla="*/ 5425556 w 7467600"/>
              <a:gd name="connsiteY212" fmla="*/ 4308967 h 6858000"/>
              <a:gd name="connsiteX213" fmla="*/ 4943646 w 7467600"/>
              <a:gd name="connsiteY213" fmla="*/ 3822916 h 6858000"/>
              <a:gd name="connsiteX214" fmla="*/ 4594837 w 7467600"/>
              <a:gd name="connsiteY214" fmla="*/ 3532274 h 6858000"/>
              <a:gd name="connsiteX215" fmla="*/ 4441737 w 7467600"/>
              <a:gd name="connsiteY215" fmla="*/ 3399734 h 6858000"/>
              <a:gd name="connsiteX216" fmla="*/ 5425834 w 7467600"/>
              <a:gd name="connsiteY216" fmla="*/ 3162785 h 6858000"/>
              <a:gd name="connsiteX217" fmla="*/ 5401644 w 7467600"/>
              <a:gd name="connsiteY217" fmla="*/ 3617847 h 6858000"/>
              <a:gd name="connsiteX218" fmla="*/ 5467256 w 7467600"/>
              <a:gd name="connsiteY218" fmla="*/ 4175494 h 6858000"/>
              <a:gd name="connsiteX219" fmla="*/ 5448069 w 7467600"/>
              <a:gd name="connsiteY219" fmla="*/ 3567554 h 6858000"/>
              <a:gd name="connsiteX220" fmla="*/ 5425834 w 7467600"/>
              <a:gd name="connsiteY220" fmla="*/ 3162785 h 6858000"/>
              <a:gd name="connsiteX221" fmla="*/ 1318687 w 7467600"/>
              <a:gd name="connsiteY221" fmla="*/ 3113840 h 6858000"/>
              <a:gd name="connsiteX222" fmla="*/ 1066793 w 7467600"/>
              <a:gd name="connsiteY222" fmla="*/ 3212171 h 6858000"/>
              <a:gd name="connsiteX223" fmla="*/ 993319 w 7467600"/>
              <a:gd name="connsiteY223" fmla="*/ 3247648 h 6858000"/>
              <a:gd name="connsiteX224" fmla="*/ 853081 w 7467600"/>
              <a:gd name="connsiteY224" fmla="*/ 3312410 h 6858000"/>
              <a:gd name="connsiteX225" fmla="*/ 805957 w 7467600"/>
              <a:gd name="connsiteY225" fmla="*/ 3330443 h 6858000"/>
              <a:gd name="connsiteX226" fmla="*/ 1318687 w 7467600"/>
              <a:gd name="connsiteY226" fmla="*/ 3113840 h 6858000"/>
              <a:gd name="connsiteX227" fmla="*/ 5453702 w 7467600"/>
              <a:gd name="connsiteY227" fmla="*/ 3090882 h 6858000"/>
              <a:gd name="connsiteX228" fmla="*/ 5480135 w 7467600"/>
              <a:gd name="connsiteY228" fmla="*/ 3565802 h 6858000"/>
              <a:gd name="connsiteX229" fmla="*/ 5499023 w 7467600"/>
              <a:gd name="connsiteY229" fmla="*/ 4166310 h 6858000"/>
              <a:gd name="connsiteX230" fmla="*/ 5547022 w 7467600"/>
              <a:gd name="connsiteY230" fmla="*/ 3607838 h 6858000"/>
              <a:gd name="connsiteX231" fmla="*/ 5515964 w 7467600"/>
              <a:gd name="connsiteY231" fmla="*/ 3378541 h 6858000"/>
              <a:gd name="connsiteX232" fmla="*/ 5453702 w 7467600"/>
              <a:gd name="connsiteY232" fmla="*/ 3090882 h 6858000"/>
              <a:gd name="connsiteX233" fmla="*/ 1238695 w 7467600"/>
              <a:gd name="connsiteY233" fmla="*/ 3076820 h 6858000"/>
              <a:gd name="connsiteX234" fmla="*/ 716371 w 7467600"/>
              <a:gd name="connsiteY234" fmla="*/ 3293249 h 6858000"/>
              <a:gd name="connsiteX235" fmla="*/ 579522 w 7467600"/>
              <a:gd name="connsiteY235" fmla="*/ 3371759 h 6858000"/>
              <a:gd name="connsiteX236" fmla="*/ 600288 w 7467600"/>
              <a:gd name="connsiteY236" fmla="*/ 3365555 h 6858000"/>
              <a:gd name="connsiteX237" fmla="*/ 840692 w 7467600"/>
              <a:gd name="connsiteY237" fmla="*/ 3284921 h 6858000"/>
              <a:gd name="connsiteX238" fmla="*/ 979248 w 7467600"/>
              <a:gd name="connsiteY238" fmla="*/ 3221003 h 6858000"/>
              <a:gd name="connsiteX239" fmla="*/ 1053282 w 7467600"/>
              <a:gd name="connsiteY239" fmla="*/ 3185247 h 6858000"/>
              <a:gd name="connsiteX240" fmla="*/ 1320603 w 7467600"/>
              <a:gd name="connsiteY240" fmla="*/ 3081281 h 6858000"/>
              <a:gd name="connsiteX241" fmla="*/ 1238695 w 7467600"/>
              <a:gd name="connsiteY241" fmla="*/ 3076820 h 6858000"/>
              <a:gd name="connsiteX242" fmla="*/ 5425627 w 7467600"/>
              <a:gd name="connsiteY242" fmla="*/ 2954192 h 6858000"/>
              <a:gd name="connsiteX243" fmla="*/ 5470770 w 7467600"/>
              <a:gd name="connsiteY243" fmla="*/ 3005435 h 6858000"/>
              <a:gd name="connsiteX244" fmla="*/ 5519779 w 7467600"/>
              <a:gd name="connsiteY244" fmla="*/ 4359223 h 6858000"/>
              <a:gd name="connsiteX245" fmla="*/ 5520293 w 7467600"/>
              <a:gd name="connsiteY245" fmla="*/ 4360602 h 6858000"/>
              <a:gd name="connsiteX246" fmla="*/ 5767221 w 7467600"/>
              <a:gd name="connsiteY246" fmla="*/ 4665564 h 6858000"/>
              <a:gd name="connsiteX247" fmla="*/ 6937169 w 7467600"/>
              <a:gd name="connsiteY247" fmla="*/ 4815941 h 6858000"/>
              <a:gd name="connsiteX248" fmla="*/ 6953922 w 7467600"/>
              <a:gd name="connsiteY248" fmla="*/ 4890068 h 6858000"/>
              <a:gd name="connsiteX249" fmla="*/ 6071359 w 7467600"/>
              <a:gd name="connsiteY249" fmla="*/ 4770770 h 6858000"/>
              <a:gd name="connsiteX250" fmla="*/ 6038839 w 7467600"/>
              <a:gd name="connsiteY250" fmla="*/ 4764474 h 6858000"/>
              <a:gd name="connsiteX251" fmla="*/ 6038706 w 7467600"/>
              <a:gd name="connsiteY251" fmla="*/ 4763847 h 6858000"/>
              <a:gd name="connsiteX252" fmla="*/ 6037784 w 7467600"/>
              <a:gd name="connsiteY252" fmla="*/ 4764270 h 6858000"/>
              <a:gd name="connsiteX253" fmla="*/ 6038839 w 7467600"/>
              <a:gd name="connsiteY253" fmla="*/ 4764474 h 6858000"/>
              <a:gd name="connsiteX254" fmla="*/ 6040338 w 7467600"/>
              <a:gd name="connsiteY254" fmla="*/ 4771418 h 6858000"/>
              <a:gd name="connsiteX255" fmla="*/ 6024488 w 7467600"/>
              <a:gd name="connsiteY255" fmla="*/ 4809903 h 6858000"/>
              <a:gd name="connsiteX256" fmla="*/ 5599771 w 7467600"/>
              <a:gd name="connsiteY256" fmla="*/ 5509652 h 6858000"/>
              <a:gd name="connsiteX257" fmla="*/ 5548843 w 7467600"/>
              <a:gd name="connsiteY257" fmla="*/ 5563845 h 6858000"/>
              <a:gd name="connsiteX258" fmla="*/ 5940952 w 7467600"/>
              <a:gd name="connsiteY258" fmla="*/ 6250028 h 6858000"/>
              <a:gd name="connsiteX259" fmla="*/ 6043441 w 7467600"/>
              <a:gd name="connsiteY259" fmla="*/ 6665847 h 6858000"/>
              <a:gd name="connsiteX260" fmla="*/ 6093432 w 7467600"/>
              <a:gd name="connsiteY260" fmla="*/ 6858000 h 6858000"/>
              <a:gd name="connsiteX261" fmla="*/ 6034344 w 7467600"/>
              <a:gd name="connsiteY261" fmla="*/ 6858000 h 6858000"/>
              <a:gd name="connsiteX262" fmla="*/ 6026679 w 7467600"/>
              <a:gd name="connsiteY262" fmla="*/ 6836959 h 6858000"/>
              <a:gd name="connsiteX263" fmla="*/ 5800441 w 7467600"/>
              <a:gd name="connsiteY263" fmla="*/ 6335286 h 6858000"/>
              <a:gd name="connsiteX264" fmla="*/ 5526562 w 7467600"/>
              <a:gd name="connsiteY264" fmla="*/ 5705388 h 6858000"/>
              <a:gd name="connsiteX265" fmla="*/ 5519640 w 7467600"/>
              <a:gd name="connsiteY265" fmla="*/ 5683774 h 6858000"/>
              <a:gd name="connsiteX266" fmla="*/ 5844559 w 7467600"/>
              <a:gd name="connsiteY266" fmla="*/ 6553349 h 6858000"/>
              <a:gd name="connsiteX267" fmla="*/ 5975994 w 7467600"/>
              <a:gd name="connsiteY267" fmla="*/ 6858000 h 6858000"/>
              <a:gd name="connsiteX268" fmla="*/ 5898547 w 7467600"/>
              <a:gd name="connsiteY268" fmla="*/ 6858000 h 6858000"/>
              <a:gd name="connsiteX269" fmla="*/ 5682041 w 7467600"/>
              <a:gd name="connsiteY269" fmla="*/ 6355860 h 6858000"/>
              <a:gd name="connsiteX270" fmla="*/ 5461758 w 7467600"/>
              <a:gd name="connsiteY270" fmla="*/ 5820220 h 6858000"/>
              <a:gd name="connsiteX271" fmla="*/ 5237282 w 7467600"/>
              <a:gd name="connsiteY271" fmla="*/ 6579086 h 6858000"/>
              <a:gd name="connsiteX272" fmla="*/ 5115009 w 7467600"/>
              <a:gd name="connsiteY272" fmla="*/ 6858000 h 6858000"/>
              <a:gd name="connsiteX273" fmla="*/ 5028074 w 7467600"/>
              <a:gd name="connsiteY273" fmla="*/ 6858000 h 6858000"/>
              <a:gd name="connsiteX274" fmla="*/ 5079508 w 7467600"/>
              <a:gd name="connsiteY274" fmla="*/ 6749074 h 6858000"/>
              <a:gd name="connsiteX275" fmla="*/ 5371846 w 7467600"/>
              <a:gd name="connsiteY275" fmla="*/ 5924413 h 6858000"/>
              <a:gd name="connsiteX276" fmla="*/ 5270512 w 7467600"/>
              <a:gd name="connsiteY276" fmla="*/ 6138975 h 6858000"/>
              <a:gd name="connsiteX277" fmla="*/ 5062409 w 7467600"/>
              <a:gd name="connsiteY277" fmla="*/ 6653544 h 6858000"/>
              <a:gd name="connsiteX278" fmla="*/ 5036628 w 7467600"/>
              <a:gd name="connsiteY278" fmla="*/ 6754247 h 6858000"/>
              <a:gd name="connsiteX279" fmla="*/ 5009112 w 7467600"/>
              <a:gd name="connsiteY279" fmla="*/ 6858000 h 6858000"/>
              <a:gd name="connsiteX280" fmla="*/ 4976679 w 7467600"/>
              <a:gd name="connsiteY280" fmla="*/ 6858000 h 6858000"/>
              <a:gd name="connsiteX281" fmla="*/ 5006537 w 7467600"/>
              <a:gd name="connsiteY281" fmla="*/ 6747068 h 6858000"/>
              <a:gd name="connsiteX282" fmla="*/ 5032723 w 7467600"/>
              <a:gd name="connsiteY282" fmla="*/ 6644957 h 6858000"/>
              <a:gd name="connsiteX283" fmla="*/ 5242949 w 7467600"/>
              <a:gd name="connsiteY283" fmla="*/ 6125175 h 6858000"/>
              <a:gd name="connsiteX284" fmla="*/ 5286321 w 7467600"/>
              <a:gd name="connsiteY284" fmla="*/ 6033555 h 6858000"/>
              <a:gd name="connsiteX285" fmla="*/ 5008210 w 7467600"/>
              <a:gd name="connsiteY285" fmla="*/ 6649194 h 6858000"/>
              <a:gd name="connsiteX286" fmla="*/ 4986321 w 7467600"/>
              <a:gd name="connsiteY286" fmla="*/ 6765687 h 6858000"/>
              <a:gd name="connsiteX287" fmla="*/ 4973474 w 7467600"/>
              <a:gd name="connsiteY287" fmla="*/ 6858000 h 6858000"/>
              <a:gd name="connsiteX288" fmla="*/ 4907178 w 7467600"/>
              <a:gd name="connsiteY288" fmla="*/ 6858000 h 6858000"/>
              <a:gd name="connsiteX289" fmla="*/ 4910810 w 7467600"/>
              <a:gd name="connsiteY289" fmla="*/ 6829660 h 6858000"/>
              <a:gd name="connsiteX290" fmla="*/ 4987461 w 7467600"/>
              <a:gd name="connsiteY290" fmla="*/ 6432994 h 6858000"/>
              <a:gd name="connsiteX291" fmla="*/ 5179262 w 7467600"/>
              <a:gd name="connsiteY291" fmla="*/ 6035044 h 6858000"/>
              <a:gd name="connsiteX292" fmla="*/ 4689678 w 7467600"/>
              <a:gd name="connsiteY292" fmla="*/ 6440241 h 6858000"/>
              <a:gd name="connsiteX293" fmla="*/ 4477543 w 7467600"/>
              <a:gd name="connsiteY293" fmla="*/ 6674836 h 6858000"/>
              <a:gd name="connsiteX294" fmla="*/ 4329957 w 7467600"/>
              <a:gd name="connsiteY294" fmla="*/ 6858000 h 6858000"/>
              <a:gd name="connsiteX295" fmla="*/ 4218595 w 7467600"/>
              <a:gd name="connsiteY295" fmla="*/ 6858000 h 6858000"/>
              <a:gd name="connsiteX296" fmla="*/ 4368888 w 7467600"/>
              <a:gd name="connsiteY296" fmla="*/ 6668412 h 6858000"/>
              <a:gd name="connsiteX297" fmla="*/ 4563091 w 7467600"/>
              <a:gd name="connsiteY297" fmla="*/ 6442508 h 6858000"/>
              <a:gd name="connsiteX298" fmla="*/ 5387324 w 7467600"/>
              <a:gd name="connsiteY298" fmla="*/ 5705830 h 6858000"/>
              <a:gd name="connsiteX299" fmla="*/ 5073620 w 7467600"/>
              <a:gd name="connsiteY299" fmla="*/ 5955437 h 6858000"/>
              <a:gd name="connsiteX300" fmla="*/ 4689789 w 7467600"/>
              <a:gd name="connsiteY300" fmla="*/ 6268382 h 6858000"/>
              <a:gd name="connsiteX301" fmla="*/ 4418722 w 7467600"/>
              <a:gd name="connsiteY301" fmla="*/ 6570886 h 6858000"/>
              <a:gd name="connsiteX302" fmla="*/ 4214944 w 7467600"/>
              <a:gd name="connsiteY302" fmla="*/ 6858000 h 6858000"/>
              <a:gd name="connsiteX303" fmla="*/ 4177898 w 7467600"/>
              <a:gd name="connsiteY303" fmla="*/ 6858000 h 6858000"/>
              <a:gd name="connsiteX304" fmla="*/ 4391597 w 7467600"/>
              <a:gd name="connsiteY304" fmla="*/ 6556370 h 6858000"/>
              <a:gd name="connsiteX305" fmla="*/ 4668889 w 7467600"/>
              <a:gd name="connsiteY305" fmla="*/ 6246399 h 6858000"/>
              <a:gd name="connsiteX306" fmla="*/ 5055427 w 7467600"/>
              <a:gd name="connsiteY306" fmla="*/ 5931476 h 6858000"/>
              <a:gd name="connsiteX307" fmla="*/ 5371814 w 7467600"/>
              <a:gd name="connsiteY307" fmla="*/ 5678975 h 6858000"/>
              <a:gd name="connsiteX308" fmla="*/ 4987918 w 7467600"/>
              <a:gd name="connsiteY308" fmla="*/ 5838701 h 6858000"/>
              <a:gd name="connsiteX309" fmla="*/ 4317146 w 7467600"/>
              <a:gd name="connsiteY309" fmla="*/ 6587716 h 6858000"/>
              <a:gd name="connsiteX310" fmla="*/ 4171627 w 7467600"/>
              <a:gd name="connsiteY310" fmla="*/ 6858000 h 6858000"/>
              <a:gd name="connsiteX311" fmla="*/ 4081585 w 7467600"/>
              <a:gd name="connsiteY311" fmla="*/ 6858000 h 6858000"/>
              <a:gd name="connsiteX312" fmla="*/ 4238603 w 7467600"/>
              <a:gd name="connsiteY312" fmla="*/ 6559341 h 6858000"/>
              <a:gd name="connsiteX313" fmla="*/ 4778333 w 7467600"/>
              <a:gd name="connsiteY313" fmla="*/ 5873626 h 6858000"/>
              <a:gd name="connsiteX314" fmla="*/ 5414185 w 7467600"/>
              <a:gd name="connsiteY314" fmla="*/ 5573882 h 6858000"/>
              <a:gd name="connsiteX315" fmla="*/ 5959648 w 7467600"/>
              <a:gd name="connsiteY315" fmla="*/ 4760797 h 6858000"/>
              <a:gd name="connsiteX316" fmla="*/ 5355019 w 7467600"/>
              <a:gd name="connsiteY316" fmla="*/ 4734672 h 6858000"/>
              <a:gd name="connsiteX317" fmla="*/ 5083565 w 7467600"/>
              <a:gd name="connsiteY317" fmla="*/ 5179121 h 6858000"/>
              <a:gd name="connsiteX318" fmla="*/ 4713577 w 7467600"/>
              <a:gd name="connsiteY318" fmla="*/ 5616803 h 6858000"/>
              <a:gd name="connsiteX319" fmla="*/ 3989559 w 7467600"/>
              <a:gd name="connsiteY319" fmla="*/ 6145945 h 6858000"/>
              <a:gd name="connsiteX320" fmla="*/ 3939824 w 7467600"/>
              <a:gd name="connsiteY320" fmla="*/ 6066900 h 6858000"/>
              <a:gd name="connsiteX321" fmla="*/ 4584537 w 7467600"/>
              <a:gd name="connsiteY321" fmla="*/ 5324826 h 6858000"/>
              <a:gd name="connsiteX322" fmla="*/ 5037105 w 7467600"/>
              <a:gd name="connsiteY322" fmla="*/ 5088765 h 6858000"/>
              <a:gd name="connsiteX323" fmla="*/ 5039930 w 7467600"/>
              <a:gd name="connsiteY323" fmla="*/ 5089585 h 6858000"/>
              <a:gd name="connsiteX324" fmla="*/ 5263764 w 7467600"/>
              <a:gd name="connsiteY324" fmla="*/ 4735525 h 6858000"/>
              <a:gd name="connsiteX325" fmla="*/ 4086300 w 7467600"/>
              <a:gd name="connsiteY325" fmla="*/ 4884599 h 6858000"/>
              <a:gd name="connsiteX326" fmla="*/ 4085485 w 7467600"/>
              <a:gd name="connsiteY326" fmla="*/ 4899070 h 6858000"/>
              <a:gd name="connsiteX327" fmla="*/ 3871915 w 7467600"/>
              <a:gd name="connsiteY327" fmla="*/ 5253645 h 6858000"/>
              <a:gd name="connsiteX328" fmla="*/ 3799374 w 7467600"/>
              <a:gd name="connsiteY328" fmla="*/ 5466127 h 6858000"/>
              <a:gd name="connsiteX329" fmla="*/ 3498850 w 7467600"/>
              <a:gd name="connsiteY329" fmla="*/ 6661888 h 6858000"/>
              <a:gd name="connsiteX330" fmla="*/ 3399216 w 7467600"/>
              <a:gd name="connsiteY330" fmla="*/ 6858000 h 6858000"/>
              <a:gd name="connsiteX331" fmla="*/ 3303688 w 7467600"/>
              <a:gd name="connsiteY331" fmla="*/ 6858000 h 6858000"/>
              <a:gd name="connsiteX332" fmla="*/ 3391774 w 7467600"/>
              <a:gd name="connsiteY332" fmla="*/ 6697181 h 6858000"/>
              <a:gd name="connsiteX333" fmla="*/ 3735540 w 7467600"/>
              <a:gd name="connsiteY333" fmla="*/ 5546923 h 6858000"/>
              <a:gd name="connsiteX334" fmla="*/ 3729438 w 7467600"/>
              <a:gd name="connsiteY334" fmla="*/ 5569058 h 6858000"/>
              <a:gd name="connsiteX335" fmla="*/ 3707782 w 7467600"/>
              <a:gd name="connsiteY335" fmla="*/ 5644908 h 6858000"/>
              <a:gd name="connsiteX336" fmla="*/ 3583827 w 7467600"/>
              <a:gd name="connsiteY336" fmla="*/ 6039215 h 6858000"/>
              <a:gd name="connsiteX337" fmla="*/ 3547861 w 7467600"/>
              <a:gd name="connsiteY337" fmla="*/ 6129609 h 6858000"/>
              <a:gd name="connsiteX338" fmla="*/ 3490905 w 7467600"/>
              <a:gd name="connsiteY338" fmla="*/ 6277660 h 6858000"/>
              <a:gd name="connsiteX339" fmla="*/ 3455859 w 7467600"/>
              <a:gd name="connsiteY339" fmla="*/ 6391301 h 6858000"/>
              <a:gd name="connsiteX340" fmla="*/ 3429112 w 7467600"/>
              <a:gd name="connsiteY340" fmla="*/ 6479469 h 6858000"/>
              <a:gd name="connsiteX341" fmla="*/ 3304862 w 7467600"/>
              <a:gd name="connsiteY341" fmla="*/ 6796476 h 6858000"/>
              <a:gd name="connsiteX342" fmla="*/ 3276071 w 7467600"/>
              <a:gd name="connsiteY342" fmla="*/ 6858000 h 6858000"/>
              <a:gd name="connsiteX343" fmla="*/ 3240805 w 7467600"/>
              <a:gd name="connsiteY343" fmla="*/ 6858000 h 6858000"/>
              <a:gd name="connsiteX344" fmla="*/ 3275917 w 7467600"/>
              <a:gd name="connsiteY344" fmla="*/ 6783192 h 6858000"/>
              <a:gd name="connsiteX345" fmla="*/ 3399358 w 7467600"/>
              <a:gd name="connsiteY345" fmla="*/ 6469011 h 6858000"/>
              <a:gd name="connsiteX346" fmla="*/ 3425650 w 7467600"/>
              <a:gd name="connsiteY346" fmla="*/ 6381333 h 6858000"/>
              <a:gd name="connsiteX347" fmla="*/ 3460661 w 7467600"/>
              <a:gd name="connsiteY347" fmla="*/ 6266763 h 6858000"/>
              <a:gd name="connsiteX348" fmla="*/ 3518021 w 7467600"/>
              <a:gd name="connsiteY348" fmla="*/ 6117298 h 6858000"/>
              <a:gd name="connsiteX349" fmla="*/ 3554035 w 7467600"/>
              <a:gd name="connsiteY349" fmla="*/ 6027832 h 6858000"/>
              <a:gd name="connsiteX350" fmla="*/ 3677174 w 7467600"/>
              <a:gd name="connsiteY350" fmla="*/ 5636351 h 6858000"/>
              <a:gd name="connsiteX351" fmla="*/ 3698819 w 7467600"/>
              <a:gd name="connsiteY351" fmla="*/ 5560503 h 6858000"/>
              <a:gd name="connsiteX352" fmla="*/ 3702094 w 7467600"/>
              <a:gd name="connsiteY352" fmla="*/ 5549194 h 6858000"/>
              <a:gd name="connsiteX353" fmla="*/ 3398355 w 7467600"/>
              <a:gd name="connsiteY353" fmla="*/ 6094603 h 6858000"/>
              <a:gd name="connsiteX354" fmla="*/ 3193941 w 7467600"/>
              <a:gd name="connsiteY354" fmla="*/ 6798775 h 6858000"/>
              <a:gd name="connsiteX355" fmla="*/ 3184140 w 7467600"/>
              <a:gd name="connsiteY355" fmla="*/ 6858000 h 6858000"/>
              <a:gd name="connsiteX356" fmla="*/ 3099978 w 7467600"/>
              <a:gd name="connsiteY356" fmla="*/ 6858000 h 6858000"/>
              <a:gd name="connsiteX357" fmla="*/ 3101556 w 7467600"/>
              <a:gd name="connsiteY357" fmla="*/ 6843337 h 6858000"/>
              <a:gd name="connsiteX358" fmla="*/ 3370162 w 7467600"/>
              <a:gd name="connsiteY358" fmla="*/ 5785550 h 6858000"/>
              <a:gd name="connsiteX359" fmla="*/ 3746477 w 7467600"/>
              <a:gd name="connsiteY359" fmla="*/ 5377889 h 6858000"/>
              <a:gd name="connsiteX360" fmla="*/ 3863399 w 7467600"/>
              <a:gd name="connsiteY360" fmla="*/ 5087257 h 6858000"/>
              <a:gd name="connsiteX361" fmla="*/ 3968712 w 7467600"/>
              <a:gd name="connsiteY361" fmla="*/ 4913989 h 6858000"/>
              <a:gd name="connsiteX362" fmla="*/ 2792390 w 7467600"/>
              <a:gd name="connsiteY362" fmla="*/ 5382974 h 6858000"/>
              <a:gd name="connsiteX363" fmla="*/ 2714982 w 7467600"/>
              <a:gd name="connsiteY363" fmla="*/ 5427051 h 6858000"/>
              <a:gd name="connsiteX364" fmla="*/ 2813361 w 7467600"/>
              <a:gd name="connsiteY364" fmla="*/ 6023912 h 6858000"/>
              <a:gd name="connsiteX365" fmla="*/ 2688430 w 7467600"/>
              <a:gd name="connsiteY365" fmla="*/ 6801564 h 6858000"/>
              <a:gd name="connsiteX366" fmla="*/ 2629626 w 7467600"/>
              <a:gd name="connsiteY366" fmla="*/ 6763394 h 6858000"/>
              <a:gd name="connsiteX367" fmla="*/ 2565328 w 7467600"/>
              <a:gd name="connsiteY367" fmla="*/ 5516399 h 6858000"/>
              <a:gd name="connsiteX368" fmla="*/ 1922999 w 7467600"/>
              <a:gd name="connsiteY368" fmla="*/ 5980343 h 6858000"/>
              <a:gd name="connsiteX369" fmla="*/ 1950261 w 7467600"/>
              <a:gd name="connsiteY369" fmla="*/ 6405858 h 6858000"/>
              <a:gd name="connsiteX370" fmla="*/ 2365554 w 7467600"/>
              <a:gd name="connsiteY370" fmla="*/ 6759107 h 6858000"/>
              <a:gd name="connsiteX371" fmla="*/ 2424142 w 7467600"/>
              <a:gd name="connsiteY371" fmla="*/ 6858000 h 6858000"/>
              <a:gd name="connsiteX372" fmla="*/ 2395994 w 7467600"/>
              <a:gd name="connsiteY372" fmla="*/ 6858000 h 6858000"/>
              <a:gd name="connsiteX373" fmla="*/ 2392863 w 7467600"/>
              <a:gd name="connsiteY373" fmla="*/ 6852964 h 6858000"/>
              <a:gd name="connsiteX374" fmla="*/ 2017589 w 7467600"/>
              <a:gd name="connsiteY374" fmla="*/ 6493982 h 6858000"/>
              <a:gd name="connsiteX375" fmla="*/ 2147336 w 7467600"/>
              <a:gd name="connsiteY375" fmla="*/ 6594052 h 6858000"/>
              <a:gd name="connsiteX376" fmla="*/ 2207047 w 7467600"/>
              <a:gd name="connsiteY376" fmla="*/ 6654540 h 6858000"/>
              <a:gd name="connsiteX377" fmla="*/ 2299106 w 7467600"/>
              <a:gd name="connsiteY377" fmla="*/ 6778931 h 6858000"/>
              <a:gd name="connsiteX378" fmla="*/ 2314430 w 7467600"/>
              <a:gd name="connsiteY378" fmla="*/ 6801144 h 6858000"/>
              <a:gd name="connsiteX379" fmla="*/ 2352406 w 7467600"/>
              <a:gd name="connsiteY379" fmla="*/ 6858000 h 6858000"/>
              <a:gd name="connsiteX380" fmla="*/ 2314492 w 7467600"/>
              <a:gd name="connsiteY380" fmla="*/ 6858000 h 6858000"/>
              <a:gd name="connsiteX381" fmla="*/ 2288095 w 7467600"/>
              <a:gd name="connsiteY381" fmla="*/ 6818030 h 6858000"/>
              <a:gd name="connsiteX382" fmla="*/ 2272768 w 7467600"/>
              <a:gd name="connsiteY382" fmla="*/ 6795822 h 6858000"/>
              <a:gd name="connsiteX383" fmla="*/ 2182715 w 7467600"/>
              <a:gd name="connsiteY383" fmla="*/ 6675071 h 6858000"/>
              <a:gd name="connsiteX384" fmla="*/ 2032061 w 7467600"/>
              <a:gd name="connsiteY384" fmla="*/ 6541380 h 6858000"/>
              <a:gd name="connsiteX385" fmla="*/ 2257220 w 7467600"/>
              <a:gd name="connsiteY385" fmla="*/ 6826257 h 6858000"/>
              <a:gd name="connsiteX386" fmla="*/ 2281324 w 7467600"/>
              <a:gd name="connsiteY386" fmla="*/ 6858000 h 6858000"/>
              <a:gd name="connsiteX387" fmla="*/ 2242860 w 7467600"/>
              <a:gd name="connsiteY387" fmla="*/ 6858000 h 6858000"/>
              <a:gd name="connsiteX388" fmla="*/ 2232818 w 7467600"/>
              <a:gd name="connsiteY388" fmla="*/ 6844926 h 6858000"/>
              <a:gd name="connsiteX389" fmla="*/ 1990172 w 7467600"/>
              <a:gd name="connsiteY389" fmla="*/ 6542121 h 6858000"/>
              <a:gd name="connsiteX390" fmla="*/ 2124090 w 7467600"/>
              <a:gd name="connsiteY390" fmla="*/ 6761017 h 6858000"/>
              <a:gd name="connsiteX391" fmla="*/ 2200380 w 7467600"/>
              <a:gd name="connsiteY391" fmla="*/ 6858000 h 6858000"/>
              <a:gd name="connsiteX392" fmla="*/ 2147507 w 7467600"/>
              <a:gd name="connsiteY392" fmla="*/ 6858000 h 6858000"/>
              <a:gd name="connsiteX393" fmla="*/ 2070668 w 7467600"/>
              <a:gd name="connsiteY393" fmla="*/ 6761520 h 6858000"/>
              <a:gd name="connsiteX394" fmla="*/ 1975142 w 7467600"/>
              <a:gd name="connsiteY394" fmla="*/ 6585570 h 6858000"/>
              <a:gd name="connsiteX395" fmla="*/ 2050035 w 7467600"/>
              <a:gd name="connsiteY395" fmla="*/ 6813345 h 6858000"/>
              <a:gd name="connsiteX396" fmla="*/ 2063025 w 7467600"/>
              <a:gd name="connsiteY396" fmla="*/ 6858000 h 6858000"/>
              <a:gd name="connsiteX397" fmla="*/ 2021675 w 7467600"/>
              <a:gd name="connsiteY397" fmla="*/ 6858000 h 6858000"/>
              <a:gd name="connsiteX398" fmla="*/ 2019308 w 7467600"/>
              <a:gd name="connsiteY398" fmla="*/ 6847118 h 6858000"/>
              <a:gd name="connsiteX399" fmla="*/ 1938835 w 7467600"/>
              <a:gd name="connsiteY399" fmla="*/ 6551160 h 6858000"/>
              <a:gd name="connsiteX400" fmla="*/ 1953230 w 7467600"/>
              <a:gd name="connsiteY400" fmla="*/ 6759699 h 6858000"/>
              <a:gd name="connsiteX401" fmla="*/ 1956763 w 7467600"/>
              <a:gd name="connsiteY401" fmla="*/ 6778191 h 6858000"/>
              <a:gd name="connsiteX402" fmla="*/ 1967925 w 7467600"/>
              <a:gd name="connsiteY402" fmla="*/ 6858000 h 6858000"/>
              <a:gd name="connsiteX403" fmla="*/ 1936622 w 7467600"/>
              <a:gd name="connsiteY403" fmla="*/ 6858000 h 6858000"/>
              <a:gd name="connsiteX404" fmla="*/ 1926261 w 7467600"/>
              <a:gd name="connsiteY404" fmla="*/ 6784064 h 6858000"/>
              <a:gd name="connsiteX405" fmla="*/ 1922724 w 7467600"/>
              <a:gd name="connsiteY405" fmla="*/ 6765577 h 6858000"/>
              <a:gd name="connsiteX406" fmla="*/ 1904650 w 7467600"/>
              <a:gd name="connsiteY406" fmla="*/ 6639616 h 6858000"/>
              <a:gd name="connsiteX407" fmla="*/ 1885273 w 7467600"/>
              <a:gd name="connsiteY407" fmla="*/ 6858000 h 6858000"/>
              <a:gd name="connsiteX408" fmla="*/ 1854363 w 7467600"/>
              <a:gd name="connsiteY408" fmla="*/ 6858000 h 6858000"/>
              <a:gd name="connsiteX409" fmla="*/ 1880391 w 7467600"/>
              <a:gd name="connsiteY409" fmla="*/ 6603796 h 6858000"/>
              <a:gd name="connsiteX410" fmla="*/ 1818273 w 7467600"/>
              <a:gd name="connsiteY410" fmla="*/ 6715729 h 6858000"/>
              <a:gd name="connsiteX411" fmla="*/ 1794691 w 7467600"/>
              <a:gd name="connsiteY411" fmla="*/ 6843239 h 6858000"/>
              <a:gd name="connsiteX412" fmla="*/ 1794914 w 7467600"/>
              <a:gd name="connsiteY412" fmla="*/ 6858000 h 6858000"/>
              <a:gd name="connsiteX413" fmla="*/ 1746128 w 7467600"/>
              <a:gd name="connsiteY413" fmla="*/ 6858000 h 6858000"/>
              <a:gd name="connsiteX414" fmla="*/ 1753934 w 7467600"/>
              <a:gd name="connsiteY414" fmla="*/ 6724796 h 6858000"/>
              <a:gd name="connsiteX415" fmla="*/ 1792053 w 7467600"/>
              <a:gd name="connsiteY415" fmla="*/ 6572396 h 6858000"/>
              <a:gd name="connsiteX416" fmla="*/ 1862248 w 7467600"/>
              <a:gd name="connsiteY416" fmla="*/ 6266397 h 6858000"/>
              <a:gd name="connsiteX417" fmla="*/ 1862250 w 7467600"/>
              <a:gd name="connsiteY417" fmla="*/ 6033531 h 6858000"/>
              <a:gd name="connsiteX418" fmla="*/ 1211999 w 7467600"/>
              <a:gd name="connsiteY418" fmla="*/ 6683610 h 6858000"/>
              <a:gd name="connsiteX419" fmla="*/ 1213266 w 7467600"/>
              <a:gd name="connsiteY419" fmla="*/ 6691947 h 6858000"/>
              <a:gd name="connsiteX420" fmla="*/ 1203370 w 7467600"/>
              <a:gd name="connsiteY420" fmla="*/ 6850676 h 6858000"/>
              <a:gd name="connsiteX421" fmla="*/ 1203671 w 7467600"/>
              <a:gd name="connsiteY421" fmla="*/ 6858000 h 6858000"/>
              <a:gd name="connsiteX422" fmla="*/ 1143180 w 7467600"/>
              <a:gd name="connsiteY422" fmla="*/ 6858000 h 6858000"/>
              <a:gd name="connsiteX423" fmla="*/ 1142176 w 7467600"/>
              <a:gd name="connsiteY423" fmla="*/ 6766045 h 6858000"/>
              <a:gd name="connsiteX424" fmla="*/ 1067484 w 7467600"/>
              <a:gd name="connsiteY424" fmla="*/ 6858000 h 6858000"/>
              <a:gd name="connsiteX425" fmla="*/ 953928 w 7467600"/>
              <a:gd name="connsiteY425" fmla="*/ 6858000 h 6858000"/>
              <a:gd name="connsiteX426" fmla="*/ 959715 w 7467600"/>
              <a:gd name="connsiteY426" fmla="*/ 6850185 h 6858000"/>
              <a:gd name="connsiteX427" fmla="*/ 1483788 w 7467600"/>
              <a:gd name="connsiteY427" fmla="*/ 6259174 h 6858000"/>
              <a:gd name="connsiteX428" fmla="*/ 1100671 w 7467600"/>
              <a:gd name="connsiteY428" fmla="*/ 6252137 h 6858000"/>
              <a:gd name="connsiteX429" fmla="*/ 1090144 w 7467600"/>
              <a:gd name="connsiteY429" fmla="*/ 6256748 h 6858000"/>
              <a:gd name="connsiteX430" fmla="*/ 1095872 w 7467600"/>
              <a:gd name="connsiteY430" fmla="*/ 6271892 h 6858000"/>
              <a:gd name="connsiteX431" fmla="*/ 262785 w 7467600"/>
              <a:gd name="connsiteY431" fmla="*/ 6845450 h 6858000"/>
              <a:gd name="connsiteX432" fmla="*/ 209968 w 7467600"/>
              <a:gd name="connsiteY432" fmla="*/ 6770713 h 6858000"/>
              <a:gd name="connsiteX433" fmla="*/ 873460 w 7467600"/>
              <a:gd name="connsiteY433" fmla="*/ 6253768 h 6858000"/>
              <a:gd name="connsiteX434" fmla="*/ 192686 w 7467600"/>
              <a:gd name="connsiteY434" fmla="*/ 5849257 h 6858000"/>
              <a:gd name="connsiteX435" fmla="*/ 4696 w 7467600"/>
              <a:gd name="connsiteY435" fmla="*/ 5697668 h 6858000"/>
              <a:gd name="connsiteX436" fmla="*/ 0 w 7467600"/>
              <a:gd name="connsiteY436" fmla="*/ 5689984 h 6858000"/>
              <a:gd name="connsiteX437" fmla="*/ 0 w 7467600"/>
              <a:gd name="connsiteY437" fmla="*/ 5513472 h 6858000"/>
              <a:gd name="connsiteX438" fmla="*/ 174101 w 7467600"/>
              <a:gd name="connsiteY438" fmla="*/ 5620277 h 6858000"/>
              <a:gd name="connsiteX439" fmla="*/ 891800 w 7467600"/>
              <a:gd name="connsiteY439" fmla="*/ 6036935 h 6858000"/>
              <a:gd name="connsiteX440" fmla="*/ 1072219 w 7467600"/>
              <a:gd name="connsiteY440" fmla="*/ 6169443 h 6858000"/>
              <a:gd name="connsiteX441" fmla="*/ 1074117 w 7467600"/>
              <a:gd name="connsiteY441" fmla="*/ 6170301 h 6858000"/>
              <a:gd name="connsiteX442" fmla="*/ 1083114 w 7467600"/>
              <a:gd name="connsiteY442" fmla="*/ 6174131 h 6858000"/>
              <a:gd name="connsiteX443" fmla="*/ 1543010 w 7467600"/>
              <a:gd name="connsiteY443" fmla="*/ 6191140 h 6858000"/>
              <a:gd name="connsiteX444" fmla="*/ 1551080 w 7467600"/>
              <a:gd name="connsiteY444" fmla="*/ 6195006 h 6858000"/>
              <a:gd name="connsiteX445" fmla="*/ 2345443 w 7467600"/>
              <a:gd name="connsiteY445" fmla="*/ 5549882 h 6858000"/>
              <a:gd name="connsiteX446" fmla="*/ 1721499 w 7467600"/>
              <a:gd name="connsiteY446" fmla="*/ 5599969 h 6858000"/>
              <a:gd name="connsiteX447" fmla="*/ 767716 w 7467600"/>
              <a:gd name="connsiteY447" fmla="*/ 5472768 h 6858000"/>
              <a:gd name="connsiteX448" fmla="*/ 722147 w 7467600"/>
              <a:gd name="connsiteY448" fmla="*/ 5393091 h 6858000"/>
              <a:gd name="connsiteX449" fmla="*/ 1485552 w 7467600"/>
              <a:gd name="connsiteY449" fmla="*/ 5313202 h 6858000"/>
              <a:gd name="connsiteX450" fmla="*/ 2143004 w 7467600"/>
              <a:gd name="connsiteY450" fmla="*/ 5402420 h 6858000"/>
              <a:gd name="connsiteX451" fmla="*/ 1933391 w 7467600"/>
              <a:gd name="connsiteY451" fmla="*/ 5156971 h 6858000"/>
              <a:gd name="connsiteX452" fmla="*/ 1827118 w 7467600"/>
              <a:gd name="connsiteY452" fmla="*/ 4968410 h 6858000"/>
              <a:gd name="connsiteX453" fmla="*/ 1837349 w 7467600"/>
              <a:gd name="connsiteY453" fmla="*/ 4956357 h 6858000"/>
              <a:gd name="connsiteX454" fmla="*/ 2162835 w 7467600"/>
              <a:gd name="connsiteY454" fmla="*/ 5187853 h 6858000"/>
              <a:gd name="connsiteX455" fmla="*/ 2257167 w 7467600"/>
              <a:gd name="connsiteY455" fmla="*/ 5462123 h 6858000"/>
              <a:gd name="connsiteX456" fmla="*/ 2261598 w 7467600"/>
              <a:gd name="connsiteY456" fmla="*/ 5467998 h 6858000"/>
              <a:gd name="connsiteX457" fmla="*/ 2437177 w 7467600"/>
              <a:gd name="connsiteY457" fmla="*/ 5479608 h 6858000"/>
              <a:gd name="connsiteX458" fmla="*/ 2445247 w 7467600"/>
              <a:gd name="connsiteY458" fmla="*/ 5483476 h 6858000"/>
              <a:gd name="connsiteX459" fmla="*/ 2743626 w 7467600"/>
              <a:gd name="connsiteY459" fmla="*/ 5304819 h 6858000"/>
              <a:gd name="connsiteX460" fmla="*/ 3048102 w 7467600"/>
              <a:gd name="connsiteY460" fmla="*/ 5150595 h 6858000"/>
              <a:gd name="connsiteX461" fmla="*/ 1799414 w 7467600"/>
              <a:gd name="connsiteY461" fmla="*/ 4694732 h 6858000"/>
              <a:gd name="connsiteX462" fmla="*/ 1771735 w 7467600"/>
              <a:gd name="connsiteY462" fmla="*/ 4619929 h 6858000"/>
              <a:gd name="connsiteX463" fmla="*/ 3104273 w 7467600"/>
              <a:gd name="connsiteY463" fmla="*/ 5076159 h 6858000"/>
              <a:gd name="connsiteX464" fmla="*/ 3113245 w 7467600"/>
              <a:gd name="connsiteY464" fmla="*/ 5090705 h 6858000"/>
              <a:gd name="connsiteX465" fmla="*/ 3126294 w 7467600"/>
              <a:gd name="connsiteY465" fmla="*/ 5114400 h 6858000"/>
              <a:gd name="connsiteX466" fmla="*/ 3937433 w 7467600"/>
              <a:gd name="connsiteY466" fmla="*/ 4830473 h 6858000"/>
              <a:gd name="connsiteX467" fmla="*/ 3590475 w 7467600"/>
              <a:gd name="connsiteY467" fmla="*/ 4597974 h 6858000"/>
              <a:gd name="connsiteX468" fmla="*/ 3100264 w 7467600"/>
              <a:gd name="connsiteY468" fmla="*/ 4579845 h 6858000"/>
              <a:gd name="connsiteX469" fmla="*/ 2183576 w 7467600"/>
              <a:gd name="connsiteY469" fmla="*/ 4227150 h 6858000"/>
              <a:gd name="connsiteX470" fmla="*/ 2151029 w 7467600"/>
              <a:gd name="connsiteY470" fmla="*/ 4146947 h 6858000"/>
              <a:gd name="connsiteX471" fmla="*/ 3563434 w 7467600"/>
              <a:gd name="connsiteY471" fmla="*/ 4469115 h 6858000"/>
              <a:gd name="connsiteX472" fmla="*/ 3177952 w 7467600"/>
              <a:gd name="connsiteY472" fmla="*/ 3657386 h 6858000"/>
              <a:gd name="connsiteX473" fmla="*/ 3189263 w 7467600"/>
              <a:gd name="connsiteY473" fmla="*/ 3625726 h 6858000"/>
              <a:gd name="connsiteX474" fmla="*/ 3560912 w 7467600"/>
              <a:gd name="connsiteY474" fmla="*/ 4079863 h 6858000"/>
              <a:gd name="connsiteX475" fmla="*/ 3626636 w 7467600"/>
              <a:gd name="connsiteY475" fmla="*/ 4512230 h 6858000"/>
              <a:gd name="connsiteX476" fmla="*/ 3653088 w 7467600"/>
              <a:gd name="connsiteY476" fmla="*/ 4521417 h 6858000"/>
              <a:gd name="connsiteX477" fmla="*/ 3988128 w 7467600"/>
              <a:gd name="connsiteY477" fmla="*/ 4817267 h 6858000"/>
              <a:gd name="connsiteX478" fmla="*/ 4830582 w 7467600"/>
              <a:gd name="connsiteY478" fmla="*/ 4676000 h 6858000"/>
              <a:gd name="connsiteX479" fmla="*/ 4830100 w 7467600"/>
              <a:gd name="connsiteY479" fmla="*/ 4675554 h 6858000"/>
              <a:gd name="connsiteX480" fmla="*/ 4036318 w 7467600"/>
              <a:gd name="connsiteY480" fmla="*/ 4147013 h 6858000"/>
              <a:gd name="connsiteX481" fmla="*/ 3432098 w 7467600"/>
              <a:gd name="connsiteY481" fmla="*/ 3537312 h 6858000"/>
              <a:gd name="connsiteX482" fmla="*/ 3446761 w 7467600"/>
              <a:gd name="connsiteY482" fmla="*/ 3461278 h 6858000"/>
              <a:gd name="connsiteX483" fmla="*/ 4419733 w 7467600"/>
              <a:gd name="connsiteY483" fmla="*/ 3963555 h 6858000"/>
              <a:gd name="connsiteX484" fmla="*/ 4781371 w 7467600"/>
              <a:gd name="connsiteY484" fmla="*/ 4458604 h 6858000"/>
              <a:gd name="connsiteX485" fmla="*/ 4780440 w 7467600"/>
              <a:gd name="connsiteY485" fmla="*/ 4470290 h 6858000"/>
              <a:gd name="connsiteX486" fmla="*/ 4898954 w 7467600"/>
              <a:gd name="connsiteY486" fmla="*/ 4662092 h 6858000"/>
              <a:gd name="connsiteX487" fmla="*/ 4900699 w 7467600"/>
              <a:gd name="connsiteY487" fmla="*/ 4670867 h 6858000"/>
              <a:gd name="connsiteX488" fmla="*/ 5714511 w 7467600"/>
              <a:gd name="connsiteY488" fmla="*/ 4663483 h 6858000"/>
              <a:gd name="connsiteX489" fmla="*/ 5464793 w 7467600"/>
              <a:gd name="connsiteY489" fmla="*/ 4393556 h 6858000"/>
              <a:gd name="connsiteX490" fmla="*/ 5461897 w 7467600"/>
              <a:gd name="connsiteY490" fmla="*/ 4390879 h 6858000"/>
              <a:gd name="connsiteX491" fmla="*/ 4294126 w 7467600"/>
              <a:gd name="connsiteY491" fmla="*/ 3303048 h 6858000"/>
              <a:gd name="connsiteX492" fmla="*/ 4305321 w 7467600"/>
              <a:gd name="connsiteY492" fmla="*/ 3256953 h 6858000"/>
              <a:gd name="connsiteX493" fmla="*/ 4949299 w 7467600"/>
              <a:gd name="connsiteY493" fmla="*/ 3766336 h 6858000"/>
              <a:gd name="connsiteX494" fmla="*/ 5291452 w 7467600"/>
              <a:gd name="connsiteY494" fmla="*/ 4076801 h 6858000"/>
              <a:gd name="connsiteX495" fmla="*/ 5434998 w 7467600"/>
              <a:gd name="connsiteY495" fmla="*/ 4254100 h 6858000"/>
              <a:gd name="connsiteX496" fmla="*/ 5351015 w 7467600"/>
              <a:gd name="connsiteY496" fmla="*/ 3760989 h 6858000"/>
              <a:gd name="connsiteX497" fmla="*/ 5413780 w 7467600"/>
              <a:gd name="connsiteY497" fmla="*/ 2966265 h 6858000"/>
              <a:gd name="connsiteX498" fmla="*/ 5425627 w 7467600"/>
              <a:gd name="connsiteY498" fmla="*/ 2954192 h 6858000"/>
              <a:gd name="connsiteX499" fmla="*/ 6604735 w 7467600"/>
              <a:gd name="connsiteY499" fmla="*/ 2041381 h 6858000"/>
              <a:gd name="connsiteX500" fmla="*/ 7204487 w 7467600"/>
              <a:gd name="connsiteY500" fmla="*/ 2742112 h 6858000"/>
              <a:gd name="connsiteX501" fmla="*/ 7131592 w 7467600"/>
              <a:gd name="connsiteY501" fmla="*/ 2672096 h 6858000"/>
              <a:gd name="connsiteX502" fmla="*/ 6996344 w 7467600"/>
              <a:gd name="connsiteY502" fmla="*/ 2518310 h 6858000"/>
              <a:gd name="connsiteX503" fmla="*/ 6735495 w 7467600"/>
              <a:gd name="connsiteY503" fmla="*/ 2196890 h 6858000"/>
              <a:gd name="connsiteX504" fmla="*/ 6721901 w 7467600"/>
              <a:gd name="connsiteY504" fmla="*/ 2179274 h 6858000"/>
              <a:gd name="connsiteX505" fmla="*/ 6604735 w 7467600"/>
              <a:gd name="connsiteY505" fmla="*/ 2041381 h 6858000"/>
              <a:gd name="connsiteX506" fmla="*/ 6591670 w 7467600"/>
              <a:gd name="connsiteY506" fmla="*/ 1988277 h 6858000"/>
              <a:gd name="connsiteX507" fmla="*/ 6747349 w 7467600"/>
              <a:gd name="connsiteY507" fmla="*/ 2160069 h 6858000"/>
              <a:gd name="connsiteX508" fmla="*/ 6760943 w 7467600"/>
              <a:gd name="connsiteY508" fmla="*/ 2177686 h 6858000"/>
              <a:gd name="connsiteX509" fmla="*/ 7021065 w 7467600"/>
              <a:gd name="connsiteY509" fmla="*/ 2498102 h 6858000"/>
              <a:gd name="connsiteX510" fmla="*/ 7155223 w 7467600"/>
              <a:gd name="connsiteY510" fmla="*/ 2650386 h 6858000"/>
              <a:gd name="connsiteX511" fmla="*/ 7203167 w 7467600"/>
              <a:gd name="connsiteY511" fmla="*/ 2697288 h 6858000"/>
              <a:gd name="connsiteX512" fmla="*/ 6937703 w 7467600"/>
              <a:gd name="connsiteY512" fmla="*/ 2321981 h 6858000"/>
              <a:gd name="connsiteX513" fmla="*/ 6591670 w 7467600"/>
              <a:gd name="connsiteY513" fmla="*/ 1988277 h 6858000"/>
              <a:gd name="connsiteX514" fmla="*/ 5798671 w 7467600"/>
              <a:gd name="connsiteY514" fmla="*/ 1981601 h 6858000"/>
              <a:gd name="connsiteX515" fmla="*/ 5754709 w 7467600"/>
              <a:gd name="connsiteY515" fmla="*/ 2071454 h 6858000"/>
              <a:gd name="connsiteX516" fmla="*/ 5763044 w 7467600"/>
              <a:gd name="connsiteY516" fmla="*/ 2842206 h 6858000"/>
              <a:gd name="connsiteX517" fmla="*/ 5764974 w 7467600"/>
              <a:gd name="connsiteY517" fmla="*/ 2799609 h 6858000"/>
              <a:gd name="connsiteX518" fmla="*/ 5767665 w 7467600"/>
              <a:gd name="connsiteY518" fmla="*/ 2666409 h 6858000"/>
              <a:gd name="connsiteX519" fmla="*/ 5763055 w 7467600"/>
              <a:gd name="connsiteY519" fmla="*/ 2579705 h 6858000"/>
              <a:gd name="connsiteX520" fmla="*/ 5758079 w 7467600"/>
              <a:gd name="connsiteY520" fmla="*/ 2492508 h 6858000"/>
              <a:gd name="connsiteX521" fmla="*/ 5779325 w 7467600"/>
              <a:gd name="connsiteY521" fmla="*/ 2197069 h 6858000"/>
              <a:gd name="connsiteX522" fmla="*/ 5798671 w 7467600"/>
              <a:gd name="connsiteY522" fmla="*/ 1981601 h 6858000"/>
              <a:gd name="connsiteX523" fmla="*/ 5829202 w 7467600"/>
              <a:gd name="connsiteY523" fmla="*/ 1971679 h 6858000"/>
              <a:gd name="connsiteX524" fmla="*/ 5809558 w 7467600"/>
              <a:gd name="connsiteY524" fmla="*/ 2198043 h 6858000"/>
              <a:gd name="connsiteX525" fmla="*/ 5788653 w 7467600"/>
              <a:gd name="connsiteY525" fmla="*/ 2489430 h 6858000"/>
              <a:gd name="connsiteX526" fmla="*/ 5793439 w 7467600"/>
              <a:gd name="connsiteY526" fmla="*/ 2575235 h 6858000"/>
              <a:gd name="connsiteX527" fmla="*/ 5796837 w 7467600"/>
              <a:gd name="connsiteY527" fmla="*/ 2637633 h 6858000"/>
              <a:gd name="connsiteX528" fmla="*/ 5818614 w 7467600"/>
              <a:gd name="connsiteY528" fmla="*/ 2473055 h 6858000"/>
              <a:gd name="connsiteX529" fmla="*/ 5829202 w 7467600"/>
              <a:gd name="connsiteY529" fmla="*/ 1971679 h 6858000"/>
              <a:gd name="connsiteX530" fmla="*/ 5911389 w 7467600"/>
              <a:gd name="connsiteY530" fmla="*/ 1898371 h 6858000"/>
              <a:gd name="connsiteX531" fmla="*/ 6237627 w 7467600"/>
              <a:gd name="connsiteY531" fmla="*/ 2231921 h 6858000"/>
              <a:gd name="connsiteX532" fmla="*/ 5911389 w 7467600"/>
              <a:gd name="connsiteY532" fmla="*/ 1898371 h 6858000"/>
              <a:gd name="connsiteX533" fmla="*/ 6944437 w 7467600"/>
              <a:gd name="connsiteY533" fmla="*/ 1575402 h 6858000"/>
              <a:gd name="connsiteX534" fmla="*/ 6304730 w 7467600"/>
              <a:gd name="connsiteY534" fmla="*/ 1766654 h 6858000"/>
              <a:gd name="connsiteX535" fmla="*/ 6944437 w 7467600"/>
              <a:gd name="connsiteY535" fmla="*/ 1575402 h 6858000"/>
              <a:gd name="connsiteX536" fmla="*/ 7019523 w 7467600"/>
              <a:gd name="connsiteY536" fmla="*/ 1519450 h 6858000"/>
              <a:gd name="connsiteX537" fmla="*/ 6298091 w 7467600"/>
              <a:gd name="connsiteY537" fmla="*/ 1737122 h 6858000"/>
              <a:gd name="connsiteX538" fmla="*/ 7019523 w 7467600"/>
              <a:gd name="connsiteY538" fmla="*/ 1519450 h 6858000"/>
              <a:gd name="connsiteX539" fmla="*/ 2399523 w 7467600"/>
              <a:gd name="connsiteY539" fmla="*/ 1428234 h 6858000"/>
              <a:gd name="connsiteX540" fmla="*/ 2224982 w 7467600"/>
              <a:gd name="connsiteY540" fmla="*/ 1826201 h 6858000"/>
              <a:gd name="connsiteX541" fmla="*/ 2096099 w 7467600"/>
              <a:gd name="connsiteY541" fmla="*/ 2345900 h 6858000"/>
              <a:gd name="connsiteX542" fmla="*/ 2283317 w 7467600"/>
              <a:gd name="connsiteY542" fmla="*/ 1796925 h 6858000"/>
              <a:gd name="connsiteX543" fmla="*/ 2399523 w 7467600"/>
              <a:gd name="connsiteY543" fmla="*/ 1428234 h 6858000"/>
              <a:gd name="connsiteX544" fmla="*/ 2448558 w 7467600"/>
              <a:gd name="connsiteY544" fmla="*/ 1373435 h 6858000"/>
              <a:gd name="connsiteX545" fmla="*/ 2312521 w 7467600"/>
              <a:gd name="connsiteY545" fmla="*/ 1806140 h 6858000"/>
              <a:gd name="connsiteX546" fmla="*/ 2127533 w 7467600"/>
              <a:gd name="connsiteY546" fmla="*/ 2348380 h 6858000"/>
              <a:gd name="connsiteX547" fmla="*/ 2358080 w 7467600"/>
              <a:gd name="connsiteY547" fmla="*/ 1866134 h 6858000"/>
              <a:gd name="connsiteX548" fmla="*/ 2407436 w 7467600"/>
              <a:gd name="connsiteY548" fmla="*/ 1651070 h 6858000"/>
              <a:gd name="connsiteX549" fmla="*/ 2448558 w 7467600"/>
              <a:gd name="connsiteY549" fmla="*/ 1373435 h 6858000"/>
              <a:gd name="connsiteX550" fmla="*/ 278707 w 7467600"/>
              <a:gd name="connsiteY550" fmla="*/ 1352270 h 6858000"/>
              <a:gd name="connsiteX551" fmla="*/ 321570 w 7467600"/>
              <a:gd name="connsiteY551" fmla="*/ 1861610 h 6858000"/>
              <a:gd name="connsiteX552" fmla="*/ 294281 w 7467600"/>
              <a:gd name="connsiteY552" fmla="*/ 1440658 h 6858000"/>
              <a:gd name="connsiteX553" fmla="*/ 278707 w 7467600"/>
              <a:gd name="connsiteY553" fmla="*/ 1352270 h 6858000"/>
              <a:gd name="connsiteX554" fmla="*/ 1423821 w 7467600"/>
              <a:gd name="connsiteY554" fmla="*/ 1351958 h 6858000"/>
              <a:gd name="connsiteX555" fmla="*/ 1638521 w 7467600"/>
              <a:gd name="connsiteY555" fmla="*/ 1908470 h 6858000"/>
              <a:gd name="connsiteX556" fmla="*/ 1754199 w 7467600"/>
              <a:gd name="connsiteY556" fmla="*/ 2149284 h 6858000"/>
              <a:gd name="connsiteX557" fmla="*/ 1908359 w 7467600"/>
              <a:gd name="connsiteY557" fmla="*/ 2364988 h 6858000"/>
              <a:gd name="connsiteX558" fmla="*/ 1647661 w 7467600"/>
              <a:gd name="connsiteY558" fmla="*/ 1825945 h 6858000"/>
              <a:gd name="connsiteX559" fmla="*/ 1423821 w 7467600"/>
              <a:gd name="connsiteY559" fmla="*/ 1351958 h 6858000"/>
              <a:gd name="connsiteX560" fmla="*/ 1431890 w 7467600"/>
              <a:gd name="connsiteY560" fmla="*/ 1306475 h 6858000"/>
              <a:gd name="connsiteX561" fmla="*/ 1507597 w 7467600"/>
              <a:gd name="connsiteY561" fmla="*/ 1446132 h 6858000"/>
              <a:gd name="connsiteX562" fmla="*/ 1674586 w 7467600"/>
              <a:gd name="connsiteY562" fmla="*/ 1813832 h 6858000"/>
              <a:gd name="connsiteX563" fmla="*/ 1815950 w 7467600"/>
              <a:gd name="connsiteY563" fmla="*/ 2128564 h 6858000"/>
              <a:gd name="connsiteX564" fmla="*/ 1984242 w 7467600"/>
              <a:gd name="connsiteY564" fmla="*/ 2430829 h 6858000"/>
              <a:gd name="connsiteX565" fmla="*/ 2014023 w 7467600"/>
              <a:gd name="connsiteY565" fmla="*/ 2450995 h 6858000"/>
              <a:gd name="connsiteX566" fmla="*/ 1747337 w 7467600"/>
              <a:gd name="connsiteY566" fmla="*/ 1855264 h 6858000"/>
              <a:gd name="connsiteX567" fmla="*/ 1533749 w 7467600"/>
              <a:gd name="connsiteY567" fmla="*/ 1478656 h 6858000"/>
              <a:gd name="connsiteX568" fmla="*/ 1431890 w 7467600"/>
              <a:gd name="connsiteY568" fmla="*/ 1306475 h 6858000"/>
              <a:gd name="connsiteX569" fmla="*/ 5052692 w 7467600"/>
              <a:gd name="connsiteY569" fmla="*/ 1292994 h 6858000"/>
              <a:gd name="connsiteX570" fmla="*/ 5200661 w 7467600"/>
              <a:gd name="connsiteY570" fmla="*/ 1635186 h 6858000"/>
              <a:gd name="connsiteX571" fmla="*/ 5297138 w 7467600"/>
              <a:gd name="connsiteY571" fmla="*/ 1906351 h 6858000"/>
              <a:gd name="connsiteX572" fmla="*/ 5052692 w 7467600"/>
              <a:gd name="connsiteY572" fmla="*/ 1292994 h 6858000"/>
              <a:gd name="connsiteX573" fmla="*/ 5009948 w 7467600"/>
              <a:gd name="connsiteY573" fmla="*/ 1273619 h 6858000"/>
              <a:gd name="connsiteX574" fmla="*/ 5121777 w 7467600"/>
              <a:gd name="connsiteY574" fmla="*/ 1654213 h 6858000"/>
              <a:gd name="connsiteX575" fmla="*/ 5293545 w 7467600"/>
              <a:gd name="connsiteY575" fmla="*/ 2072247 h 6858000"/>
              <a:gd name="connsiteX576" fmla="*/ 5294042 w 7467600"/>
              <a:gd name="connsiteY576" fmla="*/ 2065019 h 6858000"/>
              <a:gd name="connsiteX577" fmla="*/ 5171936 w 7467600"/>
              <a:gd name="connsiteY577" fmla="*/ 1647613 h 6858000"/>
              <a:gd name="connsiteX578" fmla="*/ 5009948 w 7467600"/>
              <a:gd name="connsiteY578" fmla="*/ 1273619 h 6858000"/>
              <a:gd name="connsiteX579" fmla="*/ 655236 w 7467600"/>
              <a:gd name="connsiteY579" fmla="*/ 1268632 h 6858000"/>
              <a:gd name="connsiteX580" fmla="*/ 839521 w 7467600"/>
              <a:gd name="connsiteY580" fmla="*/ 1685315 h 6858000"/>
              <a:gd name="connsiteX581" fmla="*/ 1109416 w 7467600"/>
              <a:gd name="connsiteY581" fmla="*/ 2061663 h 6858000"/>
              <a:gd name="connsiteX582" fmla="*/ 1298300 w 7467600"/>
              <a:gd name="connsiteY582" fmla="*/ 2247742 h 6858000"/>
              <a:gd name="connsiteX583" fmla="*/ 1125871 w 7467600"/>
              <a:gd name="connsiteY583" fmla="*/ 1989513 h 6858000"/>
              <a:gd name="connsiteX584" fmla="*/ 981574 w 7467600"/>
              <a:gd name="connsiteY584" fmla="*/ 1783157 h 6858000"/>
              <a:gd name="connsiteX585" fmla="*/ 922198 w 7467600"/>
              <a:gd name="connsiteY585" fmla="*/ 1677437 h 6858000"/>
              <a:gd name="connsiteX586" fmla="*/ 869293 w 7467600"/>
              <a:gd name="connsiteY586" fmla="*/ 1583214 h 6858000"/>
              <a:gd name="connsiteX587" fmla="*/ 751431 w 7467600"/>
              <a:gd name="connsiteY587" fmla="*/ 1405731 h 6858000"/>
              <a:gd name="connsiteX588" fmla="*/ 655236 w 7467600"/>
              <a:gd name="connsiteY588" fmla="*/ 1268632 h 6858000"/>
              <a:gd name="connsiteX589" fmla="*/ 6516292 w 7467600"/>
              <a:gd name="connsiteY589" fmla="*/ 1263064 h 6858000"/>
              <a:gd name="connsiteX590" fmla="*/ 5736320 w 7467600"/>
              <a:gd name="connsiteY590" fmla="*/ 1501803 h 6858000"/>
              <a:gd name="connsiteX591" fmla="*/ 6516292 w 7467600"/>
              <a:gd name="connsiteY591" fmla="*/ 1263064 h 6858000"/>
              <a:gd name="connsiteX592" fmla="*/ 291466 w 7467600"/>
              <a:gd name="connsiteY592" fmla="*/ 1250369 h 6858000"/>
              <a:gd name="connsiteX593" fmla="*/ 323180 w 7467600"/>
              <a:gd name="connsiteY593" fmla="*/ 1435283 h 6858000"/>
              <a:gd name="connsiteX594" fmla="*/ 349381 w 7467600"/>
              <a:gd name="connsiteY594" fmla="*/ 1875041 h 6858000"/>
              <a:gd name="connsiteX595" fmla="*/ 374363 w 7467600"/>
              <a:gd name="connsiteY595" fmla="*/ 1506494 h 6858000"/>
              <a:gd name="connsiteX596" fmla="*/ 302168 w 7467600"/>
              <a:gd name="connsiteY596" fmla="*/ 1274495 h 6858000"/>
              <a:gd name="connsiteX597" fmla="*/ 291466 w 7467600"/>
              <a:gd name="connsiteY597" fmla="*/ 1250369 h 6858000"/>
              <a:gd name="connsiteX598" fmla="*/ 678222 w 7467600"/>
              <a:gd name="connsiteY598" fmla="*/ 1248670 h 6858000"/>
              <a:gd name="connsiteX599" fmla="*/ 775536 w 7467600"/>
              <a:gd name="connsiteY599" fmla="*/ 1388015 h 6858000"/>
              <a:gd name="connsiteX600" fmla="*/ 894529 w 7467600"/>
              <a:gd name="connsiteY600" fmla="*/ 1567739 h 6858000"/>
              <a:gd name="connsiteX601" fmla="*/ 948000 w 7467600"/>
              <a:gd name="connsiteY601" fmla="*/ 1663088 h 6858000"/>
              <a:gd name="connsiteX602" fmla="*/ 1006812 w 7467600"/>
              <a:gd name="connsiteY602" fmla="*/ 1767683 h 6858000"/>
              <a:gd name="connsiteX603" fmla="*/ 1149133 w 7467600"/>
              <a:gd name="connsiteY603" fmla="*/ 1971513 h 6858000"/>
              <a:gd name="connsiteX604" fmla="*/ 1333952 w 7467600"/>
              <a:gd name="connsiteY604" fmla="*/ 2251620 h 6858000"/>
              <a:gd name="connsiteX605" fmla="*/ 1337329 w 7467600"/>
              <a:gd name="connsiteY605" fmla="*/ 2258350 h 6858000"/>
              <a:gd name="connsiteX606" fmla="*/ 1014726 w 7467600"/>
              <a:gd name="connsiteY606" fmla="*/ 1615556 h 6858000"/>
              <a:gd name="connsiteX607" fmla="*/ 678222 w 7467600"/>
              <a:gd name="connsiteY607" fmla="*/ 1248670 h 6858000"/>
              <a:gd name="connsiteX608" fmla="*/ 6691602 w 7467600"/>
              <a:gd name="connsiteY608" fmla="*/ 1140573 h 6858000"/>
              <a:gd name="connsiteX609" fmla="*/ 6571100 w 7467600"/>
              <a:gd name="connsiteY609" fmla="*/ 1183662 h 6858000"/>
              <a:gd name="connsiteX610" fmla="*/ 6241687 w 7467600"/>
              <a:gd name="connsiteY610" fmla="*/ 1257600 h 6858000"/>
              <a:gd name="connsiteX611" fmla="*/ 5693009 w 7467600"/>
              <a:gd name="connsiteY611" fmla="*/ 1478256 h 6858000"/>
              <a:gd name="connsiteX612" fmla="*/ 6548420 w 7467600"/>
              <a:gd name="connsiteY612" fmla="*/ 1214599 h 6858000"/>
              <a:gd name="connsiteX613" fmla="*/ 6605473 w 7467600"/>
              <a:gd name="connsiteY613" fmla="*/ 1184686 h 6858000"/>
              <a:gd name="connsiteX614" fmla="*/ 6691602 w 7467600"/>
              <a:gd name="connsiteY614" fmla="*/ 1140573 h 6858000"/>
              <a:gd name="connsiteX615" fmla="*/ 4002475 w 7467600"/>
              <a:gd name="connsiteY615" fmla="*/ 1037802 h 6858000"/>
              <a:gd name="connsiteX616" fmla="*/ 4000324 w 7467600"/>
              <a:gd name="connsiteY616" fmla="*/ 1039362 h 6858000"/>
              <a:gd name="connsiteX617" fmla="*/ 4002862 w 7467600"/>
              <a:gd name="connsiteY617" fmla="*/ 1042866 h 6858000"/>
              <a:gd name="connsiteX618" fmla="*/ 4002475 w 7467600"/>
              <a:gd name="connsiteY618" fmla="*/ 1037802 h 6858000"/>
              <a:gd name="connsiteX619" fmla="*/ 506322 w 7467600"/>
              <a:gd name="connsiteY619" fmla="*/ 1020997 h 6858000"/>
              <a:gd name="connsiteX620" fmla="*/ 533068 w 7467600"/>
              <a:gd name="connsiteY620" fmla="*/ 1029409 h 6858000"/>
              <a:gd name="connsiteX621" fmla="*/ 1232525 w 7467600"/>
              <a:gd name="connsiteY621" fmla="*/ 1804675 h 6858000"/>
              <a:gd name="connsiteX622" fmla="*/ 1388858 w 7467600"/>
              <a:gd name="connsiteY622" fmla="*/ 2368011 h 6858000"/>
              <a:gd name="connsiteX623" fmla="*/ 1384098 w 7467600"/>
              <a:gd name="connsiteY623" fmla="*/ 2378125 h 6858000"/>
              <a:gd name="connsiteX624" fmla="*/ 1425393 w 7467600"/>
              <a:gd name="connsiteY624" fmla="*/ 2589124 h 6858000"/>
              <a:gd name="connsiteX625" fmla="*/ 1424001 w 7467600"/>
              <a:gd name="connsiteY625" fmla="*/ 2597541 h 6858000"/>
              <a:gd name="connsiteX626" fmla="*/ 2152729 w 7467600"/>
              <a:gd name="connsiteY626" fmla="*/ 2864487 h 6858000"/>
              <a:gd name="connsiteX627" fmla="*/ 2020609 w 7467600"/>
              <a:gd name="connsiteY627" fmla="*/ 2539671 h 6858000"/>
              <a:gd name="connsiteX628" fmla="*/ 2018920 w 7467600"/>
              <a:gd name="connsiteY628" fmla="*/ 2536309 h 6858000"/>
              <a:gd name="connsiteX629" fmla="*/ 1342441 w 7467600"/>
              <a:gd name="connsiteY629" fmla="*/ 1173017 h 6858000"/>
              <a:gd name="connsiteX630" fmla="*/ 1367925 w 7467600"/>
              <a:gd name="connsiteY630" fmla="*/ 1135648 h 6858000"/>
              <a:gd name="connsiteX631" fmla="*/ 1771401 w 7467600"/>
              <a:gd name="connsiteY631" fmla="*/ 1806673 h 6858000"/>
              <a:gd name="connsiteX632" fmla="*/ 1972385 w 7467600"/>
              <a:gd name="connsiteY632" fmla="*/ 2198735 h 6858000"/>
              <a:gd name="connsiteX633" fmla="*/ 2040892 w 7467600"/>
              <a:gd name="connsiteY633" fmla="*/ 2405205 h 6858000"/>
              <a:gd name="connsiteX634" fmla="*/ 2131689 w 7467600"/>
              <a:gd name="connsiteY634" fmla="*/ 1936926 h 6858000"/>
              <a:gd name="connsiteX635" fmla="*/ 2454820 w 7467600"/>
              <a:gd name="connsiteY635" fmla="*/ 1248808 h 6858000"/>
              <a:gd name="connsiteX636" fmla="*/ 2492512 w 7467600"/>
              <a:gd name="connsiteY636" fmla="*/ 1302920 h 6858000"/>
              <a:gd name="connsiteX637" fmla="*/ 2081216 w 7467600"/>
              <a:gd name="connsiteY637" fmla="*/ 2527513 h 6858000"/>
              <a:gd name="connsiteX638" fmla="*/ 2081211 w 7467600"/>
              <a:gd name="connsiteY638" fmla="*/ 2528916 h 6858000"/>
              <a:gd name="connsiteX639" fmla="*/ 2199067 w 7467600"/>
              <a:gd name="connsiteY639" fmla="*/ 2884061 h 6858000"/>
              <a:gd name="connsiteX640" fmla="*/ 3192586 w 7467600"/>
              <a:gd name="connsiteY640" fmla="*/ 3411496 h 6858000"/>
              <a:gd name="connsiteX641" fmla="*/ 3182620 w 7467600"/>
              <a:gd name="connsiteY641" fmla="*/ 3483279 h 6858000"/>
              <a:gd name="connsiteX642" fmla="*/ 2435119 w 7467600"/>
              <a:gd name="connsiteY642" fmla="*/ 3080173 h 6858000"/>
              <a:gd name="connsiteX643" fmla="*/ 2410152 w 7467600"/>
              <a:gd name="connsiteY643" fmla="*/ 3063751 h 6858000"/>
              <a:gd name="connsiteX644" fmla="*/ 2408099 w 7467600"/>
              <a:gd name="connsiteY644" fmla="*/ 3064403 h 6858000"/>
              <a:gd name="connsiteX645" fmla="*/ 2407218 w 7467600"/>
              <a:gd name="connsiteY645" fmla="*/ 3070324 h 6858000"/>
              <a:gd name="connsiteX646" fmla="*/ 2380138 w 7467600"/>
              <a:gd name="connsiteY646" fmla="*/ 3099341 h 6858000"/>
              <a:gd name="connsiteX647" fmla="*/ 1765923 w 7467600"/>
              <a:gd name="connsiteY647" fmla="*/ 3581043 h 6858000"/>
              <a:gd name="connsiteX648" fmla="*/ 1702258 w 7467600"/>
              <a:gd name="connsiteY648" fmla="*/ 3612286 h 6858000"/>
              <a:gd name="connsiteX649" fmla="*/ 1538370 w 7467600"/>
              <a:gd name="connsiteY649" fmla="*/ 3811804 h 6858000"/>
              <a:gd name="connsiteX650" fmla="*/ 542867 w 7467600"/>
              <a:gd name="connsiteY650" fmla="*/ 4944092 h 6858000"/>
              <a:gd name="connsiteX651" fmla="*/ 515800 w 7467600"/>
              <a:gd name="connsiteY651" fmla="*/ 4862180 h 6858000"/>
              <a:gd name="connsiteX652" fmla="*/ 909145 w 7467600"/>
              <a:gd name="connsiteY652" fmla="*/ 4199225 h 6858000"/>
              <a:gd name="connsiteX653" fmla="*/ 1214067 w 7467600"/>
              <a:gd name="connsiteY653" fmla="*/ 3908561 h 6858000"/>
              <a:gd name="connsiteX654" fmla="*/ 640967 w 7467600"/>
              <a:gd name="connsiteY654" fmla="*/ 4105601 h 6858000"/>
              <a:gd name="connsiteX655" fmla="*/ 112563 w 7467600"/>
              <a:gd name="connsiteY655" fmla="*/ 4396952 h 6858000"/>
              <a:gd name="connsiteX656" fmla="*/ 0 w 7467600"/>
              <a:gd name="connsiteY656" fmla="*/ 4466006 h 6858000"/>
              <a:gd name="connsiteX657" fmla="*/ 0 w 7467600"/>
              <a:gd name="connsiteY657" fmla="*/ 4233763 h 6858000"/>
              <a:gd name="connsiteX658" fmla="*/ 36881 w 7467600"/>
              <a:gd name="connsiteY658" fmla="*/ 4200118 h 6858000"/>
              <a:gd name="connsiteX659" fmla="*/ 910534 w 7467600"/>
              <a:gd name="connsiteY659" fmla="*/ 3629753 h 6858000"/>
              <a:gd name="connsiteX660" fmla="*/ 1578717 w 7467600"/>
              <a:gd name="connsiteY660" fmla="*/ 3575982 h 6858000"/>
              <a:gd name="connsiteX661" fmla="*/ 2338780 w 7467600"/>
              <a:gd name="connsiteY661" fmla="*/ 3033725 h 6858000"/>
              <a:gd name="connsiteX662" fmla="*/ 1807991 w 7467600"/>
              <a:gd name="connsiteY662" fmla="*/ 2807184 h 6858000"/>
              <a:gd name="connsiteX663" fmla="*/ 1416358 w 7467600"/>
              <a:gd name="connsiteY663" fmla="*/ 3112571 h 6858000"/>
              <a:gd name="connsiteX664" fmla="*/ 939066 w 7467600"/>
              <a:gd name="connsiteY664" fmla="*/ 3378798 h 6858000"/>
              <a:gd name="connsiteX665" fmla="*/ 115099 w 7467600"/>
              <a:gd name="connsiteY665" fmla="*/ 3607650 h 6858000"/>
              <a:gd name="connsiteX666" fmla="*/ 97284 w 7467600"/>
              <a:gd name="connsiteY666" fmla="*/ 3520393 h 6858000"/>
              <a:gd name="connsiteX667" fmla="*/ 922050 w 7467600"/>
              <a:gd name="connsiteY667" fmla="*/ 3074867 h 6858000"/>
              <a:gd name="connsiteX668" fmla="*/ 1405265 w 7467600"/>
              <a:gd name="connsiteY668" fmla="*/ 3016319 h 6858000"/>
              <a:gd name="connsiteX669" fmla="*/ 1407512 w 7467600"/>
              <a:gd name="connsiteY669" fmla="*/ 3018001 h 6858000"/>
              <a:gd name="connsiteX670" fmla="*/ 1726266 w 7467600"/>
              <a:gd name="connsiteY670" fmla="*/ 2777274 h 6858000"/>
              <a:gd name="connsiteX671" fmla="*/ 625390 w 7467600"/>
              <a:gd name="connsiteY671" fmla="*/ 2514541 h 6858000"/>
              <a:gd name="connsiteX672" fmla="*/ 619799 w 7467600"/>
              <a:gd name="connsiteY672" fmla="*/ 2527180 h 6858000"/>
              <a:gd name="connsiteX673" fmla="*/ 310030 w 7467600"/>
              <a:gd name="connsiteY673" fmla="*/ 2771818 h 6858000"/>
              <a:gd name="connsiteX674" fmla="*/ 173877 w 7467600"/>
              <a:gd name="connsiteY674" fmla="*/ 2937056 h 6858000"/>
              <a:gd name="connsiteX675" fmla="*/ 77889 w 7467600"/>
              <a:gd name="connsiteY675" fmla="*/ 3138440 h 6858000"/>
              <a:gd name="connsiteX676" fmla="*/ 0 w 7467600"/>
              <a:gd name="connsiteY676" fmla="*/ 3271395 h 6858000"/>
              <a:gd name="connsiteX677" fmla="*/ 0 w 7467600"/>
              <a:gd name="connsiteY677" fmla="*/ 3153002 h 6858000"/>
              <a:gd name="connsiteX678" fmla="*/ 2386 w 7467600"/>
              <a:gd name="connsiteY678" fmla="*/ 3149203 h 6858000"/>
              <a:gd name="connsiteX679" fmla="*/ 89753 w 7467600"/>
              <a:gd name="connsiteY679" fmla="*/ 2987702 h 6858000"/>
              <a:gd name="connsiteX680" fmla="*/ 76869 w 7467600"/>
              <a:gd name="connsiteY680" fmla="*/ 3005404 h 6858000"/>
              <a:gd name="connsiteX681" fmla="*/ 32049 w 7467600"/>
              <a:gd name="connsiteY681" fmla="*/ 3065814 h 6858000"/>
              <a:gd name="connsiteX682" fmla="*/ 0 w 7467600"/>
              <a:gd name="connsiteY682" fmla="*/ 3108744 h 6858000"/>
              <a:gd name="connsiteX683" fmla="*/ 0 w 7467600"/>
              <a:gd name="connsiteY683" fmla="*/ 3058059 h 6858000"/>
              <a:gd name="connsiteX684" fmla="*/ 7610 w 7467600"/>
              <a:gd name="connsiteY684" fmla="*/ 3047889 h 6858000"/>
              <a:gd name="connsiteX685" fmla="*/ 52419 w 7467600"/>
              <a:gd name="connsiteY685" fmla="*/ 2987479 h 6858000"/>
              <a:gd name="connsiteX686" fmla="*/ 59142 w 7467600"/>
              <a:gd name="connsiteY686" fmla="*/ 2978488 h 6858000"/>
              <a:gd name="connsiteX687" fmla="*/ 0 w 7467600"/>
              <a:gd name="connsiteY687" fmla="*/ 3015334 h 6858000"/>
              <a:gd name="connsiteX688" fmla="*/ 0 w 7467600"/>
              <a:gd name="connsiteY688" fmla="*/ 2914286 h 6858000"/>
              <a:gd name="connsiteX689" fmla="*/ 36383 w 7467600"/>
              <a:gd name="connsiteY689" fmla="*/ 2901128 h 6858000"/>
              <a:gd name="connsiteX690" fmla="*/ 156329 w 7467600"/>
              <a:gd name="connsiteY690" fmla="*/ 2840533 h 6858000"/>
              <a:gd name="connsiteX691" fmla="*/ 358355 w 7467600"/>
              <a:gd name="connsiteY691" fmla="*/ 2620471 h 6858000"/>
              <a:gd name="connsiteX692" fmla="*/ 510577 w 7467600"/>
              <a:gd name="connsiteY692" fmla="*/ 2501244 h 6858000"/>
              <a:gd name="connsiteX693" fmla="*/ 211967 w 7467600"/>
              <a:gd name="connsiteY693" fmla="*/ 2479171 h 6858000"/>
              <a:gd name="connsiteX694" fmla="*/ 0 w 7467600"/>
              <a:gd name="connsiteY694" fmla="*/ 2476398 h 6858000"/>
              <a:gd name="connsiteX695" fmla="*/ 0 w 7467600"/>
              <a:gd name="connsiteY695" fmla="*/ 2389189 h 6858000"/>
              <a:gd name="connsiteX696" fmla="*/ 103062 w 7467600"/>
              <a:gd name="connsiteY696" fmla="*/ 2389518 h 6858000"/>
              <a:gd name="connsiteX697" fmla="*/ 510734 w 7467600"/>
              <a:gd name="connsiteY697" fmla="*/ 2416201 h 6858000"/>
              <a:gd name="connsiteX698" fmla="*/ 279257 w 7467600"/>
              <a:gd name="connsiteY698" fmla="*/ 2092102 h 6858000"/>
              <a:gd name="connsiteX699" fmla="*/ 65265 w 7467600"/>
              <a:gd name="connsiteY699" fmla="*/ 2006049 h 6858000"/>
              <a:gd name="connsiteX700" fmla="*/ 0 w 7467600"/>
              <a:gd name="connsiteY700" fmla="*/ 1982532 h 6858000"/>
              <a:gd name="connsiteX701" fmla="*/ 0 w 7467600"/>
              <a:gd name="connsiteY701" fmla="*/ 1912789 h 6858000"/>
              <a:gd name="connsiteX702" fmla="*/ 97460 w 7467600"/>
              <a:gd name="connsiteY702" fmla="*/ 1953725 h 6858000"/>
              <a:gd name="connsiteX703" fmla="*/ 221272 w 7467600"/>
              <a:gd name="connsiteY703" fmla="*/ 1980766 h 6858000"/>
              <a:gd name="connsiteX704" fmla="*/ 116765 w 7467600"/>
              <a:gd name="connsiteY704" fmla="*/ 1911033 h 6858000"/>
              <a:gd name="connsiteX705" fmla="*/ 16405 w 7467600"/>
              <a:gd name="connsiteY705" fmla="*/ 1803412 h 6858000"/>
              <a:gd name="connsiteX706" fmla="*/ 0 w 7467600"/>
              <a:gd name="connsiteY706" fmla="*/ 1784777 h 6858000"/>
              <a:gd name="connsiteX707" fmla="*/ 0 w 7467600"/>
              <a:gd name="connsiteY707" fmla="*/ 1740082 h 6858000"/>
              <a:gd name="connsiteX708" fmla="*/ 39394 w 7467600"/>
              <a:gd name="connsiteY708" fmla="*/ 1784856 h 6858000"/>
              <a:gd name="connsiteX709" fmla="*/ 135813 w 7467600"/>
              <a:gd name="connsiteY709" fmla="*/ 1888838 h 6858000"/>
              <a:gd name="connsiteX710" fmla="*/ 242575 w 7467600"/>
              <a:gd name="connsiteY710" fmla="*/ 1958841 h 6858000"/>
              <a:gd name="connsiteX711" fmla="*/ 82197 w 7467600"/>
              <a:gd name="connsiteY711" fmla="*/ 1754826 h 6858000"/>
              <a:gd name="connsiteX712" fmla="*/ 0 w 7467600"/>
              <a:gd name="connsiteY712" fmla="*/ 1679650 h 6858000"/>
              <a:gd name="connsiteX713" fmla="*/ 0 w 7467600"/>
              <a:gd name="connsiteY713" fmla="*/ 1602463 h 6858000"/>
              <a:gd name="connsiteX714" fmla="*/ 84689 w 7467600"/>
              <a:gd name="connsiteY714" fmla="*/ 1677442 h 6858000"/>
              <a:gd name="connsiteX715" fmla="*/ 298437 w 7467600"/>
              <a:gd name="connsiteY715" fmla="*/ 1968019 h 6858000"/>
              <a:gd name="connsiteX716" fmla="*/ 227269 w 7467600"/>
              <a:gd name="connsiteY716" fmla="*/ 1114064 h 6858000"/>
              <a:gd name="connsiteX717" fmla="*/ 248003 w 7467600"/>
              <a:gd name="connsiteY717" fmla="*/ 1089613 h 6858000"/>
              <a:gd name="connsiteX718" fmla="*/ 427020 w 7467600"/>
              <a:gd name="connsiteY718" fmla="*/ 1619803 h 6858000"/>
              <a:gd name="connsiteX719" fmla="*/ 340345 w 7467600"/>
              <a:gd name="connsiteY719" fmla="*/ 2027739 h 6858000"/>
              <a:gd name="connsiteX720" fmla="*/ 360865 w 7467600"/>
              <a:gd name="connsiteY720" fmla="*/ 2044827 h 6858000"/>
              <a:gd name="connsiteX721" fmla="*/ 560414 w 7467600"/>
              <a:gd name="connsiteY721" fmla="*/ 2421457 h 6858000"/>
              <a:gd name="connsiteX722" fmla="*/ 1359703 w 7467600"/>
              <a:gd name="connsiteY722" fmla="*/ 2578554 h 6858000"/>
              <a:gd name="connsiteX723" fmla="*/ 1359422 w 7467600"/>
              <a:gd name="connsiteY723" fmla="*/ 2577994 h 6858000"/>
              <a:gd name="connsiteX724" fmla="*/ 828701 w 7467600"/>
              <a:gd name="connsiteY724" fmla="*/ 1839520 h 6858000"/>
              <a:gd name="connsiteX725" fmla="*/ 494427 w 7467600"/>
              <a:gd name="connsiteY725" fmla="*/ 1092333 h 6858000"/>
              <a:gd name="connsiteX726" fmla="*/ 506322 w 7467600"/>
              <a:gd name="connsiteY726" fmla="*/ 1020997 h 6858000"/>
              <a:gd name="connsiteX727" fmla="*/ 4570198 w 7467600"/>
              <a:gd name="connsiteY727" fmla="*/ 978081 h 6858000"/>
              <a:gd name="connsiteX728" fmla="*/ 4523691 w 7467600"/>
              <a:gd name="connsiteY728" fmla="*/ 1127776 h 6858000"/>
              <a:gd name="connsiteX729" fmla="*/ 4509875 w 7467600"/>
              <a:gd name="connsiteY729" fmla="*/ 1167552 h 6858000"/>
              <a:gd name="connsiteX730" fmla="*/ 4478168 w 7467600"/>
              <a:gd name="connsiteY730" fmla="*/ 1260735 h 6858000"/>
              <a:gd name="connsiteX731" fmla="*/ 4409309 w 7467600"/>
              <a:gd name="connsiteY731" fmla="*/ 1666996 h 6858000"/>
              <a:gd name="connsiteX732" fmla="*/ 4370031 w 7467600"/>
              <a:gd name="connsiteY732" fmla="*/ 1955666 h 6858000"/>
              <a:gd name="connsiteX733" fmla="*/ 4570198 w 7467600"/>
              <a:gd name="connsiteY733" fmla="*/ 978081 h 6858000"/>
              <a:gd name="connsiteX734" fmla="*/ 4557898 w 7467600"/>
              <a:gd name="connsiteY734" fmla="*/ 900011 h 6858000"/>
              <a:gd name="connsiteX735" fmla="*/ 4344840 w 7467600"/>
              <a:gd name="connsiteY735" fmla="*/ 1922038 h 6858000"/>
              <a:gd name="connsiteX736" fmla="*/ 4378710 w 7467600"/>
              <a:gd name="connsiteY736" fmla="*/ 1665516 h 6858000"/>
              <a:gd name="connsiteX737" fmla="*/ 4448798 w 7467600"/>
              <a:gd name="connsiteY737" fmla="*/ 1253024 h 6858000"/>
              <a:gd name="connsiteX738" fmla="*/ 4480315 w 7467600"/>
              <a:gd name="connsiteY738" fmla="*/ 1158454 h 6858000"/>
              <a:gd name="connsiteX739" fmla="*/ 4494133 w 7467600"/>
              <a:gd name="connsiteY739" fmla="*/ 1118676 h 6858000"/>
              <a:gd name="connsiteX740" fmla="*/ 4557898 w 7467600"/>
              <a:gd name="connsiteY740" fmla="*/ 900011 h 6858000"/>
              <a:gd name="connsiteX741" fmla="*/ 5870151 w 7467600"/>
              <a:gd name="connsiteY741" fmla="*/ 898890 h 6858000"/>
              <a:gd name="connsiteX742" fmla="*/ 5861335 w 7467600"/>
              <a:gd name="connsiteY742" fmla="*/ 899177 h 6858000"/>
              <a:gd name="connsiteX743" fmla="*/ 5843702 w 7467600"/>
              <a:gd name="connsiteY743" fmla="*/ 899748 h 6858000"/>
              <a:gd name="connsiteX744" fmla="*/ 5651107 w 7467600"/>
              <a:gd name="connsiteY744" fmla="*/ 920306 h 6858000"/>
              <a:gd name="connsiteX745" fmla="*/ 5459407 w 7467600"/>
              <a:gd name="connsiteY745" fmla="*/ 940975 h 6858000"/>
              <a:gd name="connsiteX746" fmla="*/ 5374846 w 7467600"/>
              <a:gd name="connsiteY746" fmla="*/ 941988 h 6858000"/>
              <a:gd name="connsiteX747" fmla="*/ 5256105 w 7467600"/>
              <a:gd name="connsiteY747" fmla="*/ 945632 h 6858000"/>
              <a:gd name="connsiteX748" fmla="*/ 5107071 w 7467600"/>
              <a:gd name="connsiteY748" fmla="*/ 969720 h 6858000"/>
              <a:gd name="connsiteX749" fmla="*/ 4998681 w 7467600"/>
              <a:gd name="connsiteY749" fmla="*/ 988771 h 6858000"/>
              <a:gd name="connsiteX750" fmla="*/ 5870151 w 7467600"/>
              <a:gd name="connsiteY750" fmla="*/ 898890 h 6858000"/>
              <a:gd name="connsiteX751" fmla="*/ 5504425 w 7467600"/>
              <a:gd name="connsiteY751" fmla="*/ 848067 h 6858000"/>
              <a:gd name="connsiteX752" fmla="*/ 4968849 w 7467600"/>
              <a:gd name="connsiteY752" fmla="*/ 962318 h 6858000"/>
              <a:gd name="connsiteX753" fmla="*/ 5104039 w 7467600"/>
              <a:gd name="connsiteY753" fmla="*/ 940634 h 6858000"/>
              <a:gd name="connsiteX754" fmla="*/ 5256311 w 7467600"/>
              <a:gd name="connsiteY754" fmla="*/ 916490 h 6858000"/>
              <a:gd name="connsiteX755" fmla="*/ 5377381 w 7467600"/>
              <a:gd name="connsiteY755" fmla="*/ 912671 h 6858000"/>
              <a:gd name="connsiteX756" fmla="*/ 5460148 w 7467600"/>
              <a:gd name="connsiteY756" fmla="*/ 911442 h 6858000"/>
              <a:gd name="connsiteX757" fmla="*/ 5648971 w 7467600"/>
              <a:gd name="connsiteY757" fmla="*/ 891331 h 6858000"/>
              <a:gd name="connsiteX758" fmla="*/ 5844807 w 7467600"/>
              <a:gd name="connsiteY758" fmla="*/ 870718 h 6858000"/>
              <a:gd name="connsiteX759" fmla="*/ 5862975 w 7467600"/>
              <a:gd name="connsiteY759" fmla="*/ 869756 h 6858000"/>
              <a:gd name="connsiteX760" fmla="*/ 5920887 w 7467600"/>
              <a:gd name="connsiteY760" fmla="*/ 865929 h 6858000"/>
              <a:gd name="connsiteX761" fmla="*/ 5504425 w 7467600"/>
              <a:gd name="connsiteY761" fmla="*/ 848067 h 6858000"/>
              <a:gd name="connsiteX762" fmla="*/ 3607114 w 7467600"/>
              <a:gd name="connsiteY762" fmla="*/ 467441 h 6858000"/>
              <a:gd name="connsiteX763" fmla="*/ 3296242 w 7467600"/>
              <a:gd name="connsiteY763" fmla="*/ 807991 h 6858000"/>
              <a:gd name="connsiteX764" fmla="*/ 3174674 w 7467600"/>
              <a:gd name="connsiteY764" fmla="*/ 919759 h 6858000"/>
              <a:gd name="connsiteX765" fmla="*/ 3042978 w 7467600"/>
              <a:gd name="connsiteY765" fmla="*/ 1054894 h 6858000"/>
              <a:gd name="connsiteX766" fmla="*/ 2968914 w 7467600"/>
              <a:gd name="connsiteY766" fmla="*/ 1133756 h 6858000"/>
              <a:gd name="connsiteX767" fmla="*/ 3103823 w 7467600"/>
              <a:gd name="connsiteY767" fmla="*/ 1026814 h 6858000"/>
              <a:gd name="connsiteX768" fmla="*/ 3607114 w 7467600"/>
              <a:gd name="connsiteY768" fmla="*/ 467441 h 6858000"/>
              <a:gd name="connsiteX769" fmla="*/ 3744487 w 7467600"/>
              <a:gd name="connsiteY769" fmla="*/ 383136 h 6858000"/>
              <a:gd name="connsiteX770" fmla="*/ 3970213 w 7467600"/>
              <a:gd name="connsiteY770" fmla="*/ 995559 h 6858000"/>
              <a:gd name="connsiteX771" fmla="*/ 3744487 w 7467600"/>
              <a:gd name="connsiteY771" fmla="*/ 383136 h 6858000"/>
              <a:gd name="connsiteX772" fmla="*/ 3624562 w 7467600"/>
              <a:gd name="connsiteY772" fmla="*/ 367041 h 6858000"/>
              <a:gd name="connsiteX773" fmla="*/ 3489712 w 7467600"/>
              <a:gd name="connsiteY773" fmla="*/ 485386 h 6858000"/>
              <a:gd name="connsiteX774" fmla="*/ 3182994 w 7467600"/>
              <a:gd name="connsiteY774" fmla="*/ 828265 h 6858000"/>
              <a:gd name="connsiteX775" fmla="*/ 2892114 w 7467600"/>
              <a:gd name="connsiteY775" fmla="*/ 1172635 h 6858000"/>
              <a:gd name="connsiteX776" fmla="*/ 3021459 w 7467600"/>
              <a:gd name="connsiteY776" fmla="*/ 1035385 h 6858000"/>
              <a:gd name="connsiteX777" fmla="*/ 3153873 w 7467600"/>
              <a:gd name="connsiteY777" fmla="*/ 898971 h 6858000"/>
              <a:gd name="connsiteX778" fmla="*/ 3276511 w 7467600"/>
              <a:gd name="connsiteY778" fmla="*/ 786423 h 6858000"/>
              <a:gd name="connsiteX779" fmla="*/ 3584154 w 7467600"/>
              <a:gd name="connsiteY779" fmla="*/ 448218 h 6858000"/>
              <a:gd name="connsiteX780" fmla="*/ 3624562 w 7467600"/>
              <a:gd name="connsiteY780" fmla="*/ 367041 h 6858000"/>
              <a:gd name="connsiteX781" fmla="*/ 3766672 w 7467600"/>
              <a:gd name="connsiteY781" fmla="*/ 359429 h 6858000"/>
              <a:gd name="connsiteX782" fmla="*/ 3996338 w 7467600"/>
              <a:gd name="connsiteY782" fmla="*/ 968237 h 6858000"/>
              <a:gd name="connsiteX783" fmla="*/ 3766672 w 7467600"/>
              <a:gd name="connsiteY783" fmla="*/ 359429 h 6858000"/>
              <a:gd name="connsiteX784" fmla="*/ 5805386 w 7467600"/>
              <a:gd name="connsiteY784" fmla="*/ 239240 h 6858000"/>
              <a:gd name="connsiteX785" fmla="*/ 5736947 w 7467600"/>
              <a:gd name="connsiteY785" fmla="*/ 261367 h 6858000"/>
              <a:gd name="connsiteX786" fmla="*/ 5427012 w 7467600"/>
              <a:gd name="connsiteY786" fmla="*/ 311272 h 6858000"/>
              <a:gd name="connsiteX787" fmla="*/ 5147818 w 7467600"/>
              <a:gd name="connsiteY787" fmla="*/ 322112 h 6858000"/>
              <a:gd name="connsiteX788" fmla="*/ 5060854 w 7467600"/>
              <a:gd name="connsiteY788" fmla="*/ 311882 h 6858000"/>
              <a:gd name="connsiteX789" fmla="*/ 4945989 w 7467600"/>
              <a:gd name="connsiteY789" fmla="*/ 300516 h 6858000"/>
              <a:gd name="connsiteX790" fmla="*/ 5410479 w 7467600"/>
              <a:gd name="connsiteY790" fmla="*/ 348434 h 6858000"/>
              <a:gd name="connsiteX791" fmla="*/ 5805386 w 7467600"/>
              <a:gd name="connsiteY791" fmla="*/ 239240 h 6858000"/>
              <a:gd name="connsiteX792" fmla="*/ 5905192 w 7467600"/>
              <a:gd name="connsiteY792" fmla="*/ 163079 h 6858000"/>
              <a:gd name="connsiteX793" fmla="*/ 5865655 w 7467600"/>
              <a:gd name="connsiteY793" fmla="*/ 171901 h 6858000"/>
              <a:gd name="connsiteX794" fmla="*/ 5259740 w 7467600"/>
              <a:gd name="connsiteY794" fmla="*/ 257013 h 6858000"/>
              <a:gd name="connsiteX795" fmla="*/ 5208466 w 7467600"/>
              <a:gd name="connsiteY795" fmla="*/ 257550 h 6858000"/>
              <a:gd name="connsiteX796" fmla="*/ 4980204 w 7467600"/>
              <a:gd name="connsiteY796" fmla="*/ 271903 h 6858000"/>
              <a:gd name="connsiteX797" fmla="*/ 5068068 w 7467600"/>
              <a:gd name="connsiteY797" fmla="*/ 282244 h 6858000"/>
              <a:gd name="connsiteX798" fmla="*/ 5153231 w 7467600"/>
              <a:gd name="connsiteY798" fmla="*/ 292240 h 6858000"/>
              <a:gd name="connsiteX799" fmla="*/ 5426491 w 7467600"/>
              <a:gd name="connsiteY799" fmla="*/ 281128 h 6858000"/>
              <a:gd name="connsiteX800" fmla="*/ 5731212 w 7467600"/>
              <a:gd name="connsiteY800" fmla="*/ 231951 h 6858000"/>
              <a:gd name="connsiteX801" fmla="*/ 5905192 w 7467600"/>
              <a:gd name="connsiteY801" fmla="*/ 163079 h 6858000"/>
              <a:gd name="connsiteX802" fmla="*/ 5944437 w 7467600"/>
              <a:gd name="connsiteY802" fmla="*/ 113829 h 6858000"/>
              <a:gd name="connsiteX803" fmla="*/ 5825032 w 7467600"/>
              <a:gd name="connsiteY803" fmla="*/ 146405 h 6858000"/>
              <a:gd name="connsiteX804" fmla="*/ 4955599 w 7467600"/>
              <a:gd name="connsiteY804" fmla="*/ 247008 h 6858000"/>
              <a:gd name="connsiteX805" fmla="*/ 5210104 w 7467600"/>
              <a:gd name="connsiteY805" fmla="*/ 228123 h 6858000"/>
              <a:gd name="connsiteX806" fmla="*/ 5261015 w 7467600"/>
              <a:gd name="connsiteY806" fmla="*/ 227087 h 6858000"/>
              <a:gd name="connsiteX807" fmla="*/ 5861181 w 7467600"/>
              <a:gd name="connsiteY807" fmla="*/ 143093 h 6858000"/>
              <a:gd name="connsiteX808" fmla="*/ 5961252 w 7467600"/>
              <a:gd name="connsiteY808" fmla="*/ 114820 h 6858000"/>
              <a:gd name="connsiteX809" fmla="*/ 5944437 w 7467600"/>
              <a:gd name="connsiteY809" fmla="*/ 113829 h 6858000"/>
              <a:gd name="connsiteX810" fmla="*/ 3882765 w 7467600"/>
              <a:gd name="connsiteY810" fmla="*/ 0 h 6858000"/>
              <a:gd name="connsiteX811" fmla="*/ 3995099 w 7467600"/>
              <a:gd name="connsiteY811" fmla="*/ 0 h 6858000"/>
              <a:gd name="connsiteX812" fmla="*/ 4163818 w 7467600"/>
              <a:gd name="connsiteY812" fmla="*/ 234104 h 6858000"/>
              <a:gd name="connsiteX813" fmla="*/ 4172099 w 7467600"/>
              <a:gd name="connsiteY813" fmla="*/ 234207 h 6858000"/>
              <a:gd name="connsiteX814" fmla="*/ 4784282 w 7467600"/>
              <a:gd name="connsiteY814" fmla="*/ 276561 h 6858000"/>
              <a:gd name="connsiteX815" fmla="*/ 4801687 w 7467600"/>
              <a:gd name="connsiteY815" fmla="*/ 267764 h 6858000"/>
              <a:gd name="connsiteX816" fmla="*/ 6082788 w 7467600"/>
              <a:gd name="connsiteY816" fmla="*/ 64119 h 6858000"/>
              <a:gd name="connsiteX817" fmla="*/ 6099442 w 7467600"/>
              <a:gd name="connsiteY817" fmla="*/ 82568 h 6858000"/>
              <a:gd name="connsiteX818" fmla="*/ 4804137 w 7467600"/>
              <a:gd name="connsiteY818" fmla="*/ 320931 h 6858000"/>
              <a:gd name="connsiteX819" fmla="*/ 4227047 w 7467600"/>
              <a:gd name="connsiteY819" fmla="*/ 313415 h 6858000"/>
              <a:gd name="connsiteX820" fmla="*/ 4346041 w 7467600"/>
              <a:gd name="connsiteY820" fmla="*/ 456086 h 6858000"/>
              <a:gd name="connsiteX821" fmla="*/ 4870967 w 7467600"/>
              <a:gd name="connsiteY821" fmla="*/ 963061 h 6858000"/>
              <a:gd name="connsiteX822" fmla="*/ 4889647 w 7467600"/>
              <a:gd name="connsiteY822" fmla="*/ 957147 h 6858000"/>
              <a:gd name="connsiteX823" fmla="*/ 5422504 w 7467600"/>
              <a:gd name="connsiteY823" fmla="*/ 805191 h 6858000"/>
              <a:gd name="connsiteX824" fmla="*/ 6087656 w 7467600"/>
              <a:gd name="connsiteY824" fmla="*/ 826703 h 6858000"/>
              <a:gd name="connsiteX825" fmla="*/ 6058717 w 7467600"/>
              <a:gd name="connsiteY825" fmla="*/ 865992 h 6858000"/>
              <a:gd name="connsiteX826" fmla="*/ 4974153 w 7467600"/>
              <a:gd name="connsiteY826" fmla="*/ 1045456 h 6858000"/>
              <a:gd name="connsiteX827" fmla="*/ 5627835 w 7467600"/>
              <a:gd name="connsiteY827" fmla="*/ 1472077 h 6858000"/>
              <a:gd name="connsiteX828" fmla="*/ 5629817 w 7467600"/>
              <a:gd name="connsiteY828" fmla="*/ 1471412 h 6858000"/>
              <a:gd name="connsiteX829" fmla="*/ 5634124 w 7467600"/>
              <a:gd name="connsiteY829" fmla="*/ 1470572 h 6858000"/>
              <a:gd name="connsiteX830" fmla="*/ 5755832 w 7467600"/>
              <a:gd name="connsiteY830" fmla="*/ 1383886 h 6858000"/>
              <a:gd name="connsiteX831" fmla="*/ 6014186 w 7467600"/>
              <a:gd name="connsiteY831" fmla="*/ 1279799 h 6858000"/>
              <a:gd name="connsiteX832" fmla="*/ 6901619 w 7467600"/>
              <a:gd name="connsiteY832" fmla="*/ 1047874 h 6858000"/>
              <a:gd name="connsiteX833" fmla="*/ 6931566 w 7467600"/>
              <a:gd name="connsiteY833" fmla="*/ 1062034 h 6858000"/>
              <a:gd name="connsiteX834" fmla="*/ 5790982 w 7467600"/>
              <a:gd name="connsiteY834" fmla="*/ 1561380 h 6858000"/>
              <a:gd name="connsiteX835" fmla="*/ 6188971 w 7467600"/>
              <a:gd name="connsiteY835" fmla="*/ 1755168 h 6858000"/>
              <a:gd name="connsiteX836" fmla="*/ 6202446 w 7467600"/>
              <a:gd name="connsiteY836" fmla="*/ 1752268 h 6858000"/>
              <a:gd name="connsiteX837" fmla="*/ 7179560 w 7467600"/>
              <a:gd name="connsiteY837" fmla="*/ 1467551 h 6858000"/>
              <a:gd name="connsiteX838" fmla="*/ 7158730 w 7467600"/>
              <a:gd name="connsiteY838" fmla="*/ 1507835 h 6858000"/>
              <a:gd name="connsiteX839" fmla="*/ 6326959 w 7467600"/>
              <a:gd name="connsiteY839" fmla="*/ 1817686 h 6858000"/>
              <a:gd name="connsiteX840" fmla="*/ 6537433 w 7467600"/>
              <a:gd name="connsiteY840" fmla="*/ 1907790 h 6858000"/>
              <a:gd name="connsiteX841" fmla="*/ 6550221 w 7467600"/>
              <a:gd name="connsiteY841" fmla="*/ 1910729 h 6858000"/>
              <a:gd name="connsiteX842" fmla="*/ 6964438 w 7467600"/>
              <a:gd name="connsiteY842" fmla="*/ 2209505 h 6858000"/>
              <a:gd name="connsiteX843" fmla="*/ 7367862 w 7467600"/>
              <a:gd name="connsiteY843" fmla="*/ 2806833 h 6858000"/>
              <a:gd name="connsiteX844" fmla="*/ 7364329 w 7467600"/>
              <a:gd name="connsiteY844" fmla="*/ 2826907 h 6858000"/>
              <a:gd name="connsiteX845" fmla="*/ 7290545 w 7467600"/>
              <a:gd name="connsiteY845" fmla="*/ 2850663 h 6858000"/>
              <a:gd name="connsiteX846" fmla="*/ 6472036 w 7467600"/>
              <a:gd name="connsiteY846" fmla="*/ 1959003 h 6858000"/>
              <a:gd name="connsiteX847" fmla="*/ 5792897 w 7467600"/>
              <a:gd name="connsiteY847" fmla="*/ 1647747 h 6858000"/>
              <a:gd name="connsiteX848" fmla="*/ 5842751 w 7467600"/>
              <a:gd name="connsiteY848" fmla="*/ 1816112 h 6858000"/>
              <a:gd name="connsiteX849" fmla="*/ 5847424 w 7467600"/>
              <a:gd name="connsiteY849" fmla="*/ 1815776 h 6858000"/>
              <a:gd name="connsiteX850" fmla="*/ 6399821 w 7467600"/>
              <a:gd name="connsiteY850" fmla="*/ 2344799 h 6858000"/>
              <a:gd name="connsiteX851" fmla="*/ 6323232 w 7467600"/>
              <a:gd name="connsiteY851" fmla="*/ 2389634 h 6858000"/>
              <a:gd name="connsiteX852" fmla="*/ 5942958 w 7467600"/>
              <a:gd name="connsiteY852" fmla="*/ 2077708 h 6858000"/>
              <a:gd name="connsiteX853" fmla="*/ 5921559 w 7467600"/>
              <a:gd name="connsiteY853" fmla="*/ 2378596 h 6858000"/>
              <a:gd name="connsiteX854" fmla="*/ 5817651 w 7467600"/>
              <a:gd name="connsiteY854" fmla="*/ 3023919 h 6858000"/>
              <a:gd name="connsiteX855" fmla="*/ 5729634 w 7467600"/>
              <a:gd name="connsiteY855" fmla="*/ 3051849 h 6858000"/>
              <a:gd name="connsiteX856" fmla="*/ 5611018 w 7467600"/>
              <a:gd name="connsiteY856" fmla="*/ 2316769 h 6858000"/>
              <a:gd name="connsiteX857" fmla="*/ 5687608 w 7467600"/>
              <a:gd name="connsiteY857" fmla="*/ 2039972 h 6858000"/>
              <a:gd name="connsiteX858" fmla="*/ 5657554 w 7467600"/>
              <a:gd name="connsiteY858" fmla="*/ 1576445 h 6858000"/>
              <a:gd name="connsiteX859" fmla="*/ 5150475 w 7467600"/>
              <a:gd name="connsiteY859" fmla="*/ 1274012 h 6858000"/>
              <a:gd name="connsiteX860" fmla="*/ 5349142 w 7467600"/>
              <a:gd name="connsiteY860" fmla="*/ 2204405 h 6858000"/>
              <a:gd name="connsiteX861" fmla="*/ 5262214 w 7467600"/>
              <a:gd name="connsiteY861" fmla="*/ 2233836 h 6858000"/>
              <a:gd name="connsiteX862" fmla="*/ 4981539 w 7467600"/>
              <a:gd name="connsiteY862" fmla="*/ 1542201 h 6858000"/>
              <a:gd name="connsiteX863" fmla="*/ 4958461 w 7467600"/>
              <a:gd name="connsiteY863" fmla="*/ 1136957 h 6858000"/>
              <a:gd name="connsiteX864" fmla="*/ 4655015 w 7467600"/>
              <a:gd name="connsiteY864" fmla="*/ 891426 h 6858000"/>
              <a:gd name="connsiteX865" fmla="*/ 4348002 w 7467600"/>
              <a:gd name="connsiteY865" fmla="*/ 2205895 h 6858000"/>
              <a:gd name="connsiteX866" fmla="*/ 4262250 w 7467600"/>
              <a:gd name="connsiteY866" fmla="*/ 2219972 h 6858000"/>
              <a:gd name="connsiteX867" fmla="*/ 4550611 w 7467600"/>
              <a:gd name="connsiteY867" fmla="*/ 817540 h 6858000"/>
              <a:gd name="connsiteX868" fmla="*/ 4564418 w 7467600"/>
              <a:gd name="connsiteY868" fmla="*/ 808293 h 6858000"/>
              <a:gd name="connsiteX869" fmla="*/ 4266388 w 7467600"/>
              <a:gd name="connsiteY869" fmla="*/ 500083 h 6858000"/>
              <a:gd name="connsiteX870" fmla="*/ 4032842 w 7467600"/>
              <a:gd name="connsiteY870" fmla="*/ 211809 h 6858000"/>
              <a:gd name="connsiteX871" fmla="*/ 3882765 w 7467600"/>
              <a:gd name="connsiteY871" fmla="*/ 0 h 6858000"/>
              <a:gd name="connsiteX872" fmla="*/ 3721337 w 7467600"/>
              <a:gd name="connsiteY872" fmla="*/ 0 h 6858000"/>
              <a:gd name="connsiteX873" fmla="*/ 3797544 w 7467600"/>
              <a:gd name="connsiteY873" fmla="*/ 0 h 6858000"/>
              <a:gd name="connsiteX874" fmla="*/ 3775734 w 7467600"/>
              <a:gd name="connsiteY874" fmla="*/ 95131 h 6858000"/>
              <a:gd name="connsiteX875" fmla="*/ 3724807 w 7467600"/>
              <a:gd name="connsiteY875" fmla="*/ 272257 h 6858000"/>
              <a:gd name="connsiteX876" fmla="*/ 3726844 w 7467600"/>
              <a:gd name="connsiteY876" fmla="*/ 282988 h 6858000"/>
              <a:gd name="connsiteX877" fmla="*/ 3742664 w 7467600"/>
              <a:gd name="connsiteY877" fmla="*/ 279918 h 6858000"/>
              <a:gd name="connsiteX878" fmla="*/ 4103910 w 7467600"/>
              <a:gd name="connsiteY878" fmla="*/ 1161917 h 6858000"/>
              <a:gd name="connsiteX879" fmla="*/ 4020269 w 7467600"/>
              <a:gd name="connsiteY879" fmla="*/ 1200406 h 6858000"/>
              <a:gd name="connsiteX880" fmla="*/ 3674882 w 7467600"/>
              <a:gd name="connsiteY880" fmla="*/ 488524 h 6858000"/>
              <a:gd name="connsiteX881" fmla="*/ 3132682 w 7467600"/>
              <a:gd name="connsiteY881" fmla="*/ 1072284 h 6858000"/>
              <a:gd name="connsiteX882" fmla="*/ 2716346 w 7467600"/>
              <a:gd name="connsiteY882" fmla="*/ 1276376 h 6858000"/>
              <a:gd name="connsiteX883" fmla="*/ 2716772 w 7467600"/>
              <a:gd name="connsiteY883" fmla="*/ 1255462 h 6858000"/>
              <a:gd name="connsiteX884" fmla="*/ 3471096 w 7467600"/>
              <a:gd name="connsiteY884" fmla="*/ 437072 h 6858000"/>
              <a:gd name="connsiteX885" fmla="*/ 3639057 w 7467600"/>
              <a:gd name="connsiteY885" fmla="*/ 286334 h 6858000"/>
              <a:gd name="connsiteX886" fmla="*/ 3640309 w 7467600"/>
              <a:gd name="connsiteY886" fmla="*/ 284664 h 6858000"/>
              <a:gd name="connsiteX887" fmla="*/ 3646022 w 7467600"/>
              <a:gd name="connsiteY887" fmla="*/ 276711 h 6858000"/>
              <a:gd name="connsiteX888" fmla="*/ 3707943 w 7467600"/>
              <a:gd name="connsiteY888" fmla="*/ 65958 h 6858000"/>
              <a:gd name="connsiteX889" fmla="*/ 3721337 w 7467600"/>
              <a:gd name="connsiteY889" fmla="*/ 0 h 6858000"/>
              <a:gd name="connsiteX890" fmla="*/ 2867960 w 7467600"/>
              <a:gd name="connsiteY890" fmla="*/ 0 h 6858000"/>
              <a:gd name="connsiteX891" fmla="*/ 2926351 w 7467600"/>
              <a:gd name="connsiteY891" fmla="*/ 0 h 6858000"/>
              <a:gd name="connsiteX892" fmla="*/ 2902823 w 7467600"/>
              <a:gd name="connsiteY892" fmla="*/ 262929 h 6858000"/>
              <a:gd name="connsiteX893" fmla="*/ 2940663 w 7467600"/>
              <a:gd name="connsiteY893" fmla="*/ 140884 h 6858000"/>
              <a:gd name="connsiteX894" fmla="*/ 2947039 w 7467600"/>
              <a:gd name="connsiteY894" fmla="*/ 122524 h 6858000"/>
              <a:gd name="connsiteX895" fmla="*/ 2984316 w 7467600"/>
              <a:gd name="connsiteY895" fmla="*/ 0 h 6858000"/>
              <a:gd name="connsiteX896" fmla="*/ 3016114 w 7467600"/>
              <a:gd name="connsiteY896" fmla="*/ 0 h 6858000"/>
              <a:gd name="connsiteX897" fmla="*/ 2979949 w 7467600"/>
              <a:gd name="connsiteY897" fmla="*/ 119274 h 6858000"/>
              <a:gd name="connsiteX898" fmla="*/ 3023879 w 7467600"/>
              <a:gd name="connsiteY898" fmla="*/ 0 h 6858000"/>
              <a:gd name="connsiteX899" fmla="*/ 3105400 w 7467600"/>
              <a:gd name="connsiteY899" fmla="*/ 0 h 6858000"/>
              <a:gd name="connsiteX900" fmla="*/ 3094669 w 7467600"/>
              <a:gd name="connsiteY900" fmla="*/ 30308 h 6858000"/>
              <a:gd name="connsiteX901" fmla="*/ 2901945 w 7467600"/>
              <a:gd name="connsiteY901" fmla="*/ 466538 h 6858000"/>
              <a:gd name="connsiteX902" fmla="*/ 2815209 w 7467600"/>
              <a:gd name="connsiteY902" fmla="*/ 497361 h 6858000"/>
              <a:gd name="connsiteX903" fmla="*/ 2844845 w 7467600"/>
              <a:gd name="connsiteY903" fmla="*/ 127638 h 6858000"/>
              <a:gd name="connsiteX904" fmla="*/ 2867960 w 7467600"/>
              <a:gd name="connsiteY904" fmla="*/ 0 h 6858000"/>
              <a:gd name="connsiteX905" fmla="*/ 1057230 w 7467600"/>
              <a:gd name="connsiteY905" fmla="*/ 0 h 6858000"/>
              <a:gd name="connsiteX906" fmla="*/ 1111003 w 7467600"/>
              <a:gd name="connsiteY906" fmla="*/ 0 h 6858000"/>
              <a:gd name="connsiteX907" fmla="*/ 1125553 w 7467600"/>
              <a:gd name="connsiteY907" fmla="*/ 52588 h 6858000"/>
              <a:gd name="connsiteX908" fmla="*/ 1304276 w 7467600"/>
              <a:gd name="connsiteY908" fmla="*/ 476275 h 6858000"/>
              <a:gd name="connsiteX909" fmla="*/ 1492066 w 7467600"/>
              <a:gd name="connsiteY909" fmla="*/ 886333 h 6858000"/>
              <a:gd name="connsiteX910" fmla="*/ 1423698 w 7467600"/>
              <a:gd name="connsiteY910" fmla="*/ 710817 h 6858000"/>
              <a:gd name="connsiteX911" fmla="*/ 1357609 w 7467600"/>
              <a:gd name="connsiteY911" fmla="*/ 532892 h 6858000"/>
              <a:gd name="connsiteX912" fmla="*/ 1309550 w 7467600"/>
              <a:gd name="connsiteY912" fmla="*/ 374031 h 6858000"/>
              <a:gd name="connsiteX913" fmla="*/ 1193673 w 7467600"/>
              <a:gd name="connsiteY913" fmla="*/ 49533 h 6858000"/>
              <a:gd name="connsiteX914" fmla="*/ 1164391 w 7467600"/>
              <a:gd name="connsiteY914" fmla="*/ 0 h 6858000"/>
              <a:gd name="connsiteX915" fmla="*/ 1200666 w 7467600"/>
              <a:gd name="connsiteY915" fmla="*/ 0 h 6858000"/>
              <a:gd name="connsiteX916" fmla="*/ 1223408 w 7467600"/>
              <a:gd name="connsiteY916" fmla="*/ 38996 h 6858000"/>
              <a:gd name="connsiteX917" fmla="*/ 1339635 w 7467600"/>
              <a:gd name="connsiteY917" fmla="*/ 365517 h 6858000"/>
              <a:gd name="connsiteX918" fmla="*/ 1387469 w 7467600"/>
              <a:gd name="connsiteY918" fmla="*/ 523079 h 6858000"/>
              <a:gd name="connsiteX919" fmla="*/ 1452685 w 7467600"/>
              <a:gd name="connsiteY919" fmla="*/ 699806 h 6858000"/>
              <a:gd name="connsiteX920" fmla="*/ 1492092 w 7467600"/>
              <a:gd name="connsiteY920" fmla="*/ 800424 h 6858000"/>
              <a:gd name="connsiteX921" fmla="*/ 1455302 w 7467600"/>
              <a:gd name="connsiteY921" fmla="*/ 632913 h 6858000"/>
              <a:gd name="connsiteX922" fmla="*/ 1222336 w 7467600"/>
              <a:gd name="connsiteY922" fmla="*/ 9480 h 6858000"/>
              <a:gd name="connsiteX923" fmla="*/ 1214634 w 7467600"/>
              <a:gd name="connsiteY923" fmla="*/ 0 h 6858000"/>
              <a:gd name="connsiteX924" fmla="*/ 1289827 w 7467600"/>
              <a:gd name="connsiteY924" fmla="*/ 0 h 6858000"/>
              <a:gd name="connsiteX925" fmla="*/ 1321076 w 7467600"/>
              <a:gd name="connsiteY925" fmla="*/ 59722 h 6858000"/>
              <a:gd name="connsiteX926" fmla="*/ 1512579 w 7467600"/>
              <a:gd name="connsiteY926" fmla="*/ 626441 h 6858000"/>
              <a:gd name="connsiteX927" fmla="*/ 1506076 w 7467600"/>
              <a:gd name="connsiteY927" fmla="*/ 1089289 h 6858000"/>
              <a:gd name="connsiteX928" fmla="*/ 1486346 w 7467600"/>
              <a:gd name="connsiteY928" fmla="*/ 1079919 h 6858000"/>
              <a:gd name="connsiteX929" fmla="*/ 1070511 w 7467600"/>
              <a:gd name="connsiteY929" fmla="*/ 48609 h 6858000"/>
              <a:gd name="connsiteX930" fmla="*/ 1057230 w 7467600"/>
              <a:gd name="connsiteY930" fmla="*/ 0 h 6858000"/>
              <a:gd name="connsiteX931" fmla="*/ 43151 w 7467600"/>
              <a:gd name="connsiteY931" fmla="*/ 0 h 6858000"/>
              <a:gd name="connsiteX932" fmla="*/ 95283 w 7467600"/>
              <a:gd name="connsiteY932" fmla="*/ 0 h 6858000"/>
              <a:gd name="connsiteX933" fmla="*/ 300708 w 7467600"/>
              <a:gd name="connsiteY933" fmla="*/ 154571 h 6858000"/>
              <a:gd name="connsiteX934" fmla="*/ 530414 w 7467600"/>
              <a:gd name="connsiteY934" fmla="*/ 354673 h 6858000"/>
              <a:gd name="connsiteX935" fmla="*/ 333785 w 7467600"/>
              <a:gd name="connsiteY935" fmla="*/ 161564 h 6858000"/>
              <a:gd name="connsiteX936" fmla="*/ 147005 w 7467600"/>
              <a:gd name="connsiteY936" fmla="*/ 0 h 6858000"/>
              <a:gd name="connsiteX937" fmla="*/ 272509 w 7467600"/>
              <a:gd name="connsiteY937" fmla="*/ 0 h 6858000"/>
              <a:gd name="connsiteX938" fmla="*/ 326276 w 7467600"/>
              <a:gd name="connsiteY938" fmla="*/ 45847 h 6858000"/>
              <a:gd name="connsiteX939" fmla="*/ 823759 w 7467600"/>
              <a:gd name="connsiteY939" fmla="*/ 574145 h 6858000"/>
              <a:gd name="connsiteX940" fmla="*/ 811254 w 7467600"/>
              <a:gd name="connsiteY940" fmla="*/ 665546 h 6858000"/>
              <a:gd name="connsiteX941" fmla="*/ 154042 w 7467600"/>
              <a:gd name="connsiteY941" fmla="*/ 261522 h 6858000"/>
              <a:gd name="connsiteX942" fmla="*/ 13550 w 7467600"/>
              <a:gd name="connsiteY942" fmla="*/ 158423 h 6858000"/>
              <a:gd name="connsiteX943" fmla="*/ 0 w 7467600"/>
              <a:gd name="connsiteY943" fmla="*/ 146618 h 6858000"/>
              <a:gd name="connsiteX944" fmla="*/ 0 w 7467600"/>
              <a:gd name="connsiteY944" fmla="*/ 59161 h 6858000"/>
              <a:gd name="connsiteX945" fmla="*/ 45427 w 7467600"/>
              <a:gd name="connsiteY945" fmla="*/ 101078 h 6858000"/>
              <a:gd name="connsiteX946" fmla="*/ 630103 w 7467600"/>
              <a:gd name="connsiteY946" fmla="*/ 485885 h 6858000"/>
              <a:gd name="connsiteX947" fmla="*/ 532040 w 7467600"/>
              <a:gd name="connsiteY947" fmla="*/ 399359 h 6858000"/>
              <a:gd name="connsiteX948" fmla="*/ 517618 w 7467600"/>
              <a:gd name="connsiteY948" fmla="*/ 385726 h 6858000"/>
              <a:gd name="connsiteX949" fmla="*/ 285074 w 7467600"/>
              <a:gd name="connsiteY949" fmla="*/ 182755 h 6858000"/>
              <a:gd name="connsiteX950" fmla="*/ 43151 w 7467600"/>
              <a:gd name="connsiteY95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3149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1019354 w 7467600"/>
              <a:gd name="connsiteY18" fmla="*/ 6315006 h 6858000"/>
              <a:gd name="connsiteX19" fmla="*/ 441046 w 7467600"/>
              <a:gd name="connsiteY19" fmla="*/ 6691153 h 6858000"/>
              <a:gd name="connsiteX20" fmla="*/ 1019354 w 7467600"/>
              <a:gd name="connsiteY20" fmla="*/ 6315006 h 6858000"/>
              <a:gd name="connsiteX21" fmla="*/ 991680 w 7467600"/>
              <a:gd name="connsiteY21" fmla="*/ 6298413 h 6858000"/>
              <a:gd name="connsiteX22" fmla="*/ 409060 w 7467600"/>
              <a:gd name="connsiteY22" fmla="*/ 6671470 h 6858000"/>
              <a:gd name="connsiteX23" fmla="*/ 991680 w 7467600"/>
              <a:gd name="connsiteY23" fmla="*/ 6298413 h 6858000"/>
              <a:gd name="connsiteX24" fmla="*/ 103333 w 7467600"/>
              <a:gd name="connsiteY24" fmla="*/ 5699602 h 6858000"/>
              <a:gd name="connsiteX25" fmla="*/ 233938 w 7467600"/>
              <a:gd name="connsiteY25" fmla="*/ 5809416 h 6858000"/>
              <a:gd name="connsiteX26" fmla="*/ 883580 w 7467600"/>
              <a:gd name="connsiteY26" fmla="*/ 6180710 h 6858000"/>
              <a:gd name="connsiteX27" fmla="*/ 487337 w 7467600"/>
              <a:gd name="connsiteY27" fmla="*/ 5950182 h 6858000"/>
              <a:gd name="connsiteX28" fmla="*/ 354051 w 7467600"/>
              <a:gd name="connsiteY28" fmla="*/ 5854912 h 6858000"/>
              <a:gd name="connsiteX29" fmla="*/ 195436 w 7467600"/>
              <a:gd name="connsiteY29" fmla="*/ 5755068 h 6858000"/>
              <a:gd name="connsiteX30" fmla="*/ 103333 w 7467600"/>
              <a:gd name="connsiteY30" fmla="*/ 5699602 h 6858000"/>
              <a:gd name="connsiteX31" fmla="*/ 5539432 w 7467600"/>
              <a:gd name="connsiteY31" fmla="*/ 5642928 h 6858000"/>
              <a:gd name="connsiteX32" fmla="*/ 5555462 w 7467600"/>
              <a:gd name="connsiteY32" fmla="*/ 5694454 h 6858000"/>
              <a:gd name="connsiteX33" fmla="*/ 5828270 w 7467600"/>
              <a:gd name="connsiteY33" fmla="*/ 6320663 h 6858000"/>
              <a:gd name="connsiteX34" fmla="*/ 5947416 w 7467600"/>
              <a:gd name="connsiteY34" fmla="*/ 6574846 h 6858000"/>
              <a:gd name="connsiteX35" fmla="*/ 5539432 w 7467600"/>
              <a:gd name="connsiteY35" fmla="*/ 5642928 h 6858000"/>
              <a:gd name="connsiteX36" fmla="*/ 51253 w 7467600"/>
              <a:gd name="connsiteY36" fmla="*/ 5631825 h 6858000"/>
              <a:gd name="connsiteX37" fmla="*/ 211622 w 7467600"/>
              <a:gd name="connsiteY37" fmla="*/ 5728803 h 6858000"/>
              <a:gd name="connsiteX38" fmla="*/ 371652 w 7467600"/>
              <a:gd name="connsiteY38" fmla="*/ 5829062 h 6858000"/>
              <a:gd name="connsiteX39" fmla="*/ 505903 w 7467600"/>
              <a:gd name="connsiteY39" fmla="*/ 5925221 h 6858000"/>
              <a:gd name="connsiteX40" fmla="*/ 899240 w 7467600"/>
              <a:gd name="connsiteY40" fmla="*/ 6153068 h 6858000"/>
              <a:gd name="connsiteX41" fmla="*/ 988114 w 7467600"/>
              <a:gd name="connsiteY41" fmla="*/ 6174204 h 6858000"/>
              <a:gd name="connsiteX42" fmla="*/ 845971 w 7467600"/>
              <a:gd name="connsiteY42" fmla="*/ 6067177 h 6858000"/>
              <a:gd name="connsiteX43" fmla="*/ 448057 w 7467600"/>
              <a:gd name="connsiteY43" fmla="*/ 5841376 h 6858000"/>
              <a:gd name="connsiteX44" fmla="*/ 51253 w 7467600"/>
              <a:gd name="connsiteY44" fmla="*/ 5631825 h 6858000"/>
              <a:gd name="connsiteX45" fmla="*/ 2606687 w 7467600"/>
              <a:gd name="connsiteY45" fmla="*/ 5630718 h 6858000"/>
              <a:gd name="connsiteX46" fmla="*/ 2645658 w 7467600"/>
              <a:gd name="connsiteY46" fmla="*/ 6640259 h 6858000"/>
              <a:gd name="connsiteX47" fmla="*/ 2606687 w 7467600"/>
              <a:gd name="connsiteY47" fmla="*/ 5630718 h 6858000"/>
              <a:gd name="connsiteX48" fmla="*/ 3642057 w 7467600"/>
              <a:gd name="connsiteY48" fmla="*/ 5573487 h 6858000"/>
              <a:gd name="connsiteX49" fmla="*/ 3632981 w 7467600"/>
              <a:gd name="connsiteY49" fmla="*/ 5579437 h 6858000"/>
              <a:gd name="connsiteX50" fmla="*/ 3382436 w 7467600"/>
              <a:gd name="connsiteY50" fmla="*/ 5952726 h 6858000"/>
              <a:gd name="connsiteX51" fmla="*/ 3191929 w 7467600"/>
              <a:gd name="connsiteY51" fmla="*/ 6662669 h 6858000"/>
              <a:gd name="connsiteX52" fmla="*/ 3369898 w 7467600"/>
              <a:gd name="connsiteY52" fmla="*/ 6081771 h 6858000"/>
              <a:gd name="connsiteX53" fmla="*/ 3642057 w 7467600"/>
              <a:gd name="connsiteY53" fmla="*/ 5573487 h 6858000"/>
              <a:gd name="connsiteX54" fmla="*/ 2650666 w 7467600"/>
              <a:gd name="connsiteY54" fmla="*/ 5530686 h 6858000"/>
              <a:gd name="connsiteX55" fmla="*/ 2650249 w 7467600"/>
              <a:gd name="connsiteY55" fmla="*/ 5532101 h 6858000"/>
              <a:gd name="connsiteX56" fmla="*/ 2663808 w 7467600"/>
              <a:gd name="connsiteY56" fmla="*/ 6535215 h 6858000"/>
              <a:gd name="connsiteX57" fmla="*/ 2665418 w 7467600"/>
              <a:gd name="connsiteY57" fmla="*/ 6132756 h 6858000"/>
              <a:gd name="connsiteX58" fmla="*/ 2650666 w 7467600"/>
              <a:gd name="connsiteY58" fmla="*/ 5530686 h 6858000"/>
              <a:gd name="connsiteX59" fmla="*/ 2680277 w 7467600"/>
              <a:gd name="connsiteY59" fmla="*/ 5479204 h 6858000"/>
              <a:gd name="connsiteX60" fmla="*/ 2678972 w 7467600"/>
              <a:gd name="connsiteY60" fmla="*/ 5481582 h 6858000"/>
              <a:gd name="connsiteX61" fmla="*/ 2696666 w 7467600"/>
              <a:gd name="connsiteY61" fmla="*/ 6133836 h 6858000"/>
              <a:gd name="connsiteX62" fmla="*/ 2695769 w 7467600"/>
              <a:gd name="connsiteY62" fmla="*/ 6390955 h 6858000"/>
              <a:gd name="connsiteX63" fmla="*/ 2739893 w 7467600"/>
              <a:gd name="connsiteY63" fmla="*/ 6108357 h 6858000"/>
              <a:gd name="connsiteX64" fmla="*/ 2680277 w 7467600"/>
              <a:gd name="connsiteY64" fmla="*/ 5479204 h 6858000"/>
              <a:gd name="connsiteX65" fmla="*/ 1132195 w 7467600"/>
              <a:gd name="connsiteY65" fmla="*/ 5467980 h 6858000"/>
              <a:gd name="connsiteX66" fmla="*/ 1679056 w 7467600"/>
              <a:gd name="connsiteY66" fmla="*/ 5516907 h 6858000"/>
              <a:gd name="connsiteX67" fmla="*/ 2128648 w 7467600"/>
              <a:gd name="connsiteY67" fmla="*/ 5474249 h 6858000"/>
              <a:gd name="connsiteX68" fmla="*/ 1825619 w 7467600"/>
              <a:gd name="connsiteY68" fmla="*/ 5478447 h 6858000"/>
              <a:gd name="connsiteX69" fmla="*/ 1737798 w 7467600"/>
              <a:gd name="connsiteY69" fmla="*/ 5483353 h 6858000"/>
              <a:gd name="connsiteX70" fmla="*/ 1132195 w 7467600"/>
              <a:gd name="connsiteY70" fmla="*/ 5467980 h 6858000"/>
              <a:gd name="connsiteX71" fmla="*/ 1456157 w 7467600"/>
              <a:gd name="connsiteY71" fmla="*/ 5371404 h 6858000"/>
              <a:gd name="connsiteX72" fmla="*/ 1244432 w 7467600"/>
              <a:gd name="connsiteY72" fmla="*/ 5385601 h 6858000"/>
              <a:gd name="connsiteX73" fmla="*/ 973990 w 7467600"/>
              <a:gd name="connsiteY73" fmla="*/ 5424940 h 6858000"/>
              <a:gd name="connsiteX74" fmla="*/ 1103809 w 7467600"/>
              <a:gd name="connsiteY74" fmla="*/ 5433720 h 6858000"/>
              <a:gd name="connsiteX75" fmla="*/ 1123454 w 7467600"/>
              <a:gd name="connsiteY75" fmla="*/ 5435727 h 6858000"/>
              <a:gd name="connsiteX76" fmla="*/ 1737017 w 7467600"/>
              <a:gd name="connsiteY76" fmla="*/ 5452183 h 6858000"/>
              <a:gd name="connsiteX77" fmla="*/ 1824397 w 7467600"/>
              <a:gd name="connsiteY77" fmla="*/ 5447757 h 6858000"/>
              <a:gd name="connsiteX78" fmla="*/ 2070059 w 7467600"/>
              <a:gd name="connsiteY78" fmla="*/ 5441660 h 6858000"/>
              <a:gd name="connsiteX79" fmla="*/ 1456157 w 7467600"/>
              <a:gd name="connsiteY79" fmla="*/ 5371404 h 6858000"/>
              <a:gd name="connsiteX80" fmla="*/ 4988186 w 7467600"/>
              <a:gd name="connsiteY80" fmla="*/ 5216467 h 6858000"/>
              <a:gd name="connsiteX81" fmla="*/ 4777334 w 7467600"/>
              <a:gd name="connsiteY81" fmla="*/ 5406072 h 6858000"/>
              <a:gd name="connsiteX82" fmla="*/ 4718341 w 7467600"/>
              <a:gd name="connsiteY82" fmla="*/ 5468043 h 6858000"/>
              <a:gd name="connsiteX83" fmla="*/ 4604655 w 7467600"/>
              <a:gd name="connsiteY83" fmla="*/ 5583434 h 6858000"/>
              <a:gd name="connsiteX84" fmla="*/ 4565074 w 7467600"/>
              <a:gd name="connsiteY84" fmla="*/ 5618550 h 6858000"/>
              <a:gd name="connsiteX85" fmla="*/ 4988186 w 7467600"/>
              <a:gd name="connsiteY85" fmla="*/ 5216467 h 6858000"/>
              <a:gd name="connsiteX86" fmla="*/ 4978032 w 7467600"/>
              <a:gd name="connsiteY86" fmla="*/ 5183809 h 6858000"/>
              <a:gd name="connsiteX87" fmla="*/ 4463413 w 7467600"/>
              <a:gd name="connsiteY87" fmla="*/ 5615162 h 6858000"/>
              <a:gd name="connsiteX88" fmla="*/ 4358134 w 7467600"/>
              <a:gd name="connsiteY88" fmla="*/ 5742791 h 6858000"/>
              <a:gd name="connsiteX89" fmla="*/ 4376219 w 7467600"/>
              <a:gd name="connsiteY89" fmla="*/ 5729027 h 6858000"/>
              <a:gd name="connsiteX90" fmla="*/ 4582340 w 7467600"/>
              <a:gd name="connsiteY90" fmla="*/ 5561037 h 6858000"/>
              <a:gd name="connsiteX91" fmla="*/ 4694684 w 7467600"/>
              <a:gd name="connsiteY91" fmla="*/ 5447098 h 6858000"/>
              <a:gd name="connsiteX92" fmla="*/ 4754123 w 7467600"/>
              <a:gd name="connsiteY92" fmla="*/ 5384643 h 6858000"/>
              <a:gd name="connsiteX93" fmla="*/ 4978032 w 7467600"/>
              <a:gd name="connsiteY93" fmla="*/ 5183809 h 6858000"/>
              <a:gd name="connsiteX94" fmla="*/ 1903353 w 7467600"/>
              <a:gd name="connsiteY94" fmla="*/ 5044827 h 6858000"/>
              <a:gd name="connsiteX95" fmla="*/ 1936931 w 7467600"/>
              <a:gd name="connsiteY95" fmla="*/ 5093954 h 6858000"/>
              <a:gd name="connsiteX96" fmla="*/ 2195868 w 7467600"/>
              <a:gd name="connsiteY96" fmla="*/ 5396574 h 6858000"/>
              <a:gd name="connsiteX97" fmla="*/ 2088852 w 7467600"/>
              <a:gd name="connsiteY97" fmla="*/ 5166123 h 6858000"/>
              <a:gd name="connsiteX98" fmla="*/ 1958241 w 7467600"/>
              <a:gd name="connsiteY98" fmla="*/ 5067955 h 6858000"/>
              <a:gd name="connsiteX99" fmla="*/ 1903353 w 7467600"/>
              <a:gd name="connsiteY99" fmla="*/ 5044827 h 6858000"/>
              <a:gd name="connsiteX100" fmla="*/ 1979378 w 7467600"/>
              <a:gd name="connsiteY100" fmla="*/ 4769504 h 6858000"/>
              <a:gd name="connsiteX101" fmla="*/ 2882120 w 7467600"/>
              <a:gd name="connsiteY101" fmla="*/ 5064547 h 6858000"/>
              <a:gd name="connsiteX102" fmla="*/ 2793103 w 7467600"/>
              <a:gd name="connsiteY102" fmla="*/ 5039699 h 6858000"/>
              <a:gd name="connsiteX103" fmla="*/ 2770041 w 7467600"/>
              <a:gd name="connsiteY103" fmla="*/ 5033634 h 6858000"/>
              <a:gd name="connsiteX104" fmla="*/ 1979378 w 7467600"/>
              <a:gd name="connsiteY104" fmla="*/ 4769504 h 6858000"/>
              <a:gd name="connsiteX105" fmla="*/ 1927410 w 7467600"/>
              <a:gd name="connsiteY105" fmla="*/ 4716164 h 6858000"/>
              <a:gd name="connsiteX106" fmla="*/ 1959587 w 7467600"/>
              <a:gd name="connsiteY106" fmla="*/ 4728849 h 6858000"/>
              <a:gd name="connsiteX107" fmla="*/ 2777707 w 7467600"/>
              <a:gd name="connsiteY107" fmla="*/ 5003991 h 6858000"/>
              <a:gd name="connsiteX108" fmla="*/ 2800768 w 7467600"/>
              <a:gd name="connsiteY108" fmla="*/ 5010056 h 6858000"/>
              <a:gd name="connsiteX109" fmla="*/ 2879408 w 7467600"/>
              <a:gd name="connsiteY109" fmla="*/ 5031590 h 6858000"/>
              <a:gd name="connsiteX110" fmla="*/ 2862295 w 7467600"/>
              <a:gd name="connsiteY110" fmla="*/ 5022958 h 6858000"/>
              <a:gd name="connsiteX111" fmla="*/ 2813343 w 7467600"/>
              <a:gd name="connsiteY111" fmla="*/ 4998369 h 6858000"/>
              <a:gd name="connsiteX112" fmla="*/ 2646245 w 7467600"/>
              <a:gd name="connsiteY112" fmla="*/ 4930999 h 6858000"/>
              <a:gd name="connsiteX113" fmla="*/ 1999243 w 7467600"/>
              <a:gd name="connsiteY113" fmla="*/ 4730524 h 6858000"/>
              <a:gd name="connsiteX114" fmla="*/ 1979527 w 7467600"/>
              <a:gd name="connsiteY114" fmla="*/ 4726651 h 6858000"/>
              <a:gd name="connsiteX115" fmla="*/ 1927410 w 7467600"/>
              <a:gd name="connsiteY115" fmla="*/ 4716164 h 6858000"/>
              <a:gd name="connsiteX116" fmla="*/ 1997014 w 7467600"/>
              <a:gd name="connsiteY116" fmla="*/ 4698007 h 6858000"/>
              <a:gd name="connsiteX117" fmla="*/ 2005458 w 7467600"/>
              <a:gd name="connsiteY117" fmla="*/ 4699540 h 6858000"/>
              <a:gd name="connsiteX118" fmla="*/ 2657186 w 7467600"/>
              <a:gd name="connsiteY118" fmla="*/ 4901687 h 6858000"/>
              <a:gd name="connsiteX119" fmla="*/ 2826662 w 7467600"/>
              <a:gd name="connsiteY119" fmla="*/ 4970362 h 6858000"/>
              <a:gd name="connsiteX120" fmla="*/ 2876100 w 7467600"/>
              <a:gd name="connsiteY120" fmla="*/ 4995397 h 6858000"/>
              <a:gd name="connsiteX121" fmla="*/ 3042600 w 7467600"/>
              <a:gd name="connsiteY121" fmla="*/ 5059532 h 6858000"/>
              <a:gd name="connsiteX122" fmla="*/ 1997014 w 7467600"/>
              <a:gd name="connsiteY122" fmla="*/ 4698007 h 6858000"/>
              <a:gd name="connsiteX123" fmla="*/ 2305292 w 7467600"/>
              <a:gd name="connsiteY123" fmla="*/ 4219492 h 6858000"/>
              <a:gd name="connsiteX124" fmla="*/ 3360922 w 7467600"/>
              <a:gd name="connsiteY124" fmla="*/ 4529373 h 6858000"/>
              <a:gd name="connsiteX125" fmla="*/ 3492420 w 7467600"/>
              <a:gd name="connsiteY125" fmla="*/ 4510145 h 6858000"/>
              <a:gd name="connsiteX126" fmla="*/ 3364086 w 7467600"/>
              <a:gd name="connsiteY126" fmla="*/ 4480340 h 6858000"/>
              <a:gd name="connsiteX127" fmla="*/ 3225818 w 7467600"/>
              <a:gd name="connsiteY127" fmla="*/ 4411822 h 6858000"/>
              <a:gd name="connsiteX128" fmla="*/ 3129696 w 7467600"/>
              <a:gd name="connsiteY128" fmla="*/ 4360704 h 6858000"/>
              <a:gd name="connsiteX129" fmla="*/ 2814545 w 7467600"/>
              <a:gd name="connsiteY129" fmla="*/ 4282955 h 6858000"/>
              <a:gd name="connsiteX130" fmla="*/ 2305292 w 7467600"/>
              <a:gd name="connsiteY130" fmla="*/ 4219492 h 6858000"/>
              <a:gd name="connsiteX131" fmla="*/ 2626982 w 7467600"/>
              <a:gd name="connsiteY131" fmla="*/ 4206450 h 6858000"/>
              <a:gd name="connsiteX132" fmla="*/ 2490617 w 7467600"/>
              <a:gd name="connsiteY132" fmla="*/ 4206951 h 6858000"/>
              <a:gd name="connsiteX133" fmla="*/ 2819869 w 7467600"/>
              <a:gd name="connsiteY133" fmla="*/ 4252936 h 6858000"/>
              <a:gd name="connsiteX134" fmla="*/ 3143018 w 7467600"/>
              <a:gd name="connsiteY134" fmla="*/ 4332698 h 6858000"/>
              <a:gd name="connsiteX135" fmla="*/ 3241520 w 7467600"/>
              <a:gd name="connsiteY135" fmla="*/ 4385112 h 6858000"/>
              <a:gd name="connsiteX136" fmla="*/ 3374575 w 7467600"/>
              <a:gd name="connsiteY136" fmla="*/ 4451517 h 6858000"/>
              <a:gd name="connsiteX137" fmla="*/ 3505221 w 7467600"/>
              <a:gd name="connsiteY137" fmla="*/ 4480757 h 6858000"/>
              <a:gd name="connsiteX138" fmla="*/ 2626982 w 7467600"/>
              <a:gd name="connsiteY138" fmla="*/ 4206450 h 6858000"/>
              <a:gd name="connsiteX139" fmla="*/ 1310106 w 7467600"/>
              <a:gd name="connsiteY139" fmla="*/ 3943217 h 6858000"/>
              <a:gd name="connsiteX140" fmla="*/ 854994 w 7467600"/>
              <a:gd name="connsiteY140" fmla="*/ 4399136 h 6858000"/>
              <a:gd name="connsiteX141" fmla="*/ 742462 w 7467600"/>
              <a:gd name="connsiteY141" fmla="*/ 4594648 h 6858000"/>
              <a:gd name="connsiteX142" fmla="*/ 820602 w 7467600"/>
              <a:gd name="connsiteY142" fmla="*/ 4485915 h 6858000"/>
              <a:gd name="connsiteX143" fmla="*/ 878295 w 7467600"/>
              <a:gd name="connsiteY143" fmla="*/ 4403594 h 6858000"/>
              <a:gd name="connsiteX144" fmla="*/ 1240607 w 7467600"/>
              <a:gd name="connsiteY144" fmla="*/ 4010401 h 6858000"/>
              <a:gd name="connsiteX145" fmla="*/ 1310106 w 7467600"/>
              <a:gd name="connsiteY145" fmla="*/ 3943217 h 6858000"/>
              <a:gd name="connsiteX146" fmla="*/ 1423113 w 7467600"/>
              <a:gd name="connsiteY146" fmla="*/ 3874565 h 6858000"/>
              <a:gd name="connsiteX147" fmla="*/ 1260565 w 7467600"/>
              <a:gd name="connsiteY147" fmla="*/ 4031982 h 6858000"/>
              <a:gd name="connsiteX148" fmla="*/ 901900 w 7467600"/>
              <a:gd name="connsiteY148" fmla="*/ 4421236 h 6858000"/>
              <a:gd name="connsiteX149" fmla="*/ 845044 w 7467600"/>
              <a:gd name="connsiteY149" fmla="*/ 4502436 h 6858000"/>
              <a:gd name="connsiteX150" fmla="*/ 685926 w 7467600"/>
              <a:gd name="connsiteY150" fmla="*/ 4703069 h 6858000"/>
              <a:gd name="connsiteX151" fmla="*/ 684248 w 7467600"/>
              <a:gd name="connsiteY151" fmla="*/ 4706721 h 6858000"/>
              <a:gd name="connsiteX152" fmla="*/ 1423113 w 7467600"/>
              <a:gd name="connsiteY152" fmla="*/ 3874565 h 6858000"/>
              <a:gd name="connsiteX153" fmla="*/ 3316479 w 7467600"/>
              <a:gd name="connsiteY153" fmla="*/ 3872136 h 6858000"/>
              <a:gd name="connsiteX154" fmla="*/ 3546806 w 7467600"/>
              <a:gd name="connsiteY154" fmla="*/ 4356139 h 6858000"/>
              <a:gd name="connsiteX155" fmla="*/ 3364433 w 7467600"/>
              <a:gd name="connsiteY155" fmla="*/ 3953121 h 6858000"/>
              <a:gd name="connsiteX156" fmla="*/ 3316479 w 7467600"/>
              <a:gd name="connsiteY156" fmla="*/ 3872136 h 6858000"/>
              <a:gd name="connsiteX157" fmla="*/ 3291335 w 7467600"/>
              <a:gd name="connsiteY157" fmla="*/ 3767420 h 6858000"/>
              <a:gd name="connsiteX158" fmla="*/ 3390805 w 7467600"/>
              <a:gd name="connsiteY158" fmla="*/ 3937163 h 6858000"/>
              <a:gd name="connsiteX159" fmla="*/ 3579062 w 7467600"/>
              <a:gd name="connsiteY159" fmla="*/ 4359040 h 6858000"/>
              <a:gd name="connsiteX160" fmla="*/ 3467355 w 7467600"/>
              <a:gd name="connsiteY160" fmla="*/ 3988130 h 6858000"/>
              <a:gd name="connsiteX161" fmla="*/ 3310753 w 7467600"/>
              <a:gd name="connsiteY161" fmla="*/ 3787140 h 6858000"/>
              <a:gd name="connsiteX162" fmla="*/ 3291335 w 7467600"/>
              <a:gd name="connsiteY162" fmla="*/ 3767420 h 6858000"/>
              <a:gd name="connsiteX163" fmla="*/ 1635889 w 7467600"/>
              <a:gd name="connsiteY163" fmla="*/ 3709494 h 6858000"/>
              <a:gd name="connsiteX164" fmla="*/ 1634800 w 7467600"/>
              <a:gd name="connsiteY164" fmla="*/ 3731111 h 6858000"/>
              <a:gd name="connsiteX165" fmla="*/ 1635889 w 7467600"/>
              <a:gd name="connsiteY165" fmla="*/ 3709494 h 6858000"/>
              <a:gd name="connsiteX166" fmla="*/ 1510397 w 7467600"/>
              <a:gd name="connsiteY166" fmla="*/ 3684705 h 6858000"/>
              <a:gd name="connsiteX167" fmla="*/ 1146550 w 7467600"/>
              <a:gd name="connsiteY167" fmla="*/ 3802012 h 6858000"/>
              <a:gd name="connsiteX168" fmla="*/ 698834 w 7467600"/>
              <a:gd name="connsiteY168" fmla="*/ 3952272 h 6858000"/>
              <a:gd name="connsiteX169" fmla="*/ 34256 w 7467600"/>
              <a:gd name="connsiteY169" fmla="*/ 4347603 h 6858000"/>
              <a:gd name="connsiteX170" fmla="*/ 527241 w 7467600"/>
              <a:gd name="connsiteY170" fmla="*/ 4065078 h 6858000"/>
              <a:gd name="connsiteX171" fmla="*/ 1510397 w 7467600"/>
              <a:gd name="connsiteY171" fmla="*/ 3684705 h 6858000"/>
              <a:gd name="connsiteX172" fmla="*/ 1313114 w 7467600"/>
              <a:gd name="connsiteY172" fmla="*/ 3655216 h 6858000"/>
              <a:gd name="connsiteX173" fmla="*/ 1109304 w 7467600"/>
              <a:gd name="connsiteY173" fmla="*/ 3669030 h 6858000"/>
              <a:gd name="connsiteX174" fmla="*/ 8129 w 7467600"/>
              <a:gd name="connsiteY174" fmla="*/ 4330519 h 6858000"/>
              <a:gd name="connsiteX175" fmla="*/ 687572 w 7467600"/>
              <a:gd name="connsiteY175" fmla="*/ 3925629 h 6858000"/>
              <a:gd name="connsiteX176" fmla="*/ 1138365 w 7467600"/>
              <a:gd name="connsiteY176" fmla="*/ 3774515 h 6858000"/>
              <a:gd name="connsiteX177" fmla="*/ 1505579 w 7467600"/>
              <a:gd name="connsiteY177" fmla="*/ 3655526 h 6858000"/>
              <a:gd name="connsiteX178" fmla="*/ 1313114 w 7467600"/>
              <a:gd name="connsiteY178" fmla="*/ 3655216 h 6858000"/>
              <a:gd name="connsiteX179" fmla="*/ 3655073 w 7467600"/>
              <a:gd name="connsiteY179" fmla="*/ 3650884 h 6858000"/>
              <a:gd name="connsiteX180" fmla="*/ 3989938 w 7467600"/>
              <a:gd name="connsiteY180" fmla="*/ 3991685 h 6858000"/>
              <a:gd name="connsiteX181" fmla="*/ 4393907 w 7467600"/>
              <a:gd name="connsiteY181" fmla="*/ 4261258 h 6858000"/>
              <a:gd name="connsiteX182" fmla="*/ 4648051 w 7467600"/>
              <a:gd name="connsiteY182" fmla="*/ 4374051 h 6858000"/>
              <a:gd name="connsiteX183" fmla="*/ 4383389 w 7467600"/>
              <a:gd name="connsiteY183" fmla="*/ 4184369 h 6858000"/>
              <a:gd name="connsiteX184" fmla="*/ 4165508 w 7467600"/>
              <a:gd name="connsiteY184" fmla="*/ 4035196 h 6858000"/>
              <a:gd name="connsiteX185" fmla="*/ 4068162 w 7467600"/>
              <a:gd name="connsiteY185" fmla="*/ 3953394 h 6858000"/>
              <a:gd name="connsiteX186" fmla="*/ 3981416 w 7467600"/>
              <a:gd name="connsiteY186" fmla="*/ 3880482 h 6858000"/>
              <a:gd name="connsiteX187" fmla="*/ 3800147 w 7467600"/>
              <a:gd name="connsiteY187" fmla="*/ 3749872 h 6858000"/>
              <a:gd name="connsiteX188" fmla="*/ 3655073 w 7467600"/>
              <a:gd name="connsiteY188" fmla="*/ 3650884 h 6858000"/>
              <a:gd name="connsiteX189" fmla="*/ 3670252 w 7467600"/>
              <a:gd name="connsiteY189" fmla="*/ 3622798 h 6858000"/>
              <a:gd name="connsiteX190" fmla="*/ 3817258 w 7467600"/>
              <a:gd name="connsiteY190" fmla="*/ 3723577 h 6858000"/>
              <a:gd name="connsiteX191" fmla="*/ 4000461 w 7467600"/>
              <a:gd name="connsiteY191" fmla="*/ 3855966 h 6858000"/>
              <a:gd name="connsiteX192" fmla="*/ 4088180 w 7467600"/>
              <a:gd name="connsiteY192" fmla="*/ 3929774 h 6858000"/>
              <a:gd name="connsiteX193" fmla="*/ 4184555 w 7467600"/>
              <a:gd name="connsiteY193" fmla="*/ 4010683 h 6858000"/>
              <a:gd name="connsiteX194" fmla="*/ 4399563 w 7467600"/>
              <a:gd name="connsiteY194" fmla="*/ 4158106 h 6858000"/>
              <a:gd name="connsiteX195" fmla="*/ 4684469 w 7467600"/>
              <a:gd name="connsiteY195" fmla="*/ 4364680 h 6858000"/>
              <a:gd name="connsiteX196" fmla="*/ 4690271 w 7467600"/>
              <a:gd name="connsiteY196" fmla="*/ 4370034 h 6858000"/>
              <a:gd name="connsiteX197" fmla="*/ 4136093 w 7467600"/>
              <a:gd name="connsiteY197" fmla="*/ 3858466 h 6858000"/>
              <a:gd name="connsiteX198" fmla="*/ 3670252 w 7467600"/>
              <a:gd name="connsiteY198" fmla="*/ 3622798 h 6858000"/>
              <a:gd name="connsiteX199" fmla="*/ 4440129 w 7467600"/>
              <a:gd name="connsiteY199" fmla="*/ 3448571 h 6858000"/>
              <a:gd name="connsiteX200" fmla="*/ 4856525 w 7467600"/>
              <a:gd name="connsiteY200" fmla="*/ 3915351 h 6858000"/>
              <a:gd name="connsiteX201" fmla="*/ 5059055 w 7467600"/>
              <a:gd name="connsiteY201" fmla="*/ 4108918 h 6858000"/>
              <a:gd name="connsiteX202" fmla="*/ 5290070 w 7467600"/>
              <a:gd name="connsiteY202" fmla="*/ 4263619 h 6858000"/>
              <a:gd name="connsiteX203" fmla="*/ 4834991 w 7467600"/>
              <a:gd name="connsiteY203" fmla="*/ 3830985 h 6858000"/>
              <a:gd name="connsiteX204" fmla="*/ 4440129 w 7467600"/>
              <a:gd name="connsiteY204" fmla="*/ 3448571 h 6858000"/>
              <a:gd name="connsiteX205" fmla="*/ 4441737 w 7467600"/>
              <a:gd name="connsiteY205" fmla="*/ 3399734 h 6858000"/>
              <a:gd name="connsiteX206" fmla="*/ 4431236 w 7467600"/>
              <a:gd name="connsiteY206" fmla="*/ 3400954 h 6858000"/>
              <a:gd name="connsiteX207" fmla="*/ 4557150 w 7467600"/>
              <a:gd name="connsiteY207" fmla="*/ 3510023 h 6858000"/>
              <a:gd name="connsiteX208" fmla="*/ 4856936 w 7467600"/>
              <a:gd name="connsiteY208" fmla="*/ 3809146 h 6858000"/>
              <a:gd name="connsiteX209" fmla="*/ 5111996 w 7467600"/>
              <a:gd name="connsiteY209" fmla="*/ 4065759 h 6858000"/>
              <a:gd name="connsiteX210" fmla="*/ 5388878 w 7467600"/>
              <a:gd name="connsiteY210" fmla="*/ 4300185 h 6858000"/>
              <a:gd name="connsiteX211" fmla="*/ 5425556 w 7467600"/>
              <a:gd name="connsiteY211" fmla="*/ 4308967 h 6858000"/>
              <a:gd name="connsiteX212" fmla="*/ 4943646 w 7467600"/>
              <a:gd name="connsiteY212" fmla="*/ 3822916 h 6858000"/>
              <a:gd name="connsiteX213" fmla="*/ 4594837 w 7467600"/>
              <a:gd name="connsiteY213" fmla="*/ 3532274 h 6858000"/>
              <a:gd name="connsiteX214" fmla="*/ 4441737 w 7467600"/>
              <a:gd name="connsiteY214" fmla="*/ 3399734 h 6858000"/>
              <a:gd name="connsiteX215" fmla="*/ 5425834 w 7467600"/>
              <a:gd name="connsiteY215" fmla="*/ 3162785 h 6858000"/>
              <a:gd name="connsiteX216" fmla="*/ 5401644 w 7467600"/>
              <a:gd name="connsiteY216" fmla="*/ 3617847 h 6858000"/>
              <a:gd name="connsiteX217" fmla="*/ 5467256 w 7467600"/>
              <a:gd name="connsiteY217" fmla="*/ 4175494 h 6858000"/>
              <a:gd name="connsiteX218" fmla="*/ 5448069 w 7467600"/>
              <a:gd name="connsiteY218" fmla="*/ 3567554 h 6858000"/>
              <a:gd name="connsiteX219" fmla="*/ 5425834 w 7467600"/>
              <a:gd name="connsiteY219" fmla="*/ 3162785 h 6858000"/>
              <a:gd name="connsiteX220" fmla="*/ 1318687 w 7467600"/>
              <a:gd name="connsiteY220" fmla="*/ 3113840 h 6858000"/>
              <a:gd name="connsiteX221" fmla="*/ 1066793 w 7467600"/>
              <a:gd name="connsiteY221" fmla="*/ 3212171 h 6858000"/>
              <a:gd name="connsiteX222" fmla="*/ 993319 w 7467600"/>
              <a:gd name="connsiteY222" fmla="*/ 3247648 h 6858000"/>
              <a:gd name="connsiteX223" fmla="*/ 853081 w 7467600"/>
              <a:gd name="connsiteY223" fmla="*/ 3312410 h 6858000"/>
              <a:gd name="connsiteX224" fmla="*/ 805957 w 7467600"/>
              <a:gd name="connsiteY224" fmla="*/ 3330443 h 6858000"/>
              <a:gd name="connsiteX225" fmla="*/ 1318687 w 7467600"/>
              <a:gd name="connsiteY225" fmla="*/ 3113840 h 6858000"/>
              <a:gd name="connsiteX226" fmla="*/ 5453702 w 7467600"/>
              <a:gd name="connsiteY226" fmla="*/ 3090882 h 6858000"/>
              <a:gd name="connsiteX227" fmla="*/ 5480135 w 7467600"/>
              <a:gd name="connsiteY227" fmla="*/ 3565802 h 6858000"/>
              <a:gd name="connsiteX228" fmla="*/ 5499023 w 7467600"/>
              <a:gd name="connsiteY228" fmla="*/ 4166310 h 6858000"/>
              <a:gd name="connsiteX229" fmla="*/ 5547022 w 7467600"/>
              <a:gd name="connsiteY229" fmla="*/ 3607838 h 6858000"/>
              <a:gd name="connsiteX230" fmla="*/ 5515964 w 7467600"/>
              <a:gd name="connsiteY230" fmla="*/ 3378541 h 6858000"/>
              <a:gd name="connsiteX231" fmla="*/ 5453702 w 7467600"/>
              <a:gd name="connsiteY231" fmla="*/ 3090882 h 6858000"/>
              <a:gd name="connsiteX232" fmla="*/ 1238695 w 7467600"/>
              <a:gd name="connsiteY232" fmla="*/ 3076820 h 6858000"/>
              <a:gd name="connsiteX233" fmla="*/ 716371 w 7467600"/>
              <a:gd name="connsiteY233" fmla="*/ 3293249 h 6858000"/>
              <a:gd name="connsiteX234" fmla="*/ 579522 w 7467600"/>
              <a:gd name="connsiteY234" fmla="*/ 3371759 h 6858000"/>
              <a:gd name="connsiteX235" fmla="*/ 600288 w 7467600"/>
              <a:gd name="connsiteY235" fmla="*/ 3365555 h 6858000"/>
              <a:gd name="connsiteX236" fmla="*/ 840692 w 7467600"/>
              <a:gd name="connsiteY236" fmla="*/ 3284921 h 6858000"/>
              <a:gd name="connsiteX237" fmla="*/ 979248 w 7467600"/>
              <a:gd name="connsiteY237" fmla="*/ 3221003 h 6858000"/>
              <a:gd name="connsiteX238" fmla="*/ 1053282 w 7467600"/>
              <a:gd name="connsiteY238" fmla="*/ 3185247 h 6858000"/>
              <a:gd name="connsiteX239" fmla="*/ 1320603 w 7467600"/>
              <a:gd name="connsiteY239" fmla="*/ 3081281 h 6858000"/>
              <a:gd name="connsiteX240" fmla="*/ 1238695 w 7467600"/>
              <a:gd name="connsiteY240" fmla="*/ 3076820 h 6858000"/>
              <a:gd name="connsiteX241" fmla="*/ 5425627 w 7467600"/>
              <a:gd name="connsiteY241" fmla="*/ 2954192 h 6858000"/>
              <a:gd name="connsiteX242" fmla="*/ 5470770 w 7467600"/>
              <a:gd name="connsiteY242" fmla="*/ 3005435 h 6858000"/>
              <a:gd name="connsiteX243" fmla="*/ 5519779 w 7467600"/>
              <a:gd name="connsiteY243" fmla="*/ 4359223 h 6858000"/>
              <a:gd name="connsiteX244" fmla="*/ 5520293 w 7467600"/>
              <a:gd name="connsiteY244" fmla="*/ 4360602 h 6858000"/>
              <a:gd name="connsiteX245" fmla="*/ 5767221 w 7467600"/>
              <a:gd name="connsiteY245" fmla="*/ 4665564 h 6858000"/>
              <a:gd name="connsiteX246" fmla="*/ 6937169 w 7467600"/>
              <a:gd name="connsiteY246" fmla="*/ 4815941 h 6858000"/>
              <a:gd name="connsiteX247" fmla="*/ 6953922 w 7467600"/>
              <a:gd name="connsiteY247" fmla="*/ 4890068 h 6858000"/>
              <a:gd name="connsiteX248" fmla="*/ 6071359 w 7467600"/>
              <a:gd name="connsiteY248" fmla="*/ 4770770 h 6858000"/>
              <a:gd name="connsiteX249" fmla="*/ 6038839 w 7467600"/>
              <a:gd name="connsiteY249" fmla="*/ 4764474 h 6858000"/>
              <a:gd name="connsiteX250" fmla="*/ 6038706 w 7467600"/>
              <a:gd name="connsiteY250" fmla="*/ 4763847 h 6858000"/>
              <a:gd name="connsiteX251" fmla="*/ 6037784 w 7467600"/>
              <a:gd name="connsiteY251" fmla="*/ 4764270 h 6858000"/>
              <a:gd name="connsiteX252" fmla="*/ 6038839 w 7467600"/>
              <a:gd name="connsiteY252" fmla="*/ 4764474 h 6858000"/>
              <a:gd name="connsiteX253" fmla="*/ 6040338 w 7467600"/>
              <a:gd name="connsiteY253" fmla="*/ 4771418 h 6858000"/>
              <a:gd name="connsiteX254" fmla="*/ 6024488 w 7467600"/>
              <a:gd name="connsiteY254" fmla="*/ 4809903 h 6858000"/>
              <a:gd name="connsiteX255" fmla="*/ 5599771 w 7467600"/>
              <a:gd name="connsiteY255" fmla="*/ 5509652 h 6858000"/>
              <a:gd name="connsiteX256" fmla="*/ 5548843 w 7467600"/>
              <a:gd name="connsiteY256" fmla="*/ 5563845 h 6858000"/>
              <a:gd name="connsiteX257" fmla="*/ 5940952 w 7467600"/>
              <a:gd name="connsiteY257" fmla="*/ 6250028 h 6858000"/>
              <a:gd name="connsiteX258" fmla="*/ 6043441 w 7467600"/>
              <a:gd name="connsiteY258" fmla="*/ 6665847 h 6858000"/>
              <a:gd name="connsiteX259" fmla="*/ 6093432 w 7467600"/>
              <a:gd name="connsiteY259" fmla="*/ 6858000 h 6858000"/>
              <a:gd name="connsiteX260" fmla="*/ 6034344 w 7467600"/>
              <a:gd name="connsiteY260" fmla="*/ 6858000 h 6858000"/>
              <a:gd name="connsiteX261" fmla="*/ 6026679 w 7467600"/>
              <a:gd name="connsiteY261" fmla="*/ 6836959 h 6858000"/>
              <a:gd name="connsiteX262" fmla="*/ 5800441 w 7467600"/>
              <a:gd name="connsiteY262" fmla="*/ 6335286 h 6858000"/>
              <a:gd name="connsiteX263" fmla="*/ 5526562 w 7467600"/>
              <a:gd name="connsiteY263" fmla="*/ 5705388 h 6858000"/>
              <a:gd name="connsiteX264" fmla="*/ 5519640 w 7467600"/>
              <a:gd name="connsiteY264" fmla="*/ 5683774 h 6858000"/>
              <a:gd name="connsiteX265" fmla="*/ 5844559 w 7467600"/>
              <a:gd name="connsiteY265" fmla="*/ 6553349 h 6858000"/>
              <a:gd name="connsiteX266" fmla="*/ 5975994 w 7467600"/>
              <a:gd name="connsiteY266" fmla="*/ 6858000 h 6858000"/>
              <a:gd name="connsiteX267" fmla="*/ 5898547 w 7467600"/>
              <a:gd name="connsiteY267" fmla="*/ 6858000 h 6858000"/>
              <a:gd name="connsiteX268" fmla="*/ 5682041 w 7467600"/>
              <a:gd name="connsiteY268" fmla="*/ 6355860 h 6858000"/>
              <a:gd name="connsiteX269" fmla="*/ 5461758 w 7467600"/>
              <a:gd name="connsiteY269" fmla="*/ 5820220 h 6858000"/>
              <a:gd name="connsiteX270" fmla="*/ 5237282 w 7467600"/>
              <a:gd name="connsiteY270" fmla="*/ 6579086 h 6858000"/>
              <a:gd name="connsiteX271" fmla="*/ 5115009 w 7467600"/>
              <a:gd name="connsiteY271" fmla="*/ 6858000 h 6858000"/>
              <a:gd name="connsiteX272" fmla="*/ 5028074 w 7467600"/>
              <a:gd name="connsiteY272" fmla="*/ 6858000 h 6858000"/>
              <a:gd name="connsiteX273" fmla="*/ 5079508 w 7467600"/>
              <a:gd name="connsiteY273" fmla="*/ 6749074 h 6858000"/>
              <a:gd name="connsiteX274" fmla="*/ 5371846 w 7467600"/>
              <a:gd name="connsiteY274" fmla="*/ 5924413 h 6858000"/>
              <a:gd name="connsiteX275" fmla="*/ 5270512 w 7467600"/>
              <a:gd name="connsiteY275" fmla="*/ 6138975 h 6858000"/>
              <a:gd name="connsiteX276" fmla="*/ 5062409 w 7467600"/>
              <a:gd name="connsiteY276" fmla="*/ 6653544 h 6858000"/>
              <a:gd name="connsiteX277" fmla="*/ 5036628 w 7467600"/>
              <a:gd name="connsiteY277" fmla="*/ 6754247 h 6858000"/>
              <a:gd name="connsiteX278" fmla="*/ 5009112 w 7467600"/>
              <a:gd name="connsiteY278" fmla="*/ 6858000 h 6858000"/>
              <a:gd name="connsiteX279" fmla="*/ 4976679 w 7467600"/>
              <a:gd name="connsiteY279" fmla="*/ 6858000 h 6858000"/>
              <a:gd name="connsiteX280" fmla="*/ 5006537 w 7467600"/>
              <a:gd name="connsiteY280" fmla="*/ 6747068 h 6858000"/>
              <a:gd name="connsiteX281" fmla="*/ 5032723 w 7467600"/>
              <a:gd name="connsiteY281" fmla="*/ 6644957 h 6858000"/>
              <a:gd name="connsiteX282" fmla="*/ 5242949 w 7467600"/>
              <a:gd name="connsiteY282" fmla="*/ 6125175 h 6858000"/>
              <a:gd name="connsiteX283" fmla="*/ 5286321 w 7467600"/>
              <a:gd name="connsiteY283" fmla="*/ 6033555 h 6858000"/>
              <a:gd name="connsiteX284" fmla="*/ 5008210 w 7467600"/>
              <a:gd name="connsiteY284" fmla="*/ 6649194 h 6858000"/>
              <a:gd name="connsiteX285" fmla="*/ 4986321 w 7467600"/>
              <a:gd name="connsiteY285" fmla="*/ 6765687 h 6858000"/>
              <a:gd name="connsiteX286" fmla="*/ 4973474 w 7467600"/>
              <a:gd name="connsiteY286" fmla="*/ 6858000 h 6858000"/>
              <a:gd name="connsiteX287" fmla="*/ 4907178 w 7467600"/>
              <a:gd name="connsiteY287" fmla="*/ 6858000 h 6858000"/>
              <a:gd name="connsiteX288" fmla="*/ 4910810 w 7467600"/>
              <a:gd name="connsiteY288" fmla="*/ 6829660 h 6858000"/>
              <a:gd name="connsiteX289" fmla="*/ 4987461 w 7467600"/>
              <a:gd name="connsiteY289" fmla="*/ 6432994 h 6858000"/>
              <a:gd name="connsiteX290" fmla="*/ 5179262 w 7467600"/>
              <a:gd name="connsiteY290" fmla="*/ 6035044 h 6858000"/>
              <a:gd name="connsiteX291" fmla="*/ 4689678 w 7467600"/>
              <a:gd name="connsiteY291" fmla="*/ 6440241 h 6858000"/>
              <a:gd name="connsiteX292" fmla="*/ 4477543 w 7467600"/>
              <a:gd name="connsiteY292" fmla="*/ 6674836 h 6858000"/>
              <a:gd name="connsiteX293" fmla="*/ 4329957 w 7467600"/>
              <a:gd name="connsiteY293" fmla="*/ 6858000 h 6858000"/>
              <a:gd name="connsiteX294" fmla="*/ 4218595 w 7467600"/>
              <a:gd name="connsiteY294" fmla="*/ 6858000 h 6858000"/>
              <a:gd name="connsiteX295" fmla="*/ 4368888 w 7467600"/>
              <a:gd name="connsiteY295" fmla="*/ 6668412 h 6858000"/>
              <a:gd name="connsiteX296" fmla="*/ 4563091 w 7467600"/>
              <a:gd name="connsiteY296" fmla="*/ 6442508 h 6858000"/>
              <a:gd name="connsiteX297" fmla="*/ 5387324 w 7467600"/>
              <a:gd name="connsiteY297" fmla="*/ 5705830 h 6858000"/>
              <a:gd name="connsiteX298" fmla="*/ 5073620 w 7467600"/>
              <a:gd name="connsiteY298" fmla="*/ 5955437 h 6858000"/>
              <a:gd name="connsiteX299" fmla="*/ 4689789 w 7467600"/>
              <a:gd name="connsiteY299" fmla="*/ 6268382 h 6858000"/>
              <a:gd name="connsiteX300" fmla="*/ 4418722 w 7467600"/>
              <a:gd name="connsiteY300" fmla="*/ 6570886 h 6858000"/>
              <a:gd name="connsiteX301" fmla="*/ 4214944 w 7467600"/>
              <a:gd name="connsiteY301" fmla="*/ 6858000 h 6858000"/>
              <a:gd name="connsiteX302" fmla="*/ 4177898 w 7467600"/>
              <a:gd name="connsiteY302" fmla="*/ 6858000 h 6858000"/>
              <a:gd name="connsiteX303" fmla="*/ 4391597 w 7467600"/>
              <a:gd name="connsiteY303" fmla="*/ 6556370 h 6858000"/>
              <a:gd name="connsiteX304" fmla="*/ 4668889 w 7467600"/>
              <a:gd name="connsiteY304" fmla="*/ 6246399 h 6858000"/>
              <a:gd name="connsiteX305" fmla="*/ 5055427 w 7467600"/>
              <a:gd name="connsiteY305" fmla="*/ 5931476 h 6858000"/>
              <a:gd name="connsiteX306" fmla="*/ 5371814 w 7467600"/>
              <a:gd name="connsiteY306" fmla="*/ 5678975 h 6858000"/>
              <a:gd name="connsiteX307" fmla="*/ 4987918 w 7467600"/>
              <a:gd name="connsiteY307" fmla="*/ 5838701 h 6858000"/>
              <a:gd name="connsiteX308" fmla="*/ 4317146 w 7467600"/>
              <a:gd name="connsiteY308" fmla="*/ 6587716 h 6858000"/>
              <a:gd name="connsiteX309" fmla="*/ 4171627 w 7467600"/>
              <a:gd name="connsiteY309" fmla="*/ 6858000 h 6858000"/>
              <a:gd name="connsiteX310" fmla="*/ 4081585 w 7467600"/>
              <a:gd name="connsiteY310" fmla="*/ 6858000 h 6858000"/>
              <a:gd name="connsiteX311" fmla="*/ 4238603 w 7467600"/>
              <a:gd name="connsiteY311" fmla="*/ 6559341 h 6858000"/>
              <a:gd name="connsiteX312" fmla="*/ 4778333 w 7467600"/>
              <a:gd name="connsiteY312" fmla="*/ 5873626 h 6858000"/>
              <a:gd name="connsiteX313" fmla="*/ 5414185 w 7467600"/>
              <a:gd name="connsiteY313" fmla="*/ 5573882 h 6858000"/>
              <a:gd name="connsiteX314" fmla="*/ 5959648 w 7467600"/>
              <a:gd name="connsiteY314" fmla="*/ 4760797 h 6858000"/>
              <a:gd name="connsiteX315" fmla="*/ 5355019 w 7467600"/>
              <a:gd name="connsiteY315" fmla="*/ 4734672 h 6858000"/>
              <a:gd name="connsiteX316" fmla="*/ 5083565 w 7467600"/>
              <a:gd name="connsiteY316" fmla="*/ 5179121 h 6858000"/>
              <a:gd name="connsiteX317" fmla="*/ 4713577 w 7467600"/>
              <a:gd name="connsiteY317" fmla="*/ 5616803 h 6858000"/>
              <a:gd name="connsiteX318" fmla="*/ 3989559 w 7467600"/>
              <a:gd name="connsiteY318" fmla="*/ 6145945 h 6858000"/>
              <a:gd name="connsiteX319" fmla="*/ 3939824 w 7467600"/>
              <a:gd name="connsiteY319" fmla="*/ 6066900 h 6858000"/>
              <a:gd name="connsiteX320" fmla="*/ 4584537 w 7467600"/>
              <a:gd name="connsiteY320" fmla="*/ 5324826 h 6858000"/>
              <a:gd name="connsiteX321" fmla="*/ 5037105 w 7467600"/>
              <a:gd name="connsiteY321" fmla="*/ 5088765 h 6858000"/>
              <a:gd name="connsiteX322" fmla="*/ 5039930 w 7467600"/>
              <a:gd name="connsiteY322" fmla="*/ 5089585 h 6858000"/>
              <a:gd name="connsiteX323" fmla="*/ 5263764 w 7467600"/>
              <a:gd name="connsiteY323" fmla="*/ 4735525 h 6858000"/>
              <a:gd name="connsiteX324" fmla="*/ 4086300 w 7467600"/>
              <a:gd name="connsiteY324" fmla="*/ 4884599 h 6858000"/>
              <a:gd name="connsiteX325" fmla="*/ 4085485 w 7467600"/>
              <a:gd name="connsiteY325" fmla="*/ 4899070 h 6858000"/>
              <a:gd name="connsiteX326" fmla="*/ 3871915 w 7467600"/>
              <a:gd name="connsiteY326" fmla="*/ 5253645 h 6858000"/>
              <a:gd name="connsiteX327" fmla="*/ 3799374 w 7467600"/>
              <a:gd name="connsiteY327" fmla="*/ 5466127 h 6858000"/>
              <a:gd name="connsiteX328" fmla="*/ 3498850 w 7467600"/>
              <a:gd name="connsiteY328" fmla="*/ 6661888 h 6858000"/>
              <a:gd name="connsiteX329" fmla="*/ 3399216 w 7467600"/>
              <a:gd name="connsiteY329" fmla="*/ 6858000 h 6858000"/>
              <a:gd name="connsiteX330" fmla="*/ 3303688 w 7467600"/>
              <a:gd name="connsiteY330" fmla="*/ 6858000 h 6858000"/>
              <a:gd name="connsiteX331" fmla="*/ 3391774 w 7467600"/>
              <a:gd name="connsiteY331" fmla="*/ 6697181 h 6858000"/>
              <a:gd name="connsiteX332" fmla="*/ 3735540 w 7467600"/>
              <a:gd name="connsiteY332" fmla="*/ 5546923 h 6858000"/>
              <a:gd name="connsiteX333" fmla="*/ 3729438 w 7467600"/>
              <a:gd name="connsiteY333" fmla="*/ 5569058 h 6858000"/>
              <a:gd name="connsiteX334" fmla="*/ 3707782 w 7467600"/>
              <a:gd name="connsiteY334" fmla="*/ 5644908 h 6858000"/>
              <a:gd name="connsiteX335" fmla="*/ 3583827 w 7467600"/>
              <a:gd name="connsiteY335" fmla="*/ 6039215 h 6858000"/>
              <a:gd name="connsiteX336" fmla="*/ 3547861 w 7467600"/>
              <a:gd name="connsiteY336" fmla="*/ 6129609 h 6858000"/>
              <a:gd name="connsiteX337" fmla="*/ 3490905 w 7467600"/>
              <a:gd name="connsiteY337" fmla="*/ 6277660 h 6858000"/>
              <a:gd name="connsiteX338" fmla="*/ 3455859 w 7467600"/>
              <a:gd name="connsiteY338" fmla="*/ 6391301 h 6858000"/>
              <a:gd name="connsiteX339" fmla="*/ 3429112 w 7467600"/>
              <a:gd name="connsiteY339" fmla="*/ 6479469 h 6858000"/>
              <a:gd name="connsiteX340" fmla="*/ 3304862 w 7467600"/>
              <a:gd name="connsiteY340" fmla="*/ 6796476 h 6858000"/>
              <a:gd name="connsiteX341" fmla="*/ 3276071 w 7467600"/>
              <a:gd name="connsiteY341" fmla="*/ 6858000 h 6858000"/>
              <a:gd name="connsiteX342" fmla="*/ 3240805 w 7467600"/>
              <a:gd name="connsiteY342" fmla="*/ 6858000 h 6858000"/>
              <a:gd name="connsiteX343" fmla="*/ 3275917 w 7467600"/>
              <a:gd name="connsiteY343" fmla="*/ 6783192 h 6858000"/>
              <a:gd name="connsiteX344" fmla="*/ 3399358 w 7467600"/>
              <a:gd name="connsiteY344" fmla="*/ 6469011 h 6858000"/>
              <a:gd name="connsiteX345" fmla="*/ 3425650 w 7467600"/>
              <a:gd name="connsiteY345" fmla="*/ 6381333 h 6858000"/>
              <a:gd name="connsiteX346" fmla="*/ 3460661 w 7467600"/>
              <a:gd name="connsiteY346" fmla="*/ 6266763 h 6858000"/>
              <a:gd name="connsiteX347" fmla="*/ 3518021 w 7467600"/>
              <a:gd name="connsiteY347" fmla="*/ 6117298 h 6858000"/>
              <a:gd name="connsiteX348" fmla="*/ 3554035 w 7467600"/>
              <a:gd name="connsiteY348" fmla="*/ 6027832 h 6858000"/>
              <a:gd name="connsiteX349" fmla="*/ 3677174 w 7467600"/>
              <a:gd name="connsiteY349" fmla="*/ 5636351 h 6858000"/>
              <a:gd name="connsiteX350" fmla="*/ 3698819 w 7467600"/>
              <a:gd name="connsiteY350" fmla="*/ 5560503 h 6858000"/>
              <a:gd name="connsiteX351" fmla="*/ 3702094 w 7467600"/>
              <a:gd name="connsiteY351" fmla="*/ 5549194 h 6858000"/>
              <a:gd name="connsiteX352" fmla="*/ 3398355 w 7467600"/>
              <a:gd name="connsiteY352" fmla="*/ 6094603 h 6858000"/>
              <a:gd name="connsiteX353" fmla="*/ 3193941 w 7467600"/>
              <a:gd name="connsiteY353" fmla="*/ 6798775 h 6858000"/>
              <a:gd name="connsiteX354" fmla="*/ 3184140 w 7467600"/>
              <a:gd name="connsiteY354" fmla="*/ 6858000 h 6858000"/>
              <a:gd name="connsiteX355" fmla="*/ 3099978 w 7467600"/>
              <a:gd name="connsiteY355" fmla="*/ 6858000 h 6858000"/>
              <a:gd name="connsiteX356" fmla="*/ 3101556 w 7467600"/>
              <a:gd name="connsiteY356" fmla="*/ 6843337 h 6858000"/>
              <a:gd name="connsiteX357" fmla="*/ 3370162 w 7467600"/>
              <a:gd name="connsiteY357" fmla="*/ 5785550 h 6858000"/>
              <a:gd name="connsiteX358" fmla="*/ 3746477 w 7467600"/>
              <a:gd name="connsiteY358" fmla="*/ 5377889 h 6858000"/>
              <a:gd name="connsiteX359" fmla="*/ 3863399 w 7467600"/>
              <a:gd name="connsiteY359" fmla="*/ 5087257 h 6858000"/>
              <a:gd name="connsiteX360" fmla="*/ 3968712 w 7467600"/>
              <a:gd name="connsiteY360" fmla="*/ 4913989 h 6858000"/>
              <a:gd name="connsiteX361" fmla="*/ 2792390 w 7467600"/>
              <a:gd name="connsiteY361" fmla="*/ 5382974 h 6858000"/>
              <a:gd name="connsiteX362" fmla="*/ 2714982 w 7467600"/>
              <a:gd name="connsiteY362" fmla="*/ 5427051 h 6858000"/>
              <a:gd name="connsiteX363" fmla="*/ 2813361 w 7467600"/>
              <a:gd name="connsiteY363" fmla="*/ 6023912 h 6858000"/>
              <a:gd name="connsiteX364" fmla="*/ 2688430 w 7467600"/>
              <a:gd name="connsiteY364" fmla="*/ 6801564 h 6858000"/>
              <a:gd name="connsiteX365" fmla="*/ 2629626 w 7467600"/>
              <a:gd name="connsiteY365" fmla="*/ 6763394 h 6858000"/>
              <a:gd name="connsiteX366" fmla="*/ 2565328 w 7467600"/>
              <a:gd name="connsiteY366" fmla="*/ 5516399 h 6858000"/>
              <a:gd name="connsiteX367" fmla="*/ 1922999 w 7467600"/>
              <a:gd name="connsiteY367" fmla="*/ 5980343 h 6858000"/>
              <a:gd name="connsiteX368" fmla="*/ 1950261 w 7467600"/>
              <a:gd name="connsiteY368" fmla="*/ 6405858 h 6858000"/>
              <a:gd name="connsiteX369" fmla="*/ 2365554 w 7467600"/>
              <a:gd name="connsiteY369" fmla="*/ 6759107 h 6858000"/>
              <a:gd name="connsiteX370" fmla="*/ 2424142 w 7467600"/>
              <a:gd name="connsiteY370" fmla="*/ 6858000 h 6858000"/>
              <a:gd name="connsiteX371" fmla="*/ 2395994 w 7467600"/>
              <a:gd name="connsiteY371" fmla="*/ 6858000 h 6858000"/>
              <a:gd name="connsiteX372" fmla="*/ 2392863 w 7467600"/>
              <a:gd name="connsiteY372" fmla="*/ 6852964 h 6858000"/>
              <a:gd name="connsiteX373" fmla="*/ 2017589 w 7467600"/>
              <a:gd name="connsiteY373" fmla="*/ 6493982 h 6858000"/>
              <a:gd name="connsiteX374" fmla="*/ 2147336 w 7467600"/>
              <a:gd name="connsiteY374" fmla="*/ 6594052 h 6858000"/>
              <a:gd name="connsiteX375" fmla="*/ 2207047 w 7467600"/>
              <a:gd name="connsiteY375" fmla="*/ 6654540 h 6858000"/>
              <a:gd name="connsiteX376" fmla="*/ 2299106 w 7467600"/>
              <a:gd name="connsiteY376" fmla="*/ 6778931 h 6858000"/>
              <a:gd name="connsiteX377" fmla="*/ 2314430 w 7467600"/>
              <a:gd name="connsiteY377" fmla="*/ 6801144 h 6858000"/>
              <a:gd name="connsiteX378" fmla="*/ 2352406 w 7467600"/>
              <a:gd name="connsiteY378" fmla="*/ 6858000 h 6858000"/>
              <a:gd name="connsiteX379" fmla="*/ 2314492 w 7467600"/>
              <a:gd name="connsiteY379" fmla="*/ 6858000 h 6858000"/>
              <a:gd name="connsiteX380" fmla="*/ 2288095 w 7467600"/>
              <a:gd name="connsiteY380" fmla="*/ 6818030 h 6858000"/>
              <a:gd name="connsiteX381" fmla="*/ 2272768 w 7467600"/>
              <a:gd name="connsiteY381" fmla="*/ 6795822 h 6858000"/>
              <a:gd name="connsiteX382" fmla="*/ 2182715 w 7467600"/>
              <a:gd name="connsiteY382" fmla="*/ 6675071 h 6858000"/>
              <a:gd name="connsiteX383" fmla="*/ 2032061 w 7467600"/>
              <a:gd name="connsiteY383" fmla="*/ 6541380 h 6858000"/>
              <a:gd name="connsiteX384" fmla="*/ 2257220 w 7467600"/>
              <a:gd name="connsiteY384" fmla="*/ 6826257 h 6858000"/>
              <a:gd name="connsiteX385" fmla="*/ 2281324 w 7467600"/>
              <a:gd name="connsiteY385" fmla="*/ 6858000 h 6858000"/>
              <a:gd name="connsiteX386" fmla="*/ 2242860 w 7467600"/>
              <a:gd name="connsiteY386" fmla="*/ 6858000 h 6858000"/>
              <a:gd name="connsiteX387" fmla="*/ 2232818 w 7467600"/>
              <a:gd name="connsiteY387" fmla="*/ 6844926 h 6858000"/>
              <a:gd name="connsiteX388" fmla="*/ 1990172 w 7467600"/>
              <a:gd name="connsiteY388" fmla="*/ 6542121 h 6858000"/>
              <a:gd name="connsiteX389" fmla="*/ 2124090 w 7467600"/>
              <a:gd name="connsiteY389" fmla="*/ 6761017 h 6858000"/>
              <a:gd name="connsiteX390" fmla="*/ 2200380 w 7467600"/>
              <a:gd name="connsiteY390" fmla="*/ 6858000 h 6858000"/>
              <a:gd name="connsiteX391" fmla="*/ 2147507 w 7467600"/>
              <a:gd name="connsiteY391" fmla="*/ 6858000 h 6858000"/>
              <a:gd name="connsiteX392" fmla="*/ 2070668 w 7467600"/>
              <a:gd name="connsiteY392" fmla="*/ 6761520 h 6858000"/>
              <a:gd name="connsiteX393" fmla="*/ 1975142 w 7467600"/>
              <a:gd name="connsiteY393" fmla="*/ 6585570 h 6858000"/>
              <a:gd name="connsiteX394" fmla="*/ 2050035 w 7467600"/>
              <a:gd name="connsiteY394" fmla="*/ 6813345 h 6858000"/>
              <a:gd name="connsiteX395" fmla="*/ 2063025 w 7467600"/>
              <a:gd name="connsiteY395" fmla="*/ 6858000 h 6858000"/>
              <a:gd name="connsiteX396" fmla="*/ 2021675 w 7467600"/>
              <a:gd name="connsiteY396" fmla="*/ 6858000 h 6858000"/>
              <a:gd name="connsiteX397" fmla="*/ 2019308 w 7467600"/>
              <a:gd name="connsiteY397" fmla="*/ 6847118 h 6858000"/>
              <a:gd name="connsiteX398" fmla="*/ 1938835 w 7467600"/>
              <a:gd name="connsiteY398" fmla="*/ 6551160 h 6858000"/>
              <a:gd name="connsiteX399" fmla="*/ 1953230 w 7467600"/>
              <a:gd name="connsiteY399" fmla="*/ 6759699 h 6858000"/>
              <a:gd name="connsiteX400" fmla="*/ 1956763 w 7467600"/>
              <a:gd name="connsiteY400" fmla="*/ 6778191 h 6858000"/>
              <a:gd name="connsiteX401" fmla="*/ 1967925 w 7467600"/>
              <a:gd name="connsiteY401" fmla="*/ 6858000 h 6858000"/>
              <a:gd name="connsiteX402" fmla="*/ 1936622 w 7467600"/>
              <a:gd name="connsiteY402" fmla="*/ 6858000 h 6858000"/>
              <a:gd name="connsiteX403" fmla="*/ 1926261 w 7467600"/>
              <a:gd name="connsiteY403" fmla="*/ 6784064 h 6858000"/>
              <a:gd name="connsiteX404" fmla="*/ 1922724 w 7467600"/>
              <a:gd name="connsiteY404" fmla="*/ 6765577 h 6858000"/>
              <a:gd name="connsiteX405" fmla="*/ 1904650 w 7467600"/>
              <a:gd name="connsiteY405" fmla="*/ 6639616 h 6858000"/>
              <a:gd name="connsiteX406" fmla="*/ 1885273 w 7467600"/>
              <a:gd name="connsiteY406" fmla="*/ 6858000 h 6858000"/>
              <a:gd name="connsiteX407" fmla="*/ 1854363 w 7467600"/>
              <a:gd name="connsiteY407" fmla="*/ 6858000 h 6858000"/>
              <a:gd name="connsiteX408" fmla="*/ 1880391 w 7467600"/>
              <a:gd name="connsiteY408" fmla="*/ 6603796 h 6858000"/>
              <a:gd name="connsiteX409" fmla="*/ 1818273 w 7467600"/>
              <a:gd name="connsiteY409" fmla="*/ 6715729 h 6858000"/>
              <a:gd name="connsiteX410" fmla="*/ 1794691 w 7467600"/>
              <a:gd name="connsiteY410" fmla="*/ 6843239 h 6858000"/>
              <a:gd name="connsiteX411" fmla="*/ 1794914 w 7467600"/>
              <a:gd name="connsiteY411" fmla="*/ 6858000 h 6858000"/>
              <a:gd name="connsiteX412" fmla="*/ 1746128 w 7467600"/>
              <a:gd name="connsiteY412" fmla="*/ 6858000 h 6858000"/>
              <a:gd name="connsiteX413" fmla="*/ 1753934 w 7467600"/>
              <a:gd name="connsiteY413" fmla="*/ 6724796 h 6858000"/>
              <a:gd name="connsiteX414" fmla="*/ 1792053 w 7467600"/>
              <a:gd name="connsiteY414" fmla="*/ 6572396 h 6858000"/>
              <a:gd name="connsiteX415" fmla="*/ 1862248 w 7467600"/>
              <a:gd name="connsiteY415" fmla="*/ 6266397 h 6858000"/>
              <a:gd name="connsiteX416" fmla="*/ 1862250 w 7467600"/>
              <a:gd name="connsiteY416" fmla="*/ 6033531 h 6858000"/>
              <a:gd name="connsiteX417" fmla="*/ 1211999 w 7467600"/>
              <a:gd name="connsiteY417" fmla="*/ 6683610 h 6858000"/>
              <a:gd name="connsiteX418" fmla="*/ 1213266 w 7467600"/>
              <a:gd name="connsiteY418" fmla="*/ 6691947 h 6858000"/>
              <a:gd name="connsiteX419" fmla="*/ 1203370 w 7467600"/>
              <a:gd name="connsiteY419" fmla="*/ 6850676 h 6858000"/>
              <a:gd name="connsiteX420" fmla="*/ 1203671 w 7467600"/>
              <a:gd name="connsiteY420" fmla="*/ 6858000 h 6858000"/>
              <a:gd name="connsiteX421" fmla="*/ 1143180 w 7467600"/>
              <a:gd name="connsiteY421" fmla="*/ 6858000 h 6858000"/>
              <a:gd name="connsiteX422" fmla="*/ 1142176 w 7467600"/>
              <a:gd name="connsiteY422" fmla="*/ 6766045 h 6858000"/>
              <a:gd name="connsiteX423" fmla="*/ 1067484 w 7467600"/>
              <a:gd name="connsiteY423" fmla="*/ 6858000 h 6858000"/>
              <a:gd name="connsiteX424" fmla="*/ 953928 w 7467600"/>
              <a:gd name="connsiteY424" fmla="*/ 6858000 h 6858000"/>
              <a:gd name="connsiteX425" fmla="*/ 959715 w 7467600"/>
              <a:gd name="connsiteY425" fmla="*/ 6850185 h 6858000"/>
              <a:gd name="connsiteX426" fmla="*/ 1483788 w 7467600"/>
              <a:gd name="connsiteY426" fmla="*/ 6259174 h 6858000"/>
              <a:gd name="connsiteX427" fmla="*/ 1100671 w 7467600"/>
              <a:gd name="connsiteY427" fmla="*/ 6252137 h 6858000"/>
              <a:gd name="connsiteX428" fmla="*/ 1090144 w 7467600"/>
              <a:gd name="connsiteY428" fmla="*/ 6256748 h 6858000"/>
              <a:gd name="connsiteX429" fmla="*/ 1095872 w 7467600"/>
              <a:gd name="connsiteY429" fmla="*/ 6271892 h 6858000"/>
              <a:gd name="connsiteX430" fmla="*/ 262785 w 7467600"/>
              <a:gd name="connsiteY430" fmla="*/ 6845450 h 6858000"/>
              <a:gd name="connsiteX431" fmla="*/ 209968 w 7467600"/>
              <a:gd name="connsiteY431" fmla="*/ 6770713 h 6858000"/>
              <a:gd name="connsiteX432" fmla="*/ 873460 w 7467600"/>
              <a:gd name="connsiteY432" fmla="*/ 6253768 h 6858000"/>
              <a:gd name="connsiteX433" fmla="*/ 192686 w 7467600"/>
              <a:gd name="connsiteY433" fmla="*/ 5849257 h 6858000"/>
              <a:gd name="connsiteX434" fmla="*/ 4696 w 7467600"/>
              <a:gd name="connsiteY434" fmla="*/ 5697668 h 6858000"/>
              <a:gd name="connsiteX435" fmla="*/ 0 w 7467600"/>
              <a:gd name="connsiteY435" fmla="*/ 5689984 h 6858000"/>
              <a:gd name="connsiteX436" fmla="*/ 0 w 7467600"/>
              <a:gd name="connsiteY436" fmla="*/ 5513472 h 6858000"/>
              <a:gd name="connsiteX437" fmla="*/ 174101 w 7467600"/>
              <a:gd name="connsiteY437" fmla="*/ 5620277 h 6858000"/>
              <a:gd name="connsiteX438" fmla="*/ 891800 w 7467600"/>
              <a:gd name="connsiteY438" fmla="*/ 6036935 h 6858000"/>
              <a:gd name="connsiteX439" fmla="*/ 1072219 w 7467600"/>
              <a:gd name="connsiteY439" fmla="*/ 6169443 h 6858000"/>
              <a:gd name="connsiteX440" fmla="*/ 1074117 w 7467600"/>
              <a:gd name="connsiteY440" fmla="*/ 6170301 h 6858000"/>
              <a:gd name="connsiteX441" fmla="*/ 1083114 w 7467600"/>
              <a:gd name="connsiteY441" fmla="*/ 6174131 h 6858000"/>
              <a:gd name="connsiteX442" fmla="*/ 1543010 w 7467600"/>
              <a:gd name="connsiteY442" fmla="*/ 6191140 h 6858000"/>
              <a:gd name="connsiteX443" fmla="*/ 1551080 w 7467600"/>
              <a:gd name="connsiteY443" fmla="*/ 6195006 h 6858000"/>
              <a:gd name="connsiteX444" fmla="*/ 2345443 w 7467600"/>
              <a:gd name="connsiteY444" fmla="*/ 5549882 h 6858000"/>
              <a:gd name="connsiteX445" fmla="*/ 1721499 w 7467600"/>
              <a:gd name="connsiteY445" fmla="*/ 5599969 h 6858000"/>
              <a:gd name="connsiteX446" fmla="*/ 767716 w 7467600"/>
              <a:gd name="connsiteY446" fmla="*/ 5472768 h 6858000"/>
              <a:gd name="connsiteX447" fmla="*/ 722147 w 7467600"/>
              <a:gd name="connsiteY447" fmla="*/ 5393091 h 6858000"/>
              <a:gd name="connsiteX448" fmla="*/ 1485552 w 7467600"/>
              <a:gd name="connsiteY448" fmla="*/ 5313202 h 6858000"/>
              <a:gd name="connsiteX449" fmla="*/ 2143004 w 7467600"/>
              <a:gd name="connsiteY449" fmla="*/ 5402420 h 6858000"/>
              <a:gd name="connsiteX450" fmla="*/ 1933391 w 7467600"/>
              <a:gd name="connsiteY450" fmla="*/ 5156971 h 6858000"/>
              <a:gd name="connsiteX451" fmla="*/ 1827118 w 7467600"/>
              <a:gd name="connsiteY451" fmla="*/ 4968410 h 6858000"/>
              <a:gd name="connsiteX452" fmla="*/ 1837349 w 7467600"/>
              <a:gd name="connsiteY452" fmla="*/ 4956357 h 6858000"/>
              <a:gd name="connsiteX453" fmla="*/ 2162835 w 7467600"/>
              <a:gd name="connsiteY453" fmla="*/ 5187853 h 6858000"/>
              <a:gd name="connsiteX454" fmla="*/ 2257167 w 7467600"/>
              <a:gd name="connsiteY454" fmla="*/ 5462123 h 6858000"/>
              <a:gd name="connsiteX455" fmla="*/ 2261598 w 7467600"/>
              <a:gd name="connsiteY455" fmla="*/ 5467998 h 6858000"/>
              <a:gd name="connsiteX456" fmla="*/ 2437177 w 7467600"/>
              <a:gd name="connsiteY456" fmla="*/ 5479608 h 6858000"/>
              <a:gd name="connsiteX457" fmla="*/ 2445247 w 7467600"/>
              <a:gd name="connsiteY457" fmla="*/ 5483476 h 6858000"/>
              <a:gd name="connsiteX458" fmla="*/ 2743626 w 7467600"/>
              <a:gd name="connsiteY458" fmla="*/ 5304819 h 6858000"/>
              <a:gd name="connsiteX459" fmla="*/ 3048102 w 7467600"/>
              <a:gd name="connsiteY459" fmla="*/ 5150595 h 6858000"/>
              <a:gd name="connsiteX460" fmla="*/ 1799414 w 7467600"/>
              <a:gd name="connsiteY460" fmla="*/ 4694732 h 6858000"/>
              <a:gd name="connsiteX461" fmla="*/ 1771735 w 7467600"/>
              <a:gd name="connsiteY461" fmla="*/ 4619929 h 6858000"/>
              <a:gd name="connsiteX462" fmla="*/ 3104273 w 7467600"/>
              <a:gd name="connsiteY462" fmla="*/ 5076159 h 6858000"/>
              <a:gd name="connsiteX463" fmla="*/ 3113245 w 7467600"/>
              <a:gd name="connsiteY463" fmla="*/ 5090705 h 6858000"/>
              <a:gd name="connsiteX464" fmla="*/ 3126294 w 7467600"/>
              <a:gd name="connsiteY464" fmla="*/ 5114400 h 6858000"/>
              <a:gd name="connsiteX465" fmla="*/ 3937433 w 7467600"/>
              <a:gd name="connsiteY465" fmla="*/ 4830473 h 6858000"/>
              <a:gd name="connsiteX466" fmla="*/ 3590475 w 7467600"/>
              <a:gd name="connsiteY466" fmla="*/ 4597974 h 6858000"/>
              <a:gd name="connsiteX467" fmla="*/ 3100264 w 7467600"/>
              <a:gd name="connsiteY467" fmla="*/ 4579845 h 6858000"/>
              <a:gd name="connsiteX468" fmla="*/ 2183576 w 7467600"/>
              <a:gd name="connsiteY468" fmla="*/ 4227150 h 6858000"/>
              <a:gd name="connsiteX469" fmla="*/ 2151029 w 7467600"/>
              <a:gd name="connsiteY469" fmla="*/ 4146947 h 6858000"/>
              <a:gd name="connsiteX470" fmla="*/ 3563434 w 7467600"/>
              <a:gd name="connsiteY470" fmla="*/ 4469115 h 6858000"/>
              <a:gd name="connsiteX471" fmla="*/ 3177952 w 7467600"/>
              <a:gd name="connsiteY471" fmla="*/ 3657386 h 6858000"/>
              <a:gd name="connsiteX472" fmla="*/ 3189263 w 7467600"/>
              <a:gd name="connsiteY472" fmla="*/ 3625726 h 6858000"/>
              <a:gd name="connsiteX473" fmla="*/ 3560912 w 7467600"/>
              <a:gd name="connsiteY473" fmla="*/ 4079863 h 6858000"/>
              <a:gd name="connsiteX474" fmla="*/ 3626636 w 7467600"/>
              <a:gd name="connsiteY474" fmla="*/ 4512230 h 6858000"/>
              <a:gd name="connsiteX475" fmla="*/ 3653088 w 7467600"/>
              <a:gd name="connsiteY475" fmla="*/ 4521417 h 6858000"/>
              <a:gd name="connsiteX476" fmla="*/ 3988128 w 7467600"/>
              <a:gd name="connsiteY476" fmla="*/ 4817267 h 6858000"/>
              <a:gd name="connsiteX477" fmla="*/ 4830582 w 7467600"/>
              <a:gd name="connsiteY477" fmla="*/ 4676000 h 6858000"/>
              <a:gd name="connsiteX478" fmla="*/ 4830100 w 7467600"/>
              <a:gd name="connsiteY478" fmla="*/ 4675554 h 6858000"/>
              <a:gd name="connsiteX479" fmla="*/ 4036318 w 7467600"/>
              <a:gd name="connsiteY479" fmla="*/ 4147013 h 6858000"/>
              <a:gd name="connsiteX480" fmla="*/ 3432098 w 7467600"/>
              <a:gd name="connsiteY480" fmla="*/ 3537312 h 6858000"/>
              <a:gd name="connsiteX481" fmla="*/ 3446761 w 7467600"/>
              <a:gd name="connsiteY481" fmla="*/ 3461278 h 6858000"/>
              <a:gd name="connsiteX482" fmla="*/ 4419733 w 7467600"/>
              <a:gd name="connsiteY482" fmla="*/ 3963555 h 6858000"/>
              <a:gd name="connsiteX483" fmla="*/ 4781371 w 7467600"/>
              <a:gd name="connsiteY483" fmla="*/ 4458604 h 6858000"/>
              <a:gd name="connsiteX484" fmla="*/ 4780440 w 7467600"/>
              <a:gd name="connsiteY484" fmla="*/ 4470290 h 6858000"/>
              <a:gd name="connsiteX485" fmla="*/ 4898954 w 7467600"/>
              <a:gd name="connsiteY485" fmla="*/ 4662092 h 6858000"/>
              <a:gd name="connsiteX486" fmla="*/ 4900699 w 7467600"/>
              <a:gd name="connsiteY486" fmla="*/ 4670867 h 6858000"/>
              <a:gd name="connsiteX487" fmla="*/ 5714511 w 7467600"/>
              <a:gd name="connsiteY487" fmla="*/ 4663483 h 6858000"/>
              <a:gd name="connsiteX488" fmla="*/ 5464793 w 7467600"/>
              <a:gd name="connsiteY488" fmla="*/ 4393556 h 6858000"/>
              <a:gd name="connsiteX489" fmla="*/ 5461897 w 7467600"/>
              <a:gd name="connsiteY489" fmla="*/ 4390879 h 6858000"/>
              <a:gd name="connsiteX490" fmla="*/ 4294126 w 7467600"/>
              <a:gd name="connsiteY490" fmla="*/ 3303048 h 6858000"/>
              <a:gd name="connsiteX491" fmla="*/ 4305321 w 7467600"/>
              <a:gd name="connsiteY491" fmla="*/ 3256953 h 6858000"/>
              <a:gd name="connsiteX492" fmla="*/ 4949299 w 7467600"/>
              <a:gd name="connsiteY492" fmla="*/ 3766336 h 6858000"/>
              <a:gd name="connsiteX493" fmla="*/ 5291452 w 7467600"/>
              <a:gd name="connsiteY493" fmla="*/ 4076801 h 6858000"/>
              <a:gd name="connsiteX494" fmla="*/ 5434998 w 7467600"/>
              <a:gd name="connsiteY494" fmla="*/ 4254100 h 6858000"/>
              <a:gd name="connsiteX495" fmla="*/ 5351015 w 7467600"/>
              <a:gd name="connsiteY495" fmla="*/ 3760989 h 6858000"/>
              <a:gd name="connsiteX496" fmla="*/ 5413780 w 7467600"/>
              <a:gd name="connsiteY496" fmla="*/ 2966265 h 6858000"/>
              <a:gd name="connsiteX497" fmla="*/ 5425627 w 7467600"/>
              <a:gd name="connsiteY497" fmla="*/ 2954192 h 6858000"/>
              <a:gd name="connsiteX498" fmla="*/ 6604735 w 7467600"/>
              <a:gd name="connsiteY498" fmla="*/ 2041381 h 6858000"/>
              <a:gd name="connsiteX499" fmla="*/ 7204487 w 7467600"/>
              <a:gd name="connsiteY499" fmla="*/ 2742112 h 6858000"/>
              <a:gd name="connsiteX500" fmla="*/ 7131592 w 7467600"/>
              <a:gd name="connsiteY500" fmla="*/ 2672096 h 6858000"/>
              <a:gd name="connsiteX501" fmla="*/ 6996344 w 7467600"/>
              <a:gd name="connsiteY501" fmla="*/ 2518310 h 6858000"/>
              <a:gd name="connsiteX502" fmla="*/ 6735495 w 7467600"/>
              <a:gd name="connsiteY502" fmla="*/ 2196890 h 6858000"/>
              <a:gd name="connsiteX503" fmla="*/ 6721901 w 7467600"/>
              <a:gd name="connsiteY503" fmla="*/ 2179274 h 6858000"/>
              <a:gd name="connsiteX504" fmla="*/ 6604735 w 7467600"/>
              <a:gd name="connsiteY504" fmla="*/ 2041381 h 6858000"/>
              <a:gd name="connsiteX505" fmla="*/ 6591670 w 7467600"/>
              <a:gd name="connsiteY505" fmla="*/ 1988277 h 6858000"/>
              <a:gd name="connsiteX506" fmla="*/ 6747349 w 7467600"/>
              <a:gd name="connsiteY506" fmla="*/ 2160069 h 6858000"/>
              <a:gd name="connsiteX507" fmla="*/ 6760943 w 7467600"/>
              <a:gd name="connsiteY507" fmla="*/ 2177686 h 6858000"/>
              <a:gd name="connsiteX508" fmla="*/ 7021065 w 7467600"/>
              <a:gd name="connsiteY508" fmla="*/ 2498102 h 6858000"/>
              <a:gd name="connsiteX509" fmla="*/ 7155223 w 7467600"/>
              <a:gd name="connsiteY509" fmla="*/ 2650386 h 6858000"/>
              <a:gd name="connsiteX510" fmla="*/ 7203167 w 7467600"/>
              <a:gd name="connsiteY510" fmla="*/ 2697288 h 6858000"/>
              <a:gd name="connsiteX511" fmla="*/ 6937703 w 7467600"/>
              <a:gd name="connsiteY511" fmla="*/ 2321981 h 6858000"/>
              <a:gd name="connsiteX512" fmla="*/ 6591670 w 7467600"/>
              <a:gd name="connsiteY512" fmla="*/ 1988277 h 6858000"/>
              <a:gd name="connsiteX513" fmla="*/ 5798671 w 7467600"/>
              <a:gd name="connsiteY513" fmla="*/ 1981601 h 6858000"/>
              <a:gd name="connsiteX514" fmla="*/ 5754709 w 7467600"/>
              <a:gd name="connsiteY514" fmla="*/ 2071454 h 6858000"/>
              <a:gd name="connsiteX515" fmla="*/ 5763044 w 7467600"/>
              <a:gd name="connsiteY515" fmla="*/ 2842206 h 6858000"/>
              <a:gd name="connsiteX516" fmla="*/ 5764974 w 7467600"/>
              <a:gd name="connsiteY516" fmla="*/ 2799609 h 6858000"/>
              <a:gd name="connsiteX517" fmla="*/ 5767665 w 7467600"/>
              <a:gd name="connsiteY517" fmla="*/ 2666409 h 6858000"/>
              <a:gd name="connsiteX518" fmla="*/ 5763055 w 7467600"/>
              <a:gd name="connsiteY518" fmla="*/ 2579705 h 6858000"/>
              <a:gd name="connsiteX519" fmla="*/ 5758079 w 7467600"/>
              <a:gd name="connsiteY519" fmla="*/ 2492508 h 6858000"/>
              <a:gd name="connsiteX520" fmla="*/ 5779325 w 7467600"/>
              <a:gd name="connsiteY520" fmla="*/ 2197069 h 6858000"/>
              <a:gd name="connsiteX521" fmla="*/ 5798671 w 7467600"/>
              <a:gd name="connsiteY521" fmla="*/ 1981601 h 6858000"/>
              <a:gd name="connsiteX522" fmla="*/ 5829202 w 7467600"/>
              <a:gd name="connsiteY522" fmla="*/ 1971679 h 6858000"/>
              <a:gd name="connsiteX523" fmla="*/ 5809558 w 7467600"/>
              <a:gd name="connsiteY523" fmla="*/ 2198043 h 6858000"/>
              <a:gd name="connsiteX524" fmla="*/ 5788653 w 7467600"/>
              <a:gd name="connsiteY524" fmla="*/ 2489430 h 6858000"/>
              <a:gd name="connsiteX525" fmla="*/ 5793439 w 7467600"/>
              <a:gd name="connsiteY525" fmla="*/ 2575235 h 6858000"/>
              <a:gd name="connsiteX526" fmla="*/ 5796837 w 7467600"/>
              <a:gd name="connsiteY526" fmla="*/ 2637633 h 6858000"/>
              <a:gd name="connsiteX527" fmla="*/ 5818614 w 7467600"/>
              <a:gd name="connsiteY527" fmla="*/ 2473055 h 6858000"/>
              <a:gd name="connsiteX528" fmla="*/ 5829202 w 7467600"/>
              <a:gd name="connsiteY528" fmla="*/ 1971679 h 6858000"/>
              <a:gd name="connsiteX529" fmla="*/ 5911389 w 7467600"/>
              <a:gd name="connsiteY529" fmla="*/ 1898371 h 6858000"/>
              <a:gd name="connsiteX530" fmla="*/ 6237627 w 7467600"/>
              <a:gd name="connsiteY530" fmla="*/ 2231921 h 6858000"/>
              <a:gd name="connsiteX531" fmla="*/ 5911389 w 7467600"/>
              <a:gd name="connsiteY531" fmla="*/ 1898371 h 6858000"/>
              <a:gd name="connsiteX532" fmla="*/ 6944437 w 7467600"/>
              <a:gd name="connsiteY532" fmla="*/ 1575402 h 6858000"/>
              <a:gd name="connsiteX533" fmla="*/ 6304730 w 7467600"/>
              <a:gd name="connsiteY533" fmla="*/ 1766654 h 6858000"/>
              <a:gd name="connsiteX534" fmla="*/ 6944437 w 7467600"/>
              <a:gd name="connsiteY534" fmla="*/ 1575402 h 6858000"/>
              <a:gd name="connsiteX535" fmla="*/ 7019523 w 7467600"/>
              <a:gd name="connsiteY535" fmla="*/ 1519450 h 6858000"/>
              <a:gd name="connsiteX536" fmla="*/ 6298091 w 7467600"/>
              <a:gd name="connsiteY536" fmla="*/ 1737122 h 6858000"/>
              <a:gd name="connsiteX537" fmla="*/ 7019523 w 7467600"/>
              <a:gd name="connsiteY537" fmla="*/ 1519450 h 6858000"/>
              <a:gd name="connsiteX538" fmla="*/ 2399523 w 7467600"/>
              <a:gd name="connsiteY538" fmla="*/ 1428234 h 6858000"/>
              <a:gd name="connsiteX539" fmla="*/ 2224982 w 7467600"/>
              <a:gd name="connsiteY539" fmla="*/ 1826201 h 6858000"/>
              <a:gd name="connsiteX540" fmla="*/ 2096099 w 7467600"/>
              <a:gd name="connsiteY540" fmla="*/ 2345900 h 6858000"/>
              <a:gd name="connsiteX541" fmla="*/ 2283317 w 7467600"/>
              <a:gd name="connsiteY541" fmla="*/ 1796925 h 6858000"/>
              <a:gd name="connsiteX542" fmla="*/ 2399523 w 7467600"/>
              <a:gd name="connsiteY542" fmla="*/ 1428234 h 6858000"/>
              <a:gd name="connsiteX543" fmla="*/ 2448558 w 7467600"/>
              <a:gd name="connsiteY543" fmla="*/ 1373435 h 6858000"/>
              <a:gd name="connsiteX544" fmla="*/ 2312521 w 7467600"/>
              <a:gd name="connsiteY544" fmla="*/ 1806140 h 6858000"/>
              <a:gd name="connsiteX545" fmla="*/ 2127533 w 7467600"/>
              <a:gd name="connsiteY545" fmla="*/ 2348380 h 6858000"/>
              <a:gd name="connsiteX546" fmla="*/ 2358080 w 7467600"/>
              <a:gd name="connsiteY546" fmla="*/ 1866134 h 6858000"/>
              <a:gd name="connsiteX547" fmla="*/ 2407436 w 7467600"/>
              <a:gd name="connsiteY547" fmla="*/ 1651070 h 6858000"/>
              <a:gd name="connsiteX548" fmla="*/ 2448558 w 7467600"/>
              <a:gd name="connsiteY548" fmla="*/ 1373435 h 6858000"/>
              <a:gd name="connsiteX549" fmla="*/ 278707 w 7467600"/>
              <a:gd name="connsiteY549" fmla="*/ 1352270 h 6858000"/>
              <a:gd name="connsiteX550" fmla="*/ 321570 w 7467600"/>
              <a:gd name="connsiteY550" fmla="*/ 1861610 h 6858000"/>
              <a:gd name="connsiteX551" fmla="*/ 294281 w 7467600"/>
              <a:gd name="connsiteY551" fmla="*/ 1440658 h 6858000"/>
              <a:gd name="connsiteX552" fmla="*/ 278707 w 7467600"/>
              <a:gd name="connsiteY552" fmla="*/ 1352270 h 6858000"/>
              <a:gd name="connsiteX553" fmla="*/ 1423821 w 7467600"/>
              <a:gd name="connsiteY553" fmla="*/ 1351958 h 6858000"/>
              <a:gd name="connsiteX554" fmla="*/ 1638521 w 7467600"/>
              <a:gd name="connsiteY554" fmla="*/ 1908470 h 6858000"/>
              <a:gd name="connsiteX555" fmla="*/ 1754199 w 7467600"/>
              <a:gd name="connsiteY555" fmla="*/ 2149284 h 6858000"/>
              <a:gd name="connsiteX556" fmla="*/ 1908359 w 7467600"/>
              <a:gd name="connsiteY556" fmla="*/ 2364988 h 6858000"/>
              <a:gd name="connsiteX557" fmla="*/ 1647661 w 7467600"/>
              <a:gd name="connsiteY557" fmla="*/ 1825945 h 6858000"/>
              <a:gd name="connsiteX558" fmla="*/ 1423821 w 7467600"/>
              <a:gd name="connsiteY558" fmla="*/ 1351958 h 6858000"/>
              <a:gd name="connsiteX559" fmla="*/ 1431890 w 7467600"/>
              <a:gd name="connsiteY559" fmla="*/ 1306475 h 6858000"/>
              <a:gd name="connsiteX560" fmla="*/ 1507597 w 7467600"/>
              <a:gd name="connsiteY560" fmla="*/ 1446132 h 6858000"/>
              <a:gd name="connsiteX561" fmla="*/ 1674586 w 7467600"/>
              <a:gd name="connsiteY561" fmla="*/ 1813832 h 6858000"/>
              <a:gd name="connsiteX562" fmla="*/ 1815950 w 7467600"/>
              <a:gd name="connsiteY562" fmla="*/ 2128564 h 6858000"/>
              <a:gd name="connsiteX563" fmla="*/ 1984242 w 7467600"/>
              <a:gd name="connsiteY563" fmla="*/ 2430829 h 6858000"/>
              <a:gd name="connsiteX564" fmla="*/ 2014023 w 7467600"/>
              <a:gd name="connsiteY564" fmla="*/ 2450995 h 6858000"/>
              <a:gd name="connsiteX565" fmla="*/ 1747337 w 7467600"/>
              <a:gd name="connsiteY565" fmla="*/ 1855264 h 6858000"/>
              <a:gd name="connsiteX566" fmla="*/ 1533749 w 7467600"/>
              <a:gd name="connsiteY566" fmla="*/ 1478656 h 6858000"/>
              <a:gd name="connsiteX567" fmla="*/ 1431890 w 7467600"/>
              <a:gd name="connsiteY567" fmla="*/ 1306475 h 6858000"/>
              <a:gd name="connsiteX568" fmla="*/ 5052692 w 7467600"/>
              <a:gd name="connsiteY568" fmla="*/ 1292994 h 6858000"/>
              <a:gd name="connsiteX569" fmla="*/ 5200661 w 7467600"/>
              <a:gd name="connsiteY569" fmla="*/ 1635186 h 6858000"/>
              <a:gd name="connsiteX570" fmla="*/ 5297138 w 7467600"/>
              <a:gd name="connsiteY570" fmla="*/ 1906351 h 6858000"/>
              <a:gd name="connsiteX571" fmla="*/ 5052692 w 7467600"/>
              <a:gd name="connsiteY571" fmla="*/ 1292994 h 6858000"/>
              <a:gd name="connsiteX572" fmla="*/ 5009948 w 7467600"/>
              <a:gd name="connsiteY572" fmla="*/ 1273619 h 6858000"/>
              <a:gd name="connsiteX573" fmla="*/ 5121777 w 7467600"/>
              <a:gd name="connsiteY573" fmla="*/ 1654213 h 6858000"/>
              <a:gd name="connsiteX574" fmla="*/ 5293545 w 7467600"/>
              <a:gd name="connsiteY574" fmla="*/ 2072247 h 6858000"/>
              <a:gd name="connsiteX575" fmla="*/ 5294042 w 7467600"/>
              <a:gd name="connsiteY575" fmla="*/ 2065019 h 6858000"/>
              <a:gd name="connsiteX576" fmla="*/ 5171936 w 7467600"/>
              <a:gd name="connsiteY576" fmla="*/ 1647613 h 6858000"/>
              <a:gd name="connsiteX577" fmla="*/ 5009948 w 7467600"/>
              <a:gd name="connsiteY577" fmla="*/ 1273619 h 6858000"/>
              <a:gd name="connsiteX578" fmla="*/ 655236 w 7467600"/>
              <a:gd name="connsiteY578" fmla="*/ 1268632 h 6858000"/>
              <a:gd name="connsiteX579" fmla="*/ 839521 w 7467600"/>
              <a:gd name="connsiteY579" fmla="*/ 1685315 h 6858000"/>
              <a:gd name="connsiteX580" fmla="*/ 1109416 w 7467600"/>
              <a:gd name="connsiteY580" fmla="*/ 2061663 h 6858000"/>
              <a:gd name="connsiteX581" fmla="*/ 1298300 w 7467600"/>
              <a:gd name="connsiteY581" fmla="*/ 2247742 h 6858000"/>
              <a:gd name="connsiteX582" fmla="*/ 1125871 w 7467600"/>
              <a:gd name="connsiteY582" fmla="*/ 1989513 h 6858000"/>
              <a:gd name="connsiteX583" fmla="*/ 981574 w 7467600"/>
              <a:gd name="connsiteY583" fmla="*/ 1783157 h 6858000"/>
              <a:gd name="connsiteX584" fmla="*/ 922198 w 7467600"/>
              <a:gd name="connsiteY584" fmla="*/ 1677437 h 6858000"/>
              <a:gd name="connsiteX585" fmla="*/ 869293 w 7467600"/>
              <a:gd name="connsiteY585" fmla="*/ 1583214 h 6858000"/>
              <a:gd name="connsiteX586" fmla="*/ 751431 w 7467600"/>
              <a:gd name="connsiteY586" fmla="*/ 1405731 h 6858000"/>
              <a:gd name="connsiteX587" fmla="*/ 655236 w 7467600"/>
              <a:gd name="connsiteY587" fmla="*/ 1268632 h 6858000"/>
              <a:gd name="connsiteX588" fmla="*/ 6516292 w 7467600"/>
              <a:gd name="connsiteY588" fmla="*/ 1263064 h 6858000"/>
              <a:gd name="connsiteX589" fmla="*/ 5736320 w 7467600"/>
              <a:gd name="connsiteY589" fmla="*/ 1501803 h 6858000"/>
              <a:gd name="connsiteX590" fmla="*/ 6516292 w 7467600"/>
              <a:gd name="connsiteY590" fmla="*/ 1263064 h 6858000"/>
              <a:gd name="connsiteX591" fmla="*/ 291466 w 7467600"/>
              <a:gd name="connsiteY591" fmla="*/ 1250369 h 6858000"/>
              <a:gd name="connsiteX592" fmla="*/ 323180 w 7467600"/>
              <a:gd name="connsiteY592" fmla="*/ 1435283 h 6858000"/>
              <a:gd name="connsiteX593" fmla="*/ 349381 w 7467600"/>
              <a:gd name="connsiteY593" fmla="*/ 1875041 h 6858000"/>
              <a:gd name="connsiteX594" fmla="*/ 374363 w 7467600"/>
              <a:gd name="connsiteY594" fmla="*/ 1506494 h 6858000"/>
              <a:gd name="connsiteX595" fmla="*/ 302168 w 7467600"/>
              <a:gd name="connsiteY595" fmla="*/ 1274495 h 6858000"/>
              <a:gd name="connsiteX596" fmla="*/ 291466 w 7467600"/>
              <a:gd name="connsiteY596" fmla="*/ 1250369 h 6858000"/>
              <a:gd name="connsiteX597" fmla="*/ 678222 w 7467600"/>
              <a:gd name="connsiteY597" fmla="*/ 1248670 h 6858000"/>
              <a:gd name="connsiteX598" fmla="*/ 775536 w 7467600"/>
              <a:gd name="connsiteY598" fmla="*/ 1388015 h 6858000"/>
              <a:gd name="connsiteX599" fmla="*/ 894529 w 7467600"/>
              <a:gd name="connsiteY599" fmla="*/ 1567739 h 6858000"/>
              <a:gd name="connsiteX600" fmla="*/ 948000 w 7467600"/>
              <a:gd name="connsiteY600" fmla="*/ 1663088 h 6858000"/>
              <a:gd name="connsiteX601" fmla="*/ 1006812 w 7467600"/>
              <a:gd name="connsiteY601" fmla="*/ 1767683 h 6858000"/>
              <a:gd name="connsiteX602" fmla="*/ 1149133 w 7467600"/>
              <a:gd name="connsiteY602" fmla="*/ 1971513 h 6858000"/>
              <a:gd name="connsiteX603" fmla="*/ 1333952 w 7467600"/>
              <a:gd name="connsiteY603" fmla="*/ 2251620 h 6858000"/>
              <a:gd name="connsiteX604" fmla="*/ 1337329 w 7467600"/>
              <a:gd name="connsiteY604" fmla="*/ 2258350 h 6858000"/>
              <a:gd name="connsiteX605" fmla="*/ 1014726 w 7467600"/>
              <a:gd name="connsiteY605" fmla="*/ 1615556 h 6858000"/>
              <a:gd name="connsiteX606" fmla="*/ 678222 w 7467600"/>
              <a:gd name="connsiteY606" fmla="*/ 1248670 h 6858000"/>
              <a:gd name="connsiteX607" fmla="*/ 6691602 w 7467600"/>
              <a:gd name="connsiteY607" fmla="*/ 1140573 h 6858000"/>
              <a:gd name="connsiteX608" fmla="*/ 6571100 w 7467600"/>
              <a:gd name="connsiteY608" fmla="*/ 1183662 h 6858000"/>
              <a:gd name="connsiteX609" fmla="*/ 6241687 w 7467600"/>
              <a:gd name="connsiteY609" fmla="*/ 1257600 h 6858000"/>
              <a:gd name="connsiteX610" fmla="*/ 5693009 w 7467600"/>
              <a:gd name="connsiteY610" fmla="*/ 1478256 h 6858000"/>
              <a:gd name="connsiteX611" fmla="*/ 6548420 w 7467600"/>
              <a:gd name="connsiteY611" fmla="*/ 1214599 h 6858000"/>
              <a:gd name="connsiteX612" fmla="*/ 6605473 w 7467600"/>
              <a:gd name="connsiteY612" fmla="*/ 1184686 h 6858000"/>
              <a:gd name="connsiteX613" fmla="*/ 6691602 w 7467600"/>
              <a:gd name="connsiteY613" fmla="*/ 1140573 h 6858000"/>
              <a:gd name="connsiteX614" fmla="*/ 4002475 w 7467600"/>
              <a:gd name="connsiteY614" fmla="*/ 1037802 h 6858000"/>
              <a:gd name="connsiteX615" fmla="*/ 4000324 w 7467600"/>
              <a:gd name="connsiteY615" fmla="*/ 1039362 h 6858000"/>
              <a:gd name="connsiteX616" fmla="*/ 4002862 w 7467600"/>
              <a:gd name="connsiteY616" fmla="*/ 1042866 h 6858000"/>
              <a:gd name="connsiteX617" fmla="*/ 4002475 w 7467600"/>
              <a:gd name="connsiteY617" fmla="*/ 1037802 h 6858000"/>
              <a:gd name="connsiteX618" fmla="*/ 506322 w 7467600"/>
              <a:gd name="connsiteY618" fmla="*/ 1020997 h 6858000"/>
              <a:gd name="connsiteX619" fmla="*/ 533068 w 7467600"/>
              <a:gd name="connsiteY619" fmla="*/ 1029409 h 6858000"/>
              <a:gd name="connsiteX620" fmla="*/ 1232525 w 7467600"/>
              <a:gd name="connsiteY620" fmla="*/ 1804675 h 6858000"/>
              <a:gd name="connsiteX621" fmla="*/ 1388858 w 7467600"/>
              <a:gd name="connsiteY621" fmla="*/ 2368011 h 6858000"/>
              <a:gd name="connsiteX622" fmla="*/ 1384098 w 7467600"/>
              <a:gd name="connsiteY622" fmla="*/ 2378125 h 6858000"/>
              <a:gd name="connsiteX623" fmla="*/ 1425393 w 7467600"/>
              <a:gd name="connsiteY623" fmla="*/ 2589124 h 6858000"/>
              <a:gd name="connsiteX624" fmla="*/ 1424001 w 7467600"/>
              <a:gd name="connsiteY624" fmla="*/ 2597541 h 6858000"/>
              <a:gd name="connsiteX625" fmla="*/ 2152729 w 7467600"/>
              <a:gd name="connsiteY625" fmla="*/ 2864487 h 6858000"/>
              <a:gd name="connsiteX626" fmla="*/ 2020609 w 7467600"/>
              <a:gd name="connsiteY626" fmla="*/ 2539671 h 6858000"/>
              <a:gd name="connsiteX627" fmla="*/ 2018920 w 7467600"/>
              <a:gd name="connsiteY627" fmla="*/ 2536309 h 6858000"/>
              <a:gd name="connsiteX628" fmla="*/ 1342441 w 7467600"/>
              <a:gd name="connsiteY628" fmla="*/ 1173017 h 6858000"/>
              <a:gd name="connsiteX629" fmla="*/ 1367925 w 7467600"/>
              <a:gd name="connsiteY629" fmla="*/ 1135648 h 6858000"/>
              <a:gd name="connsiteX630" fmla="*/ 1771401 w 7467600"/>
              <a:gd name="connsiteY630" fmla="*/ 1806673 h 6858000"/>
              <a:gd name="connsiteX631" fmla="*/ 1972385 w 7467600"/>
              <a:gd name="connsiteY631" fmla="*/ 2198735 h 6858000"/>
              <a:gd name="connsiteX632" fmla="*/ 2040892 w 7467600"/>
              <a:gd name="connsiteY632" fmla="*/ 2405205 h 6858000"/>
              <a:gd name="connsiteX633" fmla="*/ 2131689 w 7467600"/>
              <a:gd name="connsiteY633" fmla="*/ 1936926 h 6858000"/>
              <a:gd name="connsiteX634" fmla="*/ 2454820 w 7467600"/>
              <a:gd name="connsiteY634" fmla="*/ 1248808 h 6858000"/>
              <a:gd name="connsiteX635" fmla="*/ 2492512 w 7467600"/>
              <a:gd name="connsiteY635" fmla="*/ 1302920 h 6858000"/>
              <a:gd name="connsiteX636" fmla="*/ 2081216 w 7467600"/>
              <a:gd name="connsiteY636" fmla="*/ 2527513 h 6858000"/>
              <a:gd name="connsiteX637" fmla="*/ 2081211 w 7467600"/>
              <a:gd name="connsiteY637" fmla="*/ 2528916 h 6858000"/>
              <a:gd name="connsiteX638" fmla="*/ 2199067 w 7467600"/>
              <a:gd name="connsiteY638" fmla="*/ 2884061 h 6858000"/>
              <a:gd name="connsiteX639" fmla="*/ 3192586 w 7467600"/>
              <a:gd name="connsiteY639" fmla="*/ 3411496 h 6858000"/>
              <a:gd name="connsiteX640" fmla="*/ 3182620 w 7467600"/>
              <a:gd name="connsiteY640" fmla="*/ 3483279 h 6858000"/>
              <a:gd name="connsiteX641" fmla="*/ 2435119 w 7467600"/>
              <a:gd name="connsiteY641" fmla="*/ 3080173 h 6858000"/>
              <a:gd name="connsiteX642" fmla="*/ 2410152 w 7467600"/>
              <a:gd name="connsiteY642" fmla="*/ 3063751 h 6858000"/>
              <a:gd name="connsiteX643" fmla="*/ 2408099 w 7467600"/>
              <a:gd name="connsiteY643" fmla="*/ 3064403 h 6858000"/>
              <a:gd name="connsiteX644" fmla="*/ 2407218 w 7467600"/>
              <a:gd name="connsiteY644" fmla="*/ 3070324 h 6858000"/>
              <a:gd name="connsiteX645" fmla="*/ 2380138 w 7467600"/>
              <a:gd name="connsiteY645" fmla="*/ 3099341 h 6858000"/>
              <a:gd name="connsiteX646" fmla="*/ 1765923 w 7467600"/>
              <a:gd name="connsiteY646" fmla="*/ 3581043 h 6858000"/>
              <a:gd name="connsiteX647" fmla="*/ 1702258 w 7467600"/>
              <a:gd name="connsiteY647" fmla="*/ 3612286 h 6858000"/>
              <a:gd name="connsiteX648" fmla="*/ 1538370 w 7467600"/>
              <a:gd name="connsiteY648" fmla="*/ 3811804 h 6858000"/>
              <a:gd name="connsiteX649" fmla="*/ 542867 w 7467600"/>
              <a:gd name="connsiteY649" fmla="*/ 4944092 h 6858000"/>
              <a:gd name="connsiteX650" fmla="*/ 515800 w 7467600"/>
              <a:gd name="connsiteY650" fmla="*/ 4862180 h 6858000"/>
              <a:gd name="connsiteX651" fmla="*/ 909145 w 7467600"/>
              <a:gd name="connsiteY651" fmla="*/ 4199225 h 6858000"/>
              <a:gd name="connsiteX652" fmla="*/ 1214067 w 7467600"/>
              <a:gd name="connsiteY652" fmla="*/ 3908561 h 6858000"/>
              <a:gd name="connsiteX653" fmla="*/ 640967 w 7467600"/>
              <a:gd name="connsiteY653" fmla="*/ 4105601 h 6858000"/>
              <a:gd name="connsiteX654" fmla="*/ 112563 w 7467600"/>
              <a:gd name="connsiteY654" fmla="*/ 4396952 h 6858000"/>
              <a:gd name="connsiteX655" fmla="*/ 0 w 7467600"/>
              <a:gd name="connsiteY655" fmla="*/ 4466006 h 6858000"/>
              <a:gd name="connsiteX656" fmla="*/ 0 w 7467600"/>
              <a:gd name="connsiteY656" fmla="*/ 4233763 h 6858000"/>
              <a:gd name="connsiteX657" fmla="*/ 36881 w 7467600"/>
              <a:gd name="connsiteY657" fmla="*/ 4200118 h 6858000"/>
              <a:gd name="connsiteX658" fmla="*/ 910534 w 7467600"/>
              <a:gd name="connsiteY658" fmla="*/ 3629753 h 6858000"/>
              <a:gd name="connsiteX659" fmla="*/ 1578717 w 7467600"/>
              <a:gd name="connsiteY659" fmla="*/ 3575982 h 6858000"/>
              <a:gd name="connsiteX660" fmla="*/ 2338780 w 7467600"/>
              <a:gd name="connsiteY660" fmla="*/ 3033725 h 6858000"/>
              <a:gd name="connsiteX661" fmla="*/ 1807991 w 7467600"/>
              <a:gd name="connsiteY661" fmla="*/ 2807184 h 6858000"/>
              <a:gd name="connsiteX662" fmla="*/ 1416358 w 7467600"/>
              <a:gd name="connsiteY662" fmla="*/ 3112571 h 6858000"/>
              <a:gd name="connsiteX663" fmla="*/ 939066 w 7467600"/>
              <a:gd name="connsiteY663" fmla="*/ 3378798 h 6858000"/>
              <a:gd name="connsiteX664" fmla="*/ 115099 w 7467600"/>
              <a:gd name="connsiteY664" fmla="*/ 3607650 h 6858000"/>
              <a:gd name="connsiteX665" fmla="*/ 97284 w 7467600"/>
              <a:gd name="connsiteY665" fmla="*/ 3520393 h 6858000"/>
              <a:gd name="connsiteX666" fmla="*/ 922050 w 7467600"/>
              <a:gd name="connsiteY666" fmla="*/ 3074867 h 6858000"/>
              <a:gd name="connsiteX667" fmla="*/ 1405265 w 7467600"/>
              <a:gd name="connsiteY667" fmla="*/ 3016319 h 6858000"/>
              <a:gd name="connsiteX668" fmla="*/ 1407512 w 7467600"/>
              <a:gd name="connsiteY668" fmla="*/ 3018001 h 6858000"/>
              <a:gd name="connsiteX669" fmla="*/ 1726266 w 7467600"/>
              <a:gd name="connsiteY669" fmla="*/ 2777274 h 6858000"/>
              <a:gd name="connsiteX670" fmla="*/ 625390 w 7467600"/>
              <a:gd name="connsiteY670" fmla="*/ 2514541 h 6858000"/>
              <a:gd name="connsiteX671" fmla="*/ 619799 w 7467600"/>
              <a:gd name="connsiteY671" fmla="*/ 2527180 h 6858000"/>
              <a:gd name="connsiteX672" fmla="*/ 310030 w 7467600"/>
              <a:gd name="connsiteY672" fmla="*/ 2771818 h 6858000"/>
              <a:gd name="connsiteX673" fmla="*/ 173877 w 7467600"/>
              <a:gd name="connsiteY673" fmla="*/ 2937056 h 6858000"/>
              <a:gd name="connsiteX674" fmla="*/ 77889 w 7467600"/>
              <a:gd name="connsiteY674" fmla="*/ 3138440 h 6858000"/>
              <a:gd name="connsiteX675" fmla="*/ 0 w 7467600"/>
              <a:gd name="connsiteY675" fmla="*/ 3271395 h 6858000"/>
              <a:gd name="connsiteX676" fmla="*/ 0 w 7467600"/>
              <a:gd name="connsiteY676" fmla="*/ 3153002 h 6858000"/>
              <a:gd name="connsiteX677" fmla="*/ 2386 w 7467600"/>
              <a:gd name="connsiteY677" fmla="*/ 3149203 h 6858000"/>
              <a:gd name="connsiteX678" fmla="*/ 89753 w 7467600"/>
              <a:gd name="connsiteY678" fmla="*/ 2987702 h 6858000"/>
              <a:gd name="connsiteX679" fmla="*/ 76869 w 7467600"/>
              <a:gd name="connsiteY679" fmla="*/ 3005404 h 6858000"/>
              <a:gd name="connsiteX680" fmla="*/ 32049 w 7467600"/>
              <a:gd name="connsiteY680" fmla="*/ 3065814 h 6858000"/>
              <a:gd name="connsiteX681" fmla="*/ 0 w 7467600"/>
              <a:gd name="connsiteY681" fmla="*/ 3108744 h 6858000"/>
              <a:gd name="connsiteX682" fmla="*/ 0 w 7467600"/>
              <a:gd name="connsiteY682" fmla="*/ 3058059 h 6858000"/>
              <a:gd name="connsiteX683" fmla="*/ 7610 w 7467600"/>
              <a:gd name="connsiteY683" fmla="*/ 3047889 h 6858000"/>
              <a:gd name="connsiteX684" fmla="*/ 52419 w 7467600"/>
              <a:gd name="connsiteY684" fmla="*/ 2987479 h 6858000"/>
              <a:gd name="connsiteX685" fmla="*/ 59142 w 7467600"/>
              <a:gd name="connsiteY685" fmla="*/ 2978488 h 6858000"/>
              <a:gd name="connsiteX686" fmla="*/ 0 w 7467600"/>
              <a:gd name="connsiteY686" fmla="*/ 3015334 h 6858000"/>
              <a:gd name="connsiteX687" fmla="*/ 0 w 7467600"/>
              <a:gd name="connsiteY687" fmla="*/ 2914286 h 6858000"/>
              <a:gd name="connsiteX688" fmla="*/ 36383 w 7467600"/>
              <a:gd name="connsiteY688" fmla="*/ 2901128 h 6858000"/>
              <a:gd name="connsiteX689" fmla="*/ 156329 w 7467600"/>
              <a:gd name="connsiteY689" fmla="*/ 2840533 h 6858000"/>
              <a:gd name="connsiteX690" fmla="*/ 358355 w 7467600"/>
              <a:gd name="connsiteY690" fmla="*/ 2620471 h 6858000"/>
              <a:gd name="connsiteX691" fmla="*/ 510577 w 7467600"/>
              <a:gd name="connsiteY691" fmla="*/ 2501244 h 6858000"/>
              <a:gd name="connsiteX692" fmla="*/ 211967 w 7467600"/>
              <a:gd name="connsiteY692" fmla="*/ 2479171 h 6858000"/>
              <a:gd name="connsiteX693" fmla="*/ 0 w 7467600"/>
              <a:gd name="connsiteY693" fmla="*/ 2476398 h 6858000"/>
              <a:gd name="connsiteX694" fmla="*/ 0 w 7467600"/>
              <a:gd name="connsiteY694" fmla="*/ 2389189 h 6858000"/>
              <a:gd name="connsiteX695" fmla="*/ 103062 w 7467600"/>
              <a:gd name="connsiteY695" fmla="*/ 2389518 h 6858000"/>
              <a:gd name="connsiteX696" fmla="*/ 510734 w 7467600"/>
              <a:gd name="connsiteY696" fmla="*/ 2416201 h 6858000"/>
              <a:gd name="connsiteX697" fmla="*/ 279257 w 7467600"/>
              <a:gd name="connsiteY697" fmla="*/ 2092102 h 6858000"/>
              <a:gd name="connsiteX698" fmla="*/ 65265 w 7467600"/>
              <a:gd name="connsiteY698" fmla="*/ 2006049 h 6858000"/>
              <a:gd name="connsiteX699" fmla="*/ 0 w 7467600"/>
              <a:gd name="connsiteY699" fmla="*/ 1982532 h 6858000"/>
              <a:gd name="connsiteX700" fmla="*/ 0 w 7467600"/>
              <a:gd name="connsiteY700" fmla="*/ 1912789 h 6858000"/>
              <a:gd name="connsiteX701" fmla="*/ 97460 w 7467600"/>
              <a:gd name="connsiteY701" fmla="*/ 1953725 h 6858000"/>
              <a:gd name="connsiteX702" fmla="*/ 221272 w 7467600"/>
              <a:gd name="connsiteY702" fmla="*/ 1980766 h 6858000"/>
              <a:gd name="connsiteX703" fmla="*/ 116765 w 7467600"/>
              <a:gd name="connsiteY703" fmla="*/ 1911033 h 6858000"/>
              <a:gd name="connsiteX704" fmla="*/ 16405 w 7467600"/>
              <a:gd name="connsiteY704" fmla="*/ 1803412 h 6858000"/>
              <a:gd name="connsiteX705" fmla="*/ 0 w 7467600"/>
              <a:gd name="connsiteY705" fmla="*/ 1784777 h 6858000"/>
              <a:gd name="connsiteX706" fmla="*/ 0 w 7467600"/>
              <a:gd name="connsiteY706" fmla="*/ 1740082 h 6858000"/>
              <a:gd name="connsiteX707" fmla="*/ 39394 w 7467600"/>
              <a:gd name="connsiteY707" fmla="*/ 1784856 h 6858000"/>
              <a:gd name="connsiteX708" fmla="*/ 135813 w 7467600"/>
              <a:gd name="connsiteY708" fmla="*/ 1888838 h 6858000"/>
              <a:gd name="connsiteX709" fmla="*/ 242575 w 7467600"/>
              <a:gd name="connsiteY709" fmla="*/ 1958841 h 6858000"/>
              <a:gd name="connsiteX710" fmla="*/ 82197 w 7467600"/>
              <a:gd name="connsiteY710" fmla="*/ 1754826 h 6858000"/>
              <a:gd name="connsiteX711" fmla="*/ 0 w 7467600"/>
              <a:gd name="connsiteY711" fmla="*/ 1679650 h 6858000"/>
              <a:gd name="connsiteX712" fmla="*/ 0 w 7467600"/>
              <a:gd name="connsiteY712" fmla="*/ 1602463 h 6858000"/>
              <a:gd name="connsiteX713" fmla="*/ 84689 w 7467600"/>
              <a:gd name="connsiteY713" fmla="*/ 1677442 h 6858000"/>
              <a:gd name="connsiteX714" fmla="*/ 298437 w 7467600"/>
              <a:gd name="connsiteY714" fmla="*/ 1968019 h 6858000"/>
              <a:gd name="connsiteX715" fmla="*/ 227269 w 7467600"/>
              <a:gd name="connsiteY715" fmla="*/ 1114064 h 6858000"/>
              <a:gd name="connsiteX716" fmla="*/ 248003 w 7467600"/>
              <a:gd name="connsiteY716" fmla="*/ 1089613 h 6858000"/>
              <a:gd name="connsiteX717" fmla="*/ 427020 w 7467600"/>
              <a:gd name="connsiteY717" fmla="*/ 1619803 h 6858000"/>
              <a:gd name="connsiteX718" fmla="*/ 340345 w 7467600"/>
              <a:gd name="connsiteY718" fmla="*/ 2027739 h 6858000"/>
              <a:gd name="connsiteX719" fmla="*/ 360865 w 7467600"/>
              <a:gd name="connsiteY719" fmla="*/ 2044827 h 6858000"/>
              <a:gd name="connsiteX720" fmla="*/ 560414 w 7467600"/>
              <a:gd name="connsiteY720" fmla="*/ 2421457 h 6858000"/>
              <a:gd name="connsiteX721" fmla="*/ 1359703 w 7467600"/>
              <a:gd name="connsiteY721" fmla="*/ 2578554 h 6858000"/>
              <a:gd name="connsiteX722" fmla="*/ 1359422 w 7467600"/>
              <a:gd name="connsiteY722" fmla="*/ 2577994 h 6858000"/>
              <a:gd name="connsiteX723" fmla="*/ 828701 w 7467600"/>
              <a:gd name="connsiteY723" fmla="*/ 1839520 h 6858000"/>
              <a:gd name="connsiteX724" fmla="*/ 494427 w 7467600"/>
              <a:gd name="connsiteY724" fmla="*/ 1092333 h 6858000"/>
              <a:gd name="connsiteX725" fmla="*/ 506322 w 7467600"/>
              <a:gd name="connsiteY725" fmla="*/ 1020997 h 6858000"/>
              <a:gd name="connsiteX726" fmla="*/ 4570198 w 7467600"/>
              <a:gd name="connsiteY726" fmla="*/ 978081 h 6858000"/>
              <a:gd name="connsiteX727" fmla="*/ 4523691 w 7467600"/>
              <a:gd name="connsiteY727" fmla="*/ 1127776 h 6858000"/>
              <a:gd name="connsiteX728" fmla="*/ 4509875 w 7467600"/>
              <a:gd name="connsiteY728" fmla="*/ 1167552 h 6858000"/>
              <a:gd name="connsiteX729" fmla="*/ 4478168 w 7467600"/>
              <a:gd name="connsiteY729" fmla="*/ 1260735 h 6858000"/>
              <a:gd name="connsiteX730" fmla="*/ 4409309 w 7467600"/>
              <a:gd name="connsiteY730" fmla="*/ 1666996 h 6858000"/>
              <a:gd name="connsiteX731" fmla="*/ 4370031 w 7467600"/>
              <a:gd name="connsiteY731" fmla="*/ 1955666 h 6858000"/>
              <a:gd name="connsiteX732" fmla="*/ 4570198 w 7467600"/>
              <a:gd name="connsiteY732" fmla="*/ 978081 h 6858000"/>
              <a:gd name="connsiteX733" fmla="*/ 4557898 w 7467600"/>
              <a:gd name="connsiteY733" fmla="*/ 900011 h 6858000"/>
              <a:gd name="connsiteX734" fmla="*/ 4344840 w 7467600"/>
              <a:gd name="connsiteY734" fmla="*/ 1922038 h 6858000"/>
              <a:gd name="connsiteX735" fmla="*/ 4378710 w 7467600"/>
              <a:gd name="connsiteY735" fmla="*/ 1665516 h 6858000"/>
              <a:gd name="connsiteX736" fmla="*/ 4448798 w 7467600"/>
              <a:gd name="connsiteY736" fmla="*/ 1253024 h 6858000"/>
              <a:gd name="connsiteX737" fmla="*/ 4480315 w 7467600"/>
              <a:gd name="connsiteY737" fmla="*/ 1158454 h 6858000"/>
              <a:gd name="connsiteX738" fmla="*/ 4494133 w 7467600"/>
              <a:gd name="connsiteY738" fmla="*/ 1118676 h 6858000"/>
              <a:gd name="connsiteX739" fmla="*/ 4557898 w 7467600"/>
              <a:gd name="connsiteY739" fmla="*/ 900011 h 6858000"/>
              <a:gd name="connsiteX740" fmla="*/ 5870151 w 7467600"/>
              <a:gd name="connsiteY740" fmla="*/ 898890 h 6858000"/>
              <a:gd name="connsiteX741" fmla="*/ 5861335 w 7467600"/>
              <a:gd name="connsiteY741" fmla="*/ 899177 h 6858000"/>
              <a:gd name="connsiteX742" fmla="*/ 5843702 w 7467600"/>
              <a:gd name="connsiteY742" fmla="*/ 899748 h 6858000"/>
              <a:gd name="connsiteX743" fmla="*/ 5651107 w 7467600"/>
              <a:gd name="connsiteY743" fmla="*/ 920306 h 6858000"/>
              <a:gd name="connsiteX744" fmla="*/ 5459407 w 7467600"/>
              <a:gd name="connsiteY744" fmla="*/ 940975 h 6858000"/>
              <a:gd name="connsiteX745" fmla="*/ 5374846 w 7467600"/>
              <a:gd name="connsiteY745" fmla="*/ 941988 h 6858000"/>
              <a:gd name="connsiteX746" fmla="*/ 5256105 w 7467600"/>
              <a:gd name="connsiteY746" fmla="*/ 945632 h 6858000"/>
              <a:gd name="connsiteX747" fmla="*/ 5107071 w 7467600"/>
              <a:gd name="connsiteY747" fmla="*/ 969720 h 6858000"/>
              <a:gd name="connsiteX748" fmla="*/ 4998681 w 7467600"/>
              <a:gd name="connsiteY748" fmla="*/ 988771 h 6858000"/>
              <a:gd name="connsiteX749" fmla="*/ 5870151 w 7467600"/>
              <a:gd name="connsiteY749" fmla="*/ 898890 h 6858000"/>
              <a:gd name="connsiteX750" fmla="*/ 5504425 w 7467600"/>
              <a:gd name="connsiteY750" fmla="*/ 848067 h 6858000"/>
              <a:gd name="connsiteX751" fmla="*/ 4968849 w 7467600"/>
              <a:gd name="connsiteY751" fmla="*/ 962318 h 6858000"/>
              <a:gd name="connsiteX752" fmla="*/ 5104039 w 7467600"/>
              <a:gd name="connsiteY752" fmla="*/ 940634 h 6858000"/>
              <a:gd name="connsiteX753" fmla="*/ 5256311 w 7467600"/>
              <a:gd name="connsiteY753" fmla="*/ 916490 h 6858000"/>
              <a:gd name="connsiteX754" fmla="*/ 5377381 w 7467600"/>
              <a:gd name="connsiteY754" fmla="*/ 912671 h 6858000"/>
              <a:gd name="connsiteX755" fmla="*/ 5460148 w 7467600"/>
              <a:gd name="connsiteY755" fmla="*/ 911442 h 6858000"/>
              <a:gd name="connsiteX756" fmla="*/ 5648971 w 7467600"/>
              <a:gd name="connsiteY756" fmla="*/ 891331 h 6858000"/>
              <a:gd name="connsiteX757" fmla="*/ 5844807 w 7467600"/>
              <a:gd name="connsiteY757" fmla="*/ 870718 h 6858000"/>
              <a:gd name="connsiteX758" fmla="*/ 5862975 w 7467600"/>
              <a:gd name="connsiteY758" fmla="*/ 869756 h 6858000"/>
              <a:gd name="connsiteX759" fmla="*/ 5920887 w 7467600"/>
              <a:gd name="connsiteY759" fmla="*/ 865929 h 6858000"/>
              <a:gd name="connsiteX760" fmla="*/ 5504425 w 7467600"/>
              <a:gd name="connsiteY760" fmla="*/ 848067 h 6858000"/>
              <a:gd name="connsiteX761" fmla="*/ 3607114 w 7467600"/>
              <a:gd name="connsiteY761" fmla="*/ 467441 h 6858000"/>
              <a:gd name="connsiteX762" fmla="*/ 3296242 w 7467600"/>
              <a:gd name="connsiteY762" fmla="*/ 807991 h 6858000"/>
              <a:gd name="connsiteX763" fmla="*/ 3174674 w 7467600"/>
              <a:gd name="connsiteY763" fmla="*/ 919759 h 6858000"/>
              <a:gd name="connsiteX764" fmla="*/ 3042978 w 7467600"/>
              <a:gd name="connsiteY764" fmla="*/ 1054894 h 6858000"/>
              <a:gd name="connsiteX765" fmla="*/ 2968914 w 7467600"/>
              <a:gd name="connsiteY765" fmla="*/ 1133756 h 6858000"/>
              <a:gd name="connsiteX766" fmla="*/ 3103823 w 7467600"/>
              <a:gd name="connsiteY766" fmla="*/ 1026814 h 6858000"/>
              <a:gd name="connsiteX767" fmla="*/ 3607114 w 7467600"/>
              <a:gd name="connsiteY767" fmla="*/ 467441 h 6858000"/>
              <a:gd name="connsiteX768" fmla="*/ 3744487 w 7467600"/>
              <a:gd name="connsiteY768" fmla="*/ 383136 h 6858000"/>
              <a:gd name="connsiteX769" fmla="*/ 3970213 w 7467600"/>
              <a:gd name="connsiteY769" fmla="*/ 995559 h 6858000"/>
              <a:gd name="connsiteX770" fmla="*/ 3744487 w 7467600"/>
              <a:gd name="connsiteY770" fmla="*/ 383136 h 6858000"/>
              <a:gd name="connsiteX771" fmla="*/ 3624562 w 7467600"/>
              <a:gd name="connsiteY771" fmla="*/ 367041 h 6858000"/>
              <a:gd name="connsiteX772" fmla="*/ 3489712 w 7467600"/>
              <a:gd name="connsiteY772" fmla="*/ 485386 h 6858000"/>
              <a:gd name="connsiteX773" fmla="*/ 3182994 w 7467600"/>
              <a:gd name="connsiteY773" fmla="*/ 828265 h 6858000"/>
              <a:gd name="connsiteX774" fmla="*/ 2892114 w 7467600"/>
              <a:gd name="connsiteY774" fmla="*/ 1172635 h 6858000"/>
              <a:gd name="connsiteX775" fmla="*/ 3021459 w 7467600"/>
              <a:gd name="connsiteY775" fmla="*/ 1035385 h 6858000"/>
              <a:gd name="connsiteX776" fmla="*/ 3153873 w 7467600"/>
              <a:gd name="connsiteY776" fmla="*/ 898971 h 6858000"/>
              <a:gd name="connsiteX777" fmla="*/ 3276511 w 7467600"/>
              <a:gd name="connsiteY777" fmla="*/ 786423 h 6858000"/>
              <a:gd name="connsiteX778" fmla="*/ 3584154 w 7467600"/>
              <a:gd name="connsiteY778" fmla="*/ 448218 h 6858000"/>
              <a:gd name="connsiteX779" fmla="*/ 3624562 w 7467600"/>
              <a:gd name="connsiteY779" fmla="*/ 367041 h 6858000"/>
              <a:gd name="connsiteX780" fmla="*/ 3766672 w 7467600"/>
              <a:gd name="connsiteY780" fmla="*/ 359429 h 6858000"/>
              <a:gd name="connsiteX781" fmla="*/ 3996338 w 7467600"/>
              <a:gd name="connsiteY781" fmla="*/ 968237 h 6858000"/>
              <a:gd name="connsiteX782" fmla="*/ 3766672 w 7467600"/>
              <a:gd name="connsiteY782" fmla="*/ 359429 h 6858000"/>
              <a:gd name="connsiteX783" fmla="*/ 5805386 w 7467600"/>
              <a:gd name="connsiteY783" fmla="*/ 239240 h 6858000"/>
              <a:gd name="connsiteX784" fmla="*/ 5736947 w 7467600"/>
              <a:gd name="connsiteY784" fmla="*/ 261367 h 6858000"/>
              <a:gd name="connsiteX785" fmla="*/ 5427012 w 7467600"/>
              <a:gd name="connsiteY785" fmla="*/ 311272 h 6858000"/>
              <a:gd name="connsiteX786" fmla="*/ 5147818 w 7467600"/>
              <a:gd name="connsiteY786" fmla="*/ 322112 h 6858000"/>
              <a:gd name="connsiteX787" fmla="*/ 5060854 w 7467600"/>
              <a:gd name="connsiteY787" fmla="*/ 311882 h 6858000"/>
              <a:gd name="connsiteX788" fmla="*/ 4945989 w 7467600"/>
              <a:gd name="connsiteY788" fmla="*/ 300516 h 6858000"/>
              <a:gd name="connsiteX789" fmla="*/ 5410479 w 7467600"/>
              <a:gd name="connsiteY789" fmla="*/ 348434 h 6858000"/>
              <a:gd name="connsiteX790" fmla="*/ 5805386 w 7467600"/>
              <a:gd name="connsiteY790" fmla="*/ 239240 h 6858000"/>
              <a:gd name="connsiteX791" fmla="*/ 5905192 w 7467600"/>
              <a:gd name="connsiteY791" fmla="*/ 163079 h 6858000"/>
              <a:gd name="connsiteX792" fmla="*/ 5865655 w 7467600"/>
              <a:gd name="connsiteY792" fmla="*/ 171901 h 6858000"/>
              <a:gd name="connsiteX793" fmla="*/ 5259740 w 7467600"/>
              <a:gd name="connsiteY793" fmla="*/ 257013 h 6858000"/>
              <a:gd name="connsiteX794" fmla="*/ 5208466 w 7467600"/>
              <a:gd name="connsiteY794" fmla="*/ 257550 h 6858000"/>
              <a:gd name="connsiteX795" fmla="*/ 4980204 w 7467600"/>
              <a:gd name="connsiteY795" fmla="*/ 271903 h 6858000"/>
              <a:gd name="connsiteX796" fmla="*/ 5068068 w 7467600"/>
              <a:gd name="connsiteY796" fmla="*/ 282244 h 6858000"/>
              <a:gd name="connsiteX797" fmla="*/ 5153231 w 7467600"/>
              <a:gd name="connsiteY797" fmla="*/ 292240 h 6858000"/>
              <a:gd name="connsiteX798" fmla="*/ 5426491 w 7467600"/>
              <a:gd name="connsiteY798" fmla="*/ 281128 h 6858000"/>
              <a:gd name="connsiteX799" fmla="*/ 5731212 w 7467600"/>
              <a:gd name="connsiteY799" fmla="*/ 231951 h 6858000"/>
              <a:gd name="connsiteX800" fmla="*/ 5905192 w 7467600"/>
              <a:gd name="connsiteY800" fmla="*/ 163079 h 6858000"/>
              <a:gd name="connsiteX801" fmla="*/ 5944437 w 7467600"/>
              <a:gd name="connsiteY801" fmla="*/ 113829 h 6858000"/>
              <a:gd name="connsiteX802" fmla="*/ 5825032 w 7467600"/>
              <a:gd name="connsiteY802" fmla="*/ 146405 h 6858000"/>
              <a:gd name="connsiteX803" fmla="*/ 4955599 w 7467600"/>
              <a:gd name="connsiteY803" fmla="*/ 247008 h 6858000"/>
              <a:gd name="connsiteX804" fmla="*/ 5210104 w 7467600"/>
              <a:gd name="connsiteY804" fmla="*/ 228123 h 6858000"/>
              <a:gd name="connsiteX805" fmla="*/ 5261015 w 7467600"/>
              <a:gd name="connsiteY805" fmla="*/ 227087 h 6858000"/>
              <a:gd name="connsiteX806" fmla="*/ 5861181 w 7467600"/>
              <a:gd name="connsiteY806" fmla="*/ 143093 h 6858000"/>
              <a:gd name="connsiteX807" fmla="*/ 5961252 w 7467600"/>
              <a:gd name="connsiteY807" fmla="*/ 114820 h 6858000"/>
              <a:gd name="connsiteX808" fmla="*/ 5944437 w 7467600"/>
              <a:gd name="connsiteY808" fmla="*/ 113829 h 6858000"/>
              <a:gd name="connsiteX809" fmla="*/ 3882765 w 7467600"/>
              <a:gd name="connsiteY809" fmla="*/ 0 h 6858000"/>
              <a:gd name="connsiteX810" fmla="*/ 3995099 w 7467600"/>
              <a:gd name="connsiteY810" fmla="*/ 0 h 6858000"/>
              <a:gd name="connsiteX811" fmla="*/ 4163818 w 7467600"/>
              <a:gd name="connsiteY811" fmla="*/ 234104 h 6858000"/>
              <a:gd name="connsiteX812" fmla="*/ 4172099 w 7467600"/>
              <a:gd name="connsiteY812" fmla="*/ 234207 h 6858000"/>
              <a:gd name="connsiteX813" fmla="*/ 4784282 w 7467600"/>
              <a:gd name="connsiteY813" fmla="*/ 276561 h 6858000"/>
              <a:gd name="connsiteX814" fmla="*/ 4801687 w 7467600"/>
              <a:gd name="connsiteY814" fmla="*/ 267764 h 6858000"/>
              <a:gd name="connsiteX815" fmla="*/ 6082788 w 7467600"/>
              <a:gd name="connsiteY815" fmla="*/ 64119 h 6858000"/>
              <a:gd name="connsiteX816" fmla="*/ 6099442 w 7467600"/>
              <a:gd name="connsiteY816" fmla="*/ 82568 h 6858000"/>
              <a:gd name="connsiteX817" fmla="*/ 4804137 w 7467600"/>
              <a:gd name="connsiteY817" fmla="*/ 320931 h 6858000"/>
              <a:gd name="connsiteX818" fmla="*/ 4227047 w 7467600"/>
              <a:gd name="connsiteY818" fmla="*/ 313415 h 6858000"/>
              <a:gd name="connsiteX819" fmla="*/ 4346041 w 7467600"/>
              <a:gd name="connsiteY819" fmla="*/ 456086 h 6858000"/>
              <a:gd name="connsiteX820" fmla="*/ 4870967 w 7467600"/>
              <a:gd name="connsiteY820" fmla="*/ 963061 h 6858000"/>
              <a:gd name="connsiteX821" fmla="*/ 4889647 w 7467600"/>
              <a:gd name="connsiteY821" fmla="*/ 957147 h 6858000"/>
              <a:gd name="connsiteX822" fmla="*/ 5422504 w 7467600"/>
              <a:gd name="connsiteY822" fmla="*/ 805191 h 6858000"/>
              <a:gd name="connsiteX823" fmla="*/ 6087656 w 7467600"/>
              <a:gd name="connsiteY823" fmla="*/ 826703 h 6858000"/>
              <a:gd name="connsiteX824" fmla="*/ 6058717 w 7467600"/>
              <a:gd name="connsiteY824" fmla="*/ 865992 h 6858000"/>
              <a:gd name="connsiteX825" fmla="*/ 4974153 w 7467600"/>
              <a:gd name="connsiteY825" fmla="*/ 1045456 h 6858000"/>
              <a:gd name="connsiteX826" fmla="*/ 5627835 w 7467600"/>
              <a:gd name="connsiteY826" fmla="*/ 1472077 h 6858000"/>
              <a:gd name="connsiteX827" fmla="*/ 5629817 w 7467600"/>
              <a:gd name="connsiteY827" fmla="*/ 1471412 h 6858000"/>
              <a:gd name="connsiteX828" fmla="*/ 5634124 w 7467600"/>
              <a:gd name="connsiteY828" fmla="*/ 1470572 h 6858000"/>
              <a:gd name="connsiteX829" fmla="*/ 5755832 w 7467600"/>
              <a:gd name="connsiteY829" fmla="*/ 1383886 h 6858000"/>
              <a:gd name="connsiteX830" fmla="*/ 6014186 w 7467600"/>
              <a:gd name="connsiteY830" fmla="*/ 1279799 h 6858000"/>
              <a:gd name="connsiteX831" fmla="*/ 6901619 w 7467600"/>
              <a:gd name="connsiteY831" fmla="*/ 1047874 h 6858000"/>
              <a:gd name="connsiteX832" fmla="*/ 6931566 w 7467600"/>
              <a:gd name="connsiteY832" fmla="*/ 1062034 h 6858000"/>
              <a:gd name="connsiteX833" fmla="*/ 5790982 w 7467600"/>
              <a:gd name="connsiteY833" fmla="*/ 1561380 h 6858000"/>
              <a:gd name="connsiteX834" fmla="*/ 6188971 w 7467600"/>
              <a:gd name="connsiteY834" fmla="*/ 1755168 h 6858000"/>
              <a:gd name="connsiteX835" fmla="*/ 6202446 w 7467600"/>
              <a:gd name="connsiteY835" fmla="*/ 1752268 h 6858000"/>
              <a:gd name="connsiteX836" fmla="*/ 7179560 w 7467600"/>
              <a:gd name="connsiteY836" fmla="*/ 1467551 h 6858000"/>
              <a:gd name="connsiteX837" fmla="*/ 7158730 w 7467600"/>
              <a:gd name="connsiteY837" fmla="*/ 1507835 h 6858000"/>
              <a:gd name="connsiteX838" fmla="*/ 6326959 w 7467600"/>
              <a:gd name="connsiteY838" fmla="*/ 1817686 h 6858000"/>
              <a:gd name="connsiteX839" fmla="*/ 6537433 w 7467600"/>
              <a:gd name="connsiteY839" fmla="*/ 1907790 h 6858000"/>
              <a:gd name="connsiteX840" fmla="*/ 6550221 w 7467600"/>
              <a:gd name="connsiteY840" fmla="*/ 1910729 h 6858000"/>
              <a:gd name="connsiteX841" fmla="*/ 6964438 w 7467600"/>
              <a:gd name="connsiteY841" fmla="*/ 2209505 h 6858000"/>
              <a:gd name="connsiteX842" fmla="*/ 7367862 w 7467600"/>
              <a:gd name="connsiteY842" fmla="*/ 2806833 h 6858000"/>
              <a:gd name="connsiteX843" fmla="*/ 7364329 w 7467600"/>
              <a:gd name="connsiteY843" fmla="*/ 2826907 h 6858000"/>
              <a:gd name="connsiteX844" fmla="*/ 7290545 w 7467600"/>
              <a:gd name="connsiteY844" fmla="*/ 2850663 h 6858000"/>
              <a:gd name="connsiteX845" fmla="*/ 6472036 w 7467600"/>
              <a:gd name="connsiteY845" fmla="*/ 1959003 h 6858000"/>
              <a:gd name="connsiteX846" fmla="*/ 5792897 w 7467600"/>
              <a:gd name="connsiteY846" fmla="*/ 1647747 h 6858000"/>
              <a:gd name="connsiteX847" fmla="*/ 5842751 w 7467600"/>
              <a:gd name="connsiteY847" fmla="*/ 1816112 h 6858000"/>
              <a:gd name="connsiteX848" fmla="*/ 5847424 w 7467600"/>
              <a:gd name="connsiteY848" fmla="*/ 1815776 h 6858000"/>
              <a:gd name="connsiteX849" fmla="*/ 6399821 w 7467600"/>
              <a:gd name="connsiteY849" fmla="*/ 2344799 h 6858000"/>
              <a:gd name="connsiteX850" fmla="*/ 6323232 w 7467600"/>
              <a:gd name="connsiteY850" fmla="*/ 2389634 h 6858000"/>
              <a:gd name="connsiteX851" fmla="*/ 5942958 w 7467600"/>
              <a:gd name="connsiteY851" fmla="*/ 2077708 h 6858000"/>
              <a:gd name="connsiteX852" fmla="*/ 5921559 w 7467600"/>
              <a:gd name="connsiteY852" fmla="*/ 2378596 h 6858000"/>
              <a:gd name="connsiteX853" fmla="*/ 5817651 w 7467600"/>
              <a:gd name="connsiteY853" fmla="*/ 3023919 h 6858000"/>
              <a:gd name="connsiteX854" fmla="*/ 5729634 w 7467600"/>
              <a:gd name="connsiteY854" fmla="*/ 3051849 h 6858000"/>
              <a:gd name="connsiteX855" fmla="*/ 5611018 w 7467600"/>
              <a:gd name="connsiteY855" fmla="*/ 2316769 h 6858000"/>
              <a:gd name="connsiteX856" fmla="*/ 5687608 w 7467600"/>
              <a:gd name="connsiteY856" fmla="*/ 2039972 h 6858000"/>
              <a:gd name="connsiteX857" fmla="*/ 5657554 w 7467600"/>
              <a:gd name="connsiteY857" fmla="*/ 1576445 h 6858000"/>
              <a:gd name="connsiteX858" fmla="*/ 5150475 w 7467600"/>
              <a:gd name="connsiteY858" fmla="*/ 1274012 h 6858000"/>
              <a:gd name="connsiteX859" fmla="*/ 5349142 w 7467600"/>
              <a:gd name="connsiteY859" fmla="*/ 2204405 h 6858000"/>
              <a:gd name="connsiteX860" fmla="*/ 5262214 w 7467600"/>
              <a:gd name="connsiteY860" fmla="*/ 2233836 h 6858000"/>
              <a:gd name="connsiteX861" fmla="*/ 4981539 w 7467600"/>
              <a:gd name="connsiteY861" fmla="*/ 1542201 h 6858000"/>
              <a:gd name="connsiteX862" fmla="*/ 4958461 w 7467600"/>
              <a:gd name="connsiteY862" fmla="*/ 1136957 h 6858000"/>
              <a:gd name="connsiteX863" fmla="*/ 4655015 w 7467600"/>
              <a:gd name="connsiteY863" fmla="*/ 891426 h 6858000"/>
              <a:gd name="connsiteX864" fmla="*/ 4348002 w 7467600"/>
              <a:gd name="connsiteY864" fmla="*/ 2205895 h 6858000"/>
              <a:gd name="connsiteX865" fmla="*/ 4262250 w 7467600"/>
              <a:gd name="connsiteY865" fmla="*/ 2219972 h 6858000"/>
              <a:gd name="connsiteX866" fmla="*/ 4550611 w 7467600"/>
              <a:gd name="connsiteY866" fmla="*/ 817540 h 6858000"/>
              <a:gd name="connsiteX867" fmla="*/ 4564418 w 7467600"/>
              <a:gd name="connsiteY867" fmla="*/ 808293 h 6858000"/>
              <a:gd name="connsiteX868" fmla="*/ 4266388 w 7467600"/>
              <a:gd name="connsiteY868" fmla="*/ 500083 h 6858000"/>
              <a:gd name="connsiteX869" fmla="*/ 4032842 w 7467600"/>
              <a:gd name="connsiteY869" fmla="*/ 211809 h 6858000"/>
              <a:gd name="connsiteX870" fmla="*/ 3882765 w 7467600"/>
              <a:gd name="connsiteY870" fmla="*/ 0 h 6858000"/>
              <a:gd name="connsiteX871" fmla="*/ 3721337 w 7467600"/>
              <a:gd name="connsiteY871" fmla="*/ 0 h 6858000"/>
              <a:gd name="connsiteX872" fmla="*/ 3797544 w 7467600"/>
              <a:gd name="connsiteY872" fmla="*/ 0 h 6858000"/>
              <a:gd name="connsiteX873" fmla="*/ 3775734 w 7467600"/>
              <a:gd name="connsiteY873" fmla="*/ 95131 h 6858000"/>
              <a:gd name="connsiteX874" fmla="*/ 3724807 w 7467600"/>
              <a:gd name="connsiteY874" fmla="*/ 272257 h 6858000"/>
              <a:gd name="connsiteX875" fmla="*/ 3726844 w 7467600"/>
              <a:gd name="connsiteY875" fmla="*/ 282988 h 6858000"/>
              <a:gd name="connsiteX876" fmla="*/ 3742664 w 7467600"/>
              <a:gd name="connsiteY876" fmla="*/ 279918 h 6858000"/>
              <a:gd name="connsiteX877" fmla="*/ 4103910 w 7467600"/>
              <a:gd name="connsiteY877" fmla="*/ 1161917 h 6858000"/>
              <a:gd name="connsiteX878" fmla="*/ 4020269 w 7467600"/>
              <a:gd name="connsiteY878" fmla="*/ 1200406 h 6858000"/>
              <a:gd name="connsiteX879" fmla="*/ 3674882 w 7467600"/>
              <a:gd name="connsiteY879" fmla="*/ 488524 h 6858000"/>
              <a:gd name="connsiteX880" fmla="*/ 3132682 w 7467600"/>
              <a:gd name="connsiteY880" fmla="*/ 1072284 h 6858000"/>
              <a:gd name="connsiteX881" fmla="*/ 2716346 w 7467600"/>
              <a:gd name="connsiteY881" fmla="*/ 1276376 h 6858000"/>
              <a:gd name="connsiteX882" fmla="*/ 2716772 w 7467600"/>
              <a:gd name="connsiteY882" fmla="*/ 1255462 h 6858000"/>
              <a:gd name="connsiteX883" fmla="*/ 3471096 w 7467600"/>
              <a:gd name="connsiteY883" fmla="*/ 437072 h 6858000"/>
              <a:gd name="connsiteX884" fmla="*/ 3639057 w 7467600"/>
              <a:gd name="connsiteY884" fmla="*/ 286334 h 6858000"/>
              <a:gd name="connsiteX885" fmla="*/ 3640309 w 7467600"/>
              <a:gd name="connsiteY885" fmla="*/ 284664 h 6858000"/>
              <a:gd name="connsiteX886" fmla="*/ 3646022 w 7467600"/>
              <a:gd name="connsiteY886" fmla="*/ 276711 h 6858000"/>
              <a:gd name="connsiteX887" fmla="*/ 3707943 w 7467600"/>
              <a:gd name="connsiteY887" fmla="*/ 65958 h 6858000"/>
              <a:gd name="connsiteX888" fmla="*/ 3721337 w 7467600"/>
              <a:gd name="connsiteY888" fmla="*/ 0 h 6858000"/>
              <a:gd name="connsiteX889" fmla="*/ 2867960 w 7467600"/>
              <a:gd name="connsiteY889" fmla="*/ 0 h 6858000"/>
              <a:gd name="connsiteX890" fmla="*/ 2926351 w 7467600"/>
              <a:gd name="connsiteY890" fmla="*/ 0 h 6858000"/>
              <a:gd name="connsiteX891" fmla="*/ 2902823 w 7467600"/>
              <a:gd name="connsiteY891" fmla="*/ 262929 h 6858000"/>
              <a:gd name="connsiteX892" fmla="*/ 2940663 w 7467600"/>
              <a:gd name="connsiteY892" fmla="*/ 140884 h 6858000"/>
              <a:gd name="connsiteX893" fmla="*/ 2947039 w 7467600"/>
              <a:gd name="connsiteY893" fmla="*/ 122524 h 6858000"/>
              <a:gd name="connsiteX894" fmla="*/ 2984316 w 7467600"/>
              <a:gd name="connsiteY894" fmla="*/ 0 h 6858000"/>
              <a:gd name="connsiteX895" fmla="*/ 3016114 w 7467600"/>
              <a:gd name="connsiteY895" fmla="*/ 0 h 6858000"/>
              <a:gd name="connsiteX896" fmla="*/ 2979949 w 7467600"/>
              <a:gd name="connsiteY896" fmla="*/ 119274 h 6858000"/>
              <a:gd name="connsiteX897" fmla="*/ 3023879 w 7467600"/>
              <a:gd name="connsiteY897" fmla="*/ 0 h 6858000"/>
              <a:gd name="connsiteX898" fmla="*/ 3105400 w 7467600"/>
              <a:gd name="connsiteY898" fmla="*/ 0 h 6858000"/>
              <a:gd name="connsiteX899" fmla="*/ 3094669 w 7467600"/>
              <a:gd name="connsiteY899" fmla="*/ 30308 h 6858000"/>
              <a:gd name="connsiteX900" fmla="*/ 2901945 w 7467600"/>
              <a:gd name="connsiteY900" fmla="*/ 466538 h 6858000"/>
              <a:gd name="connsiteX901" fmla="*/ 2815209 w 7467600"/>
              <a:gd name="connsiteY901" fmla="*/ 497361 h 6858000"/>
              <a:gd name="connsiteX902" fmla="*/ 2844845 w 7467600"/>
              <a:gd name="connsiteY902" fmla="*/ 127638 h 6858000"/>
              <a:gd name="connsiteX903" fmla="*/ 2867960 w 7467600"/>
              <a:gd name="connsiteY903" fmla="*/ 0 h 6858000"/>
              <a:gd name="connsiteX904" fmla="*/ 1057230 w 7467600"/>
              <a:gd name="connsiteY904" fmla="*/ 0 h 6858000"/>
              <a:gd name="connsiteX905" fmla="*/ 1111003 w 7467600"/>
              <a:gd name="connsiteY905" fmla="*/ 0 h 6858000"/>
              <a:gd name="connsiteX906" fmla="*/ 1125553 w 7467600"/>
              <a:gd name="connsiteY906" fmla="*/ 52588 h 6858000"/>
              <a:gd name="connsiteX907" fmla="*/ 1304276 w 7467600"/>
              <a:gd name="connsiteY907" fmla="*/ 476275 h 6858000"/>
              <a:gd name="connsiteX908" fmla="*/ 1492066 w 7467600"/>
              <a:gd name="connsiteY908" fmla="*/ 886333 h 6858000"/>
              <a:gd name="connsiteX909" fmla="*/ 1423698 w 7467600"/>
              <a:gd name="connsiteY909" fmla="*/ 710817 h 6858000"/>
              <a:gd name="connsiteX910" fmla="*/ 1357609 w 7467600"/>
              <a:gd name="connsiteY910" fmla="*/ 532892 h 6858000"/>
              <a:gd name="connsiteX911" fmla="*/ 1309550 w 7467600"/>
              <a:gd name="connsiteY911" fmla="*/ 374031 h 6858000"/>
              <a:gd name="connsiteX912" fmla="*/ 1193673 w 7467600"/>
              <a:gd name="connsiteY912" fmla="*/ 49533 h 6858000"/>
              <a:gd name="connsiteX913" fmla="*/ 1164391 w 7467600"/>
              <a:gd name="connsiteY913" fmla="*/ 0 h 6858000"/>
              <a:gd name="connsiteX914" fmla="*/ 1200666 w 7467600"/>
              <a:gd name="connsiteY914" fmla="*/ 0 h 6858000"/>
              <a:gd name="connsiteX915" fmla="*/ 1223408 w 7467600"/>
              <a:gd name="connsiteY915" fmla="*/ 38996 h 6858000"/>
              <a:gd name="connsiteX916" fmla="*/ 1339635 w 7467600"/>
              <a:gd name="connsiteY916" fmla="*/ 365517 h 6858000"/>
              <a:gd name="connsiteX917" fmla="*/ 1387469 w 7467600"/>
              <a:gd name="connsiteY917" fmla="*/ 523079 h 6858000"/>
              <a:gd name="connsiteX918" fmla="*/ 1452685 w 7467600"/>
              <a:gd name="connsiteY918" fmla="*/ 699806 h 6858000"/>
              <a:gd name="connsiteX919" fmla="*/ 1492092 w 7467600"/>
              <a:gd name="connsiteY919" fmla="*/ 800424 h 6858000"/>
              <a:gd name="connsiteX920" fmla="*/ 1455302 w 7467600"/>
              <a:gd name="connsiteY920" fmla="*/ 632913 h 6858000"/>
              <a:gd name="connsiteX921" fmla="*/ 1222336 w 7467600"/>
              <a:gd name="connsiteY921" fmla="*/ 9480 h 6858000"/>
              <a:gd name="connsiteX922" fmla="*/ 1214634 w 7467600"/>
              <a:gd name="connsiteY922" fmla="*/ 0 h 6858000"/>
              <a:gd name="connsiteX923" fmla="*/ 1289827 w 7467600"/>
              <a:gd name="connsiteY923" fmla="*/ 0 h 6858000"/>
              <a:gd name="connsiteX924" fmla="*/ 1321076 w 7467600"/>
              <a:gd name="connsiteY924" fmla="*/ 59722 h 6858000"/>
              <a:gd name="connsiteX925" fmla="*/ 1512579 w 7467600"/>
              <a:gd name="connsiteY925" fmla="*/ 626441 h 6858000"/>
              <a:gd name="connsiteX926" fmla="*/ 1506076 w 7467600"/>
              <a:gd name="connsiteY926" fmla="*/ 1089289 h 6858000"/>
              <a:gd name="connsiteX927" fmla="*/ 1486346 w 7467600"/>
              <a:gd name="connsiteY927" fmla="*/ 1079919 h 6858000"/>
              <a:gd name="connsiteX928" fmla="*/ 1070511 w 7467600"/>
              <a:gd name="connsiteY928" fmla="*/ 48609 h 6858000"/>
              <a:gd name="connsiteX929" fmla="*/ 1057230 w 7467600"/>
              <a:gd name="connsiteY929" fmla="*/ 0 h 6858000"/>
              <a:gd name="connsiteX930" fmla="*/ 43151 w 7467600"/>
              <a:gd name="connsiteY930" fmla="*/ 0 h 6858000"/>
              <a:gd name="connsiteX931" fmla="*/ 95283 w 7467600"/>
              <a:gd name="connsiteY931" fmla="*/ 0 h 6858000"/>
              <a:gd name="connsiteX932" fmla="*/ 300708 w 7467600"/>
              <a:gd name="connsiteY932" fmla="*/ 154571 h 6858000"/>
              <a:gd name="connsiteX933" fmla="*/ 530414 w 7467600"/>
              <a:gd name="connsiteY933" fmla="*/ 354673 h 6858000"/>
              <a:gd name="connsiteX934" fmla="*/ 333785 w 7467600"/>
              <a:gd name="connsiteY934" fmla="*/ 161564 h 6858000"/>
              <a:gd name="connsiteX935" fmla="*/ 147005 w 7467600"/>
              <a:gd name="connsiteY935" fmla="*/ 0 h 6858000"/>
              <a:gd name="connsiteX936" fmla="*/ 272509 w 7467600"/>
              <a:gd name="connsiteY936" fmla="*/ 0 h 6858000"/>
              <a:gd name="connsiteX937" fmla="*/ 326276 w 7467600"/>
              <a:gd name="connsiteY937" fmla="*/ 45847 h 6858000"/>
              <a:gd name="connsiteX938" fmla="*/ 823759 w 7467600"/>
              <a:gd name="connsiteY938" fmla="*/ 574145 h 6858000"/>
              <a:gd name="connsiteX939" fmla="*/ 811254 w 7467600"/>
              <a:gd name="connsiteY939" fmla="*/ 665546 h 6858000"/>
              <a:gd name="connsiteX940" fmla="*/ 154042 w 7467600"/>
              <a:gd name="connsiteY940" fmla="*/ 261522 h 6858000"/>
              <a:gd name="connsiteX941" fmla="*/ 13550 w 7467600"/>
              <a:gd name="connsiteY941" fmla="*/ 158423 h 6858000"/>
              <a:gd name="connsiteX942" fmla="*/ 0 w 7467600"/>
              <a:gd name="connsiteY942" fmla="*/ 146618 h 6858000"/>
              <a:gd name="connsiteX943" fmla="*/ 0 w 7467600"/>
              <a:gd name="connsiteY943" fmla="*/ 59161 h 6858000"/>
              <a:gd name="connsiteX944" fmla="*/ 45427 w 7467600"/>
              <a:gd name="connsiteY944" fmla="*/ 101078 h 6858000"/>
              <a:gd name="connsiteX945" fmla="*/ 630103 w 7467600"/>
              <a:gd name="connsiteY945" fmla="*/ 485885 h 6858000"/>
              <a:gd name="connsiteX946" fmla="*/ 532040 w 7467600"/>
              <a:gd name="connsiteY946" fmla="*/ 399359 h 6858000"/>
              <a:gd name="connsiteX947" fmla="*/ 517618 w 7467600"/>
              <a:gd name="connsiteY947" fmla="*/ 385726 h 6858000"/>
              <a:gd name="connsiteX948" fmla="*/ 285074 w 7467600"/>
              <a:gd name="connsiteY948" fmla="*/ 182755 h 6858000"/>
              <a:gd name="connsiteX949" fmla="*/ 43151 w 7467600"/>
              <a:gd name="connsiteY94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05948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1019354 w 7467600"/>
              <a:gd name="connsiteY17" fmla="*/ 6315006 h 6858000"/>
              <a:gd name="connsiteX18" fmla="*/ 441046 w 7467600"/>
              <a:gd name="connsiteY18" fmla="*/ 6691153 h 6858000"/>
              <a:gd name="connsiteX19" fmla="*/ 1019354 w 7467600"/>
              <a:gd name="connsiteY19" fmla="*/ 6315006 h 6858000"/>
              <a:gd name="connsiteX20" fmla="*/ 991680 w 7467600"/>
              <a:gd name="connsiteY20" fmla="*/ 6298413 h 6858000"/>
              <a:gd name="connsiteX21" fmla="*/ 409060 w 7467600"/>
              <a:gd name="connsiteY21" fmla="*/ 6671470 h 6858000"/>
              <a:gd name="connsiteX22" fmla="*/ 991680 w 7467600"/>
              <a:gd name="connsiteY22" fmla="*/ 6298413 h 6858000"/>
              <a:gd name="connsiteX23" fmla="*/ 103333 w 7467600"/>
              <a:gd name="connsiteY23" fmla="*/ 5699602 h 6858000"/>
              <a:gd name="connsiteX24" fmla="*/ 233938 w 7467600"/>
              <a:gd name="connsiteY24" fmla="*/ 5809416 h 6858000"/>
              <a:gd name="connsiteX25" fmla="*/ 883580 w 7467600"/>
              <a:gd name="connsiteY25" fmla="*/ 6180710 h 6858000"/>
              <a:gd name="connsiteX26" fmla="*/ 487337 w 7467600"/>
              <a:gd name="connsiteY26" fmla="*/ 5950182 h 6858000"/>
              <a:gd name="connsiteX27" fmla="*/ 354051 w 7467600"/>
              <a:gd name="connsiteY27" fmla="*/ 5854912 h 6858000"/>
              <a:gd name="connsiteX28" fmla="*/ 195436 w 7467600"/>
              <a:gd name="connsiteY28" fmla="*/ 5755068 h 6858000"/>
              <a:gd name="connsiteX29" fmla="*/ 103333 w 7467600"/>
              <a:gd name="connsiteY29" fmla="*/ 5699602 h 6858000"/>
              <a:gd name="connsiteX30" fmla="*/ 5539432 w 7467600"/>
              <a:gd name="connsiteY30" fmla="*/ 5642928 h 6858000"/>
              <a:gd name="connsiteX31" fmla="*/ 5555462 w 7467600"/>
              <a:gd name="connsiteY31" fmla="*/ 5694454 h 6858000"/>
              <a:gd name="connsiteX32" fmla="*/ 5828270 w 7467600"/>
              <a:gd name="connsiteY32" fmla="*/ 6320663 h 6858000"/>
              <a:gd name="connsiteX33" fmla="*/ 5947416 w 7467600"/>
              <a:gd name="connsiteY33" fmla="*/ 6574846 h 6858000"/>
              <a:gd name="connsiteX34" fmla="*/ 5539432 w 7467600"/>
              <a:gd name="connsiteY34" fmla="*/ 5642928 h 6858000"/>
              <a:gd name="connsiteX35" fmla="*/ 51253 w 7467600"/>
              <a:gd name="connsiteY35" fmla="*/ 5631825 h 6858000"/>
              <a:gd name="connsiteX36" fmla="*/ 211622 w 7467600"/>
              <a:gd name="connsiteY36" fmla="*/ 5728803 h 6858000"/>
              <a:gd name="connsiteX37" fmla="*/ 371652 w 7467600"/>
              <a:gd name="connsiteY37" fmla="*/ 5829062 h 6858000"/>
              <a:gd name="connsiteX38" fmla="*/ 505903 w 7467600"/>
              <a:gd name="connsiteY38" fmla="*/ 5925221 h 6858000"/>
              <a:gd name="connsiteX39" fmla="*/ 899240 w 7467600"/>
              <a:gd name="connsiteY39" fmla="*/ 6153068 h 6858000"/>
              <a:gd name="connsiteX40" fmla="*/ 988114 w 7467600"/>
              <a:gd name="connsiteY40" fmla="*/ 6174204 h 6858000"/>
              <a:gd name="connsiteX41" fmla="*/ 845971 w 7467600"/>
              <a:gd name="connsiteY41" fmla="*/ 6067177 h 6858000"/>
              <a:gd name="connsiteX42" fmla="*/ 448057 w 7467600"/>
              <a:gd name="connsiteY42" fmla="*/ 5841376 h 6858000"/>
              <a:gd name="connsiteX43" fmla="*/ 51253 w 7467600"/>
              <a:gd name="connsiteY43" fmla="*/ 5631825 h 6858000"/>
              <a:gd name="connsiteX44" fmla="*/ 2606687 w 7467600"/>
              <a:gd name="connsiteY44" fmla="*/ 5630718 h 6858000"/>
              <a:gd name="connsiteX45" fmla="*/ 2645658 w 7467600"/>
              <a:gd name="connsiteY45" fmla="*/ 6640259 h 6858000"/>
              <a:gd name="connsiteX46" fmla="*/ 2606687 w 7467600"/>
              <a:gd name="connsiteY46" fmla="*/ 5630718 h 6858000"/>
              <a:gd name="connsiteX47" fmla="*/ 3642057 w 7467600"/>
              <a:gd name="connsiteY47" fmla="*/ 5573487 h 6858000"/>
              <a:gd name="connsiteX48" fmla="*/ 3632981 w 7467600"/>
              <a:gd name="connsiteY48" fmla="*/ 5579437 h 6858000"/>
              <a:gd name="connsiteX49" fmla="*/ 3382436 w 7467600"/>
              <a:gd name="connsiteY49" fmla="*/ 5952726 h 6858000"/>
              <a:gd name="connsiteX50" fmla="*/ 3191929 w 7467600"/>
              <a:gd name="connsiteY50" fmla="*/ 6662669 h 6858000"/>
              <a:gd name="connsiteX51" fmla="*/ 3369898 w 7467600"/>
              <a:gd name="connsiteY51" fmla="*/ 6081771 h 6858000"/>
              <a:gd name="connsiteX52" fmla="*/ 3642057 w 7467600"/>
              <a:gd name="connsiteY52" fmla="*/ 5573487 h 6858000"/>
              <a:gd name="connsiteX53" fmla="*/ 2650666 w 7467600"/>
              <a:gd name="connsiteY53" fmla="*/ 5530686 h 6858000"/>
              <a:gd name="connsiteX54" fmla="*/ 2650249 w 7467600"/>
              <a:gd name="connsiteY54" fmla="*/ 5532101 h 6858000"/>
              <a:gd name="connsiteX55" fmla="*/ 2663808 w 7467600"/>
              <a:gd name="connsiteY55" fmla="*/ 6535215 h 6858000"/>
              <a:gd name="connsiteX56" fmla="*/ 2665418 w 7467600"/>
              <a:gd name="connsiteY56" fmla="*/ 6132756 h 6858000"/>
              <a:gd name="connsiteX57" fmla="*/ 2650666 w 7467600"/>
              <a:gd name="connsiteY57" fmla="*/ 5530686 h 6858000"/>
              <a:gd name="connsiteX58" fmla="*/ 2680277 w 7467600"/>
              <a:gd name="connsiteY58" fmla="*/ 5479204 h 6858000"/>
              <a:gd name="connsiteX59" fmla="*/ 2678972 w 7467600"/>
              <a:gd name="connsiteY59" fmla="*/ 5481582 h 6858000"/>
              <a:gd name="connsiteX60" fmla="*/ 2696666 w 7467600"/>
              <a:gd name="connsiteY60" fmla="*/ 6133836 h 6858000"/>
              <a:gd name="connsiteX61" fmla="*/ 2695769 w 7467600"/>
              <a:gd name="connsiteY61" fmla="*/ 6390955 h 6858000"/>
              <a:gd name="connsiteX62" fmla="*/ 2739893 w 7467600"/>
              <a:gd name="connsiteY62" fmla="*/ 6108357 h 6858000"/>
              <a:gd name="connsiteX63" fmla="*/ 2680277 w 7467600"/>
              <a:gd name="connsiteY63" fmla="*/ 5479204 h 6858000"/>
              <a:gd name="connsiteX64" fmla="*/ 1132195 w 7467600"/>
              <a:gd name="connsiteY64" fmla="*/ 5467980 h 6858000"/>
              <a:gd name="connsiteX65" fmla="*/ 1679056 w 7467600"/>
              <a:gd name="connsiteY65" fmla="*/ 5516907 h 6858000"/>
              <a:gd name="connsiteX66" fmla="*/ 2128648 w 7467600"/>
              <a:gd name="connsiteY66" fmla="*/ 5474249 h 6858000"/>
              <a:gd name="connsiteX67" fmla="*/ 1825619 w 7467600"/>
              <a:gd name="connsiteY67" fmla="*/ 5478447 h 6858000"/>
              <a:gd name="connsiteX68" fmla="*/ 1737798 w 7467600"/>
              <a:gd name="connsiteY68" fmla="*/ 5483353 h 6858000"/>
              <a:gd name="connsiteX69" fmla="*/ 1132195 w 7467600"/>
              <a:gd name="connsiteY69" fmla="*/ 5467980 h 6858000"/>
              <a:gd name="connsiteX70" fmla="*/ 1456157 w 7467600"/>
              <a:gd name="connsiteY70" fmla="*/ 5371404 h 6858000"/>
              <a:gd name="connsiteX71" fmla="*/ 1244432 w 7467600"/>
              <a:gd name="connsiteY71" fmla="*/ 5385601 h 6858000"/>
              <a:gd name="connsiteX72" fmla="*/ 973990 w 7467600"/>
              <a:gd name="connsiteY72" fmla="*/ 5424940 h 6858000"/>
              <a:gd name="connsiteX73" fmla="*/ 1103809 w 7467600"/>
              <a:gd name="connsiteY73" fmla="*/ 5433720 h 6858000"/>
              <a:gd name="connsiteX74" fmla="*/ 1123454 w 7467600"/>
              <a:gd name="connsiteY74" fmla="*/ 5435727 h 6858000"/>
              <a:gd name="connsiteX75" fmla="*/ 1737017 w 7467600"/>
              <a:gd name="connsiteY75" fmla="*/ 5452183 h 6858000"/>
              <a:gd name="connsiteX76" fmla="*/ 1824397 w 7467600"/>
              <a:gd name="connsiteY76" fmla="*/ 5447757 h 6858000"/>
              <a:gd name="connsiteX77" fmla="*/ 2070059 w 7467600"/>
              <a:gd name="connsiteY77" fmla="*/ 5441660 h 6858000"/>
              <a:gd name="connsiteX78" fmla="*/ 1456157 w 7467600"/>
              <a:gd name="connsiteY78" fmla="*/ 5371404 h 6858000"/>
              <a:gd name="connsiteX79" fmla="*/ 4988186 w 7467600"/>
              <a:gd name="connsiteY79" fmla="*/ 5216467 h 6858000"/>
              <a:gd name="connsiteX80" fmla="*/ 4777334 w 7467600"/>
              <a:gd name="connsiteY80" fmla="*/ 5406072 h 6858000"/>
              <a:gd name="connsiteX81" fmla="*/ 4718341 w 7467600"/>
              <a:gd name="connsiteY81" fmla="*/ 5468043 h 6858000"/>
              <a:gd name="connsiteX82" fmla="*/ 4604655 w 7467600"/>
              <a:gd name="connsiteY82" fmla="*/ 5583434 h 6858000"/>
              <a:gd name="connsiteX83" fmla="*/ 4565074 w 7467600"/>
              <a:gd name="connsiteY83" fmla="*/ 5618550 h 6858000"/>
              <a:gd name="connsiteX84" fmla="*/ 4988186 w 7467600"/>
              <a:gd name="connsiteY84" fmla="*/ 5216467 h 6858000"/>
              <a:gd name="connsiteX85" fmla="*/ 4978032 w 7467600"/>
              <a:gd name="connsiteY85" fmla="*/ 5183809 h 6858000"/>
              <a:gd name="connsiteX86" fmla="*/ 4463413 w 7467600"/>
              <a:gd name="connsiteY86" fmla="*/ 5615162 h 6858000"/>
              <a:gd name="connsiteX87" fmla="*/ 4358134 w 7467600"/>
              <a:gd name="connsiteY87" fmla="*/ 5742791 h 6858000"/>
              <a:gd name="connsiteX88" fmla="*/ 4376219 w 7467600"/>
              <a:gd name="connsiteY88" fmla="*/ 5729027 h 6858000"/>
              <a:gd name="connsiteX89" fmla="*/ 4582340 w 7467600"/>
              <a:gd name="connsiteY89" fmla="*/ 5561037 h 6858000"/>
              <a:gd name="connsiteX90" fmla="*/ 4694684 w 7467600"/>
              <a:gd name="connsiteY90" fmla="*/ 5447098 h 6858000"/>
              <a:gd name="connsiteX91" fmla="*/ 4754123 w 7467600"/>
              <a:gd name="connsiteY91" fmla="*/ 5384643 h 6858000"/>
              <a:gd name="connsiteX92" fmla="*/ 4978032 w 7467600"/>
              <a:gd name="connsiteY92" fmla="*/ 5183809 h 6858000"/>
              <a:gd name="connsiteX93" fmla="*/ 1903353 w 7467600"/>
              <a:gd name="connsiteY93" fmla="*/ 5044827 h 6858000"/>
              <a:gd name="connsiteX94" fmla="*/ 1936931 w 7467600"/>
              <a:gd name="connsiteY94" fmla="*/ 5093954 h 6858000"/>
              <a:gd name="connsiteX95" fmla="*/ 2195868 w 7467600"/>
              <a:gd name="connsiteY95" fmla="*/ 5396574 h 6858000"/>
              <a:gd name="connsiteX96" fmla="*/ 2088852 w 7467600"/>
              <a:gd name="connsiteY96" fmla="*/ 5166123 h 6858000"/>
              <a:gd name="connsiteX97" fmla="*/ 1958241 w 7467600"/>
              <a:gd name="connsiteY97" fmla="*/ 5067955 h 6858000"/>
              <a:gd name="connsiteX98" fmla="*/ 1903353 w 7467600"/>
              <a:gd name="connsiteY98" fmla="*/ 5044827 h 6858000"/>
              <a:gd name="connsiteX99" fmla="*/ 1979378 w 7467600"/>
              <a:gd name="connsiteY99" fmla="*/ 4769504 h 6858000"/>
              <a:gd name="connsiteX100" fmla="*/ 2882120 w 7467600"/>
              <a:gd name="connsiteY100" fmla="*/ 5064547 h 6858000"/>
              <a:gd name="connsiteX101" fmla="*/ 2793103 w 7467600"/>
              <a:gd name="connsiteY101" fmla="*/ 5039699 h 6858000"/>
              <a:gd name="connsiteX102" fmla="*/ 2770041 w 7467600"/>
              <a:gd name="connsiteY102" fmla="*/ 5033634 h 6858000"/>
              <a:gd name="connsiteX103" fmla="*/ 1979378 w 7467600"/>
              <a:gd name="connsiteY103" fmla="*/ 4769504 h 6858000"/>
              <a:gd name="connsiteX104" fmla="*/ 1927410 w 7467600"/>
              <a:gd name="connsiteY104" fmla="*/ 4716164 h 6858000"/>
              <a:gd name="connsiteX105" fmla="*/ 1959587 w 7467600"/>
              <a:gd name="connsiteY105" fmla="*/ 4728849 h 6858000"/>
              <a:gd name="connsiteX106" fmla="*/ 2777707 w 7467600"/>
              <a:gd name="connsiteY106" fmla="*/ 5003991 h 6858000"/>
              <a:gd name="connsiteX107" fmla="*/ 2800768 w 7467600"/>
              <a:gd name="connsiteY107" fmla="*/ 5010056 h 6858000"/>
              <a:gd name="connsiteX108" fmla="*/ 2879408 w 7467600"/>
              <a:gd name="connsiteY108" fmla="*/ 5031590 h 6858000"/>
              <a:gd name="connsiteX109" fmla="*/ 2862295 w 7467600"/>
              <a:gd name="connsiteY109" fmla="*/ 5022958 h 6858000"/>
              <a:gd name="connsiteX110" fmla="*/ 2813343 w 7467600"/>
              <a:gd name="connsiteY110" fmla="*/ 4998369 h 6858000"/>
              <a:gd name="connsiteX111" fmla="*/ 2646245 w 7467600"/>
              <a:gd name="connsiteY111" fmla="*/ 4930999 h 6858000"/>
              <a:gd name="connsiteX112" fmla="*/ 1999243 w 7467600"/>
              <a:gd name="connsiteY112" fmla="*/ 4730524 h 6858000"/>
              <a:gd name="connsiteX113" fmla="*/ 1979527 w 7467600"/>
              <a:gd name="connsiteY113" fmla="*/ 4726651 h 6858000"/>
              <a:gd name="connsiteX114" fmla="*/ 1927410 w 7467600"/>
              <a:gd name="connsiteY114" fmla="*/ 4716164 h 6858000"/>
              <a:gd name="connsiteX115" fmla="*/ 1997014 w 7467600"/>
              <a:gd name="connsiteY115" fmla="*/ 4698007 h 6858000"/>
              <a:gd name="connsiteX116" fmla="*/ 2005458 w 7467600"/>
              <a:gd name="connsiteY116" fmla="*/ 4699540 h 6858000"/>
              <a:gd name="connsiteX117" fmla="*/ 2657186 w 7467600"/>
              <a:gd name="connsiteY117" fmla="*/ 4901687 h 6858000"/>
              <a:gd name="connsiteX118" fmla="*/ 2826662 w 7467600"/>
              <a:gd name="connsiteY118" fmla="*/ 4970362 h 6858000"/>
              <a:gd name="connsiteX119" fmla="*/ 2876100 w 7467600"/>
              <a:gd name="connsiteY119" fmla="*/ 4995397 h 6858000"/>
              <a:gd name="connsiteX120" fmla="*/ 3042600 w 7467600"/>
              <a:gd name="connsiteY120" fmla="*/ 5059532 h 6858000"/>
              <a:gd name="connsiteX121" fmla="*/ 1997014 w 7467600"/>
              <a:gd name="connsiteY121" fmla="*/ 4698007 h 6858000"/>
              <a:gd name="connsiteX122" fmla="*/ 2305292 w 7467600"/>
              <a:gd name="connsiteY122" fmla="*/ 4219492 h 6858000"/>
              <a:gd name="connsiteX123" fmla="*/ 3360922 w 7467600"/>
              <a:gd name="connsiteY123" fmla="*/ 4529373 h 6858000"/>
              <a:gd name="connsiteX124" fmla="*/ 3492420 w 7467600"/>
              <a:gd name="connsiteY124" fmla="*/ 4510145 h 6858000"/>
              <a:gd name="connsiteX125" fmla="*/ 3364086 w 7467600"/>
              <a:gd name="connsiteY125" fmla="*/ 4480340 h 6858000"/>
              <a:gd name="connsiteX126" fmla="*/ 3225818 w 7467600"/>
              <a:gd name="connsiteY126" fmla="*/ 4411822 h 6858000"/>
              <a:gd name="connsiteX127" fmla="*/ 3129696 w 7467600"/>
              <a:gd name="connsiteY127" fmla="*/ 4360704 h 6858000"/>
              <a:gd name="connsiteX128" fmla="*/ 2814545 w 7467600"/>
              <a:gd name="connsiteY128" fmla="*/ 4282955 h 6858000"/>
              <a:gd name="connsiteX129" fmla="*/ 2305292 w 7467600"/>
              <a:gd name="connsiteY129" fmla="*/ 4219492 h 6858000"/>
              <a:gd name="connsiteX130" fmla="*/ 2626982 w 7467600"/>
              <a:gd name="connsiteY130" fmla="*/ 4206450 h 6858000"/>
              <a:gd name="connsiteX131" fmla="*/ 2490617 w 7467600"/>
              <a:gd name="connsiteY131" fmla="*/ 4206951 h 6858000"/>
              <a:gd name="connsiteX132" fmla="*/ 2819869 w 7467600"/>
              <a:gd name="connsiteY132" fmla="*/ 4252936 h 6858000"/>
              <a:gd name="connsiteX133" fmla="*/ 3143018 w 7467600"/>
              <a:gd name="connsiteY133" fmla="*/ 4332698 h 6858000"/>
              <a:gd name="connsiteX134" fmla="*/ 3241520 w 7467600"/>
              <a:gd name="connsiteY134" fmla="*/ 4385112 h 6858000"/>
              <a:gd name="connsiteX135" fmla="*/ 3374575 w 7467600"/>
              <a:gd name="connsiteY135" fmla="*/ 4451517 h 6858000"/>
              <a:gd name="connsiteX136" fmla="*/ 3505221 w 7467600"/>
              <a:gd name="connsiteY136" fmla="*/ 4480757 h 6858000"/>
              <a:gd name="connsiteX137" fmla="*/ 2626982 w 7467600"/>
              <a:gd name="connsiteY137" fmla="*/ 4206450 h 6858000"/>
              <a:gd name="connsiteX138" fmla="*/ 1310106 w 7467600"/>
              <a:gd name="connsiteY138" fmla="*/ 3943217 h 6858000"/>
              <a:gd name="connsiteX139" fmla="*/ 854994 w 7467600"/>
              <a:gd name="connsiteY139" fmla="*/ 4399136 h 6858000"/>
              <a:gd name="connsiteX140" fmla="*/ 742462 w 7467600"/>
              <a:gd name="connsiteY140" fmla="*/ 4594648 h 6858000"/>
              <a:gd name="connsiteX141" fmla="*/ 820602 w 7467600"/>
              <a:gd name="connsiteY141" fmla="*/ 4485915 h 6858000"/>
              <a:gd name="connsiteX142" fmla="*/ 878295 w 7467600"/>
              <a:gd name="connsiteY142" fmla="*/ 4403594 h 6858000"/>
              <a:gd name="connsiteX143" fmla="*/ 1240607 w 7467600"/>
              <a:gd name="connsiteY143" fmla="*/ 4010401 h 6858000"/>
              <a:gd name="connsiteX144" fmla="*/ 1310106 w 7467600"/>
              <a:gd name="connsiteY144" fmla="*/ 3943217 h 6858000"/>
              <a:gd name="connsiteX145" fmla="*/ 1423113 w 7467600"/>
              <a:gd name="connsiteY145" fmla="*/ 3874565 h 6858000"/>
              <a:gd name="connsiteX146" fmla="*/ 1260565 w 7467600"/>
              <a:gd name="connsiteY146" fmla="*/ 4031982 h 6858000"/>
              <a:gd name="connsiteX147" fmla="*/ 901900 w 7467600"/>
              <a:gd name="connsiteY147" fmla="*/ 4421236 h 6858000"/>
              <a:gd name="connsiteX148" fmla="*/ 845044 w 7467600"/>
              <a:gd name="connsiteY148" fmla="*/ 4502436 h 6858000"/>
              <a:gd name="connsiteX149" fmla="*/ 685926 w 7467600"/>
              <a:gd name="connsiteY149" fmla="*/ 4703069 h 6858000"/>
              <a:gd name="connsiteX150" fmla="*/ 684248 w 7467600"/>
              <a:gd name="connsiteY150" fmla="*/ 4706721 h 6858000"/>
              <a:gd name="connsiteX151" fmla="*/ 1423113 w 7467600"/>
              <a:gd name="connsiteY151" fmla="*/ 3874565 h 6858000"/>
              <a:gd name="connsiteX152" fmla="*/ 3316479 w 7467600"/>
              <a:gd name="connsiteY152" fmla="*/ 3872136 h 6858000"/>
              <a:gd name="connsiteX153" fmla="*/ 3546806 w 7467600"/>
              <a:gd name="connsiteY153" fmla="*/ 4356139 h 6858000"/>
              <a:gd name="connsiteX154" fmla="*/ 3364433 w 7467600"/>
              <a:gd name="connsiteY154" fmla="*/ 3953121 h 6858000"/>
              <a:gd name="connsiteX155" fmla="*/ 3316479 w 7467600"/>
              <a:gd name="connsiteY155" fmla="*/ 3872136 h 6858000"/>
              <a:gd name="connsiteX156" fmla="*/ 3291335 w 7467600"/>
              <a:gd name="connsiteY156" fmla="*/ 3767420 h 6858000"/>
              <a:gd name="connsiteX157" fmla="*/ 3390805 w 7467600"/>
              <a:gd name="connsiteY157" fmla="*/ 3937163 h 6858000"/>
              <a:gd name="connsiteX158" fmla="*/ 3579062 w 7467600"/>
              <a:gd name="connsiteY158" fmla="*/ 4359040 h 6858000"/>
              <a:gd name="connsiteX159" fmla="*/ 3467355 w 7467600"/>
              <a:gd name="connsiteY159" fmla="*/ 3988130 h 6858000"/>
              <a:gd name="connsiteX160" fmla="*/ 3310753 w 7467600"/>
              <a:gd name="connsiteY160" fmla="*/ 3787140 h 6858000"/>
              <a:gd name="connsiteX161" fmla="*/ 3291335 w 7467600"/>
              <a:gd name="connsiteY161" fmla="*/ 3767420 h 6858000"/>
              <a:gd name="connsiteX162" fmla="*/ 1635889 w 7467600"/>
              <a:gd name="connsiteY162" fmla="*/ 3709494 h 6858000"/>
              <a:gd name="connsiteX163" fmla="*/ 1634800 w 7467600"/>
              <a:gd name="connsiteY163" fmla="*/ 3731111 h 6858000"/>
              <a:gd name="connsiteX164" fmla="*/ 1635889 w 7467600"/>
              <a:gd name="connsiteY164" fmla="*/ 3709494 h 6858000"/>
              <a:gd name="connsiteX165" fmla="*/ 1510397 w 7467600"/>
              <a:gd name="connsiteY165" fmla="*/ 3684705 h 6858000"/>
              <a:gd name="connsiteX166" fmla="*/ 1146550 w 7467600"/>
              <a:gd name="connsiteY166" fmla="*/ 3802012 h 6858000"/>
              <a:gd name="connsiteX167" fmla="*/ 698834 w 7467600"/>
              <a:gd name="connsiteY167" fmla="*/ 3952272 h 6858000"/>
              <a:gd name="connsiteX168" fmla="*/ 34256 w 7467600"/>
              <a:gd name="connsiteY168" fmla="*/ 4347603 h 6858000"/>
              <a:gd name="connsiteX169" fmla="*/ 527241 w 7467600"/>
              <a:gd name="connsiteY169" fmla="*/ 4065078 h 6858000"/>
              <a:gd name="connsiteX170" fmla="*/ 1510397 w 7467600"/>
              <a:gd name="connsiteY170" fmla="*/ 3684705 h 6858000"/>
              <a:gd name="connsiteX171" fmla="*/ 1313114 w 7467600"/>
              <a:gd name="connsiteY171" fmla="*/ 3655216 h 6858000"/>
              <a:gd name="connsiteX172" fmla="*/ 1109304 w 7467600"/>
              <a:gd name="connsiteY172" fmla="*/ 3669030 h 6858000"/>
              <a:gd name="connsiteX173" fmla="*/ 8129 w 7467600"/>
              <a:gd name="connsiteY173" fmla="*/ 4330519 h 6858000"/>
              <a:gd name="connsiteX174" fmla="*/ 687572 w 7467600"/>
              <a:gd name="connsiteY174" fmla="*/ 3925629 h 6858000"/>
              <a:gd name="connsiteX175" fmla="*/ 1138365 w 7467600"/>
              <a:gd name="connsiteY175" fmla="*/ 3774515 h 6858000"/>
              <a:gd name="connsiteX176" fmla="*/ 1505579 w 7467600"/>
              <a:gd name="connsiteY176" fmla="*/ 3655526 h 6858000"/>
              <a:gd name="connsiteX177" fmla="*/ 1313114 w 7467600"/>
              <a:gd name="connsiteY177" fmla="*/ 3655216 h 6858000"/>
              <a:gd name="connsiteX178" fmla="*/ 3655073 w 7467600"/>
              <a:gd name="connsiteY178" fmla="*/ 3650884 h 6858000"/>
              <a:gd name="connsiteX179" fmla="*/ 3989938 w 7467600"/>
              <a:gd name="connsiteY179" fmla="*/ 3991685 h 6858000"/>
              <a:gd name="connsiteX180" fmla="*/ 4393907 w 7467600"/>
              <a:gd name="connsiteY180" fmla="*/ 4261258 h 6858000"/>
              <a:gd name="connsiteX181" fmla="*/ 4648051 w 7467600"/>
              <a:gd name="connsiteY181" fmla="*/ 4374051 h 6858000"/>
              <a:gd name="connsiteX182" fmla="*/ 4383389 w 7467600"/>
              <a:gd name="connsiteY182" fmla="*/ 4184369 h 6858000"/>
              <a:gd name="connsiteX183" fmla="*/ 4165508 w 7467600"/>
              <a:gd name="connsiteY183" fmla="*/ 4035196 h 6858000"/>
              <a:gd name="connsiteX184" fmla="*/ 4068162 w 7467600"/>
              <a:gd name="connsiteY184" fmla="*/ 3953394 h 6858000"/>
              <a:gd name="connsiteX185" fmla="*/ 3981416 w 7467600"/>
              <a:gd name="connsiteY185" fmla="*/ 3880482 h 6858000"/>
              <a:gd name="connsiteX186" fmla="*/ 3800147 w 7467600"/>
              <a:gd name="connsiteY186" fmla="*/ 3749872 h 6858000"/>
              <a:gd name="connsiteX187" fmla="*/ 3655073 w 7467600"/>
              <a:gd name="connsiteY187" fmla="*/ 3650884 h 6858000"/>
              <a:gd name="connsiteX188" fmla="*/ 3670252 w 7467600"/>
              <a:gd name="connsiteY188" fmla="*/ 3622798 h 6858000"/>
              <a:gd name="connsiteX189" fmla="*/ 3817258 w 7467600"/>
              <a:gd name="connsiteY189" fmla="*/ 3723577 h 6858000"/>
              <a:gd name="connsiteX190" fmla="*/ 4000461 w 7467600"/>
              <a:gd name="connsiteY190" fmla="*/ 3855966 h 6858000"/>
              <a:gd name="connsiteX191" fmla="*/ 4088180 w 7467600"/>
              <a:gd name="connsiteY191" fmla="*/ 3929774 h 6858000"/>
              <a:gd name="connsiteX192" fmla="*/ 4184555 w 7467600"/>
              <a:gd name="connsiteY192" fmla="*/ 4010683 h 6858000"/>
              <a:gd name="connsiteX193" fmla="*/ 4399563 w 7467600"/>
              <a:gd name="connsiteY193" fmla="*/ 4158106 h 6858000"/>
              <a:gd name="connsiteX194" fmla="*/ 4684469 w 7467600"/>
              <a:gd name="connsiteY194" fmla="*/ 4364680 h 6858000"/>
              <a:gd name="connsiteX195" fmla="*/ 4690271 w 7467600"/>
              <a:gd name="connsiteY195" fmla="*/ 4370034 h 6858000"/>
              <a:gd name="connsiteX196" fmla="*/ 4136093 w 7467600"/>
              <a:gd name="connsiteY196" fmla="*/ 3858466 h 6858000"/>
              <a:gd name="connsiteX197" fmla="*/ 3670252 w 7467600"/>
              <a:gd name="connsiteY197" fmla="*/ 3622798 h 6858000"/>
              <a:gd name="connsiteX198" fmla="*/ 4440129 w 7467600"/>
              <a:gd name="connsiteY198" fmla="*/ 3448571 h 6858000"/>
              <a:gd name="connsiteX199" fmla="*/ 4856525 w 7467600"/>
              <a:gd name="connsiteY199" fmla="*/ 3915351 h 6858000"/>
              <a:gd name="connsiteX200" fmla="*/ 5059055 w 7467600"/>
              <a:gd name="connsiteY200" fmla="*/ 4108918 h 6858000"/>
              <a:gd name="connsiteX201" fmla="*/ 5290070 w 7467600"/>
              <a:gd name="connsiteY201" fmla="*/ 4263619 h 6858000"/>
              <a:gd name="connsiteX202" fmla="*/ 4834991 w 7467600"/>
              <a:gd name="connsiteY202" fmla="*/ 3830985 h 6858000"/>
              <a:gd name="connsiteX203" fmla="*/ 4440129 w 7467600"/>
              <a:gd name="connsiteY203" fmla="*/ 3448571 h 6858000"/>
              <a:gd name="connsiteX204" fmla="*/ 4441737 w 7467600"/>
              <a:gd name="connsiteY204" fmla="*/ 3399734 h 6858000"/>
              <a:gd name="connsiteX205" fmla="*/ 4431236 w 7467600"/>
              <a:gd name="connsiteY205" fmla="*/ 3400954 h 6858000"/>
              <a:gd name="connsiteX206" fmla="*/ 4557150 w 7467600"/>
              <a:gd name="connsiteY206" fmla="*/ 3510023 h 6858000"/>
              <a:gd name="connsiteX207" fmla="*/ 4856936 w 7467600"/>
              <a:gd name="connsiteY207" fmla="*/ 3809146 h 6858000"/>
              <a:gd name="connsiteX208" fmla="*/ 5111996 w 7467600"/>
              <a:gd name="connsiteY208" fmla="*/ 4065759 h 6858000"/>
              <a:gd name="connsiteX209" fmla="*/ 5388878 w 7467600"/>
              <a:gd name="connsiteY209" fmla="*/ 4300185 h 6858000"/>
              <a:gd name="connsiteX210" fmla="*/ 5425556 w 7467600"/>
              <a:gd name="connsiteY210" fmla="*/ 4308967 h 6858000"/>
              <a:gd name="connsiteX211" fmla="*/ 4943646 w 7467600"/>
              <a:gd name="connsiteY211" fmla="*/ 3822916 h 6858000"/>
              <a:gd name="connsiteX212" fmla="*/ 4594837 w 7467600"/>
              <a:gd name="connsiteY212" fmla="*/ 3532274 h 6858000"/>
              <a:gd name="connsiteX213" fmla="*/ 4441737 w 7467600"/>
              <a:gd name="connsiteY213" fmla="*/ 3399734 h 6858000"/>
              <a:gd name="connsiteX214" fmla="*/ 5425834 w 7467600"/>
              <a:gd name="connsiteY214" fmla="*/ 3162785 h 6858000"/>
              <a:gd name="connsiteX215" fmla="*/ 5401644 w 7467600"/>
              <a:gd name="connsiteY215" fmla="*/ 3617847 h 6858000"/>
              <a:gd name="connsiteX216" fmla="*/ 5467256 w 7467600"/>
              <a:gd name="connsiteY216" fmla="*/ 4175494 h 6858000"/>
              <a:gd name="connsiteX217" fmla="*/ 5448069 w 7467600"/>
              <a:gd name="connsiteY217" fmla="*/ 3567554 h 6858000"/>
              <a:gd name="connsiteX218" fmla="*/ 5425834 w 7467600"/>
              <a:gd name="connsiteY218" fmla="*/ 3162785 h 6858000"/>
              <a:gd name="connsiteX219" fmla="*/ 1318687 w 7467600"/>
              <a:gd name="connsiteY219" fmla="*/ 3113840 h 6858000"/>
              <a:gd name="connsiteX220" fmla="*/ 1066793 w 7467600"/>
              <a:gd name="connsiteY220" fmla="*/ 3212171 h 6858000"/>
              <a:gd name="connsiteX221" fmla="*/ 993319 w 7467600"/>
              <a:gd name="connsiteY221" fmla="*/ 3247648 h 6858000"/>
              <a:gd name="connsiteX222" fmla="*/ 853081 w 7467600"/>
              <a:gd name="connsiteY222" fmla="*/ 3312410 h 6858000"/>
              <a:gd name="connsiteX223" fmla="*/ 805957 w 7467600"/>
              <a:gd name="connsiteY223" fmla="*/ 3330443 h 6858000"/>
              <a:gd name="connsiteX224" fmla="*/ 1318687 w 7467600"/>
              <a:gd name="connsiteY224" fmla="*/ 3113840 h 6858000"/>
              <a:gd name="connsiteX225" fmla="*/ 5453702 w 7467600"/>
              <a:gd name="connsiteY225" fmla="*/ 3090882 h 6858000"/>
              <a:gd name="connsiteX226" fmla="*/ 5480135 w 7467600"/>
              <a:gd name="connsiteY226" fmla="*/ 3565802 h 6858000"/>
              <a:gd name="connsiteX227" fmla="*/ 5499023 w 7467600"/>
              <a:gd name="connsiteY227" fmla="*/ 4166310 h 6858000"/>
              <a:gd name="connsiteX228" fmla="*/ 5547022 w 7467600"/>
              <a:gd name="connsiteY228" fmla="*/ 3607838 h 6858000"/>
              <a:gd name="connsiteX229" fmla="*/ 5515964 w 7467600"/>
              <a:gd name="connsiteY229" fmla="*/ 3378541 h 6858000"/>
              <a:gd name="connsiteX230" fmla="*/ 5453702 w 7467600"/>
              <a:gd name="connsiteY230" fmla="*/ 3090882 h 6858000"/>
              <a:gd name="connsiteX231" fmla="*/ 1238695 w 7467600"/>
              <a:gd name="connsiteY231" fmla="*/ 3076820 h 6858000"/>
              <a:gd name="connsiteX232" fmla="*/ 716371 w 7467600"/>
              <a:gd name="connsiteY232" fmla="*/ 3293249 h 6858000"/>
              <a:gd name="connsiteX233" fmla="*/ 579522 w 7467600"/>
              <a:gd name="connsiteY233" fmla="*/ 3371759 h 6858000"/>
              <a:gd name="connsiteX234" fmla="*/ 600288 w 7467600"/>
              <a:gd name="connsiteY234" fmla="*/ 3365555 h 6858000"/>
              <a:gd name="connsiteX235" fmla="*/ 840692 w 7467600"/>
              <a:gd name="connsiteY235" fmla="*/ 3284921 h 6858000"/>
              <a:gd name="connsiteX236" fmla="*/ 979248 w 7467600"/>
              <a:gd name="connsiteY236" fmla="*/ 3221003 h 6858000"/>
              <a:gd name="connsiteX237" fmla="*/ 1053282 w 7467600"/>
              <a:gd name="connsiteY237" fmla="*/ 3185247 h 6858000"/>
              <a:gd name="connsiteX238" fmla="*/ 1320603 w 7467600"/>
              <a:gd name="connsiteY238" fmla="*/ 3081281 h 6858000"/>
              <a:gd name="connsiteX239" fmla="*/ 1238695 w 7467600"/>
              <a:gd name="connsiteY239" fmla="*/ 3076820 h 6858000"/>
              <a:gd name="connsiteX240" fmla="*/ 5425627 w 7467600"/>
              <a:gd name="connsiteY240" fmla="*/ 2954192 h 6858000"/>
              <a:gd name="connsiteX241" fmla="*/ 5470770 w 7467600"/>
              <a:gd name="connsiteY241" fmla="*/ 3005435 h 6858000"/>
              <a:gd name="connsiteX242" fmla="*/ 5519779 w 7467600"/>
              <a:gd name="connsiteY242" fmla="*/ 4359223 h 6858000"/>
              <a:gd name="connsiteX243" fmla="*/ 5520293 w 7467600"/>
              <a:gd name="connsiteY243" fmla="*/ 4360602 h 6858000"/>
              <a:gd name="connsiteX244" fmla="*/ 5767221 w 7467600"/>
              <a:gd name="connsiteY244" fmla="*/ 4665564 h 6858000"/>
              <a:gd name="connsiteX245" fmla="*/ 6937169 w 7467600"/>
              <a:gd name="connsiteY245" fmla="*/ 4815941 h 6858000"/>
              <a:gd name="connsiteX246" fmla="*/ 6953922 w 7467600"/>
              <a:gd name="connsiteY246" fmla="*/ 4890068 h 6858000"/>
              <a:gd name="connsiteX247" fmla="*/ 6071359 w 7467600"/>
              <a:gd name="connsiteY247" fmla="*/ 4770770 h 6858000"/>
              <a:gd name="connsiteX248" fmla="*/ 6038839 w 7467600"/>
              <a:gd name="connsiteY248" fmla="*/ 4764474 h 6858000"/>
              <a:gd name="connsiteX249" fmla="*/ 6038706 w 7467600"/>
              <a:gd name="connsiteY249" fmla="*/ 4763847 h 6858000"/>
              <a:gd name="connsiteX250" fmla="*/ 6037784 w 7467600"/>
              <a:gd name="connsiteY250" fmla="*/ 4764270 h 6858000"/>
              <a:gd name="connsiteX251" fmla="*/ 6038839 w 7467600"/>
              <a:gd name="connsiteY251" fmla="*/ 4764474 h 6858000"/>
              <a:gd name="connsiteX252" fmla="*/ 6040338 w 7467600"/>
              <a:gd name="connsiteY252" fmla="*/ 4771418 h 6858000"/>
              <a:gd name="connsiteX253" fmla="*/ 6024488 w 7467600"/>
              <a:gd name="connsiteY253" fmla="*/ 4809903 h 6858000"/>
              <a:gd name="connsiteX254" fmla="*/ 5599771 w 7467600"/>
              <a:gd name="connsiteY254" fmla="*/ 5509652 h 6858000"/>
              <a:gd name="connsiteX255" fmla="*/ 5548843 w 7467600"/>
              <a:gd name="connsiteY255" fmla="*/ 5563845 h 6858000"/>
              <a:gd name="connsiteX256" fmla="*/ 5940952 w 7467600"/>
              <a:gd name="connsiteY256" fmla="*/ 6250028 h 6858000"/>
              <a:gd name="connsiteX257" fmla="*/ 6043441 w 7467600"/>
              <a:gd name="connsiteY257" fmla="*/ 6665847 h 6858000"/>
              <a:gd name="connsiteX258" fmla="*/ 6093432 w 7467600"/>
              <a:gd name="connsiteY258" fmla="*/ 6858000 h 6858000"/>
              <a:gd name="connsiteX259" fmla="*/ 6034344 w 7467600"/>
              <a:gd name="connsiteY259" fmla="*/ 6858000 h 6858000"/>
              <a:gd name="connsiteX260" fmla="*/ 6026679 w 7467600"/>
              <a:gd name="connsiteY260" fmla="*/ 6836959 h 6858000"/>
              <a:gd name="connsiteX261" fmla="*/ 5800441 w 7467600"/>
              <a:gd name="connsiteY261" fmla="*/ 6335286 h 6858000"/>
              <a:gd name="connsiteX262" fmla="*/ 5526562 w 7467600"/>
              <a:gd name="connsiteY262" fmla="*/ 5705388 h 6858000"/>
              <a:gd name="connsiteX263" fmla="*/ 5519640 w 7467600"/>
              <a:gd name="connsiteY263" fmla="*/ 5683774 h 6858000"/>
              <a:gd name="connsiteX264" fmla="*/ 5844559 w 7467600"/>
              <a:gd name="connsiteY264" fmla="*/ 6553349 h 6858000"/>
              <a:gd name="connsiteX265" fmla="*/ 5975994 w 7467600"/>
              <a:gd name="connsiteY265" fmla="*/ 6858000 h 6858000"/>
              <a:gd name="connsiteX266" fmla="*/ 5898547 w 7467600"/>
              <a:gd name="connsiteY266" fmla="*/ 6858000 h 6858000"/>
              <a:gd name="connsiteX267" fmla="*/ 5682041 w 7467600"/>
              <a:gd name="connsiteY267" fmla="*/ 6355860 h 6858000"/>
              <a:gd name="connsiteX268" fmla="*/ 5461758 w 7467600"/>
              <a:gd name="connsiteY268" fmla="*/ 5820220 h 6858000"/>
              <a:gd name="connsiteX269" fmla="*/ 5237282 w 7467600"/>
              <a:gd name="connsiteY269" fmla="*/ 6579086 h 6858000"/>
              <a:gd name="connsiteX270" fmla="*/ 5115009 w 7467600"/>
              <a:gd name="connsiteY270" fmla="*/ 6858000 h 6858000"/>
              <a:gd name="connsiteX271" fmla="*/ 5028074 w 7467600"/>
              <a:gd name="connsiteY271" fmla="*/ 6858000 h 6858000"/>
              <a:gd name="connsiteX272" fmla="*/ 5079508 w 7467600"/>
              <a:gd name="connsiteY272" fmla="*/ 6749074 h 6858000"/>
              <a:gd name="connsiteX273" fmla="*/ 5371846 w 7467600"/>
              <a:gd name="connsiteY273" fmla="*/ 5924413 h 6858000"/>
              <a:gd name="connsiteX274" fmla="*/ 5270512 w 7467600"/>
              <a:gd name="connsiteY274" fmla="*/ 6138975 h 6858000"/>
              <a:gd name="connsiteX275" fmla="*/ 5062409 w 7467600"/>
              <a:gd name="connsiteY275" fmla="*/ 6653544 h 6858000"/>
              <a:gd name="connsiteX276" fmla="*/ 5036628 w 7467600"/>
              <a:gd name="connsiteY276" fmla="*/ 6754247 h 6858000"/>
              <a:gd name="connsiteX277" fmla="*/ 5009112 w 7467600"/>
              <a:gd name="connsiteY277" fmla="*/ 6858000 h 6858000"/>
              <a:gd name="connsiteX278" fmla="*/ 4976679 w 7467600"/>
              <a:gd name="connsiteY278" fmla="*/ 6858000 h 6858000"/>
              <a:gd name="connsiteX279" fmla="*/ 5006537 w 7467600"/>
              <a:gd name="connsiteY279" fmla="*/ 6747068 h 6858000"/>
              <a:gd name="connsiteX280" fmla="*/ 5032723 w 7467600"/>
              <a:gd name="connsiteY280" fmla="*/ 6644957 h 6858000"/>
              <a:gd name="connsiteX281" fmla="*/ 5242949 w 7467600"/>
              <a:gd name="connsiteY281" fmla="*/ 6125175 h 6858000"/>
              <a:gd name="connsiteX282" fmla="*/ 5286321 w 7467600"/>
              <a:gd name="connsiteY282" fmla="*/ 6033555 h 6858000"/>
              <a:gd name="connsiteX283" fmla="*/ 5008210 w 7467600"/>
              <a:gd name="connsiteY283" fmla="*/ 6649194 h 6858000"/>
              <a:gd name="connsiteX284" fmla="*/ 4986321 w 7467600"/>
              <a:gd name="connsiteY284" fmla="*/ 6765687 h 6858000"/>
              <a:gd name="connsiteX285" fmla="*/ 4973474 w 7467600"/>
              <a:gd name="connsiteY285" fmla="*/ 6858000 h 6858000"/>
              <a:gd name="connsiteX286" fmla="*/ 4907178 w 7467600"/>
              <a:gd name="connsiteY286" fmla="*/ 6858000 h 6858000"/>
              <a:gd name="connsiteX287" fmla="*/ 4910810 w 7467600"/>
              <a:gd name="connsiteY287" fmla="*/ 6829660 h 6858000"/>
              <a:gd name="connsiteX288" fmla="*/ 4987461 w 7467600"/>
              <a:gd name="connsiteY288" fmla="*/ 6432994 h 6858000"/>
              <a:gd name="connsiteX289" fmla="*/ 5179262 w 7467600"/>
              <a:gd name="connsiteY289" fmla="*/ 6035044 h 6858000"/>
              <a:gd name="connsiteX290" fmla="*/ 4689678 w 7467600"/>
              <a:gd name="connsiteY290" fmla="*/ 6440241 h 6858000"/>
              <a:gd name="connsiteX291" fmla="*/ 4477543 w 7467600"/>
              <a:gd name="connsiteY291" fmla="*/ 6674836 h 6858000"/>
              <a:gd name="connsiteX292" fmla="*/ 4329957 w 7467600"/>
              <a:gd name="connsiteY292" fmla="*/ 6858000 h 6858000"/>
              <a:gd name="connsiteX293" fmla="*/ 4218595 w 7467600"/>
              <a:gd name="connsiteY293" fmla="*/ 6858000 h 6858000"/>
              <a:gd name="connsiteX294" fmla="*/ 4368888 w 7467600"/>
              <a:gd name="connsiteY294" fmla="*/ 6668412 h 6858000"/>
              <a:gd name="connsiteX295" fmla="*/ 4563091 w 7467600"/>
              <a:gd name="connsiteY295" fmla="*/ 6442508 h 6858000"/>
              <a:gd name="connsiteX296" fmla="*/ 5387324 w 7467600"/>
              <a:gd name="connsiteY296" fmla="*/ 5705830 h 6858000"/>
              <a:gd name="connsiteX297" fmla="*/ 5073620 w 7467600"/>
              <a:gd name="connsiteY297" fmla="*/ 5955437 h 6858000"/>
              <a:gd name="connsiteX298" fmla="*/ 4689789 w 7467600"/>
              <a:gd name="connsiteY298" fmla="*/ 6268382 h 6858000"/>
              <a:gd name="connsiteX299" fmla="*/ 4418722 w 7467600"/>
              <a:gd name="connsiteY299" fmla="*/ 6570886 h 6858000"/>
              <a:gd name="connsiteX300" fmla="*/ 4214944 w 7467600"/>
              <a:gd name="connsiteY300" fmla="*/ 6858000 h 6858000"/>
              <a:gd name="connsiteX301" fmla="*/ 4177898 w 7467600"/>
              <a:gd name="connsiteY301" fmla="*/ 6858000 h 6858000"/>
              <a:gd name="connsiteX302" fmla="*/ 4391597 w 7467600"/>
              <a:gd name="connsiteY302" fmla="*/ 6556370 h 6858000"/>
              <a:gd name="connsiteX303" fmla="*/ 4668889 w 7467600"/>
              <a:gd name="connsiteY303" fmla="*/ 6246399 h 6858000"/>
              <a:gd name="connsiteX304" fmla="*/ 5055427 w 7467600"/>
              <a:gd name="connsiteY304" fmla="*/ 5931476 h 6858000"/>
              <a:gd name="connsiteX305" fmla="*/ 5371814 w 7467600"/>
              <a:gd name="connsiteY305" fmla="*/ 5678975 h 6858000"/>
              <a:gd name="connsiteX306" fmla="*/ 4987918 w 7467600"/>
              <a:gd name="connsiteY306" fmla="*/ 5838701 h 6858000"/>
              <a:gd name="connsiteX307" fmla="*/ 4317146 w 7467600"/>
              <a:gd name="connsiteY307" fmla="*/ 6587716 h 6858000"/>
              <a:gd name="connsiteX308" fmla="*/ 4171627 w 7467600"/>
              <a:gd name="connsiteY308" fmla="*/ 6858000 h 6858000"/>
              <a:gd name="connsiteX309" fmla="*/ 4081585 w 7467600"/>
              <a:gd name="connsiteY309" fmla="*/ 6858000 h 6858000"/>
              <a:gd name="connsiteX310" fmla="*/ 4238603 w 7467600"/>
              <a:gd name="connsiteY310" fmla="*/ 6559341 h 6858000"/>
              <a:gd name="connsiteX311" fmla="*/ 4778333 w 7467600"/>
              <a:gd name="connsiteY311" fmla="*/ 5873626 h 6858000"/>
              <a:gd name="connsiteX312" fmla="*/ 5414185 w 7467600"/>
              <a:gd name="connsiteY312" fmla="*/ 5573882 h 6858000"/>
              <a:gd name="connsiteX313" fmla="*/ 5959648 w 7467600"/>
              <a:gd name="connsiteY313" fmla="*/ 4760797 h 6858000"/>
              <a:gd name="connsiteX314" fmla="*/ 5355019 w 7467600"/>
              <a:gd name="connsiteY314" fmla="*/ 4734672 h 6858000"/>
              <a:gd name="connsiteX315" fmla="*/ 5083565 w 7467600"/>
              <a:gd name="connsiteY315" fmla="*/ 5179121 h 6858000"/>
              <a:gd name="connsiteX316" fmla="*/ 4713577 w 7467600"/>
              <a:gd name="connsiteY316" fmla="*/ 5616803 h 6858000"/>
              <a:gd name="connsiteX317" fmla="*/ 3989559 w 7467600"/>
              <a:gd name="connsiteY317" fmla="*/ 6145945 h 6858000"/>
              <a:gd name="connsiteX318" fmla="*/ 3939824 w 7467600"/>
              <a:gd name="connsiteY318" fmla="*/ 6066900 h 6858000"/>
              <a:gd name="connsiteX319" fmla="*/ 4584537 w 7467600"/>
              <a:gd name="connsiteY319" fmla="*/ 5324826 h 6858000"/>
              <a:gd name="connsiteX320" fmla="*/ 5037105 w 7467600"/>
              <a:gd name="connsiteY320" fmla="*/ 5088765 h 6858000"/>
              <a:gd name="connsiteX321" fmla="*/ 5039930 w 7467600"/>
              <a:gd name="connsiteY321" fmla="*/ 5089585 h 6858000"/>
              <a:gd name="connsiteX322" fmla="*/ 5263764 w 7467600"/>
              <a:gd name="connsiteY322" fmla="*/ 4735525 h 6858000"/>
              <a:gd name="connsiteX323" fmla="*/ 4086300 w 7467600"/>
              <a:gd name="connsiteY323" fmla="*/ 4884599 h 6858000"/>
              <a:gd name="connsiteX324" fmla="*/ 4085485 w 7467600"/>
              <a:gd name="connsiteY324" fmla="*/ 4899070 h 6858000"/>
              <a:gd name="connsiteX325" fmla="*/ 3871915 w 7467600"/>
              <a:gd name="connsiteY325" fmla="*/ 5253645 h 6858000"/>
              <a:gd name="connsiteX326" fmla="*/ 3799374 w 7467600"/>
              <a:gd name="connsiteY326" fmla="*/ 5466127 h 6858000"/>
              <a:gd name="connsiteX327" fmla="*/ 3498850 w 7467600"/>
              <a:gd name="connsiteY327" fmla="*/ 6661888 h 6858000"/>
              <a:gd name="connsiteX328" fmla="*/ 3399216 w 7467600"/>
              <a:gd name="connsiteY328" fmla="*/ 6858000 h 6858000"/>
              <a:gd name="connsiteX329" fmla="*/ 3303688 w 7467600"/>
              <a:gd name="connsiteY329" fmla="*/ 6858000 h 6858000"/>
              <a:gd name="connsiteX330" fmla="*/ 3391774 w 7467600"/>
              <a:gd name="connsiteY330" fmla="*/ 6697181 h 6858000"/>
              <a:gd name="connsiteX331" fmla="*/ 3735540 w 7467600"/>
              <a:gd name="connsiteY331" fmla="*/ 5546923 h 6858000"/>
              <a:gd name="connsiteX332" fmla="*/ 3729438 w 7467600"/>
              <a:gd name="connsiteY332" fmla="*/ 5569058 h 6858000"/>
              <a:gd name="connsiteX333" fmla="*/ 3707782 w 7467600"/>
              <a:gd name="connsiteY333" fmla="*/ 5644908 h 6858000"/>
              <a:gd name="connsiteX334" fmla="*/ 3583827 w 7467600"/>
              <a:gd name="connsiteY334" fmla="*/ 6039215 h 6858000"/>
              <a:gd name="connsiteX335" fmla="*/ 3547861 w 7467600"/>
              <a:gd name="connsiteY335" fmla="*/ 6129609 h 6858000"/>
              <a:gd name="connsiteX336" fmla="*/ 3490905 w 7467600"/>
              <a:gd name="connsiteY336" fmla="*/ 6277660 h 6858000"/>
              <a:gd name="connsiteX337" fmla="*/ 3455859 w 7467600"/>
              <a:gd name="connsiteY337" fmla="*/ 6391301 h 6858000"/>
              <a:gd name="connsiteX338" fmla="*/ 3429112 w 7467600"/>
              <a:gd name="connsiteY338" fmla="*/ 6479469 h 6858000"/>
              <a:gd name="connsiteX339" fmla="*/ 3304862 w 7467600"/>
              <a:gd name="connsiteY339" fmla="*/ 6796476 h 6858000"/>
              <a:gd name="connsiteX340" fmla="*/ 3276071 w 7467600"/>
              <a:gd name="connsiteY340" fmla="*/ 6858000 h 6858000"/>
              <a:gd name="connsiteX341" fmla="*/ 3240805 w 7467600"/>
              <a:gd name="connsiteY341" fmla="*/ 6858000 h 6858000"/>
              <a:gd name="connsiteX342" fmla="*/ 3275917 w 7467600"/>
              <a:gd name="connsiteY342" fmla="*/ 6783192 h 6858000"/>
              <a:gd name="connsiteX343" fmla="*/ 3399358 w 7467600"/>
              <a:gd name="connsiteY343" fmla="*/ 6469011 h 6858000"/>
              <a:gd name="connsiteX344" fmla="*/ 3425650 w 7467600"/>
              <a:gd name="connsiteY344" fmla="*/ 6381333 h 6858000"/>
              <a:gd name="connsiteX345" fmla="*/ 3460661 w 7467600"/>
              <a:gd name="connsiteY345" fmla="*/ 6266763 h 6858000"/>
              <a:gd name="connsiteX346" fmla="*/ 3518021 w 7467600"/>
              <a:gd name="connsiteY346" fmla="*/ 6117298 h 6858000"/>
              <a:gd name="connsiteX347" fmla="*/ 3554035 w 7467600"/>
              <a:gd name="connsiteY347" fmla="*/ 6027832 h 6858000"/>
              <a:gd name="connsiteX348" fmla="*/ 3677174 w 7467600"/>
              <a:gd name="connsiteY348" fmla="*/ 5636351 h 6858000"/>
              <a:gd name="connsiteX349" fmla="*/ 3698819 w 7467600"/>
              <a:gd name="connsiteY349" fmla="*/ 5560503 h 6858000"/>
              <a:gd name="connsiteX350" fmla="*/ 3702094 w 7467600"/>
              <a:gd name="connsiteY350" fmla="*/ 5549194 h 6858000"/>
              <a:gd name="connsiteX351" fmla="*/ 3398355 w 7467600"/>
              <a:gd name="connsiteY351" fmla="*/ 6094603 h 6858000"/>
              <a:gd name="connsiteX352" fmla="*/ 3193941 w 7467600"/>
              <a:gd name="connsiteY352" fmla="*/ 6798775 h 6858000"/>
              <a:gd name="connsiteX353" fmla="*/ 3184140 w 7467600"/>
              <a:gd name="connsiteY353" fmla="*/ 6858000 h 6858000"/>
              <a:gd name="connsiteX354" fmla="*/ 3099978 w 7467600"/>
              <a:gd name="connsiteY354" fmla="*/ 6858000 h 6858000"/>
              <a:gd name="connsiteX355" fmla="*/ 3101556 w 7467600"/>
              <a:gd name="connsiteY355" fmla="*/ 6843337 h 6858000"/>
              <a:gd name="connsiteX356" fmla="*/ 3370162 w 7467600"/>
              <a:gd name="connsiteY356" fmla="*/ 5785550 h 6858000"/>
              <a:gd name="connsiteX357" fmla="*/ 3746477 w 7467600"/>
              <a:gd name="connsiteY357" fmla="*/ 5377889 h 6858000"/>
              <a:gd name="connsiteX358" fmla="*/ 3863399 w 7467600"/>
              <a:gd name="connsiteY358" fmla="*/ 5087257 h 6858000"/>
              <a:gd name="connsiteX359" fmla="*/ 3968712 w 7467600"/>
              <a:gd name="connsiteY359" fmla="*/ 4913989 h 6858000"/>
              <a:gd name="connsiteX360" fmla="*/ 2792390 w 7467600"/>
              <a:gd name="connsiteY360" fmla="*/ 5382974 h 6858000"/>
              <a:gd name="connsiteX361" fmla="*/ 2714982 w 7467600"/>
              <a:gd name="connsiteY361" fmla="*/ 5427051 h 6858000"/>
              <a:gd name="connsiteX362" fmla="*/ 2813361 w 7467600"/>
              <a:gd name="connsiteY362" fmla="*/ 6023912 h 6858000"/>
              <a:gd name="connsiteX363" fmla="*/ 2688430 w 7467600"/>
              <a:gd name="connsiteY363" fmla="*/ 6801564 h 6858000"/>
              <a:gd name="connsiteX364" fmla="*/ 2629626 w 7467600"/>
              <a:gd name="connsiteY364" fmla="*/ 6763394 h 6858000"/>
              <a:gd name="connsiteX365" fmla="*/ 2565328 w 7467600"/>
              <a:gd name="connsiteY365" fmla="*/ 5516399 h 6858000"/>
              <a:gd name="connsiteX366" fmla="*/ 1922999 w 7467600"/>
              <a:gd name="connsiteY366" fmla="*/ 5980343 h 6858000"/>
              <a:gd name="connsiteX367" fmla="*/ 1950261 w 7467600"/>
              <a:gd name="connsiteY367" fmla="*/ 6405858 h 6858000"/>
              <a:gd name="connsiteX368" fmla="*/ 2365554 w 7467600"/>
              <a:gd name="connsiteY368" fmla="*/ 6759107 h 6858000"/>
              <a:gd name="connsiteX369" fmla="*/ 2424142 w 7467600"/>
              <a:gd name="connsiteY369" fmla="*/ 6858000 h 6858000"/>
              <a:gd name="connsiteX370" fmla="*/ 2395994 w 7467600"/>
              <a:gd name="connsiteY370" fmla="*/ 6858000 h 6858000"/>
              <a:gd name="connsiteX371" fmla="*/ 2392863 w 7467600"/>
              <a:gd name="connsiteY371" fmla="*/ 6852964 h 6858000"/>
              <a:gd name="connsiteX372" fmla="*/ 2017589 w 7467600"/>
              <a:gd name="connsiteY372" fmla="*/ 6493982 h 6858000"/>
              <a:gd name="connsiteX373" fmla="*/ 2147336 w 7467600"/>
              <a:gd name="connsiteY373" fmla="*/ 6594052 h 6858000"/>
              <a:gd name="connsiteX374" fmla="*/ 2207047 w 7467600"/>
              <a:gd name="connsiteY374" fmla="*/ 6654540 h 6858000"/>
              <a:gd name="connsiteX375" fmla="*/ 2299106 w 7467600"/>
              <a:gd name="connsiteY375" fmla="*/ 6778931 h 6858000"/>
              <a:gd name="connsiteX376" fmla="*/ 2314430 w 7467600"/>
              <a:gd name="connsiteY376" fmla="*/ 6801144 h 6858000"/>
              <a:gd name="connsiteX377" fmla="*/ 2352406 w 7467600"/>
              <a:gd name="connsiteY377" fmla="*/ 6858000 h 6858000"/>
              <a:gd name="connsiteX378" fmla="*/ 2314492 w 7467600"/>
              <a:gd name="connsiteY378" fmla="*/ 6858000 h 6858000"/>
              <a:gd name="connsiteX379" fmla="*/ 2288095 w 7467600"/>
              <a:gd name="connsiteY379" fmla="*/ 6818030 h 6858000"/>
              <a:gd name="connsiteX380" fmla="*/ 2272768 w 7467600"/>
              <a:gd name="connsiteY380" fmla="*/ 6795822 h 6858000"/>
              <a:gd name="connsiteX381" fmla="*/ 2182715 w 7467600"/>
              <a:gd name="connsiteY381" fmla="*/ 6675071 h 6858000"/>
              <a:gd name="connsiteX382" fmla="*/ 2032061 w 7467600"/>
              <a:gd name="connsiteY382" fmla="*/ 6541380 h 6858000"/>
              <a:gd name="connsiteX383" fmla="*/ 2257220 w 7467600"/>
              <a:gd name="connsiteY383" fmla="*/ 6826257 h 6858000"/>
              <a:gd name="connsiteX384" fmla="*/ 2281324 w 7467600"/>
              <a:gd name="connsiteY384" fmla="*/ 6858000 h 6858000"/>
              <a:gd name="connsiteX385" fmla="*/ 2242860 w 7467600"/>
              <a:gd name="connsiteY385" fmla="*/ 6858000 h 6858000"/>
              <a:gd name="connsiteX386" fmla="*/ 2232818 w 7467600"/>
              <a:gd name="connsiteY386" fmla="*/ 6844926 h 6858000"/>
              <a:gd name="connsiteX387" fmla="*/ 1990172 w 7467600"/>
              <a:gd name="connsiteY387" fmla="*/ 6542121 h 6858000"/>
              <a:gd name="connsiteX388" fmla="*/ 2124090 w 7467600"/>
              <a:gd name="connsiteY388" fmla="*/ 6761017 h 6858000"/>
              <a:gd name="connsiteX389" fmla="*/ 2200380 w 7467600"/>
              <a:gd name="connsiteY389" fmla="*/ 6858000 h 6858000"/>
              <a:gd name="connsiteX390" fmla="*/ 2147507 w 7467600"/>
              <a:gd name="connsiteY390" fmla="*/ 6858000 h 6858000"/>
              <a:gd name="connsiteX391" fmla="*/ 2070668 w 7467600"/>
              <a:gd name="connsiteY391" fmla="*/ 6761520 h 6858000"/>
              <a:gd name="connsiteX392" fmla="*/ 1975142 w 7467600"/>
              <a:gd name="connsiteY392" fmla="*/ 6585570 h 6858000"/>
              <a:gd name="connsiteX393" fmla="*/ 2050035 w 7467600"/>
              <a:gd name="connsiteY393" fmla="*/ 6813345 h 6858000"/>
              <a:gd name="connsiteX394" fmla="*/ 2063025 w 7467600"/>
              <a:gd name="connsiteY394" fmla="*/ 6858000 h 6858000"/>
              <a:gd name="connsiteX395" fmla="*/ 2021675 w 7467600"/>
              <a:gd name="connsiteY395" fmla="*/ 6858000 h 6858000"/>
              <a:gd name="connsiteX396" fmla="*/ 2019308 w 7467600"/>
              <a:gd name="connsiteY396" fmla="*/ 6847118 h 6858000"/>
              <a:gd name="connsiteX397" fmla="*/ 1938835 w 7467600"/>
              <a:gd name="connsiteY397" fmla="*/ 6551160 h 6858000"/>
              <a:gd name="connsiteX398" fmla="*/ 1953230 w 7467600"/>
              <a:gd name="connsiteY398" fmla="*/ 6759699 h 6858000"/>
              <a:gd name="connsiteX399" fmla="*/ 1956763 w 7467600"/>
              <a:gd name="connsiteY399" fmla="*/ 6778191 h 6858000"/>
              <a:gd name="connsiteX400" fmla="*/ 1967925 w 7467600"/>
              <a:gd name="connsiteY400" fmla="*/ 6858000 h 6858000"/>
              <a:gd name="connsiteX401" fmla="*/ 1936622 w 7467600"/>
              <a:gd name="connsiteY401" fmla="*/ 6858000 h 6858000"/>
              <a:gd name="connsiteX402" fmla="*/ 1926261 w 7467600"/>
              <a:gd name="connsiteY402" fmla="*/ 6784064 h 6858000"/>
              <a:gd name="connsiteX403" fmla="*/ 1922724 w 7467600"/>
              <a:gd name="connsiteY403" fmla="*/ 6765577 h 6858000"/>
              <a:gd name="connsiteX404" fmla="*/ 1904650 w 7467600"/>
              <a:gd name="connsiteY404" fmla="*/ 6639616 h 6858000"/>
              <a:gd name="connsiteX405" fmla="*/ 1885273 w 7467600"/>
              <a:gd name="connsiteY405" fmla="*/ 6858000 h 6858000"/>
              <a:gd name="connsiteX406" fmla="*/ 1854363 w 7467600"/>
              <a:gd name="connsiteY406" fmla="*/ 6858000 h 6858000"/>
              <a:gd name="connsiteX407" fmla="*/ 1880391 w 7467600"/>
              <a:gd name="connsiteY407" fmla="*/ 6603796 h 6858000"/>
              <a:gd name="connsiteX408" fmla="*/ 1818273 w 7467600"/>
              <a:gd name="connsiteY408" fmla="*/ 6715729 h 6858000"/>
              <a:gd name="connsiteX409" fmla="*/ 1794691 w 7467600"/>
              <a:gd name="connsiteY409" fmla="*/ 6843239 h 6858000"/>
              <a:gd name="connsiteX410" fmla="*/ 1794914 w 7467600"/>
              <a:gd name="connsiteY410" fmla="*/ 6858000 h 6858000"/>
              <a:gd name="connsiteX411" fmla="*/ 1746128 w 7467600"/>
              <a:gd name="connsiteY411" fmla="*/ 6858000 h 6858000"/>
              <a:gd name="connsiteX412" fmla="*/ 1753934 w 7467600"/>
              <a:gd name="connsiteY412" fmla="*/ 6724796 h 6858000"/>
              <a:gd name="connsiteX413" fmla="*/ 1792053 w 7467600"/>
              <a:gd name="connsiteY413" fmla="*/ 6572396 h 6858000"/>
              <a:gd name="connsiteX414" fmla="*/ 1862248 w 7467600"/>
              <a:gd name="connsiteY414" fmla="*/ 6266397 h 6858000"/>
              <a:gd name="connsiteX415" fmla="*/ 1862250 w 7467600"/>
              <a:gd name="connsiteY415" fmla="*/ 6033531 h 6858000"/>
              <a:gd name="connsiteX416" fmla="*/ 1211999 w 7467600"/>
              <a:gd name="connsiteY416" fmla="*/ 6683610 h 6858000"/>
              <a:gd name="connsiteX417" fmla="*/ 1213266 w 7467600"/>
              <a:gd name="connsiteY417" fmla="*/ 6691947 h 6858000"/>
              <a:gd name="connsiteX418" fmla="*/ 1203370 w 7467600"/>
              <a:gd name="connsiteY418" fmla="*/ 6850676 h 6858000"/>
              <a:gd name="connsiteX419" fmla="*/ 1203671 w 7467600"/>
              <a:gd name="connsiteY419" fmla="*/ 6858000 h 6858000"/>
              <a:gd name="connsiteX420" fmla="*/ 1143180 w 7467600"/>
              <a:gd name="connsiteY420" fmla="*/ 6858000 h 6858000"/>
              <a:gd name="connsiteX421" fmla="*/ 1142176 w 7467600"/>
              <a:gd name="connsiteY421" fmla="*/ 6766045 h 6858000"/>
              <a:gd name="connsiteX422" fmla="*/ 1067484 w 7467600"/>
              <a:gd name="connsiteY422" fmla="*/ 6858000 h 6858000"/>
              <a:gd name="connsiteX423" fmla="*/ 953928 w 7467600"/>
              <a:gd name="connsiteY423" fmla="*/ 6858000 h 6858000"/>
              <a:gd name="connsiteX424" fmla="*/ 959715 w 7467600"/>
              <a:gd name="connsiteY424" fmla="*/ 6850185 h 6858000"/>
              <a:gd name="connsiteX425" fmla="*/ 1483788 w 7467600"/>
              <a:gd name="connsiteY425" fmla="*/ 6259174 h 6858000"/>
              <a:gd name="connsiteX426" fmla="*/ 1100671 w 7467600"/>
              <a:gd name="connsiteY426" fmla="*/ 6252137 h 6858000"/>
              <a:gd name="connsiteX427" fmla="*/ 1090144 w 7467600"/>
              <a:gd name="connsiteY427" fmla="*/ 6256748 h 6858000"/>
              <a:gd name="connsiteX428" fmla="*/ 1095872 w 7467600"/>
              <a:gd name="connsiteY428" fmla="*/ 6271892 h 6858000"/>
              <a:gd name="connsiteX429" fmla="*/ 262785 w 7467600"/>
              <a:gd name="connsiteY429" fmla="*/ 6845450 h 6858000"/>
              <a:gd name="connsiteX430" fmla="*/ 209968 w 7467600"/>
              <a:gd name="connsiteY430" fmla="*/ 6770713 h 6858000"/>
              <a:gd name="connsiteX431" fmla="*/ 873460 w 7467600"/>
              <a:gd name="connsiteY431" fmla="*/ 6253768 h 6858000"/>
              <a:gd name="connsiteX432" fmla="*/ 192686 w 7467600"/>
              <a:gd name="connsiteY432" fmla="*/ 5849257 h 6858000"/>
              <a:gd name="connsiteX433" fmla="*/ 4696 w 7467600"/>
              <a:gd name="connsiteY433" fmla="*/ 5697668 h 6858000"/>
              <a:gd name="connsiteX434" fmla="*/ 0 w 7467600"/>
              <a:gd name="connsiteY434" fmla="*/ 5689984 h 6858000"/>
              <a:gd name="connsiteX435" fmla="*/ 0 w 7467600"/>
              <a:gd name="connsiteY435" fmla="*/ 5513472 h 6858000"/>
              <a:gd name="connsiteX436" fmla="*/ 174101 w 7467600"/>
              <a:gd name="connsiteY436" fmla="*/ 5620277 h 6858000"/>
              <a:gd name="connsiteX437" fmla="*/ 891800 w 7467600"/>
              <a:gd name="connsiteY437" fmla="*/ 6036935 h 6858000"/>
              <a:gd name="connsiteX438" fmla="*/ 1072219 w 7467600"/>
              <a:gd name="connsiteY438" fmla="*/ 6169443 h 6858000"/>
              <a:gd name="connsiteX439" fmla="*/ 1074117 w 7467600"/>
              <a:gd name="connsiteY439" fmla="*/ 6170301 h 6858000"/>
              <a:gd name="connsiteX440" fmla="*/ 1083114 w 7467600"/>
              <a:gd name="connsiteY440" fmla="*/ 6174131 h 6858000"/>
              <a:gd name="connsiteX441" fmla="*/ 1543010 w 7467600"/>
              <a:gd name="connsiteY441" fmla="*/ 6191140 h 6858000"/>
              <a:gd name="connsiteX442" fmla="*/ 1551080 w 7467600"/>
              <a:gd name="connsiteY442" fmla="*/ 6195006 h 6858000"/>
              <a:gd name="connsiteX443" fmla="*/ 2345443 w 7467600"/>
              <a:gd name="connsiteY443" fmla="*/ 5549882 h 6858000"/>
              <a:gd name="connsiteX444" fmla="*/ 1721499 w 7467600"/>
              <a:gd name="connsiteY444" fmla="*/ 5599969 h 6858000"/>
              <a:gd name="connsiteX445" fmla="*/ 767716 w 7467600"/>
              <a:gd name="connsiteY445" fmla="*/ 5472768 h 6858000"/>
              <a:gd name="connsiteX446" fmla="*/ 722147 w 7467600"/>
              <a:gd name="connsiteY446" fmla="*/ 5393091 h 6858000"/>
              <a:gd name="connsiteX447" fmla="*/ 1485552 w 7467600"/>
              <a:gd name="connsiteY447" fmla="*/ 5313202 h 6858000"/>
              <a:gd name="connsiteX448" fmla="*/ 2143004 w 7467600"/>
              <a:gd name="connsiteY448" fmla="*/ 5402420 h 6858000"/>
              <a:gd name="connsiteX449" fmla="*/ 1933391 w 7467600"/>
              <a:gd name="connsiteY449" fmla="*/ 5156971 h 6858000"/>
              <a:gd name="connsiteX450" fmla="*/ 1827118 w 7467600"/>
              <a:gd name="connsiteY450" fmla="*/ 4968410 h 6858000"/>
              <a:gd name="connsiteX451" fmla="*/ 1837349 w 7467600"/>
              <a:gd name="connsiteY451" fmla="*/ 4956357 h 6858000"/>
              <a:gd name="connsiteX452" fmla="*/ 2162835 w 7467600"/>
              <a:gd name="connsiteY452" fmla="*/ 5187853 h 6858000"/>
              <a:gd name="connsiteX453" fmla="*/ 2257167 w 7467600"/>
              <a:gd name="connsiteY453" fmla="*/ 5462123 h 6858000"/>
              <a:gd name="connsiteX454" fmla="*/ 2261598 w 7467600"/>
              <a:gd name="connsiteY454" fmla="*/ 5467998 h 6858000"/>
              <a:gd name="connsiteX455" fmla="*/ 2437177 w 7467600"/>
              <a:gd name="connsiteY455" fmla="*/ 5479608 h 6858000"/>
              <a:gd name="connsiteX456" fmla="*/ 2445247 w 7467600"/>
              <a:gd name="connsiteY456" fmla="*/ 5483476 h 6858000"/>
              <a:gd name="connsiteX457" fmla="*/ 2743626 w 7467600"/>
              <a:gd name="connsiteY457" fmla="*/ 5304819 h 6858000"/>
              <a:gd name="connsiteX458" fmla="*/ 3048102 w 7467600"/>
              <a:gd name="connsiteY458" fmla="*/ 5150595 h 6858000"/>
              <a:gd name="connsiteX459" fmla="*/ 1799414 w 7467600"/>
              <a:gd name="connsiteY459" fmla="*/ 4694732 h 6858000"/>
              <a:gd name="connsiteX460" fmla="*/ 1771735 w 7467600"/>
              <a:gd name="connsiteY460" fmla="*/ 4619929 h 6858000"/>
              <a:gd name="connsiteX461" fmla="*/ 3104273 w 7467600"/>
              <a:gd name="connsiteY461" fmla="*/ 5076159 h 6858000"/>
              <a:gd name="connsiteX462" fmla="*/ 3113245 w 7467600"/>
              <a:gd name="connsiteY462" fmla="*/ 5090705 h 6858000"/>
              <a:gd name="connsiteX463" fmla="*/ 3126294 w 7467600"/>
              <a:gd name="connsiteY463" fmla="*/ 5114400 h 6858000"/>
              <a:gd name="connsiteX464" fmla="*/ 3937433 w 7467600"/>
              <a:gd name="connsiteY464" fmla="*/ 4830473 h 6858000"/>
              <a:gd name="connsiteX465" fmla="*/ 3590475 w 7467600"/>
              <a:gd name="connsiteY465" fmla="*/ 4597974 h 6858000"/>
              <a:gd name="connsiteX466" fmla="*/ 3100264 w 7467600"/>
              <a:gd name="connsiteY466" fmla="*/ 4579845 h 6858000"/>
              <a:gd name="connsiteX467" fmla="*/ 2183576 w 7467600"/>
              <a:gd name="connsiteY467" fmla="*/ 4227150 h 6858000"/>
              <a:gd name="connsiteX468" fmla="*/ 2151029 w 7467600"/>
              <a:gd name="connsiteY468" fmla="*/ 4146947 h 6858000"/>
              <a:gd name="connsiteX469" fmla="*/ 3563434 w 7467600"/>
              <a:gd name="connsiteY469" fmla="*/ 4469115 h 6858000"/>
              <a:gd name="connsiteX470" fmla="*/ 3177952 w 7467600"/>
              <a:gd name="connsiteY470" fmla="*/ 3657386 h 6858000"/>
              <a:gd name="connsiteX471" fmla="*/ 3189263 w 7467600"/>
              <a:gd name="connsiteY471" fmla="*/ 3625726 h 6858000"/>
              <a:gd name="connsiteX472" fmla="*/ 3560912 w 7467600"/>
              <a:gd name="connsiteY472" fmla="*/ 4079863 h 6858000"/>
              <a:gd name="connsiteX473" fmla="*/ 3626636 w 7467600"/>
              <a:gd name="connsiteY473" fmla="*/ 4512230 h 6858000"/>
              <a:gd name="connsiteX474" fmla="*/ 3653088 w 7467600"/>
              <a:gd name="connsiteY474" fmla="*/ 4521417 h 6858000"/>
              <a:gd name="connsiteX475" fmla="*/ 3988128 w 7467600"/>
              <a:gd name="connsiteY475" fmla="*/ 4817267 h 6858000"/>
              <a:gd name="connsiteX476" fmla="*/ 4830582 w 7467600"/>
              <a:gd name="connsiteY476" fmla="*/ 4676000 h 6858000"/>
              <a:gd name="connsiteX477" fmla="*/ 4830100 w 7467600"/>
              <a:gd name="connsiteY477" fmla="*/ 4675554 h 6858000"/>
              <a:gd name="connsiteX478" fmla="*/ 4036318 w 7467600"/>
              <a:gd name="connsiteY478" fmla="*/ 4147013 h 6858000"/>
              <a:gd name="connsiteX479" fmla="*/ 3432098 w 7467600"/>
              <a:gd name="connsiteY479" fmla="*/ 3537312 h 6858000"/>
              <a:gd name="connsiteX480" fmla="*/ 3446761 w 7467600"/>
              <a:gd name="connsiteY480" fmla="*/ 3461278 h 6858000"/>
              <a:gd name="connsiteX481" fmla="*/ 4419733 w 7467600"/>
              <a:gd name="connsiteY481" fmla="*/ 3963555 h 6858000"/>
              <a:gd name="connsiteX482" fmla="*/ 4781371 w 7467600"/>
              <a:gd name="connsiteY482" fmla="*/ 4458604 h 6858000"/>
              <a:gd name="connsiteX483" fmla="*/ 4780440 w 7467600"/>
              <a:gd name="connsiteY483" fmla="*/ 4470290 h 6858000"/>
              <a:gd name="connsiteX484" fmla="*/ 4898954 w 7467600"/>
              <a:gd name="connsiteY484" fmla="*/ 4662092 h 6858000"/>
              <a:gd name="connsiteX485" fmla="*/ 4900699 w 7467600"/>
              <a:gd name="connsiteY485" fmla="*/ 4670867 h 6858000"/>
              <a:gd name="connsiteX486" fmla="*/ 5714511 w 7467600"/>
              <a:gd name="connsiteY486" fmla="*/ 4663483 h 6858000"/>
              <a:gd name="connsiteX487" fmla="*/ 5464793 w 7467600"/>
              <a:gd name="connsiteY487" fmla="*/ 4393556 h 6858000"/>
              <a:gd name="connsiteX488" fmla="*/ 5461897 w 7467600"/>
              <a:gd name="connsiteY488" fmla="*/ 4390879 h 6858000"/>
              <a:gd name="connsiteX489" fmla="*/ 4294126 w 7467600"/>
              <a:gd name="connsiteY489" fmla="*/ 3303048 h 6858000"/>
              <a:gd name="connsiteX490" fmla="*/ 4305321 w 7467600"/>
              <a:gd name="connsiteY490" fmla="*/ 3256953 h 6858000"/>
              <a:gd name="connsiteX491" fmla="*/ 4949299 w 7467600"/>
              <a:gd name="connsiteY491" fmla="*/ 3766336 h 6858000"/>
              <a:gd name="connsiteX492" fmla="*/ 5291452 w 7467600"/>
              <a:gd name="connsiteY492" fmla="*/ 4076801 h 6858000"/>
              <a:gd name="connsiteX493" fmla="*/ 5434998 w 7467600"/>
              <a:gd name="connsiteY493" fmla="*/ 4254100 h 6858000"/>
              <a:gd name="connsiteX494" fmla="*/ 5351015 w 7467600"/>
              <a:gd name="connsiteY494" fmla="*/ 3760989 h 6858000"/>
              <a:gd name="connsiteX495" fmla="*/ 5413780 w 7467600"/>
              <a:gd name="connsiteY495" fmla="*/ 2966265 h 6858000"/>
              <a:gd name="connsiteX496" fmla="*/ 5425627 w 7467600"/>
              <a:gd name="connsiteY496" fmla="*/ 2954192 h 6858000"/>
              <a:gd name="connsiteX497" fmla="*/ 6604735 w 7467600"/>
              <a:gd name="connsiteY497" fmla="*/ 2041381 h 6858000"/>
              <a:gd name="connsiteX498" fmla="*/ 7204487 w 7467600"/>
              <a:gd name="connsiteY498" fmla="*/ 2742112 h 6858000"/>
              <a:gd name="connsiteX499" fmla="*/ 7131592 w 7467600"/>
              <a:gd name="connsiteY499" fmla="*/ 2672096 h 6858000"/>
              <a:gd name="connsiteX500" fmla="*/ 6996344 w 7467600"/>
              <a:gd name="connsiteY500" fmla="*/ 2518310 h 6858000"/>
              <a:gd name="connsiteX501" fmla="*/ 6735495 w 7467600"/>
              <a:gd name="connsiteY501" fmla="*/ 2196890 h 6858000"/>
              <a:gd name="connsiteX502" fmla="*/ 6721901 w 7467600"/>
              <a:gd name="connsiteY502" fmla="*/ 2179274 h 6858000"/>
              <a:gd name="connsiteX503" fmla="*/ 6604735 w 7467600"/>
              <a:gd name="connsiteY503" fmla="*/ 2041381 h 6858000"/>
              <a:gd name="connsiteX504" fmla="*/ 6591670 w 7467600"/>
              <a:gd name="connsiteY504" fmla="*/ 1988277 h 6858000"/>
              <a:gd name="connsiteX505" fmla="*/ 6747349 w 7467600"/>
              <a:gd name="connsiteY505" fmla="*/ 2160069 h 6858000"/>
              <a:gd name="connsiteX506" fmla="*/ 6760943 w 7467600"/>
              <a:gd name="connsiteY506" fmla="*/ 2177686 h 6858000"/>
              <a:gd name="connsiteX507" fmla="*/ 7021065 w 7467600"/>
              <a:gd name="connsiteY507" fmla="*/ 2498102 h 6858000"/>
              <a:gd name="connsiteX508" fmla="*/ 7155223 w 7467600"/>
              <a:gd name="connsiteY508" fmla="*/ 2650386 h 6858000"/>
              <a:gd name="connsiteX509" fmla="*/ 7203167 w 7467600"/>
              <a:gd name="connsiteY509" fmla="*/ 2697288 h 6858000"/>
              <a:gd name="connsiteX510" fmla="*/ 6937703 w 7467600"/>
              <a:gd name="connsiteY510" fmla="*/ 2321981 h 6858000"/>
              <a:gd name="connsiteX511" fmla="*/ 6591670 w 7467600"/>
              <a:gd name="connsiteY511" fmla="*/ 1988277 h 6858000"/>
              <a:gd name="connsiteX512" fmla="*/ 5798671 w 7467600"/>
              <a:gd name="connsiteY512" fmla="*/ 1981601 h 6858000"/>
              <a:gd name="connsiteX513" fmla="*/ 5754709 w 7467600"/>
              <a:gd name="connsiteY513" fmla="*/ 2071454 h 6858000"/>
              <a:gd name="connsiteX514" fmla="*/ 5763044 w 7467600"/>
              <a:gd name="connsiteY514" fmla="*/ 2842206 h 6858000"/>
              <a:gd name="connsiteX515" fmla="*/ 5764974 w 7467600"/>
              <a:gd name="connsiteY515" fmla="*/ 2799609 h 6858000"/>
              <a:gd name="connsiteX516" fmla="*/ 5767665 w 7467600"/>
              <a:gd name="connsiteY516" fmla="*/ 2666409 h 6858000"/>
              <a:gd name="connsiteX517" fmla="*/ 5763055 w 7467600"/>
              <a:gd name="connsiteY517" fmla="*/ 2579705 h 6858000"/>
              <a:gd name="connsiteX518" fmla="*/ 5758079 w 7467600"/>
              <a:gd name="connsiteY518" fmla="*/ 2492508 h 6858000"/>
              <a:gd name="connsiteX519" fmla="*/ 5779325 w 7467600"/>
              <a:gd name="connsiteY519" fmla="*/ 2197069 h 6858000"/>
              <a:gd name="connsiteX520" fmla="*/ 5798671 w 7467600"/>
              <a:gd name="connsiteY520" fmla="*/ 1981601 h 6858000"/>
              <a:gd name="connsiteX521" fmla="*/ 5829202 w 7467600"/>
              <a:gd name="connsiteY521" fmla="*/ 1971679 h 6858000"/>
              <a:gd name="connsiteX522" fmla="*/ 5809558 w 7467600"/>
              <a:gd name="connsiteY522" fmla="*/ 2198043 h 6858000"/>
              <a:gd name="connsiteX523" fmla="*/ 5788653 w 7467600"/>
              <a:gd name="connsiteY523" fmla="*/ 2489430 h 6858000"/>
              <a:gd name="connsiteX524" fmla="*/ 5793439 w 7467600"/>
              <a:gd name="connsiteY524" fmla="*/ 2575235 h 6858000"/>
              <a:gd name="connsiteX525" fmla="*/ 5796837 w 7467600"/>
              <a:gd name="connsiteY525" fmla="*/ 2637633 h 6858000"/>
              <a:gd name="connsiteX526" fmla="*/ 5818614 w 7467600"/>
              <a:gd name="connsiteY526" fmla="*/ 2473055 h 6858000"/>
              <a:gd name="connsiteX527" fmla="*/ 5829202 w 7467600"/>
              <a:gd name="connsiteY527" fmla="*/ 1971679 h 6858000"/>
              <a:gd name="connsiteX528" fmla="*/ 5911389 w 7467600"/>
              <a:gd name="connsiteY528" fmla="*/ 1898371 h 6858000"/>
              <a:gd name="connsiteX529" fmla="*/ 6237627 w 7467600"/>
              <a:gd name="connsiteY529" fmla="*/ 2231921 h 6858000"/>
              <a:gd name="connsiteX530" fmla="*/ 5911389 w 7467600"/>
              <a:gd name="connsiteY530" fmla="*/ 1898371 h 6858000"/>
              <a:gd name="connsiteX531" fmla="*/ 6944437 w 7467600"/>
              <a:gd name="connsiteY531" fmla="*/ 1575402 h 6858000"/>
              <a:gd name="connsiteX532" fmla="*/ 6304730 w 7467600"/>
              <a:gd name="connsiteY532" fmla="*/ 1766654 h 6858000"/>
              <a:gd name="connsiteX533" fmla="*/ 6944437 w 7467600"/>
              <a:gd name="connsiteY533" fmla="*/ 1575402 h 6858000"/>
              <a:gd name="connsiteX534" fmla="*/ 7019523 w 7467600"/>
              <a:gd name="connsiteY534" fmla="*/ 1519450 h 6858000"/>
              <a:gd name="connsiteX535" fmla="*/ 6298091 w 7467600"/>
              <a:gd name="connsiteY535" fmla="*/ 1737122 h 6858000"/>
              <a:gd name="connsiteX536" fmla="*/ 7019523 w 7467600"/>
              <a:gd name="connsiteY536" fmla="*/ 1519450 h 6858000"/>
              <a:gd name="connsiteX537" fmla="*/ 2399523 w 7467600"/>
              <a:gd name="connsiteY537" fmla="*/ 1428234 h 6858000"/>
              <a:gd name="connsiteX538" fmla="*/ 2224982 w 7467600"/>
              <a:gd name="connsiteY538" fmla="*/ 1826201 h 6858000"/>
              <a:gd name="connsiteX539" fmla="*/ 2096099 w 7467600"/>
              <a:gd name="connsiteY539" fmla="*/ 2345900 h 6858000"/>
              <a:gd name="connsiteX540" fmla="*/ 2283317 w 7467600"/>
              <a:gd name="connsiteY540" fmla="*/ 1796925 h 6858000"/>
              <a:gd name="connsiteX541" fmla="*/ 2399523 w 7467600"/>
              <a:gd name="connsiteY541" fmla="*/ 1428234 h 6858000"/>
              <a:gd name="connsiteX542" fmla="*/ 2448558 w 7467600"/>
              <a:gd name="connsiteY542" fmla="*/ 1373435 h 6858000"/>
              <a:gd name="connsiteX543" fmla="*/ 2312521 w 7467600"/>
              <a:gd name="connsiteY543" fmla="*/ 1806140 h 6858000"/>
              <a:gd name="connsiteX544" fmla="*/ 2127533 w 7467600"/>
              <a:gd name="connsiteY544" fmla="*/ 2348380 h 6858000"/>
              <a:gd name="connsiteX545" fmla="*/ 2358080 w 7467600"/>
              <a:gd name="connsiteY545" fmla="*/ 1866134 h 6858000"/>
              <a:gd name="connsiteX546" fmla="*/ 2407436 w 7467600"/>
              <a:gd name="connsiteY546" fmla="*/ 1651070 h 6858000"/>
              <a:gd name="connsiteX547" fmla="*/ 2448558 w 7467600"/>
              <a:gd name="connsiteY547" fmla="*/ 1373435 h 6858000"/>
              <a:gd name="connsiteX548" fmla="*/ 278707 w 7467600"/>
              <a:gd name="connsiteY548" fmla="*/ 1352270 h 6858000"/>
              <a:gd name="connsiteX549" fmla="*/ 321570 w 7467600"/>
              <a:gd name="connsiteY549" fmla="*/ 1861610 h 6858000"/>
              <a:gd name="connsiteX550" fmla="*/ 294281 w 7467600"/>
              <a:gd name="connsiteY550" fmla="*/ 1440658 h 6858000"/>
              <a:gd name="connsiteX551" fmla="*/ 278707 w 7467600"/>
              <a:gd name="connsiteY551" fmla="*/ 1352270 h 6858000"/>
              <a:gd name="connsiteX552" fmla="*/ 1423821 w 7467600"/>
              <a:gd name="connsiteY552" fmla="*/ 1351958 h 6858000"/>
              <a:gd name="connsiteX553" fmla="*/ 1638521 w 7467600"/>
              <a:gd name="connsiteY553" fmla="*/ 1908470 h 6858000"/>
              <a:gd name="connsiteX554" fmla="*/ 1754199 w 7467600"/>
              <a:gd name="connsiteY554" fmla="*/ 2149284 h 6858000"/>
              <a:gd name="connsiteX555" fmla="*/ 1908359 w 7467600"/>
              <a:gd name="connsiteY555" fmla="*/ 2364988 h 6858000"/>
              <a:gd name="connsiteX556" fmla="*/ 1647661 w 7467600"/>
              <a:gd name="connsiteY556" fmla="*/ 1825945 h 6858000"/>
              <a:gd name="connsiteX557" fmla="*/ 1423821 w 7467600"/>
              <a:gd name="connsiteY557" fmla="*/ 1351958 h 6858000"/>
              <a:gd name="connsiteX558" fmla="*/ 1431890 w 7467600"/>
              <a:gd name="connsiteY558" fmla="*/ 1306475 h 6858000"/>
              <a:gd name="connsiteX559" fmla="*/ 1507597 w 7467600"/>
              <a:gd name="connsiteY559" fmla="*/ 1446132 h 6858000"/>
              <a:gd name="connsiteX560" fmla="*/ 1674586 w 7467600"/>
              <a:gd name="connsiteY560" fmla="*/ 1813832 h 6858000"/>
              <a:gd name="connsiteX561" fmla="*/ 1815950 w 7467600"/>
              <a:gd name="connsiteY561" fmla="*/ 2128564 h 6858000"/>
              <a:gd name="connsiteX562" fmla="*/ 1984242 w 7467600"/>
              <a:gd name="connsiteY562" fmla="*/ 2430829 h 6858000"/>
              <a:gd name="connsiteX563" fmla="*/ 2014023 w 7467600"/>
              <a:gd name="connsiteY563" fmla="*/ 2450995 h 6858000"/>
              <a:gd name="connsiteX564" fmla="*/ 1747337 w 7467600"/>
              <a:gd name="connsiteY564" fmla="*/ 1855264 h 6858000"/>
              <a:gd name="connsiteX565" fmla="*/ 1533749 w 7467600"/>
              <a:gd name="connsiteY565" fmla="*/ 1478656 h 6858000"/>
              <a:gd name="connsiteX566" fmla="*/ 1431890 w 7467600"/>
              <a:gd name="connsiteY566" fmla="*/ 1306475 h 6858000"/>
              <a:gd name="connsiteX567" fmla="*/ 5052692 w 7467600"/>
              <a:gd name="connsiteY567" fmla="*/ 1292994 h 6858000"/>
              <a:gd name="connsiteX568" fmla="*/ 5200661 w 7467600"/>
              <a:gd name="connsiteY568" fmla="*/ 1635186 h 6858000"/>
              <a:gd name="connsiteX569" fmla="*/ 5297138 w 7467600"/>
              <a:gd name="connsiteY569" fmla="*/ 1906351 h 6858000"/>
              <a:gd name="connsiteX570" fmla="*/ 5052692 w 7467600"/>
              <a:gd name="connsiteY570" fmla="*/ 1292994 h 6858000"/>
              <a:gd name="connsiteX571" fmla="*/ 5009948 w 7467600"/>
              <a:gd name="connsiteY571" fmla="*/ 1273619 h 6858000"/>
              <a:gd name="connsiteX572" fmla="*/ 5121777 w 7467600"/>
              <a:gd name="connsiteY572" fmla="*/ 1654213 h 6858000"/>
              <a:gd name="connsiteX573" fmla="*/ 5293545 w 7467600"/>
              <a:gd name="connsiteY573" fmla="*/ 2072247 h 6858000"/>
              <a:gd name="connsiteX574" fmla="*/ 5294042 w 7467600"/>
              <a:gd name="connsiteY574" fmla="*/ 2065019 h 6858000"/>
              <a:gd name="connsiteX575" fmla="*/ 5171936 w 7467600"/>
              <a:gd name="connsiteY575" fmla="*/ 1647613 h 6858000"/>
              <a:gd name="connsiteX576" fmla="*/ 5009948 w 7467600"/>
              <a:gd name="connsiteY576" fmla="*/ 1273619 h 6858000"/>
              <a:gd name="connsiteX577" fmla="*/ 655236 w 7467600"/>
              <a:gd name="connsiteY577" fmla="*/ 1268632 h 6858000"/>
              <a:gd name="connsiteX578" fmla="*/ 839521 w 7467600"/>
              <a:gd name="connsiteY578" fmla="*/ 1685315 h 6858000"/>
              <a:gd name="connsiteX579" fmla="*/ 1109416 w 7467600"/>
              <a:gd name="connsiteY579" fmla="*/ 2061663 h 6858000"/>
              <a:gd name="connsiteX580" fmla="*/ 1298300 w 7467600"/>
              <a:gd name="connsiteY580" fmla="*/ 2247742 h 6858000"/>
              <a:gd name="connsiteX581" fmla="*/ 1125871 w 7467600"/>
              <a:gd name="connsiteY581" fmla="*/ 1989513 h 6858000"/>
              <a:gd name="connsiteX582" fmla="*/ 981574 w 7467600"/>
              <a:gd name="connsiteY582" fmla="*/ 1783157 h 6858000"/>
              <a:gd name="connsiteX583" fmla="*/ 922198 w 7467600"/>
              <a:gd name="connsiteY583" fmla="*/ 1677437 h 6858000"/>
              <a:gd name="connsiteX584" fmla="*/ 869293 w 7467600"/>
              <a:gd name="connsiteY584" fmla="*/ 1583214 h 6858000"/>
              <a:gd name="connsiteX585" fmla="*/ 751431 w 7467600"/>
              <a:gd name="connsiteY585" fmla="*/ 1405731 h 6858000"/>
              <a:gd name="connsiteX586" fmla="*/ 655236 w 7467600"/>
              <a:gd name="connsiteY586" fmla="*/ 1268632 h 6858000"/>
              <a:gd name="connsiteX587" fmla="*/ 6516292 w 7467600"/>
              <a:gd name="connsiteY587" fmla="*/ 1263064 h 6858000"/>
              <a:gd name="connsiteX588" fmla="*/ 5736320 w 7467600"/>
              <a:gd name="connsiteY588" fmla="*/ 1501803 h 6858000"/>
              <a:gd name="connsiteX589" fmla="*/ 6516292 w 7467600"/>
              <a:gd name="connsiteY589" fmla="*/ 1263064 h 6858000"/>
              <a:gd name="connsiteX590" fmla="*/ 291466 w 7467600"/>
              <a:gd name="connsiteY590" fmla="*/ 1250369 h 6858000"/>
              <a:gd name="connsiteX591" fmla="*/ 323180 w 7467600"/>
              <a:gd name="connsiteY591" fmla="*/ 1435283 h 6858000"/>
              <a:gd name="connsiteX592" fmla="*/ 349381 w 7467600"/>
              <a:gd name="connsiteY592" fmla="*/ 1875041 h 6858000"/>
              <a:gd name="connsiteX593" fmla="*/ 374363 w 7467600"/>
              <a:gd name="connsiteY593" fmla="*/ 1506494 h 6858000"/>
              <a:gd name="connsiteX594" fmla="*/ 302168 w 7467600"/>
              <a:gd name="connsiteY594" fmla="*/ 1274495 h 6858000"/>
              <a:gd name="connsiteX595" fmla="*/ 291466 w 7467600"/>
              <a:gd name="connsiteY595" fmla="*/ 1250369 h 6858000"/>
              <a:gd name="connsiteX596" fmla="*/ 678222 w 7467600"/>
              <a:gd name="connsiteY596" fmla="*/ 1248670 h 6858000"/>
              <a:gd name="connsiteX597" fmla="*/ 775536 w 7467600"/>
              <a:gd name="connsiteY597" fmla="*/ 1388015 h 6858000"/>
              <a:gd name="connsiteX598" fmla="*/ 894529 w 7467600"/>
              <a:gd name="connsiteY598" fmla="*/ 1567739 h 6858000"/>
              <a:gd name="connsiteX599" fmla="*/ 948000 w 7467600"/>
              <a:gd name="connsiteY599" fmla="*/ 1663088 h 6858000"/>
              <a:gd name="connsiteX600" fmla="*/ 1006812 w 7467600"/>
              <a:gd name="connsiteY600" fmla="*/ 1767683 h 6858000"/>
              <a:gd name="connsiteX601" fmla="*/ 1149133 w 7467600"/>
              <a:gd name="connsiteY601" fmla="*/ 1971513 h 6858000"/>
              <a:gd name="connsiteX602" fmla="*/ 1333952 w 7467600"/>
              <a:gd name="connsiteY602" fmla="*/ 2251620 h 6858000"/>
              <a:gd name="connsiteX603" fmla="*/ 1337329 w 7467600"/>
              <a:gd name="connsiteY603" fmla="*/ 2258350 h 6858000"/>
              <a:gd name="connsiteX604" fmla="*/ 1014726 w 7467600"/>
              <a:gd name="connsiteY604" fmla="*/ 1615556 h 6858000"/>
              <a:gd name="connsiteX605" fmla="*/ 678222 w 7467600"/>
              <a:gd name="connsiteY605" fmla="*/ 1248670 h 6858000"/>
              <a:gd name="connsiteX606" fmla="*/ 6691602 w 7467600"/>
              <a:gd name="connsiteY606" fmla="*/ 1140573 h 6858000"/>
              <a:gd name="connsiteX607" fmla="*/ 6571100 w 7467600"/>
              <a:gd name="connsiteY607" fmla="*/ 1183662 h 6858000"/>
              <a:gd name="connsiteX608" fmla="*/ 6241687 w 7467600"/>
              <a:gd name="connsiteY608" fmla="*/ 1257600 h 6858000"/>
              <a:gd name="connsiteX609" fmla="*/ 5693009 w 7467600"/>
              <a:gd name="connsiteY609" fmla="*/ 1478256 h 6858000"/>
              <a:gd name="connsiteX610" fmla="*/ 6548420 w 7467600"/>
              <a:gd name="connsiteY610" fmla="*/ 1214599 h 6858000"/>
              <a:gd name="connsiteX611" fmla="*/ 6605473 w 7467600"/>
              <a:gd name="connsiteY611" fmla="*/ 1184686 h 6858000"/>
              <a:gd name="connsiteX612" fmla="*/ 6691602 w 7467600"/>
              <a:gd name="connsiteY612" fmla="*/ 1140573 h 6858000"/>
              <a:gd name="connsiteX613" fmla="*/ 4002475 w 7467600"/>
              <a:gd name="connsiteY613" fmla="*/ 1037802 h 6858000"/>
              <a:gd name="connsiteX614" fmla="*/ 4000324 w 7467600"/>
              <a:gd name="connsiteY614" fmla="*/ 1039362 h 6858000"/>
              <a:gd name="connsiteX615" fmla="*/ 4002862 w 7467600"/>
              <a:gd name="connsiteY615" fmla="*/ 1042866 h 6858000"/>
              <a:gd name="connsiteX616" fmla="*/ 4002475 w 7467600"/>
              <a:gd name="connsiteY616" fmla="*/ 1037802 h 6858000"/>
              <a:gd name="connsiteX617" fmla="*/ 506322 w 7467600"/>
              <a:gd name="connsiteY617" fmla="*/ 1020997 h 6858000"/>
              <a:gd name="connsiteX618" fmla="*/ 533068 w 7467600"/>
              <a:gd name="connsiteY618" fmla="*/ 1029409 h 6858000"/>
              <a:gd name="connsiteX619" fmla="*/ 1232525 w 7467600"/>
              <a:gd name="connsiteY619" fmla="*/ 1804675 h 6858000"/>
              <a:gd name="connsiteX620" fmla="*/ 1388858 w 7467600"/>
              <a:gd name="connsiteY620" fmla="*/ 2368011 h 6858000"/>
              <a:gd name="connsiteX621" fmla="*/ 1384098 w 7467600"/>
              <a:gd name="connsiteY621" fmla="*/ 2378125 h 6858000"/>
              <a:gd name="connsiteX622" fmla="*/ 1425393 w 7467600"/>
              <a:gd name="connsiteY622" fmla="*/ 2589124 h 6858000"/>
              <a:gd name="connsiteX623" fmla="*/ 1424001 w 7467600"/>
              <a:gd name="connsiteY623" fmla="*/ 2597541 h 6858000"/>
              <a:gd name="connsiteX624" fmla="*/ 2152729 w 7467600"/>
              <a:gd name="connsiteY624" fmla="*/ 2864487 h 6858000"/>
              <a:gd name="connsiteX625" fmla="*/ 2020609 w 7467600"/>
              <a:gd name="connsiteY625" fmla="*/ 2539671 h 6858000"/>
              <a:gd name="connsiteX626" fmla="*/ 2018920 w 7467600"/>
              <a:gd name="connsiteY626" fmla="*/ 2536309 h 6858000"/>
              <a:gd name="connsiteX627" fmla="*/ 1342441 w 7467600"/>
              <a:gd name="connsiteY627" fmla="*/ 1173017 h 6858000"/>
              <a:gd name="connsiteX628" fmla="*/ 1367925 w 7467600"/>
              <a:gd name="connsiteY628" fmla="*/ 1135648 h 6858000"/>
              <a:gd name="connsiteX629" fmla="*/ 1771401 w 7467600"/>
              <a:gd name="connsiteY629" fmla="*/ 1806673 h 6858000"/>
              <a:gd name="connsiteX630" fmla="*/ 1972385 w 7467600"/>
              <a:gd name="connsiteY630" fmla="*/ 2198735 h 6858000"/>
              <a:gd name="connsiteX631" fmla="*/ 2040892 w 7467600"/>
              <a:gd name="connsiteY631" fmla="*/ 2405205 h 6858000"/>
              <a:gd name="connsiteX632" fmla="*/ 2131689 w 7467600"/>
              <a:gd name="connsiteY632" fmla="*/ 1936926 h 6858000"/>
              <a:gd name="connsiteX633" fmla="*/ 2454820 w 7467600"/>
              <a:gd name="connsiteY633" fmla="*/ 1248808 h 6858000"/>
              <a:gd name="connsiteX634" fmla="*/ 2492512 w 7467600"/>
              <a:gd name="connsiteY634" fmla="*/ 1302920 h 6858000"/>
              <a:gd name="connsiteX635" fmla="*/ 2081216 w 7467600"/>
              <a:gd name="connsiteY635" fmla="*/ 2527513 h 6858000"/>
              <a:gd name="connsiteX636" fmla="*/ 2081211 w 7467600"/>
              <a:gd name="connsiteY636" fmla="*/ 2528916 h 6858000"/>
              <a:gd name="connsiteX637" fmla="*/ 2199067 w 7467600"/>
              <a:gd name="connsiteY637" fmla="*/ 2884061 h 6858000"/>
              <a:gd name="connsiteX638" fmla="*/ 3192586 w 7467600"/>
              <a:gd name="connsiteY638" fmla="*/ 3411496 h 6858000"/>
              <a:gd name="connsiteX639" fmla="*/ 3182620 w 7467600"/>
              <a:gd name="connsiteY639" fmla="*/ 3483279 h 6858000"/>
              <a:gd name="connsiteX640" fmla="*/ 2435119 w 7467600"/>
              <a:gd name="connsiteY640" fmla="*/ 3080173 h 6858000"/>
              <a:gd name="connsiteX641" fmla="*/ 2410152 w 7467600"/>
              <a:gd name="connsiteY641" fmla="*/ 3063751 h 6858000"/>
              <a:gd name="connsiteX642" fmla="*/ 2408099 w 7467600"/>
              <a:gd name="connsiteY642" fmla="*/ 3064403 h 6858000"/>
              <a:gd name="connsiteX643" fmla="*/ 2407218 w 7467600"/>
              <a:gd name="connsiteY643" fmla="*/ 3070324 h 6858000"/>
              <a:gd name="connsiteX644" fmla="*/ 2380138 w 7467600"/>
              <a:gd name="connsiteY644" fmla="*/ 3099341 h 6858000"/>
              <a:gd name="connsiteX645" fmla="*/ 1765923 w 7467600"/>
              <a:gd name="connsiteY645" fmla="*/ 3581043 h 6858000"/>
              <a:gd name="connsiteX646" fmla="*/ 1702258 w 7467600"/>
              <a:gd name="connsiteY646" fmla="*/ 3612286 h 6858000"/>
              <a:gd name="connsiteX647" fmla="*/ 1538370 w 7467600"/>
              <a:gd name="connsiteY647" fmla="*/ 3811804 h 6858000"/>
              <a:gd name="connsiteX648" fmla="*/ 542867 w 7467600"/>
              <a:gd name="connsiteY648" fmla="*/ 4944092 h 6858000"/>
              <a:gd name="connsiteX649" fmla="*/ 515800 w 7467600"/>
              <a:gd name="connsiteY649" fmla="*/ 4862180 h 6858000"/>
              <a:gd name="connsiteX650" fmla="*/ 909145 w 7467600"/>
              <a:gd name="connsiteY650" fmla="*/ 4199225 h 6858000"/>
              <a:gd name="connsiteX651" fmla="*/ 1214067 w 7467600"/>
              <a:gd name="connsiteY651" fmla="*/ 3908561 h 6858000"/>
              <a:gd name="connsiteX652" fmla="*/ 640967 w 7467600"/>
              <a:gd name="connsiteY652" fmla="*/ 4105601 h 6858000"/>
              <a:gd name="connsiteX653" fmla="*/ 112563 w 7467600"/>
              <a:gd name="connsiteY653" fmla="*/ 4396952 h 6858000"/>
              <a:gd name="connsiteX654" fmla="*/ 0 w 7467600"/>
              <a:gd name="connsiteY654" fmla="*/ 4466006 h 6858000"/>
              <a:gd name="connsiteX655" fmla="*/ 0 w 7467600"/>
              <a:gd name="connsiteY655" fmla="*/ 4233763 h 6858000"/>
              <a:gd name="connsiteX656" fmla="*/ 36881 w 7467600"/>
              <a:gd name="connsiteY656" fmla="*/ 4200118 h 6858000"/>
              <a:gd name="connsiteX657" fmla="*/ 910534 w 7467600"/>
              <a:gd name="connsiteY657" fmla="*/ 3629753 h 6858000"/>
              <a:gd name="connsiteX658" fmla="*/ 1578717 w 7467600"/>
              <a:gd name="connsiteY658" fmla="*/ 3575982 h 6858000"/>
              <a:gd name="connsiteX659" fmla="*/ 2338780 w 7467600"/>
              <a:gd name="connsiteY659" fmla="*/ 3033725 h 6858000"/>
              <a:gd name="connsiteX660" fmla="*/ 1807991 w 7467600"/>
              <a:gd name="connsiteY660" fmla="*/ 2807184 h 6858000"/>
              <a:gd name="connsiteX661" fmla="*/ 1416358 w 7467600"/>
              <a:gd name="connsiteY661" fmla="*/ 3112571 h 6858000"/>
              <a:gd name="connsiteX662" fmla="*/ 939066 w 7467600"/>
              <a:gd name="connsiteY662" fmla="*/ 3378798 h 6858000"/>
              <a:gd name="connsiteX663" fmla="*/ 115099 w 7467600"/>
              <a:gd name="connsiteY663" fmla="*/ 3607650 h 6858000"/>
              <a:gd name="connsiteX664" fmla="*/ 97284 w 7467600"/>
              <a:gd name="connsiteY664" fmla="*/ 3520393 h 6858000"/>
              <a:gd name="connsiteX665" fmla="*/ 922050 w 7467600"/>
              <a:gd name="connsiteY665" fmla="*/ 3074867 h 6858000"/>
              <a:gd name="connsiteX666" fmla="*/ 1405265 w 7467600"/>
              <a:gd name="connsiteY666" fmla="*/ 3016319 h 6858000"/>
              <a:gd name="connsiteX667" fmla="*/ 1407512 w 7467600"/>
              <a:gd name="connsiteY667" fmla="*/ 3018001 h 6858000"/>
              <a:gd name="connsiteX668" fmla="*/ 1726266 w 7467600"/>
              <a:gd name="connsiteY668" fmla="*/ 2777274 h 6858000"/>
              <a:gd name="connsiteX669" fmla="*/ 625390 w 7467600"/>
              <a:gd name="connsiteY669" fmla="*/ 2514541 h 6858000"/>
              <a:gd name="connsiteX670" fmla="*/ 619799 w 7467600"/>
              <a:gd name="connsiteY670" fmla="*/ 2527180 h 6858000"/>
              <a:gd name="connsiteX671" fmla="*/ 310030 w 7467600"/>
              <a:gd name="connsiteY671" fmla="*/ 2771818 h 6858000"/>
              <a:gd name="connsiteX672" fmla="*/ 173877 w 7467600"/>
              <a:gd name="connsiteY672" fmla="*/ 2937056 h 6858000"/>
              <a:gd name="connsiteX673" fmla="*/ 77889 w 7467600"/>
              <a:gd name="connsiteY673" fmla="*/ 3138440 h 6858000"/>
              <a:gd name="connsiteX674" fmla="*/ 0 w 7467600"/>
              <a:gd name="connsiteY674" fmla="*/ 3271395 h 6858000"/>
              <a:gd name="connsiteX675" fmla="*/ 0 w 7467600"/>
              <a:gd name="connsiteY675" fmla="*/ 3153002 h 6858000"/>
              <a:gd name="connsiteX676" fmla="*/ 2386 w 7467600"/>
              <a:gd name="connsiteY676" fmla="*/ 3149203 h 6858000"/>
              <a:gd name="connsiteX677" fmla="*/ 89753 w 7467600"/>
              <a:gd name="connsiteY677" fmla="*/ 2987702 h 6858000"/>
              <a:gd name="connsiteX678" fmla="*/ 76869 w 7467600"/>
              <a:gd name="connsiteY678" fmla="*/ 3005404 h 6858000"/>
              <a:gd name="connsiteX679" fmla="*/ 32049 w 7467600"/>
              <a:gd name="connsiteY679" fmla="*/ 3065814 h 6858000"/>
              <a:gd name="connsiteX680" fmla="*/ 0 w 7467600"/>
              <a:gd name="connsiteY680" fmla="*/ 3108744 h 6858000"/>
              <a:gd name="connsiteX681" fmla="*/ 0 w 7467600"/>
              <a:gd name="connsiteY681" fmla="*/ 3058059 h 6858000"/>
              <a:gd name="connsiteX682" fmla="*/ 7610 w 7467600"/>
              <a:gd name="connsiteY682" fmla="*/ 3047889 h 6858000"/>
              <a:gd name="connsiteX683" fmla="*/ 52419 w 7467600"/>
              <a:gd name="connsiteY683" fmla="*/ 2987479 h 6858000"/>
              <a:gd name="connsiteX684" fmla="*/ 59142 w 7467600"/>
              <a:gd name="connsiteY684" fmla="*/ 2978488 h 6858000"/>
              <a:gd name="connsiteX685" fmla="*/ 0 w 7467600"/>
              <a:gd name="connsiteY685" fmla="*/ 3015334 h 6858000"/>
              <a:gd name="connsiteX686" fmla="*/ 0 w 7467600"/>
              <a:gd name="connsiteY686" fmla="*/ 2914286 h 6858000"/>
              <a:gd name="connsiteX687" fmla="*/ 36383 w 7467600"/>
              <a:gd name="connsiteY687" fmla="*/ 2901128 h 6858000"/>
              <a:gd name="connsiteX688" fmla="*/ 156329 w 7467600"/>
              <a:gd name="connsiteY688" fmla="*/ 2840533 h 6858000"/>
              <a:gd name="connsiteX689" fmla="*/ 358355 w 7467600"/>
              <a:gd name="connsiteY689" fmla="*/ 2620471 h 6858000"/>
              <a:gd name="connsiteX690" fmla="*/ 510577 w 7467600"/>
              <a:gd name="connsiteY690" fmla="*/ 2501244 h 6858000"/>
              <a:gd name="connsiteX691" fmla="*/ 211967 w 7467600"/>
              <a:gd name="connsiteY691" fmla="*/ 2479171 h 6858000"/>
              <a:gd name="connsiteX692" fmla="*/ 0 w 7467600"/>
              <a:gd name="connsiteY692" fmla="*/ 2476398 h 6858000"/>
              <a:gd name="connsiteX693" fmla="*/ 0 w 7467600"/>
              <a:gd name="connsiteY693" fmla="*/ 2389189 h 6858000"/>
              <a:gd name="connsiteX694" fmla="*/ 103062 w 7467600"/>
              <a:gd name="connsiteY694" fmla="*/ 2389518 h 6858000"/>
              <a:gd name="connsiteX695" fmla="*/ 510734 w 7467600"/>
              <a:gd name="connsiteY695" fmla="*/ 2416201 h 6858000"/>
              <a:gd name="connsiteX696" fmla="*/ 279257 w 7467600"/>
              <a:gd name="connsiteY696" fmla="*/ 2092102 h 6858000"/>
              <a:gd name="connsiteX697" fmla="*/ 65265 w 7467600"/>
              <a:gd name="connsiteY697" fmla="*/ 2006049 h 6858000"/>
              <a:gd name="connsiteX698" fmla="*/ 0 w 7467600"/>
              <a:gd name="connsiteY698" fmla="*/ 1982532 h 6858000"/>
              <a:gd name="connsiteX699" fmla="*/ 0 w 7467600"/>
              <a:gd name="connsiteY699" fmla="*/ 1912789 h 6858000"/>
              <a:gd name="connsiteX700" fmla="*/ 97460 w 7467600"/>
              <a:gd name="connsiteY700" fmla="*/ 1953725 h 6858000"/>
              <a:gd name="connsiteX701" fmla="*/ 221272 w 7467600"/>
              <a:gd name="connsiteY701" fmla="*/ 1980766 h 6858000"/>
              <a:gd name="connsiteX702" fmla="*/ 116765 w 7467600"/>
              <a:gd name="connsiteY702" fmla="*/ 1911033 h 6858000"/>
              <a:gd name="connsiteX703" fmla="*/ 16405 w 7467600"/>
              <a:gd name="connsiteY703" fmla="*/ 1803412 h 6858000"/>
              <a:gd name="connsiteX704" fmla="*/ 0 w 7467600"/>
              <a:gd name="connsiteY704" fmla="*/ 1784777 h 6858000"/>
              <a:gd name="connsiteX705" fmla="*/ 0 w 7467600"/>
              <a:gd name="connsiteY705" fmla="*/ 1740082 h 6858000"/>
              <a:gd name="connsiteX706" fmla="*/ 39394 w 7467600"/>
              <a:gd name="connsiteY706" fmla="*/ 1784856 h 6858000"/>
              <a:gd name="connsiteX707" fmla="*/ 135813 w 7467600"/>
              <a:gd name="connsiteY707" fmla="*/ 1888838 h 6858000"/>
              <a:gd name="connsiteX708" fmla="*/ 242575 w 7467600"/>
              <a:gd name="connsiteY708" fmla="*/ 1958841 h 6858000"/>
              <a:gd name="connsiteX709" fmla="*/ 82197 w 7467600"/>
              <a:gd name="connsiteY709" fmla="*/ 1754826 h 6858000"/>
              <a:gd name="connsiteX710" fmla="*/ 0 w 7467600"/>
              <a:gd name="connsiteY710" fmla="*/ 1679650 h 6858000"/>
              <a:gd name="connsiteX711" fmla="*/ 0 w 7467600"/>
              <a:gd name="connsiteY711" fmla="*/ 1602463 h 6858000"/>
              <a:gd name="connsiteX712" fmla="*/ 84689 w 7467600"/>
              <a:gd name="connsiteY712" fmla="*/ 1677442 h 6858000"/>
              <a:gd name="connsiteX713" fmla="*/ 298437 w 7467600"/>
              <a:gd name="connsiteY713" fmla="*/ 1968019 h 6858000"/>
              <a:gd name="connsiteX714" fmla="*/ 227269 w 7467600"/>
              <a:gd name="connsiteY714" fmla="*/ 1114064 h 6858000"/>
              <a:gd name="connsiteX715" fmla="*/ 248003 w 7467600"/>
              <a:gd name="connsiteY715" fmla="*/ 1089613 h 6858000"/>
              <a:gd name="connsiteX716" fmla="*/ 427020 w 7467600"/>
              <a:gd name="connsiteY716" fmla="*/ 1619803 h 6858000"/>
              <a:gd name="connsiteX717" fmla="*/ 340345 w 7467600"/>
              <a:gd name="connsiteY717" fmla="*/ 2027739 h 6858000"/>
              <a:gd name="connsiteX718" fmla="*/ 360865 w 7467600"/>
              <a:gd name="connsiteY718" fmla="*/ 2044827 h 6858000"/>
              <a:gd name="connsiteX719" fmla="*/ 560414 w 7467600"/>
              <a:gd name="connsiteY719" fmla="*/ 2421457 h 6858000"/>
              <a:gd name="connsiteX720" fmla="*/ 1359703 w 7467600"/>
              <a:gd name="connsiteY720" fmla="*/ 2578554 h 6858000"/>
              <a:gd name="connsiteX721" fmla="*/ 1359422 w 7467600"/>
              <a:gd name="connsiteY721" fmla="*/ 2577994 h 6858000"/>
              <a:gd name="connsiteX722" fmla="*/ 828701 w 7467600"/>
              <a:gd name="connsiteY722" fmla="*/ 1839520 h 6858000"/>
              <a:gd name="connsiteX723" fmla="*/ 494427 w 7467600"/>
              <a:gd name="connsiteY723" fmla="*/ 1092333 h 6858000"/>
              <a:gd name="connsiteX724" fmla="*/ 506322 w 7467600"/>
              <a:gd name="connsiteY724" fmla="*/ 1020997 h 6858000"/>
              <a:gd name="connsiteX725" fmla="*/ 4570198 w 7467600"/>
              <a:gd name="connsiteY725" fmla="*/ 978081 h 6858000"/>
              <a:gd name="connsiteX726" fmla="*/ 4523691 w 7467600"/>
              <a:gd name="connsiteY726" fmla="*/ 1127776 h 6858000"/>
              <a:gd name="connsiteX727" fmla="*/ 4509875 w 7467600"/>
              <a:gd name="connsiteY727" fmla="*/ 1167552 h 6858000"/>
              <a:gd name="connsiteX728" fmla="*/ 4478168 w 7467600"/>
              <a:gd name="connsiteY728" fmla="*/ 1260735 h 6858000"/>
              <a:gd name="connsiteX729" fmla="*/ 4409309 w 7467600"/>
              <a:gd name="connsiteY729" fmla="*/ 1666996 h 6858000"/>
              <a:gd name="connsiteX730" fmla="*/ 4370031 w 7467600"/>
              <a:gd name="connsiteY730" fmla="*/ 1955666 h 6858000"/>
              <a:gd name="connsiteX731" fmla="*/ 4570198 w 7467600"/>
              <a:gd name="connsiteY731" fmla="*/ 978081 h 6858000"/>
              <a:gd name="connsiteX732" fmla="*/ 4557898 w 7467600"/>
              <a:gd name="connsiteY732" fmla="*/ 900011 h 6858000"/>
              <a:gd name="connsiteX733" fmla="*/ 4344840 w 7467600"/>
              <a:gd name="connsiteY733" fmla="*/ 1922038 h 6858000"/>
              <a:gd name="connsiteX734" fmla="*/ 4378710 w 7467600"/>
              <a:gd name="connsiteY734" fmla="*/ 1665516 h 6858000"/>
              <a:gd name="connsiteX735" fmla="*/ 4448798 w 7467600"/>
              <a:gd name="connsiteY735" fmla="*/ 1253024 h 6858000"/>
              <a:gd name="connsiteX736" fmla="*/ 4480315 w 7467600"/>
              <a:gd name="connsiteY736" fmla="*/ 1158454 h 6858000"/>
              <a:gd name="connsiteX737" fmla="*/ 4494133 w 7467600"/>
              <a:gd name="connsiteY737" fmla="*/ 1118676 h 6858000"/>
              <a:gd name="connsiteX738" fmla="*/ 4557898 w 7467600"/>
              <a:gd name="connsiteY738" fmla="*/ 900011 h 6858000"/>
              <a:gd name="connsiteX739" fmla="*/ 5870151 w 7467600"/>
              <a:gd name="connsiteY739" fmla="*/ 898890 h 6858000"/>
              <a:gd name="connsiteX740" fmla="*/ 5861335 w 7467600"/>
              <a:gd name="connsiteY740" fmla="*/ 899177 h 6858000"/>
              <a:gd name="connsiteX741" fmla="*/ 5843702 w 7467600"/>
              <a:gd name="connsiteY741" fmla="*/ 899748 h 6858000"/>
              <a:gd name="connsiteX742" fmla="*/ 5651107 w 7467600"/>
              <a:gd name="connsiteY742" fmla="*/ 920306 h 6858000"/>
              <a:gd name="connsiteX743" fmla="*/ 5459407 w 7467600"/>
              <a:gd name="connsiteY743" fmla="*/ 940975 h 6858000"/>
              <a:gd name="connsiteX744" fmla="*/ 5374846 w 7467600"/>
              <a:gd name="connsiteY744" fmla="*/ 941988 h 6858000"/>
              <a:gd name="connsiteX745" fmla="*/ 5256105 w 7467600"/>
              <a:gd name="connsiteY745" fmla="*/ 945632 h 6858000"/>
              <a:gd name="connsiteX746" fmla="*/ 5107071 w 7467600"/>
              <a:gd name="connsiteY746" fmla="*/ 969720 h 6858000"/>
              <a:gd name="connsiteX747" fmla="*/ 4998681 w 7467600"/>
              <a:gd name="connsiteY747" fmla="*/ 988771 h 6858000"/>
              <a:gd name="connsiteX748" fmla="*/ 5870151 w 7467600"/>
              <a:gd name="connsiteY748" fmla="*/ 898890 h 6858000"/>
              <a:gd name="connsiteX749" fmla="*/ 5504425 w 7467600"/>
              <a:gd name="connsiteY749" fmla="*/ 848067 h 6858000"/>
              <a:gd name="connsiteX750" fmla="*/ 4968849 w 7467600"/>
              <a:gd name="connsiteY750" fmla="*/ 962318 h 6858000"/>
              <a:gd name="connsiteX751" fmla="*/ 5104039 w 7467600"/>
              <a:gd name="connsiteY751" fmla="*/ 940634 h 6858000"/>
              <a:gd name="connsiteX752" fmla="*/ 5256311 w 7467600"/>
              <a:gd name="connsiteY752" fmla="*/ 916490 h 6858000"/>
              <a:gd name="connsiteX753" fmla="*/ 5377381 w 7467600"/>
              <a:gd name="connsiteY753" fmla="*/ 912671 h 6858000"/>
              <a:gd name="connsiteX754" fmla="*/ 5460148 w 7467600"/>
              <a:gd name="connsiteY754" fmla="*/ 911442 h 6858000"/>
              <a:gd name="connsiteX755" fmla="*/ 5648971 w 7467600"/>
              <a:gd name="connsiteY755" fmla="*/ 891331 h 6858000"/>
              <a:gd name="connsiteX756" fmla="*/ 5844807 w 7467600"/>
              <a:gd name="connsiteY756" fmla="*/ 870718 h 6858000"/>
              <a:gd name="connsiteX757" fmla="*/ 5862975 w 7467600"/>
              <a:gd name="connsiteY757" fmla="*/ 869756 h 6858000"/>
              <a:gd name="connsiteX758" fmla="*/ 5920887 w 7467600"/>
              <a:gd name="connsiteY758" fmla="*/ 865929 h 6858000"/>
              <a:gd name="connsiteX759" fmla="*/ 5504425 w 7467600"/>
              <a:gd name="connsiteY759" fmla="*/ 848067 h 6858000"/>
              <a:gd name="connsiteX760" fmla="*/ 3607114 w 7467600"/>
              <a:gd name="connsiteY760" fmla="*/ 467441 h 6858000"/>
              <a:gd name="connsiteX761" fmla="*/ 3296242 w 7467600"/>
              <a:gd name="connsiteY761" fmla="*/ 807991 h 6858000"/>
              <a:gd name="connsiteX762" fmla="*/ 3174674 w 7467600"/>
              <a:gd name="connsiteY762" fmla="*/ 919759 h 6858000"/>
              <a:gd name="connsiteX763" fmla="*/ 3042978 w 7467600"/>
              <a:gd name="connsiteY763" fmla="*/ 1054894 h 6858000"/>
              <a:gd name="connsiteX764" fmla="*/ 2968914 w 7467600"/>
              <a:gd name="connsiteY764" fmla="*/ 1133756 h 6858000"/>
              <a:gd name="connsiteX765" fmla="*/ 3103823 w 7467600"/>
              <a:gd name="connsiteY765" fmla="*/ 1026814 h 6858000"/>
              <a:gd name="connsiteX766" fmla="*/ 3607114 w 7467600"/>
              <a:gd name="connsiteY766" fmla="*/ 467441 h 6858000"/>
              <a:gd name="connsiteX767" fmla="*/ 3744487 w 7467600"/>
              <a:gd name="connsiteY767" fmla="*/ 383136 h 6858000"/>
              <a:gd name="connsiteX768" fmla="*/ 3970213 w 7467600"/>
              <a:gd name="connsiteY768" fmla="*/ 995559 h 6858000"/>
              <a:gd name="connsiteX769" fmla="*/ 3744487 w 7467600"/>
              <a:gd name="connsiteY769" fmla="*/ 383136 h 6858000"/>
              <a:gd name="connsiteX770" fmla="*/ 3624562 w 7467600"/>
              <a:gd name="connsiteY770" fmla="*/ 367041 h 6858000"/>
              <a:gd name="connsiteX771" fmla="*/ 3489712 w 7467600"/>
              <a:gd name="connsiteY771" fmla="*/ 485386 h 6858000"/>
              <a:gd name="connsiteX772" fmla="*/ 3182994 w 7467600"/>
              <a:gd name="connsiteY772" fmla="*/ 828265 h 6858000"/>
              <a:gd name="connsiteX773" fmla="*/ 2892114 w 7467600"/>
              <a:gd name="connsiteY773" fmla="*/ 1172635 h 6858000"/>
              <a:gd name="connsiteX774" fmla="*/ 3021459 w 7467600"/>
              <a:gd name="connsiteY774" fmla="*/ 1035385 h 6858000"/>
              <a:gd name="connsiteX775" fmla="*/ 3153873 w 7467600"/>
              <a:gd name="connsiteY775" fmla="*/ 898971 h 6858000"/>
              <a:gd name="connsiteX776" fmla="*/ 3276511 w 7467600"/>
              <a:gd name="connsiteY776" fmla="*/ 786423 h 6858000"/>
              <a:gd name="connsiteX777" fmla="*/ 3584154 w 7467600"/>
              <a:gd name="connsiteY777" fmla="*/ 448218 h 6858000"/>
              <a:gd name="connsiteX778" fmla="*/ 3624562 w 7467600"/>
              <a:gd name="connsiteY778" fmla="*/ 367041 h 6858000"/>
              <a:gd name="connsiteX779" fmla="*/ 3766672 w 7467600"/>
              <a:gd name="connsiteY779" fmla="*/ 359429 h 6858000"/>
              <a:gd name="connsiteX780" fmla="*/ 3996338 w 7467600"/>
              <a:gd name="connsiteY780" fmla="*/ 968237 h 6858000"/>
              <a:gd name="connsiteX781" fmla="*/ 3766672 w 7467600"/>
              <a:gd name="connsiteY781" fmla="*/ 359429 h 6858000"/>
              <a:gd name="connsiteX782" fmla="*/ 5805386 w 7467600"/>
              <a:gd name="connsiteY782" fmla="*/ 239240 h 6858000"/>
              <a:gd name="connsiteX783" fmla="*/ 5736947 w 7467600"/>
              <a:gd name="connsiteY783" fmla="*/ 261367 h 6858000"/>
              <a:gd name="connsiteX784" fmla="*/ 5427012 w 7467600"/>
              <a:gd name="connsiteY784" fmla="*/ 311272 h 6858000"/>
              <a:gd name="connsiteX785" fmla="*/ 5147818 w 7467600"/>
              <a:gd name="connsiteY785" fmla="*/ 322112 h 6858000"/>
              <a:gd name="connsiteX786" fmla="*/ 5060854 w 7467600"/>
              <a:gd name="connsiteY786" fmla="*/ 311882 h 6858000"/>
              <a:gd name="connsiteX787" fmla="*/ 4945989 w 7467600"/>
              <a:gd name="connsiteY787" fmla="*/ 300516 h 6858000"/>
              <a:gd name="connsiteX788" fmla="*/ 5410479 w 7467600"/>
              <a:gd name="connsiteY788" fmla="*/ 348434 h 6858000"/>
              <a:gd name="connsiteX789" fmla="*/ 5805386 w 7467600"/>
              <a:gd name="connsiteY789" fmla="*/ 239240 h 6858000"/>
              <a:gd name="connsiteX790" fmla="*/ 5905192 w 7467600"/>
              <a:gd name="connsiteY790" fmla="*/ 163079 h 6858000"/>
              <a:gd name="connsiteX791" fmla="*/ 5865655 w 7467600"/>
              <a:gd name="connsiteY791" fmla="*/ 171901 h 6858000"/>
              <a:gd name="connsiteX792" fmla="*/ 5259740 w 7467600"/>
              <a:gd name="connsiteY792" fmla="*/ 257013 h 6858000"/>
              <a:gd name="connsiteX793" fmla="*/ 5208466 w 7467600"/>
              <a:gd name="connsiteY793" fmla="*/ 257550 h 6858000"/>
              <a:gd name="connsiteX794" fmla="*/ 4980204 w 7467600"/>
              <a:gd name="connsiteY794" fmla="*/ 271903 h 6858000"/>
              <a:gd name="connsiteX795" fmla="*/ 5068068 w 7467600"/>
              <a:gd name="connsiteY795" fmla="*/ 282244 h 6858000"/>
              <a:gd name="connsiteX796" fmla="*/ 5153231 w 7467600"/>
              <a:gd name="connsiteY796" fmla="*/ 292240 h 6858000"/>
              <a:gd name="connsiteX797" fmla="*/ 5426491 w 7467600"/>
              <a:gd name="connsiteY797" fmla="*/ 281128 h 6858000"/>
              <a:gd name="connsiteX798" fmla="*/ 5731212 w 7467600"/>
              <a:gd name="connsiteY798" fmla="*/ 231951 h 6858000"/>
              <a:gd name="connsiteX799" fmla="*/ 5905192 w 7467600"/>
              <a:gd name="connsiteY799" fmla="*/ 163079 h 6858000"/>
              <a:gd name="connsiteX800" fmla="*/ 5944437 w 7467600"/>
              <a:gd name="connsiteY800" fmla="*/ 113829 h 6858000"/>
              <a:gd name="connsiteX801" fmla="*/ 5825032 w 7467600"/>
              <a:gd name="connsiteY801" fmla="*/ 146405 h 6858000"/>
              <a:gd name="connsiteX802" fmla="*/ 4955599 w 7467600"/>
              <a:gd name="connsiteY802" fmla="*/ 247008 h 6858000"/>
              <a:gd name="connsiteX803" fmla="*/ 5210104 w 7467600"/>
              <a:gd name="connsiteY803" fmla="*/ 228123 h 6858000"/>
              <a:gd name="connsiteX804" fmla="*/ 5261015 w 7467600"/>
              <a:gd name="connsiteY804" fmla="*/ 227087 h 6858000"/>
              <a:gd name="connsiteX805" fmla="*/ 5861181 w 7467600"/>
              <a:gd name="connsiteY805" fmla="*/ 143093 h 6858000"/>
              <a:gd name="connsiteX806" fmla="*/ 5961252 w 7467600"/>
              <a:gd name="connsiteY806" fmla="*/ 114820 h 6858000"/>
              <a:gd name="connsiteX807" fmla="*/ 5944437 w 7467600"/>
              <a:gd name="connsiteY807" fmla="*/ 113829 h 6858000"/>
              <a:gd name="connsiteX808" fmla="*/ 3882765 w 7467600"/>
              <a:gd name="connsiteY808" fmla="*/ 0 h 6858000"/>
              <a:gd name="connsiteX809" fmla="*/ 3995099 w 7467600"/>
              <a:gd name="connsiteY809" fmla="*/ 0 h 6858000"/>
              <a:gd name="connsiteX810" fmla="*/ 4163818 w 7467600"/>
              <a:gd name="connsiteY810" fmla="*/ 234104 h 6858000"/>
              <a:gd name="connsiteX811" fmla="*/ 4172099 w 7467600"/>
              <a:gd name="connsiteY811" fmla="*/ 234207 h 6858000"/>
              <a:gd name="connsiteX812" fmla="*/ 4784282 w 7467600"/>
              <a:gd name="connsiteY812" fmla="*/ 276561 h 6858000"/>
              <a:gd name="connsiteX813" fmla="*/ 4801687 w 7467600"/>
              <a:gd name="connsiteY813" fmla="*/ 267764 h 6858000"/>
              <a:gd name="connsiteX814" fmla="*/ 6082788 w 7467600"/>
              <a:gd name="connsiteY814" fmla="*/ 64119 h 6858000"/>
              <a:gd name="connsiteX815" fmla="*/ 6099442 w 7467600"/>
              <a:gd name="connsiteY815" fmla="*/ 82568 h 6858000"/>
              <a:gd name="connsiteX816" fmla="*/ 4804137 w 7467600"/>
              <a:gd name="connsiteY816" fmla="*/ 320931 h 6858000"/>
              <a:gd name="connsiteX817" fmla="*/ 4227047 w 7467600"/>
              <a:gd name="connsiteY817" fmla="*/ 313415 h 6858000"/>
              <a:gd name="connsiteX818" fmla="*/ 4346041 w 7467600"/>
              <a:gd name="connsiteY818" fmla="*/ 456086 h 6858000"/>
              <a:gd name="connsiteX819" fmla="*/ 4870967 w 7467600"/>
              <a:gd name="connsiteY819" fmla="*/ 963061 h 6858000"/>
              <a:gd name="connsiteX820" fmla="*/ 4889647 w 7467600"/>
              <a:gd name="connsiteY820" fmla="*/ 957147 h 6858000"/>
              <a:gd name="connsiteX821" fmla="*/ 5422504 w 7467600"/>
              <a:gd name="connsiteY821" fmla="*/ 805191 h 6858000"/>
              <a:gd name="connsiteX822" fmla="*/ 6087656 w 7467600"/>
              <a:gd name="connsiteY822" fmla="*/ 826703 h 6858000"/>
              <a:gd name="connsiteX823" fmla="*/ 6058717 w 7467600"/>
              <a:gd name="connsiteY823" fmla="*/ 865992 h 6858000"/>
              <a:gd name="connsiteX824" fmla="*/ 4974153 w 7467600"/>
              <a:gd name="connsiteY824" fmla="*/ 1045456 h 6858000"/>
              <a:gd name="connsiteX825" fmla="*/ 5627835 w 7467600"/>
              <a:gd name="connsiteY825" fmla="*/ 1472077 h 6858000"/>
              <a:gd name="connsiteX826" fmla="*/ 5629817 w 7467600"/>
              <a:gd name="connsiteY826" fmla="*/ 1471412 h 6858000"/>
              <a:gd name="connsiteX827" fmla="*/ 5634124 w 7467600"/>
              <a:gd name="connsiteY827" fmla="*/ 1470572 h 6858000"/>
              <a:gd name="connsiteX828" fmla="*/ 5755832 w 7467600"/>
              <a:gd name="connsiteY828" fmla="*/ 1383886 h 6858000"/>
              <a:gd name="connsiteX829" fmla="*/ 6014186 w 7467600"/>
              <a:gd name="connsiteY829" fmla="*/ 1279799 h 6858000"/>
              <a:gd name="connsiteX830" fmla="*/ 6901619 w 7467600"/>
              <a:gd name="connsiteY830" fmla="*/ 1047874 h 6858000"/>
              <a:gd name="connsiteX831" fmla="*/ 6931566 w 7467600"/>
              <a:gd name="connsiteY831" fmla="*/ 1062034 h 6858000"/>
              <a:gd name="connsiteX832" fmla="*/ 5790982 w 7467600"/>
              <a:gd name="connsiteY832" fmla="*/ 1561380 h 6858000"/>
              <a:gd name="connsiteX833" fmla="*/ 6188971 w 7467600"/>
              <a:gd name="connsiteY833" fmla="*/ 1755168 h 6858000"/>
              <a:gd name="connsiteX834" fmla="*/ 6202446 w 7467600"/>
              <a:gd name="connsiteY834" fmla="*/ 1752268 h 6858000"/>
              <a:gd name="connsiteX835" fmla="*/ 7179560 w 7467600"/>
              <a:gd name="connsiteY835" fmla="*/ 1467551 h 6858000"/>
              <a:gd name="connsiteX836" fmla="*/ 7158730 w 7467600"/>
              <a:gd name="connsiteY836" fmla="*/ 1507835 h 6858000"/>
              <a:gd name="connsiteX837" fmla="*/ 6326959 w 7467600"/>
              <a:gd name="connsiteY837" fmla="*/ 1817686 h 6858000"/>
              <a:gd name="connsiteX838" fmla="*/ 6537433 w 7467600"/>
              <a:gd name="connsiteY838" fmla="*/ 1907790 h 6858000"/>
              <a:gd name="connsiteX839" fmla="*/ 6550221 w 7467600"/>
              <a:gd name="connsiteY839" fmla="*/ 1910729 h 6858000"/>
              <a:gd name="connsiteX840" fmla="*/ 6964438 w 7467600"/>
              <a:gd name="connsiteY840" fmla="*/ 2209505 h 6858000"/>
              <a:gd name="connsiteX841" fmla="*/ 7367862 w 7467600"/>
              <a:gd name="connsiteY841" fmla="*/ 2806833 h 6858000"/>
              <a:gd name="connsiteX842" fmla="*/ 7364329 w 7467600"/>
              <a:gd name="connsiteY842" fmla="*/ 2826907 h 6858000"/>
              <a:gd name="connsiteX843" fmla="*/ 7290545 w 7467600"/>
              <a:gd name="connsiteY843" fmla="*/ 2850663 h 6858000"/>
              <a:gd name="connsiteX844" fmla="*/ 6472036 w 7467600"/>
              <a:gd name="connsiteY844" fmla="*/ 1959003 h 6858000"/>
              <a:gd name="connsiteX845" fmla="*/ 5792897 w 7467600"/>
              <a:gd name="connsiteY845" fmla="*/ 1647747 h 6858000"/>
              <a:gd name="connsiteX846" fmla="*/ 5842751 w 7467600"/>
              <a:gd name="connsiteY846" fmla="*/ 1816112 h 6858000"/>
              <a:gd name="connsiteX847" fmla="*/ 5847424 w 7467600"/>
              <a:gd name="connsiteY847" fmla="*/ 1815776 h 6858000"/>
              <a:gd name="connsiteX848" fmla="*/ 6399821 w 7467600"/>
              <a:gd name="connsiteY848" fmla="*/ 2344799 h 6858000"/>
              <a:gd name="connsiteX849" fmla="*/ 6323232 w 7467600"/>
              <a:gd name="connsiteY849" fmla="*/ 2389634 h 6858000"/>
              <a:gd name="connsiteX850" fmla="*/ 5942958 w 7467600"/>
              <a:gd name="connsiteY850" fmla="*/ 2077708 h 6858000"/>
              <a:gd name="connsiteX851" fmla="*/ 5921559 w 7467600"/>
              <a:gd name="connsiteY851" fmla="*/ 2378596 h 6858000"/>
              <a:gd name="connsiteX852" fmla="*/ 5817651 w 7467600"/>
              <a:gd name="connsiteY852" fmla="*/ 3023919 h 6858000"/>
              <a:gd name="connsiteX853" fmla="*/ 5729634 w 7467600"/>
              <a:gd name="connsiteY853" fmla="*/ 3051849 h 6858000"/>
              <a:gd name="connsiteX854" fmla="*/ 5611018 w 7467600"/>
              <a:gd name="connsiteY854" fmla="*/ 2316769 h 6858000"/>
              <a:gd name="connsiteX855" fmla="*/ 5687608 w 7467600"/>
              <a:gd name="connsiteY855" fmla="*/ 2039972 h 6858000"/>
              <a:gd name="connsiteX856" fmla="*/ 5657554 w 7467600"/>
              <a:gd name="connsiteY856" fmla="*/ 1576445 h 6858000"/>
              <a:gd name="connsiteX857" fmla="*/ 5150475 w 7467600"/>
              <a:gd name="connsiteY857" fmla="*/ 1274012 h 6858000"/>
              <a:gd name="connsiteX858" fmla="*/ 5349142 w 7467600"/>
              <a:gd name="connsiteY858" fmla="*/ 2204405 h 6858000"/>
              <a:gd name="connsiteX859" fmla="*/ 5262214 w 7467600"/>
              <a:gd name="connsiteY859" fmla="*/ 2233836 h 6858000"/>
              <a:gd name="connsiteX860" fmla="*/ 4981539 w 7467600"/>
              <a:gd name="connsiteY860" fmla="*/ 1542201 h 6858000"/>
              <a:gd name="connsiteX861" fmla="*/ 4958461 w 7467600"/>
              <a:gd name="connsiteY861" fmla="*/ 1136957 h 6858000"/>
              <a:gd name="connsiteX862" fmla="*/ 4655015 w 7467600"/>
              <a:gd name="connsiteY862" fmla="*/ 891426 h 6858000"/>
              <a:gd name="connsiteX863" fmla="*/ 4348002 w 7467600"/>
              <a:gd name="connsiteY863" fmla="*/ 2205895 h 6858000"/>
              <a:gd name="connsiteX864" fmla="*/ 4262250 w 7467600"/>
              <a:gd name="connsiteY864" fmla="*/ 2219972 h 6858000"/>
              <a:gd name="connsiteX865" fmla="*/ 4550611 w 7467600"/>
              <a:gd name="connsiteY865" fmla="*/ 817540 h 6858000"/>
              <a:gd name="connsiteX866" fmla="*/ 4564418 w 7467600"/>
              <a:gd name="connsiteY866" fmla="*/ 808293 h 6858000"/>
              <a:gd name="connsiteX867" fmla="*/ 4266388 w 7467600"/>
              <a:gd name="connsiteY867" fmla="*/ 500083 h 6858000"/>
              <a:gd name="connsiteX868" fmla="*/ 4032842 w 7467600"/>
              <a:gd name="connsiteY868" fmla="*/ 211809 h 6858000"/>
              <a:gd name="connsiteX869" fmla="*/ 3882765 w 7467600"/>
              <a:gd name="connsiteY869" fmla="*/ 0 h 6858000"/>
              <a:gd name="connsiteX870" fmla="*/ 3721337 w 7467600"/>
              <a:gd name="connsiteY870" fmla="*/ 0 h 6858000"/>
              <a:gd name="connsiteX871" fmla="*/ 3797544 w 7467600"/>
              <a:gd name="connsiteY871" fmla="*/ 0 h 6858000"/>
              <a:gd name="connsiteX872" fmla="*/ 3775734 w 7467600"/>
              <a:gd name="connsiteY872" fmla="*/ 95131 h 6858000"/>
              <a:gd name="connsiteX873" fmla="*/ 3724807 w 7467600"/>
              <a:gd name="connsiteY873" fmla="*/ 272257 h 6858000"/>
              <a:gd name="connsiteX874" fmla="*/ 3726844 w 7467600"/>
              <a:gd name="connsiteY874" fmla="*/ 282988 h 6858000"/>
              <a:gd name="connsiteX875" fmla="*/ 3742664 w 7467600"/>
              <a:gd name="connsiteY875" fmla="*/ 279918 h 6858000"/>
              <a:gd name="connsiteX876" fmla="*/ 4103910 w 7467600"/>
              <a:gd name="connsiteY876" fmla="*/ 1161917 h 6858000"/>
              <a:gd name="connsiteX877" fmla="*/ 4020269 w 7467600"/>
              <a:gd name="connsiteY877" fmla="*/ 1200406 h 6858000"/>
              <a:gd name="connsiteX878" fmla="*/ 3674882 w 7467600"/>
              <a:gd name="connsiteY878" fmla="*/ 488524 h 6858000"/>
              <a:gd name="connsiteX879" fmla="*/ 3132682 w 7467600"/>
              <a:gd name="connsiteY879" fmla="*/ 1072284 h 6858000"/>
              <a:gd name="connsiteX880" fmla="*/ 2716346 w 7467600"/>
              <a:gd name="connsiteY880" fmla="*/ 1276376 h 6858000"/>
              <a:gd name="connsiteX881" fmla="*/ 2716772 w 7467600"/>
              <a:gd name="connsiteY881" fmla="*/ 1255462 h 6858000"/>
              <a:gd name="connsiteX882" fmla="*/ 3471096 w 7467600"/>
              <a:gd name="connsiteY882" fmla="*/ 437072 h 6858000"/>
              <a:gd name="connsiteX883" fmla="*/ 3639057 w 7467600"/>
              <a:gd name="connsiteY883" fmla="*/ 286334 h 6858000"/>
              <a:gd name="connsiteX884" fmla="*/ 3640309 w 7467600"/>
              <a:gd name="connsiteY884" fmla="*/ 284664 h 6858000"/>
              <a:gd name="connsiteX885" fmla="*/ 3646022 w 7467600"/>
              <a:gd name="connsiteY885" fmla="*/ 276711 h 6858000"/>
              <a:gd name="connsiteX886" fmla="*/ 3707943 w 7467600"/>
              <a:gd name="connsiteY886" fmla="*/ 65958 h 6858000"/>
              <a:gd name="connsiteX887" fmla="*/ 3721337 w 7467600"/>
              <a:gd name="connsiteY887" fmla="*/ 0 h 6858000"/>
              <a:gd name="connsiteX888" fmla="*/ 2867960 w 7467600"/>
              <a:gd name="connsiteY888" fmla="*/ 0 h 6858000"/>
              <a:gd name="connsiteX889" fmla="*/ 2926351 w 7467600"/>
              <a:gd name="connsiteY889" fmla="*/ 0 h 6858000"/>
              <a:gd name="connsiteX890" fmla="*/ 2902823 w 7467600"/>
              <a:gd name="connsiteY890" fmla="*/ 262929 h 6858000"/>
              <a:gd name="connsiteX891" fmla="*/ 2940663 w 7467600"/>
              <a:gd name="connsiteY891" fmla="*/ 140884 h 6858000"/>
              <a:gd name="connsiteX892" fmla="*/ 2947039 w 7467600"/>
              <a:gd name="connsiteY892" fmla="*/ 122524 h 6858000"/>
              <a:gd name="connsiteX893" fmla="*/ 2984316 w 7467600"/>
              <a:gd name="connsiteY893" fmla="*/ 0 h 6858000"/>
              <a:gd name="connsiteX894" fmla="*/ 3016114 w 7467600"/>
              <a:gd name="connsiteY894" fmla="*/ 0 h 6858000"/>
              <a:gd name="connsiteX895" fmla="*/ 2979949 w 7467600"/>
              <a:gd name="connsiteY895" fmla="*/ 119274 h 6858000"/>
              <a:gd name="connsiteX896" fmla="*/ 3023879 w 7467600"/>
              <a:gd name="connsiteY896" fmla="*/ 0 h 6858000"/>
              <a:gd name="connsiteX897" fmla="*/ 3105400 w 7467600"/>
              <a:gd name="connsiteY897" fmla="*/ 0 h 6858000"/>
              <a:gd name="connsiteX898" fmla="*/ 3094669 w 7467600"/>
              <a:gd name="connsiteY898" fmla="*/ 30308 h 6858000"/>
              <a:gd name="connsiteX899" fmla="*/ 2901945 w 7467600"/>
              <a:gd name="connsiteY899" fmla="*/ 466538 h 6858000"/>
              <a:gd name="connsiteX900" fmla="*/ 2815209 w 7467600"/>
              <a:gd name="connsiteY900" fmla="*/ 497361 h 6858000"/>
              <a:gd name="connsiteX901" fmla="*/ 2844845 w 7467600"/>
              <a:gd name="connsiteY901" fmla="*/ 127638 h 6858000"/>
              <a:gd name="connsiteX902" fmla="*/ 2867960 w 7467600"/>
              <a:gd name="connsiteY902" fmla="*/ 0 h 6858000"/>
              <a:gd name="connsiteX903" fmla="*/ 1057230 w 7467600"/>
              <a:gd name="connsiteY903" fmla="*/ 0 h 6858000"/>
              <a:gd name="connsiteX904" fmla="*/ 1111003 w 7467600"/>
              <a:gd name="connsiteY904" fmla="*/ 0 h 6858000"/>
              <a:gd name="connsiteX905" fmla="*/ 1125553 w 7467600"/>
              <a:gd name="connsiteY905" fmla="*/ 52588 h 6858000"/>
              <a:gd name="connsiteX906" fmla="*/ 1304276 w 7467600"/>
              <a:gd name="connsiteY906" fmla="*/ 476275 h 6858000"/>
              <a:gd name="connsiteX907" fmla="*/ 1492066 w 7467600"/>
              <a:gd name="connsiteY907" fmla="*/ 886333 h 6858000"/>
              <a:gd name="connsiteX908" fmla="*/ 1423698 w 7467600"/>
              <a:gd name="connsiteY908" fmla="*/ 710817 h 6858000"/>
              <a:gd name="connsiteX909" fmla="*/ 1357609 w 7467600"/>
              <a:gd name="connsiteY909" fmla="*/ 532892 h 6858000"/>
              <a:gd name="connsiteX910" fmla="*/ 1309550 w 7467600"/>
              <a:gd name="connsiteY910" fmla="*/ 374031 h 6858000"/>
              <a:gd name="connsiteX911" fmla="*/ 1193673 w 7467600"/>
              <a:gd name="connsiteY911" fmla="*/ 49533 h 6858000"/>
              <a:gd name="connsiteX912" fmla="*/ 1164391 w 7467600"/>
              <a:gd name="connsiteY912" fmla="*/ 0 h 6858000"/>
              <a:gd name="connsiteX913" fmla="*/ 1200666 w 7467600"/>
              <a:gd name="connsiteY913" fmla="*/ 0 h 6858000"/>
              <a:gd name="connsiteX914" fmla="*/ 1223408 w 7467600"/>
              <a:gd name="connsiteY914" fmla="*/ 38996 h 6858000"/>
              <a:gd name="connsiteX915" fmla="*/ 1339635 w 7467600"/>
              <a:gd name="connsiteY915" fmla="*/ 365517 h 6858000"/>
              <a:gd name="connsiteX916" fmla="*/ 1387469 w 7467600"/>
              <a:gd name="connsiteY916" fmla="*/ 523079 h 6858000"/>
              <a:gd name="connsiteX917" fmla="*/ 1452685 w 7467600"/>
              <a:gd name="connsiteY917" fmla="*/ 699806 h 6858000"/>
              <a:gd name="connsiteX918" fmla="*/ 1492092 w 7467600"/>
              <a:gd name="connsiteY918" fmla="*/ 800424 h 6858000"/>
              <a:gd name="connsiteX919" fmla="*/ 1455302 w 7467600"/>
              <a:gd name="connsiteY919" fmla="*/ 632913 h 6858000"/>
              <a:gd name="connsiteX920" fmla="*/ 1222336 w 7467600"/>
              <a:gd name="connsiteY920" fmla="*/ 9480 h 6858000"/>
              <a:gd name="connsiteX921" fmla="*/ 1214634 w 7467600"/>
              <a:gd name="connsiteY921" fmla="*/ 0 h 6858000"/>
              <a:gd name="connsiteX922" fmla="*/ 1289827 w 7467600"/>
              <a:gd name="connsiteY922" fmla="*/ 0 h 6858000"/>
              <a:gd name="connsiteX923" fmla="*/ 1321076 w 7467600"/>
              <a:gd name="connsiteY923" fmla="*/ 59722 h 6858000"/>
              <a:gd name="connsiteX924" fmla="*/ 1512579 w 7467600"/>
              <a:gd name="connsiteY924" fmla="*/ 626441 h 6858000"/>
              <a:gd name="connsiteX925" fmla="*/ 1506076 w 7467600"/>
              <a:gd name="connsiteY925" fmla="*/ 1089289 h 6858000"/>
              <a:gd name="connsiteX926" fmla="*/ 1486346 w 7467600"/>
              <a:gd name="connsiteY926" fmla="*/ 1079919 h 6858000"/>
              <a:gd name="connsiteX927" fmla="*/ 1070511 w 7467600"/>
              <a:gd name="connsiteY927" fmla="*/ 48609 h 6858000"/>
              <a:gd name="connsiteX928" fmla="*/ 1057230 w 7467600"/>
              <a:gd name="connsiteY928" fmla="*/ 0 h 6858000"/>
              <a:gd name="connsiteX929" fmla="*/ 43151 w 7467600"/>
              <a:gd name="connsiteY929" fmla="*/ 0 h 6858000"/>
              <a:gd name="connsiteX930" fmla="*/ 95283 w 7467600"/>
              <a:gd name="connsiteY930" fmla="*/ 0 h 6858000"/>
              <a:gd name="connsiteX931" fmla="*/ 300708 w 7467600"/>
              <a:gd name="connsiteY931" fmla="*/ 154571 h 6858000"/>
              <a:gd name="connsiteX932" fmla="*/ 530414 w 7467600"/>
              <a:gd name="connsiteY932" fmla="*/ 354673 h 6858000"/>
              <a:gd name="connsiteX933" fmla="*/ 333785 w 7467600"/>
              <a:gd name="connsiteY933" fmla="*/ 161564 h 6858000"/>
              <a:gd name="connsiteX934" fmla="*/ 147005 w 7467600"/>
              <a:gd name="connsiteY934" fmla="*/ 0 h 6858000"/>
              <a:gd name="connsiteX935" fmla="*/ 272509 w 7467600"/>
              <a:gd name="connsiteY935" fmla="*/ 0 h 6858000"/>
              <a:gd name="connsiteX936" fmla="*/ 326276 w 7467600"/>
              <a:gd name="connsiteY936" fmla="*/ 45847 h 6858000"/>
              <a:gd name="connsiteX937" fmla="*/ 823759 w 7467600"/>
              <a:gd name="connsiteY937" fmla="*/ 574145 h 6858000"/>
              <a:gd name="connsiteX938" fmla="*/ 811254 w 7467600"/>
              <a:gd name="connsiteY938" fmla="*/ 665546 h 6858000"/>
              <a:gd name="connsiteX939" fmla="*/ 154042 w 7467600"/>
              <a:gd name="connsiteY939" fmla="*/ 261522 h 6858000"/>
              <a:gd name="connsiteX940" fmla="*/ 13550 w 7467600"/>
              <a:gd name="connsiteY940" fmla="*/ 158423 h 6858000"/>
              <a:gd name="connsiteX941" fmla="*/ 0 w 7467600"/>
              <a:gd name="connsiteY941" fmla="*/ 146618 h 6858000"/>
              <a:gd name="connsiteX942" fmla="*/ 0 w 7467600"/>
              <a:gd name="connsiteY942" fmla="*/ 59161 h 6858000"/>
              <a:gd name="connsiteX943" fmla="*/ 45427 w 7467600"/>
              <a:gd name="connsiteY943" fmla="*/ 101078 h 6858000"/>
              <a:gd name="connsiteX944" fmla="*/ 630103 w 7467600"/>
              <a:gd name="connsiteY944" fmla="*/ 485885 h 6858000"/>
              <a:gd name="connsiteX945" fmla="*/ 532040 w 7467600"/>
              <a:gd name="connsiteY945" fmla="*/ 399359 h 6858000"/>
              <a:gd name="connsiteX946" fmla="*/ 517618 w 7467600"/>
              <a:gd name="connsiteY946" fmla="*/ 385726 h 6858000"/>
              <a:gd name="connsiteX947" fmla="*/ 285074 w 7467600"/>
              <a:gd name="connsiteY947" fmla="*/ 182755 h 6858000"/>
              <a:gd name="connsiteX948" fmla="*/ 43151 w 7467600"/>
              <a:gd name="connsiteY94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67913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1019354 w 7467600"/>
              <a:gd name="connsiteY16" fmla="*/ 6315006 h 6858000"/>
              <a:gd name="connsiteX17" fmla="*/ 441046 w 7467600"/>
              <a:gd name="connsiteY17" fmla="*/ 6691153 h 6858000"/>
              <a:gd name="connsiteX18" fmla="*/ 1019354 w 7467600"/>
              <a:gd name="connsiteY18" fmla="*/ 6315006 h 6858000"/>
              <a:gd name="connsiteX19" fmla="*/ 991680 w 7467600"/>
              <a:gd name="connsiteY19" fmla="*/ 6298413 h 6858000"/>
              <a:gd name="connsiteX20" fmla="*/ 409060 w 7467600"/>
              <a:gd name="connsiteY20" fmla="*/ 6671470 h 6858000"/>
              <a:gd name="connsiteX21" fmla="*/ 991680 w 7467600"/>
              <a:gd name="connsiteY21" fmla="*/ 6298413 h 6858000"/>
              <a:gd name="connsiteX22" fmla="*/ 103333 w 7467600"/>
              <a:gd name="connsiteY22" fmla="*/ 5699602 h 6858000"/>
              <a:gd name="connsiteX23" fmla="*/ 233938 w 7467600"/>
              <a:gd name="connsiteY23" fmla="*/ 5809416 h 6858000"/>
              <a:gd name="connsiteX24" fmla="*/ 883580 w 7467600"/>
              <a:gd name="connsiteY24" fmla="*/ 6180710 h 6858000"/>
              <a:gd name="connsiteX25" fmla="*/ 487337 w 7467600"/>
              <a:gd name="connsiteY25" fmla="*/ 5950182 h 6858000"/>
              <a:gd name="connsiteX26" fmla="*/ 354051 w 7467600"/>
              <a:gd name="connsiteY26" fmla="*/ 5854912 h 6858000"/>
              <a:gd name="connsiteX27" fmla="*/ 195436 w 7467600"/>
              <a:gd name="connsiteY27" fmla="*/ 5755068 h 6858000"/>
              <a:gd name="connsiteX28" fmla="*/ 103333 w 7467600"/>
              <a:gd name="connsiteY28" fmla="*/ 5699602 h 6858000"/>
              <a:gd name="connsiteX29" fmla="*/ 5539432 w 7467600"/>
              <a:gd name="connsiteY29" fmla="*/ 5642928 h 6858000"/>
              <a:gd name="connsiteX30" fmla="*/ 5555462 w 7467600"/>
              <a:gd name="connsiteY30" fmla="*/ 5694454 h 6858000"/>
              <a:gd name="connsiteX31" fmla="*/ 5828270 w 7467600"/>
              <a:gd name="connsiteY31" fmla="*/ 6320663 h 6858000"/>
              <a:gd name="connsiteX32" fmla="*/ 5947416 w 7467600"/>
              <a:gd name="connsiteY32" fmla="*/ 6574846 h 6858000"/>
              <a:gd name="connsiteX33" fmla="*/ 5539432 w 7467600"/>
              <a:gd name="connsiteY33" fmla="*/ 5642928 h 6858000"/>
              <a:gd name="connsiteX34" fmla="*/ 51253 w 7467600"/>
              <a:gd name="connsiteY34" fmla="*/ 5631825 h 6858000"/>
              <a:gd name="connsiteX35" fmla="*/ 211622 w 7467600"/>
              <a:gd name="connsiteY35" fmla="*/ 5728803 h 6858000"/>
              <a:gd name="connsiteX36" fmla="*/ 371652 w 7467600"/>
              <a:gd name="connsiteY36" fmla="*/ 5829062 h 6858000"/>
              <a:gd name="connsiteX37" fmla="*/ 505903 w 7467600"/>
              <a:gd name="connsiteY37" fmla="*/ 5925221 h 6858000"/>
              <a:gd name="connsiteX38" fmla="*/ 899240 w 7467600"/>
              <a:gd name="connsiteY38" fmla="*/ 6153068 h 6858000"/>
              <a:gd name="connsiteX39" fmla="*/ 988114 w 7467600"/>
              <a:gd name="connsiteY39" fmla="*/ 6174204 h 6858000"/>
              <a:gd name="connsiteX40" fmla="*/ 845971 w 7467600"/>
              <a:gd name="connsiteY40" fmla="*/ 6067177 h 6858000"/>
              <a:gd name="connsiteX41" fmla="*/ 448057 w 7467600"/>
              <a:gd name="connsiteY41" fmla="*/ 5841376 h 6858000"/>
              <a:gd name="connsiteX42" fmla="*/ 51253 w 7467600"/>
              <a:gd name="connsiteY42" fmla="*/ 5631825 h 6858000"/>
              <a:gd name="connsiteX43" fmla="*/ 2606687 w 7467600"/>
              <a:gd name="connsiteY43" fmla="*/ 5630718 h 6858000"/>
              <a:gd name="connsiteX44" fmla="*/ 2645658 w 7467600"/>
              <a:gd name="connsiteY44" fmla="*/ 6640259 h 6858000"/>
              <a:gd name="connsiteX45" fmla="*/ 2606687 w 7467600"/>
              <a:gd name="connsiteY45" fmla="*/ 5630718 h 6858000"/>
              <a:gd name="connsiteX46" fmla="*/ 3642057 w 7467600"/>
              <a:gd name="connsiteY46" fmla="*/ 5573487 h 6858000"/>
              <a:gd name="connsiteX47" fmla="*/ 3632981 w 7467600"/>
              <a:gd name="connsiteY47" fmla="*/ 5579437 h 6858000"/>
              <a:gd name="connsiteX48" fmla="*/ 3382436 w 7467600"/>
              <a:gd name="connsiteY48" fmla="*/ 5952726 h 6858000"/>
              <a:gd name="connsiteX49" fmla="*/ 3191929 w 7467600"/>
              <a:gd name="connsiteY49" fmla="*/ 6662669 h 6858000"/>
              <a:gd name="connsiteX50" fmla="*/ 3369898 w 7467600"/>
              <a:gd name="connsiteY50" fmla="*/ 6081771 h 6858000"/>
              <a:gd name="connsiteX51" fmla="*/ 3642057 w 7467600"/>
              <a:gd name="connsiteY51" fmla="*/ 5573487 h 6858000"/>
              <a:gd name="connsiteX52" fmla="*/ 2650666 w 7467600"/>
              <a:gd name="connsiteY52" fmla="*/ 5530686 h 6858000"/>
              <a:gd name="connsiteX53" fmla="*/ 2650249 w 7467600"/>
              <a:gd name="connsiteY53" fmla="*/ 5532101 h 6858000"/>
              <a:gd name="connsiteX54" fmla="*/ 2663808 w 7467600"/>
              <a:gd name="connsiteY54" fmla="*/ 6535215 h 6858000"/>
              <a:gd name="connsiteX55" fmla="*/ 2665418 w 7467600"/>
              <a:gd name="connsiteY55" fmla="*/ 6132756 h 6858000"/>
              <a:gd name="connsiteX56" fmla="*/ 2650666 w 7467600"/>
              <a:gd name="connsiteY56" fmla="*/ 5530686 h 6858000"/>
              <a:gd name="connsiteX57" fmla="*/ 2680277 w 7467600"/>
              <a:gd name="connsiteY57" fmla="*/ 5479204 h 6858000"/>
              <a:gd name="connsiteX58" fmla="*/ 2678972 w 7467600"/>
              <a:gd name="connsiteY58" fmla="*/ 5481582 h 6858000"/>
              <a:gd name="connsiteX59" fmla="*/ 2696666 w 7467600"/>
              <a:gd name="connsiteY59" fmla="*/ 6133836 h 6858000"/>
              <a:gd name="connsiteX60" fmla="*/ 2695769 w 7467600"/>
              <a:gd name="connsiteY60" fmla="*/ 6390955 h 6858000"/>
              <a:gd name="connsiteX61" fmla="*/ 2739893 w 7467600"/>
              <a:gd name="connsiteY61" fmla="*/ 6108357 h 6858000"/>
              <a:gd name="connsiteX62" fmla="*/ 2680277 w 7467600"/>
              <a:gd name="connsiteY62" fmla="*/ 5479204 h 6858000"/>
              <a:gd name="connsiteX63" fmla="*/ 1132195 w 7467600"/>
              <a:gd name="connsiteY63" fmla="*/ 5467980 h 6858000"/>
              <a:gd name="connsiteX64" fmla="*/ 1679056 w 7467600"/>
              <a:gd name="connsiteY64" fmla="*/ 5516907 h 6858000"/>
              <a:gd name="connsiteX65" fmla="*/ 2128648 w 7467600"/>
              <a:gd name="connsiteY65" fmla="*/ 5474249 h 6858000"/>
              <a:gd name="connsiteX66" fmla="*/ 1825619 w 7467600"/>
              <a:gd name="connsiteY66" fmla="*/ 5478447 h 6858000"/>
              <a:gd name="connsiteX67" fmla="*/ 1737798 w 7467600"/>
              <a:gd name="connsiteY67" fmla="*/ 5483353 h 6858000"/>
              <a:gd name="connsiteX68" fmla="*/ 1132195 w 7467600"/>
              <a:gd name="connsiteY68" fmla="*/ 5467980 h 6858000"/>
              <a:gd name="connsiteX69" fmla="*/ 1456157 w 7467600"/>
              <a:gd name="connsiteY69" fmla="*/ 5371404 h 6858000"/>
              <a:gd name="connsiteX70" fmla="*/ 1244432 w 7467600"/>
              <a:gd name="connsiteY70" fmla="*/ 5385601 h 6858000"/>
              <a:gd name="connsiteX71" fmla="*/ 973990 w 7467600"/>
              <a:gd name="connsiteY71" fmla="*/ 5424940 h 6858000"/>
              <a:gd name="connsiteX72" fmla="*/ 1103809 w 7467600"/>
              <a:gd name="connsiteY72" fmla="*/ 5433720 h 6858000"/>
              <a:gd name="connsiteX73" fmla="*/ 1123454 w 7467600"/>
              <a:gd name="connsiteY73" fmla="*/ 5435727 h 6858000"/>
              <a:gd name="connsiteX74" fmla="*/ 1737017 w 7467600"/>
              <a:gd name="connsiteY74" fmla="*/ 5452183 h 6858000"/>
              <a:gd name="connsiteX75" fmla="*/ 1824397 w 7467600"/>
              <a:gd name="connsiteY75" fmla="*/ 5447757 h 6858000"/>
              <a:gd name="connsiteX76" fmla="*/ 2070059 w 7467600"/>
              <a:gd name="connsiteY76" fmla="*/ 5441660 h 6858000"/>
              <a:gd name="connsiteX77" fmla="*/ 1456157 w 7467600"/>
              <a:gd name="connsiteY77" fmla="*/ 5371404 h 6858000"/>
              <a:gd name="connsiteX78" fmla="*/ 4988186 w 7467600"/>
              <a:gd name="connsiteY78" fmla="*/ 5216467 h 6858000"/>
              <a:gd name="connsiteX79" fmla="*/ 4777334 w 7467600"/>
              <a:gd name="connsiteY79" fmla="*/ 5406072 h 6858000"/>
              <a:gd name="connsiteX80" fmla="*/ 4718341 w 7467600"/>
              <a:gd name="connsiteY80" fmla="*/ 5468043 h 6858000"/>
              <a:gd name="connsiteX81" fmla="*/ 4604655 w 7467600"/>
              <a:gd name="connsiteY81" fmla="*/ 5583434 h 6858000"/>
              <a:gd name="connsiteX82" fmla="*/ 4565074 w 7467600"/>
              <a:gd name="connsiteY82" fmla="*/ 5618550 h 6858000"/>
              <a:gd name="connsiteX83" fmla="*/ 4988186 w 7467600"/>
              <a:gd name="connsiteY83" fmla="*/ 5216467 h 6858000"/>
              <a:gd name="connsiteX84" fmla="*/ 4978032 w 7467600"/>
              <a:gd name="connsiteY84" fmla="*/ 5183809 h 6858000"/>
              <a:gd name="connsiteX85" fmla="*/ 4463413 w 7467600"/>
              <a:gd name="connsiteY85" fmla="*/ 5615162 h 6858000"/>
              <a:gd name="connsiteX86" fmla="*/ 4358134 w 7467600"/>
              <a:gd name="connsiteY86" fmla="*/ 5742791 h 6858000"/>
              <a:gd name="connsiteX87" fmla="*/ 4376219 w 7467600"/>
              <a:gd name="connsiteY87" fmla="*/ 5729027 h 6858000"/>
              <a:gd name="connsiteX88" fmla="*/ 4582340 w 7467600"/>
              <a:gd name="connsiteY88" fmla="*/ 5561037 h 6858000"/>
              <a:gd name="connsiteX89" fmla="*/ 4694684 w 7467600"/>
              <a:gd name="connsiteY89" fmla="*/ 5447098 h 6858000"/>
              <a:gd name="connsiteX90" fmla="*/ 4754123 w 7467600"/>
              <a:gd name="connsiteY90" fmla="*/ 5384643 h 6858000"/>
              <a:gd name="connsiteX91" fmla="*/ 4978032 w 7467600"/>
              <a:gd name="connsiteY91" fmla="*/ 5183809 h 6858000"/>
              <a:gd name="connsiteX92" fmla="*/ 1903353 w 7467600"/>
              <a:gd name="connsiteY92" fmla="*/ 5044827 h 6858000"/>
              <a:gd name="connsiteX93" fmla="*/ 1936931 w 7467600"/>
              <a:gd name="connsiteY93" fmla="*/ 5093954 h 6858000"/>
              <a:gd name="connsiteX94" fmla="*/ 2195868 w 7467600"/>
              <a:gd name="connsiteY94" fmla="*/ 5396574 h 6858000"/>
              <a:gd name="connsiteX95" fmla="*/ 2088852 w 7467600"/>
              <a:gd name="connsiteY95" fmla="*/ 5166123 h 6858000"/>
              <a:gd name="connsiteX96" fmla="*/ 1958241 w 7467600"/>
              <a:gd name="connsiteY96" fmla="*/ 5067955 h 6858000"/>
              <a:gd name="connsiteX97" fmla="*/ 1903353 w 7467600"/>
              <a:gd name="connsiteY97" fmla="*/ 5044827 h 6858000"/>
              <a:gd name="connsiteX98" fmla="*/ 1979378 w 7467600"/>
              <a:gd name="connsiteY98" fmla="*/ 4769504 h 6858000"/>
              <a:gd name="connsiteX99" fmla="*/ 2882120 w 7467600"/>
              <a:gd name="connsiteY99" fmla="*/ 5064547 h 6858000"/>
              <a:gd name="connsiteX100" fmla="*/ 2793103 w 7467600"/>
              <a:gd name="connsiteY100" fmla="*/ 5039699 h 6858000"/>
              <a:gd name="connsiteX101" fmla="*/ 2770041 w 7467600"/>
              <a:gd name="connsiteY101" fmla="*/ 5033634 h 6858000"/>
              <a:gd name="connsiteX102" fmla="*/ 1979378 w 7467600"/>
              <a:gd name="connsiteY102" fmla="*/ 4769504 h 6858000"/>
              <a:gd name="connsiteX103" fmla="*/ 1927410 w 7467600"/>
              <a:gd name="connsiteY103" fmla="*/ 4716164 h 6858000"/>
              <a:gd name="connsiteX104" fmla="*/ 1959587 w 7467600"/>
              <a:gd name="connsiteY104" fmla="*/ 4728849 h 6858000"/>
              <a:gd name="connsiteX105" fmla="*/ 2777707 w 7467600"/>
              <a:gd name="connsiteY105" fmla="*/ 5003991 h 6858000"/>
              <a:gd name="connsiteX106" fmla="*/ 2800768 w 7467600"/>
              <a:gd name="connsiteY106" fmla="*/ 5010056 h 6858000"/>
              <a:gd name="connsiteX107" fmla="*/ 2879408 w 7467600"/>
              <a:gd name="connsiteY107" fmla="*/ 5031590 h 6858000"/>
              <a:gd name="connsiteX108" fmla="*/ 2862295 w 7467600"/>
              <a:gd name="connsiteY108" fmla="*/ 5022958 h 6858000"/>
              <a:gd name="connsiteX109" fmla="*/ 2813343 w 7467600"/>
              <a:gd name="connsiteY109" fmla="*/ 4998369 h 6858000"/>
              <a:gd name="connsiteX110" fmla="*/ 2646245 w 7467600"/>
              <a:gd name="connsiteY110" fmla="*/ 4930999 h 6858000"/>
              <a:gd name="connsiteX111" fmla="*/ 1999243 w 7467600"/>
              <a:gd name="connsiteY111" fmla="*/ 4730524 h 6858000"/>
              <a:gd name="connsiteX112" fmla="*/ 1979527 w 7467600"/>
              <a:gd name="connsiteY112" fmla="*/ 4726651 h 6858000"/>
              <a:gd name="connsiteX113" fmla="*/ 1927410 w 7467600"/>
              <a:gd name="connsiteY113" fmla="*/ 4716164 h 6858000"/>
              <a:gd name="connsiteX114" fmla="*/ 1997014 w 7467600"/>
              <a:gd name="connsiteY114" fmla="*/ 4698007 h 6858000"/>
              <a:gd name="connsiteX115" fmla="*/ 2005458 w 7467600"/>
              <a:gd name="connsiteY115" fmla="*/ 4699540 h 6858000"/>
              <a:gd name="connsiteX116" fmla="*/ 2657186 w 7467600"/>
              <a:gd name="connsiteY116" fmla="*/ 4901687 h 6858000"/>
              <a:gd name="connsiteX117" fmla="*/ 2826662 w 7467600"/>
              <a:gd name="connsiteY117" fmla="*/ 4970362 h 6858000"/>
              <a:gd name="connsiteX118" fmla="*/ 2876100 w 7467600"/>
              <a:gd name="connsiteY118" fmla="*/ 4995397 h 6858000"/>
              <a:gd name="connsiteX119" fmla="*/ 3042600 w 7467600"/>
              <a:gd name="connsiteY119" fmla="*/ 5059532 h 6858000"/>
              <a:gd name="connsiteX120" fmla="*/ 1997014 w 7467600"/>
              <a:gd name="connsiteY120" fmla="*/ 4698007 h 6858000"/>
              <a:gd name="connsiteX121" fmla="*/ 2305292 w 7467600"/>
              <a:gd name="connsiteY121" fmla="*/ 4219492 h 6858000"/>
              <a:gd name="connsiteX122" fmla="*/ 3360922 w 7467600"/>
              <a:gd name="connsiteY122" fmla="*/ 4529373 h 6858000"/>
              <a:gd name="connsiteX123" fmla="*/ 3492420 w 7467600"/>
              <a:gd name="connsiteY123" fmla="*/ 4510145 h 6858000"/>
              <a:gd name="connsiteX124" fmla="*/ 3364086 w 7467600"/>
              <a:gd name="connsiteY124" fmla="*/ 4480340 h 6858000"/>
              <a:gd name="connsiteX125" fmla="*/ 3225818 w 7467600"/>
              <a:gd name="connsiteY125" fmla="*/ 4411822 h 6858000"/>
              <a:gd name="connsiteX126" fmla="*/ 3129696 w 7467600"/>
              <a:gd name="connsiteY126" fmla="*/ 4360704 h 6858000"/>
              <a:gd name="connsiteX127" fmla="*/ 2814545 w 7467600"/>
              <a:gd name="connsiteY127" fmla="*/ 4282955 h 6858000"/>
              <a:gd name="connsiteX128" fmla="*/ 2305292 w 7467600"/>
              <a:gd name="connsiteY128" fmla="*/ 4219492 h 6858000"/>
              <a:gd name="connsiteX129" fmla="*/ 2626982 w 7467600"/>
              <a:gd name="connsiteY129" fmla="*/ 4206450 h 6858000"/>
              <a:gd name="connsiteX130" fmla="*/ 2490617 w 7467600"/>
              <a:gd name="connsiteY130" fmla="*/ 4206951 h 6858000"/>
              <a:gd name="connsiteX131" fmla="*/ 2819869 w 7467600"/>
              <a:gd name="connsiteY131" fmla="*/ 4252936 h 6858000"/>
              <a:gd name="connsiteX132" fmla="*/ 3143018 w 7467600"/>
              <a:gd name="connsiteY132" fmla="*/ 4332698 h 6858000"/>
              <a:gd name="connsiteX133" fmla="*/ 3241520 w 7467600"/>
              <a:gd name="connsiteY133" fmla="*/ 4385112 h 6858000"/>
              <a:gd name="connsiteX134" fmla="*/ 3374575 w 7467600"/>
              <a:gd name="connsiteY134" fmla="*/ 4451517 h 6858000"/>
              <a:gd name="connsiteX135" fmla="*/ 3505221 w 7467600"/>
              <a:gd name="connsiteY135" fmla="*/ 4480757 h 6858000"/>
              <a:gd name="connsiteX136" fmla="*/ 2626982 w 7467600"/>
              <a:gd name="connsiteY136" fmla="*/ 4206450 h 6858000"/>
              <a:gd name="connsiteX137" fmla="*/ 1310106 w 7467600"/>
              <a:gd name="connsiteY137" fmla="*/ 3943217 h 6858000"/>
              <a:gd name="connsiteX138" fmla="*/ 854994 w 7467600"/>
              <a:gd name="connsiteY138" fmla="*/ 4399136 h 6858000"/>
              <a:gd name="connsiteX139" fmla="*/ 742462 w 7467600"/>
              <a:gd name="connsiteY139" fmla="*/ 4594648 h 6858000"/>
              <a:gd name="connsiteX140" fmla="*/ 820602 w 7467600"/>
              <a:gd name="connsiteY140" fmla="*/ 4485915 h 6858000"/>
              <a:gd name="connsiteX141" fmla="*/ 878295 w 7467600"/>
              <a:gd name="connsiteY141" fmla="*/ 4403594 h 6858000"/>
              <a:gd name="connsiteX142" fmla="*/ 1240607 w 7467600"/>
              <a:gd name="connsiteY142" fmla="*/ 4010401 h 6858000"/>
              <a:gd name="connsiteX143" fmla="*/ 1310106 w 7467600"/>
              <a:gd name="connsiteY143" fmla="*/ 3943217 h 6858000"/>
              <a:gd name="connsiteX144" fmla="*/ 1423113 w 7467600"/>
              <a:gd name="connsiteY144" fmla="*/ 3874565 h 6858000"/>
              <a:gd name="connsiteX145" fmla="*/ 1260565 w 7467600"/>
              <a:gd name="connsiteY145" fmla="*/ 4031982 h 6858000"/>
              <a:gd name="connsiteX146" fmla="*/ 901900 w 7467600"/>
              <a:gd name="connsiteY146" fmla="*/ 4421236 h 6858000"/>
              <a:gd name="connsiteX147" fmla="*/ 845044 w 7467600"/>
              <a:gd name="connsiteY147" fmla="*/ 4502436 h 6858000"/>
              <a:gd name="connsiteX148" fmla="*/ 685926 w 7467600"/>
              <a:gd name="connsiteY148" fmla="*/ 4703069 h 6858000"/>
              <a:gd name="connsiteX149" fmla="*/ 684248 w 7467600"/>
              <a:gd name="connsiteY149" fmla="*/ 4706721 h 6858000"/>
              <a:gd name="connsiteX150" fmla="*/ 1423113 w 7467600"/>
              <a:gd name="connsiteY150" fmla="*/ 3874565 h 6858000"/>
              <a:gd name="connsiteX151" fmla="*/ 3316479 w 7467600"/>
              <a:gd name="connsiteY151" fmla="*/ 3872136 h 6858000"/>
              <a:gd name="connsiteX152" fmla="*/ 3546806 w 7467600"/>
              <a:gd name="connsiteY152" fmla="*/ 4356139 h 6858000"/>
              <a:gd name="connsiteX153" fmla="*/ 3364433 w 7467600"/>
              <a:gd name="connsiteY153" fmla="*/ 3953121 h 6858000"/>
              <a:gd name="connsiteX154" fmla="*/ 3316479 w 7467600"/>
              <a:gd name="connsiteY154" fmla="*/ 3872136 h 6858000"/>
              <a:gd name="connsiteX155" fmla="*/ 3291335 w 7467600"/>
              <a:gd name="connsiteY155" fmla="*/ 3767420 h 6858000"/>
              <a:gd name="connsiteX156" fmla="*/ 3390805 w 7467600"/>
              <a:gd name="connsiteY156" fmla="*/ 3937163 h 6858000"/>
              <a:gd name="connsiteX157" fmla="*/ 3579062 w 7467600"/>
              <a:gd name="connsiteY157" fmla="*/ 4359040 h 6858000"/>
              <a:gd name="connsiteX158" fmla="*/ 3467355 w 7467600"/>
              <a:gd name="connsiteY158" fmla="*/ 3988130 h 6858000"/>
              <a:gd name="connsiteX159" fmla="*/ 3310753 w 7467600"/>
              <a:gd name="connsiteY159" fmla="*/ 3787140 h 6858000"/>
              <a:gd name="connsiteX160" fmla="*/ 3291335 w 7467600"/>
              <a:gd name="connsiteY160" fmla="*/ 3767420 h 6858000"/>
              <a:gd name="connsiteX161" fmla="*/ 1635889 w 7467600"/>
              <a:gd name="connsiteY161" fmla="*/ 3709494 h 6858000"/>
              <a:gd name="connsiteX162" fmla="*/ 1634800 w 7467600"/>
              <a:gd name="connsiteY162" fmla="*/ 3731111 h 6858000"/>
              <a:gd name="connsiteX163" fmla="*/ 1635889 w 7467600"/>
              <a:gd name="connsiteY163" fmla="*/ 3709494 h 6858000"/>
              <a:gd name="connsiteX164" fmla="*/ 1510397 w 7467600"/>
              <a:gd name="connsiteY164" fmla="*/ 3684705 h 6858000"/>
              <a:gd name="connsiteX165" fmla="*/ 1146550 w 7467600"/>
              <a:gd name="connsiteY165" fmla="*/ 3802012 h 6858000"/>
              <a:gd name="connsiteX166" fmla="*/ 698834 w 7467600"/>
              <a:gd name="connsiteY166" fmla="*/ 3952272 h 6858000"/>
              <a:gd name="connsiteX167" fmla="*/ 34256 w 7467600"/>
              <a:gd name="connsiteY167" fmla="*/ 4347603 h 6858000"/>
              <a:gd name="connsiteX168" fmla="*/ 527241 w 7467600"/>
              <a:gd name="connsiteY168" fmla="*/ 4065078 h 6858000"/>
              <a:gd name="connsiteX169" fmla="*/ 1510397 w 7467600"/>
              <a:gd name="connsiteY169" fmla="*/ 3684705 h 6858000"/>
              <a:gd name="connsiteX170" fmla="*/ 1313114 w 7467600"/>
              <a:gd name="connsiteY170" fmla="*/ 3655216 h 6858000"/>
              <a:gd name="connsiteX171" fmla="*/ 1109304 w 7467600"/>
              <a:gd name="connsiteY171" fmla="*/ 3669030 h 6858000"/>
              <a:gd name="connsiteX172" fmla="*/ 8129 w 7467600"/>
              <a:gd name="connsiteY172" fmla="*/ 4330519 h 6858000"/>
              <a:gd name="connsiteX173" fmla="*/ 687572 w 7467600"/>
              <a:gd name="connsiteY173" fmla="*/ 3925629 h 6858000"/>
              <a:gd name="connsiteX174" fmla="*/ 1138365 w 7467600"/>
              <a:gd name="connsiteY174" fmla="*/ 3774515 h 6858000"/>
              <a:gd name="connsiteX175" fmla="*/ 1505579 w 7467600"/>
              <a:gd name="connsiteY175" fmla="*/ 3655526 h 6858000"/>
              <a:gd name="connsiteX176" fmla="*/ 1313114 w 7467600"/>
              <a:gd name="connsiteY176" fmla="*/ 3655216 h 6858000"/>
              <a:gd name="connsiteX177" fmla="*/ 3655073 w 7467600"/>
              <a:gd name="connsiteY177" fmla="*/ 3650884 h 6858000"/>
              <a:gd name="connsiteX178" fmla="*/ 3989938 w 7467600"/>
              <a:gd name="connsiteY178" fmla="*/ 3991685 h 6858000"/>
              <a:gd name="connsiteX179" fmla="*/ 4393907 w 7467600"/>
              <a:gd name="connsiteY179" fmla="*/ 4261258 h 6858000"/>
              <a:gd name="connsiteX180" fmla="*/ 4648051 w 7467600"/>
              <a:gd name="connsiteY180" fmla="*/ 4374051 h 6858000"/>
              <a:gd name="connsiteX181" fmla="*/ 4383389 w 7467600"/>
              <a:gd name="connsiteY181" fmla="*/ 4184369 h 6858000"/>
              <a:gd name="connsiteX182" fmla="*/ 4165508 w 7467600"/>
              <a:gd name="connsiteY182" fmla="*/ 4035196 h 6858000"/>
              <a:gd name="connsiteX183" fmla="*/ 4068162 w 7467600"/>
              <a:gd name="connsiteY183" fmla="*/ 3953394 h 6858000"/>
              <a:gd name="connsiteX184" fmla="*/ 3981416 w 7467600"/>
              <a:gd name="connsiteY184" fmla="*/ 3880482 h 6858000"/>
              <a:gd name="connsiteX185" fmla="*/ 3800147 w 7467600"/>
              <a:gd name="connsiteY185" fmla="*/ 3749872 h 6858000"/>
              <a:gd name="connsiteX186" fmla="*/ 3655073 w 7467600"/>
              <a:gd name="connsiteY186" fmla="*/ 3650884 h 6858000"/>
              <a:gd name="connsiteX187" fmla="*/ 3670252 w 7467600"/>
              <a:gd name="connsiteY187" fmla="*/ 3622798 h 6858000"/>
              <a:gd name="connsiteX188" fmla="*/ 3817258 w 7467600"/>
              <a:gd name="connsiteY188" fmla="*/ 3723577 h 6858000"/>
              <a:gd name="connsiteX189" fmla="*/ 4000461 w 7467600"/>
              <a:gd name="connsiteY189" fmla="*/ 3855966 h 6858000"/>
              <a:gd name="connsiteX190" fmla="*/ 4088180 w 7467600"/>
              <a:gd name="connsiteY190" fmla="*/ 3929774 h 6858000"/>
              <a:gd name="connsiteX191" fmla="*/ 4184555 w 7467600"/>
              <a:gd name="connsiteY191" fmla="*/ 4010683 h 6858000"/>
              <a:gd name="connsiteX192" fmla="*/ 4399563 w 7467600"/>
              <a:gd name="connsiteY192" fmla="*/ 4158106 h 6858000"/>
              <a:gd name="connsiteX193" fmla="*/ 4684469 w 7467600"/>
              <a:gd name="connsiteY193" fmla="*/ 4364680 h 6858000"/>
              <a:gd name="connsiteX194" fmla="*/ 4690271 w 7467600"/>
              <a:gd name="connsiteY194" fmla="*/ 4370034 h 6858000"/>
              <a:gd name="connsiteX195" fmla="*/ 4136093 w 7467600"/>
              <a:gd name="connsiteY195" fmla="*/ 3858466 h 6858000"/>
              <a:gd name="connsiteX196" fmla="*/ 3670252 w 7467600"/>
              <a:gd name="connsiteY196" fmla="*/ 3622798 h 6858000"/>
              <a:gd name="connsiteX197" fmla="*/ 4440129 w 7467600"/>
              <a:gd name="connsiteY197" fmla="*/ 3448571 h 6858000"/>
              <a:gd name="connsiteX198" fmla="*/ 4856525 w 7467600"/>
              <a:gd name="connsiteY198" fmla="*/ 3915351 h 6858000"/>
              <a:gd name="connsiteX199" fmla="*/ 5059055 w 7467600"/>
              <a:gd name="connsiteY199" fmla="*/ 4108918 h 6858000"/>
              <a:gd name="connsiteX200" fmla="*/ 5290070 w 7467600"/>
              <a:gd name="connsiteY200" fmla="*/ 4263619 h 6858000"/>
              <a:gd name="connsiteX201" fmla="*/ 4834991 w 7467600"/>
              <a:gd name="connsiteY201" fmla="*/ 3830985 h 6858000"/>
              <a:gd name="connsiteX202" fmla="*/ 4440129 w 7467600"/>
              <a:gd name="connsiteY202" fmla="*/ 3448571 h 6858000"/>
              <a:gd name="connsiteX203" fmla="*/ 4441737 w 7467600"/>
              <a:gd name="connsiteY203" fmla="*/ 3399734 h 6858000"/>
              <a:gd name="connsiteX204" fmla="*/ 4431236 w 7467600"/>
              <a:gd name="connsiteY204" fmla="*/ 3400954 h 6858000"/>
              <a:gd name="connsiteX205" fmla="*/ 4557150 w 7467600"/>
              <a:gd name="connsiteY205" fmla="*/ 3510023 h 6858000"/>
              <a:gd name="connsiteX206" fmla="*/ 4856936 w 7467600"/>
              <a:gd name="connsiteY206" fmla="*/ 3809146 h 6858000"/>
              <a:gd name="connsiteX207" fmla="*/ 5111996 w 7467600"/>
              <a:gd name="connsiteY207" fmla="*/ 4065759 h 6858000"/>
              <a:gd name="connsiteX208" fmla="*/ 5388878 w 7467600"/>
              <a:gd name="connsiteY208" fmla="*/ 4300185 h 6858000"/>
              <a:gd name="connsiteX209" fmla="*/ 5425556 w 7467600"/>
              <a:gd name="connsiteY209" fmla="*/ 4308967 h 6858000"/>
              <a:gd name="connsiteX210" fmla="*/ 4943646 w 7467600"/>
              <a:gd name="connsiteY210" fmla="*/ 3822916 h 6858000"/>
              <a:gd name="connsiteX211" fmla="*/ 4594837 w 7467600"/>
              <a:gd name="connsiteY211" fmla="*/ 3532274 h 6858000"/>
              <a:gd name="connsiteX212" fmla="*/ 4441737 w 7467600"/>
              <a:gd name="connsiteY212" fmla="*/ 3399734 h 6858000"/>
              <a:gd name="connsiteX213" fmla="*/ 5425834 w 7467600"/>
              <a:gd name="connsiteY213" fmla="*/ 3162785 h 6858000"/>
              <a:gd name="connsiteX214" fmla="*/ 5401644 w 7467600"/>
              <a:gd name="connsiteY214" fmla="*/ 3617847 h 6858000"/>
              <a:gd name="connsiteX215" fmla="*/ 5467256 w 7467600"/>
              <a:gd name="connsiteY215" fmla="*/ 4175494 h 6858000"/>
              <a:gd name="connsiteX216" fmla="*/ 5448069 w 7467600"/>
              <a:gd name="connsiteY216" fmla="*/ 3567554 h 6858000"/>
              <a:gd name="connsiteX217" fmla="*/ 5425834 w 7467600"/>
              <a:gd name="connsiteY217" fmla="*/ 3162785 h 6858000"/>
              <a:gd name="connsiteX218" fmla="*/ 1318687 w 7467600"/>
              <a:gd name="connsiteY218" fmla="*/ 3113840 h 6858000"/>
              <a:gd name="connsiteX219" fmla="*/ 1066793 w 7467600"/>
              <a:gd name="connsiteY219" fmla="*/ 3212171 h 6858000"/>
              <a:gd name="connsiteX220" fmla="*/ 993319 w 7467600"/>
              <a:gd name="connsiteY220" fmla="*/ 3247648 h 6858000"/>
              <a:gd name="connsiteX221" fmla="*/ 853081 w 7467600"/>
              <a:gd name="connsiteY221" fmla="*/ 3312410 h 6858000"/>
              <a:gd name="connsiteX222" fmla="*/ 805957 w 7467600"/>
              <a:gd name="connsiteY222" fmla="*/ 3330443 h 6858000"/>
              <a:gd name="connsiteX223" fmla="*/ 1318687 w 7467600"/>
              <a:gd name="connsiteY223" fmla="*/ 3113840 h 6858000"/>
              <a:gd name="connsiteX224" fmla="*/ 5453702 w 7467600"/>
              <a:gd name="connsiteY224" fmla="*/ 3090882 h 6858000"/>
              <a:gd name="connsiteX225" fmla="*/ 5480135 w 7467600"/>
              <a:gd name="connsiteY225" fmla="*/ 3565802 h 6858000"/>
              <a:gd name="connsiteX226" fmla="*/ 5499023 w 7467600"/>
              <a:gd name="connsiteY226" fmla="*/ 4166310 h 6858000"/>
              <a:gd name="connsiteX227" fmla="*/ 5547022 w 7467600"/>
              <a:gd name="connsiteY227" fmla="*/ 3607838 h 6858000"/>
              <a:gd name="connsiteX228" fmla="*/ 5515964 w 7467600"/>
              <a:gd name="connsiteY228" fmla="*/ 3378541 h 6858000"/>
              <a:gd name="connsiteX229" fmla="*/ 5453702 w 7467600"/>
              <a:gd name="connsiteY229" fmla="*/ 3090882 h 6858000"/>
              <a:gd name="connsiteX230" fmla="*/ 1238695 w 7467600"/>
              <a:gd name="connsiteY230" fmla="*/ 3076820 h 6858000"/>
              <a:gd name="connsiteX231" fmla="*/ 716371 w 7467600"/>
              <a:gd name="connsiteY231" fmla="*/ 3293249 h 6858000"/>
              <a:gd name="connsiteX232" fmla="*/ 579522 w 7467600"/>
              <a:gd name="connsiteY232" fmla="*/ 3371759 h 6858000"/>
              <a:gd name="connsiteX233" fmla="*/ 600288 w 7467600"/>
              <a:gd name="connsiteY233" fmla="*/ 3365555 h 6858000"/>
              <a:gd name="connsiteX234" fmla="*/ 840692 w 7467600"/>
              <a:gd name="connsiteY234" fmla="*/ 3284921 h 6858000"/>
              <a:gd name="connsiteX235" fmla="*/ 979248 w 7467600"/>
              <a:gd name="connsiteY235" fmla="*/ 3221003 h 6858000"/>
              <a:gd name="connsiteX236" fmla="*/ 1053282 w 7467600"/>
              <a:gd name="connsiteY236" fmla="*/ 3185247 h 6858000"/>
              <a:gd name="connsiteX237" fmla="*/ 1320603 w 7467600"/>
              <a:gd name="connsiteY237" fmla="*/ 3081281 h 6858000"/>
              <a:gd name="connsiteX238" fmla="*/ 1238695 w 7467600"/>
              <a:gd name="connsiteY238" fmla="*/ 3076820 h 6858000"/>
              <a:gd name="connsiteX239" fmla="*/ 5425627 w 7467600"/>
              <a:gd name="connsiteY239" fmla="*/ 2954192 h 6858000"/>
              <a:gd name="connsiteX240" fmla="*/ 5470770 w 7467600"/>
              <a:gd name="connsiteY240" fmla="*/ 3005435 h 6858000"/>
              <a:gd name="connsiteX241" fmla="*/ 5519779 w 7467600"/>
              <a:gd name="connsiteY241" fmla="*/ 4359223 h 6858000"/>
              <a:gd name="connsiteX242" fmla="*/ 5520293 w 7467600"/>
              <a:gd name="connsiteY242" fmla="*/ 4360602 h 6858000"/>
              <a:gd name="connsiteX243" fmla="*/ 5767221 w 7467600"/>
              <a:gd name="connsiteY243" fmla="*/ 4665564 h 6858000"/>
              <a:gd name="connsiteX244" fmla="*/ 6937169 w 7467600"/>
              <a:gd name="connsiteY244" fmla="*/ 4815941 h 6858000"/>
              <a:gd name="connsiteX245" fmla="*/ 6953922 w 7467600"/>
              <a:gd name="connsiteY245" fmla="*/ 4890068 h 6858000"/>
              <a:gd name="connsiteX246" fmla="*/ 6071359 w 7467600"/>
              <a:gd name="connsiteY246" fmla="*/ 4770770 h 6858000"/>
              <a:gd name="connsiteX247" fmla="*/ 6038839 w 7467600"/>
              <a:gd name="connsiteY247" fmla="*/ 4764474 h 6858000"/>
              <a:gd name="connsiteX248" fmla="*/ 6038706 w 7467600"/>
              <a:gd name="connsiteY248" fmla="*/ 4763847 h 6858000"/>
              <a:gd name="connsiteX249" fmla="*/ 6037784 w 7467600"/>
              <a:gd name="connsiteY249" fmla="*/ 4764270 h 6858000"/>
              <a:gd name="connsiteX250" fmla="*/ 6038839 w 7467600"/>
              <a:gd name="connsiteY250" fmla="*/ 4764474 h 6858000"/>
              <a:gd name="connsiteX251" fmla="*/ 6040338 w 7467600"/>
              <a:gd name="connsiteY251" fmla="*/ 4771418 h 6858000"/>
              <a:gd name="connsiteX252" fmla="*/ 6024488 w 7467600"/>
              <a:gd name="connsiteY252" fmla="*/ 4809903 h 6858000"/>
              <a:gd name="connsiteX253" fmla="*/ 5599771 w 7467600"/>
              <a:gd name="connsiteY253" fmla="*/ 5509652 h 6858000"/>
              <a:gd name="connsiteX254" fmla="*/ 5548843 w 7467600"/>
              <a:gd name="connsiteY254" fmla="*/ 5563845 h 6858000"/>
              <a:gd name="connsiteX255" fmla="*/ 5940952 w 7467600"/>
              <a:gd name="connsiteY255" fmla="*/ 6250028 h 6858000"/>
              <a:gd name="connsiteX256" fmla="*/ 6043441 w 7467600"/>
              <a:gd name="connsiteY256" fmla="*/ 6665847 h 6858000"/>
              <a:gd name="connsiteX257" fmla="*/ 6093432 w 7467600"/>
              <a:gd name="connsiteY257" fmla="*/ 6858000 h 6858000"/>
              <a:gd name="connsiteX258" fmla="*/ 6034344 w 7467600"/>
              <a:gd name="connsiteY258" fmla="*/ 6858000 h 6858000"/>
              <a:gd name="connsiteX259" fmla="*/ 6026679 w 7467600"/>
              <a:gd name="connsiteY259" fmla="*/ 6836959 h 6858000"/>
              <a:gd name="connsiteX260" fmla="*/ 5800441 w 7467600"/>
              <a:gd name="connsiteY260" fmla="*/ 6335286 h 6858000"/>
              <a:gd name="connsiteX261" fmla="*/ 5526562 w 7467600"/>
              <a:gd name="connsiteY261" fmla="*/ 5705388 h 6858000"/>
              <a:gd name="connsiteX262" fmla="*/ 5519640 w 7467600"/>
              <a:gd name="connsiteY262" fmla="*/ 5683774 h 6858000"/>
              <a:gd name="connsiteX263" fmla="*/ 5844559 w 7467600"/>
              <a:gd name="connsiteY263" fmla="*/ 6553349 h 6858000"/>
              <a:gd name="connsiteX264" fmla="*/ 5975994 w 7467600"/>
              <a:gd name="connsiteY264" fmla="*/ 6858000 h 6858000"/>
              <a:gd name="connsiteX265" fmla="*/ 5898547 w 7467600"/>
              <a:gd name="connsiteY265" fmla="*/ 6858000 h 6858000"/>
              <a:gd name="connsiteX266" fmla="*/ 5682041 w 7467600"/>
              <a:gd name="connsiteY266" fmla="*/ 6355860 h 6858000"/>
              <a:gd name="connsiteX267" fmla="*/ 5461758 w 7467600"/>
              <a:gd name="connsiteY267" fmla="*/ 5820220 h 6858000"/>
              <a:gd name="connsiteX268" fmla="*/ 5237282 w 7467600"/>
              <a:gd name="connsiteY268" fmla="*/ 6579086 h 6858000"/>
              <a:gd name="connsiteX269" fmla="*/ 5115009 w 7467600"/>
              <a:gd name="connsiteY269" fmla="*/ 6858000 h 6858000"/>
              <a:gd name="connsiteX270" fmla="*/ 5028074 w 7467600"/>
              <a:gd name="connsiteY270" fmla="*/ 6858000 h 6858000"/>
              <a:gd name="connsiteX271" fmla="*/ 5079508 w 7467600"/>
              <a:gd name="connsiteY271" fmla="*/ 6749074 h 6858000"/>
              <a:gd name="connsiteX272" fmla="*/ 5371846 w 7467600"/>
              <a:gd name="connsiteY272" fmla="*/ 5924413 h 6858000"/>
              <a:gd name="connsiteX273" fmla="*/ 5270512 w 7467600"/>
              <a:gd name="connsiteY273" fmla="*/ 6138975 h 6858000"/>
              <a:gd name="connsiteX274" fmla="*/ 5062409 w 7467600"/>
              <a:gd name="connsiteY274" fmla="*/ 6653544 h 6858000"/>
              <a:gd name="connsiteX275" fmla="*/ 5036628 w 7467600"/>
              <a:gd name="connsiteY275" fmla="*/ 6754247 h 6858000"/>
              <a:gd name="connsiteX276" fmla="*/ 5009112 w 7467600"/>
              <a:gd name="connsiteY276" fmla="*/ 6858000 h 6858000"/>
              <a:gd name="connsiteX277" fmla="*/ 4976679 w 7467600"/>
              <a:gd name="connsiteY277" fmla="*/ 6858000 h 6858000"/>
              <a:gd name="connsiteX278" fmla="*/ 5006537 w 7467600"/>
              <a:gd name="connsiteY278" fmla="*/ 6747068 h 6858000"/>
              <a:gd name="connsiteX279" fmla="*/ 5032723 w 7467600"/>
              <a:gd name="connsiteY279" fmla="*/ 6644957 h 6858000"/>
              <a:gd name="connsiteX280" fmla="*/ 5242949 w 7467600"/>
              <a:gd name="connsiteY280" fmla="*/ 6125175 h 6858000"/>
              <a:gd name="connsiteX281" fmla="*/ 5286321 w 7467600"/>
              <a:gd name="connsiteY281" fmla="*/ 6033555 h 6858000"/>
              <a:gd name="connsiteX282" fmla="*/ 5008210 w 7467600"/>
              <a:gd name="connsiteY282" fmla="*/ 6649194 h 6858000"/>
              <a:gd name="connsiteX283" fmla="*/ 4986321 w 7467600"/>
              <a:gd name="connsiteY283" fmla="*/ 6765687 h 6858000"/>
              <a:gd name="connsiteX284" fmla="*/ 4973474 w 7467600"/>
              <a:gd name="connsiteY284" fmla="*/ 6858000 h 6858000"/>
              <a:gd name="connsiteX285" fmla="*/ 4907178 w 7467600"/>
              <a:gd name="connsiteY285" fmla="*/ 6858000 h 6858000"/>
              <a:gd name="connsiteX286" fmla="*/ 4910810 w 7467600"/>
              <a:gd name="connsiteY286" fmla="*/ 6829660 h 6858000"/>
              <a:gd name="connsiteX287" fmla="*/ 4987461 w 7467600"/>
              <a:gd name="connsiteY287" fmla="*/ 6432994 h 6858000"/>
              <a:gd name="connsiteX288" fmla="*/ 5179262 w 7467600"/>
              <a:gd name="connsiteY288" fmla="*/ 6035044 h 6858000"/>
              <a:gd name="connsiteX289" fmla="*/ 4689678 w 7467600"/>
              <a:gd name="connsiteY289" fmla="*/ 6440241 h 6858000"/>
              <a:gd name="connsiteX290" fmla="*/ 4477543 w 7467600"/>
              <a:gd name="connsiteY290" fmla="*/ 6674836 h 6858000"/>
              <a:gd name="connsiteX291" fmla="*/ 4329957 w 7467600"/>
              <a:gd name="connsiteY291" fmla="*/ 6858000 h 6858000"/>
              <a:gd name="connsiteX292" fmla="*/ 4218595 w 7467600"/>
              <a:gd name="connsiteY292" fmla="*/ 6858000 h 6858000"/>
              <a:gd name="connsiteX293" fmla="*/ 4368888 w 7467600"/>
              <a:gd name="connsiteY293" fmla="*/ 6668412 h 6858000"/>
              <a:gd name="connsiteX294" fmla="*/ 4563091 w 7467600"/>
              <a:gd name="connsiteY294" fmla="*/ 6442508 h 6858000"/>
              <a:gd name="connsiteX295" fmla="*/ 5387324 w 7467600"/>
              <a:gd name="connsiteY295" fmla="*/ 5705830 h 6858000"/>
              <a:gd name="connsiteX296" fmla="*/ 5073620 w 7467600"/>
              <a:gd name="connsiteY296" fmla="*/ 5955437 h 6858000"/>
              <a:gd name="connsiteX297" fmla="*/ 4689789 w 7467600"/>
              <a:gd name="connsiteY297" fmla="*/ 6268382 h 6858000"/>
              <a:gd name="connsiteX298" fmla="*/ 4418722 w 7467600"/>
              <a:gd name="connsiteY298" fmla="*/ 6570886 h 6858000"/>
              <a:gd name="connsiteX299" fmla="*/ 4214944 w 7467600"/>
              <a:gd name="connsiteY299" fmla="*/ 6858000 h 6858000"/>
              <a:gd name="connsiteX300" fmla="*/ 4177898 w 7467600"/>
              <a:gd name="connsiteY300" fmla="*/ 6858000 h 6858000"/>
              <a:gd name="connsiteX301" fmla="*/ 4391597 w 7467600"/>
              <a:gd name="connsiteY301" fmla="*/ 6556370 h 6858000"/>
              <a:gd name="connsiteX302" fmla="*/ 4668889 w 7467600"/>
              <a:gd name="connsiteY302" fmla="*/ 6246399 h 6858000"/>
              <a:gd name="connsiteX303" fmla="*/ 5055427 w 7467600"/>
              <a:gd name="connsiteY303" fmla="*/ 5931476 h 6858000"/>
              <a:gd name="connsiteX304" fmla="*/ 5371814 w 7467600"/>
              <a:gd name="connsiteY304" fmla="*/ 5678975 h 6858000"/>
              <a:gd name="connsiteX305" fmla="*/ 4987918 w 7467600"/>
              <a:gd name="connsiteY305" fmla="*/ 5838701 h 6858000"/>
              <a:gd name="connsiteX306" fmla="*/ 4317146 w 7467600"/>
              <a:gd name="connsiteY306" fmla="*/ 6587716 h 6858000"/>
              <a:gd name="connsiteX307" fmla="*/ 4171627 w 7467600"/>
              <a:gd name="connsiteY307" fmla="*/ 6858000 h 6858000"/>
              <a:gd name="connsiteX308" fmla="*/ 4081585 w 7467600"/>
              <a:gd name="connsiteY308" fmla="*/ 6858000 h 6858000"/>
              <a:gd name="connsiteX309" fmla="*/ 4238603 w 7467600"/>
              <a:gd name="connsiteY309" fmla="*/ 6559341 h 6858000"/>
              <a:gd name="connsiteX310" fmla="*/ 4778333 w 7467600"/>
              <a:gd name="connsiteY310" fmla="*/ 5873626 h 6858000"/>
              <a:gd name="connsiteX311" fmla="*/ 5414185 w 7467600"/>
              <a:gd name="connsiteY311" fmla="*/ 5573882 h 6858000"/>
              <a:gd name="connsiteX312" fmla="*/ 5959648 w 7467600"/>
              <a:gd name="connsiteY312" fmla="*/ 4760797 h 6858000"/>
              <a:gd name="connsiteX313" fmla="*/ 5355019 w 7467600"/>
              <a:gd name="connsiteY313" fmla="*/ 4734672 h 6858000"/>
              <a:gd name="connsiteX314" fmla="*/ 5083565 w 7467600"/>
              <a:gd name="connsiteY314" fmla="*/ 5179121 h 6858000"/>
              <a:gd name="connsiteX315" fmla="*/ 4713577 w 7467600"/>
              <a:gd name="connsiteY315" fmla="*/ 5616803 h 6858000"/>
              <a:gd name="connsiteX316" fmla="*/ 3989559 w 7467600"/>
              <a:gd name="connsiteY316" fmla="*/ 6145945 h 6858000"/>
              <a:gd name="connsiteX317" fmla="*/ 3939824 w 7467600"/>
              <a:gd name="connsiteY317" fmla="*/ 6066900 h 6858000"/>
              <a:gd name="connsiteX318" fmla="*/ 4584537 w 7467600"/>
              <a:gd name="connsiteY318" fmla="*/ 5324826 h 6858000"/>
              <a:gd name="connsiteX319" fmla="*/ 5037105 w 7467600"/>
              <a:gd name="connsiteY319" fmla="*/ 5088765 h 6858000"/>
              <a:gd name="connsiteX320" fmla="*/ 5039930 w 7467600"/>
              <a:gd name="connsiteY320" fmla="*/ 5089585 h 6858000"/>
              <a:gd name="connsiteX321" fmla="*/ 5263764 w 7467600"/>
              <a:gd name="connsiteY321" fmla="*/ 4735525 h 6858000"/>
              <a:gd name="connsiteX322" fmla="*/ 4086300 w 7467600"/>
              <a:gd name="connsiteY322" fmla="*/ 4884599 h 6858000"/>
              <a:gd name="connsiteX323" fmla="*/ 4085485 w 7467600"/>
              <a:gd name="connsiteY323" fmla="*/ 4899070 h 6858000"/>
              <a:gd name="connsiteX324" fmla="*/ 3871915 w 7467600"/>
              <a:gd name="connsiteY324" fmla="*/ 5253645 h 6858000"/>
              <a:gd name="connsiteX325" fmla="*/ 3799374 w 7467600"/>
              <a:gd name="connsiteY325" fmla="*/ 5466127 h 6858000"/>
              <a:gd name="connsiteX326" fmla="*/ 3498850 w 7467600"/>
              <a:gd name="connsiteY326" fmla="*/ 6661888 h 6858000"/>
              <a:gd name="connsiteX327" fmla="*/ 3399216 w 7467600"/>
              <a:gd name="connsiteY327" fmla="*/ 6858000 h 6858000"/>
              <a:gd name="connsiteX328" fmla="*/ 3303688 w 7467600"/>
              <a:gd name="connsiteY328" fmla="*/ 6858000 h 6858000"/>
              <a:gd name="connsiteX329" fmla="*/ 3391774 w 7467600"/>
              <a:gd name="connsiteY329" fmla="*/ 6697181 h 6858000"/>
              <a:gd name="connsiteX330" fmla="*/ 3735540 w 7467600"/>
              <a:gd name="connsiteY330" fmla="*/ 5546923 h 6858000"/>
              <a:gd name="connsiteX331" fmla="*/ 3729438 w 7467600"/>
              <a:gd name="connsiteY331" fmla="*/ 5569058 h 6858000"/>
              <a:gd name="connsiteX332" fmla="*/ 3707782 w 7467600"/>
              <a:gd name="connsiteY332" fmla="*/ 5644908 h 6858000"/>
              <a:gd name="connsiteX333" fmla="*/ 3583827 w 7467600"/>
              <a:gd name="connsiteY333" fmla="*/ 6039215 h 6858000"/>
              <a:gd name="connsiteX334" fmla="*/ 3547861 w 7467600"/>
              <a:gd name="connsiteY334" fmla="*/ 6129609 h 6858000"/>
              <a:gd name="connsiteX335" fmla="*/ 3490905 w 7467600"/>
              <a:gd name="connsiteY335" fmla="*/ 6277660 h 6858000"/>
              <a:gd name="connsiteX336" fmla="*/ 3455859 w 7467600"/>
              <a:gd name="connsiteY336" fmla="*/ 6391301 h 6858000"/>
              <a:gd name="connsiteX337" fmla="*/ 3429112 w 7467600"/>
              <a:gd name="connsiteY337" fmla="*/ 6479469 h 6858000"/>
              <a:gd name="connsiteX338" fmla="*/ 3304862 w 7467600"/>
              <a:gd name="connsiteY338" fmla="*/ 6796476 h 6858000"/>
              <a:gd name="connsiteX339" fmla="*/ 3276071 w 7467600"/>
              <a:gd name="connsiteY339" fmla="*/ 6858000 h 6858000"/>
              <a:gd name="connsiteX340" fmla="*/ 3240805 w 7467600"/>
              <a:gd name="connsiteY340" fmla="*/ 6858000 h 6858000"/>
              <a:gd name="connsiteX341" fmla="*/ 3275917 w 7467600"/>
              <a:gd name="connsiteY341" fmla="*/ 6783192 h 6858000"/>
              <a:gd name="connsiteX342" fmla="*/ 3399358 w 7467600"/>
              <a:gd name="connsiteY342" fmla="*/ 6469011 h 6858000"/>
              <a:gd name="connsiteX343" fmla="*/ 3425650 w 7467600"/>
              <a:gd name="connsiteY343" fmla="*/ 6381333 h 6858000"/>
              <a:gd name="connsiteX344" fmla="*/ 3460661 w 7467600"/>
              <a:gd name="connsiteY344" fmla="*/ 6266763 h 6858000"/>
              <a:gd name="connsiteX345" fmla="*/ 3518021 w 7467600"/>
              <a:gd name="connsiteY345" fmla="*/ 6117298 h 6858000"/>
              <a:gd name="connsiteX346" fmla="*/ 3554035 w 7467600"/>
              <a:gd name="connsiteY346" fmla="*/ 6027832 h 6858000"/>
              <a:gd name="connsiteX347" fmla="*/ 3677174 w 7467600"/>
              <a:gd name="connsiteY347" fmla="*/ 5636351 h 6858000"/>
              <a:gd name="connsiteX348" fmla="*/ 3698819 w 7467600"/>
              <a:gd name="connsiteY348" fmla="*/ 5560503 h 6858000"/>
              <a:gd name="connsiteX349" fmla="*/ 3702094 w 7467600"/>
              <a:gd name="connsiteY349" fmla="*/ 5549194 h 6858000"/>
              <a:gd name="connsiteX350" fmla="*/ 3398355 w 7467600"/>
              <a:gd name="connsiteY350" fmla="*/ 6094603 h 6858000"/>
              <a:gd name="connsiteX351" fmla="*/ 3193941 w 7467600"/>
              <a:gd name="connsiteY351" fmla="*/ 6798775 h 6858000"/>
              <a:gd name="connsiteX352" fmla="*/ 3184140 w 7467600"/>
              <a:gd name="connsiteY352" fmla="*/ 6858000 h 6858000"/>
              <a:gd name="connsiteX353" fmla="*/ 3099978 w 7467600"/>
              <a:gd name="connsiteY353" fmla="*/ 6858000 h 6858000"/>
              <a:gd name="connsiteX354" fmla="*/ 3101556 w 7467600"/>
              <a:gd name="connsiteY354" fmla="*/ 6843337 h 6858000"/>
              <a:gd name="connsiteX355" fmla="*/ 3370162 w 7467600"/>
              <a:gd name="connsiteY355" fmla="*/ 5785550 h 6858000"/>
              <a:gd name="connsiteX356" fmla="*/ 3746477 w 7467600"/>
              <a:gd name="connsiteY356" fmla="*/ 5377889 h 6858000"/>
              <a:gd name="connsiteX357" fmla="*/ 3863399 w 7467600"/>
              <a:gd name="connsiteY357" fmla="*/ 5087257 h 6858000"/>
              <a:gd name="connsiteX358" fmla="*/ 3968712 w 7467600"/>
              <a:gd name="connsiteY358" fmla="*/ 4913989 h 6858000"/>
              <a:gd name="connsiteX359" fmla="*/ 2792390 w 7467600"/>
              <a:gd name="connsiteY359" fmla="*/ 5382974 h 6858000"/>
              <a:gd name="connsiteX360" fmla="*/ 2714982 w 7467600"/>
              <a:gd name="connsiteY360" fmla="*/ 5427051 h 6858000"/>
              <a:gd name="connsiteX361" fmla="*/ 2813361 w 7467600"/>
              <a:gd name="connsiteY361" fmla="*/ 6023912 h 6858000"/>
              <a:gd name="connsiteX362" fmla="*/ 2688430 w 7467600"/>
              <a:gd name="connsiteY362" fmla="*/ 6801564 h 6858000"/>
              <a:gd name="connsiteX363" fmla="*/ 2629626 w 7467600"/>
              <a:gd name="connsiteY363" fmla="*/ 6763394 h 6858000"/>
              <a:gd name="connsiteX364" fmla="*/ 2565328 w 7467600"/>
              <a:gd name="connsiteY364" fmla="*/ 5516399 h 6858000"/>
              <a:gd name="connsiteX365" fmla="*/ 1922999 w 7467600"/>
              <a:gd name="connsiteY365" fmla="*/ 5980343 h 6858000"/>
              <a:gd name="connsiteX366" fmla="*/ 1950261 w 7467600"/>
              <a:gd name="connsiteY366" fmla="*/ 6405858 h 6858000"/>
              <a:gd name="connsiteX367" fmla="*/ 2365554 w 7467600"/>
              <a:gd name="connsiteY367" fmla="*/ 6759107 h 6858000"/>
              <a:gd name="connsiteX368" fmla="*/ 2424142 w 7467600"/>
              <a:gd name="connsiteY368" fmla="*/ 6858000 h 6858000"/>
              <a:gd name="connsiteX369" fmla="*/ 2395994 w 7467600"/>
              <a:gd name="connsiteY369" fmla="*/ 6858000 h 6858000"/>
              <a:gd name="connsiteX370" fmla="*/ 2392863 w 7467600"/>
              <a:gd name="connsiteY370" fmla="*/ 6852964 h 6858000"/>
              <a:gd name="connsiteX371" fmla="*/ 2017589 w 7467600"/>
              <a:gd name="connsiteY371" fmla="*/ 6493982 h 6858000"/>
              <a:gd name="connsiteX372" fmla="*/ 2147336 w 7467600"/>
              <a:gd name="connsiteY372" fmla="*/ 6594052 h 6858000"/>
              <a:gd name="connsiteX373" fmla="*/ 2207047 w 7467600"/>
              <a:gd name="connsiteY373" fmla="*/ 6654540 h 6858000"/>
              <a:gd name="connsiteX374" fmla="*/ 2299106 w 7467600"/>
              <a:gd name="connsiteY374" fmla="*/ 6778931 h 6858000"/>
              <a:gd name="connsiteX375" fmla="*/ 2314430 w 7467600"/>
              <a:gd name="connsiteY375" fmla="*/ 6801144 h 6858000"/>
              <a:gd name="connsiteX376" fmla="*/ 2352406 w 7467600"/>
              <a:gd name="connsiteY376" fmla="*/ 6858000 h 6858000"/>
              <a:gd name="connsiteX377" fmla="*/ 2314492 w 7467600"/>
              <a:gd name="connsiteY377" fmla="*/ 6858000 h 6858000"/>
              <a:gd name="connsiteX378" fmla="*/ 2288095 w 7467600"/>
              <a:gd name="connsiteY378" fmla="*/ 6818030 h 6858000"/>
              <a:gd name="connsiteX379" fmla="*/ 2272768 w 7467600"/>
              <a:gd name="connsiteY379" fmla="*/ 6795822 h 6858000"/>
              <a:gd name="connsiteX380" fmla="*/ 2182715 w 7467600"/>
              <a:gd name="connsiteY380" fmla="*/ 6675071 h 6858000"/>
              <a:gd name="connsiteX381" fmla="*/ 2032061 w 7467600"/>
              <a:gd name="connsiteY381" fmla="*/ 6541380 h 6858000"/>
              <a:gd name="connsiteX382" fmla="*/ 2257220 w 7467600"/>
              <a:gd name="connsiteY382" fmla="*/ 6826257 h 6858000"/>
              <a:gd name="connsiteX383" fmla="*/ 2281324 w 7467600"/>
              <a:gd name="connsiteY383" fmla="*/ 6858000 h 6858000"/>
              <a:gd name="connsiteX384" fmla="*/ 2242860 w 7467600"/>
              <a:gd name="connsiteY384" fmla="*/ 6858000 h 6858000"/>
              <a:gd name="connsiteX385" fmla="*/ 2232818 w 7467600"/>
              <a:gd name="connsiteY385" fmla="*/ 6844926 h 6858000"/>
              <a:gd name="connsiteX386" fmla="*/ 1990172 w 7467600"/>
              <a:gd name="connsiteY386" fmla="*/ 6542121 h 6858000"/>
              <a:gd name="connsiteX387" fmla="*/ 2124090 w 7467600"/>
              <a:gd name="connsiteY387" fmla="*/ 6761017 h 6858000"/>
              <a:gd name="connsiteX388" fmla="*/ 2200380 w 7467600"/>
              <a:gd name="connsiteY388" fmla="*/ 6858000 h 6858000"/>
              <a:gd name="connsiteX389" fmla="*/ 2147507 w 7467600"/>
              <a:gd name="connsiteY389" fmla="*/ 6858000 h 6858000"/>
              <a:gd name="connsiteX390" fmla="*/ 2070668 w 7467600"/>
              <a:gd name="connsiteY390" fmla="*/ 6761520 h 6858000"/>
              <a:gd name="connsiteX391" fmla="*/ 1975142 w 7467600"/>
              <a:gd name="connsiteY391" fmla="*/ 6585570 h 6858000"/>
              <a:gd name="connsiteX392" fmla="*/ 2050035 w 7467600"/>
              <a:gd name="connsiteY392" fmla="*/ 6813345 h 6858000"/>
              <a:gd name="connsiteX393" fmla="*/ 2063025 w 7467600"/>
              <a:gd name="connsiteY393" fmla="*/ 6858000 h 6858000"/>
              <a:gd name="connsiteX394" fmla="*/ 2021675 w 7467600"/>
              <a:gd name="connsiteY394" fmla="*/ 6858000 h 6858000"/>
              <a:gd name="connsiteX395" fmla="*/ 2019308 w 7467600"/>
              <a:gd name="connsiteY395" fmla="*/ 6847118 h 6858000"/>
              <a:gd name="connsiteX396" fmla="*/ 1938835 w 7467600"/>
              <a:gd name="connsiteY396" fmla="*/ 6551160 h 6858000"/>
              <a:gd name="connsiteX397" fmla="*/ 1953230 w 7467600"/>
              <a:gd name="connsiteY397" fmla="*/ 6759699 h 6858000"/>
              <a:gd name="connsiteX398" fmla="*/ 1956763 w 7467600"/>
              <a:gd name="connsiteY398" fmla="*/ 6778191 h 6858000"/>
              <a:gd name="connsiteX399" fmla="*/ 1967925 w 7467600"/>
              <a:gd name="connsiteY399" fmla="*/ 6858000 h 6858000"/>
              <a:gd name="connsiteX400" fmla="*/ 1936622 w 7467600"/>
              <a:gd name="connsiteY400" fmla="*/ 6858000 h 6858000"/>
              <a:gd name="connsiteX401" fmla="*/ 1926261 w 7467600"/>
              <a:gd name="connsiteY401" fmla="*/ 6784064 h 6858000"/>
              <a:gd name="connsiteX402" fmla="*/ 1922724 w 7467600"/>
              <a:gd name="connsiteY402" fmla="*/ 6765577 h 6858000"/>
              <a:gd name="connsiteX403" fmla="*/ 1904650 w 7467600"/>
              <a:gd name="connsiteY403" fmla="*/ 6639616 h 6858000"/>
              <a:gd name="connsiteX404" fmla="*/ 1885273 w 7467600"/>
              <a:gd name="connsiteY404" fmla="*/ 6858000 h 6858000"/>
              <a:gd name="connsiteX405" fmla="*/ 1854363 w 7467600"/>
              <a:gd name="connsiteY405" fmla="*/ 6858000 h 6858000"/>
              <a:gd name="connsiteX406" fmla="*/ 1880391 w 7467600"/>
              <a:gd name="connsiteY406" fmla="*/ 6603796 h 6858000"/>
              <a:gd name="connsiteX407" fmla="*/ 1818273 w 7467600"/>
              <a:gd name="connsiteY407" fmla="*/ 6715729 h 6858000"/>
              <a:gd name="connsiteX408" fmla="*/ 1794691 w 7467600"/>
              <a:gd name="connsiteY408" fmla="*/ 6843239 h 6858000"/>
              <a:gd name="connsiteX409" fmla="*/ 1794914 w 7467600"/>
              <a:gd name="connsiteY409" fmla="*/ 6858000 h 6858000"/>
              <a:gd name="connsiteX410" fmla="*/ 1746128 w 7467600"/>
              <a:gd name="connsiteY410" fmla="*/ 6858000 h 6858000"/>
              <a:gd name="connsiteX411" fmla="*/ 1753934 w 7467600"/>
              <a:gd name="connsiteY411" fmla="*/ 6724796 h 6858000"/>
              <a:gd name="connsiteX412" fmla="*/ 1792053 w 7467600"/>
              <a:gd name="connsiteY412" fmla="*/ 6572396 h 6858000"/>
              <a:gd name="connsiteX413" fmla="*/ 1862248 w 7467600"/>
              <a:gd name="connsiteY413" fmla="*/ 6266397 h 6858000"/>
              <a:gd name="connsiteX414" fmla="*/ 1862250 w 7467600"/>
              <a:gd name="connsiteY414" fmla="*/ 6033531 h 6858000"/>
              <a:gd name="connsiteX415" fmla="*/ 1211999 w 7467600"/>
              <a:gd name="connsiteY415" fmla="*/ 6683610 h 6858000"/>
              <a:gd name="connsiteX416" fmla="*/ 1213266 w 7467600"/>
              <a:gd name="connsiteY416" fmla="*/ 6691947 h 6858000"/>
              <a:gd name="connsiteX417" fmla="*/ 1203370 w 7467600"/>
              <a:gd name="connsiteY417" fmla="*/ 6850676 h 6858000"/>
              <a:gd name="connsiteX418" fmla="*/ 1203671 w 7467600"/>
              <a:gd name="connsiteY418" fmla="*/ 6858000 h 6858000"/>
              <a:gd name="connsiteX419" fmla="*/ 1143180 w 7467600"/>
              <a:gd name="connsiteY419" fmla="*/ 6858000 h 6858000"/>
              <a:gd name="connsiteX420" fmla="*/ 1142176 w 7467600"/>
              <a:gd name="connsiteY420" fmla="*/ 6766045 h 6858000"/>
              <a:gd name="connsiteX421" fmla="*/ 1067484 w 7467600"/>
              <a:gd name="connsiteY421" fmla="*/ 6858000 h 6858000"/>
              <a:gd name="connsiteX422" fmla="*/ 953928 w 7467600"/>
              <a:gd name="connsiteY422" fmla="*/ 6858000 h 6858000"/>
              <a:gd name="connsiteX423" fmla="*/ 959715 w 7467600"/>
              <a:gd name="connsiteY423" fmla="*/ 6850185 h 6858000"/>
              <a:gd name="connsiteX424" fmla="*/ 1483788 w 7467600"/>
              <a:gd name="connsiteY424" fmla="*/ 6259174 h 6858000"/>
              <a:gd name="connsiteX425" fmla="*/ 1100671 w 7467600"/>
              <a:gd name="connsiteY425" fmla="*/ 6252137 h 6858000"/>
              <a:gd name="connsiteX426" fmla="*/ 1090144 w 7467600"/>
              <a:gd name="connsiteY426" fmla="*/ 6256748 h 6858000"/>
              <a:gd name="connsiteX427" fmla="*/ 1095872 w 7467600"/>
              <a:gd name="connsiteY427" fmla="*/ 6271892 h 6858000"/>
              <a:gd name="connsiteX428" fmla="*/ 262785 w 7467600"/>
              <a:gd name="connsiteY428" fmla="*/ 6845450 h 6858000"/>
              <a:gd name="connsiteX429" fmla="*/ 209968 w 7467600"/>
              <a:gd name="connsiteY429" fmla="*/ 6770713 h 6858000"/>
              <a:gd name="connsiteX430" fmla="*/ 873460 w 7467600"/>
              <a:gd name="connsiteY430" fmla="*/ 6253768 h 6858000"/>
              <a:gd name="connsiteX431" fmla="*/ 192686 w 7467600"/>
              <a:gd name="connsiteY431" fmla="*/ 5849257 h 6858000"/>
              <a:gd name="connsiteX432" fmla="*/ 4696 w 7467600"/>
              <a:gd name="connsiteY432" fmla="*/ 5697668 h 6858000"/>
              <a:gd name="connsiteX433" fmla="*/ 0 w 7467600"/>
              <a:gd name="connsiteY433" fmla="*/ 5689984 h 6858000"/>
              <a:gd name="connsiteX434" fmla="*/ 0 w 7467600"/>
              <a:gd name="connsiteY434" fmla="*/ 5513472 h 6858000"/>
              <a:gd name="connsiteX435" fmla="*/ 174101 w 7467600"/>
              <a:gd name="connsiteY435" fmla="*/ 5620277 h 6858000"/>
              <a:gd name="connsiteX436" fmla="*/ 891800 w 7467600"/>
              <a:gd name="connsiteY436" fmla="*/ 6036935 h 6858000"/>
              <a:gd name="connsiteX437" fmla="*/ 1072219 w 7467600"/>
              <a:gd name="connsiteY437" fmla="*/ 6169443 h 6858000"/>
              <a:gd name="connsiteX438" fmla="*/ 1074117 w 7467600"/>
              <a:gd name="connsiteY438" fmla="*/ 6170301 h 6858000"/>
              <a:gd name="connsiteX439" fmla="*/ 1083114 w 7467600"/>
              <a:gd name="connsiteY439" fmla="*/ 6174131 h 6858000"/>
              <a:gd name="connsiteX440" fmla="*/ 1543010 w 7467600"/>
              <a:gd name="connsiteY440" fmla="*/ 6191140 h 6858000"/>
              <a:gd name="connsiteX441" fmla="*/ 1551080 w 7467600"/>
              <a:gd name="connsiteY441" fmla="*/ 6195006 h 6858000"/>
              <a:gd name="connsiteX442" fmla="*/ 2345443 w 7467600"/>
              <a:gd name="connsiteY442" fmla="*/ 5549882 h 6858000"/>
              <a:gd name="connsiteX443" fmla="*/ 1721499 w 7467600"/>
              <a:gd name="connsiteY443" fmla="*/ 5599969 h 6858000"/>
              <a:gd name="connsiteX444" fmla="*/ 767716 w 7467600"/>
              <a:gd name="connsiteY444" fmla="*/ 5472768 h 6858000"/>
              <a:gd name="connsiteX445" fmla="*/ 722147 w 7467600"/>
              <a:gd name="connsiteY445" fmla="*/ 5393091 h 6858000"/>
              <a:gd name="connsiteX446" fmla="*/ 1485552 w 7467600"/>
              <a:gd name="connsiteY446" fmla="*/ 5313202 h 6858000"/>
              <a:gd name="connsiteX447" fmla="*/ 2143004 w 7467600"/>
              <a:gd name="connsiteY447" fmla="*/ 5402420 h 6858000"/>
              <a:gd name="connsiteX448" fmla="*/ 1933391 w 7467600"/>
              <a:gd name="connsiteY448" fmla="*/ 5156971 h 6858000"/>
              <a:gd name="connsiteX449" fmla="*/ 1827118 w 7467600"/>
              <a:gd name="connsiteY449" fmla="*/ 4968410 h 6858000"/>
              <a:gd name="connsiteX450" fmla="*/ 1837349 w 7467600"/>
              <a:gd name="connsiteY450" fmla="*/ 4956357 h 6858000"/>
              <a:gd name="connsiteX451" fmla="*/ 2162835 w 7467600"/>
              <a:gd name="connsiteY451" fmla="*/ 5187853 h 6858000"/>
              <a:gd name="connsiteX452" fmla="*/ 2257167 w 7467600"/>
              <a:gd name="connsiteY452" fmla="*/ 5462123 h 6858000"/>
              <a:gd name="connsiteX453" fmla="*/ 2261598 w 7467600"/>
              <a:gd name="connsiteY453" fmla="*/ 5467998 h 6858000"/>
              <a:gd name="connsiteX454" fmla="*/ 2437177 w 7467600"/>
              <a:gd name="connsiteY454" fmla="*/ 5479608 h 6858000"/>
              <a:gd name="connsiteX455" fmla="*/ 2445247 w 7467600"/>
              <a:gd name="connsiteY455" fmla="*/ 5483476 h 6858000"/>
              <a:gd name="connsiteX456" fmla="*/ 2743626 w 7467600"/>
              <a:gd name="connsiteY456" fmla="*/ 5304819 h 6858000"/>
              <a:gd name="connsiteX457" fmla="*/ 3048102 w 7467600"/>
              <a:gd name="connsiteY457" fmla="*/ 5150595 h 6858000"/>
              <a:gd name="connsiteX458" fmla="*/ 1799414 w 7467600"/>
              <a:gd name="connsiteY458" fmla="*/ 4694732 h 6858000"/>
              <a:gd name="connsiteX459" fmla="*/ 1771735 w 7467600"/>
              <a:gd name="connsiteY459" fmla="*/ 4619929 h 6858000"/>
              <a:gd name="connsiteX460" fmla="*/ 3104273 w 7467600"/>
              <a:gd name="connsiteY460" fmla="*/ 5076159 h 6858000"/>
              <a:gd name="connsiteX461" fmla="*/ 3113245 w 7467600"/>
              <a:gd name="connsiteY461" fmla="*/ 5090705 h 6858000"/>
              <a:gd name="connsiteX462" fmla="*/ 3126294 w 7467600"/>
              <a:gd name="connsiteY462" fmla="*/ 5114400 h 6858000"/>
              <a:gd name="connsiteX463" fmla="*/ 3937433 w 7467600"/>
              <a:gd name="connsiteY463" fmla="*/ 4830473 h 6858000"/>
              <a:gd name="connsiteX464" fmla="*/ 3590475 w 7467600"/>
              <a:gd name="connsiteY464" fmla="*/ 4597974 h 6858000"/>
              <a:gd name="connsiteX465" fmla="*/ 3100264 w 7467600"/>
              <a:gd name="connsiteY465" fmla="*/ 4579845 h 6858000"/>
              <a:gd name="connsiteX466" fmla="*/ 2183576 w 7467600"/>
              <a:gd name="connsiteY466" fmla="*/ 4227150 h 6858000"/>
              <a:gd name="connsiteX467" fmla="*/ 2151029 w 7467600"/>
              <a:gd name="connsiteY467" fmla="*/ 4146947 h 6858000"/>
              <a:gd name="connsiteX468" fmla="*/ 3563434 w 7467600"/>
              <a:gd name="connsiteY468" fmla="*/ 4469115 h 6858000"/>
              <a:gd name="connsiteX469" fmla="*/ 3177952 w 7467600"/>
              <a:gd name="connsiteY469" fmla="*/ 3657386 h 6858000"/>
              <a:gd name="connsiteX470" fmla="*/ 3189263 w 7467600"/>
              <a:gd name="connsiteY470" fmla="*/ 3625726 h 6858000"/>
              <a:gd name="connsiteX471" fmla="*/ 3560912 w 7467600"/>
              <a:gd name="connsiteY471" fmla="*/ 4079863 h 6858000"/>
              <a:gd name="connsiteX472" fmla="*/ 3626636 w 7467600"/>
              <a:gd name="connsiteY472" fmla="*/ 4512230 h 6858000"/>
              <a:gd name="connsiteX473" fmla="*/ 3653088 w 7467600"/>
              <a:gd name="connsiteY473" fmla="*/ 4521417 h 6858000"/>
              <a:gd name="connsiteX474" fmla="*/ 3988128 w 7467600"/>
              <a:gd name="connsiteY474" fmla="*/ 4817267 h 6858000"/>
              <a:gd name="connsiteX475" fmla="*/ 4830582 w 7467600"/>
              <a:gd name="connsiteY475" fmla="*/ 4676000 h 6858000"/>
              <a:gd name="connsiteX476" fmla="*/ 4830100 w 7467600"/>
              <a:gd name="connsiteY476" fmla="*/ 4675554 h 6858000"/>
              <a:gd name="connsiteX477" fmla="*/ 4036318 w 7467600"/>
              <a:gd name="connsiteY477" fmla="*/ 4147013 h 6858000"/>
              <a:gd name="connsiteX478" fmla="*/ 3432098 w 7467600"/>
              <a:gd name="connsiteY478" fmla="*/ 3537312 h 6858000"/>
              <a:gd name="connsiteX479" fmla="*/ 3446761 w 7467600"/>
              <a:gd name="connsiteY479" fmla="*/ 3461278 h 6858000"/>
              <a:gd name="connsiteX480" fmla="*/ 4419733 w 7467600"/>
              <a:gd name="connsiteY480" fmla="*/ 3963555 h 6858000"/>
              <a:gd name="connsiteX481" fmla="*/ 4781371 w 7467600"/>
              <a:gd name="connsiteY481" fmla="*/ 4458604 h 6858000"/>
              <a:gd name="connsiteX482" fmla="*/ 4780440 w 7467600"/>
              <a:gd name="connsiteY482" fmla="*/ 4470290 h 6858000"/>
              <a:gd name="connsiteX483" fmla="*/ 4898954 w 7467600"/>
              <a:gd name="connsiteY483" fmla="*/ 4662092 h 6858000"/>
              <a:gd name="connsiteX484" fmla="*/ 4900699 w 7467600"/>
              <a:gd name="connsiteY484" fmla="*/ 4670867 h 6858000"/>
              <a:gd name="connsiteX485" fmla="*/ 5714511 w 7467600"/>
              <a:gd name="connsiteY485" fmla="*/ 4663483 h 6858000"/>
              <a:gd name="connsiteX486" fmla="*/ 5464793 w 7467600"/>
              <a:gd name="connsiteY486" fmla="*/ 4393556 h 6858000"/>
              <a:gd name="connsiteX487" fmla="*/ 5461897 w 7467600"/>
              <a:gd name="connsiteY487" fmla="*/ 4390879 h 6858000"/>
              <a:gd name="connsiteX488" fmla="*/ 4294126 w 7467600"/>
              <a:gd name="connsiteY488" fmla="*/ 3303048 h 6858000"/>
              <a:gd name="connsiteX489" fmla="*/ 4305321 w 7467600"/>
              <a:gd name="connsiteY489" fmla="*/ 3256953 h 6858000"/>
              <a:gd name="connsiteX490" fmla="*/ 4949299 w 7467600"/>
              <a:gd name="connsiteY490" fmla="*/ 3766336 h 6858000"/>
              <a:gd name="connsiteX491" fmla="*/ 5291452 w 7467600"/>
              <a:gd name="connsiteY491" fmla="*/ 4076801 h 6858000"/>
              <a:gd name="connsiteX492" fmla="*/ 5434998 w 7467600"/>
              <a:gd name="connsiteY492" fmla="*/ 4254100 h 6858000"/>
              <a:gd name="connsiteX493" fmla="*/ 5351015 w 7467600"/>
              <a:gd name="connsiteY493" fmla="*/ 3760989 h 6858000"/>
              <a:gd name="connsiteX494" fmla="*/ 5413780 w 7467600"/>
              <a:gd name="connsiteY494" fmla="*/ 2966265 h 6858000"/>
              <a:gd name="connsiteX495" fmla="*/ 5425627 w 7467600"/>
              <a:gd name="connsiteY495" fmla="*/ 2954192 h 6858000"/>
              <a:gd name="connsiteX496" fmla="*/ 6604735 w 7467600"/>
              <a:gd name="connsiteY496" fmla="*/ 2041381 h 6858000"/>
              <a:gd name="connsiteX497" fmla="*/ 7204487 w 7467600"/>
              <a:gd name="connsiteY497" fmla="*/ 2742112 h 6858000"/>
              <a:gd name="connsiteX498" fmla="*/ 7131592 w 7467600"/>
              <a:gd name="connsiteY498" fmla="*/ 2672096 h 6858000"/>
              <a:gd name="connsiteX499" fmla="*/ 6996344 w 7467600"/>
              <a:gd name="connsiteY499" fmla="*/ 2518310 h 6858000"/>
              <a:gd name="connsiteX500" fmla="*/ 6735495 w 7467600"/>
              <a:gd name="connsiteY500" fmla="*/ 2196890 h 6858000"/>
              <a:gd name="connsiteX501" fmla="*/ 6721901 w 7467600"/>
              <a:gd name="connsiteY501" fmla="*/ 2179274 h 6858000"/>
              <a:gd name="connsiteX502" fmla="*/ 6604735 w 7467600"/>
              <a:gd name="connsiteY502" fmla="*/ 2041381 h 6858000"/>
              <a:gd name="connsiteX503" fmla="*/ 6591670 w 7467600"/>
              <a:gd name="connsiteY503" fmla="*/ 1988277 h 6858000"/>
              <a:gd name="connsiteX504" fmla="*/ 6747349 w 7467600"/>
              <a:gd name="connsiteY504" fmla="*/ 2160069 h 6858000"/>
              <a:gd name="connsiteX505" fmla="*/ 6760943 w 7467600"/>
              <a:gd name="connsiteY505" fmla="*/ 2177686 h 6858000"/>
              <a:gd name="connsiteX506" fmla="*/ 7021065 w 7467600"/>
              <a:gd name="connsiteY506" fmla="*/ 2498102 h 6858000"/>
              <a:gd name="connsiteX507" fmla="*/ 7155223 w 7467600"/>
              <a:gd name="connsiteY507" fmla="*/ 2650386 h 6858000"/>
              <a:gd name="connsiteX508" fmla="*/ 7203167 w 7467600"/>
              <a:gd name="connsiteY508" fmla="*/ 2697288 h 6858000"/>
              <a:gd name="connsiteX509" fmla="*/ 6937703 w 7467600"/>
              <a:gd name="connsiteY509" fmla="*/ 2321981 h 6858000"/>
              <a:gd name="connsiteX510" fmla="*/ 6591670 w 7467600"/>
              <a:gd name="connsiteY510" fmla="*/ 1988277 h 6858000"/>
              <a:gd name="connsiteX511" fmla="*/ 5798671 w 7467600"/>
              <a:gd name="connsiteY511" fmla="*/ 1981601 h 6858000"/>
              <a:gd name="connsiteX512" fmla="*/ 5754709 w 7467600"/>
              <a:gd name="connsiteY512" fmla="*/ 2071454 h 6858000"/>
              <a:gd name="connsiteX513" fmla="*/ 5763044 w 7467600"/>
              <a:gd name="connsiteY513" fmla="*/ 2842206 h 6858000"/>
              <a:gd name="connsiteX514" fmla="*/ 5764974 w 7467600"/>
              <a:gd name="connsiteY514" fmla="*/ 2799609 h 6858000"/>
              <a:gd name="connsiteX515" fmla="*/ 5767665 w 7467600"/>
              <a:gd name="connsiteY515" fmla="*/ 2666409 h 6858000"/>
              <a:gd name="connsiteX516" fmla="*/ 5763055 w 7467600"/>
              <a:gd name="connsiteY516" fmla="*/ 2579705 h 6858000"/>
              <a:gd name="connsiteX517" fmla="*/ 5758079 w 7467600"/>
              <a:gd name="connsiteY517" fmla="*/ 2492508 h 6858000"/>
              <a:gd name="connsiteX518" fmla="*/ 5779325 w 7467600"/>
              <a:gd name="connsiteY518" fmla="*/ 2197069 h 6858000"/>
              <a:gd name="connsiteX519" fmla="*/ 5798671 w 7467600"/>
              <a:gd name="connsiteY519" fmla="*/ 1981601 h 6858000"/>
              <a:gd name="connsiteX520" fmla="*/ 5829202 w 7467600"/>
              <a:gd name="connsiteY520" fmla="*/ 1971679 h 6858000"/>
              <a:gd name="connsiteX521" fmla="*/ 5809558 w 7467600"/>
              <a:gd name="connsiteY521" fmla="*/ 2198043 h 6858000"/>
              <a:gd name="connsiteX522" fmla="*/ 5788653 w 7467600"/>
              <a:gd name="connsiteY522" fmla="*/ 2489430 h 6858000"/>
              <a:gd name="connsiteX523" fmla="*/ 5793439 w 7467600"/>
              <a:gd name="connsiteY523" fmla="*/ 2575235 h 6858000"/>
              <a:gd name="connsiteX524" fmla="*/ 5796837 w 7467600"/>
              <a:gd name="connsiteY524" fmla="*/ 2637633 h 6858000"/>
              <a:gd name="connsiteX525" fmla="*/ 5818614 w 7467600"/>
              <a:gd name="connsiteY525" fmla="*/ 2473055 h 6858000"/>
              <a:gd name="connsiteX526" fmla="*/ 5829202 w 7467600"/>
              <a:gd name="connsiteY526" fmla="*/ 1971679 h 6858000"/>
              <a:gd name="connsiteX527" fmla="*/ 5911389 w 7467600"/>
              <a:gd name="connsiteY527" fmla="*/ 1898371 h 6858000"/>
              <a:gd name="connsiteX528" fmla="*/ 6237627 w 7467600"/>
              <a:gd name="connsiteY528" fmla="*/ 2231921 h 6858000"/>
              <a:gd name="connsiteX529" fmla="*/ 5911389 w 7467600"/>
              <a:gd name="connsiteY529" fmla="*/ 1898371 h 6858000"/>
              <a:gd name="connsiteX530" fmla="*/ 6944437 w 7467600"/>
              <a:gd name="connsiteY530" fmla="*/ 1575402 h 6858000"/>
              <a:gd name="connsiteX531" fmla="*/ 6304730 w 7467600"/>
              <a:gd name="connsiteY531" fmla="*/ 1766654 h 6858000"/>
              <a:gd name="connsiteX532" fmla="*/ 6944437 w 7467600"/>
              <a:gd name="connsiteY532" fmla="*/ 1575402 h 6858000"/>
              <a:gd name="connsiteX533" fmla="*/ 7019523 w 7467600"/>
              <a:gd name="connsiteY533" fmla="*/ 1519450 h 6858000"/>
              <a:gd name="connsiteX534" fmla="*/ 6298091 w 7467600"/>
              <a:gd name="connsiteY534" fmla="*/ 1737122 h 6858000"/>
              <a:gd name="connsiteX535" fmla="*/ 7019523 w 7467600"/>
              <a:gd name="connsiteY535" fmla="*/ 1519450 h 6858000"/>
              <a:gd name="connsiteX536" fmla="*/ 2399523 w 7467600"/>
              <a:gd name="connsiteY536" fmla="*/ 1428234 h 6858000"/>
              <a:gd name="connsiteX537" fmla="*/ 2224982 w 7467600"/>
              <a:gd name="connsiteY537" fmla="*/ 1826201 h 6858000"/>
              <a:gd name="connsiteX538" fmla="*/ 2096099 w 7467600"/>
              <a:gd name="connsiteY538" fmla="*/ 2345900 h 6858000"/>
              <a:gd name="connsiteX539" fmla="*/ 2283317 w 7467600"/>
              <a:gd name="connsiteY539" fmla="*/ 1796925 h 6858000"/>
              <a:gd name="connsiteX540" fmla="*/ 2399523 w 7467600"/>
              <a:gd name="connsiteY540" fmla="*/ 1428234 h 6858000"/>
              <a:gd name="connsiteX541" fmla="*/ 2448558 w 7467600"/>
              <a:gd name="connsiteY541" fmla="*/ 1373435 h 6858000"/>
              <a:gd name="connsiteX542" fmla="*/ 2312521 w 7467600"/>
              <a:gd name="connsiteY542" fmla="*/ 1806140 h 6858000"/>
              <a:gd name="connsiteX543" fmla="*/ 2127533 w 7467600"/>
              <a:gd name="connsiteY543" fmla="*/ 2348380 h 6858000"/>
              <a:gd name="connsiteX544" fmla="*/ 2358080 w 7467600"/>
              <a:gd name="connsiteY544" fmla="*/ 1866134 h 6858000"/>
              <a:gd name="connsiteX545" fmla="*/ 2407436 w 7467600"/>
              <a:gd name="connsiteY545" fmla="*/ 1651070 h 6858000"/>
              <a:gd name="connsiteX546" fmla="*/ 2448558 w 7467600"/>
              <a:gd name="connsiteY546" fmla="*/ 1373435 h 6858000"/>
              <a:gd name="connsiteX547" fmla="*/ 278707 w 7467600"/>
              <a:gd name="connsiteY547" fmla="*/ 1352270 h 6858000"/>
              <a:gd name="connsiteX548" fmla="*/ 321570 w 7467600"/>
              <a:gd name="connsiteY548" fmla="*/ 1861610 h 6858000"/>
              <a:gd name="connsiteX549" fmla="*/ 294281 w 7467600"/>
              <a:gd name="connsiteY549" fmla="*/ 1440658 h 6858000"/>
              <a:gd name="connsiteX550" fmla="*/ 278707 w 7467600"/>
              <a:gd name="connsiteY550" fmla="*/ 1352270 h 6858000"/>
              <a:gd name="connsiteX551" fmla="*/ 1423821 w 7467600"/>
              <a:gd name="connsiteY551" fmla="*/ 1351958 h 6858000"/>
              <a:gd name="connsiteX552" fmla="*/ 1638521 w 7467600"/>
              <a:gd name="connsiteY552" fmla="*/ 1908470 h 6858000"/>
              <a:gd name="connsiteX553" fmla="*/ 1754199 w 7467600"/>
              <a:gd name="connsiteY553" fmla="*/ 2149284 h 6858000"/>
              <a:gd name="connsiteX554" fmla="*/ 1908359 w 7467600"/>
              <a:gd name="connsiteY554" fmla="*/ 2364988 h 6858000"/>
              <a:gd name="connsiteX555" fmla="*/ 1647661 w 7467600"/>
              <a:gd name="connsiteY555" fmla="*/ 1825945 h 6858000"/>
              <a:gd name="connsiteX556" fmla="*/ 1423821 w 7467600"/>
              <a:gd name="connsiteY556" fmla="*/ 1351958 h 6858000"/>
              <a:gd name="connsiteX557" fmla="*/ 1431890 w 7467600"/>
              <a:gd name="connsiteY557" fmla="*/ 1306475 h 6858000"/>
              <a:gd name="connsiteX558" fmla="*/ 1507597 w 7467600"/>
              <a:gd name="connsiteY558" fmla="*/ 1446132 h 6858000"/>
              <a:gd name="connsiteX559" fmla="*/ 1674586 w 7467600"/>
              <a:gd name="connsiteY559" fmla="*/ 1813832 h 6858000"/>
              <a:gd name="connsiteX560" fmla="*/ 1815950 w 7467600"/>
              <a:gd name="connsiteY560" fmla="*/ 2128564 h 6858000"/>
              <a:gd name="connsiteX561" fmla="*/ 1984242 w 7467600"/>
              <a:gd name="connsiteY561" fmla="*/ 2430829 h 6858000"/>
              <a:gd name="connsiteX562" fmla="*/ 2014023 w 7467600"/>
              <a:gd name="connsiteY562" fmla="*/ 2450995 h 6858000"/>
              <a:gd name="connsiteX563" fmla="*/ 1747337 w 7467600"/>
              <a:gd name="connsiteY563" fmla="*/ 1855264 h 6858000"/>
              <a:gd name="connsiteX564" fmla="*/ 1533749 w 7467600"/>
              <a:gd name="connsiteY564" fmla="*/ 1478656 h 6858000"/>
              <a:gd name="connsiteX565" fmla="*/ 1431890 w 7467600"/>
              <a:gd name="connsiteY565" fmla="*/ 1306475 h 6858000"/>
              <a:gd name="connsiteX566" fmla="*/ 5052692 w 7467600"/>
              <a:gd name="connsiteY566" fmla="*/ 1292994 h 6858000"/>
              <a:gd name="connsiteX567" fmla="*/ 5200661 w 7467600"/>
              <a:gd name="connsiteY567" fmla="*/ 1635186 h 6858000"/>
              <a:gd name="connsiteX568" fmla="*/ 5297138 w 7467600"/>
              <a:gd name="connsiteY568" fmla="*/ 1906351 h 6858000"/>
              <a:gd name="connsiteX569" fmla="*/ 5052692 w 7467600"/>
              <a:gd name="connsiteY569" fmla="*/ 1292994 h 6858000"/>
              <a:gd name="connsiteX570" fmla="*/ 5009948 w 7467600"/>
              <a:gd name="connsiteY570" fmla="*/ 1273619 h 6858000"/>
              <a:gd name="connsiteX571" fmla="*/ 5121777 w 7467600"/>
              <a:gd name="connsiteY571" fmla="*/ 1654213 h 6858000"/>
              <a:gd name="connsiteX572" fmla="*/ 5293545 w 7467600"/>
              <a:gd name="connsiteY572" fmla="*/ 2072247 h 6858000"/>
              <a:gd name="connsiteX573" fmla="*/ 5294042 w 7467600"/>
              <a:gd name="connsiteY573" fmla="*/ 2065019 h 6858000"/>
              <a:gd name="connsiteX574" fmla="*/ 5171936 w 7467600"/>
              <a:gd name="connsiteY574" fmla="*/ 1647613 h 6858000"/>
              <a:gd name="connsiteX575" fmla="*/ 5009948 w 7467600"/>
              <a:gd name="connsiteY575" fmla="*/ 1273619 h 6858000"/>
              <a:gd name="connsiteX576" fmla="*/ 655236 w 7467600"/>
              <a:gd name="connsiteY576" fmla="*/ 1268632 h 6858000"/>
              <a:gd name="connsiteX577" fmla="*/ 839521 w 7467600"/>
              <a:gd name="connsiteY577" fmla="*/ 1685315 h 6858000"/>
              <a:gd name="connsiteX578" fmla="*/ 1109416 w 7467600"/>
              <a:gd name="connsiteY578" fmla="*/ 2061663 h 6858000"/>
              <a:gd name="connsiteX579" fmla="*/ 1298300 w 7467600"/>
              <a:gd name="connsiteY579" fmla="*/ 2247742 h 6858000"/>
              <a:gd name="connsiteX580" fmla="*/ 1125871 w 7467600"/>
              <a:gd name="connsiteY580" fmla="*/ 1989513 h 6858000"/>
              <a:gd name="connsiteX581" fmla="*/ 981574 w 7467600"/>
              <a:gd name="connsiteY581" fmla="*/ 1783157 h 6858000"/>
              <a:gd name="connsiteX582" fmla="*/ 922198 w 7467600"/>
              <a:gd name="connsiteY582" fmla="*/ 1677437 h 6858000"/>
              <a:gd name="connsiteX583" fmla="*/ 869293 w 7467600"/>
              <a:gd name="connsiteY583" fmla="*/ 1583214 h 6858000"/>
              <a:gd name="connsiteX584" fmla="*/ 751431 w 7467600"/>
              <a:gd name="connsiteY584" fmla="*/ 1405731 h 6858000"/>
              <a:gd name="connsiteX585" fmla="*/ 655236 w 7467600"/>
              <a:gd name="connsiteY585" fmla="*/ 1268632 h 6858000"/>
              <a:gd name="connsiteX586" fmla="*/ 6516292 w 7467600"/>
              <a:gd name="connsiteY586" fmla="*/ 1263064 h 6858000"/>
              <a:gd name="connsiteX587" fmla="*/ 5736320 w 7467600"/>
              <a:gd name="connsiteY587" fmla="*/ 1501803 h 6858000"/>
              <a:gd name="connsiteX588" fmla="*/ 6516292 w 7467600"/>
              <a:gd name="connsiteY588" fmla="*/ 1263064 h 6858000"/>
              <a:gd name="connsiteX589" fmla="*/ 291466 w 7467600"/>
              <a:gd name="connsiteY589" fmla="*/ 1250369 h 6858000"/>
              <a:gd name="connsiteX590" fmla="*/ 323180 w 7467600"/>
              <a:gd name="connsiteY590" fmla="*/ 1435283 h 6858000"/>
              <a:gd name="connsiteX591" fmla="*/ 349381 w 7467600"/>
              <a:gd name="connsiteY591" fmla="*/ 1875041 h 6858000"/>
              <a:gd name="connsiteX592" fmla="*/ 374363 w 7467600"/>
              <a:gd name="connsiteY592" fmla="*/ 1506494 h 6858000"/>
              <a:gd name="connsiteX593" fmla="*/ 302168 w 7467600"/>
              <a:gd name="connsiteY593" fmla="*/ 1274495 h 6858000"/>
              <a:gd name="connsiteX594" fmla="*/ 291466 w 7467600"/>
              <a:gd name="connsiteY594" fmla="*/ 1250369 h 6858000"/>
              <a:gd name="connsiteX595" fmla="*/ 678222 w 7467600"/>
              <a:gd name="connsiteY595" fmla="*/ 1248670 h 6858000"/>
              <a:gd name="connsiteX596" fmla="*/ 775536 w 7467600"/>
              <a:gd name="connsiteY596" fmla="*/ 1388015 h 6858000"/>
              <a:gd name="connsiteX597" fmla="*/ 894529 w 7467600"/>
              <a:gd name="connsiteY597" fmla="*/ 1567739 h 6858000"/>
              <a:gd name="connsiteX598" fmla="*/ 948000 w 7467600"/>
              <a:gd name="connsiteY598" fmla="*/ 1663088 h 6858000"/>
              <a:gd name="connsiteX599" fmla="*/ 1006812 w 7467600"/>
              <a:gd name="connsiteY599" fmla="*/ 1767683 h 6858000"/>
              <a:gd name="connsiteX600" fmla="*/ 1149133 w 7467600"/>
              <a:gd name="connsiteY600" fmla="*/ 1971513 h 6858000"/>
              <a:gd name="connsiteX601" fmla="*/ 1333952 w 7467600"/>
              <a:gd name="connsiteY601" fmla="*/ 2251620 h 6858000"/>
              <a:gd name="connsiteX602" fmla="*/ 1337329 w 7467600"/>
              <a:gd name="connsiteY602" fmla="*/ 2258350 h 6858000"/>
              <a:gd name="connsiteX603" fmla="*/ 1014726 w 7467600"/>
              <a:gd name="connsiteY603" fmla="*/ 1615556 h 6858000"/>
              <a:gd name="connsiteX604" fmla="*/ 678222 w 7467600"/>
              <a:gd name="connsiteY604" fmla="*/ 1248670 h 6858000"/>
              <a:gd name="connsiteX605" fmla="*/ 6691602 w 7467600"/>
              <a:gd name="connsiteY605" fmla="*/ 1140573 h 6858000"/>
              <a:gd name="connsiteX606" fmla="*/ 6571100 w 7467600"/>
              <a:gd name="connsiteY606" fmla="*/ 1183662 h 6858000"/>
              <a:gd name="connsiteX607" fmla="*/ 6241687 w 7467600"/>
              <a:gd name="connsiteY607" fmla="*/ 1257600 h 6858000"/>
              <a:gd name="connsiteX608" fmla="*/ 5693009 w 7467600"/>
              <a:gd name="connsiteY608" fmla="*/ 1478256 h 6858000"/>
              <a:gd name="connsiteX609" fmla="*/ 6548420 w 7467600"/>
              <a:gd name="connsiteY609" fmla="*/ 1214599 h 6858000"/>
              <a:gd name="connsiteX610" fmla="*/ 6605473 w 7467600"/>
              <a:gd name="connsiteY610" fmla="*/ 1184686 h 6858000"/>
              <a:gd name="connsiteX611" fmla="*/ 6691602 w 7467600"/>
              <a:gd name="connsiteY611" fmla="*/ 1140573 h 6858000"/>
              <a:gd name="connsiteX612" fmla="*/ 4002475 w 7467600"/>
              <a:gd name="connsiteY612" fmla="*/ 1037802 h 6858000"/>
              <a:gd name="connsiteX613" fmla="*/ 4000324 w 7467600"/>
              <a:gd name="connsiteY613" fmla="*/ 1039362 h 6858000"/>
              <a:gd name="connsiteX614" fmla="*/ 4002862 w 7467600"/>
              <a:gd name="connsiteY614" fmla="*/ 1042866 h 6858000"/>
              <a:gd name="connsiteX615" fmla="*/ 4002475 w 7467600"/>
              <a:gd name="connsiteY615" fmla="*/ 1037802 h 6858000"/>
              <a:gd name="connsiteX616" fmla="*/ 506322 w 7467600"/>
              <a:gd name="connsiteY616" fmla="*/ 1020997 h 6858000"/>
              <a:gd name="connsiteX617" fmla="*/ 533068 w 7467600"/>
              <a:gd name="connsiteY617" fmla="*/ 1029409 h 6858000"/>
              <a:gd name="connsiteX618" fmla="*/ 1232525 w 7467600"/>
              <a:gd name="connsiteY618" fmla="*/ 1804675 h 6858000"/>
              <a:gd name="connsiteX619" fmla="*/ 1388858 w 7467600"/>
              <a:gd name="connsiteY619" fmla="*/ 2368011 h 6858000"/>
              <a:gd name="connsiteX620" fmla="*/ 1384098 w 7467600"/>
              <a:gd name="connsiteY620" fmla="*/ 2378125 h 6858000"/>
              <a:gd name="connsiteX621" fmla="*/ 1425393 w 7467600"/>
              <a:gd name="connsiteY621" fmla="*/ 2589124 h 6858000"/>
              <a:gd name="connsiteX622" fmla="*/ 1424001 w 7467600"/>
              <a:gd name="connsiteY622" fmla="*/ 2597541 h 6858000"/>
              <a:gd name="connsiteX623" fmla="*/ 2152729 w 7467600"/>
              <a:gd name="connsiteY623" fmla="*/ 2864487 h 6858000"/>
              <a:gd name="connsiteX624" fmla="*/ 2020609 w 7467600"/>
              <a:gd name="connsiteY624" fmla="*/ 2539671 h 6858000"/>
              <a:gd name="connsiteX625" fmla="*/ 2018920 w 7467600"/>
              <a:gd name="connsiteY625" fmla="*/ 2536309 h 6858000"/>
              <a:gd name="connsiteX626" fmla="*/ 1342441 w 7467600"/>
              <a:gd name="connsiteY626" fmla="*/ 1173017 h 6858000"/>
              <a:gd name="connsiteX627" fmla="*/ 1367925 w 7467600"/>
              <a:gd name="connsiteY627" fmla="*/ 1135648 h 6858000"/>
              <a:gd name="connsiteX628" fmla="*/ 1771401 w 7467600"/>
              <a:gd name="connsiteY628" fmla="*/ 1806673 h 6858000"/>
              <a:gd name="connsiteX629" fmla="*/ 1972385 w 7467600"/>
              <a:gd name="connsiteY629" fmla="*/ 2198735 h 6858000"/>
              <a:gd name="connsiteX630" fmla="*/ 2040892 w 7467600"/>
              <a:gd name="connsiteY630" fmla="*/ 2405205 h 6858000"/>
              <a:gd name="connsiteX631" fmla="*/ 2131689 w 7467600"/>
              <a:gd name="connsiteY631" fmla="*/ 1936926 h 6858000"/>
              <a:gd name="connsiteX632" fmla="*/ 2454820 w 7467600"/>
              <a:gd name="connsiteY632" fmla="*/ 1248808 h 6858000"/>
              <a:gd name="connsiteX633" fmla="*/ 2492512 w 7467600"/>
              <a:gd name="connsiteY633" fmla="*/ 1302920 h 6858000"/>
              <a:gd name="connsiteX634" fmla="*/ 2081216 w 7467600"/>
              <a:gd name="connsiteY634" fmla="*/ 2527513 h 6858000"/>
              <a:gd name="connsiteX635" fmla="*/ 2081211 w 7467600"/>
              <a:gd name="connsiteY635" fmla="*/ 2528916 h 6858000"/>
              <a:gd name="connsiteX636" fmla="*/ 2199067 w 7467600"/>
              <a:gd name="connsiteY636" fmla="*/ 2884061 h 6858000"/>
              <a:gd name="connsiteX637" fmla="*/ 3192586 w 7467600"/>
              <a:gd name="connsiteY637" fmla="*/ 3411496 h 6858000"/>
              <a:gd name="connsiteX638" fmla="*/ 3182620 w 7467600"/>
              <a:gd name="connsiteY638" fmla="*/ 3483279 h 6858000"/>
              <a:gd name="connsiteX639" fmla="*/ 2435119 w 7467600"/>
              <a:gd name="connsiteY639" fmla="*/ 3080173 h 6858000"/>
              <a:gd name="connsiteX640" fmla="*/ 2410152 w 7467600"/>
              <a:gd name="connsiteY640" fmla="*/ 3063751 h 6858000"/>
              <a:gd name="connsiteX641" fmla="*/ 2408099 w 7467600"/>
              <a:gd name="connsiteY641" fmla="*/ 3064403 h 6858000"/>
              <a:gd name="connsiteX642" fmla="*/ 2407218 w 7467600"/>
              <a:gd name="connsiteY642" fmla="*/ 3070324 h 6858000"/>
              <a:gd name="connsiteX643" fmla="*/ 2380138 w 7467600"/>
              <a:gd name="connsiteY643" fmla="*/ 3099341 h 6858000"/>
              <a:gd name="connsiteX644" fmla="*/ 1765923 w 7467600"/>
              <a:gd name="connsiteY644" fmla="*/ 3581043 h 6858000"/>
              <a:gd name="connsiteX645" fmla="*/ 1702258 w 7467600"/>
              <a:gd name="connsiteY645" fmla="*/ 3612286 h 6858000"/>
              <a:gd name="connsiteX646" fmla="*/ 1538370 w 7467600"/>
              <a:gd name="connsiteY646" fmla="*/ 3811804 h 6858000"/>
              <a:gd name="connsiteX647" fmla="*/ 542867 w 7467600"/>
              <a:gd name="connsiteY647" fmla="*/ 4944092 h 6858000"/>
              <a:gd name="connsiteX648" fmla="*/ 515800 w 7467600"/>
              <a:gd name="connsiteY648" fmla="*/ 4862180 h 6858000"/>
              <a:gd name="connsiteX649" fmla="*/ 909145 w 7467600"/>
              <a:gd name="connsiteY649" fmla="*/ 4199225 h 6858000"/>
              <a:gd name="connsiteX650" fmla="*/ 1214067 w 7467600"/>
              <a:gd name="connsiteY650" fmla="*/ 3908561 h 6858000"/>
              <a:gd name="connsiteX651" fmla="*/ 640967 w 7467600"/>
              <a:gd name="connsiteY651" fmla="*/ 4105601 h 6858000"/>
              <a:gd name="connsiteX652" fmla="*/ 112563 w 7467600"/>
              <a:gd name="connsiteY652" fmla="*/ 4396952 h 6858000"/>
              <a:gd name="connsiteX653" fmla="*/ 0 w 7467600"/>
              <a:gd name="connsiteY653" fmla="*/ 4466006 h 6858000"/>
              <a:gd name="connsiteX654" fmla="*/ 0 w 7467600"/>
              <a:gd name="connsiteY654" fmla="*/ 4233763 h 6858000"/>
              <a:gd name="connsiteX655" fmla="*/ 36881 w 7467600"/>
              <a:gd name="connsiteY655" fmla="*/ 4200118 h 6858000"/>
              <a:gd name="connsiteX656" fmla="*/ 910534 w 7467600"/>
              <a:gd name="connsiteY656" fmla="*/ 3629753 h 6858000"/>
              <a:gd name="connsiteX657" fmla="*/ 1578717 w 7467600"/>
              <a:gd name="connsiteY657" fmla="*/ 3575982 h 6858000"/>
              <a:gd name="connsiteX658" fmla="*/ 2338780 w 7467600"/>
              <a:gd name="connsiteY658" fmla="*/ 3033725 h 6858000"/>
              <a:gd name="connsiteX659" fmla="*/ 1807991 w 7467600"/>
              <a:gd name="connsiteY659" fmla="*/ 2807184 h 6858000"/>
              <a:gd name="connsiteX660" fmla="*/ 1416358 w 7467600"/>
              <a:gd name="connsiteY660" fmla="*/ 3112571 h 6858000"/>
              <a:gd name="connsiteX661" fmla="*/ 939066 w 7467600"/>
              <a:gd name="connsiteY661" fmla="*/ 3378798 h 6858000"/>
              <a:gd name="connsiteX662" fmla="*/ 115099 w 7467600"/>
              <a:gd name="connsiteY662" fmla="*/ 3607650 h 6858000"/>
              <a:gd name="connsiteX663" fmla="*/ 97284 w 7467600"/>
              <a:gd name="connsiteY663" fmla="*/ 3520393 h 6858000"/>
              <a:gd name="connsiteX664" fmla="*/ 922050 w 7467600"/>
              <a:gd name="connsiteY664" fmla="*/ 3074867 h 6858000"/>
              <a:gd name="connsiteX665" fmla="*/ 1405265 w 7467600"/>
              <a:gd name="connsiteY665" fmla="*/ 3016319 h 6858000"/>
              <a:gd name="connsiteX666" fmla="*/ 1407512 w 7467600"/>
              <a:gd name="connsiteY666" fmla="*/ 3018001 h 6858000"/>
              <a:gd name="connsiteX667" fmla="*/ 1726266 w 7467600"/>
              <a:gd name="connsiteY667" fmla="*/ 2777274 h 6858000"/>
              <a:gd name="connsiteX668" fmla="*/ 625390 w 7467600"/>
              <a:gd name="connsiteY668" fmla="*/ 2514541 h 6858000"/>
              <a:gd name="connsiteX669" fmla="*/ 619799 w 7467600"/>
              <a:gd name="connsiteY669" fmla="*/ 2527180 h 6858000"/>
              <a:gd name="connsiteX670" fmla="*/ 310030 w 7467600"/>
              <a:gd name="connsiteY670" fmla="*/ 2771818 h 6858000"/>
              <a:gd name="connsiteX671" fmla="*/ 173877 w 7467600"/>
              <a:gd name="connsiteY671" fmla="*/ 2937056 h 6858000"/>
              <a:gd name="connsiteX672" fmla="*/ 77889 w 7467600"/>
              <a:gd name="connsiteY672" fmla="*/ 3138440 h 6858000"/>
              <a:gd name="connsiteX673" fmla="*/ 0 w 7467600"/>
              <a:gd name="connsiteY673" fmla="*/ 3271395 h 6858000"/>
              <a:gd name="connsiteX674" fmla="*/ 0 w 7467600"/>
              <a:gd name="connsiteY674" fmla="*/ 3153002 h 6858000"/>
              <a:gd name="connsiteX675" fmla="*/ 2386 w 7467600"/>
              <a:gd name="connsiteY675" fmla="*/ 3149203 h 6858000"/>
              <a:gd name="connsiteX676" fmla="*/ 89753 w 7467600"/>
              <a:gd name="connsiteY676" fmla="*/ 2987702 h 6858000"/>
              <a:gd name="connsiteX677" fmla="*/ 76869 w 7467600"/>
              <a:gd name="connsiteY677" fmla="*/ 3005404 h 6858000"/>
              <a:gd name="connsiteX678" fmla="*/ 32049 w 7467600"/>
              <a:gd name="connsiteY678" fmla="*/ 3065814 h 6858000"/>
              <a:gd name="connsiteX679" fmla="*/ 0 w 7467600"/>
              <a:gd name="connsiteY679" fmla="*/ 3108744 h 6858000"/>
              <a:gd name="connsiteX680" fmla="*/ 0 w 7467600"/>
              <a:gd name="connsiteY680" fmla="*/ 3058059 h 6858000"/>
              <a:gd name="connsiteX681" fmla="*/ 7610 w 7467600"/>
              <a:gd name="connsiteY681" fmla="*/ 3047889 h 6858000"/>
              <a:gd name="connsiteX682" fmla="*/ 52419 w 7467600"/>
              <a:gd name="connsiteY682" fmla="*/ 2987479 h 6858000"/>
              <a:gd name="connsiteX683" fmla="*/ 59142 w 7467600"/>
              <a:gd name="connsiteY683" fmla="*/ 2978488 h 6858000"/>
              <a:gd name="connsiteX684" fmla="*/ 0 w 7467600"/>
              <a:gd name="connsiteY684" fmla="*/ 3015334 h 6858000"/>
              <a:gd name="connsiteX685" fmla="*/ 0 w 7467600"/>
              <a:gd name="connsiteY685" fmla="*/ 2914286 h 6858000"/>
              <a:gd name="connsiteX686" fmla="*/ 36383 w 7467600"/>
              <a:gd name="connsiteY686" fmla="*/ 2901128 h 6858000"/>
              <a:gd name="connsiteX687" fmla="*/ 156329 w 7467600"/>
              <a:gd name="connsiteY687" fmla="*/ 2840533 h 6858000"/>
              <a:gd name="connsiteX688" fmla="*/ 358355 w 7467600"/>
              <a:gd name="connsiteY688" fmla="*/ 2620471 h 6858000"/>
              <a:gd name="connsiteX689" fmla="*/ 510577 w 7467600"/>
              <a:gd name="connsiteY689" fmla="*/ 2501244 h 6858000"/>
              <a:gd name="connsiteX690" fmla="*/ 211967 w 7467600"/>
              <a:gd name="connsiteY690" fmla="*/ 2479171 h 6858000"/>
              <a:gd name="connsiteX691" fmla="*/ 0 w 7467600"/>
              <a:gd name="connsiteY691" fmla="*/ 2476398 h 6858000"/>
              <a:gd name="connsiteX692" fmla="*/ 0 w 7467600"/>
              <a:gd name="connsiteY692" fmla="*/ 2389189 h 6858000"/>
              <a:gd name="connsiteX693" fmla="*/ 103062 w 7467600"/>
              <a:gd name="connsiteY693" fmla="*/ 2389518 h 6858000"/>
              <a:gd name="connsiteX694" fmla="*/ 510734 w 7467600"/>
              <a:gd name="connsiteY694" fmla="*/ 2416201 h 6858000"/>
              <a:gd name="connsiteX695" fmla="*/ 279257 w 7467600"/>
              <a:gd name="connsiteY695" fmla="*/ 2092102 h 6858000"/>
              <a:gd name="connsiteX696" fmla="*/ 65265 w 7467600"/>
              <a:gd name="connsiteY696" fmla="*/ 2006049 h 6858000"/>
              <a:gd name="connsiteX697" fmla="*/ 0 w 7467600"/>
              <a:gd name="connsiteY697" fmla="*/ 1982532 h 6858000"/>
              <a:gd name="connsiteX698" fmla="*/ 0 w 7467600"/>
              <a:gd name="connsiteY698" fmla="*/ 1912789 h 6858000"/>
              <a:gd name="connsiteX699" fmla="*/ 97460 w 7467600"/>
              <a:gd name="connsiteY699" fmla="*/ 1953725 h 6858000"/>
              <a:gd name="connsiteX700" fmla="*/ 221272 w 7467600"/>
              <a:gd name="connsiteY700" fmla="*/ 1980766 h 6858000"/>
              <a:gd name="connsiteX701" fmla="*/ 116765 w 7467600"/>
              <a:gd name="connsiteY701" fmla="*/ 1911033 h 6858000"/>
              <a:gd name="connsiteX702" fmla="*/ 16405 w 7467600"/>
              <a:gd name="connsiteY702" fmla="*/ 1803412 h 6858000"/>
              <a:gd name="connsiteX703" fmla="*/ 0 w 7467600"/>
              <a:gd name="connsiteY703" fmla="*/ 1784777 h 6858000"/>
              <a:gd name="connsiteX704" fmla="*/ 0 w 7467600"/>
              <a:gd name="connsiteY704" fmla="*/ 1740082 h 6858000"/>
              <a:gd name="connsiteX705" fmla="*/ 39394 w 7467600"/>
              <a:gd name="connsiteY705" fmla="*/ 1784856 h 6858000"/>
              <a:gd name="connsiteX706" fmla="*/ 135813 w 7467600"/>
              <a:gd name="connsiteY706" fmla="*/ 1888838 h 6858000"/>
              <a:gd name="connsiteX707" fmla="*/ 242575 w 7467600"/>
              <a:gd name="connsiteY707" fmla="*/ 1958841 h 6858000"/>
              <a:gd name="connsiteX708" fmla="*/ 82197 w 7467600"/>
              <a:gd name="connsiteY708" fmla="*/ 1754826 h 6858000"/>
              <a:gd name="connsiteX709" fmla="*/ 0 w 7467600"/>
              <a:gd name="connsiteY709" fmla="*/ 1679650 h 6858000"/>
              <a:gd name="connsiteX710" fmla="*/ 0 w 7467600"/>
              <a:gd name="connsiteY710" fmla="*/ 1602463 h 6858000"/>
              <a:gd name="connsiteX711" fmla="*/ 84689 w 7467600"/>
              <a:gd name="connsiteY711" fmla="*/ 1677442 h 6858000"/>
              <a:gd name="connsiteX712" fmla="*/ 298437 w 7467600"/>
              <a:gd name="connsiteY712" fmla="*/ 1968019 h 6858000"/>
              <a:gd name="connsiteX713" fmla="*/ 227269 w 7467600"/>
              <a:gd name="connsiteY713" fmla="*/ 1114064 h 6858000"/>
              <a:gd name="connsiteX714" fmla="*/ 248003 w 7467600"/>
              <a:gd name="connsiteY714" fmla="*/ 1089613 h 6858000"/>
              <a:gd name="connsiteX715" fmla="*/ 427020 w 7467600"/>
              <a:gd name="connsiteY715" fmla="*/ 1619803 h 6858000"/>
              <a:gd name="connsiteX716" fmla="*/ 340345 w 7467600"/>
              <a:gd name="connsiteY716" fmla="*/ 2027739 h 6858000"/>
              <a:gd name="connsiteX717" fmla="*/ 360865 w 7467600"/>
              <a:gd name="connsiteY717" fmla="*/ 2044827 h 6858000"/>
              <a:gd name="connsiteX718" fmla="*/ 560414 w 7467600"/>
              <a:gd name="connsiteY718" fmla="*/ 2421457 h 6858000"/>
              <a:gd name="connsiteX719" fmla="*/ 1359703 w 7467600"/>
              <a:gd name="connsiteY719" fmla="*/ 2578554 h 6858000"/>
              <a:gd name="connsiteX720" fmla="*/ 1359422 w 7467600"/>
              <a:gd name="connsiteY720" fmla="*/ 2577994 h 6858000"/>
              <a:gd name="connsiteX721" fmla="*/ 828701 w 7467600"/>
              <a:gd name="connsiteY721" fmla="*/ 1839520 h 6858000"/>
              <a:gd name="connsiteX722" fmla="*/ 494427 w 7467600"/>
              <a:gd name="connsiteY722" fmla="*/ 1092333 h 6858000"/>
              <a:gd name="connsiteX723" fmla="*/ 506322 w 7467600"/>
              <a:gd name="connsiteY723" fmla="*/ 1020997 h 6858000"/>
              <a:gd name="connsiteX724" fmla="*/ 4570198 w 7467600"/>
              <a:gd name="connsiteY724" fmla="*/ 978081 h 6858000"/>
              <a:gd name="connsiteX725" fmla="*/ 4523691 w 7467600"/>
              <a:gd name="connsiteY725" fmla="*/ 1127776 h 6858000"/>
              <a:gd name="connsiteX726" fmla="*/ 4509875 w 7467600"/>
              <a:gd name="connsiteY726" fmla="*/ 1167552 h 6858000"/>
              <a:gd name="connsiteX727" fmla="*/ 4478168 w 7467600"/>
              <a:gd name="connsiteY727" fmla="*/ 1260735 h 6858000"/>
              <a:gd name="connsiteX728" fmla="*/ 4409309 w 7467600"/>
              <a:gd name="connsiteY728" fmla="*/ 1666996 h 6858000"/>
              <a:gd name="connsiteX729" fmla="*/ 4370031 w 7467600"/>
              <a:gd name="connsiteY729" fmla="*/ 1955666 h 6858000"/>
              <a:gd name="connsiteX730" fmla="*/ 4570198 w 7467600"/>
              <a:gd name="connsiteY730" fmla="*/ 978081 h 6858000"/>
              <a:gd name="connsiteX731" fmla="*/ 4557898 w 7467600"/>
              <a:gd name="connsiteY731" fmla="*/ 900011 h 6858000"/>
              <a:gd name="connsiteX732" fmla="*/ 4344840 w 7467600"/>
              <a:gd name="connsiteY732" fmla="*/ 1922038 h 6858000"/>
              <a:gd name="connsiteX733" fmla="*/ 4378710 w 7467600"/>
              <a:gd name="connsiteY733" fmla="*/ 1665516 h 6858000"/>
              <a:gd name="connsiteX734" fmla="*/ 4448798 w 7467600"/>
              <a:gd name="connsiteY734" fmla="*/ 1253024 h 6858000"/>
              <a:gd name="connsiteX735" fmla="*/ 4480315 w 7467600"/>
              <a:gd name="connsiteY735" fmla="*/ 1158454 h 6858000"/>
              <a:gd name="connsiteX736" fmla="*/ 4494133 w 7467600"/>
              <a:gd name="connsiteY736" fmla="*/ 1118676 h 6858000"/>
              <a:gd name="connsiteX737" fmla="*/ 4557898 w 7467600"/>
              <a:gd name="connsiteY737" fmla="*/ 900011 h 6858000"/>
              <a:gd name="connsiteX738" fmla="*/ 5870151 w 7467600"/>
              <a:gd name="connsiteY738" fmla="*/ 898890 h 6858000"/>
              <a:gd name="connsiteX739" fmla="*/ 5861335 w 7467600"/>
              <a:gd name="connsiteY739" fmla="*/ 899177 h 6858000"/>
              <a:gd name="connsiteX740" fmla="*/ 5843702 w 7467600"/>
              <a:gd name="connsiteY740" fmla="*/ 899748 h 6858000"/>
              <a:gd name="connsiteX741" fmla="*/ 5651107 w 7467600"/>
              <a:gd name="connsiteY741" fmla="*/ 920306 h 6858000"/>
              <a:gd name="connsiteX742" fmla="*/ 5459407 w 7467600"/>
              <a:gd name="connsiteY742" fmla="*/ 940975 h 6858000"/>
              <a:gd name="connsiteX743" fmla="*/ 5374846 w 7467600"/>
              <a:gd name="connsiteY743" fmla="*/ 941988 h 6858000"/>
              <a:gd name="connsiteX744" fmla="*/ 5256105 w 7467600"/>
              <a:gd name="connsiteY744" fmla="*/ 945632 h 6858000"/>
              <a:gd name="connsiteX745" fmla="*/ 5107071 w 7467600"/>
              <a:gd name="connsiteY745" fmla="*/ 969720 h 6858000"/>
              <a:gd name="connsiteX746" fmla="*/ 4998681 w 7467600"/>
              <a:gd name="connsiteY746" fmla="*/ 988771 h 6858000"/>
              <a:gd name="connsiteX747" fmla="*/ 5870151 w 7467600"/>
              <a:gd name="connsiteY747" fmla="*/ 898890 h 6858000"/>
              <a:gd name="connsiteX748" fmla="*/ 5504425 w 7467600"/>
              <a:gd name="connsiteY748" fmla="*/ 848067 h 6858000"/>
              <a:gd name="connsiteX749" fmla="*/ 4968849 w 7467600"/>
              <a:gd name="connsiteY749" fmla="*/ 962318 h 6858000"/>
              <a:gd name="connsiteX750" fmla="*/ 5104039 w 7467600"/>
              <a:gd name="connsiteY750" fmla="*/ 940634 h 6858000"/>
              <a:gd name="connsiteX751" fmla="*/ 5256311 w 7467600"/>
              <a:gd name="connsiteY751" fmla="*/ 916490 h 6858000"/>
              <a:gd name="connsiteX752" fmla="*/ 5377381 w 7467600"/>
              <a:gd name="connsiteY752" fmla="*/ 912671 h 6858000"/>
              <a:gd name="connsiteX753" fmla="*/ 5460148 w 7467600"/>
              <a:gd name="connsiteY753" fmla="*/ 911442 h 6858000"/>
              <a:gd name="connsiteX754" fmla="*/ 5648971 w 7467600"/>
              <a:gd name="connsiteY754" fmla="*/ 891331 h 6858000"/>
              <a:gd name="connsiteX755" fmla="*/ 5844807 w 7467600"/>
              <a:gd name="connsiteY755" fmla="*/ 870718 h 6858000"/>
              <a:gd name="connsiteX756" fmla="*/ 5862975 w 7467600"/>
              <a:gd name="connsiteY756" fmla="*/ 869756 h 6858000"/>
              <a:gd name="connsiteX757" fmla="*/ 5920887 w 7467600"/>
              <a:gd name="connsiteY757" fmla="*/ 865929 h 6858000"/>
              <a:gd name="connsiteX758" fmla="*/ 5504425 w 7467600"/>
              <a:gd name="connsiteY758" fmla="*/ 848067 h 6858000"/>
              <a:gd name="connsiteX759" fmla="*/ 3607114 w 7467600"/>
              <a:gd name="connsiteY759" fmla="*/ 467441 h 6858000"/>
              <a:gd name="connsiteX760" fmla="*/ 3296242 w 7467600"/>
              <a:gd name="connsiteY760" fmla="*/ 807991 h 6858000"/>
              <a:gd name="connsiteX761" fmla="*/ 3174674 w 7467600"/>
              <a:gd name="connsiteY761" fmla="*/ 919759 h 6858000"/>
              <a:gd name="connsiteX762" fmla="*/ 3042978 w 7467600"/>
              <a:gd name="connsiteY762" fmla="*/ 1054894 h 6858000"/>
              <a:gd name="connsiteX763" fmla="*/ 2968914 w 7467600"/>
              <a:gd name="connsiteY763" fmla="*/ 1133756 h 6858000"/>
              <a:gd name="connsiteX764" fmla="*/ 3103823 w 7467600"/>
              <a:gd name="connsiteY764" fmla="*/ 1026814 h 6858000"/>
              <a:gd name="connsiteX765" fmla="*/ 3607114 w 7467600"/>
              <a:gd name="connsiteY765" fmla="*/ 467441 h 6858000"/>
              <a:gd name="connsiteX766" fmla="*/ 3744487 w 7467600"/>
              <a:gd name="connsiteY766" fmla="*/ 383136 h 6858000"/>
              <a:gd name="connsiteX767" fmla="*/ 3970213 w 7467600"/>
              <a:gd name="connsiteY767" fmla="*/ 995559 h 6858000"/>
              <a:gd name="connsiteX768" fmla="*/ 3744487 w 7467600"/>
              <a:gd name="connsiteY768" fmla="*/ 383136 h 6858000"/>
              <a:gd name="connsiteX769" fmla="*/ 3624562 w 7467600"/>
              <a:gd name="connsiteY769" fmla="*/ 367041 h 6858000"/>
              <a:gd name="connsiteX770" fmla="*/ 3489712 w 7467600"/>
              <a:gd name="connsiteY770" fmla="*/ 485386 h 6858000"/>
              <a:gd name="connsiteX771" fmla="*/ 3182994 w 7467600"/>
              <a:gd name="connsiteY771" fmla="*/ 828265 h 6858000"/>
              <a:gd name="connsiteX772" fmla="*/ 2892114 w 7467600"/>
              <a:gd name="connsiteY772" fmla="*/ 1172635 h 6858000"/>
              <a:gd name="connsiteX773" fmla="*/ 3021459 w 7467600"/>
              <a:gd name="connsiteY773" fmla="*/ 1035385 h 6858000"/>
              <a:gd name="connsiteX774" fmla="*/ 3153873 w 7467600"/>
              <a:gd name="connsiteY774" fmla="*/ 898971 h 6858000"/>
              <a:gd name="connsiteX775" fmla="*/ 3276511 w 7467600"/>
              <a:gd name="connsiteY775" fmla="*/ 786423 h 6858000"/>
              <a:gd name="connsiteX776" fmla="*/ 3584154 w 7467600"/>
              <a:gd name="connsiteY776" fmla="*/ 448218 h 6858000"/>
              <a:gd name="connsiteX777" fmla="*/ 3624562 w 7467600"/>
              <a:gd name="connsiteY777" fmla="*/ 367041 h 6858000"/>
              <a:gd name="connsiteX778" fmla="*/ 3766672 w 7467600"/>
              <a:gd name="connsiteY778" fmla="*/ 359429 h 6858000"/>
              <a:gd name="connsiteX779" fmla="*/ 3996338 w 7467600"/>
              <a:gd name="connsiteY779" fmla="*/ 968237 h 6858000"/>
              <a:gd name="connsiteX780" fmla="*/ 3766672 w 7467600"/>
              <a:gd name="connsiteY780" fmla="*/ 359429 h 6858000"/>
              <a:gd name="connsiteX781" fmla="*/ 5805386 w 7467600"/>
              <a:gd name="connsiteY781" fmla="*/ 239240 h 6858000"/>
              <a:gd name="connsiteX782" fmla="*/ 5736947 w 7467600"/>
              <a:gd name="connsiteY782" fmla="*/ 261367 h 6858000"/>
              <a:gd name="connsiteX783" fmla="*/ 5427012 w 7467600"/>
              <a:gd name="connsiteY783" fmla="*/ 311272 h 6858000"/>
              <a:gd name="connsiteX784" fmla="*/ 5147818 w 7467600"/>
              <a:gd name="connsiteY784" fmla="*/ 322112 h 6858000"/>
              <a:gd name="connsiteX785" fmla="*/ 5060854 w 7467600"/>
              <a:gd name="connsiteY785" fmla="*/ 311882 h 6858000"/>
              <a:gd name="connsiteX786" fmla="*/ 4945989 w 7467600"/>
              <a:gd name="connsiteY786" fmla="*/ 300516 h 6858000"/>
              <a:gd name="connsiteX787" fmla="*/ 5410479 w 7467600"/>
              <a:gd name="connsiteY787" fmla="*/ 348434 h 6858000"/>
              <a:gd name="connsiteX788" fmla="*/ 5805386 w 7467600"/>
              <a:gd name="connsiteY788" fmla="*/ 239240 h 6858000"/>
              <a:gd name="connsiteX789" fmla="*/ 5905192 w 7467600"/>
              <a:gd name="connsiteY789" fmla="*/ 163079 h 6858000"/>
              <a:gd name="connsiteX790" fmla="*/ 5865655 w 7467600"/>
              <a:gd name="connsiteY790" fmla="*/ 171901 h 6858000"/>
              <a:gd name="connsiteX791" fmla="*/ 5259740 w 7467600"/>
              <a:gd name="connsiteY791" fmla="*/ 257013 h 6858000"/>
              <a:gd name="connsiteX792" fmla="*/ 5208466 w 7467600"/>
              <a:gd name="connsiteY792" fmla="*/ 257550 h 6858000"/>
              <a:gd name="connsiteX793" fmla="*/ 4980204 w 7467600"/>
              <a:gd name="connsiteY793" fmla="*/ 271903 h 6858000"/>
              <a:gd name="connsiteX794" fmla="*/ 5068068 w 7467600"/>
              <a:gd name="connsiteY794" fmla="*/ 282244 h 6858000"/>
              <a:gd name="connsiteX795" fmla="*/ 5153231 w 7467600"/>
              <a:gd name="connsiteY795" fmla="*/ 292240 h 6858000"/>
              <a:gd name="connsiteX796" fmla="*/ 5426491 w 7467600"/>
              <a:gd name="connsiteY796" fmla="*/ 281128 h 6858000"/>
              <a:gd name="connsiteX797" fmla="*/ 5731212 w 7467600"/>
              <a:gd name="connsiteY797" fmla="*/ 231951 h 6858000"/>
              <a:gd name="connsiteX798" fmla="*/ 5905192 w 7467600"/>
              <a:gd name="connsiteY798" fmla="*/ 163079 h 6858000"/>
              <a:gd name="connsiteX799" fmla="*/ 5944437 w 7467600"/>
              <a:gd name="connsiteY799" fmla="*/ 113829 h 6858000"/>
              <a:gd name="connsiteX800" fmla="*/ 5825032 w 7467600"/>
              <a:gd name="connsiteY800" fmla="*/ 146405 h 6858000"/>
              <a:gd name="connsiteX801" fmla="*/ 4955599 w 7467600"/>
              <a:gd name="connsiteY801" fmla="*/ 247008 h 6858000"/>
              <a:gd name="connsiteX802" fmla="*/ 5210104 w 7467600"/>
              <a:gd name="connsiteY802" fmla="*/ 228123 h 6858000"/>
              <a:gd name="connsiteX803" fmla="*/ 5261015 w 7467600"/>
              <a:gd name="connsiteY803" fmla="*/ 227087 h 6858000"/>
              <a:gd name="connsiteX804" fmla="*/ 5861181 w 7467600"/>
              <a:gd name="connsiteY804" fmla="*/ 143093 h 6858000"/>
              <a:gd name="connsiteX805" fmla="*/ 5961252 w 7467600"/>
              <a:gd name="connsiteY805" fmla="*/ 114820 h 6858000"/>
              <a:gd name="connsiteX806" fmla="*/ 5944437 w 7467600"/>
              <a:gd name="connsiteY806" fmla="*/ 113829 h 6858000"/>
              <a:gd name="connsiteX807" fmla="*/ 3882765 w 7467600"/>
              <a:gd name="connsiteY807" fmla="*/ 0 h 6858000"/>
              <a:gd name="connsiteX808" fmla="*/ 3995099 w 7467600"/>
              <a:gd name="connsiteY808" fmla="*/ 0 h 6858000"/>
              <a:gd name="connsiteX809" fmla="*/ 4163818 w 7467600"/>
              <a:gd name="connsiteY809" fmla="*/ 234104 h 6858000"/>
              <a:gd name="connsiteX810" fmla="*/ 4172099 w 7467600"/>
              <a:gd name="connsiteY810" fmla="*/ 234207 h 6858000"/>
              <a:gd name="connsiteX811" fmla="*/ 4784282 w 7467600"/>
              <a:gd name="connsiteY811" fmla="*/ 276561 h 6858000"/>
              <a:gd name="connsiteX812" fmla="*/ 4801687 w 7467600"/>
              <a:gd name="connsiteY812" fmla="*/ 267764 h 6858000"/>
              <a:gd name="connsiteX813" fmla="*/ 6082788 w 7467600"/>
              <a:gd name="connsiteY813" fmla="*/ 64119 h 6858000"/>
              <a:gd name="connsiteX814" fmla="*/ 6099442 w 7467600"/>
              <a:gd name="connsiteY814" fmla="*/ 82568 h 6858000"/>
              <a:gd name="connsiteX815" fmla="*/ 4804137 w 7467600"/>
              <a:gd name="connsiteY815" fmla="*/ 320931 h 6858000"/>
              <a:gd name="connsiteX816" fmla="*/ 4227047 w 7467600"/>
              <a:gd name="connsiteY816" fmla="*/ 313415 h 6858000"/>
              <a:gd name="connsiteX817" fmla="*/ 4346041 w 7467600"/>
              <a:gd name="connsiteY817" fmla="*/ 456086 h 6858000"/>
              <a:gd name="connsiteX818" fmla="*/ 4870967 w 7467600"/>
              <a:gd name="connsiteY818" fmla="*/ 963061 h 6858000"/>
              <a:gd name="connsiteX819" fmla="*/ 4889647 w 7467600"/>
              <a:gd name="connsiteY819" fmla="*/ 957147 h 6858000"/>
              <a:gd name="connsiteX820" fmla="*/ 5422504 w 7467600"/>
              <a:gd name="connsiteY820" fmla="*/ 805191 h 6858000"/>
              <a:gd name="connsiteX821" fmla="*/ 6087656 w 7467600"/>
              <a:gd name="connsiteY821" fmla="*/ 826703 h 6858000"/>
              <a:gd name="connsiteX822" fmla="*/ 6058717 w 7467600"/>
              <a:gd name="connsiteY822" fmla="*/ 865992 h 6858000"/>
              <a:gd name="connsiteX823" fmla="*/ 4974153 w 7467600"/>
              <a:gd name="connsiteY823" fmla="*/ 1045456 h 6858000"/>
              <a:gd name="connsiteX824" fmla="*/ 5627835 w 7467600"/>
              <a:gd name="connsiteY824" fmla="*/ 1472077 h 6858000"/>
              <a:gd name="connsiteX825" fmla="*/ 5629817 w 7467600"/>
              <a:gd name="connsiteY825" fmla="*/ 1471412 h 6858000"/>
              <a:gd name="connsiteX826" fmla="*/ 5634124 w 7467600"/>
              <a:gd name="connsiteY826" fmla="*/ 1470572 h 6858000"/>
              <a:gd name="connsiteX827" fmla="*/ 5755832 w 7467600"/>
              <a:gd name="connsiteY827" fmla="*/ 1383886 h 6858000"/>
              <a:gd name="connsiteX828" fmla="*/ 6014186 w 7467600"/>
              <a:gd name="connsiteY828" fmla="*/ 1279799 h 6858000"/>
              <a:gd name="connsiteX829" fmla="*/ 6901619 w 7467600"/>
              <a:gd name="connsiteY829" fmla="*/ 1047874 h 6858000"/>
              <a:gd name="connsiteX830" fmla="*/ 6931566 w 7467600"/>
              <a:gd name="connsiteY830" fmla="*/ 1062034 h 6858000"/>
              <a:gd name="connsiteX831" fmla="*/ 5790982 w 7467600"/>
              <a:gd name="connsiteY831" fmla="*/ 1561380 h 6858000"/>
              <a:gd name="connsiteX832" fmla="*/ 6188971 w 7467600"/>
              <a:gd name="connsiteY832" fmla="*/ 1755168 h 6858000"/>
              <a:gd name="connsiteX833" fmla="*/ 6202446 w 7467600"/>
              <a:gd name="connsiteY833" fmla="*/ 1752268 h 6858000"/>
              <a:gd name="connsiteX834" fmla="*/ 7179560 w 7467600"/>
              <a:gd name="connsiteY834" fmla="*/ 1467551 h 6858000"/>
              <a:gd name="connsiteX835" fmla="*/ 7158730 w 7467600"/>
              <a:gd name="connsiteY835" fmla="*/ 1507835 h 6858000"/>
              <a:gd name="connsiteX836" fmla="*/ 6326959 w 7467600"/>
              <a:gd name="connsiteY836" fmla="*/ 1817686 h 6858000"/>
              <a:gd name="connsiteX837" fmla="*/ 6537433 w 7467600"/>
              <a:gd name="connsiteY837" fmla="*/ 1907790 h 6858000"/>
              <a:gd name="connsiteX838" fmla="*/ 6550221 w 7467600"/>
              <a:gd name="connsiteY838" fmla="*/ 1910729 h 6858000"/>
              <a:gd name="connsiteX839" fmla="*/ 6964438 w 7467600"/>
              <a:gd name="connsiteY839" fmla="*/ 2209505 h 6858000"/>
              <a:gd name="connsiteX840" fmla="*/ 7367862 w 7467600"/>
              <a:gd name="connsiteY840" fmla="*/ 2806833 h 6858000"/>
              <a:gd name="connsiteX841" fmla="*/ 7364329 w 7467600"/>
              <a:gd name="connsiteY841" fmla="*/ 2826907 h 6858000"/>
              <a:gd name="connsiteX842" fmla="*/ 7290545 w 7467600"/>
              <a:gd name="connsiteY842" fmla="*/ 2850663 h 6858000"/>
              <a:gd name="connsiteX843" fmla="*/ 6472036 w 7467600"/>
              <a:gd name="connsiteY843" fmla="*/ 1959003 h 6858000"/>
              <a:gd name="connsiteX844" fmla="*/ 5792897 w 7467600"/>
              <a:gd name="connsiteY844" fmla="*/ 1647747 h 6858000"/>
              <a:gd name="connsiteX845" fmla="*/ 5842751 w 7467600"/>
              <a:gd name="connsiteY845" fmla="*/ 1816112 h 6858000"/>
              <a:gd name="connsiteX846" fmla="*/ 5847424 w 7467600"/>
              <a:gd name="connsiteY846" fmla="*/ 1815776 h 6858000"/>
              <a:gd name="connsiteX847" fmla="*/ 6399821 w 7467600"/>
              <a:gd name="connsiteY847" fmla="*/ 2344799 h 6858000"/>
              <a:gd name="connsiteX848" fmla="*/ 6323232 w 7467600"/>
              <a:gd name="connsiteY848" fmla="*/ 2389634 h 6858000"/>
              <a:gd name="connsiteX849" fmla="*/ 5942958 w 7467600"/>
              <a:gd name="connsiteY849" fmla="*/ 2077708 h 6858000"/>
              <a:gd name="connsiteX850" fmla="*/ 5921559 w 7467600"/>
              <a:gd name="connsiteY850" fmla="*/ 2378596 h 6858000"/>
              <a:gd name="connsiteX851" fmla="*/ 5817651 w 7467600"/>
              <a:gd name="connsiteY851" fmla="*/ 3023919 h 6858000"/>
              <a:gd name="connsiteX852" fmla="*/ 5729634 w 7467600"/>
              <a:gd name="connsiteY852" fmla="*/ 3051849 h 6858000"/>
              <a:gd name="connsiteX853" fmla="*/ 5611018 w 7467600"/>
              <a:gd name="connsiteY853" fmla="*/ 2316769 h 6858000"/>
              <a:gd name="connsiteX854" fmla="*/ 5687608 w 7467600"/>
              <a:gd name="connsiteY854" fmla="*/ 2039972 h 6858000"/>
              <a:gd name="connsiteX855" fmla="*/ 5657554 w 7467600"/>
              <a:gd name="connsiteY855" fmla="*/ 1576445 h 6858000"/>
              <a:gd name="connsiteX856" fmla="*/ 5150475 w 7467600"/>
              <a:gd name="connsiteY856" fmla="*/ 1274012 h 6858000"/>
              <a:gd name="connsiteX857" fmla="*/ 5349142 w 7467600"/>
              <a:gd name="connsiteY857" fmla="*/ 2204405 h 6858000"/>
              <a:gd name="connsiteX858" fmla="*/ 5262214 w 7467600"/>
              <a:gd name="connsiteY858" fmla="*/ 2233836 h 6858000"/>
              <a:gd name="connsiteX859" fmla="*/ 4981539 w 7467600"/>
              <a:gd name="connsiteY859" fmla="*/ 1542201 h 6858000"/>
              <a:gd name="connsiteX860" fmla="*/ 4958461 w 7467600"/>
              <a:gd name="connsiteY860" fmla="*/ 1136957 h 6858000"/>
              <a:gd name="connsiteX861" fmla="*/ 4655015 w 7467600"/>
              <a:gd name="connsiteY861" fmla="*/ 891426 h 6858000"/>
              <a:gd name="connsiteX862" fmla="*/ 4348002 w 7467600"/>
              <a:gd name="connsiteY862" fmla="*/ 2205895 h 6858000"/>
              <a:gd name="connsiteX863" fmla="*/ 4262250 w 7467600"/>
              <a:gd name="connsiteY863" fmla="*/ 2219972 h 6858000"/>
              <a:gd name="connsiteX864" fmla="*/ 4550611 w 7467600"/>
              <a:gd name="connsiteY864" fmla="*/ 817540 h 6858000"/>
              <a:gd name="connsiteX865" fmla="*/ 4564418 w 7467600"/>
              <a:gd name="connsiteY865" fmla="*/ 808293 h 6858000"/>
              <a:gd name="connsiteX866" fmla="*/ 4266388 w 7467600"/>
              <a:gd name="connsiteY866" fmla="*/ 500083 h 6858000"/>
              <a:gd name="connsiteX867" fmla="*/ 4032842 w 7467600"/>
              <a:gd name="connsiteY867" fmla="*/ 211809 h 6858000"/>
              <a:gd name="connsiteX868" fmla="*/ 3882765 w 7467600"/>
              <a:gd name="connsiteY868" fmla="*/ 0 h 6858000"/>
              <a:gd name="connsiteX869" fmla="*/ 3721337 w 7467600"/>
              <a:gd name="connsiteY869" fmla="*/ 0 h 6858000"/>
              <a:gd name="connsiteX870" fmla="*/ 3797544 w 7467600"/>
              <a:gd name="connsiteY870" fmla="*/ 0 h 6858000"/>
              <a:gd name="connsiteX871" fmla="*/ 3775734 w 7467600"/>
              <a:gd name="connsiteY871" fmla="*/ 95131 h 6858000"/>
              <a:gd name="connsiteX872" fmla="*/ 3724807 w 7467600"/>
              <a:gd name="connsiteY872" fmla="*/ 272257 h 6858000"/>
              <a:gd name="connsiteX873" fmla="*/ 3726844 w 7467600"/>
              <a:gd name="connsiteY873" fmla="*/ 282988 h 6858000"/>
              <a:gd name="connsiteX874" fmla="*/ 3742664 w 7467600"/>
              <a:gd name="connsiteY874" fmla="*/ 279918 h 6858000"/>
              <a:gd name="connsiteX875" fmla="*/ 4103910 w 7467600"/>
              <a:gd name="connsiteY875" fmla="*/ 1161917 h 6858000"/>
              <a:gd name="connsiteX876" fmla="*/ 4020269 w 7467600"/>
              <a:gd name="connsiteY876" fmla="*/ 1200406 h 6858000"/>
              <a:gd name="connsiteX877" fmla="*/ 3674882 w 7467600"/>
              <a:gd name="connsiteY877" fmla="*/ 488524 h 6858000"/>
              <a:gd name="connsiteX878" fmla="*/ 3132682 w 7467600"/>
              <a:gd name="connsiteY878" fmla="*/ 1072284 h 6858000"/>
              <a:gd name="connsiteX879" fmla="*/ 2716346 w 7467600"/>
              <a:gd name="connsiteY879" fmla="*/ 1276376 h 6858000"/>
              <a:gd name="connsiteX880" fmla="*/ 2716772 w 7467600"/>
              <a:gd name="connsiteY880" fmla="*/ 1255462 h 6858000"/>
              <a:gd name="connsiteX881" fmla="*/ 3471096 w 7467600"/>
              <a:gd name="connsiteY881" fmla="*/ 437072 h 6858000"/>
              <a:gd name="connsiteX882" fmla="*/ 3639057 w 7467600"/>
              <a:gd name="connsiteY882" fmla="*/ 286334 h 6858000"/>
              <a:gd name="connsiteX883" fmla="*/ 3640309 w 7467600"/>
              <a:gd name="connsiteY883" fmla="*/ 284664 h 6858000"/>
              <a:gd name="connsiteX884" fmla="*/ 3646022 w 7467600"/>
              <a:gd name="connsiteY884" fmla="*/ 276711 h 6858000"/>
              <a:gd name="connsiteX885" fmla="*/ 3707943 w 7467600"/>
              <a:gd name="connsiteY885" fmla="*/ 65958 h 6858000"/>
              <a:gd name="connsiteX886" fmla="*/ 3721337 w 7467600"/>
              <a:gd name="connsiteY886" fmla="*/ 0 h 6858000"/>
              <a:gd name="connsiteX887" fmla="*/ 2867960 w 7467600"/>
              <a:gd name="connsiteY887" fmla="*/ 0 h 6858000"/>
              <a:gd name="connsiteX888" fmla="*/ 2926351 w 7467600"/>
              <a:gd name="connsiteY888" fmla="*/ 0 h 6858000"/>
              <a:gd name="connsiteX889" fmla="*/ 2902823 w 7467600"/>
              <a:gd name="connsiteY889" fmla="*/ 262929 h 6858000"/>
              <a:gd name="connsiteX890" fmla="*/ 2940663 w 7467600"/>
              <a:gd name="connsiteY890" fmla="*/ 140884 h 6858000"/>
              <a:gd name="connsiteX891" fmla="*/ 2947039 w 7467600"/>
              <a:gd name="connsiteY891" fmla="*/ 122524 h 6858000"/>
              <a:gd name="connsiteX892" fmla="*/ 2984316 w 7467600"/>
              <a:gd name="connsiteY892" fmla="*/ 0 h 6858000"/>
              <a:gd name="connsiteX893" fmla="*/ 3016114 w 7467600"/>
              <a:gd name="connsiteY893" fmla="*/ 0 h 6858000"/>
              <a:gd name="connsiteX894" fmla="*/ 2979949 w 7467600"/>
              <a:gd name="connsiteY894" fmla="*/ 119274 h 6858000"/>
              <a:gd name="connsiteX895" fmla="*/ 3023879 w 7467600"/>
              <a:gd name="connsiteY895" fmla="*/ 0 h 6858000"/>
              <a:gd name="connsiteX896" fmla="*/ 3105400 w 7467600"/>
              <a:gd name="connsiteY896" fmla="*/ 0 h 6858000"/>
              <a:gd name="connsiteX897" fmla="*/ 3094669 w 7467600"/>
              <a:gd name="connsiteY897" fmla="*/ 30308 h 6858000"/>
              <a:gd name="connsiteX898" fmla="*/ 2901945 w 7467600"/>
              <a:gd name="connsiteY898" fmla="*/ 466538 h 6858000"/>
              <a:gd name="connsiteX899" fmla="*/ 2815209 w 7467600"/>
              <a:gd name="connsiteY899" fmla="*/ 497361 h 6858000"/>
              <a:gd name="connsiteX900" fmla="*/ 2844845 w 7467600"/>
              <a:gd name="connsiteY900" fmla="*/ 127638 h 6858000"/>
              <a:gd name="connsiteX901" fmla="*/ 2867960 w 7467600"/>
              <a:gd name="connsiteY901" fmla="*/ 0 h 6858000"/>
              <a:gd name="connsiteX902" fmla="*/ 1057230 w 7467600"/>
              <a:gd name="connsiteY902" fmla="*/ 0 h 6858000"/>
              <a:gd name="connsiteX903" fmla="*/ 1111003 w 7467600"/>
              <a:gd name="connsiteY903" fmla="*/ 0 h 6858000"/>
              <a:gd name="connsiteX904" fmla="*/ 1125553 w 7467600"/>
              <a:gd name="connsiteY904" fmla="*/ 52588 h 6858000"/>
              <a:gd name="connsiteX905" fmla="*/ 1304276 w 7467600"/>
              <a:gd name="connsiteY905" fmla="*/ 476275 h 6858000"/>
              <a:gd name="connsiteX906" fmla="*/ 1492066 w 7467600"/>
              <a:gd name="connsiteY906" fmla="*/ 886333 h 6858000"/>
              <a:gd name="connsiteX907" fmla="*/ 1423698 w 7467600"/>
              <a:gd name="connsiteY907" fmla="*/ 710817 h 6858000"/>
              <a:gd name="connsiteX908" fmla="*/ 1357609 w 7467600"/>
              <a:gd name="connsiteY908" fmla="*/ 532892 h 6858000"/>
              <a:gd name="connsiteX909" fmla="*/ 1309550 w 7467600"/>
              <a:gd name="connsiteY909" fmla="*/ 374031 h 6858000"/>
              <a:gd name="connsiteX910" fmla="*/ 1193673 w 7467600"/>
              <a:gd name="connsiteY910" fmla="*/ 49533 h 6858000"/>
              <a:gd name="connsiteX911" fmla="*/ 1164391 w 7467600"/>
              <a:gd name="connsiteY911" fmla="*/ 0 h 6858000"/>
              <a:gd name="connsiteX912" fmla="*/ 1200666 w 7467600"/>
              <a:gd name="connsiteY912" fmla="*/ 0 h 6858000"/>
              <a:gd name="connsiteX913" fmla="*/ 1223408 w 7467600"/>
              <a:gd name="connsiteY913" fmla="*/ 38996 h 6858000"/>
              <a:gd name="connsiteX914" fmla="*/ 1339635 w 7467600"/>
              <a:gd name="connsiteY914" fmla="*/ 365517 h 6858000"/>
              <a:gd name="connsiteX915" fmla="*/ 1387469 w 7467600"/>
              <a:gd name="connsiteY915" fmla="*/ 523079 h 6858000"/>
              <a:gd name="connsiteX916" fmla="*/ 1452685 w 7467600"/>
              <a:gd name="connsiteY916" fmla="*/ 699806 h 6858000"/>
              <a:gd name="connsiteX917" fmla="*/ 1492092 w 7467600"/>
              <a:gd name="connsiteY917" fmla="*/ 800424 h 6858000"/>
              <a:gd name="connsiteX918" fmla="*/ 1455302 w 7467600"/>
              <a:gd name="connsiteY918" fmla="*/ 632913 h 6858000"/>
              <a:gd name="connsiteX919" fmla="*/ 1222336 w 7467600"/>
              <a:gd name="connsiteY919" fmla="*/ 9480 h 6858000"/>
              <a:gd name="connsiteX920" fmla="*/ 1214634 w 7467600"/>
              <a:gd name="connsiteY920" fmla="*/ 0 h 6858000"/>
              <a:gd name="connsiteX921" fmla="*/ 1289827 w 7467600"/>
              <a:gd name="connsiteY921" fmla="*/ 0 h 6858000"/>
              <a:gd name="connsiteX922" fmla="*/ 1321076 w 7467600"/>
              <a:gd name="connsiteY922" fmla="*/ 59722 h 6858000"/>
              <a:gd name="connsiteX923" fmla="*/ 1512579 w 7467600"/>
              <a:gd name="connsiteY923" fmla="*/ 626441 h 6858000"/>
              <a:gd name="connsiteX924" fmla="*/ 1506076 w 7467600"/>
              <a:gd name="connsiteY924" fmla="*/ 1089289 h 6858000"/>
              <a:gd name="connsiteX925" fmla="*/ 1486346 w 7467600"/>
              <a:gd name="connsiteY925" fmla="*/ 1079919 h 6858000"/>
              <a:gd name="connsiteX926" fmla="*/ 1070511 w 7467600"/>
              <a:gd name="connsiteY926" fmla="*/ 48609 h 6858000"/>
              <a:gd name="connsiteX927" fmla="*/ 1057230 w 7467600"/>
              <a:gd name="connsiteY927" fmla="*/ 0 h 6858000"/>
              <a:gd name="connsiteX928" fmla="*/ 43151 w 7467600"/>
              <a:gd name="connsiteY928" fmla="*/ 0 h 6858000"/>
              <a:gd name="connsiteX929" fmla="*/ 95283 w 7467600"/>
              <a:gd name="connsiteY929" fmla="*/ 0 h 6858000"/>
              <a:gd name="connsiteX930" fmla="*/ 300708 w 7467600"/>
              <a:gd name="connsiteY930" fmla="*/ 154571 h 6858000"/>
              <a:gd name="connsiteX931" fmla="*/ 530414 w 7467600"/>
              <a:gd name="connsiteY931" fmla="*/ 354673 h 6858000"/>
              <a:gd name="connsiteX932" fmla="*/ 333785 w 7467600"/>
              <a:gd name="connsiteY932" fmla="*/ 161564 h 6858000"/>
              <a:gd name="connsiteX933" fmla="*/ 147005 w 7467600"/>
              <a:gd name="connsiteY933" fmla="*/ 0 h 6858000"/>
              <a:gd name="connsiteX934" fmla="*/ 272509 w 7467600"/>
              <a:gd name="connsiteY934" fmla="*/ 0 h 6858000"/>
              <a:gd name="connsiteX935" fmla="*/ 326276 w 7467600"/>
              <a:gd name="connsiteY935" fmla="*/ 45847 h 6858000"/>
              <a:gd name="connsiteX936" fmla="*/ 823759 w 7467600"/>
              <a:gd name="connsiteY936" fmla="*/ 574145 h 6858000"/>
              <a:gd name="connsiteX937" fmla="*/ 811254 w 7467600"/>
              <a:gd name="connsiteY937" fmla="*/ 665546 h 6858000"/>
              <a:gd name="connsiteX938" fmla="*/ 154042 w 7467600"/>
              <a:gd name="connsiteY938" fmla="*/ 261522 h 6858000"/>
              <a:gd name="connsiteX939" fmla="*/ 13550 w 7467600"/>
              <a:gd name="connsiteY939" fmla="*/ 158423 h 6858000"/>
              <a:gd name="connsiteX940" fmla="*/ 0 w 7467600"/>
              <a:gd name="connsiteY940" fmla="*/ 146618 h 6858000"/>
              <a:gd name="connsiteX941" fmla="*/ 0 w 7467600"/>
              <a:gd name="connsiteY941" fmla="*/ 59161 h 6858000"/>
              <a:gd name="connsiteX942" fmla="*/ 45427 w 7467600"/>
              <a:gd name="connsiteY942" fmla="*/ 101078 h 6858000"/>
              <a:gd name="connsiteX943" fmla="*/ 630103 w 7467600"/>
              <a:gd name="connsiteY943" fmla="*/ 485885 h 6858000"/>
              <a:gd name="connsiteX944" fmla="*/ 532040 w 7467600"/>
              <a:gd name="connsiteY944" fmla="*/ 399359 h 6858000"/>
              <a:gd name="connsiteX945" fmla="*/ 517618 w 7467600"/>
              <a:gd name="connsiteY945" fmla="*/ 385726 h 6858000"/>
              <a:gd name="connsiteX946" fmla="*/ 285074 w 7467600"/>
              <a:gd name="connsiteY946" fmla="*/ 182755 h 6858000"/>
              <a:gd name="connsiteX947" fmla="*/ 43151 w 7467600"/>
              <a:gd name="connsiteY94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3615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1019354 w 7467600"/>
              <a:gd name="connsiteY15" fmla="*/ 6315006 h 6858000"/>
              <a:gd name="connsiteX16" fmla="*/ 441046 w 7467600"/>
              <a:gd name="connsiteY16" fmla="*/ 6691153 h 6858000"/>
              <a:gd name="connsiteX17" fmla="*/ 1019354 w 7467600"/>
              <a:gd name="connsiteY17" fmla="*/ 6315006 h 6858000"/>
              <a:gd name="connsiteX18" fmla="*/ 991680 w 7467600"/>
              <a:gd name="connsiteY18" fmla="*/ 6298413 h 6858000"/>
              <a:gd name="connsiteX19" fmla="*/ 409060 w 7467600"/>
              <a:gd name="connsiteY19" fmla="*/ 6671470 h 6858000"/>
              <a:gd name="connsiteX20" fmla="*/ 991680 w 7467600"/>
              <a:gd name="connsiteY20" fmla="*/ 6298413 h 6858000"/>
              <a:gd name="connsiteX21" fmla="*/ 103333 w 7467600"/>
              <a:gd name="connsiteY21" fmla="*/ 5699602 h 6858000"/>
              <a:gd name="connsiteX22" fmla="*/ 233938 w 7467600"/>
              <a:gd name="connsiteY22" fmla="*/ 5809416 h 6858000"/>
              <a:gd name="connsiteX23" fmla="*/ 883580 w 7467600"/>
              <a:gd name="connsiteY23" fmla="*/ 6180710 h 6858000"/>
              <a:gd name="connsiteX24" fmla="*/ 487337 w 7467600"/>
              <a:gd name="connsiteY24" fmla="*/ 5950182 h 6858000"/>
              <a:gd name="connsiteX25" fmla="*/ 354051 w 7467600"/>
              <a:gd name="connsiteY25" fmla="*/ 5854912 h 6858000"/>
              <a:gd name="connsiteX26" fmla="*/ 195436 w 7467600"/>
              <a:gd name="connsiteY26" fmla="*/ 5755068 h 6858000"/>
              <a:gd name="connsiteX27" fmla="*/ 103333 w 7467600"/>
              <a:gd name="connsiteY27" fmla="*/ 5699602 h 6858000"/>
              <a:gd name="connsiteX28" fmla="*/ 5539432 w 7467600"/>
              <a:gd name="connsiteY28" fmla="*/ 5642928 h 6858000"/>
              <a:gd name="connsiteX29" fmla="*/ 5555462 w 7467600"/>
              <a:gd name="connsiteY29" fmla="*/ 5694454 h 6858000"/>
              <a:gd name="connsiteX30" fmla="*/ 5828270 w 7467600"/>
              <a:gd name="connsiteY30" fmla="*/ 6320663 h 6858000"/>
              <a:gd name="connsiteX31" fmla="*/ 5947416 w 7467600"/>
              <a:gd name="connsiteY31" fmla="*/ 6574846 h 6858000"/>
              <a:gd name="connsiteX32" fmla="*/ 5539432 w 7467600"/>
              <a:gd name="connsiteY32" fmla="*/ 5642928 h 6858000"/>
              <a:gd name="connsiteX33" fmla="*/ 51253 w 7467600"/>
              <a:gd name="connsiteY33" fmla="*/ 5631825 h 6858000"/>
              <a:gd name="connsiteX34" fmla="*/ 211622 w 7467600"/>
              <a:gd name="connsiteY34" fmla="*/ 5728803 h 6858000"/>
              <a:gd name="connsiteX35" fmla="*/ 371652 w 7467600"/>
              <a:gd name="connsiteY35" fmla="*/ 5829062 h 6858000"/>
              <a:gd name="connsiteX36" fmla="*/ 505903 w 7467600"/>
              <a:gd name="connsiteY36" fmla="*/ 5925221 h 6858000"/>
              <a:gd name="connsiteX37" fmla="*/ 899240 w 7467600"/>
              <a:gd name="connsiteY37" fmla="*/ 6153068 h 6858000"/>
              <a:gd name="connsiteX38" fmla="*/ 988114 w 7467600"/>
              <a:gd name="connsiteY38" fmla="*/ 6174204 h 6858000"/>
              <a:gd name="connsiteX39" fmla="*/ 845971 w 7467600"/>
              <a:gd name="connsiteY39" fmla="*/ 6067177 h 6858000"/>
              <a:gd name="connsiteX40" fmla="*/ 448057 w 7467600"/>
              <a:gd name="connsiteY40" fmla="*/ 5841376 h 6858000"/>
              <a:gd name="connsiteX41" fmla="*/ 51253 w 7467600"/>
              <a:gd name="connsiteY41" fmla="*/ 5631825 h 6858000"/>
              <a:gd name="connsiteX42" fmla="*/ 2606687 w 7467600"/>
              <a:gd name="connsiteY42" fmla="*/ 5630718 h 6858000"/>
              <a:gd name="connsiteX43" fmla="*/ 2645658 w 7467600"/>
              <a:gd name="connsiteY43" fmla="*/ 6640259 h 6858000"/>
              <a:gd name="connsiteX44" fmla="*/ 2606687 w 7467600"/>
              <a:gd name="connsiteY44" fmla="*/ 5630718 h 6858000"/>
              <a:gd name="connsiteX45" fmla="*/ 3642057 w 7467600"/>
              <a:gd name="connsiteY45" fmla="*/ 5573487 h 6858000"/>
              <a:gd name="connsiteX46" fmla="*/ 3632981 w 7467600"/>
              <a:gd name="connsiteY46" fmla="*/ 5579437 h 6858000"/>
              <a:gd name="connsiteX47" fmla="*/ 3382436 w 7467600"/>
              <a:gd name="connsiteY47" fmla="*/ 5952726 h 6858000"/>
              <a:gd name="connsiteX48" fmla="*/ 3191929 w 7467600"/>
              <a:gd name="connsiteY48" fmla="*/ 6662669 h 6858000"/>
              <a:gd name="connsiteX49" fmla="*/ 3369898 w 7467600"/>
              <a:gd name="connsiteY49" fmla="*/ 6081771 h 6858000"/>
              <a:gd name="connsiteX50" fmla="*/ 3642057 w 7467600"/>
              <a:gd name="connsiteY50" fmla="*/ 5573487 h 6858000"/>
              <a:gd name="connsiteX51" fmla="*/ 2650666 w 7467600"/>
              <a:gd name="connsiteY51" fmla="*/ 5530686 h 6858000"/>
              <a:gd name="connsiteX52" fmla="*/ 2650249 w 7467600"/>
              <a:gd name="connsiteY52" fmla="*/ 5532101 h 6858000"/>
              <a:gd name="connsiteX53" fmla="*/ 2663808 w 7467600"/>
              <a:gd name="connsiteY53" fmla="*/ 6535215 h 6858000"/>
              <a:gd name="connsiteX54" fmla="*/ 2665418 w 7467600"/>
              <a:gd name="connsiteY54" fmla="*/ 6132756 h 6858000"/>
              <a:gd name="connsiteX55" fmla="*/ 2650666 w 7467600"/>
              <a:gd name="connsiteY55" fmla="*/ 5530686 h 6858000"/>
              <a:gd name="connsiteX56" fmla="*/ 2680277 w 7467600"/>
              <a:gd name="connsiteY56" fmla="*/ 5479204 h 6858000"/>
              <a:gd name="connsiteX57" fmla="*/ 2678972 w 7467600"/>
              <a:gd name="connsiteY57" fmla="*/ 5481582 h 6858000"/>
              <a:gd name="connsiteX58" fmla="*/ 2696666 w 7467600"/>
              <a:gd name="connsiteY58" fmla="*/ 6133836 h 6858000"/>
              <a:gd name="connsiteX59" fmla="*/ 2695769 w 7467600"/>
              <a:gd name="connsiteY59" fmla="*/ 6390955 h 6858000"/>
              <a:gd name="connsiteX60" fmla="*/ 2739893 w 7467600"/>
              <a:gd name="connsiteY60" fmla="*/ 6108357 h 6858000"/>
              <a:gd name="connsiteX61" fmla="*/ 2680277 w 7467600"/>
              <a:gd name="connsiteY61" fmla="*/ 5479204 h 6858000"/>
              <a:gd name="connsiteX62" fmla="*/ 1132195 w 7467600"/>
              <a:gd name="connsiteY62" fmla="*/ 5467980 h 6858000"/>
              <a:gd name="connsiteX63" fmla="*/ 1679056 w 7467600"/>
              <a:gd name="connsiteY63" fmla="*/ 5516907 h 6858000"/>
              <a:gd name="connsiteX64" fmla="*/ 2128648 w 7467600"/>
              <a:gd name="connsiteY64" fmla="*/ 5474249 h 6858000"/>
              <a:gd name="connsiteX65" fmla="*/ 1825619 w 7467600"/>
              <a:gd name="connsiteY65" fmla="*/ 5478447 h 6858000"/>
              <a:gd name="connsiteX66" fmla="*/ 1737798 w 7467600"/>
              <a:gd name="connsiteY66" fmla="*/ 5483353 h 6858000"/>
              <a:gd name="connsiteX67" fmla="*/ 1132195 w 7467600"/>
              <a:gd name="connsiteY67" fmla="*/ 5467980 h 6858000"/>
              <a:gd name="connsiteX68" fmla="*/ 1456157 w 7467600"/>
              <a:gd name="connsiteY68" fmla="*/ 5371404 h 6858000"/>
              <a:gd name="connsiteX69" fmla="*/ 1244432 w 7467600"/>
              <a:gd name="connsiteY69" fmla="*/ 5385601 h 6858000"/>
              <a:gd name="connsiteX70" fmla="*/ 973990 w 7467600"/>
              <a:gd name="connsiteY70" fmla="*/ 5424940 h 6858000"/>
              <a:gd name="connsiteX71" fmla="*/ 1103809 w 7467600"/>
              <a:gd name="connsiteY71" fmla="*/ 5433720 h 6858000"/>
              <a:gd name="connsiteX72" fmla="*/ 1123454 w 7467600"/>
              <a:gd name="connsiteY72" fmla="*/ 5435727 h 6858000"/>
              <a:gd name="connsiteX73" fmla="*/ 1737017 w 7467600"/>
              <a:gd name="connsiteY73" fmla="*/ 5452183 h 6858000"/>
              <a:gd name="connsiteX74" fmla="*/ 1824397 w 7467600"/>
              <a:gd name="connsiteY74" fmla="*/ 5447757 h 6858000"/>
              <a:gd name="connsiteX75" fmla="*/ 2070059 w 7467600"/>
              <a:gd name="connsiteY75" fmla="*/ 5441660 h 6858000"/>
              <a:gd name="connsiteX76" fmla="*/ 1456157 w 7467600"/>
              <a:gd name="connsiteY76" fmla="*/ 5371404 h 6858000"/>
              <a:gd name="connsiteX77" fmla="*/ 4988186 w 7467600"/>
              <a:gd name="connsiteY77" fmla="*/ 5216467 h 6858000"/>
              <a:gd name="connsiteX78" fmla="*/ 4777334 w 7467600"/>
              <a:gd name="connsiteY78" fmla="*/ 5406072 h 6858000"/>
              <a:gd name="connsiteX79" fmla="*/ 4718341 w 7467600"/>
              <a:gd name="connsiteY79" fmla="*/ 5468043 h 6858000"/>
              <a:gd name="connsiteX80" fmla="*/ 4604655 w 7467600"/>
              <a:gd name="connsiteY80" fmla="*/ 5583434 h 6858000"/>
              <a:gd name="connsiteX81" fmla="*/ 4565074 w 7467600"/>
              <a:gd name="connsiteY81" fmla="*/ 5618550 h 6858000"/>
              <a:gd name="connsiteX82" fmla="*/ 4988186 w 7467600"/>
              <a:gd name="connsiteY82" fmla="*/ 5216467 h 6858000"/>
              <a:gd name="connsiteX83" fmla="*/ 4978032 w 7467600"/>
              <a:gd name="connsiteY83" fmla="*/ 5183809 h 6858000"/>
              <a:gd name="connsiteX84" fmla="*/ 4463413 w 7467600"/>
              <a:gd name="connsiteY84" fmla="*/ 5615162 h 6858000"/>
              <a:gd name="connsiteX85" fmla="*/ 4358134 w 7467600"/>
              <a:gd name="connsiteY85" fmla="*/ 5742791 h 6858000"/>
              <a:gd name="connsiteX86" fmla="*/ 4376219 w 7467600"/>
              <a:gd name="connsiteY86" fmla="*/ 5729027 h 6858000"/>
              <a:gd name="connsiteX87" fmla="*/ 4582340 w 7467600"/>
              <a:gd name="connsiteY87" fmla="*/ 5561037 h 6858000"/>
              <a:gd name="connsiteX88" fmla="*/ 4694684 w 7467600"/>
              <a:gd name="connsiteY88" fmla="*/ 5447098 h 6858000"/>
              <a:gd name="connsiteX89" fmla="*/ 4754123 w 7467600"/>
              <a:gd name="connsiteY89" fmla="*/ 5384643 h 6858000"/>
              <a:gd name="connsiteX90" fmla="*/ 4978032 w 7467600"/>
              <a:gd name="connsiteY90" fmla="*/ 5183809 h 6858000"/>
              <a:gd name="connsiteX91" fmla="*/ 1903353 w 7467600"/>
              <a:gd name="connsiteY91" fmla="*/ 5044827 h 6858000"/>
              <a:gd name="connsiteX92" fmla="*/ 1936931 w 7467600"/>
              <a:gd name="connsiteY92" fmla="*/ 5093954 h 6858000"/>
              <a:gd name="connsiteX93" fmla="*/ 2195868 w 7467600"/>
              <a:gd name="connsiteY93" fmla="*/ 5396574 h 6858000"/>
              <a:gd name="connsiteX94" fmla="*/ 2088852 w 7467600"/>
              <a:gd name="connsiteY94" fmla="*/ 5166123 h 6858000"/>
              <a:gd name="connsiteX95" fmla="*/ 1958241 w 7467600"/>
              <a:gd name="connsiteY95" fmla="*/ 5067955 h 6858000"/>
              <a:gd name="connsiteX96" fmla="*/ 1903353 w 7467600"/>
              <a:gd name="connsiteY96" fmla="*/ 5044827 h 6858000"/>
              <a:gd name="connsiteX97" fmla="*/ 1979378 w 7467600"/>
              <a:gd name="connsiteY97" fmla="*/ 4769504 h 6858000"/>
              <a:gd name="connsiteX98" fmla="*/ 2882120 w 7467600"/>
              <a:gd name="connsiteY98" fmla="*/ 5064547 h 6858000"/>
              <a:gd name="connsiteX99" fmla="*/ 2793103 w 7467600"/>
              <a:gd name="connsiteY99" fmla="*/ 5039699 h 6858000"/>
              <a:gd name="connsiteX100" fmla="*/ 2770041 w 7467600"/>
              <a:gd name="connsiteY100" fmla="*/ 5033634 h 6858000"/>
              <a:gd name="connsiteX101" fmla="*/ 1979378 w 7467600"/>
              <a:gd name="connsiteY101" fmla="*/ 4769504 h 6858000"/>
              <a:gd name="connsiteX102" fmla="*/ 1927410 w 7467600"/>
              <a:gd name="connsiteY102" fmla="*/ 4716164 h 6858000"/>
              <a:gd name="connsiteX103" fmla="*/ 1959587 w 7467600"/>
              <a:gd name="connsiteY103" fmla="*/ 4728849 h 6858000"/>
              <a:gd name="connsiteX104" fmla="*/ 2777707 w 7467600"/>
              <a:gd name="connsiteY104" fmla="*/ 5003991 h 6858000"/>
              <a:gd name="connsiteX105" fmla="*/ 2800768 w 7467600"/>
              <a:gd name="connsiteY105" fmla="*/ 5010056 h 6858000"/>
              <a:gd name="connsiteX106" fmla="*/ 2879408 w 7467600"/>
              <a:gd name="connsiteY106" fmla="*/ 5031590 h 6858000"/>
              <a:gd name="connsiteX107" fmla="*/ 2862295 w 7467600"/>
              <a:gd name="connsiteY107" fmla="*/ 5022958 h 6858000"/>
              <a:gd name="connsiteX108" fmla="*/ 2813343 w 7467600"/>
              <a:gd name="connsiteY108" fmla="*/ 4998369 h 6858000"/>
              <a:gd name="connsiteX109" fmla="*/ 2646245 w 7467600"/>
              <a:gd name="connsiteY109" fmla="*/ 4930999 h 6858000"/>
              <a:gd name="connsiteX110" fmla="*/ 1999243 w 7467600"/>
              <a:gd name="connsiteY110" fmla="*/ 4730524 h 6858000"/>
              <a:gd name="connsiteX111" fmla="*/ 1979527 w 7467600"/>
              <a:gd name="connsiteY111" fmla="*/ 4726651 h 6858000"/>
              <a:gd name="connsiteX112" fmla="*/ 1927410 w 7467600"/>
              <a:gd name="connsiteY112" fmla="*/ 4716164 h 6858000"/>
              <a:gd name="connsiteX113" fmla="*/ 1997014 w 7467600"/>
              <a:gd name="connsiteY113" fmla="*/ 4698007 h 6858000"/>
              <a:gd name="connsiteX114" fmla="*/ 2005458 w 7467600"/>
              <a:gd name="connsiteY114" fmla="*/ 4699540 h 6858000"/>
              <a:gd name="connsiteX115" fmla="*/ 2657186 w 7467600"/>
              <a:gd name="connsiteY115" fmla="*/ 4901687 h 6858000"/>
              <a:gd name="connsiteX116" fmla="*/ 2826662 w 7467600"/>
              <a:gd name="connsiteY116" fmla="*/ 4970362 h 6858000"/>
              <a:gd name="connsiteX117" fmla="*/ 2876100 w 7467600"/>
              <a:gd name="connsiteY117" fmla="*/ 4995397 h 6858000"/>
              <a:gd name="connsiteX118" fmla="*/ 3042600 w 7467600"/>
              <a:gd name="connsiteY118" fmla="*/ 5059532 h 6858000"/>
              <a:gd name="connsiteX119" fmla="*/ 1997014 w 7467600"/>
              <a:gd name="connsiteY119" fmla="*/ 4698007 h 6858000"/>
              <a:gd name="connsiteX120" fmla="*/ 2305292 w 7467600"/>
              <a:gd name="connsiteY120" fmla="*/ 4219492 h 6858000"/>
              <a:gd name="connsiteX121" fmla="*/ 3360922 w 7467600"/>
              <a:gd name="connsiteY121" fmla="*/ 4529373 h 6858000"/>
              <a:gd name="connsiteX122" fmla="*/ 3492420 w 7467600"/>
              <a:gd name="connsiteY122" fmla="*/ 4510145 h 6858000"/>
              <a:gd name="connsiteX123" fmla="*/ 3364086 w 7467600"/>
              <a:gd name="connsiteY123" fmla="*/ 4480340 h 6858000"/>
              <a:gd name="connsiteX124" fmla="*/ 3225818 w 7467600"/>
              <a:gd name="connsiteY124" fmla="*/ 4411822 h 6858000"/>
              <a:gd name="connsiteX125" fmla="*/ 3129696 w 7467600"/>
              <a:gd name="connsiteY125" fmla="*/ 4360704 h 6858000"/>
              <a:gd name="connsiteX126" fmla="*/ 2814545 w 7467600"/>
              <a:gd name="connsiteY126" fmla="*/ 4282955 h 6858000"/>
              <a:gd name="connsiteX127" fmla="*/ 2305292 w 7467600"/>
              <a:gd name="connsiteY127" fmla="*/ 4219492 h 6858000"/>
              <a:gd name="connsiteX128" fmla="*/ 2626982 w 7467600"/>
              <a:gd name="connsiteY128" fmla="*/ 4206450 h 6858000"/>
              <a:gd name="connsiteX129" fmla="*/ 2490617 w 7467600"/>
              <a:gd name="connsiteY129" fmla="*/ 4206951 h 6858000"/>
              <a:gd name="connsiteX130" fmla="*/ 2819869 w 7467600"/>
              <a:gd name="connsiteY130" fmla="*/ 4252936 h 6858000"/>
              <a:gd name="connsiteX131" fmla="*/ 3143018 w 7467600"/>
              <a:gd name="connsiteY131" fmla="*/ 4332698 h 6858000"/>
              <a:gd name="connsiteX132" fmla="*/ 3241520 w 7467600"/>
              <a:gd name="connsiteY132" fmla="*/ 4385112 h 6858000"/>
              <a:gd name="connsiteX133" fmla="*/ 3374575 w 7467600"/>
              <a:gd name="connsiteY133" fmla="*/ 4451517 h 6858000"/>
              <a:gd name="connsiteX134" fmla="*/ 3505221 w 7467600"/>
              <a:gd name="connsiteY134" fmla="*/ 4480757 h 6858000"/>
              <a:gd name="connsiteX135" fmla="*/ 2626982 w 7467600"/>
              <a:gd name="connsiteY135" fmla="*/ 4206450 h 6858000"/>
              <a:gd name="connsiteX136" fmla="*/ 1310106 w 7467600"/>
              <a:gd name="connsiteY136" fmla="*/ 3943217 h 6858000"/>
              <a:gd name="connsiteX137" fmla="*/ 854994 w 7467600"/>
              <a:gd name="connsiteY137" fmla="*/ 4399136 h 6858000"/>
              <a:gd name="connsiteX138" fmla="*/ 742462 w 7467600"/>
              <a:gd name="connsiteY138" fmla="*/ 4594648 h 6858000"/>
              <a:gd name="connsiteX139" fmla="*/ 820602 w 7467600"/>
              <a:gd name="connsiteY139" fmla="*/ 4485915 h 6858000"/>
              <a:gd name="connsiteX140" fmla="*/ 878295 w 7467600"/>
              <a:gd name="connsiteY140" fmla="*/ 4403594 h 6858000"/>
              <a:gd name="connsiteX141" fmla="*/ 1240607 w 7467600"/>
              <a:gd name="connsiteY141" fmla="*/ 4010401 h 6858000"/>
              <a:gd name="connsiteX142" fmla="*/ 1310106 w 7467600"/>
              <a:gd name="connsiteY142" fmla="*/ 3943217 h 6858000"/>
              <a:gd name="connsiteX143" fmla="*/ 1423113 w 7467600"/>
              <a:gd name="connsiteY143" fmla="*/ 3874565 h 6858000"/>
              <a:gd name="connsiteX144" fmla="*/ 1260565 w 7467600"/>
              <a:gd name="connsiteY144" fmla="*/ 4031982 h 6858000"/>
              <a:gd name="connsiteX145" fmla="*/ 901900 w 7467600"/>
              <a:gd name="connsiteY145" fmla="*/ 4421236 h 6858000"/>
              <a:gd name="connsiteX146" fmla="*/ 845044 w 7467600"/>
              <a:gd name="connsiteY146" fmla="*/ 4502436 h 6858000"/>
              <a:gd name="connsiteX147" fmla="*/ 685926 w 7467600"/>
              <a:gd name="connsiteY147" fmla="*/ 4703069 h 6858000"/>
              <a:gd name="connsiteX148" fmla="*/ 684248 w 7467600"/>
              <a:gd name="connsiteY148" fmla="*/ 4706721 h 6858000"/>
              <a:gd name="connsiteX149" fmla="*/ 1423113 w 7467600"/>
              <a:gd name="connsiteY149" fmla="*/ 3874565 h 6858000"/>
              <a:gd name="connsiteX150" fmla="*/ 3316479 w 7467600"/>
              <a:gd name="connsiteY150" fmla="*/ 3872136 h 6858000"/>
              <a:gd name="connsiteX151" fmla="*/ 3546806 w 7467600"/>
              <a:gd name="connsiteY151" fmla="*/ 4356139 h 6858000"/>
              <a:gd name="connsiteX152" fmla="*/ 3364433 w 7467600"/>
              <a:gd name="connsiteY152" fmla="*/ 3953121 h 6858000"/>
              <a:gd name="connsiteX153" fmla="*/ 3316479 w 7467600"/>
              <a:gd name="connsiteY153" fmla="*/ 3872136 h 6858000"/>
              <a:gd name="connsiteX154" fmla="*/ 3291335 w 7467600"/>
              <a:gd name="connsiteY154" fmla="*/ 3767420 h 6858000"/>
              <a:gd name="connsiteX155" fmla="*/ 3390805 w 7467600"/>
              <a:gd name="connsiteY155" fmla="*/ 3937163 h 6858000"/>
              <a:gd name="connsiteX156" fmla="*/ 3579062 w 7467600"/>
              <a:gd name="connsiteY156" fmla="*/ 4359040 h 6858000"/>
              <a:gd name="connsiteX157" fmla="*/ 3467355 w 7467600"/>
              <a:gd name="connsiteY157" fmla="*/ 3988130 h 6858000"/>
              <a:gd name="connsiteX158" fmla="*/ 3310753 w 7467600"/>
              <a:gd name="connsiteY158" fmla="*/ 3787140 h 6858000"/>
              <a:gd name="connsiteX159" fmla="*/ 3291335 w 7467600"/>
              <a:gd name="connsiteY159" fmla="*/ 3767420 h 6858000"/>
              <a:gd name="connsiteX160" fmla="*/ 1635889 w 7467600"/>
              <a:gd name="connsiteY160" fmla="*/ 3709494 h 6858000"/>
              <a:gd name="connsiteX161" fmla="*/ 1634800 w 7467600"/>
              <a:gd name="connsiteY161" fmla="*/ 3731111 h 6858000"/>
              <a:gd name="connsiteX162" fmla="*/ 1635889 w 7467600"/>
              <a:gd name="connsiteY162" fmla="*/ 3709494 h 6858000"/>
              <a:gd name="connsiteX163" fmla="*/ 1510397 w 7467600"/>
              <a:gd name="connsiteY163" fmla="*/ 3684705 h 6858000"/>
              <a:gd name="connsiteX164" fmla="*/ 1146550 w 7467600"/>
              <a:gd name="connsiteY164" fmla="*/ 3802012 h 6858000"/>
              <a:gd name="connsiteX165" fmla="*/ 698834 w 7467600"/>
              <a:gd name="connsiteY165" fmla="*/ 3952272 h 6858000"/>
              <a:gd name="connsiteX166" fmla="*/ 34256 w 7467600"/>
              <a:gd name="connsiteY166" fmla="*/ 4347603 h 6858000"/>
              <a:gd name="connsiteX167" fmla="*/ 527241 w 7467600"/>
              <a:gd name="connsiteY167" fmla="*/ 4065078 h 6858000"/>
              <a:gd name="connsiteX168" fmla="*/ 1510397 w 7467600"/>
              <a:gd name="connsiteY168" fmla="*/ 3684705 h 6858000"/>
              <a:gd name="connsiteX169" fmla="*/ 1313114 w 7467600"/>
              <a:gd name="connsiteY169" fmla="*/ 3655216 h 6858000"/>
              <a:gd name="connsiteX170" fmla="*/ 1109304 w 7467600"/>
              <a:gd name="connsiteY170" fmla="*/ 3669030 h 6858000"/>
              <a:gd name="connsiteX171" fmla="*/ 8129 w 7467600"/>
              <a:gd name="connsiteY171" fmla="*/ 4330519 h 6858000"/>
              <a:gd name="connsiteX172" fmla="*/ 687572 w 7467600"/>
              <a:gd name="connsiteY172" fmla="*/ 3925629 h 6858000"/>
              <a:gd name="connsiteX173" fmla="*/ 1138365 w 7467600"/>
              <a:gd name="connsiteY173" fmla="*/ 3774515 h 6858000"/>
              <a:gd name="connsiteX174" fmla="*/ 1505579 w 7467600"/>
              <a:gd name="connsiteY174" fmla="*/ 3655526 h 6858000"/>
              <a:gd name="connsiteX175" fmla="*/ 1313114 w 7467600"/>
              <a:gd name="connsiteY175" fmla="*/ 3655216 h 6858000"/>
              <a:gd name="connsiteX176" fmla="*/ 3655073 w 7467600"/>
              <a:gd name="connsiteY176" fmla="*/ 3650884 h 6858000"/>
              <a:gd name="connsiteX177" fmla="*/ 3989938 w 7467600"/>
              <a:gd name="connsiteY177" fmla="*/ 3991685 h 6858000"/>
              <a:gd name="connsiteX178" fmla="*/ 4393907 w 7467600"/>
              <a:gd name="connsiteY178" fmla="*/ 4261258 h 6858000"/>
              <a:gd name="connsiteX179" fmla="*/ 4648051 w 7467600"/>
              <a:gd name="connsiteY179" fmla="*/ 4374051 h 6858000"/>
              <a:gd name="connsiteX180" fmla="*/ 4383389 w 7467600"/>
              <a:gd name="connsiteY180" fmla="*/ 4184369 h 6858000"/>
              <a:gd name="connsiteX181" fmla="*/ 4165508 w 7467600"/>
              <a:gd name="connsiteY181" fmla="*/ 4035196 h 6858000"/>
              <a:gd name="connsiteX182" fmla="*/ 4068162 w 7467600"/>
              <a:gd name="connsiteY182" fmla="*/ 3953394 h 6858000"/>
              <a:gd name="connsiteX183" fmla="*/ 3981416 w 7467600"/>
              <a:gd name="connsiteY183" fmla="*/ 3880482 h 6858000"/>
              <a:gd name="connsiteX184" fmla="*/ 3800147 w 7467600"/>
              <a:gd name="connsiteY184" fmla="*/ 3749872 h 6858000"/>
              <a:gd name="connsiteX185" fmla="*/ 3655073 w 7467600"/>
              <a:gd name="connsiteY185" fmla="*/ 3650884 h 6858000"/>
              <a:gd name="connsiteX186" fmla="*/ 3670252 w 7467600"/>
              <a:gd name="connsiteY186" fmla="*/ 3622798 h 6858000"/>
              <a:gd name="connsiteX187" fmla="*/ 3817258 w 7467600"/>
              <a:gd name="connsiteY187" fmla="*/ 3723577 h 6858000"/>
              <a:gd name="connsiteX188" fmla="*/ 4000461 w 7467600"/>
              <a:gd name="connsiteY188" fmla="*/ 3855966 h 6858000"/>
              <a:gd name="connsiteX189" fmla="*/ 4088180 w 7467600"/>
              <a:gd name="connsiteY189" fmla="*/ 3929774 h 6858000"/>
              <a:gd name="connsiteX190" fmla="*/ 4184555 w 7467600"/>
              <a:gd name="connsiteY190" fmla="*/ 4010683 h 6858000"/>
              <a:gd name="connsiteX191" fmla="*/ 4399563 w 7467600"/>
              <a:gd name="connsiteY191" fmla="*/ 4158106 h 6858000"/>
              <a:gd name="connsiteX192" fmla="*/ 4684469 w 7467600"/>
              <a:gd name="connsiteY192" fmla="*/ 4364680 h 6858000"/>
              <a:gd name="connsiteX193" fmla="*/ 4690271 w 7467600"/>
              <a:gd name="connsiteY193" fmla="*/ 4370034 h 6858000"/>
              <a:gd name="connsiteX194" fmla="*/ 4136093 w 7467600"/>
              <a:gd name="connsiteY194" fmla="*/ 3858466 h 6858000"/>
              <a:gd name="connsiteX195" fmla="*/ 3670252 w 7467600"/>
              <a:gd name="connsiteY195" fmla="*/ 3622798 h 6858000"/>
              <a:gd name="connsiteX196" fmla="*/ 4440129 w 7467600"/>
              <a:gd name="connsiteY196" fmla="*/ 3448571 h 6858000"/>
              <a:gd name="connsiteX197" fmla="*/ 4856525 w 7467600"/>
              <a:gd name="connsiteY197" fmla="*/ 3915351 h 6858000"/>
              <a:gd name="connsiteX198" fmla="*/ 5059055 w 7467600"/>
              <a:gd name="connsiteY198" fmla="*/ 4108918 h 6858000"/>
              <a:gd name="connsiteX199" fmla="*/ 5290070 w 7467600"/>
              <a:gd name="connsiteY199" fmla="*/ 4263619 h 6858000"/>
              <a:gd name="connsiteX200" fmla="*/ 4834991 w 7467600"/>
              <a:gd name="connsiteY200" fmla="*/ 3830985 h 6858000"/>
              <a:gd name="connsiteX201" fmla="*/ 4440129 w 7467600"/>
              <a:gd name="connsiteY201" fmla="*/ 3448571 h 6858000"/>
              <a:gd name="connsiteX202" fmla="*/ 4441737 w 7467600"/>
              <a:gd name="connsiteY202" fmla="*/ 3399734 h 6858000"/>
              <a:gd name="connsiteX203" fmla="*/ 4431236 w 7467600"/>
              <a:gd name="connsiteY203" fmla="*/ 3400954 h 6858000"/>
              <a:gd name="connsiteX204" fmla="*/ 4557150 w 7467600"/>
              <a:gd name="connsiteY204" fmla="*/ 3510023 h 6858000"/>
              <a:gd name="connsiteX205" fmla="*/ 4856936 w 7467600"/>
              <a:gd name="connsiteY205" fmla="*/ 3809146 h 6858000"/>
              <a:gd name="connsiteX206" fmla="*/ 5111996 w 7467600"/>
              <a:gd name="connsiteY206" fmla="*/ 4065759 h 6858000"/>
              <a:gd name="connsiteX207" fmla="*/ 5388878 w 7467600"/>
              <a:gd name="connsiteY207" fmla="*/ 4300185 h 6858000"/>
              <a:gd name="connsiteX208" fmla="*/ 5425556 w 7467600"/>
              <a:gd name="connsiteY208" fmla="*/ 4308967 h 6858000"/>
              <a:gd name="connsiteX209" fmla="*/ 4943646 w 7467600"/>
              <a:gd name="connsiteY209" fmla="*/ 3822916 h 6858000"/>
              <a:gd name="connsiteX210" fmla="*/ 4594837 w 7467600"/>
              <a:gd name="connsiteY210" fmla="*/ 3532274 h 6858000"/>
              <a:gd name="connsiteX211" fmla="*/ 4441737 w 7467600"/>
              <a:gd name="connsiteY211" fmla="*/ 3399734 h 6858000"/>
              <a:gd name="connsiteX212" fmla="*/ 5425834 w 7467600"/>
              <a:gd name="connsiteY212" fmla="*/ 3162785 h 6858000"/>
              <a:gd name="connsiteX213" fmla="*/ 5401644 w 7467600"/>
              <a:gd name="connsiteY213" fmla="*/ 3617847 h 6858000"/>
              <a:gd name="connsiteX214" fmla="*/ 5467256 w 7467600"/>
              <a:gd name="connsiteY214" fmla="*/ 4175494 h 6858000"/>
              <a:gd name="connsiteX215" fmla="*/ 5448069 w 7467600"/>
              <a:gd name="connsiteY215" fmla="*/ 3567554 h 6858000"/>
              <a:gd name="connsiteX216" fmla="*/ 5425834 w 7467600"/>
              <a:gd name="connsiteY216" fmla="*/ 3162785 h 6858000"/>
              <a:gd name="connsiteX217" fmla="*/ 1318687 w 7467600"/>
              <a:gd name="connsiteY217" fmla="*/ 3113840 h 6858000"/>
              <a:gd name="connsiteX218" fmla="*/ 1066793 w 7467600"/>
              <a:gd name="connsiteY218" fmla="*/ 3212171 h 6858000"/>
              <a:gd name="connsiteX219" fmla="*/ 993319 w 7467600"/>
              <a:gd name="connsiteY219" fmla="*/ 3247648 h 6858000"/>
              <a:gd name="connsiteX220" fmla="*/ 853081 w 7467600"/>
              <a:gd name="connsiteY220" fmla="*/ 3312410 h 6858000"/>
              <a:gd name="connsiteX221" fmla="*/ 805957 w 7467600"/>
              <a:gd name="connsiteY221" fmla="*/ 3330443 h 6858000"/>
              <a:gd name="connsiteX222" fmla="*/ 1318687 w 7467600"/>
              <a:gd name="connsiteY222" fmla="*/ 3113840 h 6858000"/>
              <a:gd name="connsiteX223" fmla="*/ 5453702 w 7467600"/>
              <a:gd name="connsiteY223" fmla="*/ 3090882 h 6858000"/>
              <a:gd name="connsiteX224" fmla="*/ 5480135 w 7467600"/>
              <a:gd name="connsiteY224" fmla="*/ 3565802 h 6858000"/>
              <a:gd name="connsiteX225" fmla="*/ 5499023 w 7467600"/>
              <a:gd name="connsiteY225" fmla="*/ 4166310 h 6858000"/>
              <a:gd name="connsiteX226" fmla="*/ 5547022 w 7467600"/>
              <a:gd name="connsiteY226" fmla="*/ 3607838 h 6858000"/>
              <a:gd name="connsiteX227" fmla="*/ 5515964 w 7467600"/>
              <a:gd name="connsiteY227" fmla="*/ 3378541 h 6858000"/>
              <a:gd name="connsiteX228" fmla="*/ 5453702 w 7467600"/>
              <a:gd name="connsiteY228" fmla="*/ 3090882 h 6858000"/>
              <a:gd name="connsiteX229" fmla="*/ 1238695 w 7467600"/>
              <a:gd name="connsiteY229" fmla="*/ 3076820 h 6858000"/>
              <a:gd name="connsiteX230" fmla="*/ 716371 w 7467600"/>
              <a:gd name="connsiteY230" fmla="*/ 3293249 h 6858000"/>
              <a:gd name="connsiteX231" fmla="*/ 579522 w 7467600"/>
              <a:gd name="connsiteY231" fmla="*/ 3371759 h 6858000"/>
              <a:gd name="connsiteX232" fmla="*/ 600288 w 7467600"/>
              <a:gd name="connsiteY232" fmla="*/ 3365555 h 6858000"/>
              <a:gd name="connsiteX233" fmla="*/ 840692 w 7467600"/>
              <a:gd name="connsiteY233" fmla="*/ 3284921 h 6858000"/>
              <a:gd name="connsiteX234" fmla="*/ 979248 w 7467600"/>
              <a:gd name="connsiteY234" fmla="*/ 3221003 h 6858000"/>
              <a:gd name="connsiteX235" fmla="*/ 1053282 w 7467600"/>
              <a:gd name="connsiteY235" fmla="*/ 3185247 h 6858000"/>
              <a:gd name="connsiteX236" fmla="*/ 1320603 w 7467600"/>
              <a:gd name="connsiteY236" fmla="*/ 3081281 h 6858000"/>
              <a:gd name="connsiteX237" fmla="*/ 1238695 w 7467600"/>
              <a:gd name="connsiteY237" fmla="*/ 3076820 h 6858000"/>
              <a:gd name="connsiteX238" fmla="*/ 5425627 w 7467600"/>
              <a:gd name="connsiteY238" fmla="*/ 2954192 h 6858000"/>
              <a:gd name="connsiteX239" fmla="*/ 5470770 w 7467600"/>
              <a:gd name="connsiteY239" fmla="*/ 3005435 h 6858000"/>
              <a:gd name="connsiteX240" fmla="*/ 5519779 w 7467600"/>
              <a:gd name="connsiteY240" fmla="*/ 4359223 h 6858000"/>
              <a:gd name="connsiteX241" fmla="*/ 5520293 w 7467600"/>
              <a:gd name="connsiteY241" fmla="*/ 4360602 h 6858000"/>
              <a:gd name="connsiteX242" fmla="*/ 5767221 w 7467600"/>
              <a:gd name="connsiteY242" fmla="*/ 4665564 h 6858000"/>
              <a:gd name="connsiteX243" fmla="*/ 6937169 w 7467600"/>
              <a:gd name="connsiteY243" fmla="*/ 4815941 h 6858000"/>
              <a:gd name="connsiteX244" fmla="*/ 6953922 w 7467600"/>
              <a:gd name="connsiteY244" fmla="*/ 4890068 h 6858000"/>
              <a:gd name="connsiteX245" fmla="*/ 6071359 w 7467600"/>
              <a:gd name="connsiteY245" fmla="*/ 4770770 h 6858000"/>
              <a:gd name="connsiteX246" fmla="*/ 6038839 w 7467600"/>
              <a:gd name="connsiteY246" fmla="*/ 4764474 h 6858000"/>
              <a:gd name="connsiteX247" fmla="*/ 6038706 w 7467600"/>
              <a:gd name="connsiteY247" fmla="*/ 4763847 h 6858000"/>
              <a:gd name="connsiteX248" fmla="*/ 6037784 w 7467600"/>
              <a:gd name="connsiteY248" fmla="*/ 4764270 h 6858000"/>
              <a:gd name="connsiteX249" fmla="*/ 6038839 w 7467600"/>
              <a:gd name="connsiteY249" fmla="*/ 4764474 h 6858000"/>
              <a:gd name="connsiteX250" fmla="*/ 6040338 w 7467600"/>
              <a:gd name="connsiteY250" fmla="*/ 4771418 h 6858000"/>
              <a:gd name="connsiteX251" fmla="*/ 6024488 w 7467600"/>
              <a:gd name="connsiteY251" fmla="*/ 4809903 h 6858000"/>
              <a:gd name="connsiteX252" fmla="*/ 5599771 w 7467600"/>
              <a:gd name="connsiteY252" fmla="*/ 5509652 h 6858000"/>
              <a:gd name="connsiteX253" fmla="*/ 5548843 w 7467600"/>
              <a:gd name="connsiteY253" fmla="*/ 5563845 h 6858000"/>
              <a:gd name="connsiteX254" fmla="*/ 5940952 w 7467600"/>
              <a:gd name="connsiteY254" fmla="*/ 6250028 h 6858000"/>
              <a:gd name="connsiteX255" fmla="*/ 6043441 w 7467600"/>
              <a:gd name="connsiteY255" fmla="*/ 6665847 h 6858000"/>
              <a:gd name="connsiteX256" fmla="*/ 6093432 w 7467600"/>
              <a:gd name="connsiteY256" fmla="*/ 6858000 h 6858000"/>
              <a:gd name="connsiteX257" fmla="*/ 6034344 w 7467600"/>
              <a:gd name="connsiteY257" fmla="*/ 6858000 h 6858000"/>
              <a:gd name="connsiteX258" fmla="*/ 6026679 w 7467600"/>
              <a:gd name="connsiteY258" fmla="*/ 6836959 h 6858000"/>
              <a:gd name="connsiteX259" fmla="*/ 5800441 w 7467600"/>
              <a:gd name="connsiteY259" fmla="*/ 6335286 h 6858000"/>
              <a:gd name="connsiteX260" fmla="*/ 5526562 w 7467600"/>
              <a:gd name="connsiteY260" fmla="*/ 5705388 h 6858000"/>
              <a:gd name="connsiteX261" fmla="*/ 5519640 w 7467600"/>
              <a:gd name="connsiteY261" fmla="*/ 5683774 h 6858000"/>
              <a:gd name="connsiteX262" fmla="*/ 5844559 w 7467600"/>
              <a:gd name="connsiteY262" fmla="*/ 6553349 h 6858000"/>
              <a:gd name="connsiteX263" fmla="*/ 5975994 w 7467600"/>
              <a:gd name="connsiteY263" fmla="*/ 6858000 h 6858000"/>
              <a:gd name="connsiteX264" fmla="*/ 5898547 w 7467600"/>
              <a:gd name="connsiteY264" fmla="*/ 6858000 h 6858000"/>
              <a:gd name="connsiteX265" fmla="*/ 5682041 w 7467600"/>
              <a:gd name="connsiteY265" fmla="*/ 6355860 h 6858000"/>
              <a:gd name="connsiteX266" fmla="*/ 5461758 w 7467600"/>
              <a:gd name="connsiteY266" fmla="*/ 5820220 h 6858000"/>
              <a:gd name="connsiteX267" fmla="*/ 5237282 w 7467600"/>
              <a:gd name="connsiteY267" fmla="*/ 6579086 h 6858000"/>
              <a:gd name="connsiteX268" fmla="*/ 5115009 w 7467600"/>
              <a:gd name="connsiteY268" fmla="*/ 6858000 h 6858000"/>
              <a:gd name="connsiteX269" fmla="*/ 5028074 w 7467600"/>
              <a:gd name="connsiteY269" fmla="*/ 6858000 h 6858000"/>
              <a:gd name="connsiteX270" fmla="*/ 5079508 w 7467600"/>
              <a:gd name="connsiteY270" fmla="*/ 6749074 h 6858000"/>
              <a:gd name="connsiteX271" fmla="*/ 5371846 w 7467600"/>
              <a:gd name="connsiteY271" fmla="*/ 5924413 h 6858000"/>
              <a:gd name="connsiteX272" fmla="*/ 5270512 w 7467600"/>
              <a:gd name="connsiteY272" fmla="*/ 6138975 h 6858000"/>
              <a:gd name="connsiteX273" fmla="*/ 5062409 w 7467600"/>
              <a:gd name="connsiteY273" fmla="*/ 6653544 h 6858000"/>
              <a:gd name="connsiteX274" fmla="*/ 5036628 w 7467600"/>
              <a:gd name="connsiteY274" fmla="*/ 6754247 h 6858000"/>
              <a:gd name="connsiteX275" fmla="*/ 5009112 w 7467600"/>
              <a:gd name="connsiteY275" fmla="*/ 6858000 h 6858000"/>
              <a:gd name="connsiteX276" fmla="*/ 4976679 w 7467600"/>
              <a:gd name="connsiteY276" fmla="*/ 6858000 h 6858000"/>
              <a:gd name="connsiteX277" fmla="*/ 5006537 w 7467600"/>
              <a:gd name="connsiteY277" fmla="*/ 6747068 h 6858000"/>
              <a:gd name="connsiteX278" fmla="*/ 5032723 w 7467600"/>
              <a:gd name="connsiteY278" fmla="*/ 6644957 h 6858000"/>
              <a:gd name="connsiteX279" fmla="*/ 5242949 w 7467600"/>
              <a:gd name="connsiteY279" fmla="*/ 6125175 h 6858000"/>
              <a:gd name="connsiteX280" fmla="*/ 5286321 w 7467600"/>
              <a:gd name="connsiteY280" fmla="*/ 6033555 h 6858000"/>
              <a:gd name="connsiteX281" fmla="*/ 5008210 w 7467600"/>
              <a:gd name="connsiteY281" fmla="*/ 6649194 h 6858000"/>
              <a:gd name="connsiteX282" fmla="*/ 4986321 w 7467600"/>
              <a:gd name="connsiteY282" fmla="*/ 6765687 h 6858000"/>
              <a:gd name="connsiteX283" fmla="*/ 4973474 w 7467600"/>
              <a:gd name="connsiteY283" fmla="*/ 6858000 h 6858000"/>
              <a:gd name="connsiteX284" fmla="*/ 4907178 w 7467600"/>
              <a:gd name="connsiteY284" fmla="*/ 6858000 h 6858000"/>
              <a:gd name="connsiteX285" fmla="*/ 4910810 w 7467600"/>
              <a:gd name="connsiteY285" fmla="*/ 6829660 h 6858000"/>
              <a:gd name="connsiteX286" fmla="*/ 4987461 w 7467600"/>
              <a:gd name="connsiteY286" fmla="*/ 6432994 h 6858000"/>
              <a:gd name="connsiteX287" fmla="*/ 5179262 w 7467600"/>
              <a:gd name="connsiteY287" fmla="*/ 6035044 h 6858000"/>
              <a:gd name="connsiteX288" fmla="*/ 4689678 w 7467600"/>
              <a:gd name="connsiteY288" fmla="*/ 6440241 h 6858000"/>
              <a:gd name="connsiteX289" fmla="*/ 4477543 w 7467600"/>
              <a:gd name="connsiteY289" fmla="*/ 6674836 h 6858000"/>
              <a:gd name="connsiteX290" fmla="*/ 4329957 w 7467600"/>
              <a:gd name="connsiteY290" fmla="*/ 6858000 h 6858000"/>
              <a:gd name="connsiteX291" fmla="*/ 4218595 w 7467600"/>
              <a:gd name="connsiteY291" fmla="*/ 6858000 h 6858000"/>
              <a:gd name="connsiteX292" fmla="*/ 4368888 w 7467600"/>
              <a:gd name="connsiteY292" fmla="*/ 6668412 h 6858000"/>
              <a:gd name="connsiteX293" fmla="*/ 4563091 w 7467600"/>
              <a:gd name="connsiteY293" fmla="*/ 6442508 h 6858000"/>
              <a:gd name="connsiteX294" fmla="*/ 5387324 w 7467600"/>
              <a:gd name="connsiteY294" fmla="*/ 5705830 h 6858000"/>
              <a:gd name="connsiteX295" fmla="*/ 5073620 w 7467600"/>
              <a:gd name="connsiteY295" fmla="*/ 5955437 h 6858000"/>
              <a:gd name="connsiteX296" fmla="*/ 4689789 w 7467600"/>
              <a:gd name="connsiteY296" fmla="*/ 6268382 h 6858000"/>
              <a:gd name="connsiteX297" fmla="*/ 4418722 w 7467600"/>
              <a:gd name="connsiteY297" fmla="*/ 6570886 h 6858000"/>
              <a:gd name="connsiteX298" fmla="*/ 4214944 w 7467600"/>
              <a:gd name="connsiteY298" fmla="*/ 6858000 h 6858000"/>
              <a:gd name="connsiteX299" fmla="*/ 4177898 w 7467600"/>
              <a:gd name="connsiteY299" fmla="*/ 6858000 h 6858000"/>
              <a:gd name="connsiteX300" fmla="*/ 4391597 w 7467600"/>
              <a:gd name="connsiteY300" fmla="*/ 6556370 h 6858000"/>
              <a:gd name="connsiteX301" fmla="*/ 4668889 w 7467600"/>
              <a:gd name="connsiteY301" fmla="*/ 6246399 h 6858000"/>
              <a:gd name="connsiteX302" fmla="*/ 5055427 w 7467600"/>
              <a:gd name="connsiteY302" fmla="*/ 5931476 h 6858000"/>
              <a:gd name="connsiteX303" fmla="*/ 5371814 w 7467600"/>
              <a:gd name="connsiteY303" fmla="*/ 5678975 h 6858000"/>
              <a:gd name="connsiteX304" fmla="*/ 4987918 w 7467600"/>
              <a:gd name="connsiteY304" fmla="*/ 5838701 h 6858000"/>
              <a:gd name="connsiteX305" fmla="*/ 4317146 w 7467600"/>
              <a:gd name="connsiteY305" fmla="*/ 6587716 h 6858000"/>
              <a:gd name="connsiteX306" fmla="*/ 4171627 w 7467600"/>
              <a:gd name="connsiteY306" fmla="*/ 6858000 h 6858000"/>
              <a:gd name="connsiteX307" fmla="*/ 4081585 w 7467600"/>
              <a:gd name="connsiteY307" fmla="*/ 6858000 h 6858000"/>
              <a:gd name="connsiteX308" fmla="*/ 4238603 w 7467600"/>
              <a:gd name="connsiteY308" fmla="*/ 6559341 h 6858000"/>
              <a:gd name="connsiteX309" fmla="*/ 4778333 w 7467600"/>
              <a:gd name="connsiteY309" fmla="*/ 5873626 h 6858000"/>
              <a:gd name="connsiteX310" fmla="*/ 5414185 w 7467600"/>
              <a:gd name="connsiteY310" fmla="*/ 5573882 h 6858000"/>
              <a:gd name="connsiteX311" fmla="*/ 5959648 w 7467600"/>
              <a:gd name="connsiteY311" fmla="*/ 4760797 h 6858000"/>
              <a:gd name="connsiteX312" fmla="*/ 5355019 w 7467600"/>
              <a:gd name="connsiteY312" fmla="*/ 4734672 h 6858000"/>
              <a:gd name="connsiteX313" fmla="*/ 5083565 w 7467600"/>
              <a:gd name="connsiteY313" fmla="*/ 5179121 h 6858000"/>
              <a:gd name="connsiteX314" fmla="*/ 4713577 w 7467600"/>
              <a:gd name="connsiteY314" fmla="*/ 5616803 h 6858000"/>
              <a:gd name="connsiteX315" fmla="*/ 3989559 w 7467600"/>
              <a:gd name="connsiteY315" fmla="*/ 6145945 h 6858000"/>
              <a:gd name="connsiteX316" fmla="*/ 3939824 w 7467600"/>
              <a:gd name="connsiteY316" fmla="*/ 6066900 h 6858000"/>
              <a:gd name="connsiteX317" fmla="*/ 4584537 w 7467600"/>
              <a:gd name="connsiteY317" fmla="*/ 5324826 h 6858000"/>
              <a:gd name="connsiteX318" fmla="*/ 5037105 w 7467600"/>
              <a:gd name="connsiteY318" fmla="*/ 5088765 h 6858000"/>
              <a:gd name="connsiteX319" fmla="*/ 5039930 w 7467600"/>
              <a:gd name="connsiteY319" fmla="*/ 5089585 h 6858000"/>
              <a:gd name="connsiteX320" fmla="*/ 5263764 w 7467600"/>
              <a:gd name="connsiteY320" fmla="*/ 4735525 h 6858000"/>
              <a:gd name="connsiteX321" fmla="*/ 4086300 w 7467600"/>
              <a:gd name="connsiteY321" fmla="*/ 4884599 h 6858000"/>
              <a:gd name="connsiteX322" fmla="*/ 4085485 w 7467600"/>
              <a:gd name="connsiteY322" fmla="*/ 4899070 h 6858000"/>
              <a:gd name="connsiteX323" fmla="*/ 3871915 w 7467600"/>
              <a:gd name="connsiteY323" fmla="*/ 5253645 h 6858000"/>
              <a:gd name="connsiteX324" fmla="*/ 3799374 w 7467600"/>
              <a:gd name="connsiteY324" fmla="*/ 5466127 h 6858000"/>
              <a:gd name="connsiteX325" fmla="*/ 3498850 w 7467600"/>
              <a:gd name="connsiteY325" fmla="*/ 6661888 h 6858000"/>
              <a:gd name="connsiteX326" fmla="*/ 3399216 w 7467600"/>
              <a:gd name="connsiteY326" fmla="*/ 6858000 h 6858000"/>
              <a:gd name="connsiteX327" fmla="*/ 3303688 w 7467600"/>
              <a:gd name="connsiteY327" fmla="*/ 6858000 h 6858000"/>
              <a:gd name="connsiteX328" fmla="*/ 3391774 w 7467600"/>
              <a:gd name="connsiteY328" fmla="*/ 6697181 h 6858000"/>
              <a:gd name="connsiteX329" fmla="*/ 3735540 w 7467600"/>
              <a:gd name="connsiteY329" fmla="*/ 5546923 h 6858000"/>
              <a:gd name="connsiteX330" fmla="*/ 3729438 w 7467600"/>
              <a:gd name="connsiteY330" fmla="*/ 5569058 h 6858000"/>
              <a:gd name="connsiteX331" fmla="*/ 3707782 w 7467600"/>
              <a:gd name="connsiteY331" fmla="*/ 5644908 h 6858000"/>
              <a:gd name="connsiteX332" fmla="*/ 3583827 w 7467600"/>
              <a:gd name="connsiteY332" fmla="*/ 6039215 h 6858000"/>
              <a:gd name="connsiteX333" fmla="*/ 3547861 w 7467600"/>
              <a:gd name="connsiteY333" fmla="*/ 6129609 h 6858000"/>
              <a:gd name="connsiteX334" fmla="*/ 3490905 w 7467600"/>
              <a:gd name="connsiteY334" fmla="*/ 6277660 h 6858000"/>
              <a:gd name="connsiteX335" fmla="*/ 3455859 w 7467600"/>
              <a:gd name="connsiteY335" fmla="*/ 6391301 h 6858000"/>
              <a:gd name="connsiteX336" fmla="*/ 3429112 w 7467600"/>
              <a:gd name="connsiteY336" fmla="*/ 6479469 h 6858000"/>
              <a:gd name="connsiteX337" fmla="*/ 3304862 w 7467600"/>
              <a:gd name="connsiteY337" fmla="*/ 6796476 h 6858000"/>
              <a:gd name="connsiteX338" fmla="*/ 3276071 w 7467600"/>
              <a:gd name="connsiteY338" fmla="*/ 6858000 h 6858000"/>
              <a:gd name="connsiteX339" fmla="*/ 3240805 w 7467600"/>
              <a:gd name="connsiteY339" fmla="*/ 6858000 h 6858000"/>
              <a:gd name="connsiteX340" fmla="*/ 3275917 w 7467600"/>
              <a:gd name="connsiteY340" fmla="*/ 6783192 h 6858000"/>
              <a:gd name="connsiteX341" fmla="*/ 3399358 w 7467600"/>
              <a:gd name="connsiteY341" fmla="*/ 6469011 h 6858000"/>
              <a:gd name="connsiteX342" fmla="*/ 3425650 w 7467600"/>
              <a:gd name="connsiteY342" fmla="*/ 6381333 h 6858000"/>
              <a:gd name="connsiteX343" fmla="*/ 3460661 w 7467600"/>
              <a:gd name="connsiteY343" fmla="*/ 6266763 h 6858000"/>
              <a:gd name="connsiteX344" fmla="*/ 3518021 w 7467600"/>
              <a:gd name="connsiteY344" fmla="*/ 6117298 h 6858000"/>
              <a:gd name="connsiteX345" fmla="*/ 3554035 w 7467600"/>
              <a:gd name="connsiteY345" fmla="*/ 6027832 h 6858000"/>
              <a:gd name="connsiteX346" fmla="*/ 3677174 w 7467600"/>
              <a:gd name="connsiteY346" fmla="*/ 5636351 h 6858000"/>
              <a:gd name="connsiteX347" fmla="*/ 3698819 w 7467600"/>
              <a:gd name="connsiteY347" fmla="*/ 5560503 h 6858000"/>
              <a:gd name="connsiteX348" fmla="*/ 3702094 w 7467600"/>
              <a:gd name="connsiteY348" fmla="*/ 5549194 h 6858000"/>
              <a:gd name="connsiteX349" fmla="*/ 3398355 w 7467600"/>
              <a:gd name="connsiteY349" fmla="*/ 6094603 h 6858000"/>
              <a:gd name="connsiteX350" fmla="*/ 3193941 w 7467600"/>
              <a:gd name="connsiteY350" fmla="*/ 6798775 h 6858000"/>
              <a:gd name="connsiteX351" fmla="*/ 3184140 w 7467600"/>
              <a:gd name="connsiteY351" fmla="*/ 6858000 h 6858000"/>
              <a:gd name="connsiteX352" fmla="*/ 3099978 w 7467600"/>
              <a:gd name="connsiteY352" fmla="*/ 6858000 h 6858000"/>
              <a:gd name="connsiteX353" fmla="*/ 3101556 w 7467600"/>
              <a:gd name="connsiteY353" fmla="*/ 6843337 h 6858000"/>
              <a:gd name="connsiteX354" fmla="*/ 3370162 w 7467600"/>
              <a:gd name="connsiteY354" fmla="*/ 5785550 h 6858000"/>
              <a:gd name="connsiteX355" fmla="*/ 3746477 w 7467600"/>
              <a:gd name="connsiteY355" fmla="*/ 5377889 h 6858000"/>
              <a:gd name="connsiteX356" fmla="*/ 3863399 w 7467600"/>
              <a:gd name="connsiteY356" fmla="*/ 5087257 h 6858000"/>
              <a:gd name="connsiteX357" fmla="*/ 3968712 w 7467600"/>
              <a:gd name="connsiteY357" fmla="*/ 4913989 h 6858000"/>
              <a:gd name="connsiteX358" fmla="*/ 2792390 w 7467600"/>
              <a:gd name="connsiteY358" fmla="*/ 5382974 h 6858000"/>
              <a:gd name="connsiteX359" fmla="*/ 2714982 w 7467600"/>
              <a:gd name="connsiteY359" fmla="*/ 5427051 h 6858000"/>
              <a:gd name="connsiteX360" fmla="*/ 2813361 w 7467600"/>
              <a:gd name="connsiteY360" fmla="*/ 6023912 h 6858000"/>
              <a:gd name="connsiteX361" fmla="*/ 2688430 w 7467600"/>
              <a:gd name="connsiteY361" fmla="*/ 6801564 h 6858000"/>
              <a:gd name="connsiteX362" fmla="*/ 2629626 w 7467600"/>
              <a:gd name="connsiteY362" fmla="*/ 6763394 h 6858000"/>
              <a:gd name="connsiteX363" fmla="*/ 2565328 w 7467600"/>
              <a:gd name="connsiteY363" fmla="*/ 5516399 h 6858000"/>
              <a:gd name="connsiteX364" fmla="*/ 1922999 w 7467600"/>
              <a:gd name="connsiteY364" fmla="*/ 5980343 h 6858000"/>
              <a:gd name="connsiteX365" fmla="*/ 1950261 w 7467600"/>
              <a:gd name="connsiteY365" fmla="*/ 6405858 h 6858000"/>
              <a:gd name="connsiteX366" fmla="*/ 2365554 w 7467600"/>
              <a:gd name="connsiteY366" fmla="*/ 6759107 h 6858000"/>
              <a:gd name="connsiteX367" fmla="*/ 2424142 w 7467600"/>
              <a:gd name="connsiteY367" fmla="*/ 6858000 h 6858000"/>
              <a:gd name="connsiteX368" fmla="*/ 2395994 w 7467600"/>
              <a:gd name="connsiteY368" fmla="*/ 6858000 h 6858000"/>
              <a:gd name="connsiteX369" fmla="*/ 2392863 w 7467600"/>
              <a:gd name="connsiteY369" fmla="*/ 6852964 h 6858000"/>
              <a:gd name="connsiteX370" fmla="*/ 2017589 w 7467600"/>
              <a:gd name="connsiteY370" fmla="*/ 6493982 h 6858000"/>
              <a:gd name="connsiteX371" fmla="*/ 2147336 w 7467600"/>
              <a:gd name="connsiteY371" fmla="*/ 6594052 h 6858000"/>
              <a:gd name="connsiteX372" fmla="*/ 2207047 w 7467600"/>
              <a:gd name="connsiteY372" fmla="*/ 6654540 h 6858000"/>
              <a:gd name="connsiteX373" fmla="*/ 2299106 w 7467600"/>
              <a:gd name="connsiteY373" fmla="*/ 6778931 h 6858000"/>
              <a:gd name="connsiteX374" fmla="*/ 2314430 w 7467600"/>
              <a:gd name="connsiteY374" fmla="*/ 6801144 h 6858000"/>
              <a:gd name="connsiteX375" fmla="*/ 2352406 w 7467600"/>
              <a:gd name="connsiteY375" fmla="*/ 6858000 h 6858000"/>
              <a:gd name="connsiteX376" fmla="*/ 2314492 w 7467600"/>
              <a:gd name="connsiteY376" fmla="*/ 6858000 h 6858000"/>
              <a:gd name="connsiteX377" fmla="*/ 2288095 w 7467600"/>
              <a:gd name="connsiteY377" fmla="*/ 6818030 h 6858000"/>
              <a:gd name="connsiteX378" fmla="*/ 2272768 w 7467600"/>
              <a:gd name="connsiteY378" fmla="*/ 6795822 h 6858000"/>
              <a:gd name="connsiteX379" fmla="*/ 2182715 w 7467600"/>
              <a:gd name="connsiteY379" fmla="*/ 6675071 h 6858000"/>
              <a:gd name="connsiteX380" fmla="*/ 2032061 w 7467600"/>
              <a:gd name="connsiteY380" fmla="*/ 6541380 h 6858000"/>
              <a:gd name="connsiteX381" fmla="*/ 2257220 w 7467600"/>
              <a:gd name="connsiteY381" fmla="*/ 6826257 h 6858000"/>
              <a:gd name="connsiteX382" fmla="*/ 2281324 w 7467600"/>
              <a:gd name="connsiteY382" fmla="*/ 6858000 h 6858000"/>
              <a:gd name="connsiteX383" fmla="*/ 2242860 w 7467600"/>
              <a:gd name="connsiteY383" fmla="*/ 6858000 h 6858000"/>
              <a:gd name="connsiteX384" fmla="*/ 2232818 w 7467600"/>
              <a:gd name="connsiteY384" fmla="*/ 6844926 h 6858000"/>
              <a:gd name="connsiteX385" fmla="*/ 1990172 w 7467600"/>
              <a:gd name="connsiteY385" fmla="*/ 6542121 h 6858000"/>
              <a:gd name="connsiteX386" fmla="*/ 2124090 w 7467600"/>
              <a:gd name="connsiteY386" fmla="*/ 6761017 h 6858000"/>
              <a:gd name="connsiteX387" fmla="*/ 2200380 w 7467600"/>
              <a:gd name="connsiteY387" fmla="*/ 6858000 h 6858000"/>
              <a:gd name="connsiteX388" fmla="*/ 2147507 w 7467600"/>
              <a:gd name="connsiteY388" fmla="*/ 6858000 h 6858000"/>
              <a:gd name="connsiteX389" fmla="*/ 2070668 w 7467600"/>
              <a:gd name="connsiteY389" fmla="*/ 6761520 h 6858000"/>
              <a:gd name="connsiteX390" fmla="*/ 1975142 w 7467600"/>
              <a:gd name="connsiteY390" fmla="*/ 6585570 h 6858000"/>
              <a:gd name="connsiteX391" fmla="*/ 2050035 w 7467600"/>
              <a:gd name="connsiteY391" fmla="*/ 6813345 h 6858000"/>
              <a:gd name="connsiteX392" fmla="*/ 2063025 w 7467600"/>
              <a:gd name="connsiteY392" fmla="*/ 6858000 h 6858000"/>
              <a:gd name="connsiteX393" fmla="*/ 2021675 w 7467600"/>
              <a:gd name="connsiteY393" fmla="*/ 6858000 h 6858000"/>
              <a:gd name="connsiteX394" fmla="*/ 2019308 w 7467600"/>
              <a:gd name="connsiteY394" fmla="*/ 6847118 h 6858000"/>
              <a:gd name="connsiteX395" fmla="*/ 1938835 w 7467600"/>
              <a:gd name="connsiteY395" fmla="*/ 6551160 h 6858000"/>
              <a:gd name="connsiteX396" fmla="*/ 1953230 w 7467600"/>
              <a:gd name="connsiteY396" fmla="*/ 6759699 h 6858000"/>
              <a:gd name="connsiteX397" fmla="*/ 1956763 w 7467600"/>
              <a:gd name="connsiteY397" fmla="*/ 6778191 h 6858000"/>
              <a:gd name="connsiteX398" fmla="*/ 1967925 w 7467600"/>
              <a:gd name="connsiteY398" fmla="*/ 6858000 h 6858000"/>
              <a:gd name="connsiteX399" fmla="*/ 1936622 w 7467600"/>
              <a:gd name="connsiteY399" fmla="*/ 6858000 h 6858000"/>
              <a:gd name="connsiteX400" fmla="*/ 1926261 w 7467600"/>
              <a:gd name="connsiteY400" fmla="*/ 6784064 h 6858000"/>
              <a:gd name="connsiteX401" fmla="*/ 1922724 w 7467600"/>
              <a:gd name="connsiteY401" fmla="*/ 6765577 h 6858000"/>
              <a:gd name="connsiteX402" fmla="*/ 1904650 w 7467600"/>
              <a:gd name="connsiteY402" fmla="*/ 6639616 h 6858000"/>
              <a:gd name="connsiteX403" fmla="*/ 1885273 w 7467600"/>
              <a:gd name="connsiteY403" fmla="*/ 6858000 h 6858000"/>
              <a:gd name="connsiteX404" fmla="*/ 1854363 w 7467600"/>
              <a:gd name="connsiteY404" fmla="*/ 6858000 h 6858000"/>
              <a:gd name="connsiteX405" fmla="*/ 1880391 w 7467600"/>
              <a:gd name="connsiteY405" fmla="*/ 6603796 h 6858000"/>
              <a:gd name="connsiteX406" fmla="*/ 1818273 w 7467600"/>
              <a:gd name="connsiteY406" fmla="*/ 6715729 h 6858000"/>
              <a:gd name="connsiteX407" fmla="*/ 1794691 w 7467600"/>
              <a:gd name="connsiteY407" fmla="*/ 6843239 h 6858000"/>
              <a:gd name="connsiteX408" fmla="*/ 1794914 w 7467600"/>
              <a:gd name="connsiteY408" fmla="*/ 6858000 h 6858000"/>
              <a:gd name="connsiteX409" fmla="*/ 1746128 w 7467600"/>
              <a:gd name="connsiteY409" fmla="*/ 6858000 h 6858000"/>
              <a:gd name="connsiteX410" fmla="*/ 1753934 w 7467600"/>
              <a:gd name="connsiteY410" fmla="*/ 6724796 h 6858000"/>
              <a:gd name="connsiteX411" fmla="*/ 1792053 w 7467600"/>
              <a:gd name="connsiteY411" fmla="*/ 6572396 h 6858000"/>
              <a:gd name="connsiteX412" fmla="*/ 1862248 w 7467600"/>
              <a:gd name="connsiteY412" fmla="*/ 6266397 h 6858000"/>
              <a:gd name="connsiteX413" fmla="*/ 1862250 w 7467600"/>
              <a:gd name="connsiteY413" fmla="*/ 6033531 h 6858000"/>
              <a:gd name="connsiteX414" fmla="*/ 1211999 w 7467600"/>
              <a:gd name="connsiteY414" fmla="*/ 6683610 h 6858000"/>
              <a:gd name="connsiteX415" fmla="*/ 1213266 w 7467600"/>
              <a:gd name="connsiteY415" fmla="*/ 6691947 h 6858000"/>
              <a:gd name="connsiteX416" fmla="*/ 1203370 w 7467600"/>
              <a:gd name="connsiteY416" fmla="*/ 6850676 h 6858000"/>
              <a:gd name="connsiteX417" fmla="*/ 1203671 w 7467600"/>
              <a:gd name="connsiteY417" fmla="*/ 6858000 h 6858000"/>
              <a:gd name="connsiteX418" fmla="*/ 1143180 w 7467600"/>
              <a:gd name="connsiteY418" fmla="*/ 6858000 h 6858000"/>
              <a:gd name="connsiteX419" fmla="*/ 1142176 w 7467600"/>
              <a:gd name="connsiteY419" fmla="*/ 6766045 h 6858000"/>
              <a:gd name="connsiteX420" fmla="*/ 1067484 w 7467600"/>
              <a:gd name="connsiteY420" fmla="*/ 6858000 h 6858000"/>
              <a:gd name="connsiteX421" fmla="*/ 953928 w 7467600"/>
              <a:gd name="connsiteY421" fmla="*/ 6858000 h 6858000"/>
              <a:gd name="connsiteX422" fmla="*/ 959715 w 7467600"/>
              <a:gd name="connsiteY422" fmla="*/ 6850185 h 6858000"/>
              <a:gd name="connsiteX423" fmla="*/ 1483788 w 7467600"/>
              <a:gd name="connsiteY423" fmla="*/ 6259174 h 6858000"/>
              <a:gd name="connsiteX424" fmla="*/ 1100671 w 7467600"/>
              <a:gd name="connsiteY424" fmla="*/ 6252137 h 6858000"/>
              <a:gd name="connsiteX425" fmla="*/ 1090144 w 7467600"/>
              <a:gd name="connsiteY425" fmla="*/ 6256748 h 6858000"/>
              <a:gd name="connsiteX426" fmla="*/ 1095872 w 7467600"/>
              <a:gd name="connsiteY426" fmla="*/ 6271892 h 6858000"/>
              <a:gd name="connsiteX427" fmla="*/ 262785 w 7467600"/>
              <a:gd name="connsiteY427" fmla="*/ 6845450 h 6858000"/>
              <a:gd name="connsiteX428" fmla="*/ 209968 w 7467600"/>
              <a:gd name="connsiteY428" fmla="*/ 6770713 h 6858000"/>
              <a:gd name="connsiteX429" fmla="*/ 873460 w 7467600"/>
              <a:gd name="connsiteY429" fmla="*/ 6253768 h 6858000"/>
              <a:gd name="connsiteX430" fmla="*/ 192686 w 7467600"/>
              <a:gd name="connsiteY430" fmla="*/ 5849257 h 6858000"/>
              <a:gd name="connsiteX431" fmla="*/ 4696 w 7467600"/>
              <a:gd name="connsiteY431" fmla="*/ 5697668 h 6858000"/>
              <a:gd name="connsiteX432" fmla="*/ 0 w 7467600"/>
              <a:gd name="connsiteY432" fmla="*/ 5689984 h 6858000"/>
              <a:gd name="connsiteX433" fmla="*/ 0 w 7467600"/>
              <a:gd name="connsiteY433" fmla="*/ 5513472 h 6858000"/>
              <a:gd name="connsiteX434" fmla="*/ 174101 w 7467600"/>
              <a:gd name="connsiteY434" fmla="*/ 5620277 h 6858000"/>
              <a:gd name="connsiteX435" fmla="*/ 891800 w 7467600"/>
              <a:gd name="connsiteY435" fmla="*/ 6036935 h 6858000"/>
              <a:gd name="connsiteX436" fmla="*/ 1072219 w 7467600"/>
              <a:gd name="connsiteY436" fmla="*/ 6169443 h 6858000"/>
              <a:gd name="connsiteX437" fmla="*/ 1074117 w 7467600"/>
              <a:gd name="connsiteY437" fmla="*/ 6170301 h 6858000"/>
              <a:gd name="connsiteX438" fmla="*/ 1083114 w 7467600"/>
              <a:gd name="connsiteY438" fmla="*/ 6174131 h 6858000"/>
              <a:gd name="connsiteX439" fmla="*/ 1543010 w 7467600"/>
              <a:gd name="connsiteY439" fmla="*/ 6191140 h 6858000"/>
              <a:gd name="connsiteX440" fmla="*/ 1551080 w 7467600"/>
              <a:gd name="connsiteY440" fmla="*/ 6195006 h 6858000"/>
              <a:gd name="connsiteX441" fmla="*/ 2345443 w 7467600"/>
              <a:gd name="connsiteY441" fmla="*/ 5549882 h 6858000"/>
              <a:gd name="connsiteX442" fmla="*/ 1721499 w 7467600"/>
              <a:gd name="connsiteY442" fmla="*/ 5599969 h 6858000"/>
              <a:gd name="connsiteX443" fmla="*/ 767716 w 7467600"/>
              <a:gd name="connsiteY443" fmla="*/ 5472768 h 6858000"/>
              <a:gd name="connsiteX444" fmla="*/ 722147 w 7467600"/>
              <a:gd name="connsiteY444" fmla="*/ 5393091 h 6858000"/>
              <a:gd name="connsiteX445" fmla="*/ 1485552 w 7467600"/>
              <a:gd name="connsiteY445" fmla="*/ 5313202 h 6858000"/>
              <a:gd name="connsiteX446" fmla="*/ 2143004 w 7467600"/>
              <a:gd name="connsiteY446" fmla="*/ 5402420 h 6858000"/>
              <a:gd name="connsiteX447" fmla="*/ 1933391 w 7467600"/>
              <a:gd name="connsiteY447" fmla="*/ 5156971 h 6858000"/>
              <a:gd name="connsiteX448" fmla="*/ 1827118 w 7467600"/>
              <a:gd name="connsiteY448" fmla="*/ 4968410 h 6858000"/>
              <a:gd name="connsiteX449" fmla="*/ 1837349 w 7467600"/>
              <a:gd name="connsiteY449" fmla="*/ 4956357 h 6858000"/>
              <a:gd name="connsiteX450" fmla="*/ 2162835 w 7467600"/>
              <a:gd name="connsiteY450" fmla="*/ 5187853 h 6858000"/>
              <a:gd name="connsiteX451" fmla="*/ 2257167 w 7467600"/>
              <a:gd name="connsiteY451" fmla="*/ 5462123 h 6858000"/>
              <a:gd name="connsiteX452" fmla="*/ 2261598 w 7467600"/>
              <a:gd name="connsiteY452" fmla="*/ 5467998 h 6858000"/>
              <a:gd name="connsiteX453" fmla="*/ 2437177 w 7467600"/>
              <a:gd name="connsiteY453" fmla="*/ 5479608 h 6858000"/>
              <a:gd name="connsiteX454" fmla="*/ 2445247 w 7467600"/>
              <a:gd name="connsiteY454" fmla="*/ 5483476 h 6858000"/>
              <a:gd name="connsiteX455" fmla="*/ 2743626 w 7467600"/>
              <a:gd name="connsiteY455" fmla="*/ 5304819 h 6858000"/>
              <a:gd name="connsiteX456" fmla="*/ 3048102 w 7467600"/>
              <a:gd name="connsiteY456" fmla="*/ 5150595 h 6858000"/>
              <a:gd name="connsiteX457" fmla="*/ 1799414 w 7467600"/>
              <a:gd name="connsiteY457" fmla="*/ 4694732 h 6858000"/>
              <a:gd name="connsiteX458" fmla="*/ 1771735 w 7467600"/>
              <a:gd name="connsiteY458" fmla="*/ 4619929 h 6858000"/>
              <a:gd name="connsiteX459" fmla="*/ 3104273 w 7467600"/>
              <a:gd name="connsiteY459" fmla="*/ 5076159 h 6858000"/>
              <a:gd name="connsiteX460" fmla="*/ 3113245 w 7467600"/>
              <a:gd name="connsiteY460" fmla="*/ 5090705 h 6858000"/>
              <a:gd name="connsiteX461" fmla="*/ 3126294 w 7467600"/>
              <a:gd name="connsiteY461" fmla="*/ 5114400 h 6858000"/>
              <a:gd name="connsiteX462" fmla="*/ 3937433 w 7467600"/>
              <a:gd name="connsiteY462" fmla="*/ 4830473 h 6858000"/>
              <a:gd name="connsiteX463" fmla="*/ 3590475 w 7467600"/>
              <a:gd name="connsiteY463" fmla="*/ 4597974 h 6858000"/>
              <a:gd name="connsiteX464" fmla="*/ 3100264 w 7467600"/>
              <a:gd name="connsiteY464" fmla="*/ 4579845 h 6858000"/>
              <a:gd name="connsiteX465" fmla="*/ 2183576 w 7467600"/>
              <a:gd name="connsiteY465" fmla="*/ 4227150 h 6858000"/>
              <a:gd name="connsiteX466" fmla="*/ 2151029 w 7467600"/>
              <a:gd name="connsiteY466" fmla="*/ 4146947 h 6858000"/>
              <a:gd name="connsiteX467" fmla="*/ 3563434 w 7467600"/>
              <a:gd name="connsiteY467" fmla="*/ 4469115 h 6858000"/>
              <a:gd name="connsiteX468" fmla="*/ 3177952 w 7467600"/>
              <a:gd name="connsiteY468" fmla="*/ 3657386 h 6858000"/>
              <a:gd name="connsiteX469" fmla="*/ 3189263 w 7467600"/>
              <a:gd name="connsiteY469" fmla="*/ 3625726 h 6858000"/>
              <a:gd name="connsiteX470" fmla="*/ 3560912 w 7467600"/>
              <a:gd name="connsiteY470" fmla="*/ 4079863 h 6858000"/>
              <a:gd name="connsiteX471" fmla="*/ 3626636 w 7467600"/>
              <a:gd name="connsiteY471" fmla="*/ 4512230 h 6858000"/>
              <a:gd name="connsiteX472" fmla="*/ 3653088 w 7467600"/>
              <a:gd name="connsiteY472" fmla="*/ 4521417 h 6858000"/>
              <a:gd name="connsiteX473" fmla="*/ 3988128 w 7467600"/>
              <a:gd name="connsiteY473" fmla="*/ 4817267 h 6858000"/>
              <a:gd name="connsiteX474" fmla="*/ 4830582 w 7467600"/>
              <a:gd name="connsiteY474" fmla="*/ 4676000 h 6858000"/>
              <a:gd name="connsiteX475" fmla="*/ 4830100 w 7467600"/>
              <a:gd name="connsiteY475" fmla="*/ 4675554 h 6858000"/>
              <a:gd name="connsiteX476" fmla="*/ 4036318 w 7467600"/>
              <a:gd name="connsiteY476" fmla="*/ 4147013 h 6858000"/>
              <a:gd name="connsiteX477" fmla="*/ 3432098 w 7467600"/>
              <a:gd name="connsiteY477" fmla="*/ 3537312 h 6858000"/>
              <a:gd name="connsiteX478" fmla="*/ 3446761 w 7467600"/>
              <a:gd name="connsiteY478" fmla="*/ 3461278 h 6858000"/>
              <a:gd name="connsiteX479" fmla="*/ 4419733 w 7467600"/>
              <a:gd name="connsiteY479" fmla="*/ 3963555 h 6858000"/>
              <a:gd name="connsiteX480" fmla="*/ 4781371 w 7467600"/>
              <a:gd name="connsiteY480" fmla="*/ 4458604 h 6858000"/>
              <a:gd name="connsiteX481" fmla="*/ 4780440 w 7467600"/>
              <a:gd name="connsiteY481" fmla="*/ 4470290 h 6858000"/>
              <a:gd name="connsiteX482" fmla="*/ 4898954 w 7467600"/>
              <a:gd name="connsiteY482" fmla="*/ 4662092 h 6858000"/>
              <a:gd name="connsiteX483" fmla="*/ 4900699 w 7467600"/>
              <a:gd name="connsiteY483" fmla="*/ 4670867 h 6858000"/>
              <a:gd name="connsiteX484" fmla="*/ 5714511 w 7467600"/>
              <a:gd name="connsiteY484" fmla="*/ 4663483 h 6858000"/>
              <a:gd name="connsiteX485" fmla="*/ 5464793 w 7467600"/>
              <a:gd name="connsiteY485" fmla="*/ 4393556 h 6858000"/>
              <a:gd name="connsiteX486" fmla="*/ 5461897 w 7467600"/>
              <a:gd name="connsiteY486" fmla="*/ 4390879 h 6858000"/>
              <a:gd name="connsiteX487" fmla="*/ 4294126 w 7467600"/>
              <a:gd name="connsiteY487" fmla="*/ 3303048 h 6858000"/>
              <a:gd name="connsiteX488" fmla="*/ 4305321 w 7467600"/>
              <a:gd name="connsiteY488" fmla="*/ 3256953 h 6858000"/>
              <a:gd name="connsiteX489" fmla="*/ 4949299 w 7467600"/>
              <a:gd name="connsiteY489" fmla="*/ 3766336 h 6858000"/>
              <a:gd name="connsiteX490" fmla="*/ 5291452 w 7467600"/>
              <a:gd name="connsiteY490" fmla="*/ 4076801 h 6858000"/>
              <a:gd name="connsiteX491" fmla="*/ 5434998 w 7467600"/>
              <a:gd name="connsiteY491" fmla="*/ 4254100 h 6858000"/>
              <a:gd name="connsiteX492" fmla="*/ 5351015 w 7467600"/>
              <a:gd name="connsiteY492" fmla="*/ 3760989 h 6858000"/>
              <a:gd name="connsiteX493" fmla="*/ 5413780 w 7467600"/>
              <a:gd name="connsiteY493" fmla="*/ 2966265 h 6858000"/>
              <a:gd name="connsiteX494" fmla="*/ 5425627 w 7467600"/>
              <a:gd name="connsiteY494" fmla="*/ 2954192 h 6858000"/>
              <a:gd name="connsiteX495" fmla="*/ 6604735 w 7467600"/>
              <a:gd name="connsiteY495" fmla="*/ 2041381 h 6858000"/>
              <a:gd name="connsiteX496" fmla="*/ 7204487 w 7467600"/>
              <a:gd name="connsiteY496" fmla="*/ 2742112 h 6858000"/>
              <a:gd name="connsiteX497" fmla="*/ 7131592 w 7467600"/>
              <a:gd name="connsiteY497" fmla="*/ 2672096 h 6858000"/>
              <a:gd name="connsiteX498" fmla="*/ 6996344 w 7467600"/>
              <a:gd name="connsiteY498" fmla="*/ 2518310 h 6858000"/>
              <a:gd name="connsiteX499" fmla="*/ 6735495 w 7467600"/>
              <a:gd name="connsiteY499" fmla="*/ 2196890 h 6858000"/>
              <a:gd name="connsiteX500" fmla="*/ 6721901 w 7467600"/>
              <a:gd name="connsiteY500" fmla="*/ 2179274 h 6858000"/>
              <a:gd name="connsiteX501" fmla="*/ 6604735 w 7467600"/>
              <a:gd name="connsiteY501" fmla="*/ 2041381 h 6858000"/>
              <a:gd name="connsiteX502" fmla="*/ 6591670 w 7467600"/>
              <a:gd name="connsiteY502" fmla="*/ 1988277 h 6858000"/>
              <a:gd name="connsiteX503" fmla="*/ 6747349 w 7467600"/>
              <a:gd name="connsiteY503" fmla="*/ 2160069 h 6858000"/>
              <a:gd name="connsiteX504" fmla="*/ 6760943 w 7467600"/>
              <a:gd name="connsiteY504" fmla="*/ 2177686 h 6858000"/>
              <a:gd name="connsiteX505" fmla="*/ 7021065 w 7467600"/>
              <a:gd name="connsiteY505" fmla="*/ 2498102 h 6858000"/>
              <a:gd name="connsiteX506" fmla="*/ 7155223 w 7467600"/>
              <a:gd name="connsiteY506" fmla="*/ 2650386 h 6858000"/>
              <a:gd name="connsiteX507" fmla="*/ 7203167 w 7467600"/>
              <a:gd name="connsiteY507" fmla="*/ 2697288 h 6858000"/>
              <a:gd name="connsiteX508" fmla="*/ 6937703 w 7467600"/>
              <a:gd name="connsiteY508" fmla="*/ 2321981 h 6858000"/>
              <a:gd name="connsiteX509" fmla="*/ 6591670 w 7467600"/>
              <a:gd name="connsiteY509" fmla="*/ 1988277 h 6858000"/>
              <a:gd name="connsiteX510" fmla="*/ 5798671 w 7467600"/>
              <a:gd name="connsiteY510" fmla="*/ 1981601 h 6858000"/>
              <a:gd name="connsiteX511" fmla="*/ 5754709 w 7467600"/>
              <a:gd name="connsiteY511" fmla="*/ 2071454 h 6858000"/>
              <a:gd name="connsiteX512" fmla="*/ 5763044 w 7467600"/>
              <a:gd name="connsiteY512" fmla="*/ 2842206 h 6858000"/>
              <a:gd name="connsiteX513" fmla="*/ 5764974 w 7467600"/>
              <a:gd name="connsiteY513" fmla="*/ 2799609 h 6858000"/>
              <a:gd name="connsiteX514" fmla="*/ 5767665 w 7467600"/>
              <a:gd name="connsiteY514" fmla="*/ 2666409 h 6858000"/>
              <a:gd name="connsiteX515" fmla="*/ 5763055 w 7467600"/>
              <a:gd name="connsiteY515" fmla="*/ 2579705 h 6858000"/>
              <a:gd name="connsiteX516" fmla="*/ 5758079 w 7467600"/>
              <a:gd name="connsiteY516" fmla="*/ 2492508 h 6858000"/>
              <a:gd name="connsiteX517" fmla="*/ 5779325 w 7467600"/>
              <a:gd name="connsiteY517" fmla="*/ 2197069 h 6858000"/>
              <a:gd name="connsiteX518" fmla="*/ 5798671 w 7467600"/>
              <a:gd name="connsiteY518" fmla="*/ 1981601 h 6858000"/>
              <a:gd name="connsiteX519" fmla="*/ 5829202 w 7467600"/>
              <a:gd name="connsiteY519" fmla="*/ 1971679 h 6858000"/>
              <a:gd name="connsiteX520" fmla="*/ 5809558 w 7467600"/>
              <a:gd name="connsiteY520" fmla="*/ 2198043 h 6858000"/>
              <a:gd name="connsiteX521" fmla="*/ 5788653 w 7467600"/>
              <a:gd name="connsiteY521" fmla="*/ 2489430 h 6858000"/>
              <a:gd name="connsiteX522" fmla="*/ 5793439 w 7467600"/>
              <a:gd name="connsiteY522" fmla="*/ 2575235 h 6858000"/>
              <a:gd name="connsiteX523" fmla="*/ 5796837 w 7467600"/>
              <a:gd name="connsiteY523" fmla="*/ 2637633 h 6858000"/>
              <a:gd name="connsiteX524" fmla="*/ 5818614 w 7467600"/>
              <a:gd name="connsiteY524" fmla="*/ 2473055 h 6858000"/>
              <a:gd name="connsiteX525" fmla="*/ 5829202 w 7467600"/>
              <a:gd name="connsiteY525" fmla="*/ 1971679 h 6858000"/>
              <a:gd name="connsiteX526" fmla="*/ 5911389 w 7467600"/>
              <a:gd name="connsiteY526" fmla="*/ 1898371 h 6858000"/>
              <a:gd name="connsiteX527" fmla="*/ 6237627 w 7467600"/>
              <a:gd name="connsiteY527" fmla="*/ 2231921 h 6858000"/>
              <a:gd name="connsiteX528" fmla="*/ 5911389 w 7467600"/>
              <a:gd name="connsiteY528" fmla="*/ 1898371 h 6858000"/>
              <a:gd name="connsiteX529" fmla="*/ 6944437 w 7467600"/>
              <a:gd name="connsiteY529" fmla="*/ 1575402 h 6858000"/>
              <a:gd name="connsiteX530" fmla="*/ 6304730 w 7467600"/>
              <a:gd name="connsiteY530" fmla="*/ 1766654 h 6858000"/>
              <a:gd name="connsiteX531" fmla="*/ 6944437 w 7467600"/>
              <a:gd name="connsiteY531" fmla="*/ 1575402 h 6858000"/>
              <a:gd name="connsiteX532" fmla="*/ 7019523 w 7467600"/>
              <a:gd name="connsiteY532" fmla="*/ 1519450 h 6858000"/>
              <a:gd name="connsiteX533" fmla="*/ 6298091 w 7467600"/>
              <a:gd name="connsiteY533" fmla="*/ 1737122 h 6858000"/>
              <a:gd name="connsiteX534" fmla="*/ 7019523 w 7467600"/>
              <a:gd name="connsiteY534" fmla="*/ 1519450 h 6858000"/>
              <a:gd name="connsiteX535" fmla="*/ 2399523 w 7467600"/>
              <a:gd name="connsiteY535" fmla="*/ 1428234 h 6858000"/>
              <a:gd name="connsiteX536" fmla="*/ 2224982 w 7467600"/>
              <a:gd name="connsiteY536" fmla="*/ 1826201 h 6858000"/>
              <a:gd name="connsiteX537" fmla="*/ 2096099 w 7467600"/>
              <a:gd name="connsiteY537" fmla="*/ 2345900 h 6858000"/>
              <a:gd name="connsiteX538" fmla="*/ 2283317 w 7467600"/>
              <a:gd name="connsiteY538" fmla="*/ 1796925 h 6858000"/>
              <a:gd name="connsiteX539" fmla="*/ 2399523 w 7467600"/>
              <a:gd name="connsiteY539" fmla="*/ 1428234 h 6858000"/>
              <a:gd name="connsiteX540" fmla="*/ 2448558 w 7467600"/>
              <a:gd name="connsiteY540" fmla="*/ 1373435 h 6858000"/>
              <a:gd name="connsiteX541" fmla="*/ 2312521 w 7467600"/>
              <a:gd name="connsiteY541" fmla="*/ 1806140 h 6858000"/>
              <a:gd name="connsiteX542" fmla="*/ 2127533 w 7467600"/>
              <a:gd name="connsiteY542" fmla="*/ 2348380 h 6858000"/>
              <a:gd name="connsiteX543" fmla="*/ 2358080 w 7467600"/>
              <a:gd name="connsiteY543" fmla="*/ 1866134 h 6858000"/>
              <a:gd name="connsiteX544" fmla="*/ 2407436 w 7467600"/>
              <a:gd name="connsiteY544" fmla="*/ 1651070 h 6858000"/>
              <a:gd name="connsiteX545" fmla="*/ 2448558 w 7467600"/>
              <a:gd name="connsiteY545" fmla="*/ 1373435 h 6858000"/>
              <a:gd name="connsiteX546" fmla="*/ 278707 w 7467600"/>
              <a:gd name="connsiteY546" fmla="*/ 1352270 h 6858000"/>
              <a:gd name="connsiteX547" fmla="*/ 321570 w 7467600"/>
              <a:gd name="connsiteY547" fmla="*/ 1861610 h 6858000"/>
              <a:gd name="connsiteX548" fmla="*/ 294281 w 7467600"/>
              <a:gd name="connsiteY548" fmla="*/ 1440658 h 6858000"/>
              <a:gd name="connsiteX549" fmla="*/ 278707 w 7467600"/>
              <a:gd name="connsiteY549" fmla="*/ 1352270 h 6858000"/>
              <a:gd name="connsiteX550" fmla="*/ 1423821 w 7467600"/>
              <a:gd name="connsiteY550" fmla="*/ 1351958 h 6858000"/>
              <a:gd name="connsiteX551" fmla="*/ 1638521 w 7467600"/>
              <a:gd name="connsiteY551" fmla="*/ 1908470 h 6858000"/>
              <a:gd name="connsiteX552" fmla="*/ 1754199 w 7467600"/>
              <a:gd name="connsiteY552" fmla="*/ 2149284 h 6858000"/>
              <a:gd name="connsiteX553" fmla="*/ 1908359 w 7467600"/>
              <a:gd name="connsiteY553" fmla="*/ 2364988 h 6858000"/>
              <a:gd name="connsiteX554" fmla="*/ 1647661 w 7467600"/>
              <a:gd name="connsiteY554" fmla="*/ 1825945 h 6858000"/>
              <a:gd name="connsiteX555" fmla="*/ 1423821 w 7467600"/>
              <a:gd name="connsiteY555" fmla="*/ 1351958 h 6858000"/>
              <a:gd name="connsiteX556" fmla="*/ 1431890 w 7467600"/>
              <a:gd name="connsiteY556" fmla="*/ 1306475 h 6858000"/>
              <a:gd name="connsiteX557" fmla="*/ 1507597 w 7467600"/>
              <a:gd name="connsiteY557" fmla="*/ 1446132 h 6858000"/>
              <a:gd name="connsiteX558" fmla="*/ 1674586 w 7467600"/>
              <a:gd name="connsiteY558" fmla="*/ 1813832 h 6858000"/>
              <a:gd name="connsiteX559" fmla="*/ 1815950 w 7467600"/>
              <a:gd name="connsiteY559" fmla="*/ 2128564 h 6858000"/>
              <a:gd name="connsiteX560" fmla="*/ 1984242 w 7467600"/>
              <a:gd name="connsiteY560" fmla="*/ 2430829 h 6858000"/>
              <a:gd name="connsiteX561" fmla="*/ 2014023 w 7467600"/>
              <a:gd name="connsiteY561" fmla="*/ 2450995 h 6858000"/>
              <a:gd name="connsiteX562" fmla="*/ 1747337 w 7467600"/>
              <a:gd name="connsiteY562" fmla="*/ 1855264 h 6858000"/>
              <a:gd name="connsiteX563" fmla="*/ 1533749 w 7467600"/>
              <a:gd name="connsiteY563" fmla="*/ 1478656 h 6858000"/>
              <a:gd name="connsiteX564" fmla="*/ 1431890 w 7467600"/>
              <a:gd name="connsiteY564" fmla="*/ 1306475 h 6858000"/>
              <a:gd name="connsiteX565" fmla="*/ 5052692 w 7467600"/>
              <a:gd name="connsiteY565" fmla="*/ 1292994 h 6858000"/>
              <a:gd name="connsiteX566" fmla="*/ 5200661 w 7467600"/>
              <a:gd name="connsiteY566" fmla="*/ 1635186 h 6858000"/>
              <a:gd name="connsiteX567" fmla="*/ 5297138 w 7467600"/>
              <a:gd name="connsiteY567" fmla="*/ 1906351 h 6858000"/>
              <a:gd name="connsiteX568" fmla="*/ 5052692 w 7467600"/>
              <a:gd name="connsiteY568" fmla="*/ 1292994 h 6858000"/>
              <a:gd name="connsiteX569" fmla="*/ 5009948 w 7467600"/>
              <a:gd name="connsiteY569" fmla="*/ 1273619 h 6858000"/>
              <a:gd name="connsiteX570" fmla="*/ 5121777 w 7467600"/>
              <a:gd name="connsiteY570" fmla="*/ 1654213 h 6858000"/>
              <a:gd name="connsiteX571" fmla="*/ 5293545 w 7467600"/>
              <a:gd name="connsiteY571" fmla="*/ 2072247 h 6858000"/>
              <a:gd name="connsiteX572" fmla="*/ 5294042 w 7467600"/>
              <a:gd name="connsiteY572" fmla="*/ 2065019 h 6858000"/>
              <a:gd name="connsiteX573" fmla="*/ 5171936 w 7467600"/>
              <a:gd name="connsiteY573" fmla="*/ 1647613 h 6858000"/>
              <a:gd name="connsiteX574" fmla="*/ 5009948 w 7467600"/>
              <a:gd name="connsiteY574" fmla="*/ 1273619 h 6858000"/>
              <a:gd name="connsiteX575" fmla="*/ 655236 w 7467600"/>
              <a:gd name="connsiteY575" fmla="*/ 1268632 h 6858000"/>
              <a:gd name="connsiteX576" fmla="*/ 839521 w 7467600"/>
              <a:gd name="connsiteY576" fmla="*/ 1685315 h 6858000"/>
              <a:gd name="connsiteX577" fmla="*/ 1109416 w 7467600"/>
              <a:gd name="connsiteY577" fmla="*/ 2061663 h 6858000"/>
              <a:gd name="connsiteX578" fmla="*/ 1298300 w 7467600"/>
              <a:gd name="connsiteY578" fmla="*/ 2247742 h 6858000"/>
              <a:gd name="connsiteX579" fmla="*/ 1125871 w 7467600"/>
              <a:gd name="connsiteY579" fmla="*/ 1989513 h 6858000"/>
              <a:gd name="connsiteX580" fmla="*/ 981574 w 7467600"/>
              <a:gd name="connsiteY580" fmla="*/ 1783157 h 6858000"/>
              <a:gd name="connsiteX581" fmla="*/ 922198 w 7467600"/>
              <a:gd name="connsiteY581" fmla="*/ 1677437 h 6858000"/>
              <a:gd name="connsiteX582" fmla="*/ 869293 w 7467600"/>
              <a:gd name="connsiteY582" fmla="*/ 1583214 h 6858000"/>
              <a:gd name="connsiteX583" fmla="*/ 751431 w 7467600"/>
              <a:gd name="connsiteY583" fmla="*/ 1405731 h 6858000"/>
              <a:gd name="connsiteX584" fmla="*/ 655236 w 7467600"/>
              <a:gd name="connsiteY584" fmla="*/ 1268632 h 6858000"/>
              <a:gd name="connsiteX585" fmla="*/ 6516292 w 7467600"/>
              <a:gd name="connsiteY585" fmla="*/ 1263064 h 6858000"/>
              <a:gd name="connsiteX586" fmla="*/ 5736320 w 7467600"/>
              <a:gd name="connsiteY586" fmla="*/ 1501803 h 6858000"/>
              <a:gd name="connsiteX587" fmla="*/ 6516292 w 7467600"/>
              <a:gd name="connsiteY587" fmla="*/ 1263064 h 6858000"/>
              <a:gd name="connsiteX588" fmla="*/ 291466 w 7467600"/>
              <a:gd name="connsiteY588" fmla="*/ 1250369 h 6858000"/>
              <a:gd name="connsiteX589" fmla="*/ 323180 w 7467600"/>
              <a:gd name="connsiteY589" fmla="*/ 1435283 h 6858000"/>
              <a:gd name="connsiteX590" fmla="*/ 349381 w 7467600"/>
              <a:gd name="connsiteY590" fmla="*/ 1875041 h 6858000"/>
              <a:gd name="connsiteX591" fmla="*/ 374363 w 7467600"/>
              <a:gd name="connsiteY591" fmla="*/ 1506494 h 6858000"/>
              <a:gd name="connsiteX592" fmla="*/ 302168 w 7467600"/>
              <a:gd name="connsiteY592" fmla="*/ 1274495 h 6858000"/>
              <a:gd name="connsiteX593" fmla="*/ 291466 w 7467600"/>
              <a:gd name="connsiteY593" fmla="*/ 1250369 h 6858000"/>
              <a:gd name="connsiteX594" fmla="*/ 678222 w 7467600"/>
              <a:gd name="connsiteY594" fmla="*/ 1248670 h 6858000"/>
              <a:gd name="connsiteX595" fmla="*/ 775536 w 7467600"/>
              <a:gd name="connsiteY595" fmla="*/ 1388015 h 6858000"/>
              <a:gd name="connsiteX596" fmla="*/ 894529 w 7467600"/>
              <a:gd name="connsiteY596" fmla="*/ 1567739 h 6858000"/>
              <a:gd name="connsiteX597" fmla="*/ 948000 w 7467600"/>
              <a:gd name="connsiteY597" fmla="*/ 1663088 h 6858000"/>
              <a:gd name="connsiteX598" fmla="*/ 1006812 w 7467600"/>
              <a:gd name="connsiteY598" fmla="*/ 1767683 h 6858000"/>
              <a:gd name="connsiteX599" fmla="*/ 1149133 w 7467600"/>
              <a:gd name="connsiteY599" fmla="*/ 1971513 h 6858000"/>
              <a:gd name="connsiteX600" fmla="*/ 1333952 w 7467600"/>
              <a:gd name="connsiteY600" fmla="*/ 2251620 h 6858000"/>
              <a:gd name="connsiteX601" fmla="*/ 1337329 w 7467600"/>
              <a:gd name="connsiteY601" fmla="*/ 2258350 h 6858000"/>
              <a:gd name="connsiteX602" fmla="*/ 1014726 w 7467600"/>
              <a:gd name="connsiteY602" fmla="*/ 1615556 h 6858000"/>
              <a:gd name="connsiteX603" fmla="*/ 678222 w 7467600"/>
              <a:gd name="connsiteY603" fmla="*/ 1248670 h 6858000"/>
              <a:gd name="connsiteX604" fmla="*/ 6691602 w 7467600"/>
              <a:gd name="connsiteY604" fmla="*/ 1140573 h 6858000"/>
              <a:gd name="connsiteX605" fmla="*/ 6571100 w 7467600"/>
              <a:gd name="connsiteY605" fmla="*/ 1183662 h 6858000"/>
              <a:gd name="connsiteX606" fmla="*/ 6241687 w 7467600"/>
              <a:gd name="connsiteY606" fmla="*/ 1257600 h 6858000"/>
              <a:gd name="connsiteX607" fmla="*/ 5693009 w 7467600"/>
              <a:gd name="connsiteY607" fmla="*/ 1478256 h 6858000"/>
              <a:gd name="connsiteX608" fmla="*/ 6548420 w 7467600"/>
              <a:gd name="connsiteY608" fmla="*/ 1214599 h 6858000"/>
              <a:gd name="connsiteX609" fmla="*/ 6605473 w 7467600"/>
              <a:gd name="connsiteY609" fmla="*/ 1184686 h 6858000"/>
              <a:gd name="connsiteX610" fmla="*/ 6691602 w 7467600"/>
              <a:gd name="connsiteY610" fmla="*/ 1140573 h 6858000"/>
              <a:gd name="connsiteX611" fmla="*/ 4002475 w 7467600"/>
              <a:gd name="connsiteY611" fmla="*/ 1037802 h 6858000"/>
              <a:gd name="connsiteX612" fmla="*/ 4000324 w 7467600"/>
              <a:gd name="connsiteY612" fmla="*/ 1039362 h 6858000"/>
              <a:gd name="connsiteX613" fmla="*/ 4002862 w 7467600"/>
              <a:gd name="connsiteY613" fmla="*/ 1042866 h 6858000"/>
              <a:gd name="connsiteX614" fmla="*/ 4002475 w 7467600"/>
              <a:gd name="connsiteY614" fmla="*/ 1037802 h 6858000"/>
              <a:gd name="connsiteX615" fmla="*/ 506322 w 7467600"/>
              <a:gd name="connsiteY615" fmla="*/ 1020997 h 6858000"/>
              <a:gd name="connsiteX616" fmla="*/ 533068 w 7467600"/>
              <a:gd name="connsiteY616" fmla="*/ 1029409 h 6858000"/>
              <a:gd name="connsiteX617" fmla="*/ 1232525 w 7467600"/>
              <a:gd name="connsiteY617" fmla="*/ 1804675 h 6858000"/>
              <a:gd name="connsiteX618" fmla="*/ 1388858 w 7467600"/>
              <a:gd name="connsiteY618" fmla="*/ 2368011 h 6858000"/>
              <a:gd name="connsiteX619" fmla="*/ 1384098 w 7467600"/>
              <a:gd name="connsiteY619" fmla="*/ 2378125 h 6858000"/>
              <a:gd name="connsiteX620" fmla="*/ 1425393 w 7467600"/>
              <a:gd name="connsiteY620" fmla="*/ 2589124 h 6858000"/>
              <a:gd name="connsiteX621" fmla="*/ 1424001 w 7467600"/>
              <a:gd name="connsiteY621" fmla="*/ 2597541 h 6858000"/>
              <a:gd name="connsiteX622" fmla="*/ 2152729 w 7467600"/>
              <a:gd name="connsiteY622" fmla="*/ 2864487 h 6858000"/>
              <a:gd name="connsiteX623" fmla="*/ 2020609 w 7467600"/>
              <a:gd name="connsiteY623" fmla="*/ 2539671 h 6858000"/>
              <a:gd name="connsiteX624" fmla="*/ 2018920 w 7467600"/>
              <a:gd name="connsiteY624" fmla="*/ 2536309 h 6858000"/>
              <a:gd name="connsiteX625" fmla="*/ 1342441 w 7467600"/>
              <a:gd name="connsiteY625" fmla="*/ 1173017 h 6858000"/>
              <a:gd name="connsiteX626" fmla="*/ 1367925 w 7467600"/>
              <a:gd name="connsiteY626" fmla="*/ 1135648 h 6858000"/>
              <a:gd name="connsiteX627" fmla="*/ 1771401 w 7467600"/>
              <a:gd name="connsiteY627" fmla="*/ 1806673 h 6858000"/>
              <a:gd name="connsiteX628" fmla="*/ 1972385 w 7467600"/>
              <a:gd name="connsiteY628" fmla="*/ 2198735 h 6858000"/>
              <a:gd name="connsiteX629" fmla="*/ 2040892 w 7467600"/>
              <a:gd name="connsiteY629" fmla="*/ 2405205 h 6858000"/>
              <a:gd name="connsiteX630" fmla="*/ 2131689 w 7467600"/>
              <a:gd name="connsiteY630" fmla="*/ 1936926 h 6858000"/>
              <a:gd name="connsiteX631" fmla="*/ 2454820 w 7467600"/>
              <a:gd name="connsiteY631" fmla="*/ 1248808 h 6858000"/>
              <a:gd name="connsiteX632" fmla="*/ 2492512 w 7467600"/>
              <a:gd name="connsiteY632" fmla="*/ 1302920 h 6858000"/>
              <a:gd name="connsiteX633" fmla="*/ 2081216 w 7467600"/>
              <a:gd name="connsiteY633" fmla="*/ 2527513 h 6858000"/>
              <a:gd name="connsiteX634" fmla="*/ 2081211 w 7467600"/>
              <a:gd name="connsiteY634" fmla="*/ 2528916 h 6858000"/>
              <a:gd name="connsiteX635" fmla="*/ 2199067 w 7467600"/>
              <a:gd name="connsiteY635" fmla="*/ 2884061 h 6858000"/>
              <a:gd name="connsiteX636" fmla="*/ 3192586 w 7467600"/>
              <a:gd name="connsiteY636" fmla="*/ 3411496 h 6858000"/>
              <a:gd name="connsiteX637" fmla="*/ 3182620 w 7467600"/>
              <a:gd name="connsiteY637" fmla="*/ 3483279 h 6858000"/>
              <a:gd name="connsiteX638" fmla="*/ 2435119 w 7467600"/>
              <a:gd name="connsiteY638" fmla="*/ 3080173 h 6858000"/>
              <a:gd name="connsiteX639" fmla="*/ 2410152 w 7467600"/>
              <a:gd name="connsiteY639" fmla="*/ 3063751 h 6858000"/>
              <a:gd name="connsiteX640" fmla="*/ 2408099 w 7467600"/>
              <a:gd name="connsiteY640" fmla="*/ 3064403 h 6858000"/>
              <a:gd name="connsiteX641" fmla="*/ 2407218 w 7467600"/>
              <a:gd name="connsiteY641" fmla="*/ 3070324 h 6858000"/>
              <a:gd name="connsiteX642" fmla="*/ 2380138 w 7467600"/>
              <a:gd name="connsiteY642" fmla="*/ 3099341 h 6858000"/>
              <a:gd name="connsiteX643" fmla="*/ 1765923 w 7467600"/>
              <a:gd name="connsiteY643" fmla="*/ 3581043 h 6858000"/>
              <a:gd name="connsiteX644" fmla="*/ 1702258 w 7467600"/>
              <a:gd name="connsiteY644" fmla="*/ 3612286 h 6858000"/>
              <a:gd name="connsiteX645" fmla="*/ 1538370 w 7467600"/>
              <a:gd name="connsiteY645" fmla="*/ 3811804 h 6858000"/>
              <a:gd name="connsiteX646" fmla="*/ 542867 w 7467600"/>
              <a:gd name="connsiteY646" fmla="*/ 4944092 h 6858000"/>
              <a:gd name="connsiteX647" fmla="*/ 515800 w 7467600"/>
              <a:gd name="connsiteY647" fmla="*/ 4862180 h 6858000"/>
              <a:gd name="connsiteX648" fmla="*/ 909145 w 7467600"/>
              <a:gd name="connsiteY648" fmla="*/ 4199225 h 6858000"/>
              <a:gd name="connsiteX649" fmla="*/ 1214067 w 7467600"/>
              <a:gd name="connsiteY649" fmla="*/ 3908561 h 6858000"/>
              <a:gd name="connsiteX650" fmla="*/ 640967 w 7467600"/>
              <a:gd name="connsiteY650" fmla="*/ 4105601 h 6858000"/>
              <a:gd name="connsiteX651" fmla="*/ 112563 w 7467600"/>
              <a:gd name="connsiteY651" fmla="*/ 4396952 h 6858000"/>
              <a:gd name="connsiteX652" fmla="*/ 0 w 7467600"/>
              <a:gd name="connsiteY652" fmla="*/ 4466006 h 6858000"/>
              <a:gd name="connsiteX653" fmla="*/ 0 w 7467600"/>
              <a:gd name="connsiteY653" fmla="*/ 4233763 h 6858000"/>
              <a:gd name="connsiteX654" fmla="*/ 36881 w 7467600"/>
              <a:gd name="connsiteY654" fmla="*/ 4200118 h 6858000"/>
              <a:gd name="connsiteX655" fmla="*/ 910534 w 7467600"/>
              <a:gd name="connsiteY655" fmla="*/ 3629753 h 6858000"/>
              <a:gd name="connsiteX656" fmla="*/ 1578717 w 7467600"/>
              <a:gd name="connsiteY656" fmla="*/ 3575982 h 6858000"/>
              <a:gd name="connsiteX657" fmla="*/ 2338780 w 7467600"/>
              <a:gd name="connsiteY657" fmla="*/ 3033725 h 6858000"/>
              <a:gd name="connsiteX658" fmla="*/ 1807991 w 7467600"/>
              <a:gd name="connsiteY658" fmla="*/ 2807184 h 6858000"/>
              <a:gd name="connsiteX659" fmla="*/ 1416358 w 7467600"/>
              <a:gd name="connsiteY659" fmla="*/ 3112571 h 6858000"/>
              <a:gd name="connsiteX660" fmla="*/ 939066 w 7467600"/>
              <a:gd name="connsiteY660" fmla="*/ 3378798 h 6858000"/>
              <a:gd name="connsiteX661" fmla="*/ 115099 w 7467600"/>
              <a:gd name="connsiteY661" fmla="*/ 3607650 h 6858000"/>
              <a:gd name="connsiteX662" fmla="*/ 97284 w 7467600"/>
              <a:gd name="connsiteY662" fmla="*/ 3520393 h 6858000"/>
              <a:gd name="connsiteX663" fmla="*/ 922050 w 7467600"/>
              <a:gd name="connsiteY663" fmla="*/ 3074867 h 6858000"/>
              <a:gd name="connsiteX664" fmla="*/ 1405265 w 7467600"/>
              <a:gd name="connsiteY664" fmla="*/ 3016319 h 6858000"/>
              <a:gd name="connsiteX665" fmla="*/ 1407512 w 7467600"/>
              <a:gd name="connsiteY665" fmla="*/ 3018001 h 6858000"/>
              <a:gd name="connsiteX666" fmla="*/ 1726266 w 7467600"/>
              <a:gd name="connsiteY666" fmla="*/ 2777274 h 6858000"/>
              <a:gd name="connsiteX667" fmla="*/ 625390 w 7467600"/>
              <a:gd name="connsiteY667" fmla="*/ 2514541 h 6858000"/>
              <a:gd name="connsiteX668" fmla="*/ 619799 w 7467600"/>
              <a:gd name="connsiteY668" fmla="*/ 2527180 h 6858000"/>
              <a:gd name="connsiteX669" fmla="*/ 310030 w 7467600"/>
              <a:gd name="connsiteY669" fmla="*/ 2771818 h 6858000"/>
              <a:gd name="connsiteX670" fmla="*/ 173877 w 7467600"/>
              <a:gd name="connsiteY670" fmla="*/ 2937056 h 6858000"/>
              <a:gd name="connsiteX671" fmla="*/ 77889 w 7467600"/>
              <a:gd name="connsiteY671" fmla="*/ 3138440 h 6858000"/>
              <a:gd name="connsiteX672" fmla="*/ 0 w 7467600"/>
              <a:gd name="connsiteY672" fmla="*/ 3271395 h 6858000"/>
              <a:gd name="connsiteX673" fmla="*/ 0 w 7467600"/>
              <a:gd name="connsiteY673" fmla="*/ 3153002 h 6858000"/>
              <a:gd name="connsiteX674" fmla="*/ 2386 w 7467600"/>
              <a:gd name="connsiteY674" fmla="*/ 3149203 h 6858000"/>
              <a:gd name="connsiteX675" fmla="*/ 89753 w 7467600"/>
              <a:gd name="connsiteY675" fmla="*/ 2987702 h 6858000"/>
              <a:gd name="connsiteX676" fmla="*/ 76869 w 7467600"/>
              <a:gd name="connsiteY676" fmla="*/ 3005404 h 6858000"/>
              <a:gd name="connsiteX677" fmla="*/ 32049 w 7467600"/>
              <a:gd name="connsiteY677" fmla="*/ 3065814 h 6858000"/>
              <a:gd name="connsiteX678" fmla="*/ 0 w 7467600"/>
              <a:gd name="connsiteY678" fmla="*/ 3108744 h 6858000"/>
              <a:gd name="connsiteX679" fmla="*/ 0 w 7467600"/>
              <a:gd name="connsiteY679" fmla="*/ 3058059 h 6858000"/>
              <a:gd name="connsiteX680" fmla="*/ 7610 w 7467600"/>
              <a:gd name="connsiteY680" fmla="*/ 3047889 h 6858000"/>
              <a:gd name="connsiteX681" fmla="*/ 52419 w 7467600"/>
              <a:gd name="connsiteY681" fmla="*/ 2987479 h 6858000"/>
              <a:gd name="connsiteX682" fmla="*/ 59142 w 7467600"/>
              <a:gd name="connsiteY682" fmla="*/ 2978488 h 6858000"/>
              <a:gd name="connsiteX683" fmla="*/ 0 w 7467600"/>
              <a:gd name="connsiteY683" fmla="*/ 3015334 h 6858000"/>
              <a:gd name="connsiteX684" fmla="*/ 0 w 7467600"/>
              <a:gd name="connsiteY684" fmla="*/ 2914286 h 6858000"/>
              <a:gd name="connsiteX685" fmla="*/ 36383 w 7467600"/>
              <a:gd name="connsiteY685" fmla="*/ 2901128 h 6858000"/>
              <a:gd name="connsiteX686" fmla="*/ 156329 w 7467600"/>
              <a:gd name="connsiteY686" fmla="*/ 2840533 h 6858000"/>
              <a:gd name="connsiteX687" fmla="*/ 358355 w 7467600"/>
              <a:gd name="connsiteY687" fmla="*/ 2620471 h 6858000"/>
              <a:gd name="connsiteX688" fmla="*/ 510577 w 7467600"/>
              <a:gd name="connsiteY688" fmla="*/ 2501244 h 6858000"/>
              <a:gd name="connsiteX689" fmla="*/ 211967 w 7467600"/>
              <a:gd name="connsiteY689" fmla="*/ 2479171 h 6858000"/>
              <a:gd name="connsiteX690" fmla="*/ 0 w 7467600"/>
              <a:gd name="connsiteY690" fmla="*/ 2476398 h 6858000"/>
              <a:gd name="connsiteX691" fmla="*/ 0 w 7467600"/>
              <a:gd name="connsiteY691" fmla="*/ 2389189 h 6858000"/>
              <a:gd name="connsiteX692" fmla="*/ 103062 w 7467600"/>
              <a:gd name="connsiteY692" fmla="*/ 2389518 h 6858000"/>
              <a:gd name="connsiteX693" fmla="*/ 510734 w 7467600"/>
              <a:gd name="connsiteY693" fmla="*/ 2416201 h 6858000"/>
              <a:gd name="connsiteX694" fmla="*/ 279257 w 7467600"/>
              <a:gd name="connsiteY694" fmla="*/ 2092102 h 6858000"/>
              <a:gd name="connsiteX695" fmla="*/ 65265 w 7467600"/>
              <a:gd name="connsiteY695" fmla="*/ 2006049 h 6858000"/>
              <a:gd name="connsiteX696" fmla="*/ 0 w 7467600"/>
              <a:gd name="connsiteY696" fmla="*/ 1982532 h 6858000"/>
              <a:gd name="connsiteX697" fmla="*/ 0 w 7467600"/>
              <a:gd name="connsiteY697" fmla="*/ 1912789 h 6858000"/>
              <a:gd name="connsiteX698" fmla="*/ 97460 w 7467600"/>
              <a:gd name="connsiteY698" fmla="*/ 1953725 h 6858000"/>
              <a:gd name="connsiteX699" fmla="*/ 221272 w 7467600"/>
              <a:gd name="connsiteY699" fmla="*/ 1980766 h 6858000"/>
              <a:gd name="connsiteX700" fmla="*/ 116765 w 7467600"/>
              <a:gd name="connsiteY700" fmla="*/ 1911033 h 6858000"/>
              <a:gd name="connsiteX701" fmla="*/ 16405 w 7467600"/>
              <a:gd name="connsiteY701" fmla="*/ 1803412 h 6858000"/>
              <a:gd name="connsiteX702" fmla="*/ 0 w 7467600"/>
              <a:gd name="connsiteY702" fmla="*/ 1784777 h 6858000"/>
              <a:gd name="connsiteX703" fmla="*/ 0 w 7467600"/>
              <a:gd name="connsiteY703" fmla="*/ 1740082 h 6858000"/>
              <a:gd name="connsiteX704" fmla="*/ 39394 w 7467600"/>
              <a:gd name="connsiteY704" fmla="*/ 1784856 h 6858000"/>
              <a:gd name="connsiteX705" fmla="*/ 135813 w 7467600"/>
              <a:gd name="connsiteY705" fmla="*/ 1888838 h 6858000"/>
              <a:gd name="connsiteX706" fmla="*/ 242575 w 7467600"/>
              <a:gd name="connsiteY706" fmla="*/ 1958841 h 6858000"/>
              <a:gd name="connsiteX707" fmla="*/ 82197 w 7467600"/>
              <a:gd name="connsiteY707" fmla="*/ 1754826 h 6858000"/>
              <a:gd name="connsiteX708" fmla="*/ 0 w 7467600"/>
              <a:gd name="connsiteY708" fmla="*/ 1679650 h 6858000"/>
              <a:gd name="connsiteX709" fmla="*/ 0 w 7467600"/>
              <a:gd name="connsiteY709" fmla="*/ 1602463 h 6858000"/>
              <a:gd name="connsiteX710" fmla="*/ 84689 w 7467600"/>
              <a:gd name="connsiteY710" fmla="*/ 1677442 h 6858000"/>
              <a:gd name="connsiteX711" fmla="*/ 298437 w 7467600"/>
              <a:gd name="connsiteY711" fmla="*/ 1968019 h 6858000"/>
              <a:gd name="connsiteX712" fmla="*/ 227269 w 7467600"/>
              <a:gd name="connsiteY712" fmla="*/ 1114064 h 6858000"/>
              <a:gd name="connsiteX713" fmla="*/ 248003 w 7467600"/>
              <a:gd name="connsiteY713" fmla="*/ 1089613 h 6858000"/>
              <a:gd name="connsiteX714" fmla="*/ 427020 w 7467600"/>
              <a:gd name="connsiteY714" fmla="*/ 1619803 h 6858000"/>
              <a:gd name="connsiteX715" fmla="*/ 340345 w 7467600"/>
              <a:gd name="connsiteY715" fmla="*/ 2027739 h 6858000"/>
              <a:gd name="connsiteX716" fmla="*/ 360865 w 7467600"/>
              <a:gd name="connsiteY716" fmla="*/ 2044827 h 6858000"/>
              <a:gd name="connsiteX717" fmla="*/ 560414 w 7467600"/>
              <a:gd name="connsiteY717" fmla="*/ 2421457 h 6858000"/>
              <a:gd name="connsiteX718" fmla="*/ 1359703 w 7467600"/>
              <a:gd name="connsiteY718" fmla="*/ 2578554 h 6858000"/>
              <a:gd name="connsiteX719" fmla="*/ 1359422 w 7467600"/>
              <a:gd name="connsiteY719" fmla="*/ 2577994 h 6858000"/>
              <a:gd name="connsiteX720" fmla="*/ 828701 w 7467600"/>
              <a:gd name="connsiteY720" fmla="*/ 1839520 h 6858000"/>
              <a:gd name="connsiteX721" fmla="*/ 494427 w 7467600"/>
              <a:gd name="connsiteY721" fmla="*/ 1092333 h 6858000"/>
              <a:gd name="connsiteX722" fmla="*/ 506322 w 7467600"/>
              <a:gd name="connsiteY722" fmla="*/ 1020997 h 6858000"/>
              <a:gd name="connsiteX723" fmla="*/ 4570198 w 7467600"/>
              <a:gd name="connsiteY723" fmla="*/ 978081 h 6858000"/>
              <a:gd name="connsiteX724" fmla="*/ 4523691 w 7467600"/>
              <a:gd name="connsiteY724" fmla="*/ 1127776 h 6858000"/>
              <a:gd name="connsiteX725" fmla="*/ 4509875 w 7467600"/>
              <a:gd name="connsiteY725" fmla="*/ 1167552 h 6858000"/>
              <a:gd name="connsiteX726" fmla="*/ 4478168 w 7467600"/>
              <a:gd name="connsiteY726" fmla="*/ 1260735 h 6858000"/>
              <a:gd name="connsiteX727" fmla="*/ 4409309 w 7467600"/>
              <a:gd name="connsiteY727" fmla="*/ 1666996 h 6858000"/>
              <a:gd name="connsiteX728" fmla="*/ 4370031 w 7467600"/>
              <a:gd name="connsiteY728" fmla="*/ 1955666 h 6858000"/>
              <a:gd name="connsiteX729" fmla="*/ 4570198 w 7467600"/>
              <a:gd name="connsiteY729" fmla="*/ 978081 h 6858000"/>
              <a:gd name="connsiteX730" fmla="*/ 4557898 w 7467600"/>
              <a:gd name="connsiteY730" fmla="*/ 900011 h 6858000"/>
              <a:gd name="connsiteX731" fmla="*/ 4344840 w 7467600"/>
              <a:gd name="connsiteY731" fmla="*/ 1922038 h 6858000"/>
              <a:gd name="connsiteX732" fmla="*/ 4378710 w 7467600"/>
              <a:gd name="connsiteY732" fmla="*/ 1665516 h 6858000"/>
              <a:gd name="connsiteX733" fmla="*/ 4448798 w 7467600"/>
              <a:gd name="connsiteY733" fmla="*/ 1253024 h 6858000"/>
              <a:gd name="connsiteX734" fmla="*/ 4480315 w 7467600"/>
              <a:gd name="connsiteY734" fmla="*/ 1158454 h 6858000"/>
              <a:gd name="connsiteX735" fmla="*/ 4494133 w 7467600"/>
              <a:gd name="connsiteY735" fmla="*/ 1118676 h 6858000"/>
              <a:gd name="connsiteX736" fmla="*/ 4557898 w 7467600"/>
              <a:gd name="connsiteY736" fmla="*/ 900011 h 6858000"/>
              <a:gd name="connsiteX737" fmla="*/ 5870151 w 7467600"/>
              <a:gd name="connsiteY737" fmla="*/ 898890 h 6858000"/>
              <a:gd name="connsiteX738" fmla="*/ 5861335 w 7467600"/>
              <a:gd name="connsiteY738" fmla="*/ 899177 h 6858000"/>
              <a:gd name="connsiteX739" fmla="*/ 5843702 w 7467600"/>
              <a:gd name="connsiteY739" fmla="*/ 899748 h 6858000"/>
              <a:gd name="connsiteX740" fmla="*/ 5651107 w 7467600"/>
              <a:gd name="connsiteY740" fmla="*/ 920306 h 6858000"/>
              <a:gd name="connsiteX741" fmla="*/ 5459407 w 7467600"/>
              <a:gd name="connsiteY741" fmla="*/ 940975 h 6858000"/>
              <a:gd name="connsiteX742" fmla="*/ 5374846 w 7467600"/>
              <a:gd name="connsiteY742" fmla="*/ 941988 h 6858000"/>
              <a:gd name="connsiteX743" fmla="*/ 5256105 w 7467600"/>
              <a:gd name="connsiteY743" fmla="*/ 945632 h 6858000"/>
              <a:gd name="connsiteX744" fmla="*/ 5107071 w 7467600"/>
              <a:gd name="connsiteY744" fmla="*/ 969720 h 6858000"/>
              <a:gd name="connsiteX745" fmla="*/ 4998681 w 7467600"/>
              <a:gd name="connsiteY745" fmla="*/ 988771 h 6858000"/>
              <a:gd name="connsiteX746" fmla="*/ 5870151 w 7467600"/>
              <a:gd name="connsiteY746" fmla="*/ 898890 h 6858000"/>
              <a:gd name="connsiteX747" fmla="*/ 5504425 w 7467600"/>
              <a:gd name="connsiteY747" fmla="*/ 848067 h 6858000"/>
              <a:gd name="connsiteX748" fmla="*/ 4968849 w 7467600"/>
              <a:gd name="connsiteY748" fmla="*/ 962318 h 6858000"/>
              <a:gd name="connsiteX749" fmla="*/ 5104039 w 7467600"/>
              <a:gd name="connsiteY749" fmla="*/ 940634 h 6858000"/>
              <a:gd name="connsiteX750" fmla="*/ 5256311 w 7467600"/>
              <a:gd name="connsiteY750" fmla="*/ 916490 h 6858000"/>
              <a:gd name="connsiteX751" fmla="*/ 5377381 w 7467600"/>
              <a:gd name="connsiteY751" fmla="*/ 912671 h 6858000"/>
              <a:gd name="connsiteX752" fmla="*/ 5460148 w 7467600"/>
              <a:gd name="connsiteY752" fmla="*/ 911442 h 6858000"/>
              <a:gd name="connsiteX753" fmla="*/ 5648971 w 7467600"/>
              <a:gd name="connsiteY753" fmla="*/ 891331 h 6858000"/>
              <a:gd name="connsiteX754" fmla="*/ 5844807 w 7467600"/>
              <a:gd name="connsiteY754" fmla="*/ 870718 h 6858000"/>
              <a:gd name="connsiteX755" fmla="*/ 5862975 w 7467600"/>
              <a:gd name="connsiteY755" fmla="*/ 869756 h 6858000"/>
              <a:gd name="connsiteX756" fmla="*/ 5920887 w 7467600"/>
              <a:gd name="connsiteY756" fmla="*/ 865929 h 6858000"/>
              <a:gd name="connsiteX757" fmla="*/ 5504425 w 7467600"/>
              <a:gd name="connsiteY757" fmla="*/ 848067 h 6858000"/>
              <a:gd name="connsiteX758" fmla="*/ 3607114 w 7467600"/>
              <a:gd name="connsiteY758" fmla="*/ 467441 h 6858000"/>
              <a:gd name="connsiteX759" fmla="*/ 3296242 w 7467600"/>
              <a:gd name="connsiteY759" fmla="*/ 807991 h 6858000"/>
              <a:gd name="connsiteX760" fmla="*/ 3174674 w 7467600"/>
              <a:gd name="connsiteY760" fmla="*/ 919759 h 6858000"/>
              <a:gd name="connsiteX761" fmla="*/ 3042978 w 7467600"/>
              <a:gd name="connsiteY761" fmla="*/ 1054894 h 6858000"/>
              <a:gd name="connsiteX762" fmla="*/ 2968914 w 7467600"/>
              <a:gd name="connsiteY762" fmla="*/ 1133756 h 6858000"/>
              <a:gd name="connsiteX763" fmla="*/ 3103823 w 7467600"/>
              <a:gd name="connsiteY763" fmla="*/ 1026814 h 6858000"/>
              <a:gd name="connsiteX764" fmla="*/ 3607114 w 7467600"/>
              <a:gd name="connsiteY764" fmla="*/ 467441 h 6858000"/>
              <a:gd name="connsiteX765" fmla="*/ 3744487 w 7467600"/>
              <a:gd name="connsiteY765" fmla="*/ 383136 h 6858000"/>
              <a:gd name="connsiteX766" fmla="*/ 3970213 w 7467600"/>
              <a:gd name="connsiteY766" fmla="*/ 995559 h 6858000"/>
              <a:gd name="connsiteX767" fmla="*/ 3744487 w 7467600"/>
              <a:gd name="connsiteY767" fmla="*/ 383136 h 6858000"/>
              <a:gd name="connsiteX768" fmla="*/ 3624562 w 7467600"/>
              <a:gd name="connsiteY768" fmla="*/ 367041 h 6858000"/>
              <a:gd name="connsiteX769" fmla="*/ 3489712 w 7467600"/>
              <a:gd name="connsiteY769" fmla="*/ 485386 h 6858000"/>
              <a:gd name="connsiteX770" fmla="*/ 3182994 w 7467600"/>
              <a:gd name="connsiteY770" fmla="*/ 828265 h 6858000"/>
              <a:gd name="connsiteX771" fmla="*/ 2892114 w 7467600"/>
              <a:gd name="connsiteY771" fmla="*/ 1172635 h 6858000"/>
              <a:gd name="connsiteX772" fmla="*/ 3021459 w 7467600"/>
              <a:gd name="connsiteY772" fmla="*/ 1035385 h 6858000"/>
              <a:gd name="connsiteX773" fmla="*/ 3153873 w 7467600"/>
              <a:gd name="connsiteY773" fmla="*/ 898971 h 6858000"/>
              <a:gd name="connsiteX774" fmla="*/ 3276511 w 7467600"/>
              <a:gd name="connsiteY774" fmla="*/ 786423 h 6858000"/>
              <a:gd name="connsiteX775" fmla="*/ 3584154 w 7467600"/>
              <a:gd name="connsiteY775" fmla="*/ 448218 h 6858000"/>
              <a:gd name="connsiteX776" fmla="*/ 3624562 w 7467600"/>
              <a:gd name="connsiteY776" fmla="*/ 367041 h 6858000"/>
              <a:gd name="connsiteX777" fmla="*/ 3766672 w 7467600"/>
              <a:gd name="connsiteY777" fmla="*/ 359429 h 6858000"/>
              <a:gd name="connsiteX778" fmla="*/ 3996338 w 7467600"/>
              <a:gd name="connsiteY778" fmla="*/ 968237 h 6858000"/>
              <a:gd name="connsiteX779" fmla="*/ 3766672 w 7467600"/>
              <a:gd name="connsiteY779" fmla="*/ 359429 h 6858000"/>
              <a:gd name="connsiteX780" fmla="*/ 5805386 w 7467600"/>
              <a:gd name="connsiteY780" fmla="*/ 239240 h 6858000"/>
              <a:gd name="connsiteX781" fmla="*/ 5736947 w 7467600"/>
              <a:gd name="connsiteY781" fmla="*/ 261367 h 6858000"/>
              <a:gd name="connsiteX782" fmla="*/ 5427012 w 7467600"/>
              <a:gd name="connsiteY782" fmla="*/ 311272 h 6858000"/>
              <a:gd name="connsiteX783" fmla="*/ 5147818 w 7467600"/>
              <a:gd name="connsiteY783" fmla="*/ 322112 h 6858000"/>
              <a:gd name="connsiteX784" fmla="*/ 5060854 w 7467600"/>
              <a:gd name="connsiteY784" fmla="*/ 311882 h 6858000"/>
              <a:gd name="connsiteX785" fmla="*/ 4945989 w 7467600"/>
              <a:gd name="connsiteY785" fmla="*/ 300516 h 6858000"/>
              <a:gd name="connsiteX786" fmla="*/ 5410479 w 7467600"/>
              <a:gd name="connsiteY786" fmla="*/ 348434 h 6858000"/>
              <a:gd name="connsiteX787" fmla="*/ 5805386 w 7467600"/>
              <a:gd name="connsiteY787" fmla="*/ 239240 h 6858000"/>
              <a:gd name="connsiteX788" fmla="*/ 5905192 w 7467600"/>
              <a:gd name="connsiteY788" fmla="*/ 163079 h 6858000"/>
              <a:gd name="connsiteX789" fmla="*/ 5865655 w 7467600"/>
              <a:gd name="connsiteY789" fmla="*/ 171901 h 6858000"/>
              <a:gd name="connsiteX790" fmla="*/ 5259740 w 7467600"/>
              <a:gd name="connsiteY790" fmla="*/ 257013 h 6858000"/>
              <a:gd name="connsiteX791" fmla="*/ 5208466 w 7467600"/>
              <a:gd name="connsiteY791" fmla="*/ 257550 h 6858000"/>
              <a:gd name="connsiteX792" fmla="*/ 4980204 w 7467600"/>
              <a:gd name="connsiteY792" fmla="*/ 271903 h 6858000"/>
              <a:gd name="connsiteX793" fmla="*/ 5068068 w 7467600"/>
              <a:gd name="connsiteY793" fmla="*/ 282244 h 6858000"/>
              <a:gd name="connsiteX794" fmla="*/ 5153231 w 7467600"/>
              <a:gd name="connsiteY794" fmla="*/ 292240 h 6858000"/>
              <a:gd name="connsiteX795" fmla="*/ 5426491 w 7467600"/>
              <a:gd name="connsiteY795" fmla="*/ 281128 h 6858000"/>
              <a:gd name="connsiteX796" fmla="*/ 5731212 w 7467600"/>
              <a:gd name="connsiteY796" fmla="*/ 231951 h 6858000"/>
              <a:gd name="connsiteX797" fmla="*/ 5905192 w 7467600"/>
              <a:gd name="connsiteY797" fmla="*/ 163079 h 6858000"/>
              <a:gd name="connsiteX798" fmla="*/ 5944437 w 7467600"/>
              <a:gd name="connsiteY798" fmla="*/ 113829 h 6858000"/>
              <a:gd name="connsiteX799" fmla="*/ 5825032 w 7467600"/>
              <a:gd name="connsiteY799" fmla="*/ 146405 h 6858000"/>
              <a:gd name="connsiteX800" fmla="*/ 4955599 w 7467600"/>
              <a:gd name="connsiteY800" fmla="*/ 247008 h 6858000"/>
              <a:gd name="connsiteX801" fmla="*/ 5210104 w 7467600"/>
              <a:gd name="connsiteY801" fmla="*/ 228123 h 6858000"/>
              <a:gd name="connsiteX802" fmla="*/ 5261015 w 7467600"/>
              <a:gd name="connsiteY802" fmla="*/ 227087 h 6858000"/>
              <a:gd name="connsiteX803" fmla="*/ 5861181 w 7467600"/>
              <a:gd name="connsiteY803" fmla="*/ 143093 h 6858000"/>
              <a:gd name="connsiteX804" fmla="*/ 5961252 w 7467600"/>
              <a:gd name="connsiteY804" fmla="*/ 114820 h 6858000"/>
              <a:gd name="connsiteX805" fmla="*/ 5944437 w 7467600"/>
              <a:gd name="connsiteY805" fmla="*/ 113829 h 6858000"/>
              <a:gd name="connsiteX806" fmla="*/ 3882765 w 7467600"/>
              <a:gd name="connsiteY806" fmla="*/ 0 h 6858000"/>
              <a:gd name="connsiteX807" fmla="*/ 3995099 w 7467600"/>
              <a:gd name="connsiteY807" fmla="*/ 0 h 6858000"/>
              <a:gd name="connsiteX808" fmla="*/ 4163818 w 7467600"/>
              <a:gd name="connsiteY808" fmla="*/ 234104 h 6858000"/>
              <a:gd name="connsiteX809" fmla="*/ 4172099 w 7467600"/>
              <a:gd name="connsiteY809" fmla="*/ 234207 h 6858000"/>
              <a:gd name="connsiteX810" fmla="*/ 4784282 w 7467600"/>
              <a:gd name="connsiteY810" fmla="*/ 276561 h 6858000"/>
              <a:gd name="connsiteX811" fmla="*/ 4801687 w 7467600"/>
              <a:gd name="connsiteY811" fmla="*/ 267764 h 6858000"/>
              <a:gd name="connsiteX812" fmla="*/ 6082788 w 7467600"/>
              <a:gd name="connsiteY812" fmla="*/ 64119 h 6858000"/>
              <a:gd name="connsiteX813" fmla="*/ 6099442 w 7467600"/>
              <a:gd name="connsiteY813" fmla="*/ 82568 h 6858000"/>
              <a:gd name="connsiteX814" fmla="*/ 4804137 w 7467600"/>
              <a:gd name="connsiteY814" fmla="*/ 320931 h 6858000"/>
              <a:gd name="connsiteX815" fmla="*/ 4227047 w 7467600"/>
              <a:gd name="connsiteY815" fmla="*/ 313415 h 6858000"/>
              <a:gd name="connsiteX816" fmla="*/ 4346041 w 7467600"/>
              <a:gd name="connsiteY816" fmla="*/ 456086 h 6858000"/>
              <a:gd name="connsiteX817" fmla="*/ 4870967 w 7467600"/>
              <a:gd name="connsiteY817" fmla="*/ 963061 h 6858000"/>
              <a:gd name="connsiteX818" fmla="*/ 4889647 w 7467600"/>
              <a:gd name="connsiteY818" fmla="*/ 957147 h 6858000"/>
              <a:gd name="connsiteX819" fmla="*/ 5422504 w 7467600"/>
              <a:gd name="connsiteY819" fmla="*/ 805191 h 6858000"/>
              <a:gd name="connsiteX820" fmla="*/ 6087656 w 7467600"/>
              <a:gd name="connsiteY820" fmla="*/ 826703 h 6858000"/>
              <a:gd name="connsiteX821" fmla="*/ 6058717 w 7467600"/>
              <a:gd name="connsiteY821" fmla="*/ 865992 h 6858000"/>
              <a:gd name="connsiteX822" fmla="*/ 4974153 w 7467600"/>
              <a:gd name="connsiteY822" fmla="*/ 1045456 h 6858000"/>
              <a:gd name="connsiteX823" fmla="*/ 5627835 w 7467600"/>
              <a:gd name="connsiteY823" fmla="*/ 1472077 h 6858000"/>
              <a:gd name="connsiteX824" fmla="*/ 5629817 w 7467600"/>
              <a:gd name="connsiteY824" fmla="*/ 1471412 h 6858000"/>
              <a:gd name="connsiteX825" fmla="*/ 5634124 w 7467600"/>
              <a:gd name="connsiteY825" fmla="*/ 1470572 h 6858000"/>
              <a:gd name="connsiteX826" fmla="*/ 5755832 w 7467600"/>
              <a:gd name="connsiteY826" fmla="*/ 1383886 h 6858000"/>
              <a:gd name="connsiteX827" fmla="*/ 6014186 w 7467600"/>
              <a:gd name="connsiteY827" fmla="*/ 1279799 h 6858000"/>
              <a:gd name="connsiteX828" fmla="*/ 6901619 w 7467600"/>
              <a:gd name="connsiteY828" fmla="*/ 1047874 h 6858000"/>
              <a:gd name="connsiteX829" fmla="*/ 6931566 w 7467600"/>
              <a:gd name="connsiteY829" fmla="*/ 1062034 h 6858000"/>
              <a:gd name="connsiteX830" fmla="*/ 5790982 w 7467600"/>
              <a:gd name="connsiteY830" fmla="*/ 1561380 h 6858000"/>
              <a:gd name="connsiteX831" fmla="*/ 6188971 w 7467600"/>
              <a:gd name="connsiteY831" fmla="*/ 1755168 h 6858000"/>
              <a:gd name="connsiteX832" fmla="*/ 6202446 w 7467600"/>
              <a:gd name="connsiteY832" fmla="*/ 1752268 h 6858000"/>
              <a:gd name="connsiteX833" fmla="*/ 7179560 w 7467600"/>
              <a:gd name="connsiteY833" fmla="*/ 1467551 h 6858000"/>
              <a:gd name="connsiteX834" fmla="*/ 7158730 w 7467600"/>
              <a:gd name="connsiteY834" fmla="*/ 1507835 h 6858000"/>
              <a:gd name="connsiteX835" fmla="*/ 6326959 w 7467600"/>
              <a:gd name="connsiteY835" fmla="*/ 1817686 h 6858000"/>
              <a:gd name="connsiteX836" fmla="*/ 6537433 w 7467600"/>
              <a:gd name="connsiteY836" fmla="*/ 1907790 h 6858000"/>
              <a:gd name="connsiteX837" fmla="*/ 6550221 w 7467600"/>
              <a:gd name="connsiteY837" fmla="*/ 1910729 h 6858000"/>
              <a:gd name="connsiteX838" fmla="*/ 6964438 w 7467600"/>
              <a:gd name="connsiteY838" fmla="*/ 2209505 h 6858000"/>
              <a:gd name="connsiteX839" fmla="*/ 7367862 w 7467600"/>
              <a:gd name="connsiteY839" fmla="*/ 2806833 h 6858000"/>
              <a:gd name="connsiteX840" fmla="*/ 7364329 w 7467600"/>
              <a:gd name="connsiteY840" fmla="*/ 2826907 h 6858000"/>
              <a:gd name="connsiteX841" fmla="*/ 7290545 w 7467600"/>
              <a:gd name="connsiteY841" fmla="*/ 2850663 h 6858000"/>
              <a:gd name="connsiteX842" fmla="*/ 6472036 w 7467600"/>
              <a:gd name="connsiteY842" fmla="*/ 1959003 h 6858000"/>
              <a:gd name="connsiteX843" fmla="*/ 5792897 w 7467600"/>
              <a:gd name="connsiteY843" fmla="*/ 1647747 h 6858000"/>
              <a:gd name="connsiteX844" fmla="*/ 5842751 w 7467600"/>
              <a:gd name="connsiteY844" fmla="*/ 1816112 h 6858000"/>
              <a:gd name="connsiteX845" fmla="*/ 5847424 w 7467600"/>
              <a:gd name="connsiteY845" fmla="*/ 1815776 h 6858000"/>
              <a:gd name="connsiteX846" fmla="*/ 6399821 w 7467600"/>
              <a:gd name="connsiteY846" fmla="*/ 2344799 h 6858000"/>
              <a:gd name="connsiteX847" fmla="*/ 6323232 w 7467600"/>
              <a:gd name="connsiteY847" fmla="*/ 2389634 h 6858000"/>
              <a:gd name="connsiteX848" fmla="*/ 5942958 w 7467600"/>
              <a:gd name="connsiteY848" fmla="*/ 2077708 h 6858000"/>
              <a:gd name="connsiteX849" fmla="*/ 5921559 w 7467600"/>
              <a:gd name="connsiteY849" fmla="*/ 2378596 h 6858000"/>
              <a:gd name="connsiteX850" fmla="*/ 5817651 w 7467600"/>
              <a:gd name="connsiteY850" fmla="*/ 3023919 h 6858000"/>
              <a:gd name="connsiteX851" fmla="*/ 5729634 w 7467600"/>
              <a:gd name="connsiteY851" fmla="*/ 3051849 h 6858000"/>
              <a:gd name="connsiteX852" fmla="*/ 5611018 w 7467600"/>
              <a:gd name="connsiteY852" fmla="*/ 2316769 h 6858000"/>
              <a:gd name="connsiteX853" fmla="*/ 5687608 w 7467600"/>
              <a:gd name="connsiteY853" fmla="*/ 2039972 h 6858000"/>
              <a:gd name="connsiteX854" fmla="*/ 5657554 w 7467600"/>
              <a:gd name="connsiteY854" fmla="*/ 1576445 h 6858000"/>
              <a:gd name="connsiteX855" fmla="*/ 5150475 w 7467600"/>
              <a:gd name="connsiteY855" fmla="*/ 1274012 h 6858000"/>
              <a:gd name="connsiteX856" fmla="*/ 5349142 w 7467600"/>
              <a:gd name="connsiteY856" fmla="*/ 2204405 h 6858000"/>
              <a:gd name="connsiteX857" fmla="*/ 5262214 w 7467600"/>
              <a:gd name="connsiteY857" fmla="*/ 2233836 h 6858000"/>
              <a:gd name="connsiteX858" fmla="*/ 4981539 w 7467600"/>
              <a:gd name="connsiteY858" fmla="*/ 1542201 h 6858000"/>
              <a:gd name="connsiteX859" fmla="*/ 4958461 w 7467600"/>
              <a:gd name="connsiteY859" fmla="*/ 1136957 h 6858000"/>
              <a:gd name="connsiteX860" fmla="*/ 4655015 w 7467600"/>
              <a:gd name="connsiteY860" fmla="*/ 891426 h 6858000"/>
              <a:gd name="connsiteX861" fmla="*/ 4348002 w 7467600"/>
              <a:gd name="connsiteY861" fmla="*/ 2205895 h 6858000"/>
              <a:gd name="connsiteX862" fmla="*/ 4262250 w 7467600"/>
              <a:gd name="connsiteY862" fmla="*/ 2219972 h 6858000"/>
              <a:gd name="connsiteX863" fmla="*/ 4550611 w 7467600"/>
              <a:gd name="connsiteY863" fmla="*/ 817540 h 6858000"/>
              <a:gd name="connsiteX864" fmla="*/ 4564418 w 7467600"/>
              <a:gd name="connsiteY864" fmla="*/ 808293 h 6858000"/>
              <a:gd name="connsiteX865" fmla="*/ 4266388 w 7467600"/>
              <a:gd name="connsiteY865" fmla="*/ 500083 h 6858000"/>
              <a:gd name="connsiteX866" fmla="*/ 4032842 w 7467600"/>
              <a:gd name="connsiteY866" fmla="*/ 211809 h 6858000"/>
              <a:gd name="connsiteX867" fmla="*/ 3882765 w 7467600"/>
              <a:gd name="connsiteY867" fmla="*/ 0 h 6858000"/>
              <a:gd name="connsiteX868" fmla="*/ 3721337 w 7467600"/>
              <a:gd name="connsiteY868" fmla="*/ 0 h 6858000"/>
              <a:gd name="connsiteX869" fmla="*/ 3797544 w 7467600"/>
              <a:gd name="connsiteY869" fmla="*/ 0 h 6858000"/>
              <a:gd name="connsiteX870" fmla="*/ 3775734 w 7467600"/>
              <a:gd name="connsiteY870" fmla="*/ 95131 h 6858000"/>
              <a:gd name="connsiteX871" fmla="*/ 3724807 w 7467600"/>
              <a:gd name="connsiteY871" fmla="*/ 272257 h 6858000"/>
              <a:gd name="connsiteX872" fmla="*/ 3726844 w 7467600"/>
              <a:gd name="connsiteY872" fmla="*/ 282988 h 6858000"/>
              <a:gd name="connsiteX873" fmla="*/ 3742664 w 7467600"/>
              <a:gd name="connsiteY873" fmla="*/ 279918 h 6858000"/>
              <a:gd name="connsiteX874" fmla="*/ 4103910 w 7467600"/>
              <a:gd name="connsiteY874" fmla="*/ 1161917 h 6858000"/>
              <a:gd name="connsiteX875" fmla="*/ 4020269 w 7467600"/>
              <a:gd name="connsiteY875" fmla="*/ 1200406 h 6858000"/>
              <a:gd name="connsiteX876" fmla="*/ 3674882 w 7467600"/>
              <a:gd name="connsiteY876" fmla="*/ 488524 h 6858000"/>
              <a:gd name="connsiteX877" fmla="*/ 3132682 w 7467600"/>
              <a:gd name="connsiteY877" fmla="*/ 1072284 h 6858000"/>
              <a:gd name="connsiteX878" fmla="*/ 2716346 w 7467600"/>
              <a:gd name="connsiteY878" fmla="*/ 1276376 h 6858000"/>
              <a:gd name="connsiteX879" fmla="*/ 2716772 w 7467600"/>
              <a:gd name="connsiteY879" fmla="*/ 1255462 h 6858000"/>
              <a:gd name="connsiteX880" fmla="*/ 3471096 w 7467600"/>
              <a:gd name="connsiteY880" fmla="*/ 437072 h 6858000"/>
              <a:gd name="connsiteX881" fmla="*/ 3639057 w 7467600"/>
              <a:gd name="connsiteY881" fmla="*/ 286334 h 6858000"/>
              <a:gd name="connsiteX882" fmla="*/ 3640309 w 7467600"/>
              <a:gd name="connsiteY882" fmla="*/ 284664 h 6858000"/>
              <a:gd name="connsiteX883" fmla="*/ 3646022 w 7467600"/>
              <a:gd name="connsiteY883" fmla="*/ 276711 h 6858000"/>
              <a:gd name="connsiteX884" fmla="*/ 3707943 w 7467600"/>
              <a:gd name="connsiteY884" fmla="*/ 65958 h 6858000"/>
              <a:gd name="connsiteX885" fmla="*/ 3721337 w 7467600"/>
              <a:gd name="connsiteY885" fmla="*/ 0 h 6858000"/>
              <a:gd name="connsiteX886" fmla="*/ 2867960 w 7467600"/>
              <a:gd name="connsiteY886" fmla="*/ 0 h 6858000"/>
              <a:gd name="connsiteX887" fmla="*/ 2926351 w 7467600"/>
              <a:gd name="connsiteY887" fmla="*/ 0 h 6858000"/>
              <a:gd name="connsiteX888" fmla="*/ 2902823 w 7467600"/>
              <a:gd name="connsiteY888" fmla="*/ 262929 h 6858000"/>
              <a:gd name="connsiteX889" fmla="*/ 2940663 w 7467600"/>
              <a:gd name="connsiteY889" fmla="*/ 140884 h 6858000"/>
              <a:gd name="connsiteX890" fmla="*/ 2947039 w 7467600"/>
              <a:gd name="connsiteY890" fmla="*/ 122524 h 6858000"/>
              <a:gd name="connsiteX891" fmla="*/ 2984316 w 7467600"/>
              <a:gd name="connsiteY891" fmla="*/ 0 h 6858000"/>
              <a:gd name="connsiteX892" fmla="*/ 3016114 w 7467600"/>
              <a:gd name="connsiteY892" fmla="*/ 0 h 6858000"/>
              <a:gd name="connsiteX893" fmla="*/ 2979949 w 7467600"/>
              <a:gd name="connsiteY893" fmla="*/ 119274 h 6858000"/>
              <a:gd name="connsiteX894" fmla="*/ 3023879 w 7467600"/>
              <a:gd name="connsiteY894" fmla="*/ 0 h 6858000"/>
              <a:gd name="connsiteX895" fmla="*/ 3105400 w 7467600"/>
              <a:gd name="connsiteY895" fmla="*/ 0 h 6858000"/>
              <a:gd name="connsiteX896" fmla="*/ 3094669 w 7467600"/>
              <a:gd name="connsiteY896" fmla="*/ 30308 h 6858000"/>
              <a:gd name="connsiteX897" fmla="*/ 2901945 w 7467600"/>
              <a:gd name="connsiteY897" fmla="*/ 466538 h 6858000"/>
              <a:gd name="connsiteX898" fmla="*/ 2815209 w 7467600"/>
              <a:gd name="connsiteY898" fmla="*/ 497361 h 6858000"/>
              <a:gd name="connsiteX899" fmla="*/ 2844845 w 7467600"/>
              <a:gd name="connsiteY899" fmla="*/ 127638 h 6858000"/>
              <a:gd name="connsiteX900" fmla="*/ 2867960 w 7467600"/>
              <a:gd name="connsiteY900" fmla="*/ 0 h 6858000"/>
              <a:gd name="connsiteX901" fmla="*/ 1057230 w 7467600"/>
              <a:gd name="connsiteY901" fmla="*/ 0 h 6858000"/>
              <a:gd name="connsiteX902" fmla="*/ 1111003 w 7467600"/>
              <a:gd name="connsiteY902" fmla="*/ 0 h 6858000"/>
              <a:gd name="connsiteX903" fmla="*/ 1125553 w 7467600"/>
              <a:gd name="connsiteY903" fmla="*/ 52588 h 6858000"/>
              <a:gd name="connsiteX904" fmla="*/ 1304276 w 7467600"/>
              <a:gd name="connsiteY904" fmla="*/ 476275 h 6858000"/>
              <a:gd name="connsiteX905" fmla="*/ 1492066 w 7467600"/>
              <a:gd name="connsiteY905" fmla="*/ 886333 h 6858000"/>
              <a:gd name="connsiteX906" fmla="*/ 1423698 w 7467600"/>
              <a:gd name="connsiteY906" fmla="*/ 710817 h 6858000"/>
              <a:gd name="connsiteX907" fmla="*/ 1357609 w 7467600"/>
              <a:gd name="connsiteY907" fmla="*/ 532892 h 6858000"/>
              <a:gd name="connsiteX908" fmla="*/ 1309550 w 7467600"/>
              <a:gd name="connsiteY908" fmla="*/ 374031 h 6858000"/>
              <a:gd name="connsiteX909" fmla="*/ 1193673 w 7467600"/>
              <a:gd name="connsiteY909" fmla="*/ 49533 h 6858000"/>
              <a:gd name="connsiteX910" fmla="*/ 1164391 w 7467600"/>
              <a:gd name="connsiteY910" fmla="*/ 0 h 6858000"/>
              <a:gd name="connsiteX911" fmla="*/ 1200666 w 7467600"/>
              <a:gd name="connsiteY911" fmla="*/ 0 h 6858000"/>
              <a:gd name="connsiteX912" fmla="*/ 1223408 w 7467600"/>
              <a:gd name="connsiteY912" fmla="*/ 38996 h 6858000"/>
              <a:gd name="connsiteX913" fmla="*/ 1339635 w 7467600"/>
              <a:gd name="connsiteY913" fmla="*/ 365517 h 6858000"/>
              <a:gd name="connsiteX914" fmla="*/ 1387469 w 7467600"/>
              <a:gd name="connsiteY914" fmla="*/ 523079 h 6858000"/>
              <a:gd name="connsiteX915" fmla="*/ 1452685 w 7467600"/>
              <a:gd name="connsiteY915" fmla="*/ 699806 h 6858000"/>
              <a:gd name="connsiteX916" fmla="*/ 1492092 w 7467600"/>
              <a:gd name="connsiteY916" fmla="*/ 800424 h 6858000"/>
              <a:gd name="connsiteX917" fmla="*/ 1455302 w 7467600"/>
              <a:gd name="connsiteY917" fmla="*/ 632913 h 6858000"/>
              <a:gd name="connsiteX918" fmla="*/ 1222336 w 7467600"/>
              <a:gd name="connsiteY918" fmla="*/ 9480 h 6858000"/>
              <a:gd name="connsiteX919" fmla="*/ 1214634 w 7467600"/>
              <a:gd name="connsiteY919" fmla="*/ 0 h 6858000"/>
              <a:gd name="connsiteX920" fmla="*/ 1289827 w 7467600"/>
              <a:gd name="connsiteY920" fmla="*/ 0 h 6858000"/>
              <a:gd name="connsiteX921" fmla="*/ 1321076 w 7467600"/>
              <a:gd name="connsiteY921" fmla="*/ 59722 h 6858000"/>
              <a:gd name="connsiteX922" fmla="*/ 1512579 w 7467600"/>
              <a:gd name="connsiteY922" fmla="*/ 626441 h 6858000"/>
              <a:gd name="connsiteX923" fmla="*/ 1506076 w 7467600"/>
              <a:gd name="connsiteY923" fmla="*/ 1089289 h 6858000"/>
              <a:gd name="connsiteX924" fmla="*/ 1486346 w 7467600"/>
              <a:gd name="connsiteY924" fmla="*/ 1079919 h 6858000"/>
              <a:gd name="connsiteX925" fmla="*/ 1070511 w 7467600"/>
              <a:gd name="connsiteY925" fmla="*/ 48609 h 6858000"/>
              <a:gd name="connsiteX926" fmla="*/ 1057230 w 7467600"/>
              <a:gd name="connsiteY926" fmla="*/ 0 h 6858000"/>
              <a:gd name="connsiteX927" fmla="*/ 43151 w 7467600"/>
              <a:gd name="connsiteY927" fmla="*/ 0 h 6858000"/>
              <a:gd name="connsiteX928" fmla="*/ 95283 w 7467600"/>
              <a:gd name="connsiteY928" fmla="*/ 0 h 6858000"/>
              <a:gd name="connsiteX929" fmla="*/ 300708 w 7467600"/>
              <a:gd name="connsiteY929" fmla="*/ 154571 h 6858000"/>
              <a:gd name="connsiteX930" fmla="*/ 530414 w 7467600"/>
              <a:gd name="connsiteY930" fmla="*/ 354673 h 6858000"/>
              <a:gd name="connsiteX931" fmla="*/ 333785 w 7467600"/>
              <a:gd name="connsiteY931" fmla="*/ 161564 h 6858000"/>
              <a:gd name="connsiteX932" fmla="*/ 147005 w 7467600"/>
              <a:gd name="connsiteY932" fmla="*/ 0 h 6858000"/>
              <a:gd name="connsiteX933" fmla="*/ 272509 w 7467600"/>
              <a:gd name="connsiteY933" fmla="*/ 0 h 6858000"/>
              <a:gd name="connsiteX934" fmla="*/ 326276 w 7467600"/>
              <a:gd name="connsiteY934" fmla="*/ 45847 h 6858000"/>
              <a:gd name="connsiteX935" fmla="*/ 823759 w 7467600"/>
              <a:gd name="connsiteY935" fmla="*/ 574145 h 6858000"/>
              <a:gd name="connsiteX936" fmla="*/ 811254 w 7467600"/>
              <a:gd name="connsiteY936" fmla="*/ 665546 h 6858000"/>
              <a:gd name="connsiteX937" fmla="*/ 154042 w 7467600"/>
              <a:gd name="connsiteY937" fmla="*/ 261522 h 6858000"/>
              <a:gd name="connsiteX938" fmla="*/ 13550 w 7467600"/>
              <a:gd name="connsiteY938" fmla="*/ 158423 h 6858000"/>
              <a:gd name="connsiteX939" fmla="*/ 0 w 7467600"/>
              <a:gd name="connsiteY939" fmla="*/ 146618 h 6858000"/>
              <a:gd name="connsiteX940" fmla="*/ 0 w 7467600"/>
              <a:gd name="connsiteY940" fmla="*/ 59161 h 6858000"/>
              <a:gd name="connsiteX941" fmla="*/ 45427 w 7467600"/>
              <a:gd name="connsiteY941" fmla="*/ 101078 h 6858000"/>
              <a:gd name="connsiteX942" fmla="*/ 630103 w 7467600"/>
              <a:gd name="connsiteY942" fmla="*/ 485885 h 6858000"/>
              <a:gd name="connsiteX943" fmla="*/ 532040 w 7467600"/>
              <a:gd name="connsiteY943" fmla="*/ 399359 h 6858000"/>
              <a:gd name="connsiteX944" fmla="*/ 517618 w 7467600"/>
              <a:gd name="connsiteY944" fmla="*/ 385726 h 6858000"/>
              <a:gd name="connsiteX945" fmla="*/ 285074 w 7467600"/>
              <a:gd name="connsiteY945" fmla="*/ 182755 h 6858000"/>
              <a:gd name="connsiteX946" fmla="*/ 43151 w 7467600"/>
              <a:gd name="connsiteY94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34024 w 7467600"/>
              <a:gd name="connsiteY4" fmla="*/ 672213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1019354 w 7467600"/>
              <a:gd name="connsiteY14" fmla="*/ 6315006 h 6858000"/>
              <a:gd name="connsiteX15" fmla="*/ 441046 w 7467600"/>
              <a:gd name="connsiteY15" fmla="*/ 6691153 h 6858000"/>
              <a:gd name="connsiteX16" fmla="*/ 1019354 w 7467600"/>
              <a:gd name="connsiteY16" fmla="*/ 6315006 h 6858000"/>
              <a:gd name="connsiteX17" fmla="*/ 991680 w 7467600"/>
              <a:gd name="connsiteY17" fmla="*/ 6298413 h 6858000"/>
              <a:gd name="connsiteX18" fmla="*/ 409060 w 7467600"/>
              <a:gd name="connsiteY18" fmla="*/ 6671470 h 6858000"/>
              <a:gd name="connsiteX19" fmla="*/ 991680 w 7467600"/>
              <a:gd name="connsiteY19" fmla="*/ 6298413 h 6858000"/>
              <a:gd name="connsiteX20" fmla="*/ 103333 w 7467600"/>
              <a:gd name="connsiteY20" fmla="*/ 5699602 h 6858000"/>
              <a:gd name="connsiteX21" fmla="*/ 233938 w 7467600"/>
              <a:gd name="connsiteY21" fmla="*/ 5809416 h 6858000"/>
              <a:gd name="connsiteX22" fmla="*/ 883580 w 7467600"/>
              <a:gd name="connsiteY22" fmla="*/ 6180710 h 6858000"/>
              <a:gd name="connsiteX23" fmla="*/ 487337 w 7467600"/>
              <a:gd name="connsiteY23" fmla="*/ 5950182 h 6858000"/>
              <a:gd name="connsiteX24" fmla="*/ 354051 w 7467600"/>
              <a:gd name="connsiteY24" fmla="*/ 5854912 h 6858000"/>
              <a:gd name="connsiteX25" fmla="*/ 195436 w 7467600"/>
              <a:gd name="connsiteY25" fmla="*/ 5755068 h 6858000"/>
              <a:gd name="connsiteX26" fmla="*/ 103333 w 7467600"/>
              <a:gd name="connsiteY26" fmla="*/ 5699602 h 6858000"/>
              <a:gd name="connsiteX27" fmla="*/ 5539432 w 7467600"/>
              <a:gd name="connsiteY27" fmla="*/ 5642928 h 6858000"/>
              <a:gd name="connsiteX28" fmla="*/ 5555462 w 7467600"/>
              <a:gd name="connsiteY28" fmla="*/ 5694454 h 6858000"/>
              <a:gd name="connsiteX29" fmla="*/ 5828270 w 7467600"/>
              <a:gd name="connsiteY29" fmla="*/ 6320663 h 6858000"/>
              <a:gd name="connsiteX30" fmla="*/ 5947416 w 7467600"/>
              <a:gd name="connsiteY30" fmla="*/ 6574846 h 6858000"/>
              <a:gd name="connsiteX31" fmla="*/ 5539432 w 7467600"/>
              <a:gd name="connsiteY31" fmla="*/ 5642928 h 6858000"/>
              <a:gd name="connsiteX32" fmla="*/ 51253 w 7467600"/>
              <a:gd name="connsiteY32" fmla="*/ 5631825 h 6858000"/>
              <a:gd name="connsiteX33" fmla="*/ 211622 w 7467600"/>
              <a:gd name="connsiteY33" fmla="*/ 5728803 h 6858000"/>
              <a:gd name="connsiteX34" fmla="*/ 371652 w 7467600"/>
              <a:gd name="connsiteY34" fmla="*/ 5829062 h 6858000"/>
              <a:gd name="connsiteX35" fmla="*/ 505903 w 7467600"/>
              <a:gd name="connsiteY35" fmla="*/ 5925221 h 6858000"/>
              <a:gd name="connsiteX36" fmla="*/ 899240 w 7467600"/>
              <a:gd name="connsiteY36" fmla="*/ 6153068 h 6858000"/>
              <a:gd name="connsiteX37" fmla="*/ 988114 w 7467600"/>
              <a:gd name="connsiteY37" fmla="*/ 6174204 h 6858000"/>
              <a:gd name="connsiteX38" fmla="*/ 845971 w 7467600"/>
              <a:gd name="connsiteY38" fmla="*/ 6067177 h 6858000"/>
              <a:gd name="connsiteX39" fmla="*/ 448057 w 7467600"/>
              <a:gd name="connsiteY39" fmla="*/ 5841376 h 6858000"/>
              <a:gd name="connsiteX40" fmla="*/ 51253 w 7467600"/>
              <a:gd name="connsiteY40" fmla="*/ 5631825 h 6858000"/>
              <a:gd name="connsiteX41" fmla="*/ 2606687 w 7467600"/>
              <a:gd name="connsiteY41" fmla="*/ 5630718 h 6858000"/>
              <a:gd name="connsiteX42" fmla="*/ 2645658 w 7467600"/>
              <a:gd name="connsiteY42" fmla="*/ 6640259 h 6858000"/>
              <a:gd name="connsiteX43" fmla="*/ 2606687 w 7467600"/>
              <a:gd name="connsiteY43" fmla="*/ 5630718 h 6858000"/>
              <a:gd name="connsiteX44" fmla="*/ 3642057 w 7467600"/>
              <a:gd name="connsiteY44" fmla="*/ 5573487 h 6858000"/>
              <a:gd name="connsiteX45" fmla="*/ 3632981 w 7467600"/>
              <a:gd name="connsiteY45" fmla="*/ 5579437 h 6858000"/>
              <a:gd name="connsiteX46" fmla="*/ 3382436 w 7467600"/>
              <a:gd name="connsiteY46" fmla="*/ 5952726 h 6858000"/>
              <a:gd name="connsiteX47" fmla="*/ 3191929 w 7467600"/>
              <a:gd name="connsiteY47" fmla="*/ 6662669 h 6858000"/>
              <a:gd name="connsiteX48" fmla="*/ 3369898 w 7467600"/>
              <a:gd name="connsiteY48" fmla="*/ 6081771 h 6858000"/>
              <a:gd name="connsiteX49" fmla="*/ 3642057 w 7467600"/>
              <a:gd name="connsiteY49" fmla="*/ 5573487 h 6858000"/>
              <a:gd name="connsiteX50" fmla="*/ 2650666 w 7467600"/>
              <a:gd name="connsiteY50" fmla="*/ 5530686 h 6858000"/>
              <a:gd name="connsiteX51" fmla="*/ 2650249 w 7467600"/>
              <a:gd name="connsiteY51" fmla="*/ 5532101 h 6858000"/>
              <a:gd name="connsiteX52" fmla="*/ 2663808 w 7467600"/>
              <a:gd name="connsiteY52" fmla="*/ 6535215 h 6858000"/>
              <a:gd name="connsiteX53" fmla="*/ 2665418 w 7467600"/>
              <a:gd name="connsiteY53" fmla="*/ 6132756 h 6858000"/>
              <a:gd name="connsiteX54" fmla="*/ 2650666 w 7467600"/>
              <a:gd name="connsiteY54" fmla="*/ 5530686 h 6858000"/>
              <a:gd name="connsiteX55" fmla="*/ 2680277 w 7467600"/>
              <a:gd name="connsiteY55" fmla="*/ 5479204 h 6858000"/>
              <a:gd name="connsiteX56" fmla="*/ 2678972 w 7467600"/>
              <a:gd name="connsiteY56" fmla="*/ 5481582 h 6858000"/>
              <a:gd name="connsiteX57" fmla="*/ 2696666 w 7467600"/>
              <a:gd name="connsiteY57" fmla="*/ 6133836 h 6858000"/>
              <a:gd name="connsiteX58" fmla="*/ 2695769 w 7467600"/>
              <a:gd name="connsiteY58" fmla="*/ 6390955 h 6858000"/>
              <a:gd name="connsiteX59" fmla="*/ 2739893 w 7467600"/>
              <a:gd name="connsiteY59" fmla="*/ 6108357 h 6858000"/>
              <a:gd name="connsiteX60" fmla="*/ 2680277 w 7467600"/>
              <a:gd name="connsiteY60" fmla="*/ 5479204 h 6858000"/>
              <a:gd name="connsiteX61" fmla="*/ 1132195 w 7467600"/>
              <a:gd name="connsiteY61" fmla="*/ 5467980 h 6858000"/>
              <a:gd name="connsiteX62" fmla="*/ 1679056 w 7467600"/>
              <a:gd name="connsiteY62" fmla="*/ 5516907 h 6858000"/>
              <a:gd name="connsiteX63" fmla="*/ 2128648 w 7467600"/>
              <a:gd name="connsiteY63" fmla="*/ 5474249 h 6858000"/>
              <a:gd name="connsiteX64" fmla="*/ 1825619 w 7467600"/>
              <a:gd name="connsiteY64" fmla="*/ 5478447 h 6858000"/>
              <a:gd name="connsiteX65" fmla="*/ 1737798 w 7467600"/>
              <a:gd name="connsiteY65" fmla="*/ 5483353 h 6858000"/>
              <a:gd name="connsiteX66" fmla="*/ 1132195 w 7467600"/>
              <a:gd name="connsiteY66" fmla="*/ 5467980 h 6858000"/>
              <a:gd name="connsiteX67" fmla="*/ 1456157 w 7467600"/>
              <a:gd name="connsiteY67" fmla="*/ 5371404 h 6858000"/>
              <a:gd name="connsiteX68" fmla="*/ 1244432 w 7467600"/>
              <a:gd name="connsiteY68" fmla="*/ 5385601 h 6858000"/>
              <a:gd name="connsiteX69" fmla="*/ 973990 w 7467600"/>
              <a:gd name="connsiteY69" fmla="*/ 5424940 h 6858000"/>
              <a:gd name="connsiteX70" fmla="*/ 1103809 w 7467600"/>
              <a:gd name="connsiteY70" fmla="*/ 5433720 h 6858000"/>
              <a:gd name="connsiteX71" fmla="*/ 1123454 w 7467600"/>
              <a:gd name="connsiteY71" fmla="*/ 5435727 h 6858000"/>
              <a:gd name="connsiteX72" fmla="*/ 1737017 w 7467600"/>
              <a:gd name="connsiteY72" fmla="*/ 5452183 h 6858000"/>
              <a:gd name="connsiteX73" fmla="*/ 1824397 w 7467600"/>
              <a:gd name="connsiteY73" fmla="*/ 5447757 h 6858000"/>
              <a:gd name="connsiteX74" fmla="*/ 2070059 w 7467600"/>
              <a:gd name="connsiteY74" fmla="*/ 5441660 h 6858000"/>
              <a:gd name="connsiteX75" fmla="*/ 1456157 w 7467600"/>
              <a:gd name="connsiteY75" fmla="*/ 5371404 h 6858000"/>
              <a:gd name="connsiteX76" fmla="*/ 4988186 w 7467600"/>
              <a:gd name="connsiteY76" fmla="*/ 5216467 h 6858000"/>
              <a:gd name="connsiteX77" fmla="*/ 4777334 w 7467600"/>
              <a:gd name="connsiteY77" fmla="*/ 5406072 h 6858000"/>
              <a:gd name="connsiteX78" fmla="*/ 4718341 w 7467600"/>
              <a:gd name="connsiteY78" fmla="*/ 5468043 h 6858000"/>
              <a:gd name="connsiteX79" fmla="*/ 4604655 w 7467600"/>
              <a:gd name="connsiteY79" fmla="*/ 5583434 h 6858000"/>
              <a:gd name="connsiteX80" fmla="*/ 4565074 w 7467600"/>
              <a:gd name="connsiteY80" fmla="*/ 5618550 h 6858000"/>
              <a:gd name="connsiteX81" fmla="*/ 4988186 w 7467600"/>
              <a:gd name="connsiteY81" fmla="*/ 5216467 h 6858000"/>
              <a:gd name="connsiteX82" fmla="*/ 4978032 w 7467600"/>
              <a:gd name="connsiteY82" fmla="*/ 5183809 h 6858000"/>
              <a:gd name="connsiteX83" fmla="*/ 4463413 w 7467600"/>
              <a:gd name="connsiteY83" fmla="*/ 5615162 h 6858000"/>
              <a:gd name="connsiteX84" fmla="*/ 4358134 w 7467600"/>
              <a:gd name="connsiteY84" fmla="*/ 5742791 h 6858000"/>
              <a:gd name="connsiteX85" fmla="*/ 4376219 w 7467600"/>
              <a:gd name="connsiteY85" fmla="*/ 5729027 h 6858000"/>
              <a:gd name="connsiteX86" fmla="*/ 4582340 w 7467600"/>
              <a:gd name="connsiteY86" fmla="*/ 5561037 h 6858000"/>
              <a:gd name="connsiteX87" fmla="*/ 4694684 w 7467600"/>
              <a:gd name="connsiteY87" fmla="*/ 5447098 h 6858000"/>
              <a:gd name="connsiteX88" fmla="*/ 4754123 w 7467600"/>
              <a:gd name="connsiteY88" fmla="*/ 5384643 h 6858000"/>
              <a:gd name="connsiteX89" fmla="*/ 4978032 w 7467600"/>
              <a:gd name="connsiteY89" fmla="*/ 5183809 h 6858000"/>
              <a:gd name="connsiteX90" fmla="*/ 1903353 w 7467600"/>
              <a:gd name="connsiteY90" fmla="*/ 5044827 h 6858000"/>
              <a:gd name="connsiteX91" fmla="*/ 1936931 w 7467600"/>
              <a:gd name="connsiteY91" fmla="*/ 5093954 h 6858000"/>
              <a:gd name="connsiteX92" fmla="*/ 2195868 w 7467600"/>
              <a:gd name="connsiteY92" fmla="*/ 5396574 h 6858000"/>
              <a:gd name="connsiteX93" fmla="*/ 2088852 w 7467600"/>
              <a:gd name="connsiteY93" fmla="*/ 5166123 h 6858000"/>
              <a:gd name="connsiteX94" fmla="*/ 1958241 w 7467600"/>
              <a:gd name="connsiteY94" fmla="*/ 5067955 h 6858000"/>
              <a:gd name="connsiteX95" fmla="*/ 1903353 w 7467600"/>
              <a:gd name="connsiteY95" fmla="*/ 5044827 h 6858000"/>
              <a:gd name="connsiteX96" fmla="*/ 1979378 w 7467600"/>
              <a:gd name="connsiteY96" fmla="*/ 4769504 h 6858000"/>
              <a:gd name="connsiteX97" fmla="*/ 2882120 w 7467600"/>
              <a:gd name="connsiteY97" fmla="*/ 5064547 h 6858000"/>
              <a:gd name="connsiteX98" fmla="*/ 2793103 w 7467600"/>
              <a:gd name="connsiteY98" fmla="*/ 5039699 h 6858000"/>
              <a:gd name="connsiteX99" fmla="*/ 2770041 w 7467600"/>
              <a:gd name="connsiteY99" fmla="*/ 5033634 h 6858000"/>
              <a:gd name="connsiteX100" fmla="*/ 1979378 w 7467600"/>
              <a:gd name="connsiteY100" fmla="*/ 4769504 h 6858000"/>
              <a:gd name="connsiteX101" fmla="*/ 1927410 w 7467600"/>
              <a:gd name="connsiteY101" fmla="*/ 4716164 h 6858000"/>
              <a:gd name="connsiteX102" fmla="*/ 1959587 w 7467600"/>
              <a:gd name="connsiteY102" fmla="*/ 4728849 h 6858000"/>
              <a:gd name="connsiteX103" fmla="*/ 2777707 w 7467600"/>
              <a:gd name="connsiteY103" fmla="*/ 5003991 h 6858000"/>
              <a:gd name="connsiteX104" fmla="*/ 2800768 w 7467600"/>
              <a:gd name="connsiteY104" fmla="*/ 5010056 h 6858000"/>
              <a:gd name="connsiteX105" fmla="*/ 2879408 w 7467600"/>
              <a:gd name="connsiteY105" fmla="*/ 5031590 h 6858000"/>
              <a:gd name="connsiteX106" fmla="*/ 2862295 w 7467600"/>
              <a:gd name="connsiteY106" fmla="*/ 5022958 h 6858000"/>
              <a:gd name="connsiteX107" fmla="*/ 2813343 w 7467600"/>
              <a:gd name="connsiteY107" fmla="*/ 4998369 h 6858000"/>
              <a:gd name="connsiteX108" fmla="*/ 2646245 w 7467600"/>
              <a:gd name="connsiteY108" fmla="*/ 4930999 h 6858000"/>
              <a:gd name="connsiteX109" fmla="*/ 1999243 w 7467600"/>
              <a:gd name="connsiteY109" fmla="*/ 4730524 h 6858000"/>
              <a:gd name="connsiteX110" fmla="*/ 1979527 w 7467600"/>
              <a:gd name="connsiteY110" fmla="*/ 4726651 h 6858000"/>
              <a:gd name="connsiteX111" fmla="*/ 1927410 w 7467600"/>
              <a:gd name="connsiteY111" fmla="*/ 4716164 h 6858000"/>
              <a:gd name="connsiteX112" fmla="*/ 1997014 w 7467600"/>
              <a:gd name="connsiteY112" fmla="*/ 4698007 h 6858000"/>
              <a:gd name="connsiteX113" fmla="*/ 2005458 w 7467600"/>
              <a:gd name="connsiteY113" fmla="*/ 4699540 h 6858000"/>
              <a:gd name="connsiteX114" fmla="*/ 2657186 w 7467600"/>
              <a:gd name="connsiteY114" fmla="*/ 4901687 h 6858000"/>
              <a:gd name="connsiteX115" fmla="*/ 2826662 w 7467600"/>
              <a:gd name="connsiteY115" fmla="*/ 4970362 h 6858000"/>
              <a:gd name="connsiteX116" fmla="*/ 2876100 w 7467600"/>
              <a:gd name="connsiteY116" fmla="*/ 4995397 h 6858000"/>
              <a:gd name="connsiteX117" fmla="*/ 3042600 w 7467600"/>
              <a:gd name="connsiteY117" fmla="*/ 5059532 h 6858000"/>
              <a:gd name="connsiteX118" fmla="*/ 1997014 w 7467600"/>
              <a:gd name="connsiteY118" fmla="*/ 4698007 h 6858000"/>
              <a:gd name="connsiteX119" fmla="*/ 2305292 w 7467600"/>
              <a:gd name="connsiteY119" fmla="*/ 4219492 h 6858000"/>
              <a:gd name="connsiteX120" fmla="*/ 3360922 w 7467600"/>
              <a:gd name="connsiteY120" fmla="*/ 4529373 h 6858000"/>
              <a:gd name="connsiteX121" fmla="*/ 3492420 w 7467600"/>
              <a:gd name="connsiteY121" fmla="*/ 4510145 h 6858000"/>
              <a:gd name="connsiteX122" fmla="*/ 3364086 w 7467600"/>
              <a:gd name="connsiteY122" fmla="*/ 4480340 h 6858000"/>
              <a:gd name="connsiteX123" fmla="*/ 3225818 w 7467600"/>
              <a:gd name="connsiteY123" fmla="*/ 4411822 h 6858000"/>
              <a:gd name="connsiteX124" fmla="*/ 3129696 w 7467600"/>
              <a:gd name="connsiteY124" fmla="*/ 4360704 h 6858000"/>
              <a:gd name="connsiteX125" fmla="*/ 2814545 w 7467600"/>
              <a:gd name="connsiteY125" fmla="*/ 4282955 h 6858000"/>
              <a:gd name="connsiteX126" fmla="*/ 2305292 w 7467600"/>
              <a:gd name="connsiteY126" fmla="*/ 4219492 h 6858000"/>
              <a:gd name="connsiteX127" fmla="*/ 2626982 w 7467600"/>
              <a:gd name="connsiteY127" fmla="*/ 4206450 h 6858000"/>
              <a:gd name="connsiteX128" fmla="*/ 2490617 w 7467600"/>
              <a:gd name="connsiteY128" fmla="*/ 4206951 h 6858000"/>
              <a:gd name="connsiteX129" fmla="*/ 2819869 w 7467600"/>
              <a:gd name="connsiteY129" fmla="*/ 4252936 h 6858000"/>
              <a:gd name="connsiteX130" fmla="*/ 3143018 w 7467600"/>
              <a:gd name="connsiteY130" fmla="*/ 4332698 h 6858000"/>
              <a:gd name="connsiteX131" fmla="*/ 3241520 w 7467600"/>
              <a:gd name="connsiteY131" fmla="*/ 4385112 h 6858000"/>
              <a:gd name="connsiteX132" fmla="*/ 3374575 w 7467600"/>
              <a:gd name="connsiteY132" fmla="*/ 4451517 h 6858000"/>
              <a:gd name="connsiteX133" fmla="*/ 3505221 w 7467600"/>
              <a:gd name="connsiteY133" fmla="*/ 4480757 h 6858000"/>
              <a:gd name="connsiteX134" fmla="*/ 2626982 w 7467600"/>
              <a:gd name="connsiteY134" fmla="*/ 4206450 h 6858000"/>
              <a:gd name="connsiteX135" fmla="*/ 1310106 w 7467600"/>
              <a:gd name="connsiteY135" fmla="*/ 3943217 h 6858000"/>
              <a:gd name="connsiteX136" fmla="*/ 854994 w 7467600"/>
              <a:gd name="connsiteY136" fmla="*/ 4399136 h 6858000"/>
              <a:gd name="connsiteX137" fmla="*/ 742462 w 7467600"/>
              <a:gd name="connsiteY137" fmla="*/ 4594648 h 6858000"/>
              <a:gd name="connsiteX138" fmla="*/ 820602 w 7467600"/>
              <a:gd name="connsiteY138" fmla="*/ 4485915 h 6858000"/>
              <a:gd name="connsiteX139" fmla="*/ 878295 w 7467600"/>
              <a:gd name="connsiteY139" fmla="*/ 4403594 h 6858000"/>
              <a:gd name="connsiteX140" fmla="*/ 1240607 w 7467600"/>
              <a:gd name="connsiteY140" fmla="*/ 4010401 h 6858000"/>
              <a:gd name="connsiteX141" fmla="*/ 1310106 w 7467600"/>
              <a:gd name="connsiteY141" fmla="*/ 3943217 h 6858000"/>
              <a:gd name="connsiteX142" fmla="*/ 1423113 w 7467600"/>
              <a:gd name="connsiteY142" fmla="*/ 3874565 h 6858000"/>
              <a:gd name="connsiteX143" fmla="*/ 1260565 w 7467600"/>
              <a:gd name="connsiteY143" fmla="*/ 4031982 h 6858000"/>
              <a:gd name="connsiteX144" fmla="*/ 901900 w 7467600"/>
              <a:gd name="connsiteY144" fmla="*/ 4421236 h 6858000"/>
              <a:gd name="connsiteX145" fmla="*/ 845044 w 7467600"/>
              <a:gd name="connsiteY145" fmla="*/ 4502436 h 6858000"/>
              <a:gd name="connsiteX146" fmla="*/ 685926 w 7467600"/>
              <a:gd name="connsiteY146" fmla="*/ 4703069 h 6858000"/>
              <a:gd name="connsiteX147" fmla="*/ 684248 w 7467600"/>
              <a:gd name="connsiteY147" fmla="*/ 4706721 h 6858000"/>
              <a:gd name="connsiteX148" fmla="*/ 1423113 w 7467600"/>
              <a:gd name="connsiteY148" fmla="*/ 3874565 h 6858000"/>
              <a:gd name="connsiteX149" fmla="*/ 3316479 w 7467600"/>
              <a:gd name="connsiteY149" fmla="*/ 3872136 h 6858000"/>
              <a:gd name="connsiteX150" fmla="*/ 3546806 w 7467600"/>
              <a:gd name="connsiteY150" fmla="*/ 4356139 h 6858000"/>
              <a:gd name="connsiteX151" fmla="*/ 3364433 w 7467600"/>
              <a:gd name="connsiteY151" fmla="*/ 3953121 h 6858000"/>
              <a:gd name="connsiteX152" fmla="*/ 3316479 w 7467600"/>
              <a:gd name="connsiteY152" fmla="*/ 3872136 h 6858000"/>
              <a:gd name="connsiteX153" fmla="*/ 3291335 w 7467600"/>
              <a:gd name="connsiteY153" fmla="*/ 3767420 h 6858000"/>
              <a:gd name="connsiteX154" fmla="*/ 3390805 w 7467600"/>
              <a:gd name="connsiteY154" fmla="*/ 3937163 h 6858000"/>
              <a:gd name="connsiteX155" fmla="*/ 3579062 w 7467600"/>
              <a:gd name="connsiteY155" fmla="*/ 4359040 h 6858000"/>
              <a:gd name="connsiteX156" fmla="*/ 3467355 w 7467600"/>
              <a:gd name="connsiteY156" fmla="*/ 3988130 h 6858000"/>
              <a:gd name="connsiteX157" fmla="*/ 3310753 w 7467600"/>
              <a:gd name="connsiteY157" fmla="*/ 3787140 h 6858000"/>
              <a:gd name="connsiteX158" fmla="*/ 3291335 w 7467600"/>
              <a:gd name="connsiteY158" fmla="*/ 3767420 h 6858000"/>
              <a:gd name="connsiteX159" fmla="*/ 1635889 w 7467600"/>
              <a:gd name="connsiteY159" fmla="*/ 3709494 h 6858000"/>
              <a:gd name="connsiteX160" fmla="*/ 1634800 w 7467600"/>
              <a:gd name="connsiteY160" fmla="*/ 3731111 h 6858000"/>
              <a:gd name="connsiteX161" fmla="*/ 1635889 w 7467600"/>
              <a:gd name="connsiteY161" fmla="*/ 3709494 h 6858000"/>
              <a:gd name="connsiteX162" fmla="*/ 1510397 w 7467600"/>
              <a:gd name="connsiteY162" fmla="*/ 3684705 h 6858000"/>
              <a:gd name="connsiteX163" fmla="*/ 1146550 w 7467600"/>
              <a:gd name="connsiteY163" fmla="*/ 3802012 h 6858000"/>
              <a:gd name="connsiteX164" fmla="*/ 698834 w 7467600"/>
              <a:gd name="connsiteY164" fmla="*/ 3952272 h 6858000"/>
              <a:gd name="connsiteX165" fmla="*/ 34256 w 7467600"/>
              <a:gd name="connsiteY165" fmla="*/ 4347603 h 6858000"/>
              <a:gd name="connsiteX166" fmla="*/ 527241 w 7467600"/>
              <a:gd name="connsiteY166" fmla="*/ 4065078 h 6858000"/>
              <a:gd name="connsiteX167" fmla="*/ 1510397 w 7467600"/>
              <a:gd name="connsiteY167" fmla="*/ 3684705 h 6858000"/>
              <a:gd name="connsiteX168" fmla="*/ 1313114 w 7467600"/>
              <a:gd name="connsiteY168" fmla="*/ 3655216 h 6858000"/>
              <a:gd name="connsiteX169" fmla="*/ 1109304 w 7467600"/>
              <a:gd name="connsiteY169" fmla="*/ 3669030 h 6858000"/>
              <a:gd name="connsiteX170" fmla="*/ 8129 w 7467600"/>
              <a:gd name="connsiteY170" fmla="*/ 4330519 h 6858000"/>
              <a:gd name="connsiteX171" fmla="*/ 687572 w 7467600"/>
              <a:gd name="connsiteY171" fmla="*/ 3925629 h 6858000"/>
              <a:gd name="connsiteX172" fmla="*/ 1138365 w 7467600"/>
              <a:gd name="connsiteY172" fmla="*/ 3774515 h 6858000"/>
              <a:gd name="connsiteX173" fmla="*/ 1505579 w 7467600"/>
              <a:gd name="connsiteY173" fmla="*/ 3655526 h 6858000"/>
              <a:gd name="connsiteX174" fmla="*/ 1313114 w 7467600"/>
              <a:gd name="connsiteY174" fmla="*/ 3655216 h 6858000"/>
              <a:gd name="connsiteX175" fmla="*/ 3655073 w 7467600"/>
              <a:gd name="connsiteY175" fmla="*/ 3650884 h 6858000"/>
              <a:gd name="connsiteX176" fmla="*/ 3989938 w 7467600"/>
              <a:gd name="connsiteY176" fmla="*/ 3991685 h 6858000"/>
              <a:gd name="connsiteX177" fmla="*/ 4393907 w 7467600"/>
              <a:gd name="connsiteY177" fmla="*/ 4261258 h 6858000"/>
              <a:gd name="connsiteX178" fmla="*/ 4648051 w 7467600"/>
              <a:gd name="connsiteY178" fmla="*/ 4374051 h 6858000"/>
              <a:gd name="connsiteX179" fmla="*/ 4383389 w 7467600"/>
              <a:gd name="connsiteY179" fmla="*/ 4184369 h 6858000"/>
              <a:gd name="connsiteX180" fmla="*/ 4165508 w 7467600"/>
              <a:gd name="connsiteY180" fmla="*/ 4035196 h 6858000"/>
              <a:gd name="connsiteX181" fmla="*/ 4068162 w 7467600"/>
              <a:gd name="connsiteY181" fmla="*/ 3953394 h 6858000"/>
              <a:gd name="connsiteX182" fmla="*/ 3981416 w 7467600"/>
              <a:gd name="connsiteY182" fmla="*/ 3880482 h 6858000"/>
              <a:gd name="connsiteX183" fmla="*/ 3800147 w 7467600"/>
              <a:gd name="connsiteY183" fmla="*/ 3749872 h 6858000"/>
              <a:gd name="connsiteX184" fmla="*/ 3655073 w 7467600"/>
              <a:gd name="connsiteY184" fmla="*/ 3650884 h 6858000"/>
              <a:gd name="connsiteX185" fmla="*/ 3670252 w 7467600"/>
              <a:gd name="connsiteY185" fmla="*/ 3622798 h 6858000"/>
              <a:gd name="connsiteX186" fmla="*/ 3817258 w 7467600"/>
              <a:gd name="connsiteY186" fmla="*/ 3723577 h 6858000"/>
              <a:gd name="connsiteX187" fmla="*/ 4000461 w 7467600"/>
              <a:gd name="connsiteY187" fmla="*/ 3855966 h 6858000"/>
              <a:gd name="connsiteX188" fmla="*/ 4088180 w 7467600"/>
              <a:gd name="connsiteY188" fmla="*/ 3929774 h 6858000"/>
              <a:gd name="connsiteX189" fmla="*/ 4184555 w 7467600"/>
              <a:gd name="connsiteY189" fmla="*/ 4010683 h 6858000"/>
              <a:gd name="connsiteX190" fmla="*/ 4399563 w 7467600"/>
              <a:gd name="connsiteY190" fmla="*/ 4158106 h 6858000"/>
              <a:gd name="connsiteX191" fmla="*/ 4684469 w 7467600"/>
              <a:gd name="connsiteY191" fmla="*/ 4364680 h 6858000"/>
              <a:gd name="connsiteX192" fmla="*/ 4690271 w 7467600"/>
              <a:gd name="connsiteY192" fmla="*/ 4370034 h 6858000"/>
              <a:gd name="connsiteX193" fmla="*/ 4136093 w 7467600"/>
              <a:gd name="connsiteY193" fmla="*/ 3858466 h 6858000"/>
              <a:gd name="connsiteX194" fmla="*/ 3670252 w 7467600"/>
              <a:gd name="connsiteY194" fmla="*/ 3622798 h 6858000"/>
              <a:gd name="connsiteX195" fmla="*/ 4440129 w 7467600"/>
              <a:gd name="connsiteY195" fmla="*/ 3448571 h 6858000"/>
              <a:gd name="connsiteX196" fmla="*/ 4856525 w 7467600"/>
              <a:gd name="connsiteY196" fmla="*/ 3915351 h 6858000"/>
              <a:gd name="connsiteX197" fmla="*/ 5059055 w 7467600"/>
              <a:gd name="connsiteY197" fmla="*/ 4108918 h 6858000"/>
              <a:gd name="connsiteX198" fmla="*/ 5290070 w 7467600"/>
              <a:gd name="connsiteY198" fmla="*/ 4263619 h 6858000"/>
              <a:gd name="connsiteX199" fmla="*/ 4834991 w 7467600"/>
              <a:gd name="connsiteY199" fmla="*/ 3830985 h 6858000"/>
              <a:gd name="connsiteX200" fmla="*/ 4440129 w 7467600"/>
              <a:gd name="connsiteY200" fmla="*/ 3448571 h 6858000"/>
              <a:gd name="connsiteX201" fmla="*/ 4441737 w 7467600"/>
              <a:gd name="connsiteY201" fmla="*/ 3399734 h 6858000"/>
              <a:gd name="connsiteX202" fmla="*/ 4431236 w 7467600"/>
              <a:gd name="connsiteY202" fmla="*/ 3400954 h 6858000"/>
              <a:gd name="connsiteX203" fmla="*/ 4557150 w 7467600"/>
              <a:gd name="connsiteY203" fmla="*/ 3510023 h 6858000"/>
              <a:gd name="connsiteX204" fmla="*/ 4856936 w 7467600"/>
              <a:gd name="connsiteY204" fmla="*/ 3809146 h 6858000"/>
              <a:gd name="connsiteX205" fmla="*/ 5111996 w 7467600"/>
              <a:gd name="connsiteY205" fmla="*/ 4065759 h 6858000"/>
              <a:gd name="connsiteX206" fmla="*/ 5388878 w 7467600"/>
              <a:gd name="connsiteY206" fmla="*/ 4300185 h 6858000"/>
              <a:gd name="connsiteX207" fmla="*/ 5425556 w 7467600"/>
              <a:gd name="connsiteY207" fmla="*/ 4308967 h 6858000"/>
              <a:gd name="connsiteX208" fmla="*/ 4943646 w 7467600"/>
              <a:gd name="connsiteY208" fmla="*/ 3822916 h 6858000"/>
              <a:gd name="connsiteX209" fmla="*/ 4594837 w 7467600"/>
              <a:gd name="connsiteY209" fmla="*/ 3532274 h 6858000"/>
              <a:gd name="connsiteX210" fmla="*/ 4441737 w 7467600"/>
              <a:gd name="connsiteY210" fmla="*/ 3399734 h 6858000"/>
              <a:gd name="connsiteX211" fmla="*/ 5425834 w 7467600"/>
              <a:gd name="connsiteY211" fmla="*/ 3162785 h 6858000"/>
              <a:gd name="connsiteX212" fmla="*/ 5401644 w 7467600"/>
              <a:gd name="connsiteY212" fmla="*/ 3617847 h 6858000"/>
              <a:gd name="connsiteX213" fmla="*/ 5467256 w 7467600"/>
              <a:gd name="connsiteY213" fmla="*/ 4175494 h 6858000"/>
              <a:gd name="connsiteX214" fmla="*/ 5448069 w 7467600"/>
              <a:gd name="connsiteY214" fmla="*/ 3567554 h 6858000"/>
              <a:gd name="connsiteX215" fmla="*/ 5425834 w 7467600"/>
              <a:gd name="connsiteY215" fmla="*/ 3162785 h 6858000"/>
              <a:gd name="connsiteX216" fmla="*/ 1318687 w 7467600"/>
              <a:gd name="connsiteY216" fmla="*/ 3113840 h 6858000"/>
              <a:gd name="connsiteX217" fmla="*/ 1066793 w 7467600"/>
              <a:gd name="connsiteY217" fmla="*/ 3212171 h 6858000"/>
              <a:gd name="connsiteX218" fmla="*/ 993319 w 7467600"/>
              <a:gd name="connsiteY218" fmla="*/ 3247648 h 6858000"/>
              <a:gd name="connsiteX219" fmla="*/ 853081 w 7467600"/>
              <a:gd name="connsiteY219" fmla="*/ 3312410 h 6858000"/>
              <a:gd name="connsiteX220" fmla="*/ 805957 w 7467600"/>
              <a:gd name="connsiteY220" fmla="*/ 3330443 h 6858000"/>
              <a:gd name="connsiteX221" fmla="*/ 1318687 w 7467600"/>
              <a:gd name="connsiteY221" fmla="*/ 3113840 h 6858000"/>
              <a:gd name="connsiteX222" fmla="*/ 5453702 w 7467600"/>
              <a:gd name="connsiteY222" fmla="*/ 3090882 h 6858000"/>
              <a:gd name="connsiteX223" fmla="*/ 5480135 w 7467600"/>
              <a:gd name="connsiteY223" fmla="*/ 3565802 h 6858000"/>
              <a:gd name="connsiteX224" fmla="*/ 5499023 w 7467600"/>
              <a:gd name="connsiteY224" fmla="*/ 4166310 h 6858000"/>
              <a:gd name="connsiteX225" fmla="*/ 5547022 w 7467600"/>
              <a:gd name="connsiteY225" fmla="*/ 3607838 h 6858000"/>
              <a:gd name="connsiteX226" fmla="*/ 5515964 w 7467600"/>
              <a:gd name="connsiteY226" fmla="*/ 3378541 h 6858000"/>
              <a:gd name="connsiteX227" fmla="*/ 5453702 w 7467600"/>
              <a:gd name="connsiteY227" fmla="*/ 3090882 h 6858000"/>
              <a:gd name="connsiteX228" fmla="*/ 1238695 w 7467600"/>
              <a:gd name="connsiteY228" fmla="*/ 3076820 h 6858000"/>
              <a:gd name="connsiteX229" fmla="*/ 716371 w 7467600"/>
              <a:gd name="connsiteY229" fmla="*/ 3293249 h 6858000"/>
              <a:gd name="connsiteX230" fmla="*/ 579522 w 7467600"/>
              <a:gd name="connsiteY230" fmla="*/ 3371759 h 6858000"/>
              <a:gd name="connsiteX231" fmla="*/ 600288 w 7467600"/>
              <a:gd name="connsiteY231" fmla="*/ 3365555 h 6858000"/>
              <a:gd name="connsiteX232" fmla="*/ 840692 w 7467600"/>
              <a:gd name="connsiteY232" fmla="*/ 3284921 h 6858000"/>
              <a:gd name="connsiteX233" fmla="*/ 979248 w 7467600"/>
              <a:gd name="connsiteY233" fmla="*/ 3221003 h 6858000"/>
              <a:gd name="connsiteX234" fmla="*/ 1053282 w 7467600"/>
              <a:gd name="connsiteY234" fmla="*/ 3185247 h 6858000"/>
              <a:gd name="connsiteX235" fmla="*/ 1320603 w 7467600"/>
              <a:gd name="connsiteY235" fmla="*/ 3081281 h 6858000"/>
              <a:gd name="connsiteX236" fmla="*/ 1238695 w 7467600"/>
              <a:gd name="connsiteY236" fmla="*/ 3076820 h 6858000"/>
              <a:gd name="connsiteX237" fmla="*/ 5425627 w 7467600"/>
              <a:gd name="connsiteY237" fmla="*/ 2954192 h 6858000"/>
              <a:gd name="connsiteX238" fmla="*/ 5470770 w 7467600"/>
              <a:gd name="connsiteY238" fmla="*/ 3005435 h 6858000"/>
              <a:gd name="connsiteX239" fmla="*/ 5519779 w 7467600"/>
              <a:gd name="connsiteY239" fmla="*/ 4359223 h 6858000"/>
              <a:gd name="connsiteX240" fmla="*/ 5520293 w 7467600"/>
              <a:gd name="connsiteY240" fmla="*/ 4360602 h 6858000"/>
              <a:gd name="connsiteX241" fmla="*/ 5767221 w 7467600"/>
              <a:gd name="connsiteY241" fmla="*/ 4665564 h 6858000"/>
              <a:gd name="connsiteX242" fmla="*/ 6937169 w 7467600"/>
              <a:gd name="connsiteY242" fmla="*/ 4815941 h 6858000"/>
              <a:gd name="connsiteX243" fmla="*/ 6953922 w 7467600"/>
              <a:gd name="connsiteY243" fmla="*/ 4890068 h 6858000"/>
              <a:gd name="connsiteX244" fmla="*/ 6071359 w 7467600"/>
              <a:gd name="connsiteY244" fmla="*/ 4770770 h 6858000"/>
              <a:gd name="connsiteX245" fmla="*/ 6038839 w 7467600"/>
              <a:gd name="connsiteY245" fmla="*/ 4764474 h 6858000"/>
              <a:gd name="connsiteX246" fmla="*/ 6038706 w 7467600"/>
              <a:gd name="connsiteY246" fmla="*/ 4763847 h 6858000"/>
              <a:gd name="connsiteX247" fmla="*/ 6037784 w 7467600"/>
              <a:gd name="connsiteY247" fmla="*/ 4764270 h 6858000"/>
              <a:gd name="connsiteX248" fmla="*/ 6038839 w 7467600"/>
              <a:gd name="connsiteY248" fmla="*/ 4764474 h 6858000"/>
              <a:gd name="connsiteX249" fmla="*/ 6040338 w 7467600"/>
              <a:gd name="connsiteY249" fmla="*/ 4771418 h 6858000"/>
              <a:gd name="connsiteX250" fmla="*/ 6024488 w 7467600"/>
              <a:gd name="connsiteY250" fmla="*/ 4809903 h 6858000"/>
              <a:gd name="connsiteX251" fmla="*/ 5599771 w 7467600"/>
              <a:gd name="connsiteY251" fmla="*/ 5509652 h 6858000"/>
              <a:gd name="connsiteX252" fmla="*/ 5548843 w 7467600"/>
              <a:gd name="connsiteY252" fmla="*/ 5563845 h 6858000"/>
              <a:gd name="connsiteX253" fmla="*/ 5940952 w 7467600"/>
              <a:gd name="connsiteY253" fmla="*/ 6250028 h 6858000"/>
              <a:gd name="connsiteX254" fmla="*/ 6043441 w 7467600"/>
              <a:gd name="connsiteY254" fmla="*/ 6665847 h 6858000"/>
              <a:gd name="connsiteX255" fmla="*/ 6093432 w 7467600"/>
              <a:gd name="connsiteY255" fmla="*/ 6858000 h 6858000"/>
              <a:gd name="connsiteX256" fmla="*/ 6034344 w 7467600"/>
              <a:gd name="connsiteY256" fmla="*/ 6858000 h 6858000"/>
              <a:gd name="connsiteX257" fmla="*/ 6026679 w 7467600"/>
              <a:gd name="connsiteY257" fmla="*/ 6836959 h 6858000"/>
              <a:gd name="connsiteX258" fmla="*/ 5800441 w 7467600"/>
              <a:gd name="connsiteY258" fmla="*/ 6335286 h 6858000"/>
              <a:gd name="connsiteX259" fmla="*/ 5526562 w 7467600"/>
              <a:gd name="connsiteY259" fmla="*/ 5705388 h 6858000"/>
              <a:gd name="connsiteX260" fmla="*/ 5519640 w 7467600"/>
              <a:gd name="connsiteY260" fmla="*/ 5683774 h 6858000"/>
              <a:gd name="connsiteX261" fmla="*/ 5844559 w 7467600"/>
              <a:gd name="connsiteY261" fmla="*/ 6553349 h 6858000"/>
              <a:gd name="connsiteX262" fmla="*/ 5975994 w 7467600"/>
              <a:gd name="connsiteY262" fmla="*/ 6858000 h 6858000"/>
              <a:gd name="connsiteX263" fmla="*/ 5898547 w 7467600"/>
              <a:gd name="connsiteY263" fmla="*/ 6858000 h 6858000"/>
              <a:gd name="connsiteX264" fmla="*/ 5682041 w 7467600"/>
              <a:gd name="connsiteY264" fmla="*/ 6355860 h 6858000"/>
              <a:gd name="connsiteX265" fmla="*/ 5461758 w 7467600"/>
              <a:gd name="connsiteY265" fmla="*/ 5820220 h 6858000"/>
              <a:gd name="connsiteX266" fmla="*/ 5237282 w 7467600"/>
              <a:gd name="connsiteY266" fmla="*/ 6579086 h 6858000"/>
              <a:gd name="connsiteX267" fmla="*/ 5115009 w 7467600"/>
              <a:gd name="connsiteY267" fmla="*/ 6858000 h 6858000"/>
              <a:gd name="connsiteX268" fmla="*/ 5028074 w 7467600"/>
              <a:gd name="connsiteY268" fmla="*/ 6858000 h 6858000"/>
              <a:gd name="connsiteX269" fmla="*/ 5079508 w 7467600"/>
              <a:gd name="connsiteY269" fmla="*/ 6749074 h 6858000"/>
              <a:gd name="connsiteX270" fmla="*/ 5371846 w 7467600"/>
              <a:gd name="connsiteY270" fmla="*/ 5924413 h 6858000"/>
              <a:gd name="connsiteX271" fmla="*/ 5270512 w 7467600"/>
              <a:gd name="connsiteY271" fmla="*/ 6138975 h 6858000"/>
              <a:gd name="connsiteX272" fmla="*/ 5062409 w 7467600"/>
              <a:gd name="connsiteY272" fmla="*/ 6653544 h 6858000"/>
              <a:gd name="connsiteX273" fmla="*/ 5036628 w 7467600"/>
              <a:gd name="connsiteY273" fmla="*/ 6754247 h 6858000"/>
              <a:gd name="connsiteX274" fmla="*/ 5009112 w 7467600"/>
              <a:gd name="connsiteY274" fmla="*/ 6858000 h 6858000"/>
              <a:gd name="connsiteX275" fmla="*/ 4976679 w 7467600"/>
              <a:gd name="connsiteY275" fmla="*/ 6858000 h 6858000"/>
              <a:gd name="connsiteX276" fmla="*/ 5006537 w 7467600"/>
              <a:gd name="connsiteY276" fmla="*/ 6747068 h 6858000"/>
              <a:gd name="connsiteX277" fmla="*/ 5032723 w 7467600"/>
              <a:gd name="connsiteY277" fmla="*/ 6644957 h 6858000"/>
              <a:gd name="connsiteX278" fmla="*/ 5242949 w 7467600"/>
              <a:gd name="connsiteY278" fmla="*/ 6125175 h 6858000"/>
              <a:gd name="connsiteX279" fmla="*/ 5286321 w 7467600"/>
              <a:gd name="connsiteY279" fmla="*/ 6033555 h 6858000"/>
              <a:gd name="connsiteX280" fmla="*/ 5008210 w 7467600"/>
              <a:gd name="connsiteY280" fmla="*/ 6649194 h 6858000"/>
              <a:gd name="connsiteX281" fmla="*/ 4986321 w 7467600"/>
              <a:gd name="connsiteY281" fmla="*/ 6765687 h 6858000"/>
              <a:gd name="connsiteX282" fmla="*/ 4973474 w 7467600"/>
              <a:gd name="connsiteY282" fmla="*/ 6858000 h 6858000"/>
              <a:gd name="connsiteX283" fmla="*/ 4907178 w 7467600"/>
              <a:gd name="connsiteY283" fmla="*/ 6858000 h 6858000"/>
              <a:gd name="connsiteX284" fmla="*/ 4910810 w 7467600"/>
              <a:gd name="connsiteY284" fmla="*/ 6829660 h 6858000"/>
              <a:gd name="connsiteX285" fmla="*/ 4987461 w 7467600"/>
              <a:gd name="connsiteY285" fmla="*/ 6432994 h 6858000"/>
              <a:gd name="connsiteX286" fmla="*/ 5179262 w 7467600"/>
              <a:gd name="connsiteY286" fmla="*/ 6035044 h 6858000"/>
              <a:gd name="connsiteX287" fmla="*/ 4689678 w 7467600"/>
              <a:gd name="connsiteY287" fmla="*/ 6440241 h 6858000"/>
              <a:gd name="connsiteX288" fmla="*/ 4477543 w 7467600"/>
              <a:gd name="connsiteY288" fmla="*/ 6674836 h 6858000"/>
              <a:gd name="connsiteX289" fmla="*/ 4329957 w 7467600"/>
              <a:gd name="connsiteY289" fmla="*/ 6858000 h 6858000"/>
              <a:gd name="connsiteX290" fmla="*/ 4218595 w 7467600"/>
              <a:gd name="connsiteY290" fmla="*/ 6858000 h 6858000"/>
              <a:gd name="connsiteX291" fmla="*/ 4368888 w 7467600"/>
              <a:gd name="connsiteY291" fmla="*/ 6668412 h 6858000"/>
              <a:gd name="connsiteX292" fmla="*/ 4563091 w 7467600"/>
              <a:gd name="connsiteY292" fmla="*/ 6442508 h 6858000"/>
              <a:gd name="connsiteX293" fmla="*/ 5387324 w 7467600"/>
              <a:gd name="connsiteY293" fmla="*/ 5705830 h 6858000"/>
              <a:gd name="connsiteX294" fmla="*/ 5073620 w 7467600"/>
              <a:gd name="connsiteY294" fmla="*/ 5955437 h 6858000"/>
              <a:gd name="connsiteX295" fmla="*/ 4689789 w 7467600"/>
              <a:gd name="connsiteY295" fmla="*/ 6268382 h 6858000"/>
              <a:gd name="connsiteX296" fmla="*/ 4418722 w 7467600"/>
              <a:gd name="connsiteY296" fmla="*/ 6570886 h 6858000"/>
              <a:gd name="connsiteX297" fmla="*/ 4214944 w 7467600"/>
              <a:gd name="connsiteY297" fmla="*/ 6858000 h 6858000"/>
              <a:gd name="connsiteX298" fmla="*/ 4177898 w 7467600"/>
              <a:gd name="connsiteY298" fmla="*/ 6858000 h 6858000"/>
              <a:gd name="connsiteX299" fmla="*/ 4391597 w 7467600"/>
              <a:gd name="connsiteY299" fmla="*/ 6556370 h 6858000"/>
              <a:gd name="connsiteX300" fmla="*/ 4668889 w 7467600"/>
              <a:gd name="connsiteY300" fmla="*/ 6246399 h 6858000"/>
              <a:gd name="connsiteX301" fmla="*/ 5055427 w 7467600"/>
              <a:gd name="connsiteY301" fmla="*/ 5931476 h 6858000"/>
              <a:gd name="connsiteX302" fmla="*/ 5371814 w 7467600"/>
              <a:gd name="connsiteY302" fmla="*/ 5678975 h 6858000"/>
              <a:gd name="connsiteX303" fmla="*/ 4987918 w 7467600"/>
              <a:gd name="connsiteY303" fmla="*/ 5838701 h 6858000"/>
              <a:gd name="connsiteX304" fmla="*/ 4317146 w 7467600"/>
              <a:gd name="connsiteY304" fmla="*/ 6587716 h 6858000"/>
              <a:gd name="connsiteX305" fmla="*/ 4171627 w 7467600"/>
              <a:gd name="connsiteY305" fmla="*/ 6858000 h 6858000"/>
              <a:gd name="connsiteX306" fmla="*/ 4081585 w 7467600"/>
              <a:gd name="connsiteY306" fmla="*/ 6858000 h 6858000"/>
              <a:gd name="connsiteX307" fmla="*/ 4238603 w 7467600"/>
              <a:gd name="connsiteY307" fmla="*/ 6559341 h 6858000"/>
              <a:gd name="connsiteX308" fmla="*/ 4778333 w 7467600"/>
              <a:gd name="connsiteY308" fmla="*/ 5873626 h 6858000"/>
              <a:gd name="connsiteX309" fmla="*/ 5414185 w 7467600"/>
              <a:gd name="connsiteY309" fmla="*/ 5573882 h 6858000"/>
              <a:gd name="connsiteX310" fmla="*/ 5959648 w 7467600"/>
              <a:gd name="connsiteY310" fmla="*/ 4760797 h 6858000"/>
              <a:gd name="connsiteX311" fmla="*/ 5355019 w 7467600"/>
              <a:gd name="connsiteY311" fmla="*/ 4734672 h 6858000"/>
              <a:gd name="connsiteX312" fmla="*/ 5083565 w 7467600"/>
              <a:gd name="connsiteY312" fmla="*/ 5179121 h 6858000"/>
              <a:gd name="connsiteX313" fmla="*/ 4713577 w 7467600"/>
              <a:gd name="connsiteY313" fmla="*/ 5616803 h 6858000"/>
              <a:gd name="connsiteX314" fmla="*/ 3989559 w 7467600"/>
              <a:gd name="connsiteY314" fmla="*/ 6145945 h 6858000"/>
              <a:gd name="connsiteX315" fmla="*/ 3939824 w 7467600"/>
              <a:gd name="connsiteY315" fmla="*/ 6066900 h 6858000"/>
              <a:gd name="connsiteX316" fmla="*/ 4584537 w 7467600"/>
              <a:gd name="connsiteY316" fmla="*/ 5324826 h 6858000"/>
              <a:gd name="connsiteX317" fmla="*/ 5037105 w 7467600"/>
              <a:gd name="connsiteY317" fmla="*/ 5088765 h 6858000"/>
              <a:gd name="connsiteX318" fmla="*/ 5039930 w 7467600"/>
              <a:gd name="connsiteY318" fmla="*/ 5089585 h 6858000"/>
              <a:gd name="connsiteX319" fmla="*/ 5263764 w 7467600"/>
              <a:gd name="connsiteY319" fmla="*/ 4735525 h 6858000"/>
              <a:gd name="connsiteX320" fmla="*/ 4086300 w 7467600"/>
              <a:gd name="connsiteY320" fmla="*/ 4884599 h 6858000"/>
              <a:gd name="connsiteX321" fmla="*/ 4085485 w 7467600"/>
              <a:gd name="connsiteY321" fmla="*/ 4899070 h 6858000"/>
              <a:gd name="connsiteX322" fmla="*/ 3871915 w 7467600"/>
              <a:gd name="connsiteY322" fmla="*/ 5253645 h 6858000"/>
              <a:gd name="connsiteX323" fmla="*/ 3799374 w 7467600"/>
              <a:gd name="connsiteY323" fmla="*/ 5466127 h 6858000"/>
              <a:gd name="connsiteX324" fmla="*/ 3498850 w 7467600"/>
              <a:gd name="connsiteY324" fmla="*/ 6661888 h 6858000"/>
              <a:gd name="connsiteX325" fmla="*/ 3399216 w 7467600"/>
              <a:gd name="connsiteY325" fmla="*/ 6858000 h 6858000"/>
              <a:gd name="connsiteX326" fmla="*/ 3303688 w 7467600"/>
              <a:gd name="connsiteY326" fmla="*/ 6858000 h 6858000"/>
              <a:gd name="connsiteX327" fmla="*/ 3391774 w 7467600"/>
              <a:gd name="connsiteY327" fmla="*/ 6697181 h 6858000"/>
              <a:gd name="connsiteX328" fmla="*/ 3735540 w 7467600"/>
              <a:gd name="connsiteY328" fmla="*/ 5546923 h 6858000"/>
              <a:gd name="connsiteX329" fmla="*/ 3729438 w 7467600"/>
              <a:gd name="connsiteY329" fmla="*/ 5569058 h 6858000"/>
              <a:gd name="connsiteX330" fmla="*/ 3707782 w 7467600"/>
              <a:gd name="connsiteY330" fmla="*/ 5644908 h 6858000"/>
              <a:gd name="connsiteX331" fmla="*/ 3583827 w 7467600"/>
              <a:gd name="connsiteY331" fmla="*/ 6039215 h 6858000"/>
              <a:gd name="connsiteX332" fmla="*/ 3547861 w 7467600"/>
              <a:gd name="connsiteY332" fmla="*/ 6129609 h 6858000"/>
              <a:gd name="connsiteX333" fmla="*/ 3490905 w 7467600"/>
              <a:gd name="connsiteY333" fmla="*/ 6277660 h 6858000"/>
              <a:gd name="connsiteX334" fmla="*/ 3455859 w 7467600"/>
              <a:gd name="connsiteY334" fmla="*/ 6391301 h 6858000"/>
              <a:gd name="connsiteX335" fmla="*/ 3429112 w 7467600"/>
              <a:gd name="connsiteY335" fmla="*/ 6479469 h 6858000"/>
              <a:gd name="connsiteX336" fmla="*/ 3304862 w 7467600"/>
              <a:gd name="connsiteY336" fmla="*/ 6796476 h 6858000"/>
              <a:gd name="connsiteX337" fmla="*/ 3276071 w 7467600"/>
              <a:gd name="connsiteY337" fmla="*/ 6858000 h 6858000"/>
              <a:gd name="connsiteX338" fmla="*/ 3240805 w 7467600"/>
              <a:gd name="connsiteY338" fmla="*/ 6858000 h 6858000"/>
              <a:gd name="connsiteX339" fmla="*/ 3275917 w 7467600"/>
              <a:gd name="connsiteY339" fmla="*/ 6783192 h 6858000"/>
              <a:gd name="connsiteX340" fmla="*/ 3399358 w 7467600"/>
              <a:gd name="connsiteY340" fmla="*/ 6469011 h 6858000"/>
              <a:gd name="connsiteX341" fmla="*/ 3425650 w 7467600"/>
              <a:gd name="connsiteY341" fmla="*/ 6381333 h 6858000"/>
              <a:gd name="connsiteX342" fmla="*/ 3460661 w 7467600"/>
              <a:gd name="connsiteY342" fmla="*/ 6266763 h 6858000"/>
              <a:gd name="connsiteX343" fmla="*/ 3518021 w 7467600"/>
              <a:gd name="connsiteY343" fmla="*/ 6117298 h 6858000"/>
              <a:gd name="connsiteX344" fmla="*/ 3554035 w 7467600"/>
              <a:gd name="connsiteY344" fmla="*/ 6027832 h 6858000"/>
              <a:gd name="connsiteX345" fmla="*/ 3677174 w 7467600"/>
              <a:gd name="connsiteY345" fmla="*/ 5636351 h 6858000"/>
              <a:gd name="connsiteX346" fmla="*/ 3698819 w 7467600"/>
              <a:gd name="connsiteY346" fmla="*/ 5560503 h 6858000"/>
              <a:gd name="connsiteX347" fmla="*/ 3702094 w 7467600"/>
              <a:gd name="connsiteY347" fmla="*/ 5549194 h 6858000"/>
              <a:gd name="connsiteX348" fmla="*/ 3398355 w 7467600"/>
              <a:gd name="connsiteY348" fmla="*/ 6094603 h 6858000"/>
              <a:gd name="connsiteX349" fmla="*/ 3193941 w 7467600"/>
              <a:gd name="connsiteY349" fmla="*/ 6798775 h 6858000"/>
              <a:gd name="connsiteX350" fmla="*/ 3184140 w 7467600"/>
              <a:gd name="connsiteY350" fmla="*/ 6858000 h 6858000"/>
              <a:gd name="connsiteX351" fmla="*/ 3099978 w 7467600"/>
              <a:gd name="connsiteY351" fmla="*/ 6858000 h 6858000"/>
              <a:gd name="connsiteX352" fmla="*/ 3101556 w 7467600"/>
              <a:gd name="connsiteY352" fmla="*/ 6843337 h 6858000"/>
              <a:gd name="connsiteX353" fmla="*/ 3370162 w 7467600"/>
              <a:gd name="connsiteY353" fmla="*/ 5785550 h 6858000"/>
              <a:gd name="connsiteX354" fmla="*/ 3746477 w 7467600"/>
              <a:gd name="connsiteY354" fmla="*/ 5377889 h 6858000"/>
              <a:gd name="connsiteX355" fmla="*/ 3863399 w 7467600"/>
              <a:gd name="connsiteY355" fmla="*/ 5087257 h 6858000"/>
              <a:gd name="connsiteX356" fmla="*/ 3968712 w 7467600"/>
              <a:gd name="connsiteY356" fmla="*/ 4913989 h 6858000"/>
              <a:gd name="connsiteX357" fmla="*/ 2792390 w 7467600"/>
              <a:gd name="connsiteY357" fmla="*/ 5382974 h 6858000"/>
              <a:gd name="connsiteX358" fmla="*/ 2714982 w 7467600"/>
              <a:gd name="connsiteY358" fmla="*/ 5427051 h 6858000"/>
              <a:gd name="connsiteX359" fmla="*/ 2813361 w 7467600"/>
              <a:gd name="connsiteY359" fmla="*/ 6023912 h 6858000"/>
              <a:gd name="connsiteX360" fmla="*/ 2688430 w 7467600"/>
              <a:gd name="connsiteY360" fmla="*/ 6801564 h 6858000"/>
              <a:gd name="connsiteX361" fmla="*/ 2629626 w 7467600"/>
              <a:gd name="connsiteY361" fmla="*/ 6763394 h 6858000"/>
              <a:gd name="connsiteX362" fmla="*/ 2565328 w 7467600"/>
              <a:gd name="connsiteY362" fmla="*/ 5516399 h 6858000"/>
              <a:gd name="connsiteX363" fmla="*/ 1922999 w 7467600"/>
              <a:gd name="connsiteY363" fmla="*/ 5980343 h 6858000"/>
              <a:gd name="connsiteX364" fmla="*/ 1950261 w 7467600"/>
              <a:gd name="connsiteY364" fmla="*/ 6405858 h 6858000"/>
              <a:gd name="connsiteX365" fmla="*/ 2365554 w 7467600"/>
              <a:gd name="connsiteY365" fmla="*/ 6759107 h 6858000"/>
              <a:gd name="connsiteX366" fmla="*/ 2424142 w 7467600"/>
              <a:gd name="connsiteY366" fmla="*/ 6858000 h 6858000"/>
              <a:gd name="connsiteX367" fmla="*/ 2395994 w 7467600"/>
              <a:gd name="connsiteY367" fmla="*/ 6858000 h 6858000"/>
              <a:gd name="connsiteX368" fmla="*/ 2392863 w 7467600"/>
              <a:gd name="connsiteY368" fmla="*/ 6852964 h 6858000"/>
              <a:gd name="connsiteX369" fmla="*/ 2017589 w 7467600"/>
              <a:gd name="connsiteY369" fmla="*/ 6493982 h 6858000"/>
              <a:gd name="connsiteX370" fmla="*/ 2147336 w 7467600"/>
              <a:gd name="connsiteY370" fmla="*/ 6594052 h 6858000"/>
              <a:gd name="connsiteX371" fmla="*/ 2207047 w 7467600"/>
              <a:gd name="connsiteY371" fmla="*/ 6654540 h 6858000"/>
              <a:gd name="connsiteX372" fmla="*/ 2299106 w 7467600"/>
              <a:gd name="connsiteY372" fmla="*/ 6778931 h 6858000"/>
              <a:gd name="connsiteX373" fmla="*/ 2314430 w 7467600"/>
              <a:gd name="connsiteY373" fmla="*/ 6801144 h 6858000"/>
              <a:gd name="connsiteX374" fmla="*/ 2352406 w 7467600"/>
              <a:gd name="connsiteY374" fmla="*/ 6858000 h 6858000"/>
              <a:gd name="connsiteX375" fmla="*/ 2314492 w 7467600"/>
              <a:gd name="connsiteY375" fmla="*/ 6858000 h 6858000"/>
              <a:gd name="connsiteX376" fmla="*/ 2288095 w 7467600"/>
              <a:gd name="connsiteY376" fmla="*/ 6818030 h 6858000"/>
              <a:gd name="connsiteX377" fmla="*/ 2272768 w 7467600"/>
              <a:gd name="connsiteY377" fmla="*/ 6795822 h 6858000"/>
              <a:gd name="connsiteX378" fmla="*/ 2182715 w 7467600"/>
              <a:gd name="connsiteY378" fmla="*/ 6675071 h 6858000"/>
              <a:gd name="connsiteX379" fmla="*/ 2032061 w 7467600"/>
              <a:gd name="connsiteY379" fmla="*/ 6541380 h 6858000"/>
              <a:gd name="connsiteX380" fmla="*/ 2257220 w 7467600"/>
              <a:gd name="connsiteY380" fmla="*/ 6826257 h 6858000"/>
              <a:gd name="connsiteX381" fmla="*/ 2281324 w 7467600"/>
              <a:gd name="connsiteY381" fmla="*/ 6858000 h 6858000"/>
              <a:gd name="connsiteX382" fmla="*/ 2242860 w 7467600"/>
              <a:gd name="connsiteY382" fmla="*/ 6858000 h 6858000"/>
              <a:gd name="connsiteX383" fmla="*/ 2232818 w 7467600"/>
              <a:gd name="connsiteY383" fmla="*/ 6844926 h 6858000"/>
              <a:gd name="connsiteX384" fmla="*/ 1990172 w 7467600"/>
              <a:gd name="connsiteY384" fmla="*/ 6542121 h 6858000"/>
              <a:gd name="connsiteX385" fmla="*/ 2124090 w 7467600"/>
              <a:gd name="connsiteY385" fmla="*/ 6761017 h 6858000"/>
              <a:gd name="connsiteX386" fmla="*/ 2200380 w 7467600"/>
              <a:gd name="connsiteY386" fmla="*/ 6858000 h 6858000"/>
              <a:gd name="connsiteX387" fmla="*/ 2147507 w 7467600"/>
              <a:gd name="connsiteY387" fmla="*/ 6858000 h 6858000"/>
              <a:gd name="connsiteX388" fmla="*/ 2070668 w 7467600"/>
              <a:gd name="connsiteY388" fmla="*/ 6761520 h 6858000"/>
              <a:gd name="connsiteX389" fmla="*/ 1975142 w 7467600"/>
              <a:gd name="connsiteY389" fmla="*/ 6585570 h 6858000"/>
              <a:gd name="connsiteX390" fmla="*/ 2050035 w 7467600"/>
              <a:gd name="connsiteY390" fmla="*/ 6813345 h 6858000"/>
              <a:gd name="connsiteX391" fmla="*/ 2063025 w 7467600"/>
              <a:gd name="connsiteY391" fmla="*/ 6858000 h 6858000"/>
              <a:gd name="connsiteX392" fmla="*/ 2021675 w 7467600"/>
              <a:gd name="connsiteY392" fmla="*/ 6858000 h 6858000"/>
              <a:gd name="connsiteX393" fmla="*/ 2019308 w 7467600"/>
              <a:gd name="connsiteY393" fmla="*/ 6847118 h 6858000"/>
              <a:gd name="connsiteX394" fmla="*/ 1938835 w 7467600"/>
              <a:gd name="connsiteY394" fmla="*/ 6551160 h 6858000"/>
              <a:gd name="connsiteX395" fmla="*/ 1953230 w 7467600"/>
              <a:gd name="connsiteY395" fmla="*/ 6759699 h 6858000"/>
              <a:gd name="connsiteX396" fmla="*/ 1956763 w 7467600"/>
              <a:gd name="connsiteY396" fmla="*/ 6778191 h 6858000"/>
              <a:gd name="connsiteX397" fmla="*/ 1967925 w 7467600"/>
              <a:gd name="connsiteY397" fmla="*/ 6858000 h 6858000"/>
              <a:gd name="connsiteX398" fmla="*/ 1936622 w 7467600"/>
              <a:gd name="connsiteY398" fmla="*/ 6858000 h 6858000"/>
              <a:gd name="connsiteX399" fmla="*/ 1926261 w 7467600"/>
              <a:gd name="connsiteY399" fmla="*/ 6784064 h 6858000"/>
              <a:gd name="connsiteX400" fmla="*/ 1922724 w 7467600"/>
              <a:gd name="connsiteY400" fmla="*/ 6765577 h 6858000"/>
              <a:gd name="connsiteX401" fmla="*/ 1904650 w 7467600"/>
              <a:gd name="connsiteY401" fmla="*/ 6639616 h 6858000"/>
              <a:gd name="connsiteX402" fmla="*/ 1885273 w 7467600"/>
              <a:gd name="connsiteY402" fmla="*/ 6858000 h 6858000"/>
              <a:gd name="connsiteX403" fmla="*/ 1854363 w 7467600"/>
              <a:gd name="connsiteY403" fmla="*/ 6858000 h 6858000"/>
              <a:gd name="connsiteX404" fmla="*/ 1880391 w 7467600"/>
              <a:gd name="connsiteY404" fmla="*/ 6603796 h 6858000"/>
              <a:gd name="connsiteX405" fmla="*/ 1818273 w 7467600"/>
              <a:gd name="connsiteY405" fmla="*/ 6715729 h 6858000"/>
              <a:gd name="connsiteX406" fmla="*/ 1794691 w 7467600"/>
              <a:gd name="connsiteY406" fmla="*/ 6843239 h 6858000"/>
              <a:gd name="connsiteX407" fmla="*/ 1794914 w 7467600"/>
              <a:gd name="connsiteY407" fmla="*/ 6858000 h 6858000"/>
              <a:gd name="connsiteX408" fmla="*/ 1746128 w 7467600"/>
              <a:gd name="connsiteY408" fmla="*/ 6858000 h 6858000"/>
              <a:gd name="connsiteX409" fmla="*/ 1753934 w 7467600"/>
              <a:gd name="connsiteY409" fmla="*/ 6724796 h 6858000"/>
              <a:gd name="connsiteX410" fmla="*/ 1792053 w 7467600"/>
              <a:gd name="connsiteY410" fmla="*/ 6572396 h 6858000"/>
              <a:gd name="connsiteX411" fmla="*/ 1862248 w 7467600"/>
              <a:gd name="connsiteY411" fmla="*/ 6266397 h 6858000"/>
              <a:gd name="connsiteX412" fmla="*/ 1862250 w 7467600"/>
              <a:gd name="connsiteY412" fmla="*/ 6033531 h 6858000"/>
              <a:gd name="connsiteX413" fmla="*/ 1211999 w 7467600"/>
              <a:gd name="connsiteY413" fmla="*/ 6683610 h 6858000"/>
              <a:gd name="connsiteX414" fmla="*/ 1213266 w 7467600"/>
              <a:gd name="connsiteY414" fmla="*/ 6691947 h 6858000"/>
              <a:gd name="connsiteX415" fmla="*/ 1203370 w 7467600"/>
              <a:gd name="connsiteY415" fmla="*/ 6850676 h 6858000"/>
              <a:gd name="connsiteX416" fmla="*/ 1203671 w 7467600"/>
              <a:gd name="connsiteY416" fmla="*/ 6858000 h 6858000"/>
              <a:gd name="connsiteX417" fmla="*/ 1143180 w 7467600"/>
              <a:gd name="connsiteY417" fmla="*/ 6858000 h 6858000"/>
              <a:gd name="connsiteX418" fmla="*/ 1142176 w 7467600"/>
              <a:gd name="connsiteY418" fmla="*/ 6766045 h 6858000"/>
              <a:gd name="connsiteX419" fmla="*/ 1067484 w 7467600"/>
              <a:gd name="connsiteY419" fmla="*/ 6858000 h 6858000"/>
              <a:gd name="connsiteX420" fmla="*/ 953928 w 7467600"/>
              <a:gd name="connsiteY420" fmla="*/ 6858000 h 6858000"/>
              <a:gd name="connsiteX421" fmla="*/ 959715 w 7467600"/>
              <a:gd name="connsiteY421" fmla="*/ 6850185 h 6858000"/>
              <a:gd name="connsiteX422" fmla="*/ 1483788 w 7467600"/>
              <a:gd name="connsiteY422" fmla="*/ 6259174 h 6858000"/>
              <a:gd name="connsiteX423" fmla="*/ 1100671 w 7467600"/>
              <a:gd name="connsiteY423" fmla="*/ 6252137 h 6858000"/>
              <a:gd name="connsiteX424" fmla="*/ 1090144 w 7467600"/>
              <a:gd name="connsiteY424" fmla="*/ 6256748 h 6858000"/>
              <a:gd name="connsiteX425" fmla="*/ 1095872 w 7467600"/>
              <a:gd name="connsiteY425" fmla="*/ 6271892 h 6858000"/>
              <a:gd name="connsiteX426" fmla="*/ 262785 w 7467600"/>
              <a:gd name="connsiteY426" fmla="*/ 6845450 h 6858000"/>
              <a:gd name="connsiteX427" fmla="*/ 209968 w 7467600"/>
              <a:gd name="connsiteY427" fmla="*/ 6770713 h 6858000"/>
              <a:gd name="connsiteX428" fmla="*/ 873460 w 7467600"/>
              <a:gd name="connsiteY428" fmla="*/ 6253768 h 6858000"/>
              <a:gd name="connsiteX429" fmla="*/ 192686 w 7467600"/>
              <a:gd name="connsiteY429" fmla="*/ 5849257 h 6858000"/>
              <a:gd name="connsiteX430" fmla="*/ 4696 w 7467600"/>
              <a:gd name="connsiteY430" fmla="*/ 5697668 h 6858000"/>
              <a:gd name="connsiteX431" fmla="*/ 0 w 7467600"/>
              <a:gd name="connsiteY431" fmla="*/ 5689984 h 6858000"/>
              <a:gd name="connsiteX432" fmla="*/ 0 w 7467600"/>
              <a:gd name="connsiteY432" fmla="*/ 5513472 h 6858000"/>
              <a:gd name="connsiteX433" fmla="*/ 174101 w 7467600"/>
              <a:gd name="connsiteY433" fmla="*/ 5620277 h 6858000"/>
              <a:gd name="connsiteX434" fmla="*/ 891800 w 7467600"/>
              <a:gd name="connsiteY434" fmla="*/ 6036935 h 6858000"/>
              <a:gd name="connsiteX435" fmla="*/ 1072219 w 7467600"/>
              <a:gd name="connsiteY435" fmla="*/ 6169443 h 6858000"/>
              <a:gd name="connsiteX436" fmla="*/ 1074117 w 7467600"/>
              <a:gd name="connsiteY436" fmla="*/ 6170301 h 6858000"/>
              <a:gd name="connsiteX437" fmla="*/ 1083114 w 7467600"/>
              <a:gd name="connsiteY437" fmla="*/ 6174131 h 6858000"/>
              <a:gd name="connsiteX438" fmla="*/ 1543010 w 7467600"/>
              <a:gd name="connsiteY438" fmla="*/ 6191140 h 6858000"/>
              <a:gd name="connsiteX439" fmla="*/ 1551080 w 7467600"/>
              <a:gd name="connsiteY439" fmla="*/ 6195006 h 6858000"/>
              <a:gd name="connsiteX440" fmla="*/ 2345443 w 7467600"/>
              <a:gd name="connsiteY440" fmla="*/ 5549882 h 6858000"/>
              <a:gd name="connsiteX441" fmla="*/ 1721499 w 7467600"/>
              <a:gd name="connsiteY441" fmla="*/ 5599969 h 6858000"/>
              <a:gd name="connsiteX442" fmla="*/ 767716 w 7467600"/>
              <a:gd name="connsiteY442" fmla="*/ 5472768 h 6858000"/>
              <a:gd name="connsiteX443" fmla="*/ 722147 w 7467600"/>
              <a:gd name="connsiteY443" fmla="*/ 5393091 h 6858000"/>
              <a:gd name="connsiteX444" fmla="*/ 1485552 w 7467600"/>
              <a:gd name="connsiteY444" fmla="*/ 5313202 h 6858000"/>
              <a:gd name="connsiteX445" fmla="*/ 2143004 w 7467600"/>
              <a:gd name="connsiteY445" fmla="*/ 5402420 h 6858000"/>
              <a:gd name="connsiteX446" fmla="*/ 1933391 w 7467600"/>
              <a:gd name="connsiteY446" fmla="*/ 5156971 h 6858000"/>
              <a:gd name="connsiteX447" fmla="*/ 1827118 w 7467600"/>
              <a:gd name="connsiteY447" fmla="*/ 4968410 h 6858000"/>
              <a:gd name="connsiteX448" fmla="*/ 1837349 w 7467600"/>
              <a:gd name="connsiteY448" fmla="*/ 4956357 h 6858000"/>
              <a:gd name="connsiteX449" fmla="*/ 2162835 w 7467600"/>
              <a:gd name="connsiteY449" fmla="*/ 5187853 h 6858000"/>
              <a:gd name="connsiteX450" fmla="*/ 2257167 w 7467600"/>
              <a:gd name="connsiteY450" fmla="*/ 5462123 h 6858000"/>
              <a:gd name="connsiteX451" fmla="*/ 2261598 w 7467600"/>
              <a:gd name="connsiteY451" fmla="*/ 5467998 h 6858000"/>
              <a:gd name="connsiteX452" fmla="*/ 2437177 w 7467600"/>
              <a:gd name="connsiteY452" fmla="*/ 5479608 h 6858000"/>
              <a:gd name="connsiteX453" fmla="*/ 2445247 w 7467600"/>
              <a:gd name="connsiteY453" fmla="*/ 5483476 h 6858000"/>
              <a:gd name="connsiteX454" fmla="*/ 2743626 w 7467600"/>
              <a:gd name="connsiteY454" fmla="*/ 5304819 h 6858000"/>
              <a:gd name="connsiteX455" fmla="*/ 3048102 w 7467600"/>
              <a:gd name="connsiteY455" fmla="*/ 5150595 h 6858000"/>
              <a:gd name="connsiteX456" fmla="*/ 1799414 w 7467600"/>
              <a:gd name="connsiteY456" fmla="*/ 4694732 h 6858000"/>
              <a:gd name="connsiteX457" fmla="*/ 1771735 w 7467600"/>
              <a:gd name="connsiteY457" fmla="*/ 4619929 h 6858000"/>
              <a:gd name="connsiteX458" fmla="*/ 3104273 w 7467600"/>
              <a:gd name="connsiteY458" fmla="*/ 5076159 h 6858000"/>
              <a:gd name="connsiteX459" fmla="*/ 3113245 w 7467600"/>
              <a:gd name="connsiteY459" fmla="*/ 5090705 h 6858000"/>
              <a:gd name="connsiteX460" fmla="*/ 3126294 w 7467600"/>
              <a:gd name="connsiteY460" fmla="*/ 5114400 h 6858000"/>
              <a:gd name="connsiteX461" fmla="*/ 3937433 w 7467600"/>
              <a:gd name="connsiteY461" fmla="*/ 4830473 h 6858000"/>
              <a:gd name="connsiteX462" fmla="*/ 3590475 w 7467600"/>
              <a:gd name="connsiteY462" fmla="*/ 4597974 h 6858000"/>
              <a:gd name="connsiteX463" fmla="*/ 3100264 w 7467600"/>
              <a:gd name="connsiteY463" fmla="*/ 4579845 h 6858000"/>
              <a:gd name="connsiteX464" fmla="*/ 2183576 w 7467600"/>
              <a:gd name="connsiteY464" fmla="*/ 4227150 h 6858000"/>
              <a:gd name="connsiteX465" fmla="*/ 2151029 w 7467600"/>
              <a:gd name="connsiteY465" fmla="*/ 4146947 h 6858000"/>
              <a:gd name="connsiteX466" fmla="*/ 3563434 w 7467600"/>
              <a:gd name="connsiteY466" fmla="*/ 4469115 h 6858000"/>
              <a:gd name="connsiteX467" fmla="*/ 3177952 w 7467600"/>
              <a:gd name="connsiteY467" fmla="*/ 3657386 h 6858000"/>
              <a:gd name="connsiteX468" fmla="*/ 3189263 w 7467600"/>
              <a:gd name="connsiteY468" fmla="*/ 3625726 h 6858000"/>
              <a:gd name="connsiteX469" fmla="*/ 3560912 w 7467600"/>
              <a:gd name="connsiteY469" fmla="*/ 4079863 h 6858000"/>
              <a:gd name="connsiteX470" fmla="*/ 3626636 w 7467600"/>
              <a:gd name="connsiteY470" fmla="*/ 4512230 h 6858000"/>
              <a:gd name="connsiteX471" fmla="*/ 3653088 w 7467600"/>
              <a:gd name="connsiteY471" fmla="*/ 4521417 h 6858000"/>
              <a:gd name="connsiteX472" fmla="*/ 3988128 w 7467600"/>
              <a:gd name="connsiteY472" fmla="*/ 4817267 h 6858000"/>
              <a:gd name="connsiteX473" fmla="*/ 4830582 w 7467600"/>
              <a:gd name="connsiteY473" fmla="*/ 4676000 h 6858000"/>
              <a:gd name="connsiteX474" fmla="*/ 4830100 w 7467600"/>
              <a:gd name="connsiteY474" fmla="*/ 4675554 h 6858000"/>
              <a:gd name="connsiteX475" fmla="*/ 4036318 w 7467600"/>
              <a:gd name="connsiteY475" fmla="*/ 4147013 h 6858000"/>
              <a:gd name="connsiteX476" fmla="*/ 3432098 w 7467600"/>
              <a:gd name="connsiteY476" fmla="*/ 3537312 h 6858000"/>
              <a:gd name="connsiteX477" fmla="*/ 3446761 w 7467600"/>
              <a:gd name="connsiteY477" fmla="*/ 3461278 h 6858000"/>
              <a:gd name="connsiteX478" fmla="*/ 4419733 w 7467600"/>
              <a:gd name="connsiteY478" fmla="*/ 3963555 h 6858000"/>
              <a:gd name="connsiteX479" fmla="*/ 4781371 w 7467600"/>
              <a:gd name="connsiteY479" fmla="*/ 4458604 h 6858000"/>
              <a:gd name="connsiteX480" fmla="*/ 4780440 w 7467600"/>
              <a:gd name="connsiteY480" fmla="*/ 4470290 h 6858000"/>
              <a:gd name="connsiteX481" fmla="*/ 4898954 w 7467600"/>
              <a:gd name="connsiteY481" fmla="*/ 4662092 h 6858000"/>
              <a:gd name="connsiteX482" fmla="*/ 4900699 w 7467600"/>
              <a:gd name="connsiteY482" fmla="*/ 4670867 h 6858000"/>
              <a:gd name="connsiteX483" fmla="*/ 5714511 w 7467600"/>
              <a:gd name="connsiteY483" fmla="*/ 4663483 h 6858000"/>
              <a:gd name="connsiteX484" fmla="*/ 5464793 w 7467600"/>
              <a:gd name="connsiteY484" fmla="*/ 4393556 h 6858000"/>
              <a:gd name="connsiteX485" fmla="*/ 5461897 w 7467600"/>
              <a:gd name="connsiteY485" fmla="*/ 4390879 h 6858000"/>
              <a:gd name="connsiteX486" fmla="*/ 4294126 w 7467600"/>
              <a:gd name="connsiteY486" fmla="*/ 3303048 h 6858000"/>
              <a:gd name="connsiteX487" fmla="*/ 4305321 w 7467600"/>
              <a:gd name="connsiteY487" fmla="*/ 3256953 h 6858000"/>
              <a:gd name="connsiteX488" fmla="*/ 4949299 w 7467600"/>
              <a:gd name="connsiteY488" fmla="*/ 3766336 h 6858000"/>
              <a:gd name="connsiteX489" fmla="*/ 5291452 w 7467600"/>
              <a:gd name="connsiteY489" fmla="*/ 4076801 h 6858000"/>
              <a:gd name="connsiteX490" fmla="*/ 5434998 w 7467600"/>
              <a:gd name="connsiteY490" fmla="*/ 4254100 h 6858000"/>
              <a:gd name="connsiteX491" fmla="*/ 5351015 w 7467600"/>
              <a:gd name="connsiteY491" fmla="*/ 3760989 h 6858000"/>
              <a:gd name="connsiteX492" fmla="*/ 5413780 w 7467600"/>
              <a:gd name="connsiteY492" fmla="*/ 2966265 h 6858000"/>
              <a:gd name="connsiteX493" fmla="*/ 5425627 w 7467600"/>
              <a:gd name="connsiteY493" fmla="*/ 2954192 h 6858000"/>
              <a:gd name="connsiteX494" fmla="*/ 6604735 w 7467600"/>
              <a:gd name="connsiteY494" fmla="*/ 2041381 h 6858000"/>
              <a:gd name="connsiteX495" fmla="*/ 7204487 w 7467600"/>
              <a:gd name="connsiteY495" fmla="*/ 2742112 h 6858000"/>
              <a:gd name="connsiteX496" fmla="*/ 7131592 w 7467600"/>
              <a:gd name="connsiteY496" fmla="*/ 2672096 h 6858000"/>
              <a:gd name="connsiteX497" fmla="*/ 6996344 w 7467600"/>
              <a:gd name="connsiteY497" fmla="*/ 2518310 h 6858000"/>
              <a:gd name="connsiteX498" fmla="*/ 6735495 w 7467600"/>
              <a:gd name="connsiteY498" fmla="*/ 2196890 h 6858000"/>
              <a:gd name="connsiteX499" fmla="*/ 6721901 w 7467600"/>
              <a:gd name="connsiteY499" fmla="*/ 2179274 h 6858000"/>
              <a:gd name="connsiteX500" fmla="*/ 6604735 w 7467600"/>
              <a:gd name="connsiteY500" fmla="*/ 2041381 h 6858000"/>
              <a:gd name="connsiteX501" fmla="*/ 6591670 w 7467600"/>
              <a:gd name="connsiteY501" fmla="*/ 1988277 h 6858000"/>
              <a:gd name="connsiteX502" fmla="*/ 6747349 w 7467600"/>
              <a:gd name="connsiteY502" fmla="*/ 2160069 h 6858000"/>
              <a:gd name="connsiteX503" fmla="*/ 6760943 w 7467600"/>
              <a:gd name="connsiteY503" fmla="*/ 2177686 h 6858000"/>
              <a:gd name="connsiteX504" fmla="*/ 7021065 w 7467600"/>
              <a:gd name="connsiteY504" fmla="*/ 2498102 h 6858000"/>
              <a:gd name="connsiteX505" fmla="*/ 7155223 w 7467600"/>
              <a:gd name="connsiteY505" fmla="*/ 2650386 h 6858000"/>
              <a:gd name="connsiteX506" fmla="*/ 7203167 w 7467600"/>
              <a:gd name="connsiteY506" fmla="*/ 2697288 h 6858000"/>
              <a:gd name="connsiteX507" fmla="*/ 6937703 w 7467600"/>
              <a:gd name="connsiteY507" fmla="*/ 2321981 h 6858000"/>
              <a:gd name="connsiteX508" fmla="*/ 6591670 w 7467600"/>
              <a:gd name="connsiteY508" fmla="*/ 1988277 h 6858000"/>
              <a:gd name="connsiteX509" fmla="*/ 5798671 w 7467600"/>
              <a:gd name="connsiteY509" fmla="*/ 1981601 h 6858000"/>
              <a:gd name="connsiteX510" fmla="*/ 5754709 w 7467600"/>
              <a:gd name="connsiteY510" fmla="*/ 2071454 h 6858000"/>
              <a:gd name="connsiteX511" fmla="*/ 5763044 w 7467600"/>
              <a:gd name="connsiteY511" fmla="*/ 2842206 h 6858000"/>
              <a:gd name="connsiteX512" fmla="*/ 5764974 w 7467600"/>
              <a:gd name="connsiteY512" fmla="*/ 2799609 h 6858000"/>
              <a:gd name="connsiteX513" fmla="*/ 5767665 w 7467600"/>
              <a:gd name="connsiteY513" fmla="*/ 2666409 h 6858000"/>
              <a:gd name="connsiteX514" fmla="*/ 5763055 w 7467600"/>
              <a:gd name="connsiteY514" fmla="*/ 2579705 h 6858000"/>
              <a:gd name="connsiteX515" fmla="*/ 5758079 w 7467600"/>
              <a:gd name="connsiteY515" fmla="*/ 2492508 h 6858000"/>
              <a:gd name="connsiteX516" fmla="*/ 5779325 w 7467600"/>
              <a:gd name="connsiteY516" fmla="*/ 2197069 h 6858000"/>
              <a:gd name="connsiteX517" fmla="*/ 5798671 w 7467600"/>
              <a:gd name="connsiteY517" fmla="*/ 1981601 h 6858000"/>
              <a:gd name="connsiteX518" fmla="*/ 5829202 w 7467600"/>
              <a:gd name="connsiteY518" fmla="*/ 1971679 h 6858000"/>
              <a:gd name="connsiteX519" fmla="*/ 5809558 w 7467600"/>
              <a:gd name="connsiteY519" fmla="*/ 2198043 h 6858000"/>
              <a:gd name="connsiteX520" fmla="*/ 5788653 w 7467600"/>
              <a:gd name="connsiteY520" fmla="*/ 2489430 h 6858000"/>
              <a:gd name="connsiteX521" fmla="*/ 5793439 w 7467600"/>
              <a:gd name="connsiteY521" fmla="*/ 2575235 h 6858000"/>
              <a:gd name="connsiteX522" fmla="*/ 5796837 w 7467600"/>
              <a:gd name="connsiteY522" fmla="*/ 2637633 h 6858000"/>
              <a:gd name="connsiteX523" fmla="*/ 5818614 w 7467600"/>
              <a:gd name="connsiteY523" fmla="*/ 2473055 h 6858000"/>
              <a:gd name="connsiteX524" fmla="*/ 5829202 w 7467600"/>
              <a:gd name="connsiteY524" fmla="*/ 1971679 h 6858000"/>
              <a:gd name="connsiteX525" fmla="*/ 5911389 w 7467600"/>
              <a:gd name="connsiteY525" fmla="*/ 1898371 h 6858000"/>
              <a:gd name="connsiteX526" fmla="*/ 6237627 w 7467600"/>
              <a:gd name="connsiteY526" fmla="*/ 2231921 h 6858000"/>
              <a:gd name="connsiteX527" fmla="*/ 5911389 w 7467600"/>
              <a:gd name="connsiteY527" fmla="*/ 1898371 h 6858000"/>
              <a:gd name="connsiteX528" fmla="*/ 6944437 w 7467600"/>
              <a:gd name="connsiteY528" fmla="*/ 1575402 h 6858000"/>
              <a:gd name="connsiteX529" fmla="*/ 6304730 w 7467600"/>
              <a:gd name="connsiteY529" fmla="*/ 1766654 h 6858000"/>
              <a:gd name="connsiteX530" fmla="*/ 6944437 w 7467600"/>
              <a:gd name="connsiteY530" fmla="*/ 1575402 h 6858000"/>
              <a:gd name="connsiteX531" fmla="*/ 7019523 w 7467600"/>
              <a:gd name="connsiteY531" fmla="*/ 1519450 h 6858000"/>
              <a:gd name="connsiteX532" fmla="*/ 6298091 w 7467600"/>
              <a:gd name="connsiteY532" fmla="*/ 1737122 h 6858000"/>
              <a:gd name="connsiteX533" fmla="*/ 7019523 w 7467600"/>
              <a:gd name="connsiteY533" fmla="*/ 1519450 h 6858000"/>
              <a:gd name="connsiteX534" fmla="*/ 2399523 w 7467600"/>
              <a:gd name="connsiteY534" fmla="*/ 1428234 h 6858000"/>
              <a:gd name="connsiteX535" fmla="*/ 2224982 w 7467600"/>
              <a:gd name="connsiteY535" fmla="*/ 1826201 h 6858000"/>
              <a:gd name="connsiteX536" fmla="*/ 2096099 w 7467600"/>
              <a:gd name="connsiteY536" fmla="*/ 2345900 h 6858000"/>
              <a:gd name="connsiteX537" fmla="*/ 2283317 w 7467600"/>
              <a:gd name="connsiteY537" fmla="*/ 1796925 h 6858000"/>
              <a:gd name="connsiteX538" fmla="*/ 2399523 w 7467600"/>
              <a:gd name="connsiteY538" fmla="*/ 1428234 h 6858000"/>
              <a:gd name="connsiteX539" fmla="*/ 2448558 w 7467600"/>
              <a:gd name="connsiteY539" fmla="*/ 1373435 h 6858000"/>
              <a:gd name="connsiteX540" fmla="*/ 2312521 w 7467600"/>
              <a:gd name="connsiteY540" fmla="*/ 1806140 h 6858000"/>
              <a:gd name="connsiteX541" fmla="*/ 2127533 w 7467600"/>
              <a:gd name="connsiteY541" fmla="*/ 2348380 h 6858000"/>
              <a:gd name="connsiteX542" fmla="*/ 2358080 w 7467600"/>
              <a:gd name="connsiteY542" fmla="*/ 1866134 h 6858000"/>
              <a:gd name="connsiteX543" fmla="*/ 2407436 w 7467600"/>
              <a:gd name="connsiteY543" fmla="*/ 1651070 h 6858000"/>
              <a:gd name="connsiteX544" fmla="*/ 2448558 w 7467600"/>
              <a:gd name="connsiteY544" fmla="*/ 1373435 h 6858000"/>
              <a:gd name="connsiteX545" fmla="*/ 278707 w 7467600"/>
              <a:gd name="connsiteY545" fmla="*/ 1352270 h 6858000"/>
              <a:gd name="connsiteX546" fmla="*/ 321570 w 7467600"/>
              <a:gd name="connsiteY546" fmla="*/ 1861610 h 6858000"/>
              <a:gd name="connsiteX547" fmla="*/ 294281 w 7467600"/>
              <a:gd name="connsiteY547" fmla="*/ 1440658 h 6858000"/>
              <a:gd name="connsiteX548" fmla="*/ 278707 w 7467600"/>
              <a:gd name="connsiteY548" fmla="*/ 1352270 h 6858000"/>
              <a:gd name="connsiteX549" fmla="*/ 1423821 w 7467600"/>
              <a:gd name="connsiteY549" fmla="*/ 1351958 h 6858000"/>
              <a:gd name="connsiteX550" fmla="*/ 1638521 w 7467600"/>
              <a:gd name="connsiteY550" fmla="*/ 1908470 h 6858000"/>
              <a:gd name="connsiteX551" fmla="*/ 1754199 w 7467600"/>
              <a:gd name="connsiteY551" fmla="*/ 2149284 h 6858000"/>
              <a:gd name="connsiteX552" fmla="*/ 1908359 w 7467600"/>
              <a:gd name="connsiteY552" fmla="*/ 2364988 h 6858000"/>
              <a:gd name="connsiteX553" fmla="*/ 1647661 w 7467600"/>
              <a:gd name="connsiteY553" fmla="*/ 1825945 h 6858000"/>
              <a:gd name="connsiteX554" fmla="*/ 1423821 w 7467600"/>
              <a:gd name="connsiteY554" fmla="*/ 1351958 h 6858000"/>
              <a:gd name="connsiteX555" fmla="*/ 1431890 w 7467600"/>
              <a:gd name="connsiteY555" fmla="*/ 1306475 h 6858000"/>
              <a:gd name="connsiteX556" fmla="*/ 1507597 w 7467600"/>
              <a:gd name="connsiteY556" fmla="*/ 1446132 h 6858000"/>
              <a:gd name="connsiteX557" fmla="*/ 1674586 w 7467600"/>
              <a:gd name="connsiteY557" fmla="*/ 1813832 h 6858000"/>
              <a:gd name="connsiteX558" fmla="*/ 1815950 w 7467600"/>
              <a:gd name="connsiteY558" fmla="*/ 2128564 h 6858000"/>
              <a:gd name="connsiteX559" fmla="*/ 1984242 w 7467600"/>
              <a:gd name="connsiteY559" fmla="*/ 2430829 h 6858000"/>
              <a:gd name="connsiteX560" fmla="*/ 2014023 w 7467600"/>
              <a:gd name="connsiteY560" fmla="*/ 2450995 h 6858000"/>
              <a:gd name="connsiteX561" fmla="*/ 1747337 w 7467600"/>
              <a:gd name="connsiteY561" fmla="*/ 1855264 h 6858000"/>
              <a:gd name="connsiteX562" fmla="*/ 1533749 w 7467600"/>
              <a:gd name="connsiteY562" fmla="*/ 1478656 h 6858000"/>
              <a:gd name="connsiteX563" fmla="*/ 1431890 w 7467600"/>
              <a:gd name="connsiteY563" fmla="*/ 1306475 h 6858000"/>
              <a:gd name="connsiteX564" fmla="*/ 5052692 w 7467600"/>
              <a:gd name="connsiteY564" fmla="*/ 1292994 h 6858000"/>
              <a:gd name="connsiteX565" fmla="*/ 5200661 w 7467600"/>
              <a:gd name="connsiteY565" fmla="*/ 1635186 h 6858000"/>
              <a:gd name="connsiteX566" fmla="*/ 5297138 w 7467600"/>
              <a:gd name="connsiteY566" fmla="*/ 1906351 h 6858000"/>
              <a:gd name="connsiteX567" fmla="*/ 5052692 w 7467600"/>
              <a:gd name="connsiteY567" fmla="*/ 1292994 h 6858000"/>
              <a:gd name="connsiteX568" fmla="*/ 5009948 w 7467600"/>
              <a:gd name="connsiteY568" fmla="*/ 1273619 h 6858000"/>
              <a:gd name="connsiteX569" fmla="*/ 5121777 w 7467600"/>
              <a:gd name="connsiteY569" fmla="*/ 1654213 h 6858000"/>
              <a:gd name="connsiteX570" fmla="*/ 5293545 w 7467600"/>
              <a:gd name="connsiteY570" fmla="*/ 2072247 h 6858000"/>
              <a:gd name="connsiteX571" fmla="*/ 5294042 w 7467600"/>
              <a:gd name="connsiteY571" fmla="*/ 2065019 h 6858000"/>
              <a:gd name="connsiteX572" fmla="*/ 5171936 w 7467600"/>
              <a:gd name="connsiteY572" fmla="*/ 1647613 h 6858000"/>
              <a:gd name="connsiteX573" fmla="*/ 5009948 w 7467600"/>
              <a:gd name="connsiteY573" fmla="*/ 1273619 h 6858000"/>
              <a:gd name="connsiteX574" fmla="*/ 655236 w 7467600"/>
              <a:gd name="connsiteY574" fmla="*/ 1268632 h 6858000"/>
              <a:gd name="connsiteX575" fmla="*/ 839521 w 7467600"/>
              <a:gd name="connsiteY575" fmla="*/ 1685315 h 6858000"/>
              <a:gd name="connsiteX576" fmla="*/ 1109416 w 7467600"/>
              <a:gd name="connsiteY576" fmla="*/ 2061663 h 6858000"/>
              <a:gd name="connsiteX577" fmla="*/ 1298300 w 7467600"/>
              <a:gd name="connsiteY577" fmla="*/ 2247742 h 6858000"/>
              <a:gd name="connsiteX578" fmla="*/ 1125871 w 7467600"/>
              <a:gd name="connsiteY578" fmla="*/ 1989513 h 6858000"/>
              <a:gd name="connsiteX579" fmla="*/ 981574 w 7467600"/>
              <a:gd name="connsiteY579" fmla="*/ 1783157 h 6858000"/>
              <a:gd name="connsiteX580" fmla="*/ 922198 w 7467600"/>
              <a:gd name="connsiteY580" fmla="*/ 1677437 h 6858000"/>
              <a:gd name="connsiteX581" fmla="*/ 869293 w 7467600"/>
              <a:gd name="connsiteY581" fmla="*/ 1583214 h 6858000"/>
              <a:gd name="connsiteX582" fmla="*/ 751431 w 7467600"/>
              <a:gd name="connsiteY582" fmla="*/ 1405731 h 6858000"/>
              <a:gd name="connsiteX583" fmla="*/ 655236 w 7467600"/>
              <a:gd name="connsiteY583" fmla="*/ 1268632 h 6858000"/>
              <a:gd name="connsiteX584" fmla="*/ 6516292 w 7467600"/>
              <a:gd name="connsiteY584" fmla="*/ 1263064 h 6858000"/>
              <a:gd name="connsiteX585" fmla="*/ 5736320 w 7467600"/>
              <a:gd name="connsiteY585" fmla="*/ 1501803 h 6858000"/>
              <a:gd name="connsiteX586" fmla="*/ 6516292 w 7467600"/>
              <a:gd name="connsiteY586" fmla="*/ 1263064 h 6858000"/>
              <a:gd name="connsiteX587" fmla="*/ 291466 w 7467600"/>
              <a:gd name="connsiteY587" fmla="*/ 1250369 h 6858000"/>
              <a:gd name="connsiteX588" fmla="*/ 323180 w 7467600"/>
              <a:gd name="connsiteY588" fmla="*/ 1435283 h 6858000"/>
              <a:gd name="connsiteX589" fmla="*/ 349381 w 7467600"/>
              <a:gd name="connsiteY589" fmla="*/ 1875041 h 6858000"/>
              <a:gd name="connsiteX590" fmla="*/ 374363 w 7467600"/>
              <a:gd name="connsiteY590" fmla="*/ 1506494 h 6858000"/>
              <a:gd name="connsiteX591" fmla="*/ 302168 w 7467600"/>
              <a:gd name="connsiteY591" fmla="*/ 1274495 h 6858000"/>
              <a:gd name="connsiteX592" fmla="*/ 291466 w 7467600"/>
              <a:gd name="connsiteY592" fmla="*/ 1250369 h 6858000"/>
              <a:gd name="connsiteX593" fmla="*/ 678222 w 7467600"/>
              <a:gd name="connsiteY593" fmla="*/ 1248670 h 6858000"/>
              <a:gd name="connsiteX594" fmla="*/ 775536 w 7467600"/>
              <a:gd name="connsiteY594" fmla="*/ 1388015 h 6858000"/>
              <a:gd name="connsiteX595" fmla="*/ 894529 w 7467600"/>
              <a:gd name="connsiteY595" fmla="*/ 1567739 h 6858000"/>
              <a:gd name="connsiteX596" fmla="*/ 948000 w 7467600"/>
              <a:gd name="connsiteY596" fmla="*/ 1663088 h 6858000"/>
              <a:gd name="connsiteX597" fmla="*/ 1006812 w 7467600"/>
              <a:gd name="connsiteY597" fmla="*/ 1767683 h 6858000"/>
              <a:gd name="connsiteX598" fmla="*/ 1149133 w 7467600"/>
              <a:gd name="connsiteY598" fmla="*/ 1971513 h 6858000"/>
              <a:gd name="connsiteX599" fmla="*/ 1333952 w 7467600"/>
              <a:gd name="connsiteY599" fmla="*/ 2251620 h 6858000"/>
              <a:gd name="connsiteX600" fmla="*/ 1337329 w 7467600"/>
              <a:gd name="connsiteY600" fmla="*/ 2258350 h 6858000"/>
              <a:gd name="connsiteX601" fmla="*/ 1014726 w 7467600"/>
              <a:gd name="connsiteY601" fmla="*/ 1615556 h 6858000"/>
              <a:gd name="connsiteX602" fmla="*/ 678222 w 7467600"/>
              <a:gd name="connsiteY602" fmla="*/ 1248670 h 6858000"/>
              <a:gd name="connsiteX603" fmla="*/ 6691602 w 7467600"/>
              <a:gd name="connsiteY603" fmla="*/ 1140573 h 6858000"/>
              <a:gd name="connsiteX604" fmla="*/ 6571100 w 7467600"/>
              <a:gd name="connsiteY604" fmla="*/ 1183662 h 6858000"/>
              <a:gd name="connsiteX605" fmla="*/ 6241687 w 7467600"/>
              <a:gd name="connsiteY605" fmla="*/ 1257600 h 6858000"/>
              <a:gd name="connsiteX606" fmla="*/ 5693009 w 7467600"/>
              <a:gd name="connsiteY606" fmla="*/ 1478256 h 6858000"/>
              <a:gd name="connsiteX607" fmla="*/ 6548420 w 7467600"/>
              <a:gd name="connsiteY607" fmla="*/ 1214599 h 6858000"/>
              <a:gd name="connsiteX608" fmla="*/ 6605473 w 7467600"/>
              <a:gd name="connsiteY608" fmla="*/ 1184686 h 6858000"/>
              <a:gd name="connsiteX609" fmla="*/ 6691602 w 7467600"/>
              <a:gd name="connsiteY609" fmla="*/ 1140573 h 6858000"/>
              <a:gd name="connsiteX610" fmla="*/ 4002475 w 7467600"/>
              <a:gd name="connsiteY610" fmla="*/ 1037802 h 6858000"/>
              <a:gd name="connsiteX611" fmla="*/ 4000324 w 7467600"/>
              <a:gd name="connsiteY611" fmla="*/ 1039362 h 6858000"/>
              <a:gd name="connsiteX612" fmla="*/ 4002862 w 7467600"/>
              <a:gd name="connsiteY612" fmla="*/ 1042866 h 6858000"/>
              <a:gd name="connsiteX613" fmla="*/ 4002475 w 7467600"/>
              <a:gd name="connsiteY613" fmla="*/ 1037802 h 6858000"/>
              <a:gd name="connsiteX614" fmla="*/ 506322 w 7467600"/>
              <a:gd name="connsiteY614" fmla="*/ 1020997 h 6858000"/>
              <a:gd name="connsiteX615" fmla="*/ 533068 w 7467600"/>
              <a:gd name="connsiteY615" fmla="*/ 1029409 h 6858000"/>
              <a:gd name="connsiteX616" fmla="*/ 1232525 w 7467600"/>
              <a:gd name="connsiteY616" fmla="*/ 1804675 h 6858000"/>
              <a:gd name="connsiteX617" fmla="*/ 1388858 w 7467600"/>
              <a:gd name="connsiteY617" fmla="*/ 2368011 h 6858000"/>
              <a:gd name="connsiteX618" fmla="*/ 1384098 w 7467600"/>
              <a:gd name="connsiteY618" fmla="*/ 2378125 h 6858000"/>
              <a:gd name="connsiteX619" fmla="*/ 1425393 w 7467600"/>
              <a:gd name="connsiteY619" fmla="*/ 2589124 h 6858000"/>
              <a:gd name="connsiteX620" fmla="*/ 1424001 w 7467600"/>
              <a:gd name="connsiteY620" fmla="*/ 2597541 h 6858000"/>
              <a:gd name="connsiteX621" fmla="*/ 2152729 w 7467600"/>
              <a:gd name="connsiteY621" fmla="*/ 2864487 h 6858000"/>
              <a:gd name="connsiteX622" fmla="*/ 2020609 w 7467600"/>
              <a:gd name="connsiteY622" fmla="*/ 2539671 h 6858000"/>
              <a:gd name="connsiteX623" fmla="*/ 2018920 w 7467600"/>
              <a:gd name="connsiteY623" fmla="*/ 2536309 h 6858000"/>
              <a:gd name="connsiteX624" fmla="*/ 1342441 w 7467600"/>
              <a:gd name="connsiteY624" fmla="*/ 1173017 h 6858000"/>
              <a:gd name="connsiteX625" fmla="*/ 1367925 w 7467600"/>
              <a:gd name="connsiteY625" fmla="*/ 1135648 h 6858000"/>
              <a:gd name="connsiteX626" fmla="*/ 1771401 w 7467600"/>
              <a:gd name="connsiteY626" fmla="*/ 1806673 h 6858000"/>
              <a:gd name="connsiteX627" fmla="*/ 1972385 w 7467600"/>
              <a:gd name="connsiteY627" fmla="*/ 2198735 h 6858000"/>
              <a:gd name="connsiteX628" fmla="*/ 2040892 w 7467600"/>
              <a:gd name="connsiteY628" fmla="*/ 2405205 h 6858000"/>
              <a:gd name="connsiteX629" fmla="*/ 2131689 w 7467600"/>
              <a:gd name="connsiteY629" fmla="*/ 1936926 h 6858000"/>
              <a:gd name="connsiteX630" fmla="*/ 2454820 w 7467600"/>
              <a:gd name="connsiteY630" fmla="*/ 1248808 h 6858000"/>
              <a:gd name="connsiteX631" fmla="*/ 2492512 w 7467600"/>
              <a:gd name="connsiteY631" fmla="*/ 1302920 h 6858000"/>
              <a:gd name="connsiteX632" fmla="*/ 2081216 w 7467600"/>
              <a:gd name="connsiteY632" fmla="*/ 2527513 h 6858000"/>
              <a:gd name="connsiteX633" fmla="*/ 2081211 w 7467600"/>
              <a:gd name="connsiteY633" fmla="*/ 2528916 h 6858000"/>
              <a:gd name="connsiteX634" fmla="*/ 2199067 w 7467600"/>
              <a:gd name="connsiteY634" fmla="*/ 2884061 h 6858000"/>
              <a:gd name="connsiteX635" fmla="*/ 3192586 w 7467600"/>
              <a:gd name="connsiteY635" fmla="*/ 3411496 h 6858000"/>
              <a:gd name="connsiteX636" fmla="*/ 3182620 w 7467600"/>
              <a:gd name="connsiteY636" fmla="*/ 3483279 h 6858000"/>
              <a:gd name="connsiteX637" fmla="*/ 2435119 w 7467600"/>
              <a:gd name="connsiteY637" fmla="*/ 3080173 h 6858000"/>
              <a:gd name="connsiteX638" fmla="*/ 2410152 w 7467600"/>
              <a:gd name="connsiteY638" fmla="*/ 3063751 h 6858000"/>
              <a:gd name="connsiteX639" fmla="*/ 2408099 w 7467600"/>
              <a:gd name="connsiteY639" fmla="*/ 3064403 h 6858000"/>
              <a:gd name="connsiteX640" fmla="*/ 2407218 w 7467600"/>
              <a:gd name="connsiteY640" fmla="*/ 3070324 h 6858000"/>
              <a:gd name="connsiteX641" fmla="*/ 2380138 w 7467600"/>
              <a:gd name="connsiteY641" fmla="*/ 3099341 h 6858000"/>
              <a:gd name="connsiteX642" fmla="*/ 1765923 w 7467600"/>
              <a:gd name="connsiteY642" fmla="*/ 3581043 h 6858000"/>
              <a:gd name="connsiteX643" fmla="*/ 1702258 w 7467600"/>
              <a:gd name="connsiteY643" fmla="*/ 3612286 h 6858000"/>
              <a:gd name="connsiteX644" fmla="*/ 1538370 w 7467600"/>
              <a:gd name="connsiteY644" fmla="*/ 3811804 h 6858000"/>
              <a:gd name="connsiteX645" fmla="*/ 542867 w 7467600"/>
              <a:gd name="connsiteY645" fmla="*/ 4944092 h 6858000"/>
              <a:gd name="connsiteX646" fmla="*/ 515800 w 7467600"/>
              <a:gd name="connsiteY646" fmla="*/ 4862180 h 6858000"/>
              <a:gd name="connsiteX647" fmla="*/ 909145 w 7467600"/>
              <a:gd name="connsiteY647" fmla="*/ 4199225 h 6858000"/>
              <a:gd name="connsiteX648" fmla="*/ 1214067 w 7467600"/>
              <a:gd name="connsiteY648" fmla="*/ 3908561 h 6858000"/>
              <a:gd name="connsiteX649" fmla="*/ 640967 w 7467600"/>
              <a:gd name="connsiteY649" fmla="*/ 4105601 h 6858000"/>
              <a:gd name="connsiteX650" fmla="*/ 112563 w 7467600"/>
              <a:gd name="connsiteY650" fmla="*/ 4396952 h 6858000"/>
              <a:gd name="connsiteX651" fmla="*/ 0 w 7467600"/>
              <a:gd name="connsiteY651" fmla="*/ 4466006 h 6858000"/>
              <a:gd name="connsiteX652" fmla="*/ 0 w 7467600"/>
              <a:gd name="connsiteY652" fmla="*/ 4233763 h 6858000"/>
              <a:gd name="connsiteX653" fmla="*/ 36881 w 7467600"/>
              <a:gd name="connsiteY653" fmla="*/ 4200118 h 6858000"/>
              <a:gd name="connsiteX654" fmla="*/ 910534 w 7467600"/>
              <a:gd name="connsiteY654" fmla="*/ 3629753 h 6858000"/>
              <a:gd name="connsiteX655" fmla="*/ 1578717 w 7467600"/>
              <a:gd name="connsiteY655" fmla="*/ 3575982 h 6858000"/>
              <a:gd name="connsiteX656" fmla="*/ 2338780 w 7467600"/>
              <a:gd name="connsiteY656" fmla="*/ 3033725 h 6858000"/>
              <a:gd name="connsiteX657" fmla="*/ 1807991 w 7467600"/>
              <a:gd name="connsiteY657" fmla="*/ 2807184 h 6858000"/>
              <a:gd name="connsiteX658" fmla="*/ 1416358 w 7467600"/>
              <a:gd name="connsiteY658" fmla="*/ 3112571 h 6858000"/>
              <a:gd name="connsiteX659" fmla="*/ 939066 w 7467600"/>
              <a:gd name="connsiteY659" fmla="*/ 3378798 h 6858000"/>
              <a:gd name="connsiteX660" fmla="*/ 115099 w 7467600"/>
              <a:gd name="connsiteY660" fmla="*/ 3607650 h 6858000"/>
              <a:gd name="connsiteX661" fmla="*/ 97284 w 7467600"/>
              <a:gd name="connsiteY661" fmla="*/ 3520393 h 6858000"/>
              <a:gd name="connsiteX662" fmla="*/ 922050 w 7467600"/>
              <a:gd name="connsiteY662" fmla="*/ 3074867 h 6858000"/>
              <a:gd name="connsiteX663" fmla="*/ 1405265 w 7467600"/>
              <a:gd name="connsiteY663" fmla="*/ 3016319 h 6858000"/>
              <a:gd name="connsiteX664" fmla="*/ 1407512 w 7467600"/>
              <a:gd name="connsiteY664" fmla="*/ 3018001 h 6858000"/>
              <a:gd name="connsiteX665" fmla="*/ 1726266 w 7467600"/>
              <a:gd name="connsiteY665" fmla="*/ 2777274 h 6858000"/>
              <a:gd name="connsiteX666" fmla="*/ 625390 w 7467600"/>
              <a:gd name="connsiteY666" fmla="*/ 2514541 h 6858000"/>
              <a:gd name="connsiteX667" fmla="*/ 619799 w 7467600"/>
              <a:gd name="connsiteY667" fmla="*/ 2527180 h 6858000"/>
              <a:gd name="connsiteX668" fmla="*/ 310030 w 7467600"/>
              <a:gd name="connsiteY668" fmla="*/ 2771818 h 6858000"/>
              <a:gd name="connsiteX669" fmla="*/ 173877 w 7467600"/>
              <a:gd name="connsiteY669" fmla="*/ 2937056 h 6858000"/>
              <a:gd name="connsiteX670" fmla="*/ 77889 w 7467600"/>
              <a:gd name="connsiteY670" fmla="*/ 3138440 h 6858000"/>
              <a:gd name="connsiteX671" fmla="*/ 0 w 7467600"/>
              <a:gd name="connsiteY671" fmla="*/ 3271395 h 6858000"/>
              <a:gd name="connsiteX672" fmla="*/ 0 w 7467600"/>
              <a:gd name="connsiteY672" fmla="*/ 3153002 h 6858000"/>
              <a:gd name="connsiteX673" fmla="*/ 2386 w 7467600"/>
              <a:gd name="connsiteY673" fmla="*/ 3149203 h 6858000"/>
              <a:gd name="connsiteX674" fmla="*/ 89753 w 7467600"/>
              <a:gd name="connsiteY674" fmla="*/ 2987702 h 6858000"/>
              <a:gd name="connsiteX675" fmla="*/ 76869 w 7467600"/>
              <a:gd name="connsiteY675" fmla="*/ 3005404 h 6858000"/>
              <a:gd name="connsiteX676" fmla="*/ 32049 w 7467600"/>
              <a:gd name="connsiteY676" fmla="*/ 3065814 h 6858000"/>
              <a:gd name="connsiteX677" fmla="*/ 0 w 7467600"/>
              <a:gd name="connsiteY677" fmla="*/ 3108744 h 6858000"/>
              <a:gd name="connsiteX678" fmla="*/ 0 w 7467600"/>
              <a:gd name="connsiteY678" fmla="*/ 3058059 h 6858000"/>
              <a:gd name="connsiteX679" fmla="*/ 7610 w 7467600"/>
              <a:gd name="connsiteY679" fmla="*/ 3047889 h 6858000"/>
              <a:gd name="connsiteX680" fmla="*/ 52419 w 7467600"/>
              <a:gd name="connsiteY680" fmla="*/ 2987479 h 6858000"/>
              <a:gd name="connsiteX681" fmla="*/ 59142 w 7467600"/>
              <a:gd name="connsiteY681" fmla="*/ 2978488 h 6858000"/>
              <a:gd name="connsiteX682" fmla="*/ 0 w 7467600"/>
              <a:gd name="connsiteY682" fmla="*/ 3015334 h 6858000"/>
              <a:gd name="connsiteX683" fmla="*/ 0 w 7467600"/>
              <a:gd name="connsiteY683" fmla="*/ 2914286 h 6858000"/>
              <a:gd name="connsiteX684" fmla="*/ 36383 w 7467600"/>
              <a:gd name="connsiteY684" fmla="*/ 2901128 h 6858000"/>
              <a:gd name="connsiteX685" fmla="*/ 156329 w 7467600"/>
              <a:gd name="connsiteY685" fmla="*/ 2840533 h 6858000"/>
              <a:gd name="connsiteX686" fmla="*/ 358355 w 7467600"/>
              <a:gd name="connsiteY686" fmla="*/ 2620471 h 6858000"/>
              <a:gd name="connsiteX687" fmla="*/ 510577 w 7467600"/>
              <a:gd name="connsiteY687" fmla="*/ 2501244 h 6858000"/>
              <a:gd name="connsiteX688" fmla="*/ 211967 w 7467600"/>
              <a:gd name="connsiteY688" fmla="*/ 2479171 h 6858000"/>
              <a:gd name="connsiteX689" fmla="*/ 0 w 7467600"/>
              <a:gd name="connsiteY689" fmla="*/ 2476398 h 6858000"/>
              <a:gd name="connsiteX690" fmla="*/ 0 w 7467600"/>
              <a:gd name="connsiteY690" fmla="*/ 2389189 h 6858000"/>
              <a:gd name="connsiteX691" fmla="*/ 103062 w 7467600"/>
              <a:gd name="connsiteY691" fmla="*/ 2389518 h 6858000"/>
              <a:gd name="connsiteX692" fmla="*/ 510734 w 7467600"/>
              <a:gd name="connsiteY692" fmla="*/ 2416201 h 6858000"/>
              <a:gd name="connsiteX693" fmla="*/ 279257 w 7467600"/>
              <a:gd name="connsiteY693" fmla="*/ 2092102 h 6858000"/>
              <a:gd name="connsiteX694" fmla="*/ 65265 w 7467600"/>
              <a:gd name="connsiteY694" fmla="*/ 2006049 h 6858000"/>
              <a:gd name="connsiteX695" fmla="*/ 0 w 7467600"/>
              <a:gd name="connsiteY695" fmla="*/ 1982532 h 6858000"/>
              <a:gd name="connsiteX696" fmla="*/ 0 w 7467600"/>
              <a:gd name="connsiteY696" fmla="*/ 1912789 h 6858000"/>
              <a:gd name="connsiteX697" fmla="*/ 97460 w 7467600"/>
              <a:gd name="connsiteY697" fmla="*/ 1953725 h 6858000"/>
              <a:gd name="connsiteX698" fmla="*/ 221272 w 7467600"/>
              <a:gd name="connsiteY698" fmla="*/ 1980766 h 6858000"/>
              <a:gd name="connsiteX699" fmla="*/ 116765 w 7467600"/>
              <a:gd name="connsiteY699" fmla="*/ 1911033 h 6858000"/>
              <a:gd name="connsiteX700" fmla="*/ 16405 w 7467600"/>
              <a:gd name="connsiteY700" fmla="*/ 1803412 h 6858000"/>
              <a:gd name="connsiteX701" fmla="*/ 0 w 7467600"/>
              <a:gd name="connsiteY701" fmla="*/ 1784777 h 6858000"/>
              <a:gd name="connsiteX702" fmla="*/ 0 w 7467600"/>
              <a:gd name="connsiteY702" fmla="*/ 1740082 h 6858000"/>
              <a:gd name="connsiteX703" fmla="*/ 39394 w 7467600"/>
              <a:gd name="connsiteY703" fmla="*/ 1784856 h 6858000"/>
              <a:gd name="connsiteX704" fmla="*/ 135813 w 7467600"/>
              <a:gd name="connsiteY704" fmla="*/ 1888838 h 6858000"/>
              <a:gd name="connsiteX705" fmla="*/ 242575 w 7467600"/>
              <a:gd name="connsiteY705" fmla="*/ 1958841 h 6858000"/>
              <a:gd name="connsiteX706" fmla="*/ 82197 w 7467600"/>
              <a:gd name="connsiteY706" fmla="*/ 1754826 h 6858000"/>
              <a:gd name="connsiteX707" fmla="*/ 0 w 7467600"/>
              <a:gd name="connsiteY707" fmla="*/ 1679650 h 6858000"/>
              <a:gd name="connsiteX708" fmla="*/ 0 w 7467600"/>
              <a:gd name="connsiteY708" fmla="*/ 1602463 h 6858000"/>
              <a:gd name="connsiteX709" fmla="*/ 84689 w 7467600"/>
              <a:gd name="connsiteY709" fmla="*/ 1677442 h 6858000"/>
              <a:gd name="connsiteX710" fmla="*/ 298437 w 7467600"/>
              <a:gd name="connsiteY710" fmla="*/ 1968019 h 6858000"/>
              <a:gd name="connsiteX711" fmla="*/ 227269 w 7467600"/>
              <a:gd name="connsiteY711" fmla="*/ 1114064 h 6858000"/>
              <a:gd name="connsiteX712" fmla="*/ 248003 w 7467600"/>
              <a:gd name="connsiteY712" fmla="*/ 1089613 h 6858000"/>
              <a:gd name="connsiteX713" fmla="*/ 427020 w 7467600"/>
              <a:gd name="connsiteY713" fmla="*/ 1619803 h 6858000"/>
              <a:gd name="connsiteX714" fmla="*/ 340345 w 7467600"/>
              <a:gd name="connsiteY714" fmla="*/ 2027739 h 6858000"/>
              <a:gd name="connsiteX715" fmla="*/ 360865 w 7467600"/>
              <a:gd name="connsiteY715" fmla="*/ 2044827 h 6858000"/>
              <a:gd name="connsiteX716" fmla="*/ 560414 w 7467600"/>
              <a:gd name="connsiteY716" fmla="*/ 2421457 h 6858000"/>
              <a:gd name="connsiteX717" fmla="*/ 1359703 w 7467600"/>
              <a:gd name="connsiteY717" fmla="*/ 2578554 h 6858000"/>
              <a:gd name="connsiteX718" fmla="*/ 1359422 w 7467600"/>
              <a:gd name="connsiteY718" fmla="*/ 2577994 h 6858000"/>
              <a:gd name="connsiteX719" fmla="*/ 828701 w 7467600"/>
              <a:gd name="connsiteY719" fmla="*/ 1839520 h 6858000"/>
              <a:gd name="connsiteX720" fmla="*/ 494427 w 7467600"/>
              <a:gd name="connsiteY720" fmla="*/ 1092333 h 6858000"/>
              <a:gd name="connsiteX721" fmla="*/ 506322 w 7467600"/>
              <a:gd name="connsiteY721" fmla="*/ 1020997 h 6858000"/>
              <a:gd name="connsiteX722" fmla="*/ 4570198 w 7467600"/>
              <a:gd name="connsiteY722" fmla="*/ 978081 h 6858000"/>
              <a:gd name="connsiteX723" fmla="*/ 4523691 w 7467600"/>
              <a:gd name="connsiteY723" fmla="*/ 1127776 h 6858000"/>
              <a:gd name="connsiteX724" fmla="*/ 4509875 w 7467600"/>
              <a:gd name="connsiteY724" fmla="*/ 1167552 h 6858000"/>
              <a:gd name="connsiteX725" fmla="*/ 4478168 w 7467600"/>
              <a:gd name="connsiteY725" fmla="*/ 1260735 h 6858000"/>
              <a:gd name="connsiteX726" fmla="*/ 4409309 w 7467600"/>
              <a:gd name="connsiteY726" fmla="*/ 1666996 h 6858000"/>
              <a:gd name="connsiteX727" fmla="*/ 4370031 w 7467600"/>
              <a:gd name="connsiteY727" fmla="*/ 1955666 h 6858000"/>
              <a:gd name="connsiteX728" fmla="*/ 4570198 w 7467600"/>
              <a:gd name="connsiteY728" fmla="*/ 978081 h 6858000"/>
              <a:gd name="connsiteX729" fmla="*/ 4557898 w 7467600"/>
              <a:gd name="connsiteY729" fmla="*/ 900011 h 6858000"/>
              <a:gd name="connsiteX730" fmla="*/ 4344840 w 7467600"/>
              <a:gd name="connsiteY730" fmla="*/ 1922038 h 6858000"/>
              <a:gd name="connsiteX731" fmla="*/ 4378710 w 7467600"/>
              <a:gd name="connsiteY731" fmla="*/ 1665516 h 6858000"/>
              <a:gd name="connsiteX732" fmla="*/ 4448798 w 7467600"/>
              <a:gd name="connsiteY732" fmla="*/ 1253024 h 6858000"/>
              <a:gd name="connsiteX733" fmla="*/ 4480315 w 7467600"/>
              <a:gd name="connsiteY733" fmla="*/ 1158454 h 6858000"/>
              <a:gd name="connsiteX734" fmla="*/ 4494133 w 7467600"/>
              <a:gd name="connsiteY734" fmla="*/ 1118676 h 6858000"/>
              <a:gd name="connsiteX735" fmla="*/ 4557898 w 7467600"/>
              <a:gd name="connsiteY735" fmla="*/ 900011 h 6858000"/>
              <a:gd name="connsiteX736" fmla="*/ 5870151 w 7467600"/>
              <a:gd name="connsiteY736" fmla="*/ 898890 h 6858000"/>
              <a:gd name="connsiteX737" fmla="*/ 5861335 w 7467600"/>
              <a:gd name="connsiteY737" fmla="*/ 899177 h 6858000"/>
              <a:gd name="connsiteX738" fmla="*/ 5843702 w 7467600"/>
              <a:gd name="connsiteY738" fmla="*/ 899748 h 6858000"/>
              <a:gd name="connsiteX739" fmla="*/ 5651107 w 7467600"/>
              <a:gd name="connsiteY739" fmla="*/ 920306 h 6858000"/>
              <a:gd name="connsiteX740" fmla="*/ 5459407 w 7467600"/>
              <a:gd name="connsiteY740" fmla="*/ 940975 h 6858000"/>
              <a:gd name="connsiteX741" fmla="*/ 5374846 w 7467600"/>
              <a:gd name="connsiteY741" fmla="*/ 941988 h 6858000"/>
              <a:gd name="connsiteX742" fmla="*/ 5256105 w 7467600"/>
              <a:gd name="connsiteY742" fmla="*/ 945632 h 6858000"/>
              <a:gd name="connsiteX743" fmla="*/ 5107071 w 7467600"/>
              <a:gd name="connsiteY743" fmla="*/ 969720 h 6858000"/>
              <a:gd name="connsiteX744" fmla="*/ 4998681 w 7467600"/>
              <a:gd name="connsiteY744" fmla="*/ 988771 h 6858000"/>
              <a:gd name="connsiteX745" fmla="*/ 5870151 w 7467600"/>
              <a:gd name="connsiteY745" fmla="*/ 898890 h 6858000"/>
              <a:gd name="connsiteX746" fmla="*/ 5504425 w 7467600"/>
              <a:gd name="connsiteY746" fmla="*/ 848067 h 6858000"/>
              <a:gd name="connsiteX747" fmla="*/ 4968849 w 7467600"/>
              <a:gd name="connsiteY747" fmla="*/ 962318 h 6858000"/>
              <a:gd name="connsiteX748" fmla="*/ 5104039 w 7467600"/>
              <a:gd name="connsiteY748" fmla="*/ 940634 h 6858000"/>
              <a:gd name="connsiteX749" fmla="*/ 5256311 w 7467600"/>
              <a:gd name="connsiteY749" fmla="*/ 916490 h 6858000"/>
              <a:gd name="connsiteX750" fmla="*/ 5377381 w 7467600"/>
              <a:gd name="connsiteY750" fmla="*/ 912671 h 6858000"/>
              <a:gd name="connsiteX751" fmla="*/ 5460148 w 7467600"/>
              <a:gd name="connsiteY751" fmla="*/ 911442 h 6858000"/>
              <a:gd name="connsiteX752" fmla="*/ 5648971 w 7467600"/>
              <a:gd name="connsiteY752" fmla="*/ 891331 h 6858000"/>
              <a:gd name="connsiteX753" fmla="*/ 5844807 w 7467600"/>
              <a:gd name="connsiteY753" fmla="*/ 870718 h 6858000"/>
              <a:gd name="connsiteX754" fmla="*/ 5862975 w 7467600"/>
              <a:gd name="connsiteY754" fmla="*/ 869756 h 6858000"/>
              <a:gd name="connsiteX755" fmla="*/ 5920887 w 7467600"/>
              <a:gd name="connsiteY755" fmla="*/ 865929 h 6858000"/>
              <a:gd name="connsiteX756" fmla="*/ 5504425 w 7467600"/>
              <a:gd name="connsiteY756" fmla="*/ 848067 h 6858000"/>
              <a:gd name="connsiteX757" fmla="*/ 3607114 w 7467600"/>
              <a:gd name="connsiteY757" fmla="*/ 467441 h 6858000"/>
              <a:gd name="connsiteX758" fmla="*/ 3296242 w 7467600"/>
              <a:gd name="connsiteY758" fmla="*/ 807991 h 6858000"/>
              <a:gd name="connsiteX759" fmla="*/ 3174674 w 7467600"/>
              <a:gd name="connsiteY759" fmla="*/ 919759 h 6858000"/>
              <a:gd name="connsiteX760" fmla="*/ 3042978 w 7467600"/>
              <a:gd name="connsiteY760" fmla="*/ 1054894 h 6858000"/>
              <a:gd name="connsiteX761" fmla="*/ 2968914 w 7467600"/>
              <a:gd name="connsiteY761" fmla="*/ 1133756 h 6858000"/>
              <a:gd name="connsiteX762" fmla="*/ 3103823 w 7467600"/>
              <a:gd name="connsiteY762" fmla="*/ 1026814 h 6858000"/>
              <a:gd name="connsiteX763" fmla="*/ 3607114 w 7467600"/>
              <a:gd name="connsiteY763" fmla="*/ 467441 h 6858000"/>
              <a:gd name="connsiteX764" fmla="*/ 3744487 w 7467600"/>
              <a:gd name="connsiteY764" fmla="*/ 383136 h 6858000"/>
              <a:gd name="connsiteX765" fmla="*/ 3970213 w 7467600"/>
              <a:gd name="connsiteY765" fmla="*/ 995559 h 6858000"/>
              <a:gd name="connsiteX766" fmla="*/ 3744487 w 7467600"/>
              <a:gd name="connsiteY766" fmla="*/ 383136 h 6858000"/>
              <a:gd name="connsiteX767" fmla="*/ 3624562 w 7467600"/>
              <a:gd name="connsiteY767" fmla="*/ 367041 h 6858000"/>
              <a:gd name="connsiteX768" fmla="*/ 3489712 w 7467600"/>
              <a:gd name="connsiteY768" fmla="*/ 485386 h 6858000"/>
              <a:gd name="connsiteX769" fmla="*/ 3182994 w 7467600"/>
              <a:gd name="connsiteY769" fmla="*/ 828265 h 6858000"/>
              <a:gd name="connsiteX770" fmla="*/ 2892114 w 7467600"/>
              <a:gd name="connsiteY770" fmla="*/ 1172635 h 6858000"/>
              <a:gd name="connsiteX771" fmla="*/ 3021459 w 7467600"/>
              <a:gd name="connsiteY771" fmla="*/ 1035385 h 6858000"/>
              <a:gd name="connsiteX772" fmla="*/ 3153873 w 7467600"/>
              <a:gd name="connsiteY772" fmla="*/ 898971 h 6858000"/>
              <a:gd name="connsiteX773" fmla="*/ 3276511 w 7467600"/>
              <a:gd name="connsiteY773" fmla="*/ 786423 h 6858000"/>
              <a:gd name="connsiteX774" fmla="*/ 3584154 w 7467600"/>
              <a:gd name="connsiteY774" fmla="*/ 448218 h 6858000"/>
              <a:gd name="connsiteX775" fmla="*/ 3624562 w 7467600"/>
              <a:gd name="connsiteY775" fmla="*/ 367041 h 6858000"/>
              <a:gd name="connsiteX776" fmla="*/ 3766672 w 7467600"/>
              <a:gd name="connsiteY776" fmla="*/ 359429 h 6858000"/>
              <a:gd name="connsiteX777" fmla="*/ 3996338 w 7467600"/>
              <a:gd name="connsiteY777" fmla="*/ 968237 h 6858000"/>
              <a:gd name="connsiteX778" fmla="*/ 3766672 w 7467600"/>
              <a:gd name="connsiteY778" fmla="*/ 359429 h 6858000"/>
              <a:gd name="connsiteX779" fmla="*/ 5805386 w 7467600"/>
              <a:gd name="connsiteY779" fmla="*/ 239240 h 6858000"/>
              <a:gd name="connsiteX780" fmla="*/ 5736947 w 7467600"/>
              <a:gd name="connsiteY780" fmla="*/ 261367 h 6858000"/>
              <a:gd name="connsiteX781" fmla="*/ 5427012 w 7467600"/>
              <a:gd name="connsiteY781" fmla="*/ 311272 h 6858000"/>
              <a:gd name="connsiteX782" fmla="*/ 5147818 w 7467600"/>
              <a:gd name="connsiteY782" fmla="*/ 322112 h 6858000"/>
              <a:gd name="connsiteX783" fmla="*/ 5060854 w 7467600"/>
              <a:gd name="connsiteY783" fmla="*/ 311882 h 6858000"/>
              <a:gd name="connsiteX784" fmla="*/ 4945989 w 7467600"/>
              <a:gd name="connsiteY784" fmla="*/ 300516 h 6858000"/>
              <a:gd name="connsiteX785" fmla="*/ 5410479 w 7467600"/>
              <a:gd name="connsiteY785" fmla="*/ 348434 h 6858000"/>
              <a:gd name="connsiteX786" fmla="*/ 5805386 w 7467600"/>
              <a:gd name="connsiteY786" fmla="*/ 239240 h 6858000"/>
              <a:gd name="connsiteX787" fmla="*/ 5905192 w 7467600"/>
              <a:gd name="connsiteY787" fmla="*/ 163079 h 6858000"/>
              <a:gd name="connsiteX788" fmla="*/ 5865655 w 7467600"/>
              <a:gd name="connsiteY788" fmla="*/ 171901 h 6858000"/>
              <a:gd name="connsiteX789" fmla="*/ 5259740 w 7467600"/>
              <a:gd name="connsiteY789" fmla="*/ 257013 h 6858000"/>
              <a:gd name="connsiteX790" fmla="*/ 5208466 w 7467600"/>
              <a:gd name="connsiteY790" fmla="*/ 257550 h 6858000"/>
              <a:gd name="connsiteX791" fmla="*/ 4980204 w 7467600"/>
              <a:gd name="connsiteY791" fmla="*/ 271903 h 6858000"/>
              <a:gd name="connsiteX792" fmla="*/ 5068068 w 7467600"/>
              <a:gd name="connsiteY792" fmla="*/ 282244 h 6858000"/>
              <a:gd name="connsiteX793" fmla="*/ 5153231 w 7467600"/>
              <a:gd name="connsiteY793" fmla="*/ 292240 h 6858000"/>
              <a:gd name="connsiteX794" fmla="*/ 5426491 w 7467600"/>
              <a:gd name="connsiteY794" fmla="*/ 281128 h 6858000"/>
              <a:gd name="connsiteX795" fmla="*/ 5731212 w 7467600"/>
              <a:gd name="connsiteY795" fmla="*/ 231951 h 6858000"/>
              <a:gd name="connsiteX796" fmla="*/ 5905192 w 7467600"/>
              <a:gd name="connsiteY796" fmla="*/ 163079 h 6858000"/>
              <a:gd name="connsiteX797" fmla="*/ 5944437 w 7467600"/>
              <a:gd name="connsiteY797" fmla="*/ 113829 h 6858000"/>
              <a:gd name="connsiteX798" fmla="*/ 5825032 w 7467600"/>
              <a:gd name="connsiteY798" fmla="*/ 146405 h 6858000"/>
              <a:gd name="connsiteX799" fmla="*/ 4955599 w 7467600"/>
              <a:gd name="connsiteY799" fmla="*/ 247008 h 6858000"/>
              <a:gd name="connsiteX800" fmla="*/ 5210104 w 7467600"/>
              <a:gd name="connsiteY800" fmla="*/ 228123 h 6858000"/>
              <a:gd name="connsiteX801" fmla="*/ 5261015 w 7467600"/>
              <a:gd name="connsiteY801" fmla="*/ 227087 h 6858000"/>
              <a:gd name="connsiteX802" fmla="*/ 5861181 w 7467600"/>
              <a:gd name="connsiteY802" fmla="*/ 143093 h 6858000"/>
              <a:gd name="connsiteX803" fmla="*/ 5961252 w 7467600"/>
              <a:gd name="connsiteY803" fmla="*/ 114820 h 6858000"/>
              <a:gd name="connsiteX804" fmla="*/ 5944437 w 7467600"/>
              <a:gd name="connsiteY804" fmla="*/ 113829 h 6858000"/>
              <a:gd name="connsiteX805" fmla="*/ 3882765 w 7467600"/>
              <a:gd name="connsiteY805" fmla="*/ 0 h 6858000"/>
              <a:gd name="connsiteX806" fmla="*/ 3995099 w 7467600"/>
              <a:gd name="connsiteY806" fmla="*/ 0 h 6858000"/>
              <a:gd name="connsiteX807" fmla="*/ 4163818 w 7467600"/>
              <a:gd name="connsiteY807" fmla="*/ 234104 h 6858000"/>
              <a:gd name="connsiteX808" fmla="*/ 4172099 w 7467600"/>
              <a:gd name="connsiteY808" fmla="*/ 234207 h 6858000"/>
              <a:gd name="connsiteX809" fmla="*/ 4784282 w 7467600"/>
              <a:gd name="connsiteY809" fmla="*/ 276561 h 6858000"/>
              <a:gd name="connsiteX810" fmla="*/ 4801687 w 7467600"/>
              <a:gd name="connsiteY810" fmla="*/ 267764 h 6858000"/>
              <a:gd name="connsiteX811" fmla="*/ 6082788 w 7467600"/>
              <a:gd name="connsiteY811" fmla="*/ 64119 h 6858000"/>
              <a:gd name="connsiteX812" fmla="*/ 6099442 w 7467600"/>
              <a:gd name="connsiteY812" fmla="*/ 82568 h 6858000"/>
              <a:gd name="connsiteX813" fmla="*/ 4804137 w 7467600"/>
              <a:gd name="connsiteY813" fmla="*/ 320931 h 6858000"/>
              <a:gd name="connsiteX814" fmla="*/ 4227047 w 7467600"/>
              <a:gd name="connsiteY814" fmla="*/ 313415 h 6858000"/>
              <a:gd name="connsiteX815" fmla="*/ 4346041 w 7467600"/>
              <a:gd name="connsiteY815" fmla="*/ 456086 h 6858000"/>
              <a:gd name="connsiteX816" fmla="*/ 4870967 w 7467600"/>
              <a:gd name="connsiteY816" fmla="*/ 963061 h 6858000"/>
              <a:gd name="connsiteX817" fmla="*/ 4889647 w 7467600"/>
              <a:gd name="connsiteY817" fmla="*/ 957147 h 6858000"/>
              <a:gd name="connsiteX818" fmla="*/ 5422504 w 7467600"/>
              <a:gd name="connsiteY818" fmla="*/ 805191 h 6858000"/>
              <a:gd name="connsiteX819" fmla="*/ 6087656 w 7467600"/>
              <a:gd name="connsiteY819" fmla="*/ 826703 h 6858000"/>
              <a:gd name="connsiteX820" fmla="*/ 6058717 w 7467600"/>
              <a:gd name="connsiteY820" fmla="*/ 865992 h 6858000"/>
              <a:gd name="connsiteX821" fmla="*/ 4974153 w 7467600"/>
              <a:gd name="connsiteY821" fmla="*/ 1045456 h 6858000"/>
              <a:gd name="connsiteX822" fmla="*/ 5627835 w 7467600"/>
              <a:gd name="connsiteY822" fmla="*/ 1472077 h 6858000"/>
              <a:gd name="connsiteX823" fmla="*/ 5629817 w 7467600"/>
              <a:gd name="connsiteY823" fmla="*/ 1471412 h 6858000"/>
              <a:gd name="connsiteX824" fmla="*/ 5634124 w 7467600"/>
              <a:gd name="connsiteY824" fmla="*/ 1470572 h 6858000"/>
              <a:gd name="connsiteX825" fmla="*/ 5755832 w 7467600"/>
              <a:gd name="connsiteY825" fmla="*/ 1383886 h 6858000"/>
              <a:gd name="connsiteX826" fmla="*/ 6014186 w 7467600"/>
              <a:gd name="connsiteY826" fmla="*/ 1279799 h 6858000"/>
              <a:gd name="connsiteX827" fmla="*/ 6901619 w 7467600"/>
              <a:gd name="connsiteY827" fmla="*/ 1047874 h 6858000"/>
              <a:gd name="connsiteX828" fmla="*/ 6931566 w 7467600"/>
              <a:gd name="connsiteY828" fmla="*/ 1062034 h 6858000"/>
              <a:gd name="connsiteX829" fmla="*/ 5790982 w 7467600"/>
              <a:gd name="connsiteY829" fmla="*/ 1561380 h 6858000"/>
              <a:gd name="connsiteX830" fmla="*/ 6188971 w 7467600"/>
              <a:gd name="connsiteY830" fmla="*/ 1755168 h 6858000"/>
              <a:gd name="connsiteX831" fmla="*/ 6202446 w 7467600"/>
              <a:gd name="connsiteY831" fmla="*/ 1752268 h 6858000"/>
              <a:gd name="connsiteX832" fmla="*/ 7179560 w 7467600"/>
              <a:gd name="connsiteY832" fmla="*/ 1467551 h 6858000"/>
              <a:gd name="connsiteX833" fmla="*/ 7158730 w 7467600"/>
              <a:gd name="connsiteY833" fmla="*/ 1507835 h 6858000"/>
              <a:gd name="connsiteX834" fmla="*/ 6326959 w 7467600"/>
              <a:gd name="connsiteY834" fmla="*/ 1817686 h 6858000"/>
              <a:gd name="connsiteX835" fmla="*/ 6537433 w 7467600"/>
              <a:gd name="connsiteY835" fmla="*/ 1907790 h 6858000"/>
              <a:gd name="connsiteX836" fmla="*/ 6550221 w 7467600"/>
              <a:gd name="connsiteY836" fmla="*/ 1910729 h 6858000"/>
              <a:gd name="connsiteX837" fmla="*/ 6964438 w 7467600"/>
              <a:gd name="connsiteY837" fmla="*/ 2209505 h 6858000"/>
              <a:gd name="connsiteX838" fmla="*/ 7367862 w 7467600"/>
              <a:gd name="connsiteY838" fmla="*/ 2806833 h 6858000"/>
              <a:gd name="connsiteX839" fmla="*/ 7364329 w 7467600"/>
              <a:gd name="connsiteY839" fmla="*/ 2826907 h 6858000"/>
              <a:gd name="connsiteX840" fmla="*/ 7290545 w 7467600"/>
              <a:gd name="connsiteY840" fmla="*/ 2850663 h 6858000"/>
              <a:gd name="connsiteX841" fmla="*/ 6472036 w 7467600"/>
              <a:gd name="connsiteY841" fmla="*/ 1959003 h 6858000"/>
              <a:gd name="connsiteX842" fmla="*/ 5792897 w 7467600"/>
              <a:gd name="connsiteY842" fmla="*/ 1647747 h 6858000"/>
              <a:gd name="connsiteX843" fmla="*/ 5842751 w 7467600"/>
              <a:gd name="connsiteY843" fmla="*/ 1816112 h 6858000"/>
              <a:gd name="connsiteX844" fmla="*/ 5847424 w 7467600"/>
              <a:gd name="connsiteY844" fmla="*/ 1815776 h 6858000"/>
              <a:gd name="connsiteX845" fmla="*/ 6399821 w 7467600"/>
              <a:gd name="connsiteY845" fmla="*/ 2344799 h 6858000"/>
              <a:gd name="connsiteX846" fmla="*/ 6323232 w 7467600"/>
              <a:gd name="connsiteY846" fmla="*/ 2389634 h 6858000"/>
              <a:gd name="connsiteX847" fmla="*/ 5942958 w 7467600"/>
              <a:gd name="connsiteY847" fmla="*/ 2077708 h 6858000"/>
              <a:gd name="connsiteX848" fmla="*/ 5921559 w 7467600"/>
              <a:gd name="connsiteY848" fmla="*/ 2378596 h 6858000"/>
              <a:gd name="connsiteX849" fmla="*/ 5817651 w 7467600"/>
              <a:gd name="connsiteY849" fmla="*/ 3023919 h 6858000"/>
              <a:gd name="connsiteX850" fmla="*/ 5729634 w 7467600"/>
              <a:gd name="connsiteY850" fmla="*/ 3051849 h 6858000"/>
              <a:gd name="connsiteX851" fmla="*/ 5611018 w 7467600"/>
              <a:gd name="connsiteY851" fmla="*/ 2316769 h 6858000"/>
              <a:gd name="connsiteX852" fmla="*/ 5687608 w 7467600"/>
              <a:gd name="connsiteY852" fmla="*/ 2039972 h 6858000"/>
              <a:gd name="connsiteX853" fmla="*/ 5657554 w 7467600"/>
              <a:gd name="connsiteY853" fmla="*/ 1576445 h 6858000"/>
              <a:gd name="connsiteX854" fmla="*/ 5150475 w 7467600"/>
              <a:gd name="connsiteY854" fmla="*/ 1274012 h 6858000"/>
              <a:gd name="connsiteX855" fmla="*/ 5349142 w 7467600"/>
              <a:gd name="connsiteY855" fmla="*/ 2204405 h 6858000"/>
              <a:gd name="connsiteX856" fmla="*/ 5262214 w 7467600"/>
              <a:gd name="connsiteY856" fmla="*/ 2233836 h 6858000"/>
              <a:gd name="connsiteX857" fmla="*/ 4981539 w 7467600"/>
              <a:gd name="connsiteY857" fmla="*/ 1542201 h 6858000"/>
              <a:gd name="connsiteX858" fmla="*/ 4958461 w 7467600"/>
              <a:gd name="connsiteY858" fmla="*/ 1136957 h 6858000"/>
              <a:gd name="connsiteX859" fmla="*/ 4655015 w 7467600"/>
              <a:gd name="connsiteY859" fmla="*/ 891426 h 6858000"/>
              <a:gd name="connsiteX860" fmla="*/ 4348002 w 7467600"/>
              <a:gd name="connsiteY860" fmla="*/ 2205895 h 6858000"/>
              <a:gd name="connsiteX861" fmla="*/ 4262250 w 7467600"/>
              <a:gd name="connsiteY861" fmla="*/ 2219972 h 6858000"/>
              <a:gd name="connsiteX862" fmla="*/ 4550611 w 7467600"/>
              <a:gd name="connsiteY862" fmla="*/ 817540 h 6858000"/>
              <a:gd name="connsiteX863" fmla="*/ 4564418 w 7467600"/>
              <a:gd name="connsiteY863" fmla="*/ 808293 h 6858000"/>
              <a:gd name="connsiteX864" fmla="*/ 4266388 w 7467600"/>
              <a:gd name="connsiteY864" fmla="*/ 500083 h 6858000"/>
              <a:gd name="connsiteX865" fmla="*/ 4032842 w 7467600"/>
              <a:gd name="connsiteY865" fmla="*/ 211809 h 6858000"/>
              <a:gd name="connsiteX866" fmla="*/ 3882765 w 7467600"/>
              <a:gd name="connsiteY866" fmla="*/ 0 h 6858000"/>
              <a:gd name="connsiteX867" fmla="*/ 3721337 w 7467600"/>
              <a:gd name="connsiteY867" fmla="*/ 0 h 6858000"/>
              <a:gd name="connsiteX868" fmla="*/ 3797544 w 7467600"/>
              <a:gd name="connsiteY868" fmla="*/ 0 h 6858000"/>
              <a:gd name="connsiteX869" fmla="*/ 3775734 w 7467600"/>
              <a:gd name="connsiteY869" fmla="*/ 95131 h 6858000"/>
              <a:gd name="connsiteX870" fmla="*/ 3724807 w 7467600"/>
              <a:gd name="connsiteY870" fmla="*/ 272257 h 6858000"/>
              <a:gd name="connsiteX871" fmla="*/ 3726844 w 7467600"/>
              <a:gd name="connsiteY871" fmla="*/ 282988 h 6858000"/>
              <a:gd name="connsiteX872" fmla="*/ 3742664 w 7467600"/>
              <a:gd name="connsiteY872" fmla="*/ 279918 h 6858000"/>
              <a:gd name="connsiteX873" fmla="*/ 4103910 w 7467600"/>
              <a:gd name="connsiteY873" fmla="*/ 1161917 h 6858000"/>
              <a:gd name="connsiteX874" fmla="*/ 4020269 w 7467600"/>
              <a:gd name="connsiteY874" fmla="*/ 1200406 h 6858000"/>
              <a:gd name="connsiteX875" fmla="*/ 3674882 w 7467600"/>
              <a:gd name="connsiteY875" fmla="*/ 488524 h 6858000"/>
              <a:gd name="connsiteX876" fmla="*/ 3132682 w 7467600"/>
              <a:gd name="connsiteY876" fmla="*/ 1072284 h 6858000"/>
              <a:gd name="connsiteX877" fmla="*/ 2716346 w 7467600"/>
              <a:gd name="connsiteY877" fmla="*/ 1276376 h 6858000"/>
              <a:gd name="connsiteX878" fmla="*/ 2716772 w 7467600"/>
              <a:gd name="connsiteY878" fmla="*/ 1255462 h 6858000"/>
              <a:gd name="connsiteX879" fmla="*/ 3471096 w 7467600"/>
              <a:gd name="connsiteY879" fmla="*/ 437072 h 6858000"/>
              <a:gd name="connsiteX880" fmla="*/ 3639057 w 7467600"/>
              <a:gd name="connsiteY880" fmla="*/ 286334 h 6858000"/>
              <a:gd name="connsiteX881" fmla="*/ 3640309 w 7467600"/>
              <a:gd name="connsiteY881" fmla="*/ 284664 h 6858000"/>
              <a:gd name="connsiteX882" fmla="*/ 3646022 w 7467600"/>
              <a:gd name="connsiteY882" fmla="*/ 276711 h 6858000"/>
              <a:gd name="connsiteX883" fmla="*/ 3707943 w 7467600"/>
              <a:gd name="connsiteY883" fmla="*/ 65958 h 6858000"/>
              <a:gd name="connsiteX884" fmla="*/ 3721337 w 7467600"/>
              <a:gd name="connsiteY884" fmla="*/ 0 h 6858000"/>
              <a:gd name="connsiteX885" fmla="*/ 2867960 w 7467600"/>
              <a:gd name="connsiteY885" fmla="*/ 0 h 6858000"/>
              <a:gd name="connsiteX886" fmla="*/ 2926351 w 7467600"/>
              <a:gd name="connsiteY886" fmla="*/ 0 h 6858000"/>
              <a:gd name="connsiteX887" fmla="*/ 2902823 w 7467600"/>
              <a:gd name="connsiteY887" fmla="*/ 262929 h 6858000"/>
              <a:gd name="connsiteX888" fmla="*/ 2940663 w 7467600"/>
              <a:gd name="connsiteY888" fmla="*/ 140884 h 6858000"/>
              <a:gd name="connsiteX889" fmla="*/ 2947039 w 7467600"/>
              <a:gd name="connsiteY889" fmla="*/ 122524 h 6858000"/>
              <a:gd name="connsiteX890" fmla="*/ 2984316 w 7467600"/>
              <a:gd name="connsiteY890" fmla="*/ 0 h 6858000"/>
              <a:gd name="connsiteX891" fmla="*/ 3016114 w 7467600"/>
              <a:gd name="connsiteY891" fmla="*/ 0 h 6858000"/>
              <a:gd name="connsiteX892" fmla="*/ 2979949 w 7467600"/>
              <a:gd name="connsiteY892" fmla="*/ 119274 h 6858000"/>
              <a:gd name="connsiteX893" fmla="*/ 3023879 w 7467600"/>
              <a:gd name="connsiteY893" fmla="*/ 0 h 6858000"/>
              <a:gd name="connsiteX894" fmla="*/ 3105400 w 7467600"/>
              <a:gd name="connsiteY894" fmla="*/ 0 h 6858000"/>
              <a:gd name="connsiteX895" fmla="*/ 3094669 w 7467600"/>
              <a:gd name="connsiteY895" fmla="*/ 30308 h 6858000"/>
              <a:gd name="connsiteX896" fmla="*/ 2901945 w 7467600"/>
              <a:gd name="connsiteY896" fmla="*/ 466538 h 6858000"/>
              <a:gd name="connsiteX897" fmla="*/ 2815209 w 7467600"/>
              <a:gd name="connsiteY897" fmla="*/ 497361 h 6858000"/>
              <a:gd name="connsiteX898" fmla="*/ 2844845 w 7467600"/>
              <a:gd name="connsiteY898" fmla="*/ 127638 h 6858000"/>
              <a:gd name="connsiteX899" fmla="*/ 2867960 w 7467600"/>
              <a:gd name="connsiteY899" fmla="*/ 0 h 6858000"/>
              <a:gd name="connsiteX900" fmla="*/ 1057230 w 7467600"/>
              <a:gd name="connsiteY900" fmla="*/ 0 h 6858000"/>
              <a:gd name="connsiteX901" fmla="*/ 1111003 w 7467600"/>
              <a:gd name="connsiteY901" fmla="*/ 0 h 6858000"/>
              <a:gd name="connsiteX902" fmla="*/ 1125553 w 7467600"/>
              <a:gd name="connsiteY902" fmla="*/ 52588 h 6858000"/>
              <a:gd name="connsiteX903" fmla="*/ 1304276 w 7467600"/>
              <a:gd name="connsiteY903" fmla="*/ 476275 h 6858000"/>
              <a:gd name="connsiteX904" fmla="*/ 1492066 w 7467600"/>
              <a:gd name="connsiteY904" fmla="*/ 886333 h 6858000"/>
              <a:gd name="connsiteX905" fmla="*/ 1423698 w 7467600"/>
              <a:gd name="connsiteY905" fmla="*/ 710817 h 6858000"/>
              <a:gd name="connsiteX906" fmla="*/ 1357609 w 7467600"/>
              <a:gd name="connsiteY906" fmla="*/ 532892 h 6858000"/>
              <a:gd name="connsiteX907" fmla="*/ 1309550 w 7467600"/>
              <a:gd name="connsiteY907" fmla="*/ 374031 h 6858000"/>
              <a:gd name="connsiteX908" fmla="*/ 1193673 w 7467600"/>
              <a:gd name="connsiteY908" fmla="*/ 49533 h 6858000"/>
              <a:gd name="connsiteX909" fmla="*/ 1164391 w 7467600"/>
              <a:gd name="connsiteY909" fmla="*/ 0 h 6858000"/>
              <a:gd name="connsiteX910" fmla="*/ 1200666 w 7467600"/>
              <a:gd name="connsiteY910" fmla="*/ 0 h 6858000"/>
              <a:gd name="connsiteX911" fmla="*/ 1223408 w 7467600"/>
              <a:gd name="connsiteY911" fmla="*/ 38996 h 6858000"/>
              <a:gd name="connsiteX912" fmla="*/ 1339635 w 7467600"/>
              <a:gd name="connsiteY912" fmla="*/ 365517 h 6858000"/>
              <a:gd name="connsiteX913" fmla="*/ 1387469 w 7467600"/>
              <a:gd name="connsiteY913" fmla="*/ 523079 h 6858000"/>
              <a:gd name="connsiteX914" fmla="*/ 1452685 w 7467600"/>
              <a:gd name="connsiteY914" fmla="*/ 699806 h 6858000"/>
              <a:gd name="connsiteX915" fmla="*/ 1492092 w 7467600"/>
              <a:gd name="connsiteY915" fmla="*/ 800424 h 6858000"/>
              <a:gd name="connsiteX916" fmla="*/ 1455302 w 7467600"/>
              <a:gd name="connsiteY916" fmla="*/ 632913 h 6858000"/>
              <a:gd name="connsiteX917" fmla="*/ 1222336 w 7467600"/>
              <a:gd name="connsiteY917" fmla="*/ 9480 h 6858000"/>
              <a:gd name="connsiteX918" fmla="*/ 1214634 w 7467600"/>
              <a:gd name="connsiteY918" fmla="*/ 0 h 6858000"/>
              <a:gd name="connsiteX919" fmla="*/ 1289827 w 7467600"/>
              <a:gd name="connsiteY919" fmla="*/ 0 h 6858000"/>
              <a:gd name="connsiteX920" fmla="*/ 1321076 w 7467600"/>
              <a:gd name="connsiteY920" fmla="*/ 59722 h 6858000"/>
              <a:gd name="connsiteX921" fmla="*/ 1512579 w 7467600"/>
              <a:gd name="connsiteY921" fmla="*/ 626441 h 6858000"/>
              <a:gd name="connsiteX922" fmla="*/ 1506076 w 7467600"/>
              <a:gd name="connsiteY922" fmla="*/ 1089289 h 6858000"/>
              <a:gd name="connsiteX923" fmla="*/ 1486346 w 7467600"/>
              <a:gd name="connsiteY923" fmla="*/ 1079919 h 6858000"/>
              <a:gd name="connsiteX924" fmla="*/ 1070511 w 7467600"/>
              <a:gd name="connsiteY924" fmla="*/ 48609 h 6858000"/>
              <a:gd name="connsiteX925" fmla="*/ 1057230 w 7467600"/>
              <a:gd name="connsiteY925" fmla="*/ 0 h 6858000"/>
              <a:gd name="connsiteX926" fmla="*/ 43151 w 7467600"/>
              <a:gd name="connsiteY926" fmla="*/ 0 h 6858000"/>
              <a:gd name="connsiteX927" fmla="*/ 95283 w 7467600"/>
              <a:gd name="connsiteY927" fmla="*/ 0 h 6858000"/>
              <a:gd name="connsiteX928" fmla="*/ 300708 w 7467600"/>
              <a:gd name="connsiteY928" fmla="*/ 154571 h 6858000"/>
              <a:gd name="connsiteX929" fmla="*/ 530414 w 7467600"/>
              <a:gd name="connsiteY929" fmla="*/ 354673 h 6858000"/>
              <a:gd name="connsiteX930" fmla="*/ 333785 w 7467600"/>
              <a:gd name="connsiteY930" fmla="*/ 161564 h 6858000"/>
              <a:gd name="connsiteX931" fmla="*/ 147005 w 7467600"/>
              <a:gd name="connsiteY931" fmla="*/ 0 h 6858000"/>
              <a:gd name="connsiteX932" fmla="*/ 272509 w 7467600"/>
              <a:gd name="connsiteY932" fmla="*/ 0 h 6858000"/>
              <a:gd name="connsiteX933" fmla="*/ 326276 w 7467600"/>
              <a:gd name="connsiteY933" fmla="*/ 45847 h 6858000"/>
              <a:gd name="connsiteX934" fmla="*/ 823759 w 7467600"/>
              <a:gd name="connsiteY934" fmla="*/ 574145 h 6858000"/>
              <a:gd name="connsiteX935" fmla="*/ 811254 w 7467600"/>
              <a:gd name="connsiteY935" fmla="*/ 665546 h 6858000"/>
              <a:gd name="connsiteX936" fmla="*/ 154042 w 7467600"/>
              <a:gd name="connsiteY936" fmla="*/ 261522 h 6858000"/>
              <a:gd name="connsiteX937" fmla="*/ 13550 w 7467600"/>
              <a:gd name="connsiteY937" fmla="*/ 158423 h 6858000"/>
              <a:gd name="connsiteX938" fmla="*/ 0 w 7467600"/>
              <a:gd name="connsiteY938" fmla="*/ 146618 h 6858000"/>
              <a:gd name="connsiteX939" fmla="*/ 0 w 7467600"/>
              <a:gd name="connsiteY939" fmla="*/ 59161 h 6858000"/>
              <a:gd name="connsiteX940" fmla="*/ 45427 w 7467600"/>
              <a:gd name="connsiteY940" fmla="*/ 101078 h 6858000"/>
              <a:gd name="connsiteX941" fmla="*/ 630103 w 7467600"/>
              <a:gd name="connsiteY941" fmla="*/ 485885 h 6858000"/>
              <a:gd name="connsiteX942" fmla="*/ 532040 w 7467600"/>
              <a:gd name="connsiteY942" fmla="*/ 399359 h 6858000"/>
              <a:gd name="connsiteX943" fmla="*/ 517618 w 7467600"/>
              <a:gd name="connsiteY943" fmla="*/ 385726 h 6858000"/>
              <a:gd name="connsiteX944" fmla="*/ 285074 w 7467600"/>
              <a:gd name="connsiteY944" fmla="*/ 182755 h 6858000"/>
              <a:gd name="connsiteX945" fmla="*/ 43151 w 7467600"/>
              <a:gd name="connsiteY94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1019354 w 7467600"/>
              <a:gd name="connsiteY13" fmla="*/ 6315006 h 6858000"/>
              <a:gd name="connsiteX14" fmla="*/ 441046 w 7467600"/>
              <a:gd name="connsiteY14" fmla="*/ 6691153 h 6858000"/>
              <a:gd name="connsiteX15" fmla="*/ 1019354 w 7467600"/>
              <a:gd name="connsiteY15" fmla="*/ 6315006 h 6858000"/>
              <a:gd name="connsiteX16" fmla="*/ 991680 w 7467600"/>
              <a:gd name="connsiteY16" fmla="*/ 6298413 h 6858000"/>
              <a:gd name="connsiteX17" fmla="*/ 409060 w 7467600"/>
              <a:gd name="connsiteY17" fmla="*/ 6671470 h 6858000"/>
              <a:gd name="connsiteX18" fmla="*/ 991680 w 7467600"/>
              <a:gd name="connsiteY18" fmla="*/ 6298413 h 6858000"/>
              <a:gd name="connsiteX19" fmla="*/ 103333 w 7467600"/>
              <a:gd name="connsiteY19" fmla="*/ 5699602 h 6858000"/>
              <a:gd name="connsiteX20" fmla="*/ 233938 w 7467600"/>
              <a:gd name="connsiteY20" fmla="*/ 5809416 h 6858000"/>
              <a:gd name="connsiteX21" fmla="*/ 883580 w 7467600"/>
              <a:gd name="connsiteY21" fmla="*/ 6180710 h 6858000"/>
              <a:gd name="connsiteX22" fmla="*/ 487337 w 7467600"/>
              <a:gd name="connsiteY22" fmla="*/ 5950182 h 6858000"/>
              <a:gd name="connsiteX23" fmla="*/ 354051 w 7467600"/>
              <a:gd name="connsiteY23" fmla="*/ 5854912 h 6858000"/>
              <a:gd name="connsiteX24" fmla="*/ 195436 w 7467600"/>
              <a:gd name="connsiteY24" fmla="*/ 5755068 h 6858000"/>
              <a:gd name="connsiteX25" fmla="*/ 103333 w 7467600"/>
              <a:gd name="connsiteY25" fmla="*/ 5699602 h 6858000"/>
              <a:gd name="connsiteX26" fmla="*/ 5539432 w 7467600"/>
              <a:gd name="connsiteY26" fmla="*/ 5642928 h 6858000"/>
              <a:gd name="connsiteX27" fmla="*/ 5555462 w 7467600"/>
              <a:gd name="connsiteY27" fmla="*/ 5694454 h 6858000"/>
              <a:gd name="connsiteX28" fmla="*/ 5828270 w 7467600"/>
              <a:gd name="connsiteY28" fmla="*/ 6320663 h 6858000"/>
              <a:gd name="connsiteX29" fmla="*/ 5947416 w 7467600"/>
              <a:gd name="connsiteY29" fmla="*/ 6574846 h 6858000"/>
              <a:gd name="connsiteX30" fmla="*/ 5539432 w 7467600"/>
              <a:gd name="connsiteY30" fmla="*/ 5642928 h 6858000"/>
              <a:gd name="connsiteX31" fmla="*/ 51253 w 7467600"/>
              <a:gd name="connsiteY31" fmla="*/ 5631825 h 6858000"/>
              <a:gd name="connsiteX32" fmla="*/ 211622 w 7467600"/>
              <a:gd name="connsiteY32" fmla="*/ 5728803 h 6858000"/>
              <a:gd name="connsiteX33" fmla="*/ 371652 w 7467600"/>
              <a:gd name="connsiteY33" fmla="*/ 5829062 h 6858000"/>
              <a:gd name="connsiteX34" fmla="*/ 505903 w 7467600"/>
              <a:gd name="connsiteY34" fmla="*/ 5925221 h 6858000"/>
              <a:gd name="connsiteX35" fmla="*/ 899240 w 7467600"/>
              <a:gd name="connsiteY35" fmla="*/ 6153068 h 6858000"/>
              <a:gd name="connsiteX36" fmla="*/ 988114 w 7467600"/>
              <a:gd name="connsiteY36" fmla="*/ 6174204 h 6858000"/>
              <a:gd name="connsiteX37" fmla="*/ 845971 w 7467600"/>
              <a:gd name="connsiteY37" fmla="*/ 6067177 h 6858000"/>
              <a:gd name="connsiteX38" fmla="*/ 448057 w 7467600"/>
              <a:gd name="connsiteY38" fmla="*/ 5841376 h 6858000"/>
              <a:gd name="connsiteX39" fmla="*/ 51253 w 7467600"/>
              <a:gd name="connsiteY39" fmla="*/ 5631825 h 6858000"/>
              <a:gd name="connsiteX40" fmla="*/ 2606687 w 7467600"/>
              <a:gd name="connsiteY40" fmla="*/ 5630718 h 6858000"/>
              <a:gd name="connsiteX41" fmla="*/ 2645658 w 7467600"/>
              <a:gd name="connsiteY41" fmla="*/ 6640259 h 6858000"/>
              <a:gd name="connsiteX42" fmla="*/ 2606687 w 7467600"/>
              <a:gd name="connsiteY42" fmla="*/ 5630718 h 6858000"/>
              <a:gd name="connsiteX43" fmla="*/ 3642057 w 7467600"/>
              <a:gd name="connsiteY43" fmla="*/ 5573487 h 6858000"/>
              <a:gd name="connsiteX44" fmla="*/ 3632981 w 7467600"/>
              <a:gd name="connsiteY44" fmla="*/ 5579437 h 6858000"/>
              <a:gd name="connsiteX45" fmla="*/ 3382436 w 7467600"/>
              <a:gd name="connsiteY45" fmla="*/ 5952726 h 6858000"/>
              <a:gd name="connsiteX46" fmla="*/ 3191929 w 7467600"/>
              <a:gd name="connsiteY46" fmla="*/ 6662669 h 6858000"/>
              <a:gd name="connsiteX47" fmla="*/ 3369898 w 7467600"/>
              <a:gd name="connsiteY47" fmla="*/ 6081771 h 6858000"/>
              <a:gd name="connsiteX48" fmla="*/ 3642057 w 7467600"/>
              <a:gd name="connsiteY48" fmla="*/ 5573487 h 6858000"/>
              <a:gd name="connsiteX49" fmla="*/ 2650666 w 7467600"/>
              <a:gd name="connsiteY49" fmla="*/ 5530686 h 6858000"/>
              <a:gd name="connsiteX50" fmla="*/ 2650249 w 7467600"/>
              <a:gd name="connsiteY50" fmla="*/ 5532101 h 6858000"/>
              <a:gd name="connsiteX51" fmla="*/ 2663808 w 7467600"/>
              <a:gd name="connsiteY51" fmla="*/ 6535215 h 6858000"/>
              <a:gd name="connsiteX52" fmla="*/ 2665418 w 7467600"/>
              <a:gd name="connsiteY52" fmla="*/ 6132756 h 6858000"/>
              <a:gd name="connsiteX53" fmla="*/ 2650666 w 7467600"/>
              <a:gd name="connsiteY53" fmla="*/ 5530686 h 6858000"/>
              <a:gd name="connsiteX54" fmla="*/ 2680277 w 7467600"/>
              <a:gd name="connsiteY54" fmla="*/ 5479204 h 6858000"/>
              <a:gd name="connsiteX55" fmla="*/ 2678972 w 7467600"/>
              <a:gd name="connsiteY55" fmla="*/ 5481582 h 6858000"/>
              <a:gd name="connsiteX56" fmla="*/ 2696666 w 7467600"/>
              <a:gd name="connsiteY56" fmla="*/ 6133836 h 6858000"/>
              <a:gd name="connsiteX57" fmla="*/ 2695769 w 7467600"/>
              <a:gd name="connsiteY57" fmla="*/ 6390955 h 6858000"/>
              <a:gd name="connsiteX58" fmla="*/ 2739893 w 7467600"/>
              <a:gd name="connsiteY58" fmla="*/ 6108357 h 6858000"/>
              <a:gd name="connsiteX59" fmla="*/ 2680277 w 7467600"/>
              <a:gd name="connsiteY59" fmla="*/ 5479204 h 6858000"/>
              <a:gd name="connsiteX60" fmla="*/ 1132195 w 7467600"/>
              <a:gd name="connsiteY60" fmla="*/ 5467980 h 6858000"/>
              <a:gd name="connsiteX61" fmla="*/ 1679056 w 7467600"/>
              <a:gd name="connsiteY61" fmla="*/ 5516907 h 6858000"/>
              <a:gd name="connsiteX62" fmla="*/ 2128648 w 7467600"/>
              <a:gd name="connsiteY62" fmla="*/ 5474249 h 6858000"/>
              <a:gd name="connsiteX63" fmla="*/ 1825619 w 7467600"/>
              <a:gd name="connsiteY63" fmla="*/ 5478447 h 6858000"/>
              <a:gd name="connsiteX64" fmla="*/ 1737798 w 7467600"/>
              <a:gd name="connsiteY64" fmla="*/ 5483353 h 6858000"/>
              <a:gd name="connsiteX65" fmla="*/ 1132195 w 7467600"/>
              <a:gd name="connsiteY65" fmla="*/ 5467980 h 6858000"/>
              <a:gd name="connsiteX66" fmla="*/ 1456157 w 7467600"/>
              <a:gd name="connsiteY66" fmla="*/ 5371404 h 6858000"/>
              <a:gd name="connsiteX67" fmla="*/ 1244432 w 7467600"/>
              <a:gd name="connsiteY67" fmla="*/ 5385601 h 6858000"/>
              <a:gd name="connsiteX68" fmla="*/ 973990 w 7467600"/>
              <a:gd name="connsiteY68" fmla="*/ 5424940 h 6858000"/>
              <a:gd name="connsiteX69" fmla="*/ 1103809 w 7467600"/>
              <a:gd name="connsiteY69" fmla="*/ 5433720 h 6858000"/>
              <a:gd name="connsiteX70" fmla="*/ 1123454 w 7467600"/>
              <a:gd name="connsiteY70" fmla="*/ 5435727 h 6858000"/>
              <a:gd name="connsiteX71" fmla="*/ 1737017 w 7467600"/>
              <a:gd name="connsiteY71" fmla="*/ 5452183 h 6858000"/>
              <a:gd name="connsiteX72" fmla="*/ 1824397 w 7467600"/>
              <a:gd name="connsiteY72" fmla="*/ 5447757 h 6858000"/>
              <a:gd name="connsiteX73" fmla="*/ 2070059 w 7467600"/>
              <a:gd name="connsiteY73" fmla="*/ 5441660 h 6858000"/>
              <a:gd name="connsiteX74" fmla="*/ 1456157 w 7467600"/>
              <a:gd name="connsiteY74" fmla="*/ 5371404 h 6858000"/>
              <a:gd name="connsiteX75" fmla="*/ 4988186 w 7467600"/>
              <a:gd name="connsiteY75" fmla="*/ 5216467 h 6858000"/>
              <a:gd name="connsiteX76" fmla="*/ 4777334 w 7467600"/>
              <a:gd name="connsiteY76" fmla="*/ 5406072 h 6858000"/>
              <a:gd name="connsiteX77" fmla="*/ 4718341 w 7467600"/>
              <a:gd name="connsiteY77" fmla="*/ 5468043 h 6858000"/>
              <a:gd name="connsiteX78" fmla="*/ 4604655 w 7467600"/>
              <a:gd name="connsiteY78" fmla="*/ 5583434 h 6858000"/>
              <a:gd name="connsiteX79" fmla="*/ 4565074 w 7467600"/>
              <a:gd name="connsiteY79" fmla="*/ 5618550 h 6858000"/>
              <a:gd name="connsiteX80" fmla="*/ 4988186 w 7467600"/>
              <a:gd name="connsiteY80" fmla="*/ 5216467 h 6858000"/>
              <a:gd name="connsiteX81" fmla="*/ 4978032 w 7467600"/>
              <a:gd name="connsiteY81" fmla="*/ 5183809 h 6858000"/>
              <a:gd name="connsiteX82" fmla="*/ 4463413 w 7467600"/>
              <a:gd name="connsiteY82" fmla="*/ 5615162 h 6858000"/>
              <a:gd name="connsiteX83" fmla="*/ 4358134 w 7467600"/>
              <a:gd name="connsiteY83" fmla="*/ 5742791 h 6858000"/>
              <a:gd name="connsiteX84" fmla="*/ 4376219 w 7467600"/>
              <a:gd name="connsiteY84" fmla="*/ 5729027 h 6858000"/>
              <a:gd name="connsiteX85" fmla="*/ 4582340 w 7467600"/>
              <a:gd name="connsiteY85" fmla="*/ 5561037 h 6858000"/>
              <a:gd name="connsiteX86" fmla="*/ 4694684 w 7467600"/>
              <a:gd name="connsiteY86" fmla="*/ 5447098 h 6858000"/>
              <a:gd name="connsiteX87" fmla="*/ 4754123 w 7467600"/>
              <a:gd name="connsiteY87" fmla="*/ 5384643 h 6858000"/>
              <a:gd name="connsiteX88" fmla="*/ 4978032 w 7467600"/>
              <a:gd name="connsiteY88" fmla="*/ 5183809 h 6858000"/>
              <a:gd name="connsiteX89" fmla="*/ 1903353 w 7467600"/>
              <a:gd name="connsiteY89" fmla="*/ 5044827 h 6858000"/>
              <a:gd name="connsiteX90" fmla="*/ 1936931 w 7467600"/>
              <a:gd name="connsiteY90" fmla="*/ 5093954 h 6858000"/>
              <a:gd name="connsiteX91" fmla="*/ 2195868 w 7467600"/>
              <a:gd name="connsiteY91" fmla="*/ 5396574 h 6858000"/>
              <a:gd name="connsiteX92" fmla="*/ 2088852 w 7467600"/>
              <a:gd name="connsiteY92" fmla="*/ 5166123 h 6858000"/>
              <a:gd name="connsiteX93" fmla="*/ 1958241 w 7467600"/>
              <a:gd name="connsiteY93" fmla="*/ 5067955 h 6858000"/>
              <a:gd name="connsiteX94" fmla="*/ 1903353 w 7467600"/>
              <a:gd name="connsiteY94" fmla="*/ 5044827 h 6858000"/>
              <a:gd name="connsiteX95" fmla="*/ 1979378 w 7467600"/>
              <a:gd name="connsiteY95" fmla="*/ 4769504 h 6858000"/>
              <a:gd name="connsiteX96" fmla="*/ 2882120 w 7467600"/>
              <a:gd name="connsiteY96" fmla="*/ 5064547 h 6858000"/>
              <a:gd name="connsiteX97" fmla="*/ 2793103 w 7467600"/>
              <a:gd name="connsiteY97" fmla="*/ 5039699 h 6858000"/>
              <a:gd name="connsiteX98" fmla="*/ 2770041 w 7467600"/>
              <a:gd name="connsiteY98" fmla="*/ 5033634 h 6858000"/>
              <a:gd name="connsiteX99" fmla="*/ 1979378 w 7467600"/>
              <a:gd name="connsiteY99" fmla="*/ 4769504 h 6858000"/>
              <a:gd name="connsiteX100" fmla="*/ 1927410 w 7467600"/>
              <a:gd name="connsiteY100" fmla="*/ 4716164 h 6858000"/>
              <a:gd name="connsiteX101" fmla="*/ 1959587 w 7467600"/>
              <a:gd name="connsiteY101" fmla="*/ 4728849 h 6858000"/>
              <a:gd name="connsiteX102" fmla="*/ 2777707 w 7467600"/>
              <a:gd name="connsiteY102" fmla="*/ 5003991 h 6858000"/>
              <a:gd name="connsiteX103" fmla="*/ 2800768 w 7467600"/>
              <a:gd name="connsiteY103" fmla="*/ 5010056 h 6858000"/>
              <a:gd name="connsiteX104" fmla="*/ 2879408 w 7467600"/>
              <a:gd name="connsiteY104" fmla="*/ 5031590 h 6858000"/>
              <a:gd name="connsiteX105" fmla="*/ 2862295 w 7467600"/>
              <a:gd name="connsiteY105" fmla="*/ 5022958 h 6858000"/>
              <a:gd name="connsiteX106" fmla="*/ 2813343 w 7467600"/>
              <a:gd name="connsiteY106" fmla="*/ 4998369 h 6858000"/>
              <a:gd name="connsiteX107" fmla="*/ 2646245 w 7467600"/>
              <a:gd name="connsiteY107" fmla="*/ 4930999 h 6858000"/>
              <a:gd name="connsiteX108" fmla="*/ 1999243 w 7467600"/>
              <a:gd name="connsiteY108" fmla="*/ 4730524 h 6858000"/>
              <a:gd name="connsiteX109" fmla="*/ 1979527 w 7467600"/>
              <a:gd name="connsiteY109" fmla="*/ 4726651 h 6858000"/>
              <a:gd name="connsiteX110" fmla="*/ 1927410 w 7467600"/>
              <a:gd name="connsiteY110" fmla="*/ 4716164 h 6858000"/>
              <a:gd name="connsiteX111" fmla="*/ 1997014 w 7467600"/>
              <a:gd name="connsiteY111" fmla="*/ 4698007 h 6858000"/>
              <a:gd name="connsiteX112" fmla="*/ 2005458 w 7467600"/>
              <a:gd name="connsiteY112" fmla="*/ 4699540 h 6858000"/>
              <a:gd name="connsiteX113" fmla="*/ 2657186 w 7467600"/>
              <a:gd name="connsiteY113" fmla="*/ 4901687 h 6858000"/>
              <a:gd name="connsiteX114" fmla="*/ 2826662 w 7467600"/>
              <a:gd name="connsiteY114" fmla="*/ 4970362 h 6858000"/>
              <a:gd name="connsiteX115" fmla="*/ 2876100 w 7467600"/>
              <a:gd name="connsiteY115" fmla="*/ 4995397 h 6858000"/>
              <a:gd name="connsiteX116" fmla="*/ 3042600 w 7467600"/>
              <a:gd name="connsiteY116" fmla="*/ 5059532 h 6858000"/>
              <a:gd name="connsiteX117" fmla="*/ 1997014 w 7467600"/>
              <a:gd name="connsiteY117" fmla="*/ 4698007 h 6858000"/>
              <a:gd name="connsiteX118" fmla="*/ 2305292 w 7467600"/>
              <a:gd name="connsiteY118" fmla="*/ 4219492 h 6858000"/>
              <a:gd name="connsiteX119" fmla="*/ 3360922 w 7467600"/>
              <a:gd name="connsiteY119" fmla="*/ 4529373 h 6858000"/>
              <a:gd name="connsiteX120" fmla="*/ 3492420 w 7467600"/>
              <a:gd name="connsiteY120" fmla="*/ 4510145 h 6858000"/>
              <a:gd name="connsiteX121" fmla="*/ 3364086 w 7467600"/>
              <a:gd name="connsiteY121" fmla="*/ 4480340 h 6858000"/>
              <a:gd name="connsiteX122" fmla="*/ 3225818 w 7467600"/>
              <a:gd name="connsiteY122" fmla="*/ 4411822 h 6858000"/>
              <a:gd name="connsiteX123" fmla="*/ 3129696 w 7467600"/>
              <a:gd name="connsiteY123" fmla="*/ 4360704 h 6858000"/>
              <a:gd name="connsiteX124" fmla="*/ 2814545 w 7467600"/>
              <a:gd name="connsiteY124" fmla="*/ 4282955 h 6858000"/>
              <a:gd name="connsiteX125" fmla="*/ 2305292 w 7467600"/>
              <a:gd name="connsiteY125" fmla="*/ 4219492 h 6858000"/>
              <a:gd name="connsiteX126" fmla="*/ 2626982 w 7467600"/>
              <a:gd name="connsiteY126" fmla="*/ 4206450 h 6858000"/>
              <a:gd name="connsiteX127" fmla="*/ 2490617 w 7467600"/>
              <a:gd name="connsiteY127" fmla="*/ 4206951 h 6858000"/>
              <a:gd name="connsiteX128" fmla="*/ 2819869 w 7467600"/>
              <a:gd name="connsiteY128" fmla="*/ 4252936 h 6858000"/>
              <a:gd name="connsiteX129" fmla="*/ 3143018 w 7467600"/>
              <a:gd name="connsiteY129" fmla="*/ 4332698 h 6858000"/>
              <a:gd name="connsiteX130" fmla="*/ 3241520 w 7467600"/>
              <a:gd name="connsiteY130" fmla="*/ 4385112 h 6858000"/>
              <a:gd name="connsiteX131" fmla="*/ 3374575 w 7467600"/>
              <a:gd name="connsiteY131" fmla="*/ 4451517 h 6858000"/>
              <a:gd name="connsiteX132" fmla="*/ 3505221 w 7467600"/>
              <a:gd name="connsiteY132" fmla="*/ 4480757 h 6858000"/>
              <a:gd name="connsiteX133" fmla="*/ 2626982 w 7467600"/>
              <a:gd name="connsiteY133" fmla="*/ 4206450 h 6858000"/>
              <a:gd name="connsiteX134" fmla="*/ 1310106 w 7467600"/>
              <a:gd name="connsiteY134" fmla="*/ 3943217 h 6858000"/>
              <a:gd name="connsiteX135" fmla="*/ 854994 w 7467600"/>
              <a:gd name="connsiteY135" fmla="*/ 4399136 h 6858000"/>
              <a:gd name="connsiteX136" fmla="*/ 742462 w 7467600"/>
              <a:gd name="connsiteY136" fmla="*/ 4594648 h 6858000"/>
              <a:gd name="connsiteX137" fmla="*/ 820602 w 7467600"/>
              <a:gd name="connsiteY137" fmla="*/ 4485915 h 6858000"/>
              <a:gd name="connsiteX138" fmla="*/ 878295 w 7467600"/>
              <a:gd name="connsiteY138" fmla="*/ 4403594 h 6858000"/>
              <a:gd name="connsiteX139" fmla="*/ 1240607 w 7467600"/>
              <a:gd name="connsiteY139" fmla="*/ 4010401 h 6858000"/>
              <a:gd name="connsiteX140" fmla="*/ 1310106 w 7467600"/>
              <a:gd name="connsiteY140" fmla="*/ 3943217 h 6858000"/>
              <a:gd name="connsiteX141" fmla="*/ 1423113 w 7467600"/>
              <a:gd name="connsiteY141" fmla="*/ 3874565 h 6858000"/>
              <a:gd name="connsiteX142" fmla="*/ 1260565 w 7467600"/>
              <a:gd name="connsiteY142" fmla="*/ 4031982 h 6858000"/>
              <a:gd name="connsiteX143" fmla="*/ 901900 w 7467600"/>
              <a:gd name="connsiteY143" fmla="*/ 4421236 h 6858000"/>
              <a:gd name="connsiteX144" fmla="*/ 845044 w 7467600"/>
              <a:gd name="connsiteY144" fmla="*/ 4502436 h 6858000"/>
              <a:gd name="connsiteX145" fmla="*/ 685926 w 7467600"/>
              <a:gd name="connsiteY145" fmla="*/ 4703069 h 6858000"/>
              <a:gd name="connsiteX146" fmla="*/ 684248 w 7467600"/>
              <a:gd name="connsiteY146" fmla="*/ 4706721 h 6858000"/>
              <a:gd name="connsiteX147" fmla="*/ 1423113 w 7467600"/>
              <a:gd name="connsiteY147" fmla="*/ 3874565 h 6858000"/>
              <a:gd name="connsiteX148" fmla="*/ 3316479 w 7467600"/>
              <a:gd name="connsiteY148" fmla="*/ 3872136 h 6858000"/>
              <a:gd name="connsiteX149" fmla="*/ 3546806 w 7467600"/>
              <a:gd name="connsiteY149" fmla="*/ 4356139 h 6858000"/>
              <a:gd name="connsiteX150" fmla="*/ 3364433 w 7467600"/>
              <a:gd name="connsiteY150" fmla="*/ 3953121 h 6858000"/>
              <a:gd name="connsiteX151" fmla="*/ 3316479 w 7467600"/>
              <a:gd name="connsiteY151" fmla="*/ 3872136 h 6858000"/>
              <a:gd name="connsiteX152" fmla="*/ 3291335 w 7467600"/>
              <a:gd name="connsiteY152" fmla="*/ 3767420 h 6858000"/>
              <a:gd name="connsiteX153" fmla="*/ 3390805 w 7467600"/>
              <a:gd name="connsiteY153" fmla="*/ 3937163 h 6858000"/>
              <a:gd name="connsiteX154" fmla="*/ 3579062 w 7467600"/>
              <a:gd name="connsiteY154" fmla="*/ 4359040 h 6858000"/>
              <a:gd name="connsiteX155" fmla="*/ 3467355 w 7467600"/>
              <a:gd name="connsiteY155" fmla="*/ 3988130 h 6858000"/>
              <a:gd name="connsiteX156" fmla="*/ 3310753 w 7467600"/>
              <a:gd name="connsiteY156" fmla="*/ 3787140 h 6858000"/>
              <a:gd name="connsiteX157" fmla="*/ 3291335 w 7467600"/>
              <a:gd name="connsiteY157" fmla="*/ 3767420 h 6858000"/>
              <a:gd name="connsiteX158" fmla="*/ 1635889 w 7467600"/>
              <a:gd name="connsiteY158" fmla="*/ 3709494 h 6858000"/>
              <a:gd name="connsiteX159" fmla="*/ 1634800 w 7467600"/>
              <a:gd name="connsiteY159" fmla="*/ 3731111 h 6858000"/>
              <a:gd name="connsiteX160" fmla="*/ 1635889 w 7467600"/>
              <a:gd name="connsiteY160" fmla="*/ 3709494 h 6858000"/>
              <a:gd name="connsiteX161" fmla="*/ 1510397 w 7467600"/>
              <a:gd name="connsiteY161" fmla="*/ 3684705 h 6858000"/>
              <a:gd name="connsiteX162" fmla="*/ 1146550 w 7467600"/>
              <a:gd name="connsiteY162" fmla="*/ 3802012 h 6858000"/>
              <a:gd name="connsiteX163" fmla="*/ 698834 w 7467600"/>
              <a:gd name="connsiteY163" fmla="*/ 3952272 h 6858000"/>
              <a:gd name="connsiteX164" fmla="*/ 34256 w 7467600"/>
              <a:gd name="connsiteY164" fmla="*/ 4347603 h 6858000"/>
              <a:gd name="connsiteX165" fmla="*/ 527241 w 7467600"/>
              <a:gd name="connsiteY165" fmla="*/ 4065078 h 6858000"/>
              <a:gd name="connsiteX166" fmla="*/ 1510397 w 7467600"/>
              <a:gd name="connsiteY166" fmla="*/ 3684705 h 6858000"/>
              <a:gd name="connsiteX167" fmla="*/ 1313114 w 7467600"/>
              <a:gd name="connsiteY167" fmla="*/ 3655216 h 6858000"/>
              <a:gd name="connsiteX168" fmla="*/ 1109304 w 7467600"/>
              <a:gd name="connsiteY168" fmla="*/ 3669030 h 6858000"/>
              <a:gd name="connsiteX169" fmla="*/ 8129 w 7467600"/>
              <a:gd name="connsiteY169" fmla="*/ 4330519 h 6858000"/>
              <a:gd name="connsiteX170" fmla="*/ 687572 w 7467600"/>
              <a:gd name="connsiteY170" fmla="*/ 3925629 h 6858000"/>
              <a:gd name="connsiteX171" fmla="*/ 1138365 w 7467600"/>
              <a:gd name="connsiteY171" fmla="*/ 3774515 h 6858000"/>
              <a:gd name="connsiteX172" fmla="*/ 1505579 w 7467600"/>
              <a:gd name="connsiteY172" fmla="*/ 3655526 h 6858000"/>
              <a:gd name="connsiteX173" fmla="*/ 1313114 w 7467600"/>
              <a:gd name="connsiteY173" fmla="*/ 3655216 h 6858000"/>
              <a:gd name="connsiteX174" fmla="*/ 3655073 w 7467600"/>
              <a:gd name="connsiteY174" fmla="*/ 3650884 h 6858000"/>
              <a:gd name="connsiteX175" fmla="*/ 3989938 w 7467600"/>
              <a:gd name="connsiteY175" fmla="*/ 3991685 h 6858000"/>
              <a:gd name="connsiteX176" fmla="*/ 4393907 w 7467600"/>
              <a:gd name="connsiteY176" fmla="*/ 4261258 h 6858000"/>
              <a:gd name="connsiteX177" fmla="*/ 4648051 w 7467600"/>
              <a:gd name="connsiteY177" fmla="*/ 4374051 h 6858000"/>
              <a:gd name="connsiteX178" fmla="*/ 4383389 w 7467600"/>
              <a:gd name="connsiteY178" fmla="*/ 4184369 h 6858000"/>
              <a:gd name="connsiteX179" fmla="*/ 4165508 w 7467600"/>
              <a:gd name="connsiteY179" fmla="*/ 4035196 h 6858000"/>
              <a:gd name="connsiteX180" fmla="*/ 4068162 w 7467600"/>
              <a:gd name="connsiteY180" fmla="*/ 3953394 h 6858000"/>
              <a:gd name="connsiteX181" fmla="*/ 3981416 w 7467600"/>
              <a:gd name="connsiteY181" fmla="*/ 3880482 h 6858000"/>
              <a:gd name="connsiteX182" fmla="*/ 3800147 w 7467600"/>
              <a:gd name="connsiteY182" fmla="*/ 3749872 h 6858000"/>
              <a:gd name="connsiteX183" fmla="*/ 3655073 w 7467600"/>
              <a:gd name="connsiteY183" fmla="*/ 3650884 h 6858000"/>
              <a:gd name="connsiteX184" fmla="*/ 3670252 w 7467600"/>
              <a:gd name="connsiteY184" fmla="*/ 3622798 h 6858000"/>
              <a:gd name="connsiteX185" fmla="*/ 3817258 w 7467600"/>
              <a:gd name="connsiteY185" fmla="*/ 3723577 h 6858000"/>
              <a:gd name="connsiteX186" fmla="*/ 4000461 w 7467600"/>
              <a:gd name="connsiteY186" fmla="*/ 3855966 h 6858000"/>
              <a:gd name="connsiteX187" fmla="*/ 4088180 w 7467600"/>
              <a:gd name="connsiteY187" fmla="*/ 3929774 h 6858000"/>
              <a:gd name="connsiteX188" fmla="*/ 4184555 w 7467600"/>
              <a:gd name="connsiteY188" fmla="*/ 4010683 h 6858000"/>
              <a:gd name="connsiteX189" fmla="*/ 4399563 w 7467600"/>
              <a:gd name="connsiteY189" fmla="*/ 4158106 h 6858000"/>
              <a:gd name="connsiteX190" fmla="*/ 4684469 w 7467600"/>
              <a:gd name="connsiteY190" fmla="*/ 4364680 h 6858000"/>
              <a:gd name="connsiteX191" fmla="*/ 4690271 w 7467600"/>
              <a:gd name="connsiteY191" fmla="*/ 4370034 h 6858000"/>
              <a:gd name="connsiteX192" fmla="*/ 4136093 w 7467600"/>
              <a:gd name="connsiteY192" fmla="*/ 3858466 h 6858000"/>
              <a:gd name="connsiteX193" fmla="*/ 3670252 w 7467600"/>
              <a:gd name="connsiteY193" fmla="*/ 3622798 h 6858000"/>
              <a:gd name="connsiteX194" fmla="*/ 4440129 w 7467600"/>
              <a:gd name="connsiteY194" fmla="*/ 3448571 h 6858000"/>
              <a:gd name="connsiteX195" fmla="*/ 4856525 w 7467600"/>
              <a:gd name="connsiteY195" fmla="*/ 3915351 h 6858000"/>
              <a:gd name="connsiteX196" fmla="*/ 5059055 w 7467600"/>
              <a:gd name="connsiteY196" fmla="*/ 4108918 h 6858000"/>
              <a:gd name="connsiteX197" fmla="*/ 5290070 w 7467600"/>
              <a:gd name="connsiteY197" fmla="*/ 4263619 h 6858000"/>
              <a:gd name="connsiteX198" fmla="*/ 4834991 w 7467600"/>
              <a:gd name="connsiteY198" fmla="*/ 3830985 h 6858000"/>
              <a:gd name="connsiteX199" fmla="*/ 4440129 w 7467600"/>
              <a:gd name="connsiteY199" fmla="*/ 3448571 h 6858000"/>
              <a:gd name="connsiteX200" fmla="*/ 4441737 w 7467600"/>
              <a:gd name="connsiteY200" fmla="*/ 3399734 h 6858000"/>
              <a:gd name="connsiteX201" fmla="*/ 4431236 w 7467600"/>
              <a:gd name="connsiteY201" fmla="*/ 3400954 h 6858000"/>
              <a:gd name="connsiteX202" fmla="*/ 4557150 w 7467600"/>
              <a:gd name="connsiteY202" fmla="*/ 3510023 h 6858000"/>
              <a:gd name="connsiteX203" fmla="*/ 4856936 w 7467600"/>
              <a:gd name="connsiteY203" fmla="*/ 3809146 h 6858000"/>
              <a:gd name="connsiteX204" fmla="*/ 5111996 w 7467600"/>
              <a:gd name="connsiteY204" fmla="*/ 4065759 h 6858000"/>
              <a:gd name="connsiteX205" fmla="*/ 5388878 w 7467600"/>
              <a:gd name="connsiteY205" fmla="*/ 4300185 h 6858000"/>
              <a:gd name="connsiteX206" fmla="*/ 5425556 w 7467600"/>
              <a:gd name="connsiteY206" fmla="*/ 4308967 h 6858000"/>
              <a:gd name="connsiteX207" fmla="*/ 4943646 w 7467600"/>
              <a:gd name="connsiteY207" fmla="*/ 3822916 h 6858000"/>
              <a:gd name="connsiteX208" fmla="*/ 4594837 w 7467600"/>
              <a:gd name="connsiteY208" fmla="*/ 3532274 h 6858000"/>
              <a:gd name="connsiteX209" fmla="*/ 4441737 w 7467600"/>
              <a:gd name="connsiteY209" fmla="*/ 3399734 h 6858000"/>
              <a:gd name="connsiteX210" fmla="*/ 5425834 w 7467600"/>
              <a:gd name="connsiteY210" fmla="*/ 3162785 h 6858000"/>
              <a:gd name="connsiteX211" fmla="*/ 5401644 w 7467600"/>
              <a:gd name="connsiteY211" fmla="*/ 3617847 h 6858000"/>
              <a:gd name="connsiteX212" fmla="*/ 5467256 w 7467600"/>
              <a:gd name="connsiteY212" fmla="*/ 4175494 h 6858000"/>
              <a:gd name="connsiteX213" fmla="*/ 5448069 w 7467600"/>
              <a:gd name="connsiteY213" fmla="*/ 3567554 h 6858000"/>
              <a:gd name="connsiteX214" fmla="*/ 5425834 w 7467600"/>
              <a:gd name="connsiteY214" fmla="*/ 3162785 h 6858000"/>
              <a:gd name="connsiteX215" fmla="*/ 1318687 w 7467600"/>
              <a:gd name="connsiteY215" fmla="*/ 3113840 h 6858000"/>
              <a:gd name="connsiteX216" fmla="*/ 1066793 w 7467600"/>
              <a:gd name="connsiteY216" fmla="*/ 3212171 h 6858000"/>
              <a:gd name="connsiteX217" fmla="*/ 993319 w 7467600"/>
              <a:gd name="connsiteY217" fmla="*/ 3247648 h 6858000"/>
              <a:gd name="connsiteX218" fmla="*/ 853081 w 7467600"/>
              <a:gd name="connsiteY218" fmla="*/ 3312410 h 6858000"/>
              <a:gd name="connsiteX219" fmla="*/ 805957 w 7467600"/>
              <a:gd name="connsiteY219" fmla="*/ 3330443 h 6858000"/>
              <a:gd name="connsiteX220" fmla="*/ 1318687 w 7467600"/>
              <a:gd name="connsiteY220" fmla="*/ 3113840 h 6858000"/>
              <a:gd name="connsiteX221" fmla="*/ 5453702 w 7467600"/>
              <a:gd name="connsiteY221" fmla="*/ 3090882 h 6858000"/>
              <a:gd name="connsiteX222" fmla="*/ 5480135 w 7467600"/>
              <a:gd name="connsiteY222" fmla="*/ 3565802 h 6858000"/>
              <a:gd name="connsiteX223" fmla="*/ 5499023 w 7467600"/>
              <a:gd name="connsiteY223" fmla="*/ 4166310 h 6858000"/>
              <a:gd name="connsiteX224" fmla="*/ 5547022 w 7467600"/>
              <a:gd name="connsiteY224" fmla="*/ 3607838 h 6858000"/>
              <a:gd name="connsiteX225" fmla="*/ 5515964 w 7467600"/>
              <a:gd name="connsiteY225" fmla="*/ 3378541 h 6858000"/>
              <a:gd name="connsiteX226" fmla="*/ 5453702 w 7467600"/>
              <a:gd name="connsiteY226" fmla="*/ 3090882 h 6858000"/>
              <a:gd name="connsiteX227" fmla="*/ 1238695 w 7467600"/>
              <a:gd name="connsiteY227" fmla="*/ 3076820 h 6858000"/>
              <a:gd name="connsiteX228" fmla="*/ 716371 w 7467600"/>
              <a:gd name="connsiteY228" fmla="*/ 3293249 h 6858000"/>
              <a:gd name="connsiteX229" fmla="*/ 579522 w 7467600"/>
              <a:gd name="connsiteY229" fmla="*/ 3371759 h 6858000"/>
              <a:gd name="connsiteX230" fmla="*/ 600288 w 7467600"/>
              <a:gd name="connsiteY230" fmla="*/ 3365555 h 6858000"/>
              <a:gd name="connsiteX231" fmla="*/ 840692 w 7467600"/>
              <a:gd name="connsiteY231" fmla="*/ 3284921 h 6858000"/>
              <a:gd name="connsiteX232" fmla="*/ 979248 w 7467600"/>
              <a:gd name="connsiteY232" fmla="*/ 3221003 h 6858000"/>
              <a:gd name="connsiteX233" fmla="*/ 1053282 w 7467600"/>
              <a:gd name="connsiteY233" fmla="*/ 3185247 h 6858000"/>
              <a:gd name="connsiteX234" fmla="*/ 1320603 w 7467600"/>
              <a:gd name="connsiteY234" fmla="*/ 3081281 h 6858000"/>
              <a:gd name="connsiteX235" fmla="*/ 1238695 w 7467600"/>
              <a:gd name="connsiteY235" fmla="*/ 3076820 h 6858000"/>
              <a:gd name="connsiteX236" fmla="*/ 5425627 w 7467600"/>
              <a:gd name="connsiteY236" fmla="*/ 2954192 h 6858000"/>
              <a:gd name="connsiteX237" fmla="*/ 5470770 w 7467600"/>
              <a:gd name="connsiteY237" fmla="*/ 3005435 h 6858000"/>
              <a:gd name="connsiteX238" fmla="*/ 5519779 w 7467600"/>
              <a:gd name="connsiteY238" fmla="*/ 4359223 h 6858000"/>
              <a:gd name="connsiteX239" fmla="*/ 5520293 w 7467600"/>
              <a:gd name="connsiteY239" fmla="*/ 4360602 h 6858000"/>
              <a:gd name="connsiteX240" fmla="*/ 5767221 w 7467600"/>
              <a:gd name="connsiteY240" fmla="*/ 4665564 h 6858000"/>
              <a:gd name="connsiteX241" fmla="*/ 6937169 w 7467600"/>
              <a:gd name="connsiteY241" fmla="*/ 4815941 h 6858000"/>
              <a:gd name="connsiteX242" fmla="*/ 6953922 w 7467600"/>
              <a:gd name="connsiteY242" fmla="*/ 4890068 h 6858000"/>
              <a:gd name="connsiteX243" fmla="*/ 6071359 w 7467600"/>
              <a:gd name="connsiteY243" fmla="*/ 4770770 h 6858000"/>
              <a:gd name="connsiteX244" fmla="*/ 6038839 w 7467600"/>
              <a:gd name="connsiteY244" fmla="*/ 4764474 h 6858000"/>
              <a:gd name="connsiteX245" fmla="*/ 6038706 w 7467600"/>
              <a:gd name="connsiteY245" fmla="*/ 4763847 h 6858000"/>
              <a:gd name="connsiteX246" fmla="*/ 6037784 w 7467600"/>
              <a:gd name="connsiteY246" fmla="*/ 4764270 h 6858000"/>
              <a:gd name="connsiteX247" fmla="*/ 6038839 w 7467600"/>
              <a:gd name="connsiteY247" fmla="*/ 4764474 h 6858000"/>
              <a:gd name="connsiteX248" fmla="*/ 6040338 w 7467600"/>
              <a:gd name="connsiteY248" fmla="*/ 4771418 h 6858000"/>
              <a:gd name="connsiteX249" fmla="*/ 6024488 w 7467600"/>
              <a:gd name="connsiteY249" fmla="*/ 4809903 h 6858000"/>
              <a:gd name="connsiteX250" fmla="*/ 5599771 w 7467600"/>
              <a:gd name="connsiteY250" fmla="*/ 5509652 h 6858000"/>
              <a:gd name="connsiteX251" fmla="*/ 5548843 w 7467600"/>
              <a:gd name="connsiteY251" fmla="*/ 5563845 h 6858000"/>
              <a:gd name="connsiteX252" fmla="*/ 5940952 w 7467600"/>
              <a:gd name="connsiteY252" fmla="*/ 6250028 h 6858000"/>
              <a:gd name="connsiteX253" fmla="*/ 6043441 w 7467600"/>
              <a:gd name="connsiteY253" fmla="*/ 6665847 h 6858000"/>
              <a:gd name="connsiteX254" fmla="*/ 6093432 w 7467600"/>
              <a:gd name="connsiteY254" fmla="*/ 6858000 h 6858000"/>
              <a:gd name="connsiteX255" fmla="*/ 6034344 w 7467600"/>
              <a:gd name="connsiteY255" fmla="*/ 6858000 h 6858000"/>
              <a:gd name="connsiteX256" fmla="*/ 6026679 w 7467600"/>
              <a:gd name="connsiteY256" fmla="*/ 6836959 h 6858000"/>
              <a:gd name="connsiteX257" fmla="*/ 5800441 w 7467600"/>
              <a:gd name="connsiteY257" fmla="*/ 6335286 h 6858000"/>
              <a:gd name="connsiteX258" fmla="*/ 5526562 w 7467600"/>
              <a:gd name="connsiteY258" fmla="*/ 5705388 h 6858000"/>
              <a:gd name="connsiteX259" fmla="*/ 5519640 w 7467600"/>
              <a:gd name="connsiteY259" fmla="*/ 5683774 h 6858000"/>
              <a:gd name="connsiteX260" fmla="*/ 5844559 w 7467600"/>
              <a:gd name="connsiteY260" fmla="*/ 6553349 h 6858000"/>
              <a:gd name="connsiteX261" fmla="*/ 5975994 w 7467600"/>
              <a:gd name="connsiteY261" fmla="*/ 6858000 h 6858000"/>
              <a:gd name="connsiteX262" fmla="*/ 5898547 w 7467600"/>
              <a:gd name="connsiteY262" fmla="*/ 6858000 h 6858000"/>
              <a:gd name="connsiteX263" fmla="*/ 5682041 w 7467600"/>
              <a:gd name="connsiteY263" fmla="*/ 6355860 h 6858000"/>
              <a:gd name="connsiteX264" fmla="*/ 5461758 w 7467600"/>
              <a:gd name="connsiteY264" fmla="*/ 5820220 h 6858000"/>
              <a:gd name="connsiteX265" fmla="*/ 5237282 w 7467600"/>
              <a:gd name="connsiteY265" fmla="*/ 6579086 h 6858000"/>
              <a:gd name="connsiteX266" fmla="*/ 5115009 w 7467600"/>
              <a:gd name="connsiteY266" fmla="*/ 6858000 h 6858000"/>
              <a:gd name="connsiteX267" fmla="*/ 5028074 w 7467600"/>
              <a:gd name="connsiteY267" fmla="*/ 6858000 h 6858000"/>
              <a:gd name="connsiteX268" fmla="*/ 5079508 w 7467600"/>
              <a:gd name="connsiteY268" fmla="*/ 6749074 h 6858000"/>
              <a:gd name="connsiteX269" fmla="*/ 5371846 w 7467600"/>
              <a:gd name="connsiteY269" fmla="*/ 5924413 h 6858000"/>
              <a:gd name="connsiteX270" fmla="*/ 5270512 w 7467600"/>
              <a:gd name="connsiteY270" fmla="*/ 6138975 h 6858000"/>
              <a:gd name="connsiteX271" fmla="*/ 5062409 w 7467600"/>
              <a:gd name="connsiteY271" fmla="*/ 6653544 h 6858000"/>
              <a:gd name="connsiteX272" fmla="*/ 5036628 w 7467600"/>
              <a:gd name="connsiteY272" fmla="*/ 6754247 h 6858000"/>
              <a:gd name="connsiteX273" fmla="*/ 5009112 w 7467600"/>
              <a:gd name="connsiteY273" fmla="*/ 6858000 h 6858000"/>
              <a:gd name="connsiteX274" fmla="*/ 4976679 w 7467600"/>
              <a:gd name="connsiteY274" fmla="*/ 6858000 h 6858000"/>
              <a:gd name="connsiteX275" fmla="*/ 5006537 w 7467600"/>
              <a:gd name="connsiteY275" fmla="*/ 6747068 h 6858000"/>
              <a:gd name="connsiteX276" fmla="*/ 5032723 w 7467600"/>
              <a:gd name="connsiteY276" fmla="*/ 6644957 h 6858000"/>
              <a:gd name="connsiteX277" fmla="*/ 5242949 w 7467600"/>
              <a:gd name="connsiteY277" fmla="*/ 6125175 h 6858000"/>
              <a:gd name="connsiteX278" fmla="*/ 5286321 w 7467600"/>
              <a:gd name="connsiteY278" fmla="*/ 6033555 h 6858000"/>
              <a:gd name="connsiteX279" fmla="*/ 5008210 w 7467600"/>
              <a:gd name="connsiteY279" fmla="*/ 6649194 h 6858000"/>
              <a:gd name="connsiteX280" fmla="*/ 4986321 w 7467600"/>
              <a:gd name="connsiteY280" fmla="*/ 6765687 h 6858000"/>
              <a:gd name="connsiteX281" fmla="*/ 4973474 w 7467600"/>
              <a:gd name="connsiteY281" fmla="*/ 6858000 h 6858000"/>
              <a:gd name="connsiteX282" fmla="*/ 4907178 w 7467600"/>
              <a:gd name="connsiteY282" fmla="*/ 6858000 h 6858000"/>
              <a:gd name="connsiteX283" fmla="*/ 4910810 w 7467600"/>
              <a:gd name="connsiteY283" fmla="*/ 6829660 h 6858000"/>
              <a:gd name="connsiteX284" fmla="*/ 4987461 w 7467600"/>
              <a:gd name="connsiteY284" fmla="*/ 6432994 h 6858000"/>
              <a:gd name="connsiteX285" fmla="*/ 5179262 w 7467600"/>
              <a:gd name="connsiteY285" fmla="*/ 6035044 h 6858000"/>
              <a:gd name="connsiteX286" fmla="*/ 4689678 w 7467600"/>
              <a:gd name="connsiteY286" fmla="*/ 6440241 h 6858000"/>
              <a:gd name="connsiteX287" fmla="*/ 4477543 w 7467600"/>
              <a:gd name="connsiteY287" fmla="*/ 6674836 h 6858000"/>
              <a:gd name="connsiteX288" fmla="*/ 4329957 w 7467600"/>
              <a:gd name="connsiteY288" fmla="*/ 6858000 h 6858000"/>
              <a:gd name="connsiteX289" fmla="*/ 4218595 w 7467600"/>
              <a:gd name="connsiteY289" fmla="*/ 6858000 h 6858000"/>
              <a:gd name="connsiteX290" fmla="*/ 4368888 w 7467600"/>
              <a:gd name="connsiteY290" fmla="*/ 6668412 h 6858000"/>
              <a:gd name="connsiteX291" fmla="*/ 4563091 w 7467600"/>
              <a:gd name="connsiteY291" fmla="*/ 6442508 h 6858000"/>
              <a:gd name="connsiteX292" fmla="*/ 5387324 w 7467600"/>
              <a:gd name="connsiteY292" fmla="*/ 5705830 h 6858000"/>
              <a:gd name="connsiteX293" fmla="*/ 5073620 w 7467600"/>
              <a:gd name="connsiteY293" fmla="*/ 5955437 h 6858000"/>
              <a:gd name="connsiteX294" fmla="*/ 4689789 w 7467600"/>
              <a:gd name="connsiteY294" fmla="*/ 6268382 h 6858000"/>
              <a:gd name="connsiteX295" fmla="*/ 4418722 w 7467600"/>
              <a:gd name="connsiteY295" fmla="*/ 6570886 h 6858000"/>
              <a:gd name="connsiteX296" fmla="*/ 4214944 w 7467600"/>
              <a:gd name="connsiteY296" fmla="*/ 6858000 h 6858000"/>
              <a:gd name="connsiteX297" fmla="*/ 4177898 w 7467600"/>
              <a:gd name="connsiteY297" fmla="*/ 6858000 h 6858000"/>
              <a:gd name="connsiteX298" fmla="*/ 4391597 w 7467600"/>
              <a:gd name="connsiteY298" fmla="*/ 6556370 h 6858000"/>
              <a:gd name="connsiteX299" fmla="*/ 4668889 w 7467600"/>
              <a:gd name="connsiteY299" fmla="*/ 6246399 h 6858000"/>
              <a:gd name="connsiteX300" fmla="*/ 5055427 w 7467600"/>
              <a:gd name="connsiteY300" fmla="*/ 5931476 h 6858000"/>
              <a:gd name="connsiteX301" fmla="*/ 5371814 w 7467600"/>
              <a:gd name="connsiteY301" fmla="*/ 5678975 h 6858000"/>
              <a:gd name="connsiteX302" fmla="*/ 4987918 w 7467600"/>
              <a:gd name="connsiteY302" fmla="*/ 5838701 h 6858000"/>
              <a:gd name="connsiteX303" fmla="*/ 4317146 w 7467600"/>
              <a:gd name="connsiteY303" fmla="*/ 6587716 h 6858000"/>
              <a:gd name="connsiteX304" fmla="*/ 4171627 w 7467600"/>
              <a:gd name="connsiteY304" fmla="*/ 6858000 h 6858000"/>
              <a:gd name="connsiteX305" fmla="*/ 4081585 w 7467600"/>
              <a:gd name="connsiteY305" fmla="*/ 6858000 h 6858000"/>
              <a:gd name="connsiteX306" fmla="*/ 4238603 w 7467600"/>
              <a:gd name="connsiteY306" fmla="*/ 6559341 h 6858000"/>
              <a:gd name="connsiteX307" fmla="*/ 4778333 w 7467600"/>
              <a:gd name="connsiteY307" fmla="*/ 5873626 h 6858000"/>
              <a:gd name="connsiteX308" fmla="*/ 5414185 w 7467600"/>
              <a:gd name="connsiteY308" fmla="*/ 5573882 h 6858000"/>
              <a:gd name="connsiteX309" fmla="*/ 5959648 w 7467600"/>
              <a:gd name="connsiteY309" fmla="*/ 4760797 h 6858000"/>
              <a:gd name="connsiteX310" fmla="*/ 5355019 w 7467600"/>
              <a:gd name="connsiteY310" fmla="*/ 4734672 h 6858000"/>
              <a:gd name="connsiteX311" fmla="*/ 5083565 w 7467600"/>
              <a:gd name="connsiteY311" fmla="*/ 5179121 h 6858000"/>
              <a:gd name="connsiteX312" fmla="*/ 4713577 w 7467600"/>
              <a:gd name="connsiteY312" fmla="*/ 5616803 h 6858000"/>
              <a:gd name="connsiteX313" fmla="*/ 3989559 w 7467600"/>
              <a:gd name="connsiteY313" fmla="*/ 6145945 h 6858000"/>
              <a:gd name="connsiteX314" fmla="*/ 3939824 w 7467600"/>
              <a:gd name="connsiteY314" fmla="*/ 6066900 h 6858000"/>
              <a:gd name="connsiteX315" fmla="*/ 4584537 w 7467600"/>
              <a:gd name="connsiteY315" fmla="*/ 5324826 h 6858000"/>
              <a:gd name="connsiteX316" fmla="*/ 5037105 w 7467600"/>
              <a:gd name="connsiteY316" fmla="*/ 5088765 h 6858000"/>
              <a:gd name="connsiteX317" fmla="*/ 5039930 w 7467600"/>
              <a:gd name="connsiteY317" fmla="*/ 5089585 h 6858000"/>
              <a:gd name="connsiteX318" fmla="*/ 5263764 w 7467600"/>
              <a:gd name="connsiteY318" fmla="*/ 4735525 h 6858000"/>
              <a:gd name="connsiteX319" fmla="*/ 4086300 w 7467600"/>
              <a:gd name="connsiteY319" fmla="*/ 4884599 h 6858000"/>
              <a:gd name="connsiteX320" fmla="*/ 4085485 w 7467600"/>
              <a:gd name="connsiteY320" fmla="*/ 4899070 h 6858000"/>
              <a:gd name="connsiteX321" fmla="*/ 3871915 w 7467600"/>
              <a:gd name="connsiteY321" fmla="*/ 5253645 h 6858000"/>
              <a:gd name="connsiteX322" fmla="*/ 3799374 w 7467600"/>
              <a:gd name="connsiteY322" fmla="*/ 5466127 h 6858000"/>
              <a:gd name="connsiteX323" fmla="*/ 3498850 w 7467600"/>
              <a:gd name="connsiteY323" fmla="*/ 6661888 h 6858000"/>
              <a:gd name="connsiteX324" fmla="*/ 3399216 w 7467600"/>
              <a:gd name="connsiteY324" fmla="*/ 6858000 h 6858000"/>
              <a:gd name="connsiteX325" fmla="*/ 3303688 w 7467600"/>
              <a:gd name="connsiteY325" fmla="*/ 6858000 h 6858000"/>
              <a:gd name="connsiteX326" fmla="*/ 3391774 w 7467600"/>
              <a:gd name="connsiteY326" fmla="*/ 6697181 h 6858000"/>
              <a:gd name="connsiteX327" fmla="*/ 3735540 w 7467600"/>
              <a:gd name="connsiteY327" fmla="*/ 5546923 h 6858000"/>
              <a:gd name="connsiteX328" fmla="*/ 3729438 w 7467600"/>
              <a:gd name="connsiteY328" fmla="*/ 5569058 h 6858000"/>
              <a:gd name="connsiteX329" fmla="*/ 3707782 w 7467600"/>
              <a:gd name="connsiteY329" fmla="*/ 5644908 h 6858000"/>
              <a:gd name="connsiteX330" fmla="*/ 3583827 w 7467600"/>
              <a:gd name="connsiteY330" fmla="*/ 6039215 h 6858000"/>
              <a:gd name="connsiteX331" fmla="*/ 3547861 w 7467600"/>
              <a:gd name="connsiteY331" fmla="*/ 6129609 h 6858000"/>
              <a:gd name="connsiteX332" fmla="*/ 3490905 w 7467600"/>
              <a:gd name="connsiteY332" fmla="*/ 6277660 h 6858000"/>
              <a:gd name="connsiteX333" fmla="*/ 3455859 w 7467600"/>
              <a:gd name="connsiteY333" fmla="*/ 6391301 h 6858000"/>
              <a:gd name="connsiteX334" fmla="*/ 3429112 w 7467600"/>
              <a:gd name="connsiteY334" fmla="*/ 6479469 h 6858000"/>
              <a:gd name="connsiteX335" fmla="*/ 3304862 w 7467600"/>
              <a:gd name="connsiteY335" fmla="*/ 6796476 h 6858000"/>
              <a:gd name="connsiteX336" fmla="*/ 3276071 w 7467600"/>
              <a:gd name="connsiteY336" fmla="*/ 6858000 h 6858000"/>
              <a:gd name="connsiteX337" fmla="*/ 3240805 w 7467600"/>
              <a:gd name="connsiteY337" fmla="*/ 6858000 h 6858000"/>
              <a:gd name="connsiteX338" fmla="*/ 3275917 w 7467600"/>
              <a:gd name="connsiteY338" fmla="*/ 6783192 h 6858000"/>
              <a:gd name="connsiteX339" fmla="*/ 3399358 w 7467600"/>
              <a:gd name="connsiteY339" fmla="*/ 6469011 h 6858000"/>
              <a:gd name="connsiteX340" fmla="*/ 3425650 w 7467600"/>
              <a:gd name="connsiteY340" fmla="*/ 6381333 h 6858000"/>
              <a:gd name="connsiteX341" fmla="*/ 3460661 w 7467600"/>
              <a:gd name="connsiteY341" fmla="*/ 6266763 h 6858000"/>
              <a:gd name="connsiteX342" fmla="*/ 3518021 w 7467600"/>
              <a:gd name="connsiteY342" fmla="*/ 6117298 h 6858000"/>
              <a:gd name="connsiteX343" fmla="*/ 3554035 w 7467600"/>
              <a:gd name="connsiteY343" fmla="*/ 6027832 h 6858000"/>
              <a:gd name="connsiteX344" fmla="*/ 3677174 w 7467600"/>
              <a:gd name="connsiteY344" fmla="*/ 5636351 h 6858000"/>
              <a:gd name="connsiteX345" fmla="*/ 3698819 w 7467600"/>
              <a:gd name="connsiteY345" fmla="*/ 5560503 h 6858000"/>
              <a:gd name="connsiteX346" fmla="*/ 3702094 w 7467600"/>
              <a:gd name="connsiteY346" fmla="*/ 5549194 h 6858000"/>
              <a:gd name="connsiteX347" fmla="*/ 3398355 w 7467600"/>
              <a:gd name="connsiteY347" fmla="*/ 6094603 h 6858000"/>
              <a:gd name="connsiteX348" fmla="*/ 3193941 w 7467600"/>
              <a:gd name="connsiteY348" fmla="*/ 6798775 h 6858000"/>
              <a:gd name="connsiteX349" fmla="*/ 3184140 w 7467600"/>
              <a:gd name="connsiteY349" fmla="*/ 6858000 h 6858000"/>
              <a:gd name="connsiteX350" fmla="*/ 3099978 w 7467600"/>
              <a:gd name="connsiteY350" fmla="*/ 6858000 h 6858000"/>
              <a:gd name="connsiteX351" fmla="*/ 3101556 w 7467600"/>
              <a:gd name="connsiteY351" fmla="*/ 6843337 h 6858000"/>
              <a:gd name="connsiteX352" fmla="*/ 3370162 w 7467600"/>
              <a:gd name="connsiteY352" fmla="*/ 5785550 h 6858000"/>
              <a:gd name="connsiteX353" fmla="*/ 3746477 w 7467600"/>
              <a:gd name="connsiteY353" fmla="*/ 5377889 h 6858000"/>
              <a:gd name="connsiteX354" fmla="*/ 3863399 w 7467600"/>
              <a:gd name="connsiteY354" fmla="*/ 5087257 h 6858000"/>
              <a:gd name="connsiteX355" fmla="*/ 3968712 w 7467600"/>
              <a:gd name="connsiteY355" fmla="*/ 4913989 h 6858000"/>
              <a:gd name="connsiteX356" fmla="*/ 2792390 w 7467600"/>
              <a:gd name="connsiteY356" fmla="*/ 5382974 h 6858000"/>
              <a:gd name="connsiteX357" fmla="*/ 2714982 w 7467600"/>
              <a:gd name="connsiteY357" fmla="*/ 5427051 h 6858000"/>
              <a:gd name="connsiteX358" fmla="*/ 2813361 w 7467600"/>
              <a:gd name="connsiteY358" fmla="*/ 6023912 h 6858000"/>
              <a:gd name="connsiteX359" fmla="*/ 2688430 w 7467600"/>
              <a:gd name="connsiteY359" fmla="*/ 6801564 h 6858000"/>
              <a:gd name="connsiteX360" fmla="*/ 2629626 w 7467600"/>
              <a:gd name="connsiteY360" fmla="*/ 6763394 h 6858000"/>
              <a:gd name="connsiteX361" fmla="*/ 2565328 w 7467600"/>
              <a:gd name="connsiteY361" fmla="*/ 5516399 h 6858000"/>
              <a:gd name="connsiteX362" fmla="*/ 1922999 w 7467600"/>
              <a:gd name="connsiteY362" fmla="*/ 5980343 h 6858000"/>
              <a:gd name="connsiteX363" fmla="*/ 1950261 w 7467600"/>
              <a:gd name="connsiteY363" fmla="*/ 6405858 h 6858000"/>
              <a:gd name="connsiteX364" fmla="*/ 2365554 w 7467600"/>
              <a:gd name="connsiteY364" fmla="*/ 6759107 h 6858000"/>
              <a:gd name="connsiteX365" fmla="*/ 2424142 w 7467600"/>
              <a:gd name="connsiteY365" fmla="*/ 6858000 h 6858000"/>
              <a:gd name="connsiteX366" fmla="*/ 2395994 w 7467600"/>
              <a:gd name="connsiteY366" fmla="*/ 6858000 h 6858000"/>
              <a:gd name="connsiteX367" fmla="*/ 2392863 w 7467600"/>
              <a:gd name="connsiteY367" fmla="*/ 6852964 h 6858000"/>
              <a:gd name="connsiteX368" fmla="*/ 2017589 w 7467600"/>
              <a:gd name="connsiteY368" fmla="*/ 6493982 h 6858000"/>
              <a:gd name="connsiteX369" fmla="*/ 2147336 w 7467600"/>
              <a:gd name="connsiteY369" fmla="*/ 6594052 h 6858000"/>
              <a:gd name="connsiteX370" fmla="*/ 2207047 w 7467600"/>
              <a:gd name="connsiteY370" fmla="*/ 6654540 h 6858000"/>
              <a:gd name="connsiteX371" fmla="*/ 2299106 w 7467600"/>
              <a:gd name="connsiteY371" fmla="*/ 6778931 h 6858000"/>
              <a:gd name="connsiteX372" fmla="*/ 2314430 w 7467600"/>
              <a:gd name="connsiteY372" fmla="*/ 6801144 h 6858000"/>
              <a:gd name="connsiteX373" fmla="*/ 2352406 w 7467600"/>
              <a:gd name="connsiteY373" fmla="*/ 6858000 h 6858000"/>
              <a:gd name="connsiteX374" fmla="*/ 2314492 w 7467600"/>
              <a:gd name="connsiteY374" fmla="*/ 6858000 h 6858000"/>
              <a:gd name="connsiteX375" fmla="*/ 2288095 w 7467600"/>
              <a:gd name="connsiteY375" fmla="*/ 6818030 h 6858000"/>
              <a:gd name="connsiteX376" fmla="*/ 2272768 w 7467600"/>
              <a:gd name="connsiteY376" fmla="*/ 6795822 h 6858000"/>
              <a:gd name="connsiteX377" fmla="*/ 2182715 w 7467600"/>
              <a:gd name="connsiteY377" fmla="*/ 6675071 h 6858000"/>
              <a:gd name="connsiteX378" fmla="*/ 2032061 w 7467600"/>
              <a:gd name="connsiteY378" fmla="*/ 6541380 h 6858000"/>
              <a:gd name="connsiteX379" fmla="*/ 2257220 w 7467600"/>
              <a:gd name="connsiteY379" fmla="*/ 6826257 h 6858000"/>
              <a:gd name="connsiteX380" fmla="*/ 2281324 w 7467600"/>
              <a:gd name="connsiteY380" fmla="*/ 6858000 h 6858000"/>
              <a:gd name="connsiteX381" fmla="*/ 2242860 w 7467600"/>
              <a:gd name="connsiteY381" fmla="*/ 6858000 h 6858000"/>
              <a:gd name="connsiteX382" fmla="*/ 2232818 w 7467600"/>
              <a:gd name="connsiteY382" fmla="*/ 6844926 h 6858000"/>
              <a:gd name="connsiteX383" fmla="*/ 1990172 w 7467600"/>
              <a:gd name="connsiteY383" fmla="*/ 6542121 h 6858000"/>
              <a:gd name="connsiteX384" fmla="*/ 2124090 w 7467600"/>
              <a:gd name="connsiteY384" fmla="*/ 6761017 h 6858000"/>
              <a:gd name="connsiteX385" fmla="*/ 2200380 w 7467600"/>
              <a:gd name="connsiteY385" fmla="*/ 6858000 h 6858000"/>
              <a:gd name="connsiteX386" fmla="*/ 2147507 w 7467600"/>
              <a:gd name="connsiteY386" fmla="*/ 6858000 h 6858000"/>
              <a:gd name="connsiteX387" fmla="*/ 2070668 w 7467600"/>
              <a:gd name="connsiteY387" fmla="*/ 6761520 h 6858000"/>
              <a:gd name="connsiteX388" fmla="*/ 1975142 w 7467600"/>
              <a:gd name="connsiteY388" fmla="*/ 6585570 h 6858000"/>
              <a:gd name="connsiteX389" fmla="*/ 2050035 w 7467600"/>
              <a:gd name="connsiteY389" fmla="*/ 6813345 h 6858000"/>
              <a:gd name="connsiteX390" fmla="*/ 2063025 w 7467600"/>
              <a:gd name="connsiteY390" fmla="*/ 6858000 h 6858000"/>
              <a:gd name="connsiteX391" fmla="*/ 2021675 w 7467600"/>
              <a:gd name="connsiteY391" fmla="*/ 6858000 h 6858000"/>
              <a:gd name="connsiteX392" fmla="*/ 2019308 w 7467600"/>
              <a:gd name="connsiteY392" fmla="*/ 6847118 h 6858000"/>
              <a:gd name="connsiteX393" fmla="*/ 1938835 w 7467600"/>
              <a:gd name="connsiteY393" fmla="*/ 6551160 h 6858000"/>
              <a:gd name="connsiteX394" fmla="*/ 1953230 w 7467600"/>
              <a:gd name="connsiteY394" fmla="*/ 6759699 h 6858000"/>
              <a:gd name="connsiteX395" fmla="*/ 1956763 w 7467600"/>
              <a:gd name="connsiteY395" fmla="*/ 6778191 h 6858000"/>
              <a:gd name="connsiteX396" fmla="*/ 1967925 w 7467600"/>
              <a:gd name="connsiteY396" fmla="*/ 6858000 h 6858000"/>
              <a:gd name="connsiteX397" fmla="*/ 1936622 w 7467600"/>
              <a:gd name="connsiteY397" fmla="*/ 6858000 h 6858000"/>
              <a:gd name="connsiteX398" fmla="*/ 1926261 w 7467600"/>
              <a:gd name="connsiteY398" fmla="*/ 6784064 h 6858000"/>
              <a:gd name="connsiteX399" fmla="*/ 1922724 w 7467600"/>
              <a:gd name="connsiteY399" fmla="*/ 6765577 h 6858000"/>
              <a:gd name="connsiteX400" fmla="*/ 1904650 w 7467600"/>
              <a:gd name="connsiteY400" fmla="*/ 6639616 h 6858000"/>
              <a:gd name="connsiteX401" fmla="*/ 1885273 w 7467600"/>
              <a:gd name="connsiteY401" fmla="*/ 6858000 h 6858000"/>
              <a:gd name="connsiteX402" fmla="*/ 1854363 w 7467600"/>
              <a:gd name="connsiteY402" fmla="*/ 6858000 h 6858000"/>
              <a:gd name="connsiteX403" fmla="*/ 1880391 w 7467600"/>
              <a:gd name="connsiteY403" fmla="*/ 6603796 h 6858000"/>
              <a:gd name="connsiteX404" fmla="*/ 1818273 w 7467600"/>
              <a:gd name="connsiteY404" fmla="*/ 6715729 h 6858000"/>
              <a:gd name="connsiteX405" fmla="*/ 1794691 w 7467600"/>
              <a:gd name="connsiteY405" fmla="*/ 6843239 h 6858000"/>
              <a:gd name="connsiteX406" fmla="*/ 1794914 w 7467600"/>
              <a:gd name="connsiteY406" fmla="*/ 6858000 h 6858000"/>
              <a:gd name="connsiteX407" fmla="*/ 1746128 w 7467600"/>
              <a:gd name="connsiteY407" fmla="*/ 6858000 h 6858000"/>
              <a:gd name="connsiteX408" fmla="*/ 1753934 w 7467600"/>
              <a:gd name="connsiteY408" fmla="*/ 6724796 h 6858000"/>
              <a:gd name="connsiteX409" fmla="*/ 1792053 w 7467600"/>
              <a:gd name="connsiteY409" fmla="*/ 6572396 h 6858000"/>
              <a:gd name="connsiteX410" fmla="*/ 1862248 w 7467600"/>
              <a:gd name="connsiteY410" fmla="*/ 6266397 h 6858000"/>
              <a:gd name="connsiteX411" fmla="*/ 1862250 w 7467600"/>
              <a:gd name="connsiteY411" fmla="*/ 6033531 h 6858000"/>
              <a:gd name="connsiteX412" fmla="*/ 1211999 w 7467600"/>
              <a:gd name="connsiteY412" fmla="*/ 6683610 h 6858000"/>
              <a:gd name="connsiteX413" fmla="*/ 1213266 w 7467600"/>
              <a:gd name="connsiteY413" fmla="*/ 6691947 h 6858000"/>
              <a:gd name="connsiteX414" fmla="*/ 1203370 w 7467600"/>
              <a:gd name="connsiteY414" fmla="*/ 6850676 h 6858000"/>
              <a:gd name="connsiteX415" fmla="*/ 1203671 w 7467600"/>
              <a:gd name="connsiteY415" fmla="*/ 6858000 h 6858000"/>
              <a:gd name="connsiteX416" fmla="*/ 1143180 w 7467600"/>
              <a:gd name="connsiteY416" fmla="*/ 6858000 h 6858000"/>
              <a:gd name="connsiteX417" fmla="*/ 1142176 w 7467600"/>
              <a:gd name="connsiteY417" fmla="*/ 6766045 h 6858000"/>
              <a:gd name="connsiteX418" fmla="*/ 1067484 w 7467600"/>
              <a:gd name="connsiteY418" fmla="*/ 6858000 h 6858000"/>
              <a:gd name="connsiteX419" fmla="*/ 953928 w 7467600"/>
              <a:gd name="connsiteY419" fmla="*/ 6858000 h 6858000"/>
              <a:gd name="connsiteX420" fmla="*/ 959715 w 7467600"/>
              <a:gd name="connsiteY420" fmla="*/ 6850185 h 6858000"/>
              <a:gd name="connsiteX421" fmla="*/ 1483788 w 7467600"/>
              <a:gd name="connsiteY421" fmla="*/ 6259174 h 6858000"/>
              <a:gd name="connsiteX422" fmla="*/ 1100671 w 7467600"/>
              <a:gd name="connsiteY422" fmla="*/ 6252137 h 6858000"/>
              <a:gd name="connsiteX423" fmla="*/ 1090144 w 7467600"/>
              <a:gd name="connsiteY423" fmla="*/ 6256748 h 6858000"/>
              <a:gd name="connsiteX424" fmla="*/ 1095872 w 7467600"/>
              <a:gd name="connsiteY424" fmla="*/ 6271892 h 6858000"/>
              <a:gd name="connsiteX425" fmla="*/ 262785 w 7467600"/>
              <a:gd name="connsiteY425" fmla="*/ 6845450 h 6858000"/>
              <a:gd name="connsiteX426" fmla="*/ 209968 w 7467600"/>
              <a:gd name="connsiteY426" fmla="*/ 6770713 h 6858000"/>
              <a:gd name="connsiteX427" fmla="*/ 873460 w 7467600"/>
              <a:gd name="connsiteY427" fmla="*/ 6253768 h 6858000"/>
              <a:gd name="connsiteX428" fmla="*/ 192686 w 7467600"/>
              <a:gd name="connsiteY428" fmla="*/ 5849257 h 6858000"/>
              <a:gd name="connsiteX429" fmla="*/ 4696 w 7467600"/>
              <a:gd name="connsiteY429" fmla="*/ 5697668 h 6858000"/>
              <a:gd name="connsiteX430" fmla="*/ 0 w 7467600"/>
              <a:gd name="connsiteY430" fmla="*/ 5689984 h 6858000"/>
              <a:gd name="connsiteX431" fmla="*/ 0 w 7467600"/>
              <a:gd name="connsiteY431" fmla="*/ 5513472 h 6858000"/>
              <a:gd name="connsiteX432" fmla="*/ 174101 w 7467600"/>
              <a:gd name="connsiteY432" fmla="*/ 5620277 h 6858000"/>
              <a:gd name="connsiteX433" fmla="*/ 891800 w 7467600"/>
              <a:gd name="connsiteY433" fmla="*/ 6036935 h 6858000"/>
              <a:gd name="connsiteX434" fmla="*/ 1072219 w 7467600"/>
              <a:gd name="connsiteY434" fmla="*/ 6169443 h 6858000"/>
              <a:gd name="connsiteX435" fmla="*/ 1074117 w 7467600"/>
              <a:gd name="connsiteY435" fmla="*/ 6170301 h 6858000"/>
              <a:gd name="connsiteX436" fmla="*/ 1083114 w 7467600"/>
              <a:gd name="connsiteY436" fmla="*/ 6174131 h 6858000"/>
              <a:gd name="connsiteX437" fmla="*/ 1543010 w 7467600"/>
              <a:gd name="connsiteY437" fmla="*/ 6191140 h 6858000"/>
              <a:gd name="connsiteX438" fmla="*/ 1551080 w 7467600"/>
              <a:gd name="connsiteY438" fmla="*/ 6195006 h 6858000"/>
              <a:gd name="connsiteX439" fmla="*/ 2345443 w 7467600"/>
              <a:gd name="connsiteY439" fmla="*/ 5549882 h 6858000"/>
              <a:gd name="connsiteX440" fmla="*/ 1721499 w 7467600"/>
              <a:gd name="connsiteY440" fmla="*/ 5599969 h 6858000"/>
              <a:gd name="connsiteX441" fmla="*/ 767716 w 7467600"/>
              <a:gd name="connsiteY441" fmla="*/ 5472768 h 6858000"/>
              <a:gd name="connsiteX442" fmla="*/ 722147 w 7467600"/>
              <a:gd name="connsiteY442" fmla="*/ 5393091 h 6858000"/>
              <a:gd name="connsiteX443" fmla="*/ 1485552 w 7467600"/>
              <a:gd name="connsiteY443" fmla="*/ 5313202 h 6858000"/>
              <a:gd name="connsiteX444" fmla="*/ 2143004 w 7467600"/>
              <a:gd name="connsiteY444" fmla="*/ 5402420 h 6858000"/>
              <a:gd name="connsiteX445" fmla="*/ 1933391 w 7467600"/>
              <a:gd name="connsiteY445" fmla="*/ 5156971 h 6858000"/>
              <a:gd name="connsiteX446" fmla="*/ 1827118 w 7467600"/>
              <a:gd name="connsiteY446" fmla="*/ 4968410 h 6858000"/>
              <a:gd name="connsiteX447" fmla="*/ 1837349 w 7467600"/>
              <a:gd name="connsiteY447" fmla="*/ 4956357 h 6858000"/>
              <a:gd name="connsiteX448" fmla="*/ 2162835 w 7467600"/>
              <a:gd name="connsiteY448" fmla="*/ 5187853 h 6858000"/>
              <a:gd name="connsiteX449" fmla="*/ 2257167 w 7467600"/>
              <a:gd name="connsiteY449" fmla="*/ 5462123 h 6858000"/>
              <a:gd name="connsiteX450" fmla="*/ 2261598 w 7467600"/>
              <a:gd name="connsiteY450" fmla="*/ 5467998 h 6858000"/>
              <a:gd name="connsiteX451" fmla="*/ 2437177 w 7467600"/>
              <a:gd name="connsiteY451" fmla="*/ 5479608 h 6858000"/>
              <a:gd name="connsiteX452" fmla="*/ 2445247 w 7467600"/>
              <a:gd name="connsiteY452" fmla="*/ 5483476 h 6858000"/>
              <a:gd name="connsiteX453" fmla="*/ 2743626 w 7467600"/>
              <a:gd name="connsiteY453" fmla="*/ 5304819 h 6858000"/>
              <a:gd name="connsiteX454" fmla="*/ 3048102 w 7467600"/>
              <a:gd name="connsiteY454" fmla="*/ 5150595 h 6858000"/>
              <a:gd name="connsiteX455" fmla="*/ 1799414 w 7467600"/>
              <a:gd name="connsiteY455" fmla="*/ 4694732 h 6858000"/>
              <a:gd name="connsiteX456" fmla="*/ 1771735 w 7467600"/>
              <a:gd name="connsiteY456" fmla="*/ 4619929 h 6858000"/>
              <a:gd name="connsiteX457" fmla="*/ 3104273 w 7467600"/>
              <a:gd name="connsiteY457" fmla="*/ 5076159 h 6858000"/>
              <a:gd name="connsiteX458" fmla="*/ 3113245 w 7467600"/>
              <a:gd name="connsiteY458" fmla="*/ 5090705 h 6858000"/>
              <a:gd name="connsiteX459" fmla="*/ 3126294 w 7467600"/>
              <a:gd name="connsiteY459" fmla="*/ 5114400 h 6858000"/>
              <a:gd name="connsiteX460" fmla="*/ 3937433 w 7467600"/>
              <a:gd name="connsiteY460" fmla="*/ 4830473 h 6858000"/>
              <a:gd name="connsiteX461" fmla="*/ 3590475 w 7467600"/>
              <a:gd name="connsiteY461" fmla="*/ 4597974 h 6858000"/>
              <a:gd name="connsiteX462" fmla="*/ 3100264 w 7467600"/>
              <a:gd name="connsiteY462" fmla="*/ 4579845 h 6858000"/>
              <a:gd name="connsiteX463" fmla="*/ 2183576 w 7467600"/>
              <a:gd name="connsiteY463" fmla="*/ 4227150 h 6858000"/>
              <a:gd name="connsiteX464" fmla="*/ 2151029 w 7467600"/>
              <a:gd name="connsiteY464" fmla="*/ 4146947 h 6858000"/>
              <a:gd name="connsiteX465" fmla="*/ 3563434 w 7467600"/>
              <a:gd name="connsiteY465" fmla="*/ 4469115 h 6858000"/>
              <a:gd name="connsiteX466" fmla="*/ 3177952 w 7467600"/>
              <a:gd name="connsiteY466" fmla="*/ 3657386 h 6858000"/>
              <a:gd name="connsiteX467" fmla="*/ 3189263 w 7467600"/>
              <a:gd name="connsiteY467" fmla="*/ 3625726 h 6858000"/>
              <a:gd name="connsiteX468" fmla="*/ 3560912 w 7467600"/>
              <a:gd name="connsiteY468" fmla="*/ 4079863 h 6858000"/>
              <a:gd name="connsiteX469" fmla="*/ 3626636 w 7467600"/>
              <a:gd name="connsiteY469" fmla="*/ 4512230 h 6858000"/>
              <a:gd name="connsiteX470" fmla="*/ 3653088 w 7467600"/>
              <a:gd name="connsiteY470" fmla="*/ 4521417 h 6858000"/>
              <a:gd name="connsiteX471" fmla="*/ 3988128 w 7467600"/>
              <a:gd name="connsiteY471" fmla="*/ 4817267 h 6858000"/>
              <a:gd name="connsiteX472" fmla="*/ 4830582 w 7467600"/>
              <a:gd name="connsiteY472" fmla="*/ 4676000 h 6858000"/>
              <a:gd name="connsiteX473" fmla="*/ 4830100 w 7467600"/>
              <a:gd name="connsiteY473" fmla="*/ 4675554 h 6858000"/>
              <a:gd name="connsiteX474" fmla="*/ 4036318 w 7467600"/>
              <a:gd name="connsiteY474" fmla="*/ 4147013 h 6858000"/>
              <a:gd name="connsiteX475" fmla="*/ 3432098 w 7467600"/>
              <a:gd name="connsiteY475" fmla="*/ 3537312 h 6858000"/>
              <a:gd name="connsiteX476" fmla="*/ 3446761 w 7467600"/>
              <a:gd name="connsiteY476" fmla="*/ 3461278 h 6858000"/>
              <a:gd name="connsiteX477" fmla="*/ 4419733 w 7467600"/>
              <a:gd name="connsiteY477" fmla="*/ 3963555 h 6858000"/>
              <a:gd name="connsiteX478" fmla="*/ 4781371 w 7467600"/>
              <a:gd name="connsiteY478" fmla="*/ 4458604 h 6858000"/>
              <a:gd name="connsiteX479" fmla="*/ 4780440 w 7467600"/>
              <a:gd name="connsiteY479" fmla="*/ 4470290 h 6858000"/>
              <a:gd name="connsiteX480" fmla="*/ 4898954 w 7467600"/>
              <a:gd name="connsiteY480" fmla="*/ 4662092 h 6858000"/>
              <a:gd name="connsiteX481" fmla="*/ 4900699 w 7467600"/>
              <a:gd name="connsiteY481" fmla="*/ 4670867 h 6858000"/>
              <a:gd name="connsiteX482" fmla="*/ 5714511 w 7467600"/>
              <a:gd name="connsiteY482" fmla="*/ 4663483 h 6858000"/>
              <a:gd name="connsiteX483" fmla="*/ 5464793 w 7467600"/>
              <a:gd name="connsiteY483" fmla="*/ 4393556 h 6858000"/>
              <a:gd name="connsiteX484" fmla="*/ 5461897 w 7467600"/>
              <a:gd name="connsiteY484" fmla="*/ 4390879 h 6858000"/>
              <a:gd name="connsiteX485" fmla="*/ 4294126 w 7467600"/>
              <a:gd name="connsiteY485" fmla="*/ 3303048 h 6858000"/>
              <a:gd name="connsiteX486" fmla="*/ 4305321 w 7467600"/>
              <a:gd name="connsiteY486" fmla="*/ 3256953 h 6858000"/>
              <a:gd name="connsiteX487" fmla="*/ 4949299 w 7467600"/>
              <a:gd name="connsiteY487" fmla="*/ 3766336 h 6858000"/>
              <a:gd name="connsiteX488" fmla="*/ 5291452 w 7467600"/>
              <a:gd name="connsiteY488" fmla="*/ 4076801 h 6858000"/>
              <a:gd name="connsiteX489" fmla="*/ 5434998 w 7467600"/>
              <a:gd name="connsiteY489" fmla="*/ 4254100 h 6858000"/>
              <a:gd name="connsiteX490" fmla="*/ 5351015 w 7467600"/>
              <a:gd name="connsiteY490" fmla="*/ 3760989 h 6858000"/>
              <a:gd name="connsiteX491" fmla="*/ 5413780 w 7467600"/>
              <a:gd name="connsiteY491" fmla="*/ 2966265 h 6858000"/>
              <a:gd name="connsiteX492" fmla="*/ 5425627 w 7467600"/>
              <a:gd name="connsiteY492" fmla="*/ 2954192 h 6858000"/>
              <a:gd name="connsiteX493" fmla="*/ 6604735 w 7467600"/>
              <a:gd name="connsiteY493" fmla="*/ 2041381 h 6858000"/>
              <a:gd name="connsiteX494" fmla="*/ 7204487 w 7467600"/>
              <a:gd name="connsiteY494" fmla="*/ 2742112 h 6858000"/>
              <a:gd name="connsiteX495" fmla="*/ 7131592 w 7467600"/>
              <a:gd name="connsiteY495" fmla="*/ 2672096 h 6858000"/>
              <a:gd name="connsiteX496" fmla="*/ 6996344 w 7467600"/>
              <a:gd name="connsiteY496" fmla="*/ 2518310 h 6858000"/>
              <a:gd name="connsiteX497" fmla="*/ 6735495 w 7467600"/>
              <a:gd name="connsiteY497" fmla="*/ 2196890 h 6858000"/>
              <a:gd name="connsiteX498" fmla="*/ 6721901 w 7467600"/>
              <a:gd name="connsiteY498" fmla="*/ 2179274 h 6858000"/>
              <a:gd name="connsiteX499" fmla="*/ 6604735 w 7467600"/>
              <a:gd name="connsiteY499" fmla="*/ 2041381 h 6858000"/>
              <a:gd name="connsiteX500" fmla="*/ 6591670 w 7467600"/>
              <a:gd name="connsiteY500" fmla="*/ 1988277 h 6858000"/>
              <a:gd name="connsiteX501" fmla="*/ 6747349 w 7467600"/>
              <a:gd name="connsiteY501" fmla="*/ 2160069 h 6858000"/>
              <a:gd name="connsiteX502" fmla="*/ 6760943 w 7467600"/>
              <a:gd name="connsiteY502" fmla="*/ 2177686 h 6858000"/>
              <a:gd name="connsiteX503" fmla="*/ 7021065 w 7467600"/>
              <a:gd name="connsiteY503" fmla="*/ 2498102 h 6858000"/>
              <a:gd name="connsiteX504" fmla="*/ 7155223 w 7467600"/>
              <a:gd name="connsiteY504" fmla="*/ 2650386 h 6858000"/>
              <a:gd name="connsiteX505" fmla="*/ 7203167 w 7467600"/>
              <a:gd name="connsiteY505" fmla="*/ 2697288 h 6858000"/>
              <a:gd name="connsiteX506" fmla="*/ 6937703 w 7467600"/>
              <a:gd name="connsiteY506" fmla="*/ 2321981 h 6858000"/>
              <a:gd name="connsiteX507" fmla="*/ 6591670 w 7467600"/>
              <a:gd name="connsiteY507" fmla="*/ 1988277 h 6858000"/>
              <a:gd name="connsiteX508" fmla="*/ 5798671 w 7467600"/>
              <a:gd name="connsiteY508" fmla="*/ 1981601 h 6858000"/>
              <a:gd name="connsiteX509" fmla="*/ 5754709 w 7467600"/>
              <a:gd name="connsiteY509" fmla="*/ 2071454 h 6858000"/>
              <a:gd name="connsiteX510" fmla="*/ 5763044 w 7467600"/>
              <a:gd name="connsiteY510" fmla="*/ 2842206 h 6858000"/>
              <a:gd name="connsiteX511" fmla="*/ 5764974 w 7467600"/>
              <a:gd name="connsiteY511" fmla="*/ 2799609 h 6858000"/>
              <a:gd name="connsiteX512" fmla="*/ 5767665 w 7467600"/>
              <a:gd name="connsiteY512" fmla="*/ 2666409 h 6858000"/>
              <a:gd name="connsiteX513" fmla="*/ 5763055 w 7467600"/>
              <a:gd name="connsiteY513" fmla="*/ 2579705 h 6858000"/>
              <a:gd name="connsiteX514" fmla="*/ 5758079 w 7467600"/>
              <a:gd name="connsiteY514" fmla="*/ 2492508 h 6858000"/>
              <a:gd name="connsiteX515" fmla="*/ 5779325 w 7467600"/>
              <a:gd name="connsiteY515" fmla="*/ 2197069 h 6858000"/>
              <a:gd name="connsiteX516" fmla="*/ 5798671 w 7467600"/>
              <a:gd name="connsiteY516" fmla="*/ 1981601 h 6858000"/>
              <a:gd name="connsiteX517" fmla="*/ 5829202 w 7467600"/>
              <a:gd name="connsiteY517" fmla="*/ 1971679 h 6858000"/>
              <a:gd name="connsiteX518" fmla="*/ 5809558 w 7467600"/>
              <a:gd name="connsiteY518" fmla="*/ 2198043 h 6858000"/>
              <a:gd name="connsiteX519" fmla="*/ 5788653 w 7467600"/>
              <a:gd name="connsiteY519" fmla="*/ 2489430 h 6858000"/>
              <a:gd name="connsiteX520" fmla="*/ 5793439 w 7467600"/>
              <a:gd name="connsiteY520" fmla="*/ 2575235 h 6858000"/>
              <a:gd name="connsiteX521" fmla="*/ 5796837 w 7467600"/>
              <a:gd name="connsiteY521" fmla="*/ 2637633 h 6858000"/>
              <a:gd name="connsiteX522" fmla="*/ 5818614 w 7467600"/>
              <a:gd name="connsiteY522" fmla="*/ 2473055 h 6858000"/>
              <a:gd name="connsiteX523" fmla="*/ 5829202 w 7467600"/>
              <a:gd name="connsiteY523" fmla="*/ 1971679 h 6858000"/>
              <a:gd name="connsiteX524" fmla="*/ 5911389 w 7467600"/>
              <a:gd name="connsiteY524" fmla="*/ 1898371 h 6858000"/>
              <a:gd name="connsiteX525" fmla="*/ 6237627 w 7467600"/>
              <a:gd name="connsiteY525" fmla="*/ 2231921 h 6858000"/>
              <a:gd name="connsiteX526" fmla="*/ 5911389 w 7467600"/>
              <a:gd name="connsiteY526" fmla="*/ 1898371 h 6858000"/>
              <a:gd name="connsiteX527" fmla="*/ 6944437 w 7467600"/>
              <a:gd name="connsiteY527" fmla="*/ 1575402 h 6858000"/>
              <a:gd name="connsiteX528" fmla="*/ 6304730 w 7467600"/>
              <a:gd name="connsiteY528" fmla="*/ 1766654 h 6858000"/>
              <a:gd name="connsiteX529" fmla="*/ 6944437 w 7467600"/>
              <a:gd name="connsiteY529" fmla="*/ 1575402 h 6858000"/>
              <a:gd name="connsiteX530" fmla="*/ 7019523 w 7467600"/>
              <a:gd name="connsiteY530" fmla="*/ 1519450 h 6858000"/>
              <a:gd name="connsiteX531" fmla="*/ 6298091 w 7467600"/>
              <a:gd name="connsiteY531" fmla="*/ 1737122 h 6858000"/>
              <a:gd name="connsiteX532" fmla="*/ 7019523 w 7467600"/>
              <a:gd name="connsiteY532" fmla="*/ 1519450 h 6858000"/>
              <a:gd name="connsiteX533" fmla="*/ 2399523 w 7467600"/>
              <a:gd name="connsiteY533" fmla="*/ 1428234 h 6858000"/>
              <a:gd name="connsiteX534" fmla="*/ 2224982 w 7467600"/>
              <a:gd name="connsiteY534" fmla="*/ 1826201 h 6858000"/>
              <a:gd name="connsiteX535" fmla="*/ 2096099 w 7467600"/>
              <a:gd name="connsiteY535" fmla="*/ 2345900 h 6858000"/>
              <a:gd name="connsiteX536" fmla="*/ 2283317 w 7467600"/>
              <a:gd name="connsiteY536" fmla="*/ 1796925 h 6858000"/>
              <a:gd name="connsiteX537" fmla="*/ 2399523 w 7467600"/>
              <a:gd name="connsiteY537" fmla="*/ 1428234 h 6858000"/>
              <a:gd name="connsiteX538" fmla="*/ 2448558 w 7467600"/>
              <a:gd name="connsiteY538" fmla="*/ 1373435 h 6858000"/>
              <a:gd name="connsiteX539" fmla="*/ 2312521 w 7467600"/>
              <a:gd name="connsiteY539" fmla="*/ 1806140 h 6858000"/>
              <a:gd name="connsiteX540" fmla="*/ 2127533 w 7467600"/>
              <a:gd name="connsiteY540" fmla="*/ 2348380 h 6858000"/>
              <a:gd name="connsiteX541" fmla="*/ 2358080 w 7467600"/>
              <a:gd name="connsiteY541" fmla="*/ 1866134 h 6858000"/>
              <a:gd name="connsiteX542" fmla="*/ 2407436 w 7467600"/>
              <a:gd name="connsiteY542" fmla="*/ 1651070 h 6858000"/>
              <a:gd name="connsiteX543" fmla="*/ 2448558 w 7467600"/>
              <a:gd name="connsiteY543" fmla="*/ 1373435 h 6858000"/>
              <a:gd name="connsiteX544" fmla="*/ 278707 w 7467600"/>
              <a:gd name="connsiteY544" fmla="*/ 1352270 h 6858000"/>
              <a:gd name="connsiteX545" fmla="*/ 321570 w 7467600"/>
              <a:gd name="connsiteY545" fmla="*/ 1861610 h 6858000"/>
              <a:gd name="connsiteX546" fmla="*/ 294281 w 7467600"/>
              <a:gd name="connsiteY546" fmla="*/ 1440658 h 6858000"/>
              <a:gd name="connsiteX547" fmla="*/ 278707 w 7467600"/>
              <a:gd name="connsiteY547" fmla="*/ 1352270 h 6858000"/>
              <a:gd name="connsiteX548" fmla="*/ 1423821 w 7467600"/>
              <a:gd name="connsiteY548" fmla="*/ 1351958 h 6858000"/>
              <a:gd name="connsiteX549" fmla="*/ 1638521 w 7467600"/>
              <a:gd name="connsiteY549" fmla="*/ 1908470 h 6858000"/>
              <a:gd name="connsiteX550" fmla="*/ 1754199 w 7467600"/>
              <a:gd name="connsiteY550" fmla="*/ 2149284 h 6858000"/>
              <a:gd name="connsiteX551" fmla="*/ 1908359 w 7467600"/>
              <a:gd name="connsiteY551" fmla="*/ 2364988 h 6858000"/>
              <a:gd name="connsiteX552" fmla="*/ 1647661 w 7467600"/>
              <a:gd name="connsiteY552" fmla="*/ 1825945 h 6858000"/>
              <a:gd name="connsiteX553" fmla="*/ 1423821 w 7467600"/>
              <a:gd name="connsiteY553" fmla="*/ 1351958 h 6858000"/>
              <a:gd name="connsiteX554" fmla="*/ 1431890 w 7467600"/>
              <a:gd name="connsiteY554" fmla="*/ 1306475 h 6858000"/>
              <a:gd name="connsiteX555" fmla="*/ 1507597 w 7467600"/>
              <a:gd name="connsiteY555" fmla="*/ 1446132 h 6858000"/>
              <a:gd name="connsiteX556" fmla="*/ 1674586 w 7467600"/>
              <a:gd name="connsiteY556" fmla="*/ 1813832 h 6858000"/>
              <a:gd name="connsiteX557" fmla="*/ 1815950 w 7467600"/>
              <a:gd name="connsiteY557" fmla="*/ 2128564 h 6858000"/>
              <a:gd name="connsiteX558" fmla="*/ 1984242 w 7467600"/>
              <a:gd name="connsiteY558" fmla="*/ 2430829 h 6858000"/>
              <a:gd name="connsiteX559" fmla="*/ 2014023 w 7467600"/>
              <a:gd name="connsiteY559" fmla="*/ 2450995 h 6858000"/>
              <a:gd name="connsiteX560" fmla="*/ 1747337 w 7467600"/>
              <a:gd name="connsiteY560" fmla="*/ 1855264 h 6858000"/>
              <a:gd name="connsiteX561" fmla="*/ 1533749 w 7467600"/>
              <a:gd name="connsiteY561" fmla="*/ 1478656 h 6858000"/>
              <a:gd name="connsiteX562" fmla="*/ 1431890 w 7467600"/>
              <a:gd name="connsiteY562" fmla="*/ 1306475 h 6858000"/>
              <a:gd name="connsiteX563" fmla="*/ 5052692 w 7467600"/>
              <a:gd name="connsiteY563" fmla="*/ 1292994 h 6858000"/>
              <a:gd name="connsiteX564" fmla="*/ 5200661 w 7467600"/>
              <a:gd name="connsiteY564" fmla="*/ 1635186 h 6858000"/>
              <a:gd name="connsiteX565" fmla="*/ 5297138 w 7467600"/>
              <a:gd name="connsiteY565" fmla="*/ 1906351 h 6858000"/>
              <a:gd name="connsiteX566" fmla="*/ 5052692 w 7467600"/>
              <a:gd name="connsiteY566" fmla="*/ 1292994 h 6858000"/>
              <a:gd name="connsiteX567" fmla="*/ 5009948 w 7467600"/>
              <a:gd name="connsiteY567" fmla="*/ 1273619 h 6858000"/>
              <a:gd name="connsiteX568" fmla="*/ 5121777 w 7467600"/>
              <a:gd name="connsiteY568" fmla="*/ 1654213 h 6858000"/>
              <a:gd name="connsiteX569" fmla="*/ 5293545 w 7467600"/>
              <a:gd name="connsiteY569" fmla="*/ 2072247 h 6858000"/>
              <a:gd name="connsiteX570" fmla="*/ 5294042 w 7467600"/>
              <a:gd name="connsiteY570" fmla="*/ 2065019 h 6858000"/>
              <a:gd name="connsiteX571" fmla="*/ 5171936 w 7467600"/>
              <a:gd name="connsiteY571" fmla="*/ 1647613 h 6858000"/>
              <a:gd name="connsiteX572" fmla="*/ 5009948 w 7467600"/>
              <a:gd name="connsiteY572" fmla="*/ 1273619 h 6858000"/>
              <a:gd name="connsiteX573" fmla="*/ 655236 w 7467600"/>
              <a:gd name="connsiteY573" fmla="*/ 1268632 h 6858000"/>
              <a:gd name="connsiteX574" fmla="*/ 839521 w 7467600"/>
              <a:gd name="connsiteY574" fmla="*/ 1685315 h 6858000"/>
              <a:gd name="connsiteX575" fmla="*/ 1109416 w 7467600"/>
              <a:gd name="connsiteY575" fmla="*/ 2061663 h 6858000"/>
              <a:gd name="connsiteX576" fmla="*/ 1298300 w 7467600"/>
              <a:gd name="connsiteY576" fmla="*/ 2247742 h 6858000"/>
              <a:gd name="connsiteX577" fmla="*/ 1125871 w 7467600"/>
              <a:gd name="connsiteY577" fmla="*/ 1989513 h 6858000"/>
              <a:gd name="connsiteX578" fmla="*/ 981574 w 7467600"/>
              <a:gd name="connsiteY578" fmla="*/ 1783157 h 6858000"/>
              <a:gd name="connsiteX579" fmla="*/ 922198 w 7467600"/>
              <a:gd name="connsiteY579" fmla="*/ 1677437 h 6858000"/>
              <a:gd name="connsiteX580" fmla="*/ 869293 w 7467600"/>
              <a:gd name="connsiteY580" fmla="*/ 1583214 h 6858000"/>
              <a:gd name="connsiteX581" fmla="*/ 751431 w 7467600"/>
              <a:gd name="connsiteY581" fmla="*/ 1405731 h 6858000"/>
              <a:gd name="connsiteX582" fmla="*/ 655236 w 7467600"/>
              <a:gd name="connsiteY582" fmla="*/ 1268632 h 6858000"/>
              <a:gd name="connsiteX583" fmla="*/ 6516292 w 7467600"/>
              <a:gd name="connsiteY583" fmla="*/ 1263064 h 6858000"/>
              <a:gd name="connsiteX584" fmla="*/ 5736320 w 7467600"/>
              <a:gd name="connsiteY584" fmla="*/ 1501803 h 6858000"/>
              <a:gd name="connsiteX585" fmla="*/ 6516292 w 7467600"/>
              <a:gd name="connsiteY585" fmla="*/ 1263064 h 6858000"/>
              <a:gd name="connsiteX586" fmla="*/ 291466 w 7467600"/>
              <a:gd name="connsiteY586" fmla="*/ 1250369 h 6858000"/>
              <a:gd name="connsiteX587" fmla="*/ 323180 w 7467600"/>
              <a:gd name="connsiteY587" fmla="*/ 1435283 h 6858000"/>
              <a:gd name="connsiteX588" fmla="*/ 349381 w 7467600"/>
              <a:gd name="connsiteY588" fmla="*/ 1875041 h 6858000"/>
              <a:gd name="connsiteX589" fmla="*/ 374363 w 7467600"/>
              <a:gd name="connsiteY589" fmla="*/ 1506494 h 6858000"/>
              <a:gd name="connsiteX590" fmla="*/ 302168 w 7467600"/>
              <a:gd name="connsiteY590" fmla="*/ 1274495 h 6858000"/>
              <a:gd name="connsiteX591" fmla="*/ 291466 w 7467600"/>
              <a:gd name="connsiteY591" fmla="*/ 1250369 h 6858000"/>
              <a:gd name="connsiteX592" fmla="*/ 678222 w 7467600"/>
              <a:gd name="connsiteY592" fmla="*/ 1248670 h 6858000"/>
              <a:gd name="connsiteX593" fmla="*/ 775536 w 7467600"/>
              <a:gd name="connsiteY593" fmla="*/ 1388015 h 6858000"/>
              <a:gd name="connsiteX594" fmla="*/ 894529 w 7467600"/>
              <a:gd name="connsiteY594" fmla="*/ 1567739 h 6858000"/>
              <a:gd name="connsiteX595" fmla="*/ 948000 w 7467600"/>
              <a:gd name="connsiteY595" fmla="*/ 1663088 h 6858000"/>
              <a:gd name="connsiteX596" fmla="*/ 1006812 w 7467600"/>
              <a:gd name="connsiteY596" fmla="*/ 1767683 h 6858000"/>
              <a:gd name="connsiteX597" fmla="*/ 1149133 w 7467600"/>
              <a:gd name="connsiteY597" fmla="*/ 1971513 h 6858000"/>
              <a:gd name="connsiteX598" fmla="*/ 1333952 w 7467600"/>
              <a:gd name="connsiteY598" fmla="*/ 2251620 h 6858000"/>
              <a:gd name="connsiteX599" fmla="*/ 1337329 w 7467600"/>
              <a:gd name="connsiteY599" fmla="*/ 2258350 h 6858000"/>
              <a:gd name="connsiteX600" fmla="*/ 1014726 w 7467600"/>
              <a:gd name="connsiteY600" fmla="*/ 1615556 h 6858000"/>
              <a:gd name="connsiteX601" fmla="*/ 678222 w 7467600"/>
              <a:gd name="connsiteY601" fmla="*/ 1248670 h 6858000"/>
              <a:gd name="connsiteX602" fmla="*/ 6691602 w 7467600"/>
              <a:gd name="connsiteY602" fmla="*/ 1140573 h 6858000"/>
              <a:gd name="connsiteX603" fmla="*/ 6571100 w 7467600"/>
              <a:gd name="connsiteY603" fmla="*/ 1183662 h 6858000"/>
              <a:gd name="connsiteX604" fmla="*/ 6241687 w 7467600"/>
              <a:gd name="connsiteY604" fmla="*/ 1257600 h 6858000"/>
              <a:gd name="connsiteX605" fmla="*/ 5693009 w 7467600"/>
              <a:gd name="connsiteY605" fmla="*/ 1478256 h 6858000"/>
              <a:gd name="connsiteX606" fmla="*/ 6548420 w 7467600"/>
              <a:gd name="connsiteY606" fmla="*/ 1214599 h 6858000"/>
              <a:gd name="connsiteX607" fmla="*/ 6605473 w 7467600"/>
              <a:gd name="connsiteY607" fmla="*/ 1184686 h 6858000"/>
              <a:gd name="connsiteX608" fmla="*/ 6691602 w 7467600"/>
              <a:gd name="connsiteY608" fmla="*/ 1140573 h 6858000"/>
              <a:gd name="connsiteX609" fmla="*/ 4002475 w 7467600"/>
              <a:gd name="connsiteY609" fmla="*/ 1037802 h 6858000"/>
              <a:gd name="connsiteX610" fmla="*/ 4000324 w 7467600"/>
              <a:gd name="connsiteY610" fmla="*/ 1039362 h 6858000"/>
              <a:gd name="connsiteX611" fmla="*/ 4002862 w 7467600"/>
              <a:gd name="connsiteY611" fmla="*/ 1042866 h 6858000"/>
              <a:gd name="connsiteX612" fmla="*/ 4002475 w 7467600"/>
              <a:gd name="connsiteY612" fmla="*/ 1037802 h 6858000"/>
              <a:gd name="connsiteX613" fmla="*/ 506322 w 7467600"/>
              <a:gd name="connsiteY613" fmla="*/ 1020997 h 6858000"/>
              <a:gd name="connsiteX614" fmla="*/ 533068 w 7467600"/>
              <a:gd name="connsiteY614" fmla="*/ 1029409 h 6858000"/>
              <a:gd name="connsiteX615" fmla="*/ 1232525 w 7467600"/>
              <a:gd name="connsiteY615" fmla="*/ 1804675 h 6858000"/>
              <a:gd name="connsiteX616" fmla="*/ 1388858 w 7467600"/>
              <a:gd name="connsiteY616" fmla="*/ 2368011 h 6858000"/>
              <a:gd name="connsiteX617" fmla="*/ 1384098 w 7467600"/>
              <a:gd name="connsiteY617" fmla="*/ 2378125 h 6858000"/>
              <a:gd name="connsiteX618" fmla="*/ 1425393 w 7467600"/>
              <a:gd name="connsiteY618" fmla="*/ 2589124 h 6858000"/>
              <a:gd name="connsiteX619" fmla="*/ 1424001 w 7467600"/>
              <a:gd name="connsiteY619" fmla="*/ 2597541 h 6858000"/>
              <a:gd name="connsiteX620" fmla="*/ 2152729 w 7467600"/>
              <a:gd name="connsiteY620" fmla="*/ 2864487 h 6858000"/>
              <a:gd name="connsiteX621" fmla="*/ 2020609 w 7467600"/>
              <a:gd name="connsiteY621" fmla="*/ 2539671 h 6858000"/>
              <a:gd name="connsiteX622" fmla="*/ 2018920 w 7467600"/>
              <a:gd name="connsiteY622" fmla="*/ 2536309 h 6858000"/>
              <a:gd name="connsiteX623" fmla="*/ 1342441 w 7467600"/>
              <a:gd name="connsiteY623" fmla="*/ 1173017 h 6858000"/>
              <a:gd name="connsiteX624" fmla="*/ 1367925 w 7467600"/>
              <a:gd name="connsiteY624" fmla="*/ 1135648 h 6858000"/>
              <a:gd name="connsiteX625" fmla="*/ 1771401 w 7467600"/>
              <a:gd name="connsiteY625" fmla="*/ 1806673 h 6858000"/>
              <a:gd name="connsiteX626" fmla="*/ 1972385 w 7467600"/>
              <a:gd name="connsiteY626" fmla="*/ 2198735 h 6858000"/>
              <a:gd name="connsiteX627" fmla="*/ 2040892 w 7467600"/>
              <a:gd name="connsiteY627" fmla="*/ 2405205 h 6858000"/>
              <a:gd name="connsiteX628" fmla="*/ 2131689 w 7467600"/>
              <a:gd name="connsiteY628" fmla="*/ 1936926 h 6858000"/>
              <a:gd name="connsiteX629" fmla="*/ 2454820 w 7467600"/>
              <a:gd name="connsiteY629" fmla="*/ 1248808 h 6858000"/>
              <a:gd name="connsiteX630" fmla="*/ 2492512 w 7467600"/>
              <a:gd name="connsiteY630" fmla="*/ 1302920 h 6858000"/>
              <a:gd name="connsiteX631" fmla="*/ 2081216 w 7467600"/>
              <a:gd name="connsiteY631" fmla="*/ 2527513 h 6858000"/>
              <a:gd name="connsiteX632" fmla="*/ 2081211 w 7467600"/>
              <a:gd name="connsiteY632" fmla="*/ 2528916 h 6858000"/>
              <a:gd name="connsiteX633" fmla="*/ 2199067 w 7467600"/>
              <a:gd name="connsiteY633" fmla="*/ 2884061 h 6858000"/>
              <a:gd name="connsiteX634" fmla="*/ 3192586 w 7467600"/>
              <a:gd name="connsiteY634" fmla="*/ 3411496 h 6858000"/>
              <a:gd name="connsiteX635" fmla="*/ 3182620 w 7467600"/>
              <a:gd name="connsiteY635" fmla="*/ 3483279 h 6858000"/>
              <a:gd name="connsiteX636" fmla="*/ 2435119 w 7467600"/>
              <a:gd name="connsiteY636" fmla="*/ 3080173 h 6858000"/>
              <a:gd name="connsiteX637" fmla="*/ 2410152 w 7467600"/>
              <a:gd name="connsiteY637" fmla="*/ 3063751 h 6858000"/>
              <a:gd name="connsiteX638" fmla="*/ 2408099 w 7467600"/>
              <a:gd name="connsiteY638" fmla="*/ 3064403 h 6858000"/>
              <a:gd name="connsiteX639" fmla="*/ 2407218 w 7467600"/>
              <a:gd name="connsiteY639" fmla="*/ 3070324 h 6858000"/>
              <a:gd name="connsiteX640" fmla="*/ 2380138 w 7467600"/>
              <a:gd name="connsiteY640" fmla="*/ 3099341 h 6858000"/>
              <a:gd name="connsiteX641" fmla="*/ 1765923 w 7467600"/>
              <a:gd name="connsiteY641" fmla="*/ 3581043 h 6858000"/>
              <a:gd name="connsiteX642" fmla="*/ 1702258 w 7467600"/>
              <a:gd name="connsiteY642" fmla="*/ 3612286 h 6858000"/>
              <a:gd name="connsiteX643" fmla="*/ 1538370 w 7467600"/>
              <a:gd name="connsiteY643" fmla="*/ 3811804 h 6858000"/>
              <a:gd name="connsiteX644" fmla="*/ 542867 w 7467600"/>
              <a:gd name="connsiteY644" fmla="*/ 4944092 h 6858000"/>
              <a:gd name="connsiteX645" fmla="*/ 515800 w 7467600"/>
              <a:gd name="connsiteY645" fmla="*/ 4862180 h 6858000"/>
              <a:gd name="connsiteX646" fmla="*/ 909145 w 7467600"/>
              <a:gd name="connsiteY646" fmla="*/ 4199225 h 6858000"/>
              <a:gd name="connsiteX647" fmla="*/ 1214067 w 7467600"/>
              <a:gd name="connsiteY647" fmla="*/ 3908561 h 6858000"/>
              <a:gd name="connsiteX648" fmla="*/ 640967 w 7467600"/>
              <a:gd name="connsiteY648" fmla="*/ 4105601 h 6858000"/>
              <a:gd name="connsiteX649" fmla="*/ 112563 w 7467600"/>
              <a:gd name="connsiteY649" fmla="*/ 4396952 h 6858000"/>
              <a:gd name="connsiteX650" fmla="*/ 0 w 7467600"/>
              <a:gd name="connsiteY650" fmla="*/ 4466006 h 6858000"/>
              <a:gd name="connsiteX651" fmla="*/ 0 w 7467600"/>
              <a:gd name="connsiteY651" fmla="*/ 4233763 h 6858000"/>
              <a:gd name="connsiteX652" fmla="*/ 36881 w 7467600"/>
              <a:gd name="connsiteY652" fmla="*/ 4200118 h 6858000"/>
              <a:gd name="connsiteX653" fmla="*/ 910534 w 7467600"/>
              <a:gd name="connsiteY653" fmla="*/ 3629753 h 6858000"/>
              <a:gd name="connsiteX654" fmla="*/ 1578717 w 7467600"/>
              <a:gd name="connsiteY654" fmla="*/ 3575982 h 6858000"/>
              <a:gd name="connsiteX655" fmla="*/ 2338780 w 7467600"/>
              <a:gd name="connsiteY655" fmla="*/ 3033725 h 6858000"/>
              <a:gd name="connsiteX656" fmla="*/ 1807991 w 7467600"/>
              <a:gd name="connsiteY656" fmla="*/ 2807184 h 6858000"/>
              <a:gd name="connsiteX657" fmla="*/ 1416358 w 7467600"/>
              <a:gd name="connsiteY657" fmla="*/ 3112571 h 6858000"/>
              <a:gd name="connsiteX658" fmla="*/ 939066 w 7467600"/>
              <a:gd name="connsiteY658" fmla="*/ 3378798 h 6858000"/>
              <a:gd name="connsiteX659" fmla="*/ 115099 w 7467600"/>
              <a:gd name="connsiteY659" fmla="*/ 3607650 h 6858000"/>
              <a:gd name="connsiteX660" fmla="*/ 97284 w 7467600"/>
              <a:gd name="connsiteY660" fmla="*/ 3520393 h 6858000"/>
              <a:gd name="connsiteX661" fmla="*/ 922050 w 7467600"/>
              <a:gd name="connsiteY661" fmla="*/ 3074867 h 6858000"/>
              <a:gd name="connsiteX662" fmla="*/ 1405265 w 7467600"/>
              <a:gd name="connsiteY662" fmla="*/ 3016319 h 6858000"/>
              <a:gd name="connsiteX663" fmla="*/ 1407512 w 7467600"/>
              <a:gd name="connsiteY663" fmla="*/ 3018001 h 6858000"/>
              <a:gd name="connsiteX664" fmla="*/ 1726266 w 7467600"/>
              <a:gd name="connsiteY664" fmla="*/ 2777274 h 6858000"/>
              <a:gd name="connsiteX665" fmla="*/ 625390 w 7467600"/>
              <a:gd name="connsiteY665" fmla="*/ 2514541 h 6858000"/>
              <a:gd name="connsiteX666" fmla="*/ 619799 w 7467600"/>
              <a:gd name="connsiteY666" fmla="*/ 2527180 h 6858000"/>
              <a:gd name="connsiteX667" fmla="*/ 310030 w 7467600"/>
              <a:gd name="connsiteY667" fmla="*/ 2771818 h 6858000"/>
              <a:gd name="connsiteX668" fmla="*/ 173877 w 7467600"/>
              <a:gd name="connsiteY668" fmla="*/ 2937056 h 6858000"/>
              <a:gd name="connsiteX669" fmla="*/ 77889 w 7467600"/>
              <a:gd name="connsiteY669" fmla="*/ 3138440 h 6858000"/>
              <a:gd name="connsiteX670" fmla="*/ 0 w 7467600"/>
              <a:gd name="connsiteY670" fmla="*/ 3271395 h 6858000"/>
              <a:gd name="connsiteX671" fmla="*/ 0 w 7467600"/>
              <a:gd name="connsiteY671" fmla="*/ 3153002 h 6858000"/>
              <a:gd name="connsiteX672" fmla="*/ 2386 w 7467600"/>
              <a:gd name="connsiteY672" fmla="*/ 3149203 h 6858000"/>
              <a:gd name="connsiteX673" fmla="*/ 89753 w 7467600"/>
              <a:gd name="connsiteY673" fmla="*/ 2987702 h 6858000"/>
              <a:gd name="connsiteX674" fmla="*/ 76869 w 7467600"/>
              <a:gd name="connsiteY674" fmla="*/ 3005404 h 6858000"/>
              <a:gd name="connsiteX675" fmla="*/ 32049 w 7467600"/>
              <a:gd name="connsiteY675" fmla="*/ 3065814 h 6858000"/>
              <a:gd name="connsiteX676" fmla="*/ 0 w 7467600"/>
              <a:gd name="connsiteY676" fmla="*/ 3108744 h 6858000"/>
              <a:gd name="connsiteX677" fmla="*/ 0 w 7467600"/>
              <a:gd name="connsiteY677" fmla="*/ 3058059 h 6858000"/>
              <a:gd name="connsiteX678" fmla="*/ 7610 w 7467600"/>
              <a:gd name="connsiteY678" fmla="*/ 3047889 h 6858000"/>
              <a:gd name="connsiteX679" fmla="*/ 52419 w 7467600"/>
              <a:gd name="connsiteY679" fmla="*/ 2987479 h 6858000"/>
              <a:gd name="connsiteX680" fmla="*/ 59142 w 7467600"/>
              <a:gd name="connsiteY680" fmla="*/ 2978488 h 6858000"/>
              <a:gd name="connsiteX681" fmla="*/ 0 w 7467600"/>
              <a:gd name="connsiteY681" fmla="*/ 3015334 h 6858000"/>
              <a:gd name="connsiteX682" fmla="*/ 0 w 7467600"/>
              <a:gd name="connsiteY682" fmla="*/ 2914286 h 6858000"/>
              <a:gd name="connsiteX683" fmla="*/ 36383 w 7467600"/>
              <a:gd name="connsiteY683" fmla="*/ 2901128 h 6858000"/>
              <a:gd name="connsiteX684" fmla="*/ 156329 w 7467600"/>
              <a:gd name="connsiteY684" fmla="*/ 2840533 h 6858000"/>
              <a:gd name="connsiteX685" fmla="*/ 358355 w 7467600"/>
              <a:gd name="connsiteY685" fmla="*/ 2620471 h 6858000"/>
              <a:gd name="connsiteX686" fmla="*/ 510577 w 7467600"/>
              <a:gd name="connsiteY686" fmla="*/ 2501244 h 6858000"/>
              <a:gd name="connsiteX687" fmla="*/ 211967 w 7467600"/>
              <a:gd name="connsiteY687" fmla="*/ 2479171 h 6858000"/>
              <a:gd name="connsiteX688" fmla="*/ 0 w 7467600"/>
              <a:gd name="connsiteY688" fmla="*/ 2476398 h 6858000"/>
              <a:gd name="connsiteX689" fmla="*/ 0 w 7467600"/>
              <a:gd name="connsiteY689" fmla="*/ 2389189 h 6858000"/>
              <a:gd name="connsiteX690" fmla="*/ 103062 w 7467600"/>
              <a:gd name="connsiteY690" fmla="*/ 2389518 h 6858000"/>
              <a:gd name="connsiteX691" fmla="*/ 510734 w 7467600"/>
              <a:gd name="connsiteY691" fmla="*/ 2416201 h 6858000"/>
              <a:gd name="connsiteX692" fmla="*/ 279257 w 7467600"/>
              <a:gd name="connsiteY692" fmla="*/ 2092102 h 6858000"/>
              <a:gd name="connsiteX693" fmla="*/ 65265 w 7467600"/>
              <a:gd name="connsiteY693" fmla="*/ 2006049 h 6858000"/>
              <a:gd name="connsiteX694" fmla="*/ 0 w 7467600"/>
              <a:gd name="connsiteY694" fmla="*/ 1982532 h 6858000"/>
              <a:gd name="connsiteX695" fmla="*/ 0 w 7467600"/>
              <a:gd name="connsiteY695" fmla="*/ 1912789 h 6858000"/>
              <a:gd name="connsiteX696" fmla="*/ 97460 w 7467600"/>
              <a:gd name="connsiteY696" fmla="*/ 1953725 h 6858000"/>
              <a:gd name="connsiteX697" fmla="*/ 221272 w 7467600"/>
              <a:gd name="connsiteY697" fmla="*/ 1980766 h 6858000"/>
              <a:gd name="connsiteX698" fmla="*/ 116765 w 7467600"/>
              <a:gd name="connsiteY698" fmla="*/ 1911033 h 6858000"/>
              <a:gd name="connsiteX699" fmla="*/ 16405 w 7467600"/>
              <a:gd name="connsiteY699" fmla="*/ 1803412 h 6858000"/>
              <a:gd name="connsiteX700" fmla="*/ 0 w 7467600"/>
              <a:gd name="connsiteY700" fmla="*/ 1784777 h 6858000"/>
              <a:gd name="connsiteX701" fmla="*/ 0 w 7467600"/>
              <a:gd name="connsiteY701" fmla="*/ 1740082 h 6858000"/>
              <a:gd name="connsiteX702" fmla="*/ 39394 w 7467600"/>
              <a:gd name="connsiteY702" fmla="*/ 1784856 h 6858000"/>
              <a:gd name="connsiteX703" fmla="*/ 135813 w 7467600"/>
              <a:gd name="connsiteY703" fmla="*/ 1888838 h 6858000"/>
              <a:gd name="connsiteX704" fmla="*/ 242575 w 7467600"/>
              <a:gd name="connsiteY704" fmla="*/ 1958841 h 6858000"/>
              <a:gd name="connsiteX705" fmla="*/ 82197 w 7467600"/>
              <a:gd name="connsiteY705" fmla="*/ 1754826 h 6858000"/>
              <a:gd name="connsiteX706" fmla="*/ 0 w 7467600"/>
              <a:gd name="connsiteY706" fmla="*/ 1679650 h 6858000"/>
              <a:gd name="connsiteX707" fmla="*/ 0 w 7467600"/>
              <a:gd name="connsiteY707" fmla="*/ 1602463 h 6858000"/>
              <a:gd name="connsiteX708" fmla="*/ 84689 w 7467600"/>
              <a:gd name="connsiteY708" fmla="*/ 1677442 h 6858000"/>
              <a:gd name="connsiteX709" fmla="*/ 298437 w 7467600"/>
              <a:gd name="connsiteY709" fmla="*/ 1968019 h 6858000"/>
              <a:gd name="connsiteX710" fmla="*/ 227269 w 7467600"/>
              <a:gd name="connsiteY710" fmla="*/ 1114064 h 6858000"/>
              <a:gd name="connsiteX711" fmla="*/ 248003 w 7467600"/>
              <a:gd name="connsiteY711" fmla="*/ 1089613 h 6858000"/>
              <a:gd name="connsiteX712" fmla="*/ 427020 w 7467600"/>
              <a:gd name="connsiteY712" fmla="*/ 1619803 h 6858000"/>
              <a:gd name="connsiteX713" fmla="*/ 340345 w 7467600"/>
              <a:gd name="connsiteY713" fmla="*/ 2027739 h 6858000"/>
              <a:gd name="connsiteX714" fmla="*/ 360865 w 7467600"/>
              <a:gd name="connsiteY714" fmla="*/ 2044827 h 6858000"/>
              <a:gd name="connsiteX715" fmla="*/ 560414 w 7467600"/>
              <a:gd name="connsiteY715" fmla="*/ 2421457 h 6858000"/>
              <a:gd name="connsiteX716" fmla="*/ 1359703 w 7467600"/>
              <a:gd name="connsiteY716" fmla="*/ 2578554 h 6858000"/>
              <a:gd name="connsiteX717" fmla="*/ 1359422 w 7467600"/>
              <a:gd name="connsiteY717" fmla="*/ 2577994 h 6858000"/>
              <a:gd name="connsiteX718" fmla="*/ 828701 w 7467600"/>
              <a:gd name="connsiteY718" fmla="*/ 1839520 h 6858000"/>
              <a:gd name="connsiteX719" fmla="*/ 494427 w 7467600"/>
              <a:gd name="connsiteY719" fmla="*/ 1092333 h 6858000"/>
              <a:gd name="connsiteX720" fmla="*/ 506322 w 7467600"/>
              <a:gd name="connsiteY720" fmla="*/ 1020997 h 6858000"/>
              <a:gd name="connsiteX721" fmla="*/ 4570198 w 7467600"/>
              <a:gd name="connsiteY721" fmla="*/ 978081 h 6858000"/>
              <a:gd name="connsiteX722" fmla="*/ 4523691 w 7467600"/>
              <a:gd name="connsiteY722" fmla="*/ 1127776 h 6858000"/>
              <a:gd name="connsiteX723" fmla="*/ 4509875 w 7467600"/>
              <a:gd name="connsiteY723" fmla="*/ 1167552 h 6858000"/>
              <a:gd name="connsiteX724" fmla="*/ 4478168 w 7467600"/>
              <a:gd name="connsiteY724" fmla="*/ 1260735 h 6858000"/>
              <a:gd name="connsiteX725" fmla="*/ 4409309 w 7467600"/>
              <a:gd name="connsiteY725" fmla="*/ 1666996 h 6858000"/>
              <a:gd name="connsiteX726" fmla="*/ 4370031 w 7467600"/>
              <a:gd name="connsiteY726" fmla="*/ 1955666 h 6858000"/>
              <a:gd name="connsiteX727" fmla="*/ 4570198 w 7467600"/>
              <a:gd name="connsiteY727" fmla="*/ 978081 h 6858000"/>
              <a:gd name="connsiteX728" fmla="*/ 4557898 w 7467600"/>
              <a:gd name="connsiteY728" fmla="*/ 900011 h 6858000"/>
              <a:gd name="connsiteX729" fmla="*/ 4344840 w 7467600"/>
              <a:gd name="connsiteY729" fmla="*/ 1922038 h 6858000"/>
              <a:gd name="connsiteX730" fmla="*/ 4378710 w 7467600"/>
              <a:gd name="connsiteY730" fmla="*/ 1665516 h 6858000"/>
              <a:gd name="connsiteX731" fmla="*/ 4448798 w 7467600"/>
              <a:gd name="connsiteY731" fmla="*/ 1253024 h 6858000"/>
              <a:gd name="connsiteX732" fmla="*/ 4480315 w 7467600"/>
              <a:gd name="connsiteY732" fmla="*/ 1158454 h 6858000"/>
              <a:gd name="connsiteX733" fmla="*/ 4494133 w 7467600"/>
              <a:gd name="connsiteY733" fmla="*/ 1118676 h 6858000"/>
              <a:gd name="connsiteX734" fmla="*/ 4557898 w 7467600"/>
              <a:gd name="connsiteY734" fmla="*/ 900011 h 6858000"/>
              <a:gd name="connsiteX735" fmla="*/ 5870151 w 7467600"/>
              <a:gd name="connsiteY735" fmla="*/ 898890 h 6858000"/>
              <a:gd name="connsiteX736" fmla="*/ 5861335 w 7467600"/>
              <a:gd name="connsiteY736" fmla="*/ 899177 h 6858000"/>
              <a:gd name="connsiteX737" fmla="*/ 5843702 w 7467600"/>
              <a:gd name="connsiteY737" fmla="*/ 899748 h 6858000"/>
              <a:gd name="connsiteX738" fmla="*/ 5651107 w 7467600"/>
              <a:gd name="connsiteY738" fmla="*/ 920306 h 6858000"/>
              <a:gd name="connsiteX739" fmla="*/ 5459407 w 7467600"/>
              <a:gd name="connsiteY739" fmla="*/ 940975 h 6858000"/>
              <a:gd name="connsiteX740" fmla="*/ 5374846 w 7467600"/>
              <a:gd name="connsiteY740" fmla="*/ 941988 h 6858000"/>
              <a:gd name="connsiteX741" fmla="*/ 5256105 w 7467600"/>
              <a:gd name="connsiteY741" fmla="*/ 945632 h 6858000"/>
              <a:gd name="connsiteX742" fmla="*/ 5107071 w 7467600"/>
              <a:gd name="connsiteY742" fmla="*/ 969720 h 6858000"/>
              <a:gd name="connsiteX743" fmla="*/ 4998681 w 7467600"/>
              <a:gd name="connsiteY743" fmla="*/ 988771 h 6858000"/>
              <a:gd name="connsiteX744" fmla="*/ 5870151 w 7467600"/>
              <a:gd name="connsiteY744" fmla="*/ 898890 h 6858000"/>
              <a:gd name="connsiteX745" fmla="*/ 5504425 w 7467600"/>
              <a:gd name="connsiteY745" fmla="*/ 848067 h 6858000"/>
              <a:gd name="connsiteX746" fmla="*/ 4968849 w 7467600"/>
              <a:gd name="connsiteY746" fmla="*/ 962318 h 6858000"/>
              <a:gd name="connsiteX747" fmla="*/ 5104039 w 7467600"/>
              <a:gd name="connsiteY747" fmla="*/ 940634 h 6858000"/>
              <a:gd name="connsiteX748" fmla="*/ 5256311 w 7467600"/>
              <a:gd name="connsiteY748" fmla="*/ 916490 h 6858000"/>
              <a:gd name="connsiteX749" fmla="*/ 5377381 w 7467600"/>
              <a:gd name="connsiteY749" fmla="*/ 912671 h 6858000"/>
              <a:gd name="connsiteX750" fmla="*/ 5460148 w 7467600"/>
              <a:gd name="connsiteY750" fmla="*/ 911442 h 6858000"/>
              <a:gd name="connsiteX751" fmla="*/ 5648971 w 7467600"/>
              <a:gd name="connsiteY751" fmla="*/ 891331 h 6858000"/>
              <a:gd name="connsiteX752" fmla="*/ 5844807 w 7467600"/>
              <a:gd name="connsiteY752" fmla="*/ 870718 h 6858000"/>
              <a:gd name="connsiteX753" fmla="*/ 5862975 w 7467600"/>
              <a:gd name="connsiteY753" fmla="*/ 869756 h 6858000"/>
              <a:gd name="connsiteX754" fmla="*/ 5920887 w 7467600"/>
              <a:gd name="connsiteY754" fmla="*/ 865929 h 6858000"/>
              <a:gd name="connsiteX755" fmla="*/ 5504425 w 7467600"/>
              <a:gd name="connsiteY755" fmla="*/ 848067 h 6858000"/>
              <a:gd name="connsiteX756" fmla="*/ 3607114 w 7467600"/>
              <a:gd name="connsiteY756" fmla="*/ 467441 h 6858000"/>
              <a:gd name="connsiteX757" fmla="*/ 3296242 w 7467600"/>
              <a:gd name="connsiteY757" fmla="*/ 807991 h 6858000"/>
              <a:gd name="connsiteX758" fmla="*/ 3174674 w 7467600"/>
              <a:gd name="connsiteY758" fmla="*/ 919759 h 6858000"/>
              <a:gd name="connsiteX759" fmla="*/ 3042978 w 7467600"/>
              <a:gd name="connsiteY759" fmla="*/ 1054894 h 6858000"/>
              <a:gd name="connsiteX760" fmla="*/ 2968914 w 7467600"/>
              <a:gd name="connsiteY760" fmla="*/ 1133756 h 6858000"/>
              <a:gd name="connsiteX761" fmla="*/ 3103823 w 7467600"/>
              <a:gd name="connsiteY761" fmla="*/ 1026814 h 6858000"/>
              <a:gd name="connsiteX762" fmla="*/ 3607114 w 7467600"/>
              <a:gd name="connsiteY762" fmla="*/ 467441 h 6858000"/>
              <a:gd name="connsiteX763" fmla="*/ 3744487 w 7467600"/>
              <a:gd name="connsiteY763" fmla="*/ 383136 h 6858000"/>
              <a:gd name="connsiteX764" fmla="*/ 3970213 w 7467600"/>
              <a:gd name="connsiteY764" fmla="*/ 995559 h 6858000"/>
              <a:gd name="connsiteX765" fmla="*/ 3744487 w 7467600"/>
              <a:gd name="connsiteY765" fmla="*/ 383136 h 6858000"/>
              <a:gd name="connsiteX766" fmla="*/ 3624562 w 7467600"/>
              <a:gd name="connsiteY766" fmla="*/ 367041 h 6858000"/>
              <a:gd name="connsiteX767" fmla="*/ 3489712 w 7467600"/>
              <a:gd name="connsiteY767" fmla="*/ 485386 h 6858000"/>
              <a:gd name="connsiteX768" fmla="*/ 3182994 w 7467600"/>
              <a:gd name="connsiteY768" fmla="*/ 828265 h 6858000"/>
              <a:gd name="connsiteX769" fmla="*/ 2892114 w 7467600"/>
              <a:gd name="connsiteY769" fmla="*/ 1172635 h 6858000"/>
              <a:gd name="connsiteX770" fmla="*/ 3021459 w 7467600"/>
              <a:gd name="connsiteY770" fmla="*/ 1035385 h 6858000"/>
              <a:gd name="connsiteX771" fmla="*/ 3153873 w 7467600"/>
              <a:gd name="connsiteY771" fmla="*/ 898971 h 6858000"/>
              <a:gd name="connsiteX772" fmla="*/ 3276511 w 7467600"/>
              <a:gd name="connsiteY772" fmla="*/ 786423 h 6858000"/>
              <a:gd name="connsiteX773" fmla="*/ 3584154 w 7467600"/>
              <a:gd name="connsiteY773" fmla="*/ 448218 h 6858000"/>
              <a:gd name="connsiteX774" fmla="*/ 3624562 w 7467600"/>
              <a:gd name="connsiteY774" fmla="*/ 367041 h 6858000"/>
              <a:gd name="connsiteX775" fmla="*/ 3766672 w 7467600"/>
              <a:gd name="connsiteY775" fmla="*/ 359429 h 6858000"/>
              <a:gd name="connsiteX776" fmla="*/ 3996338 w 7467600"/>
              <a:gd name="connsiteY776" fmla="*/ 968237 h 6858000"/>
              <a:gd name="connsiteX777" fmla="*/ 3766672 w 7467600"/>
              <a:gd name="connsiteY777" fmla="*/ 359429 h 6858000"/>
              <a:gd name="connsiteX778" fmla="*/ 5805386 w 7467600"/>
              <a:gd name="connsiteY778" fmla="*/ 239240 h 6858000"/>
              <a:gd name="connsiteX779" fmla="*/ 5736947 w 7467600"/>
              <a:gd name="connsiteY779" fmla="*/ 261367 h 6858000"/>
              <a:gd name="connsiteX780" fmla="*/ 5427012 w 7467600"/>
              <a:gd name="connsiteY780" fmla="*/ 311272 h 6858000"/>
              <a:gd name="connsiteX781" fmla="*/ 5147818 w 7467600"/>
              <a:gd name="connsiteY781" fmla="*/ 322112 h 6858000"/>
              <a:gd name="connsiteX782" fmla="*/ 5060854 w 7467600"/>
              <a:gd name="connsiteY782" fmla="*/ 311882 h 6858000"/>
              <a:gd name="connsiteX783" fmla="*/ 4945989 w 7467600"/>
              <a:gd name="connsiteY783" fmla="*/ 300516 h 6858000"/>
              <a:gd name="connsiteX784" fmla="*/ 5410479 w 7467600"/>
              <a:gd name="connsiteY784" fmla="*/ 348434 h 6858000"/>
              <a:gd name="connsiteX785" fmla="*/ 5805386 w 7467600"/>
              <a:gd name="connsiteY785" fmla="*/ 239240 h 6858000"/>
              <a:gd name="connsiteX786" fmla="*/ 5905192 w 7467600"/>
              <a:gd name="connsiteY786" fmla="*/ 163079 h 6858000"/>
              <a:gd name="connsiteX787" fmla="*/ 5865655 w 7467600"/>
              <a:gd name="connsiteY787" fmla="*/ 171901 h 6858000"/>
              <a:gd name="connsiteX788" fmla="*/ 5259740 w 7467600"/>
              <a:gd name="connsiteY788" fmla="*/ 257013 h 6858000"/>
              <a:gd name="connsiteX789" fmla="*/ 5208466 w 7467600"/>
              <a:gd name="connsiteY789" fmla="*/ 257550 h 6858000"/>
              <a:gd name="connsiteX790" fmla="*/ 4980204 w 7467600"/>
              <a:gd name="connsiteY790" fmla="*/ 271903 h 6858000"/>
              <a:gd name="connsiteX791" fmla="*/ 5068068 w 7467600"/>
              <a:gd name="connsiteY791" fmla="*/ 282244 h 6858000"/>
              <a:gd name="connsiteX792" fmla="*/ 5153231 w 7467600"/>
              <a:gd name="connsiteY792" fmla="*/ 292240 h 6858000"/>
              <a:gd name="connsiteX793" fmla="*/ 5426491 w 7467600"/>
              <a:gd name="connsiteY793" fmla="*/ 281128 h 6858000"/>
              <a:gd name="connsiteX794" fmla="*/ 5731212 w 7467600"/>
              <a:gd name="connsiteY794" fmla="*/ 231951 h 6858000"/>
              <a:gd name="connsiteX795" fmla="*/ 5905192 w 7467600"/>
              <a:gd name="connsiteY795" fmla="*/ 163079 h 6858000"/>
              <a:gd name="connsiteX796" fmla="*/ 5944437 w 7467600"/>
              <a:gd name="connsiteY796" fmla="*/ 113829 h 6858000"/>
              <a:gd name="connsiteX797" fmla="*/ 5825032 w 7467600"/>
              <a:gd name="connsiteY797" fmla="*/ 146405 h 6858000"/>
              <a:gd name="connsiteX798" fmla="*/ 4955599 w 7467600"/>
              <a:gd name="connsiteY798" fmla="*/ 247008 h 6858000"/>
              <a:gd name="connsiteX799" fmla="*/ 5210104 w 7467600"/>
              <a:gd name="connsiteY799" fmla="*/ 228123 h 6858000"/>
              <a:gd name="connsiteX800" fmla="*/ 5261015 w 7467600"/>
              <a:gd name="connsiteY800" fmla="*/ 227087 h 6858000"/>
              <a:gd name="connsiteX801" fmla="*/ 5861181 w 7467600"/>
              <a:gd name="connsiteY801" fmla="*/ 143093 h 6858000"/>
              <a:gd name="connsiteX802" fmla="*/ 5961252 w 7467600"/>
              <a:gd name="connsiteY802" fmla="*/ 114820 h 6858000"/>
              <a:gd name="connsiteX803" fmla="*/ 5944437 w 7467600"/>
              <a:gd name="connsiteY803" fmla="*/ 113829 h 6858000"/>
              <a:gd name="connsiteX804" fmla="*/ 3882765 w 7467600"/>
              <a:gd name="connsiteY804" fmla="*/ 0 h 6858000"/>
              <a:gd name="connsiteX805" fmla="*/ 3995099 w 7467600"/>
              <a:gd name="connsiteY805" fmla="*/ 0 h 6858000"/>
              <a:gd name="connsiteX806" fmla="*/ 4163818 w 7467600"/>
              <a:gd name="connsiteY806" fmla="*/ 234104 h 6858000"/>
              <a:gd name="connsiteX807" fmla="*/ 4172099 w 7467600"/>
              <a:gd name="connsiteY807" fmla="*/ 234207 h 6858000"/>
              <a:gd name="connsiteX808" fmla="*/ 4784282 w 7467600"/>
              <a:gd name="connsiteY808" fmla="*/ 276561 h 6858000"/>
              <a:gd name="connsiteX809" fmla="*/ 4801687 w 7467600"/>
              <a:gd name="connsiteY809" fmla="*/ 267764 h 6858000"/>
              <a:gd name="connsiteX810" fmla="*/ 6082788 w 7467600"/>
              <a:gd name="connsiteY810" fmla="*/ 64119 h 6858000"/>
              <a:gd name="connsiteX811" fmla="*/ 6099442 w 7467600"/>
              <a:gd name="connsiteY811" fmla="*/ 82568 h 6858000"/>
              <a:gd name="connsiteX812" fmla="*/ 4804137 w 7467600"/>
              <a:gd name="connsiteY812" fmla="*/ 320931 h 6858000"/>
              <a:gd name="connsiteX813" fmla="*/ 4227047 w 7467600"/>
              <a:gd name="connsiteY813" fmla="*/ 313415 h 6858000"/>
              <a:gd name="connsiteX814" fmla="*/ 4346041 w 7467600"/>
              <a:gd name="connsiteY814" fmla="*/ 456086 h 6858000"/>
              <a:gd name="connsiteX815" fmla="*/ 4870967 w 7467600"/>
              <a:gd name="connsiteY815" fmla="*/ 963061 h 6858000"/>
              <a:gd name="connsiteX816" fmla="*/ 4889647 w 7467600"/>
              <a:gd name="connsiteY816" fmla="*/ 957147 h 6858000"/>
              <a:gd name="connsiteX817" fmla="*/ 5422504 w 7467600"/>
              <a:gd name="connsiteY817" fmla="*/ 805191 h 6858000"/>
              <a:gd name="connsiteX818" fmla="*/ 6087656 w 7467600"/>
              <a:gd name="connsiteY818" fmla="*/ 826703 h 6858000"/>
              <a:gd name="connsiteX819" fmla="*/ 6058717 w 7467600"/>
              <a:gd name="connsiteY819" fmla="*/ 865992 h 6858000"/>
              <a:gd name="connsiteX820" fmla="*/ 4974153 w 7467600"/>
              <a:gd name="connsiteY820" fmla="*/ 1045456 h 6858000"/>
              <a:gd name="connsiteX821" fmla="*/ 5627835 w 7467600"/>
              <a:gd name="connsiteY821" fmla="*/ 1472077 h 6858000"/>
              <a:gd name="connsiteX822" fmla="*/ 5629817 w 7467600"/>
              <a:gd name="connsiteY822" fmla="*/ 1471412 h 6858000"/>
              <a:gd name="connsiteX823" fmla="*/ 5634124 w 7467600"/>
              <a:gd name="connsiteY823" fmla="*/ 1470572 h 6858000"/>
              <a:gd name="connsiteX824" fmla="*/ 5755832 w 7467600"/>
              <a:gd name="connsiteY824" fmla="*/ 1383886 h 6858000"/>
              <a:gd name="connsiteX825" fmla="*/ 6014186 w 7467600"/>
              <a:gd name="connsiteY825" fmla="*/ 1279799 h 6858000"/>
              <a:gd name="connsiteX826" fmla="*/ 6901619 w 7467600"/>
              <a:gd name="connsiteY826" fmla="*/ 1047874 h 6858000"/>
              <a:gd name="connsiteX827" fmla="*/ 6931566 w 7467600"/>
              <a:gd name="connsiteY827" fmla="*/ 1062034 h 6858000"/>
              <a:gd name="connsiteX828" fmla="*/ 5790982 w 7467600"/>
              <a:gd name="connsiteY828" fmla="*/ 1561380 h 6858000"/>
              <a:gd name="connsiteX829" fmla="*/ 6188971 w 7467600"/>
              <a:gd name="connsiteY829" fmla="*/ 1755168 h 6858000"/>
              <a:gd name="connsiteX830" fmla="*/ 6202446 w 7467600"/>
              <a:gd name="connsiteY830" fmla="*/ 1752268 h 6858000"/>
              <a:gd name="connsiteX831" fmla="*/ 7179560 w 7467600"/>
              <a:gd name="connsiteY831" fmla="*/ 1467551 h 6858000"/>
              <a:gd name="connsiteX832" fmla="*/ 7158730 w 7467600"/>
              <a:gd name="connsiteY832" fmla="*/ 1507835 h 6858000"/>
              <a:gd name="connsiteX833" fmla="*/ 6326959 w 7467600"/>
              <a:gd name="connsiteY833" fmla="*/ 1817686 h 6858000"/>
              <a:gd name="connsiteX834" fmla="*/ 6537433 w 7467600"/>
              <a:gd name="connsiteY834" fmla="*/ 1907790 h 6858000"/>
              <a:gd name="connsiteX835" fmla="*/ 6550221 w 7467600"/>
              <a:gd name="connsiteY835" fmla="*/ 1910729 h 6858000"/>
              <a:gd name="connsiteX836" fmla="*/ 6964438 w 7467600"/>
              <a:gd name="connsiteY836" fmla="*/ 2209505 h 6858000"/>
              <a:gd name="connsiteX837" fmla="*/ 7367862 w 7467600"/>
              <a:gd name="connsiteY837" fmla="*/ 2806833 h 6858000"/>
              <a:gd name="connsiteX838" fmla="*/ 7364329 w 7467600"/>
              <a:gd name="connsiteY838" fmla="*/ 2826907 h 6858000"/>
              <a:gd name="connsiteX839" fmla="*/ 7290545 w 7467600"/>
              <a:gd name="connsiteY839" fmla="*/ 2850663 h 6858000"/>
              <a:gd name="connsiteX840" fmla="*/ 6472036 w 7467600"/>
              <a:gd name="connsiteY840" fmla="*/ 1959003 h 6858000"/>
              <a:gd name="connsiteX841" fmla="*/ 5792897 w 7467600"/>
              <a:gd name="connsiteY841" fmla="*/ 1647747 h 6858000"/>
              <a:gd name="connsiteX842" fmla="*/ 5842751 w 7467600"/>
              <a:gd name="connsiteY842" fmla="*/ 1816112 h 6858000"/>
              <a:gd name="connsiteX843" fmla="*/ 5847424 w 7467600"/>
              <a:gd name="connsiteY843" fmla="*/ 1815776 h 6858000"/>
              <a:gd name="connsiteX844" fmla="*/ 6399821 w 7467600"/>
              <a:gd name="connsiteY844" fmla="*/ 2344799 h 6858000"/>
              <a:gd name="connsiteX845" fmla="*/ 6323232 w 7467600"/>
              <a:gd name="connsiteY845" fmla="*/ 2389634 h 6858000"/>
              <a:gd name="connsiteX846" fmla="*/ 5942958 w 7467600"/>
              <a:gd name="connsiteY846" fmla="*/ 2077708 h 6858000"/>
              <a:gd name="connsiteX847" fmla="*/ 5921559 w 7467600"/>
              <a:gd name="connsiteY847" fmla="*/ 2378596 h 6858000"/>
              <a:gd name="connsiteX848" fmla="*/ 5817651 w 7467600"/>
              <a:gd name="connsiteY848" fmla="*/ 3023919 h 6858000"/>
              <a:gd name="connsiteX849" fmla="*/ 5729634 w 7467600"/>
              <a:gd name="connsiteY849" fmla="*/ 3051849 h 6858000"/>
              <a:gd name="connsiteX850" fmla="*/ 5611018 w 7467600"/>
              <a:gd name="connsiteY850" fmla="*/ 2316769 h 6858000"/>
              <a:gd name="connsiteX851" fmla="*/ 5687608 w 7467600"/>
              <a:gd name="connsiteY851" fmla="*/ 2039972 h 6858000"/>
              <a:gd name="connsiteX852" fmla="*/ 5657554 w 7467600"/>
              <a:gd name="connsiteY852" fmla="*/ 1576445 h 6858000"/>
              <a:gd name="connsiteX853" fmla="*/ 5150475 w 7467600"/>
              <a:gd name="connsiteY853" fmla="*/ 1274012 h 6858000"/>
              <a:gd name="connsiteX854" fmla="*/ 5349142 w 7467600"/>
              <a:gd name="connsiteY854" fmla="*/ 2204405 h 6858000"/>
              <a:gd name="connsiteX855" fmla="*/ 5262214 w 7467600"/>
              <a:gd name="connsiteY855" fmla="*/ 2233836 h 6858000"/>
              <a:gd name="connsiteX856" fmla="*/ 4981539 w 7467600"/>
              <a:gd name="connsiteY856" fmla="*/ 1542201 h 6858000"/>
              <a:gd name="connsiteX857" fmla="*/ 4958461 w 7467600"/>
              <a:gd name="connsiteY857" fmla="*/ 1136957 h 6858000"/>
              <a:gd name="connsiteX858" fmla="*/ 4655015 w 7467600"/>
              <a:gd name="connsiteY858" fmla="*/ 891426 h 6858000"/>
              <a:gd name="connsiteX859" fmla="*/ 4348002 w 7467600"/>
              <a:gd name="connsiteY859" fmla="*/ 2205895 h 6858000"/>
              <a:gd name="connsiteX860" fmla="*/ 4262250 w 7467600"/>
              <a:gd name="connsiteY860" fmla="*/ 2219972 h 6858000"/>
              <a:gd name="connsiteX861" fmla="*/ 4550611 w 7467600"/>
              <a:gd name="connsiteY861" fmla="*/ 817540 h 6858000"/>
              <a:gd name="connsiteX862" fmla="*/ 4564418 w 7467600"/>
              <a:gd name="connsiteY862" fmla="*/ 808293 h 6858000"/>
              <a:gd name="connsiteX863" fmla="*/ 4266388 w 7467600"/>
              <a:gd name="connsiteY863" fmla="*/ 500083 h 6858000"/>
              <a:gd name="connsiteX864" fmla="*/ 4032842 w 7467600"/>
              <a:gd name="connsiteY864" fmla="*/ 211809 h 6858000"/>
              <a:gd name="connsiteX865" fmla="*/ 3882765 w 7467600"/>
              <a:gd name="connsiteY865" fmla="*/ 0 h 6858000"/>
              <a:gd name="connsiteX866" fmla="*/ 3721337 w 7467600"/>
              <a:gd name="connsiteY866" fmla="*/ 0 h 6858000"/>
              <a:gd name="connsiteX867" fmla="*/ 3797544 w 7467600"/>
              <a:gd name="connsiteY867" fmla="*/ 0 h 6858000"/>
              <a:gd name="connsiteX868" fmla="*/ 3775734 w 7467600"/>
              <a:gd name="connsiteY868" fmla="*/ 95131 h 6858000"/>
              <a:gd name="connsiteX869" fmla="*/ 3724807 w 7467600"/>
              <a:gd name="connsiteY869" fmla="*/ 272257 h 6858000"/>
              <a:gd name="connsiteX870" fmla="*/ 3726844 w 7467600"/>
              <a:gd name="connsiteY870" fmla="*/ 282988 h 6858000"/>
              <a:gd name="connsiteX871" fmla="*/ 3742664 w 7467600"/>
              <a:gd name="connsiteY871" fmla="*/ 279918 h 6858000"/>
              <a:gd name="connsiteX872" fmla="*/ 4103910 w 7467600"/>
              <a:gd name="connsiteY872" fmla="*/ 1161917 h 6858000"/>
              <a:gd name="connsiteX873" fmla="*/ 4020269 w 7467600"/>
              <a:gd name="connsiteY873" fmla="*/ 1200406 h 6858000"/>
              <a:gd name="connsiteX874" fmla="*/ 3674882 w 7467600"/>
              <a:gd name="connsiteY874" fmla="*/ 488524 h 6858000"/>
              <a:gd name="connsiteX875" fmla="*/ 3132682 w 7467600"/>
              <a:gd name="connsiteY875" fmla="*/ 1072284 h 6858000"/>
              <a:gd name="connsiteX876" fmla="*/ 2716346 w 7467600"/>
              <a:gd name="connsiteY876" fmla="*/ 1276376 h 6858000"/>
              <a:gd name="connsiteX877" fmla="*/ 2716772 w 7467600"/>
              <a:gd name="connsiteY877" fmla="*/ 1255462 h 6858000"/>
              <a:gd name="connsiteX878" fmla="*/ 3471096 w 7467600"/>
              <a:gd name="connsiteY878" fmla="*/ 437072 h 6858000"/>
              <a:gd name="connsiteX879" fmla="*/ 3639057 w 7467600"/>
              <a:gd name="connsiteY879" fmla="*/ 286334 h 6858000"/>
              <a:gd name="connsiteX880" fmla="*/ 3640309 w 7467600"/>
              <a:gd name="connsiteY880" fmla="*/ 284664 h 6858000"/>
              <a:gd name="connsiteX881" fmla="*/ 3646022 w 7467600"/>
              <a:gd name="connsiteY881" fmla="*/ 276711 h 6858000"/>
              <a:gd name="connsiteX882" fmla="*/ 3707943 w 7467600"/>
              <a:gd name="connsiteY882" fmla="*/ 65958 h 6858000"/>
              <a:gd name="connsiteX883" fmla="*/ 3721337 w 7467600"/>
              <a:gd name="connsiteY883" fmla="*/ 0 h 6858000"/>
              <a:gd name="connsiteX884" fmla="*/ 2867960 w 7467600"/>
              <a:gd name="connsiteY884" fmla="*/ 0 h 6858000"/>
              <a:gd name="connsiteX885" fmla="*/ 2926351 w 7467600"/>
              <a:gd name="connsiteY885" fmla="*/ 0 h 6858000"/>
              <a:gd name="connsiteX886" fmla="*/ 2902823 w 7467600"/>
              <a:gd name="connsiteY886" fmla="*/ 262929 h 6858000"/>
              <a:gd name="connsiteX887" fmla="*/ 2940663 w 7467600"/>
              <a:gd name="connsiteY887" fmla="*/ 140884 h 6858000"/>
              <a:gd name="connsiteX888" fmla="*/ 2947039 w 7467600"/>
              <a:gd name="connsiteY888" fmla="*/ 122524 h 6858000"/>
              <a:gd name="connsiteX889" fmla="*/ 2984316 w 7467600"/>
              <a:gd name="connsiteY889" fmla="*/ 0 h 6858000"/>
              <a:gd name="connsiteX890" fmla="*/ 3016114 w 7467600"/>
              <a:gd name="connsiteY890" fmla="*/ 0 h 6858000"/>
              <a:gd name="connsiteX891" fmla="*/ 2979949 w 7467600"/>
              <a:gd name="connsiteY891" fmla="*/ 119274 h 6858000"/>
              <a:gd name="connsiteX892" fmla="*/ 3023879 w 7467600"/>
              <a:gd name="connsiteY892" fmla="*/ 0 h 6858000"/>
              <a:gd name="connsiteX893" fmla="*/ 3105400 w 7467600"/>
              <a:gd name="connsiteY893" fmla="*/ 0 h 6858000"/>
              <a:gd name="connsiteX894" fmla="*/ 3094669 w 7467600"/>
              <a:gd name="connsiteY894" fmla="*/ 30308 h 6858000"/>
              <a:gd name="connsiteX895" fmla="*/ 2901945 w 7467600"/>
              <a:gd name="connsiteY895" fmla="*/ 466538 h 6858000"/>
              <a:gd name="connsiteX896" fmla="*/ 2815209 w 7467600"/>
              <a:gd name="connsiteY896" fmla="*/ 497361 h 6858000"/>
              <a:gd name="connsiteX897" fmla="*/ 2844845 w 7467600"/>
              <a:gd name="connsiteY897" fmla="*/ 127638 h 6858000"/>
              <a:gd name="connsiteX898" fmla="*/ 2867960 w 7467600"/>
              <a:gd name="connsiteY898" fmla="*/ 0 h 6858000"/>
              <a:gd name="connsiteX899" fmla="*/ 1057230 w 7467600"/>
              <a:gd name="connsiteY899" fmla="*/ 0 h 6858000"/>
              <a:gd name="connsiteX900" fmla="*/ 1111003 w 7467600"/>
              <a:gd name="connsiteY900" fmla="*/ 0 h 6858000"/>
              <a:gd name="connsiteX901" fmla="*/ 1125553 w 7467600"/>
              <a:gd name="connsiteY901" fmla="*/ 52588 h 6858000"/>
              <a:gd name="connsiteX902" fmla="*/ 1304276 w 7467600"/>
              <a:gd name="connsiteY902" fmla="*/ 476275 h 6858000"/>
              <a:gd name="connsiteX903" fmla="*/ 1492066 w 7467600"/>
              <a:gd name="connsiteY903" fmla="*/ 886333 h 6858000"/>
              <a:gd name="connsiteX904" fmla="*/ 1423698 w 7467600"/>
              <a:gd name="connsiteY904" fmla="*/ 710817 h 6858000"/>
              <a:gd name="connsiteX905" fmla="*/ 1357609 w 7467600"/>
              <a:gd name="connsiteY905" fmla="*/ 532892 h 6858000"/>
              <a:gd name="connsiteX906" fmla="*/ 1309550 w 7467600"/>
              <a:gd name="connsiteY906" fmla="*/ 374031 h 6858000"/>
              <a:gd name="connsiteX907" fmla="*/ 1193673 w 7467600"/>
              <a:gd name="connsiteY907" fmla="*/ 49533 h 6858000"/>
              <a:gd name="connsiteX908" fmla="*/ 1164391 w 7467600"/>
              <a:gd name="connsiteY908" fmla="*/ 0 h 6858000"/>
              <a:gd name="connsiteX909" fmla="*/ 1200666 w 7467600"/>
              <a:gd name="connsiteY909" fmla="*/ 0 h 6858000"/>
              <a:gd name="connsiteX910" fmla="*/ 1223408 w 7467600"/>
              <a:gd name="connsiteY910" fmla="*/ 38996 h 6858000"/>
              <a:gd name="connsiteX911" fmla="*/ 1339635 w 7467600"/>
              <a:gd name="connsiteY911" fmla="*/ 365517 h 6858000"/>
              <a:gd name="connsiteX912" fmla="*/ 1387469 w 7467600"/>
              <a:gd name="connsiteY912" fmla="*/ 523079 h 6858000"/>
              <a:gd name="connsiteX913" fmla="*/ 1452685 w 7467600"/>
              <a:gd name="connsiteY913" fmla="*/ 699806 h 6858000"/>
              <a:gd name="connsiteX914" fmla="*/ 1492092 w 7467600"/>
              <a:gd name="connsiteY914" fmla="*/ 800424 h 6858000"/>
              <a:gd name="connsiteX915" fmla="*/ 1455302 w 7467600"/>
              <a:gd name="connsiteY915" fmla="*/ 632913 h 6858000"/>
              <a:gd name="connsiteX916" fmla="*/ 1222336 w 7467600"/>
              <a:gd name="connsiteY916" fmla="*/ 9480 h 6858000"/>
              <a:gd name="connsiteX917" fmla="*/ 1214634 w 7467600"/>
              <a:gd name="connsiteY917" fmla="*/ 0 h 6858000"/>
              <a:gd name="connsiteX918" fmla="*/ 1289827 w 7467600"/>
              <a:gd name="connsiteY918" fmla="*/ 0 h 6858000"/>
              <a:gd name="connsiteX919" fmla="*/ 1321076 w 7467600"/>
              <a:gd name="connsiteY919" fmla="*/ 59722 h 6858000"/>
              <a:gd name="connsiteX920" fmla="*/ 1512579 w 7467600"/>
              <a:gd name="connsiteY920" fmla="*/ 626441 h 6858000"/>
              <a:gd name="connsiteX921" fmla="*/ 1506076 w 7467600"/>
              <a:gd name="connsiteY921" fmla="*/ 1089289 h 6858000"/>
              <a:gd name="connsiteX922" fmla="*/ 1486346 w 7467600"/>
              <a:gd name="connsiteY922" fmla="*/ 1079919 h 6858000"/>
              <a:gd name="connsiteX923" fmla="*/ 1070511 w 7467600"/>
              <a:gd name="connsiteY923" fmla="*/ 48609 h 6858000"/>
              <a:gd name="connsiteX924" fmla="*/ 1057230 w 7467600"/>
              <a:gd name="connsiteY924" fmla="*/ 0 h 6858000"/>
              <a:gd name="connsiteX925" fmla="*/ 43151 w 7467600"/>
              <a:gd name="connsiteY925" fmla="*/ 0 h 6858000"/>
              <a:gd name="connsiteX926" fmla="*/ 95283 w 7467600"/>
              <a:gd name="connsiteY926" fmla="*/ 0 h 6858000"/>
              <a:gd name="connsiteX927" fmla="*/ 300708 w 7467600"/>
              <a:gd name="connsiteY927" fmla="*/ 154571 h 6858000"/>
              <a:gd name="connsiteX928" fmla="*/ 530414 w 7467600"/>
              <a:gd name="connsiteY928" fmla="*/ 354673 h 6858000"/>
              <a:gd name="connsiteX929" fmla="*/ 333785 w 7467600"/>
              <a:gd name="connsiteY929" fmla="*/ 161564 h 6858000"/>
              <a:gd name="connsiteX930" fmla="*/ 147005 w 7467600"/>
              <a:gd name="connsiteY930" fmla="*/ 0 h 6858000"/>
              <a:gd name="connsiteX931" fmla="*/ 272509 w 7467600"/>
              <a:gd name="connsiteY931" fmla="*/ 0 h 6858000"/>
              <a:gd name="connsiteX932" fmla="*/ 326276 w 7467600"/>
              <a:gd name="connsiteY932" fmla="*/ 45847 h 6858000"/>
              <a:gd name="connsiteX933" fmla="*/ 823759 w 7467600"/>
              <a:gd name="connsiteY933" fmla="*/ 574145 h 6858000"/>
              <a:gd name="connsiteX934" fmla="*/ 811254 w 7467600"/>
              <a:gd name="connsiteY934" fmla="*/ 665546 h 6858000"/>
              <a:gd name="connsiteX935" fmla="*/ 154042 w 7467600"/>
              <a:gd name="connsiteY935" fmla="*/ 261522 h 6858000"/>
              <a:gd name="connsiteX936" fmla="*/ 13550 w 7467600"/>
              <a:gd name="connsiteY936" fmla="*/ 158423 h 6858000"/>
              <a:gd name="connsiteX937" fmla="*/ 0 w 7467600"/>
              <a:gd name="connsiteY937" fmla="*/ 146618 h 6858000"/>
              <a:gd name="connsiteX938" fmla="*/ 0 w 7467600"/>
              <a:gd name="connsiteY938" fmla="*/ 59161 h 6858000"/>
              <a:gd name="connsiteX939" fmla="*/ 45427 w 7467600"/>
              <a:gd name="connsiteY939" fmla="*/ 101078 h 6858000"/>
              <a:gd name="connsiteX940" fmla="*/ 630103 w 7467600"/>
              <a:gd name="connsiteY940" fmla="*/ 485885 h 6858000"/>
              <a:gd name="connsiteX941" fmla="*/ 532040 w 7467600"/>
              <a:gd name="connsiteY941" fmla="*/ 399359 h 6858000"/>
              <a:gd name="connsiteX942" fmla="*/ 517618 w 7467600"/>
              <a:gd name="connsiteY942" fmla="*/ 385726 h 6858000"/>
              <a:gd name="connsiteX943" fmla="*/ 285074 w 7467600"/>
              <a:gd name="connsiteY943" fmla="*/ 182755 h 6858000"/>
              <a:gd name="connsiteX944" fmla="*/ 43151 w 7467600"/>
              <a:gd name="connsiteY94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289862 w 7467600"/>
              <a:gd name="connsiteY11" fmla="*/ 6659827 h 6858000"/>
              <a:gd name="connsiteX12" fmla="*/ 1019354 w 7467600"/>
              <a:gd name="connsiteY12" fmla="*/ 6315006 h 6858000"/>
              <a:gd name="connsiteX13" fmla="*/ 441046 w 7467600"/>
              <a:gd name="connsiteY13" fmla="*/ 6691153 h 6858000"/>
              <a:gd name="connsiteX14" fmla="*/ 1019354 w 7467600"/>
              <a:gd name="connsiteY14" fmla="*/ 6315006 h 6858000"/>
              <a:gd name="connsiteX15" fmla="*/ 991680 w 7467600"/>
              <a:gd name="connsiteY15" fmla="*/ 6298413 h 6858000"/>
              <a:gd name="connsiteX16" fmla="*/ 409060 w 7467600"/>
              <a:gd name="connsiteY16" fmla="*/ 6671470 h 6858000"/>
              <a:gd name="connsiteX17" fmla="*/ 991680 w 7467600"/>
              <a:gd name="connsiteY17" fmla="*/ 6298413 h 6858000"/>
              <a:gd name="connsiteX18" fmla="*/ 103333 w 7467600"/>
              <a:gd name="connsiteY18" fmla="*/ 5699602 h 6858000"/>
              <a:gd name="connsiteX19" fmla="*/ 233938 w 7467600"/>
              <a:gd name="connsiteY19" fmla="*/ 5809416 h 6858000"/>
              <a:gd name="connsiteX20" fmla="*/ 883580 w 7467600"/>
              <a:gd name="connsiteY20" fmla="*/ 6180710 h 6858000"/>
              <a:gd name="connsiteX21" fmla="*/ 487337 w 7467600"/>
              <a:gd name="connsiteY21" fmla="*/ 5950182 h 6858000"/>
              <a:gd name="connsiteX22" fmla="*/ 354051 w 7467600"/>
              <a:gd name="connsiteY22" fmla="*/ 5854912 h 6858000"/>
              <a:gd name="connsiteX23" fmla="*/ 195436 w 7467600"/>
              <a:gd name="connsiteY23" fmla="*/ 5755068 h 6858000"/>
              <a:gd name="connsiteX24" fmla="*/ 103333 w 7467600"/>
              <a:gd name="connsiteY24" fmla="*/ 5699602 h 6858000"/>
              <a:gd name="connsiteX25" fmla="*/ 5539432 w 7467600"/>
              <a:gd name="connsiteY25" fmla="*/ 5642928 h 6858000"/>
              <a:gd name="connsiteX26" fmla="*/ 5555462 w 7467600"/>
              <a:gd name="connsiteY26" fmla="*/ 5694454 h 6858000"/>
              <a:gd name="connsiteX27" fmla="*/ 5828270 w 7467600"/>
              <a:gd name="connsiteY27" fmla="*/ 6320663 h 6858000"/>
              <a:gd name="connsiteX28" fmla="*/ 5947416 w 7467600"/>
              <a:gd name="connsiteY28" fmla="*/ 6574846 h 6858000"/>
              <a:gd name="connsiteX29" fmla="*/ 5539432 w 7467600"/>
              <a:gd name="connsiteY29" fmla="*/ 5642928 h 6858000"/>
              <a:gd name="connsiteX30" fmla="*/ 51253 w 7467600"/>
              <a:gd name="connsiteY30" fmla="*/ 5631825 h 6858000"/>
              <a:gd name="connsiteX31" fmla="*/ 211622 w 7467600"/>
              <a:gd name="connsiteY31" fmla="*/ 5728803 h 6858000"/>
              <a:gd name="connsiteX32" fmla="*/ 371652 w 7467600"/>
              <a:gd name="connsiteY32" fmla="*/ 5829062 h 6858000"/>
              <a:gd name="connsiteX33" fmla="*/ 505903 w 7467600"/>
              <a:gd name="connsiteY33" fmla="*/ 5925221 h 6858000"/>
              <a:gd name="connsiteX34" fmla="*/ 899240 w 7467600"/>
              <a:gd name="connsiteY34" fmla="*/ 6153068 h 6858000"/>
              <a:gd name="connsiteX35" fmla="*/ 988114 w 7467600"/>
              <a:gd name="connsiteY35" fmla="*/ 6174204 h 6858000"/>
              <a:gd name="connsiteX36" fmla="*/ 845971 w 7467600"/>
              <a:gd name="connsiteY36" fmla="*/ 6067177 h 6858000"/>
              <a:gd name="connsiteX37" fmla="*/ 448057 w 7467600"/>
              <a:gd name="connsiteY37" fmla="*/ 5841376 h 6858000"/>
              <a:gd name="connsiteX38" fmla="*/ 51253 w 7467600"/>
              <a:gd name="connsiteY38" fmla="*/ 5631825 h 6858000"/>
              <a:gd name="connsiteX39" fmla="*/ 2606687 w 7467600"/>
              <a:gd name="connsiteY39" fmla="*/ 5630718 h 6858000"/>
              <a:gd name="connsiteX40" fmla="*/ 2645658 w 7467600"/>
              <a:gd name="connsiteY40" fmla="*/ 6640259 h 6858000"/>
              <a:gd name="connsiteX41" fmla="*/ 2606687 w 7467600"/>
              <a:gd name="connsiteY41" fmla="*/ 5630718 h 6858000"/>
              <a:gd name="connsiteX42" fmla="*/ 3642057 w 7467600"/>
              <a:gd name="connsiteY42" fmla="*/ 5573487 h 6858000"/>
              <a:gd name="connsiteX43" fmla="*/ 3632981 w 7467600"/>
              <a:gd name="connsiteY43" fmla="*/ 5579437 h 6858000"/>
              <a:gd name="connsiteX44" fmla="*/ 3382436 w 7467600"/>
              <a:gd name="connsiteY44" fmla="*/ 5952726 h 6858000"/>
              <a:gd name="connsiteX45" fmla="*/ 3191929 w 7467600"/>
              <a:gd name="connsiteY45" fmla="*/ 6662669 h 6858000"/>
              <a:gd name="connsiteX46" fmla="*/ 3369898 w 7467600"/>
              <a:gd name="connsiteY46" fmla="*/ 6081771 h 6858000"/>
              <a:gd name="connsiteX47" fmla="*/ 3642057 w 7467600"/>
              <a:gd name="connsiteY47" fmla="*/ 5573487 h 6858000"/>
              <a:gd name="connsiteX48" fmla="*/ 2650666 w 7467600"/>
              <a:gd name="connsiteY48" fmla="*/ 5530686 h 6858000"/>
              <a:gd name="connsiteX49" fmla="*/ 2650249 w 7467600"/>
              <a:gd name="connsiteY49" fmla="*/ 5532101 h 6858000"/>
              <a:gd name="connsiteX50" fmla="*/ 2663808 w 7467600"/>
              <a:gd name="connsiteY50" fmla="*/ 6535215 h 6858000"/>
              <a:gd name="connsiteX51" fmla="*/ 2665418 w 7467600"/>
              <a:gd name="connsiteY51" fmla="*/ 6132756 h 6858000"/>
              <a:gd name="connsiteX52" fmla="*/ 2650666 w 7467600"/>
              <a:gd name="connsiteY52" fmla="*/ 5530686 h 6858000"/>
              <a:gd name="connsiteX53" fmla="*/ 2680277 w 7467600"/>
              <a:gd name="connsiteY53" fmla="*/ 5479204 h 6858000"/>
              <a:gd name="connsiteX54" fmla="*/ 2678972 w 7467600"/>
              <a:gd name="connsiteY54" fmla="*/ 5481582 h 6858000"/>
              <a:gd name="connsiteX55" fmla="*/ 2696666 w 7467600"/>
              <a:gd name="connsiteY55" fmla="*/ 6133836 h 6858000"/>
              <a:gd name="connsiteX56" fmla="*/ 2695769 w 7467600"/>
              <a:gd name="connsiteY56" fmla="*/ 6390955 h 6858000"/>
              <a:gd name="connsiteX57" fmla="*/ 2739893 w 7467600"/>
              <a:gd name="connsiteY57" fmla="*/ 6108357 h 6858000"/>
              <a:gd name="connsiteX58" fmla="*/ 2680277 w 7467600"/>
              <a:gd name="connsiteY58" fmla="*/ 5479204 h 6858000"/>
              <a:gd name="connsiteX59" fmla="*/ 1132195 w 7467600"/>
              <a:gd name="connsiteY59" fmla="*/ 5467980 h 6858000"/>
              <a:gd name="connsiteX60" fmla="*/ 1679056 w 7467600"/>
              <a:gd name="connsiteY60" fmla="*/ 5516907 h 6858000"/>
              <a:gd name="connsiteX61" fmla="*/ 2128648 w 7467600"/>
              <a:gd name="connsiteY61" fmla="*/ 5474249 h 6858000"/>
              <a:gd name="connsiteX62" fmla="*/ 1825619 w 7467600"/>
              <a:gd name="connsiteY62" fmla="*/ 5478447 h 6858000"/>
              <a:gd name="connsiteX63" fmla="*/ 1737798 w 7467600"/>
              <a:gd name="connsiteY63" fmla="*/ 5483353 h 6858000"/>
              <a:gd name="connsiteX64" fmla="*/ 1132195 w 7467600"/>
              <a:gd name="connsiteY64" fmla="*/ 5467980 h 6858000"/>
              <a:gd name="connsiteX65" fmla="*/ 1456157 w 7467600"/>
              <a:gd name="connsiteY65" fmla="*/ 5371404 h 6858000"/>
              <a:gd name="connsiteX66" fmla="*/ 1244432 w 7467600"/>
              <a:gd name="connsiteY66" fmla="*/ 5385601 h 6858000"/>
              <a:gd name="connsiteX67" fmla="*/ 973990 w 7467600"/>
              <a:gd name="connsiteY67" fmla="*/ 5424940 h 6858000"/>
              <a:gd name="connsiteX68" fmla="*/ 1103809 w 7467600"/>
              <a:gd name="connsiteY68" fmla="*/ 5433720 h 6858000"/>
              <a:gd name="connsiteX69" fmla="*/ 1123454 w 7467600"/>
              <a:gd name="connsiteY69" fmla="*/ 5435727 h 6858000"/>
              <a:gd name="connsiteX70" fmla="*/ 1737017 w 7467600"/>
              <a:gd name="connsiteY70" fmla="*/ 5452183 h 6858000"/>
              <a:gd name="connsiteX71" fmla="*/ 1824397 w 7467600"/>
              <a:gd name="connsiteY71" fmla="*/ 5447757 h 6858000"/>
              <a:gd name="connsiteX72" fmla="*/ 2070059 w 7467600"/>
              <a:gd name="connsiteY72" fmla="*/ 5441660 h 6858000"/>
              <a:gd name="connsiteX73" fmla="*/ 1456157 w 7467600"/>
              <a:gd name="connsiteY73" fmla="*/ 5371404 h 6858000"/>
              <a:gd name="connsiteX74" fmla="*/ 4988186 w 7467600"/>
              <a:gd name="connsiteY74" fmla="*/ 5216467 h 6858000"/>
              <a:gd name="connsiteX75" fmla="*/ 4777334 w 7467600"/>
              <a:gd name="connsiteY75" fmla="*/ 5406072 h 6858000"/>
              <a:gd name="connsiteX76" fmla="*/ 4718341 w 7467600"/>
              <a:gd name="connsiteY76" fmla="*/ 5468043 h 6858000"/>
              <a:gd name="connsiteX77" fmla="*/ 4604655 w 7467600"/>
              <a:gd name="connsiteY77" fmla="*/ 5583434 h 6858000"/>
              <a:gd name="connsiteX78" fmla="*/ 4565074 w 7467600"/>
              <a:gd name="connsiteY78" fmla="*/ 5618550 h 6858000"/>
              <a:gd name="connsiteX79" fmla="*/ 4988186 w 7467600"/>
              <a:gd name="connsiteY79" fmla="*/ 5216467 h 6858000"/>
              <a:gd name="connsiteX80" fmla="*/ 4978032 w 7467600"/>
              <a:gd name="connsiteY80" fmla="*/ 5183809 h 6858000"/>
              <a:gd name="connsiteX81" fmla="*/ 4463413 w 7467600"/>
              <a:gd name="connsiteY81" fmla="*/ 5615162 h 6858000"/>
              <a:gd name="connsiteX82" fmla="*/ 4358134 w 7467600"/>
              <a:gd name="connsiteY82" fmla="*/ 5742791 h 6858000"/>
              <a:gd name="connsiteX83" fmla="*/ 4376219 w 7467600"/>
              <a:gd name="connsiteY83" fmla="*/ 5729027 h 6858000"/>
              <a:gd name="connsiteX84" fmla="*/ 4582340 w 7467600"/>
              <a:gd name="connsiteY84" fmla="*/ 5561037 h 6858000"/>
              <a:gd name="connsiteX85" fmla="*/ 4694684 w 7467600"/>
              <a:gd name="connsiteY85" fmla="*/ 5447098 h 6858000"/>
              <a:gd name="connsiteX86" fmla="*/ 4754123 w 7467600"/>
              <a:gd name="connsiteY86" fmla="*/ 5384643 h 6858000"/>
              <a:gd name="connsiteX87" fmla="*/ 4978032 w 7467600"/>
              <a:gd name="connsiteY87" fmla="*/ 5183809 h 6858000"/>
              <a:gd name="connsiteX88" fmla="*/ 1903353 w 7467600"/>
              <a:gd name="connsiteY88" fmla="*/ 5044827 h 6858000"/>
              <a:gd name="connsiteX89" fmla="*/ 1936931 w 7467600"/>
              <a:gd name="connsiteY89" fmla="*/ 5093954 h 6858000"/>
              <a:gd name="connsiteX90" fmla="*/ 2195868 w 7467600"/>
              <a:gd name="connsiteY90" fmla="*/ 5396574 h 6858000"/>
              <a:gd name="connsiteX91" fmla="*/ 2088852 w 7467600"/>
              <a:gd name="connsiteY91" fmla="*/ 5166123 h 6858000"/>
              <a:gd name="connsiteX92" fmla="*/ 1958241 w 7467600"/>
              <a:gd name="connsiteY92" fmla="*/ 5067955 h 6858000"/>
              <a:gd name="connsiteX93" fmla="*/ 1903353 w 7467600"/>
              <a:gd name="connsiteY93" fmla="*/ 5044827 h 6858000"/>
              <a:gd name="connsiteX94" fmla="*/ 1979378 w 7467600"/>
              <a:gd name="connsiteY94" fmla="*/ 4769504 h 6858000"/>
              <a:gd name="connsiteX95" fmla="*/ 2882120 w 7467600"/>
              <a:gd name="connsiteY95" fmla="*/ 5064547 h 6858000"/>
              <a:gd name="connsiteX96" fmla="*/ 2793103 w 7467600"/>
              <a:gd name="connsiteY96" fmla="*/ 5039699 h 6858000"/>
              <a:gd name="connsiteX97" fmla="*/ 2770041 w 7467600"/>
              <a:gd name="connsiteY97" fmla="*/ 5033634 h 6858000"/>
              <a:gd name="connsiteX98" fmla="*/ 1979378 w 7467600"/>
              <a:gd name="connsiteY98" fmla="*/ 4769504 h 6858000"/>
              <a:gd name="connsiteX99" fmla="*/ 1927410 w 7467600"/>
              <a:gd name="connsiteY99" fmla="*/ 4716164 h 6858000"/>
              <a:gd name="connsiteX100" fmla="*/ 1959587 w 7467600"/>
              <a:gd name="connsiteY100" fmla="*/ 4728849 h 6858000"/>
              <a:gd name="connsiteX101" fmla="*/ 2777707 w 7467600"/>
              <a:gd name="connsiteY101" fmla="*/ 5003991 h 6858000"/>
              <a:gd name="connsiteX102" fmla="*/ 2800768 w 7467600"/>
              <a:gd name="connsiteY102" fmla="*/ 5010056 h 6858000"/>
              <a:gd name="connsiteX103" fmla="*/ 2879408 w 7467600"/>
              <a:gd name="connsiteY103" fmla="*/ 5031590 h 6858000"/>
              <a:gd name="connsiteX104" fmla="*/ 2862295 w 7467600"/>
              <a:gd name="connsiteY104" fmla="*/ 5022958 h 6858000"/>
              <a:gd name="connsiteX105" fmla="*/ 2813343 w 7467600"/>
              <a:gd name="connsiteY105" fmla="*/ 4998369 h 6858000"/>
              <a:gd name="connsiteX106" fmla="*/ 2646245 w 7467600"/>
              <a:gd name="connsiteY106" fmla="*/ 4930999 h 6858000"/>
              <a:gd name="connsiteX107" fmla="*/ 1999243 w 7467600"/>
              <a:gd name="connsiteY107" fmla="*/ 4730524 h 6858000"/>
              <a:gd name="connsiteX108" fmla="*/ 1979527 w 7467600"/>
              <a:gd name="connsiteY108" fmla="*/ 4726651 h 6858000"/>
              <a:gd name="connsiteX109" fmla="*/ 1927410 w 7467600"/>
              <a:gd name="connsiteY109" fmla="*/ 4716164 h 6858000"/>
              <a:gd name="connsiteX110" fmla="*/ 1997014 w 7467600"/>
              <a:gd name="connsiteY110" fmla="*/ 4698007 h 6858000"/>
              <a:gd name="connsiteX111" fmla="*/ 2005458 w 7467600"/>
              <a:gd name="connsiteY111" fmla="*/ 4699540 h 6858000"/>
              <a:gd name="connsiteX112" fmla="*/ 2657186 w 7467600"/>
              <a:gd name="connsiteY112" fmla="*/ 4901687 h 6858000"/>
              <a:gd name="connsiteX113" fmla="*/ 2826662 w 7467600"/>
              <a:gd name="connsiteY113" fmla="*/ 4970362 h 6858000"/>
              <a:gd name="connsiteX114" fmla="*/ 2876100 w 7467600"/>
              <a:gd name="connsiteY114" fmla="*/ 4995397 h 6858000"/>
              <a:gd name="connsiteX115" fmla="*/ 3042600 w 7467600"/>
              <a:gd name="connsiteY115" fmla="*/ 5059532 h 6858000"/>
              <a:gd name="connsiteX116" fmla="*/ 1997014 w 7467600"/>
              <a:gd name="connsiteY116" fmla="*/ 4698007 h 6858000"/>
              <a:gd name="connsiteX117" fmla="*/ 2305292 w 7467600"/>
              <a:gd name="connsiteY117" fmla="*/ 4219492 h 6858000"/>
              <a:gd name="connsiteX118" fmla="*/ 3360922 w 7467600"/>
              <a:gd name="connsiteY118" fmla="*/ 4529373 h 6858000"/>
              <a:gd name="connsiteX119" fmla="*/ 3492420 w 7467600"/>
              <a:gd name="connsiteY119" fmla="*/ 4510145 h 6858000"/>
              <a:gd name="connsiteX120" fmla="*/ 3364086 w 7467600"/>
              <a:gd name="connsiteY120" fmla="*/ 4480340 h 6858000"/>
              <a:gd name="connsiteX121" fmla="*/ 3225818 w 7467600"/>
              <a:gd name="connsiteY121" fmla="*/ 4411822 h 6858000"/>
              <a:gd name="connsiteX122" fmla="*/ 3129696 w 7467600"/>
              <a:gd name="connsiteY122" fmla="*/ 4360704 h 6858000"/>
              <a:gd name="connsiteX123" fmla="*/ 2814545 w 7467600"/>
              <a:gd name="connsiteY123" fmla="*/ 4282955 h 6858000"/>
              <a:gd name="connsiteX124" fmla="*/ 2305292 w 7467600"/>
              <a:gd name="connsiteY124" fmla="*/ 4219492 h 6858000"/>
              <a:gd name="connsiteX125" fmla="*/ 2626982 w 7467600"/>
              <a:gd name="connsiteY125" fmla="*/ 4206450 h 6858000"/>
              <a:gd name="connsiteX126" fmla="*/ 2490617 w 7467600"/>
              <a:gd name="connsiteY126" fmla="*/ 4206951 h 6858000"/>
              <a:gd name="connsiteX127" fmla="*/ 2819869 w 7467600"/>
              <a:gd name="connsiteY127" fmla="*/ 4252936 h 6858000"/>
              <a:gd name="connsiteX128" fmla="*/ 3143018 w 7467600"/>
              <a:gd name="connsiteY128" fmla="*/ 4332698 h 6858000"/>
              <a:gd name="connsiteX129" fmla="*/ 3241520 w 7467600"/>
              <a:gd name="connsiteY129" fmla="*/ 4385112 h 6858000"/>
              <a:gd name="connsiteX130" fmla="*/ 3374575 w 7467600"/>
              <a:gd name="connsiteY130" fmla="*/ 4451517 h 6858000"/>
              <a:gd name="connsiteX131" fmla="*/ 3505221 w 7467600"/>
              <a:gd name="connsiteY131" fmla="*/ 4480757 h 6858000"/>
              <a:gd name="connsiteX132" fmla="*/ 2626982 w 7467600"/>
              <a:gd name="connsiteY132" fmla="*/ 4206450 h 6858000"/>
              <a:gd name="connsiteX133" fmla="*/ 1310106 w 7467600"/>
              <a:gd name="connsiteY133" fmla="*/ 3943217 h 6858000"/>
              <a:gd name="connsiteX134" fmla="*/ 854994 w 7467600"/>
              <a:gd name="connsiteY134" fmla="*/ 4399136 h 6858000"/>
              <a:gd name="connsiteX135" fmla="*/ 742462 w 7467600"/>
              <a:gd name="connsiteY135" fmla="*/ 4594648 h 6858000"/>
              <a:gd name="connsiteX136" fmla="*/ 820602 w 7467600"/>
              <a:gd name="connsiteY136" fmla="*/ 4485915 h 6858000"/>
              <a:gd name="connsiteX137" fmla="*/ 878295 w 7467600"/>
              <a:gd name="connsiteY137" fmla="*/ 4403594 h 6858000"/>
              <a:gd name="connsiteX138" fmla="*/ 1240607 w 7467600"/>
              <a:gd name="connsiteY138" fmla="*/ 4010401 h 6858000"/>
              <a:gd name="connsiteX139" fmla="*/ 1310106 w 7467600"/>
              <a:gd name="connsiteY139" fmla="*/ 3943217 h 6858000"/>
              <a:gd name="connsiteX140" fmla="*/ 1423113 w 7467600"/>
              <a:gd name="connsiteY140" fmla="*/ 3874565 h 6858000"/>
              <a:gd name="connsiteX141" fmla="*/ 1260565 w 7467600"/>
              <a:gd name="connsiteY141" fmla="*/ 4031982 h 6858000"/>
              <a:gd name="connsiteX142" fmla="*/ 901900 w 7467600"/>
              <a:gd name="connsiteY142" fmla="*/ 4421236 h 6858000"/>
              <a:gd name="connsiteX143" fmla="*/ 845044 w 7467600"/>
              <a:gd name="connsiteY143" fmla="*/ 4502436 h 6858000"/>
              <a:gd name="connsiteX144" fmla="*/ 685926 w 7467600"/>
              <a:gd name="connsiteY144" fmla="*/ 4703069 h 6858000"/>
              <a:gd name="connsiteX145" fmla="*/ 684248 w 7467600"/>
              <a:gd name="connsiteY145" fmla="*/ 4706721 h 6858000"/>
              <a:gd name="connsiteX146" fmla="*/ 1423113 w 7467600"/>
              <a:gd name="connsiteY146" fmla="*/ 3874565 h 6858000"/>
              <a:gd name="connsiteX147" fmla="*/ 3316479 w 7467600"/>
              <a:gd name="connsiteY147" fmla="*/ 3872136 h 6858000"/>
              <a:gd name="connsiteX148" fmla="*/ 3546806 w 7467600"/>
              <a:gd name="connsiteY148" fmla="*/ 4356139 h 6858000"/>
              <a:gd name="connsiteX149" fmla="*/ 3364433 w 7467600"/>
              <a:gd name="connsiteY149" fmla="*/ 3953121 h 6858000"/>
              <a:gd name="connsiteX150" fmla="*/ 3316479 w 7467600"/>
              <a:gd name="connsiteY150" fmla="*/ 3872136 h 6858000"/>
              <a:gd name="connsiteX151" fmla="*/ 3291335 w 7467600"/>
              <a:gd name="connsiteY151" fmla="*/ 3767420 h 6858000"/>
              <a:gd name="connsiteX152" fmla="*/ 3390805 w 7467600"/>
              <a:gd name="connsiteY152" fmla="*/ 3937163 h 6858000"/>
              <a:gd name="connsiteX153" fmla="*/ 3579062 w 7467600"/>
              <a:gd name="connsiteY153" fmla="*/ 4359040 h 6858000"/>
              <a:gd name="connsiteX154" fmla="*/ 3467355 w 7467600"/>
              <a:gd name="connsiteY154" fmla="*/ 3988130 h 6858000"/>
              <a:gd name="connsiteX155" fmla="*/ 3310753 w 7467600"/>
              <a:gd name="connsiteY155" fmla="*/ 3787140 h 6858000"/>
              <a:gd name="connsiteX156" fmla="*/ 3291335 w 7467600"/>
              <a:gd name="connsiteY156" fmla="*/ 3767420 h 6858000"/>
              <a:gd name="connsiteX157" fmla="*/ 1635889 w 7467600"/>
              <a:gd name="connsiteY157" fmla="*/ 3709494 h 6858000"/>
              <a:gd name="connsiteX158" fmla="*/ 1634800 w 7467600"/>
              <a:gd name="connsiteY158" fmla="*/ 3731111 h 6858000"/>
              <a:gd name="connsiteX159" fmla="*/ 1635889 w 7467600"/>
              <a:gd name="connsiteY159" fmla="*/ 3709494 h 6858000"/>
              <a:gd name="connsiteX160" fmla="*/ 1510397 w 7467600"/>
              <a:gd name="connsiteY160" fmla="*/ 3684705 h 6858000"/>
              <a:gd name="connsiteX161" fmla="*/ 1146550 w 7467600"/>
              <a:gd name="connsiteY161" fmla="*/ 3802012 h 6858000"/>
              <a:gd name="connsiteX162" fmla="*/ 698834 w 7467600"/>
              <a:gd name="connsiteY162" fmla="*/ 3952272 h 6858000"/>
              <a:gd name="connsiteX163" fmla="*/ 34256 w 7467600"/>
              <a:gd name="connsiteY163" fmla="*/ 4347603 h 6858000"/>
              <a:gd name="connsiteX164" fmla="*/ 527241 w 7467600"/>
              <a:gd name="connsiteY164" fmla="*/ 4065078 h 6858000"/>
              <a:gd name="connsiteX165" fmla="*/ 1510397 w 7467600"/>
              <a:gd name="connsiteY165" fmla="*/ 3684705 h 6858000"/>
              <a:gd name="connsiteX166" fmla="*/ 1313114 w 7467600"/>
              <a:gd name="connsiteY166" fmla="*/ 3655216 h 6858000"/>
              <a:gd name="connsiteX167" fmla="*/ 1109304 w 7467600"/>
              <a:gd name="connsiteY167" fmla="*/ 3669030 h 6858000"/>
              <a:gd name="connsiteX168" fmla="*/ 8129 w 7467600"/>
              <a:gd name="connsiteY168" fmla="*/ 4330519 h 6858000"/>
              <a:gd name="connsiteX169" fmla="*/ 687572 w 7467600"/>
              <a:gd name="connsiteY169" fmla="*/ 3925629 h 6858000"/>
              <a:gd name="connsiteX170" fmla="*/ 1138365 w 7467600"/>
              <a:gd name="connsiteY170" fmla="*/ 3774515 h 6858000"/>
              <a:gd name="connsiteX171" fmla="*/ 1505579 w 7467600"/>
              <a:gd name="connsiteY171" fmla="*/ 3655526 h 6858000"/>
              <a:gd name="connsiteX172" fmla="*/ 1313114 w 7467600"/>
              <a:gd name="connsiteY172" fmla="*/ 3655216 h 6858000"/>
              <a:gd name="connsiteX173" fmla="*/ 3655073 w 7467600"/>
              <a:gd name="connsiteY173" fmla="*/ 3650884 h 6858000"/>
              <a:gd name="connsiteX174" fmla="*/ 3989938 w 7467600"/>
              <a:gd name="connsiteY174" fmla="*/ 3991685 h 6858000"/>
              <a:gd name="connsiteX175" fmla="*/ 4393907 w 7467600"/>
              <a:gd name="connsiteY175" fmla="*/ 4261258 h 6858000"/>
              <a:gd name="connsiteX176" fmla="*/ 4648051 w 7467600"/>
              <a:gd name="connsiteY176" fmla="*/ 4374051 h 6858000"/>
              <a:gd name="connsiteX177" fmla="*/ 4383389 w 7467600"/>
              <a:gd name="connsiteY177" fmla="*/ 4184369 h 6858000"/>
              <a:gd name="connsiteX178" fmla="*/ 4165508 w 7467600"/>
              <a:gd name="connsiteY178" fmla="*/ 4035196 h 6858000"/>
              <a:gd name="connsiteX179" fmla="*/ 4068162 w 7467600"/>
              <a:gd name="connsiteY179" fmla="*/ 3953394 h 6858000"/>
              <a:gd name="connsiteX180" fmla="*/ 3981416 w 7467600"/>
              <a:gd name="connsiteY180" fmla="*/ 3880482 h 6858000"/>
              <a:gd name="connsiteX181" fmla="*/ 3800147 w 7467600"/>
              <a:gd name="connsiteY181" fmla="*/ 3749872 h 6858000"/>
              <a:gd name="connsiteX182" fmla="*/ 3655073 w 7467600"/>
              <a:gd name="connsiteY182" fmla="*/ 3650884 h 6858000"/>
              <a:gd name="connsiteX183" fmla="*/ 3670252 w 7467600"/>
              <a:gd name="connsiteY183" fmla="*/ 3622798 h 6858000"/>
              <a:gd name="connsiteX184" fmla="*/ 3817258 w 7467600"/>
              <a:gd name="connsiteY184" fmla="*/ 3723577 h 6858000"/>
              <a:gd name="connsiteX185" fmla="*/ 4000461 w 7467600"/>
              <a:gd name="connsiteY185" fmla="*/ 3855966 h 6858000"/>
              <a:gd name="connsiteX186" fmla="*/ 4088180 w 7467600"/>
              <a:gd name="connsiteY186" fmla="*/ 3929774 h 6858000"/>
              <a:gd name="connsiteX187" fmla="*/ 4184555 w 7467600"/>
              <a:gd name="connsiteY187" fmla="*/ 4010683 h 6858000"/>
              <a:gd name="connsiteX188" fmla="*/ 4399563 w 7467600"/>
              <a:gd name="connsiteY188" fmla="*/ 4158106 h 6858000"/>
              <a:gd name="connsiteX189" fmla="*/ 4684469 w 7467600"/>
              <a:gd name="connsiteY189" fmla="*/ 4364680 h 6858000"/>
              <a:gd name="connsiteX190" fmla="*/ 4690271 w 7467600"/>
              <a:gd name="connsiteY190" fmla="*/ 4370034 h 6858000"/>
              <a:gd name="connsiteX191" fmla="*/ 4136093 w 7467600"/>
              <a:gd name="connsiteY191" fmla="*/ 3858466 h 6858000"/>
              <a:gd name="connsiteX192" fmla="*/ 3670252 w 7467600"/>
              <a:gd name="connsiteY192" fmla="*/ 3622798 h 6858000"/>
              <a:gd name="connsiteX193" fmla="*/ 4440129 w 7467600"/>
              <a:gd name="connsiteY193" fmla="*/ 3448571 h 6858000"/>
              <a:gd name="connsiteX194" fmla="*/ 4856525 w 7467600"/>
              <a:gd name="connsiteY194" fmla="*/ 3915351 h 6858000"/>
              <a:gd name="connsiteX195" fmla="*/ 5059055 w 7467600"/>
              <a:gd name="connsiteY195" fmla="*/ 4108918 h 6858000"/>
              <a:gd name="connsiteX196" fmla="*/ 5290070 w 7467600"/>
              <a:gd name="connsiteY196" fmla="*/ 4263619 h 6858000"/>
              <a:gd name="connsiteX197" fmla="*/ 4834991 w 7467600"/>
              <a:gd name="connsiteY197" fmla="*/ 3830985 h 6858000"/>
              <a:gd name="connsiteX198" fmla="*/ 4440129 w 7467600"/>
              <a:gd name="connsiteY198" fmla="*/ 3448571 h 6858000"/>
              <a:gd name="connsiteX199" fmla="*/ 4441737 w 7467600"/>
              <a:gd name="connsiteY199" fmla="*/ 3399734 h 6858000"/>
              <a:gd name="connsiteX200" fmla="*/ 4431236 w 7467600"/>
              <a:gd name="connsiteY200" fmla="*/ 3400954 h 6858000"/>
              <a:gd name="connsiteX201" fmla="*/ 4557150 w 7467600"/>
              <a:gd name="connsiteY201" fmla="*/ 3510023 h 6858000"/>
              <a:gd name="connsiteX202" fmla="*/ 4856936 w 7467600"/>
              <a:gd name="connsiteY202" fmla="*/ 3809146 h 6858000"/>
              <a:gd name="connsiteX203" fmla="*/ 5111996 w 7467600"/>
              <a:gd name="connsiteY203" fmla="*/ 4065759 h 6858000"/>
              <a:gd name="connsiteX204" fmla="*/ 5388878 w 7467600"/>
              <a:gd name="connsiteY204" fmla="*/ 4300185 h 6858000"/>
              <a:gd name="connsiteX205" fmla="*/ 5425556 w 7467600"/>
              <a:gd name="connsiteY205" fmla="*/ 4308967 h 6858000"/>
              <a:gd name="connsiteX206" fmla="*/ 4943646 w 7467600"/>
              <a:gd name="connsiteY206" fmla="*/ 3822916 h 6858000"/>
              <a:gd name="connsiteX207" fmla="*/ 4594837 w 7467600"/>
              <a:gd name="connsiteY207" fmla="*/ 3532274 h 6858000"/>
              <a:gd name="connsiteX208" fmla="*/ 4441737 w 7467600"/>
              <a:gd name="connsiteY208" fmla="*/ 3399734 h 6858000"/>
              <a:gd name="connsiteX209" fmla="*/ 5425834 w 7467600"/>
              <a:gd name="connsiteY209" fmla="*/ 3162785 h 6858000"/>
              <a:gd name="connsiteX210" fmla="*/ 5401644 w 7467600"/>
              <a:gd name="connsiteY210" fmla="*/ 3617847 h 6858000"/>
              <a:gd name="connsiteX211" fmla="*/ 5467256 w 7467600"/>
              <a:gd name="connsiteY211" fmla="*/ 4175494 h 6858000"/>
              <a:gd name="connsiteX212" fmla="*/ 5448069 w 7467600"/>
              <a:gd name="connsiteY212" fmla="*/ 3567554 h 6858000"/>
              <a:gd name="connsiteX213" fmla="*/ 5425834 w 7467600"/>
              <a:gd name="connsiteY213" fmla="*/ 3162785 h 6858000"/>
              <a:gd name="connsiteX214" fmla="*/ 1318687 w 7467600"/>
              <a:gd name="connsiteY214" fmla="*/ 3113840 h 6858000"/>
              <a:gd name="connsiteX215" fmla="*/ 1066793 w 7467600"/>
              <a:gd name="connsiteY215" fmla="*/ 3212171 h 6858000"/>
              <a:gd name="connsiteX216" fmla="*/ 993319 w 7467600"/>
              <a:gd name="connsiteY216" fmla="*/ 3247648 h 6858000"/>
              <a:gd name="connsiteX217" fmla="*/ 853081 w 7467600"/>
              <a:gd name="connsiteY217" fmla="*/ 3312410 h 6858000"/>
              <a:gd name="connsiteX218" fmla="*/ 805957 w 7467600"/>
              <a:gd name="connsiteY218" fmla="*/ 3330443 h 6858000"/>
              <a:gd name="connsiteX219" fmla="*/ 1318687 w 7467600"/>
              <a:gd name="connsiteY219" fmla="*/ 3113840 h 6858000"/>
              <a:gd name="connsiteX220" fmla="*/ 5453702 w 7467600"/>
              <a:gd name="connsiteY220" fmla="*/ 3090882 h 6858000"/>
              <a:gd name="connsiteX221" fmla="*/ 5480135 w 7467600"/>
              <a:gd name="connsiteY221" fmla="*/ 3565802 h 6858000"/>
              <a:gd name="connsiteX222" fmla="*/ 5499023 w 7467600"/>
              <a:gd name="connsiteY222" fmla="*/ 4166310 h 6858000"/>
              <a:gd name="connsiteX223" fmla="*/ 5547022 w 7467600"/>
              <a:gd name="connsiteY223" fmla="*/ 3607838 h 6858000"/>
              <a:gd name="connsiteX224" fmla="*/ 5515964 w 7467600"/>
              <a:gd name="connsiteY224" fmla="*/ 3378541 h 6858000"/>
              <a:gd name="connsiteX225" fmla="*/ 5453702 w 7467600"/>
              <a:gd name="connsiteY225" fmla="*/ 3090882 h 6858000"/>
              <a:gd name="connsiteX226" fmla="*/ 1238695 w 7467600"/>
              <a:gd name="connsiteY226" fmla="*/ 3076820 h 6858000"/>
              <a:gd name="connsiteX227" fmla="*/ 716371 w 7467600"/>
              <a:gd name="connsiteY227" fmla="*/ 3293249 h 6858000"/>
              <a:gd name="connsiteX228" fmla="*/ 579522 w 7467600"/>
              <a:gd name="connsiteY228" fmla="*/ 3371759 h 6858000"/>
              <a:gd name="connsiteX229" fmla="*/ 600288 w 7467600"/>
              <a:gd name="connsiteY229" fmla="*/ 3365555 h 6858000"/>
              <a:gd name="connsiteX230" fmla="*/ 840692 w 7467600"/>
              <a:gd name="connsiteY230" fmla="*/ 3284921 h 6858000"/>
              <a:gd name="connsiteX231" fmla="*/ 979248 w 7467600"/>
              <a:gd name="connsiteY231" fmla="*/ 3221003 h 6858000"/>
              <a:gd name="connsiteX232" fmla="*/ 1053282 w 7467600"/>
              <a:gd name="connsiteY232" fmla="*/ 3185247 h 6858000"/>
              <a:gd name="connsiteX233" fmla="*/ 1320603 w 7467600"/>
              <a:gd name="connsiteY233" fmla="*/ 3081281 h 6858000"/>
              <a:gd name="connsiteX234" fmla="*/ 1238695 w 7467600"/>
              <a:gd name="connsiteY234" fmla="*/ 3076820 h 6858000"/>
              <a:gd name="connsiteX235" fmla="*/ 5425627 w 7467600"/>
              <a:gd name="connsiteY235" fmla="*/ 2954192 h 6858000"/>
              <a:gd name="connsiteX236" fmla="*/ 5470770 w 7467600"/>
              <a:gd name="connsiteY236" fmla="*/ 3005435 h 6858000"/>
              <a:gd name="connsiteX237" fmla="*/ 5519779 w 7467600"/>
              <a:gd name="connsiteY237" fmla="*/ 4359223 h 6858000"/>
              <a:gd name="connsiteX238" fmla="*/ 5520293 w 7467600"/>
              <a:gd name="connsiteY238" fmla="*/ 4360602 h 6858000"/>
              <a:gd name="connsiteX239" fmla="*/ 5767221 w 7467600"/>
              <a:gd name="connsiteY239" fmla="*/ 4665564 h 6858000"/>
              <a:gd name="connsiteX240" fmla="*/ 6937169 w 7467600"/>
              <a:gd name="connsiteY240" fmla="*/ 4815941 h 6858000"/>
              <a:gd name="connsiteX241" fmla="*/ 6953922 w 7467600"/>
              <a:gd name="connsiteY241" fmla="*/ 4890068 h 6858000"/>
              <a:gd name="connsiteX242" fmla="*/ 6071359 w 7467600"/>
              <a:gd name="connsiteY242" fmla="*/ 4770770 h 6858000"/>
              <a:gd name="connsiteX243" fmla="*/ 6038839 w 7467600"/>
              <a:gd name="connsiteY243" fmla="*/ 4764474 h 6858000"/>
              <a:gd name="connsiteX244" fmla="*/ 6038706 w 7467600"/>
              <a:gd name="connsiteY244" fmla="*/ 4763847 h 6858000"/>
              <a:gd name="connsiteX245" fmla="*/ 6037784 w 7467600"/>
              <a:gd name="connsiteY245" fmla="*/ 4764270 h 6858000"/>
              <a:gd name="connsiteX246" fmla="*/ 6038839 w 7467600"/>
              <a:gd name="connsiteY246" fmla="*/ 4764474 h 6858000"/>
              <a:gd name="connsiteX247" fmla="*/ 6040338 w 7467600"/>
              <a:gd name="connsiteY247" fmla="*/ 4771418 h 6858000"/>
              <a:gd name="connsiteX248" fmla="*/ 6024488 w 7467600"/>
              <a:gd name="connsiteY248" fmla="*/ 4809903 h 6858000"/>
              <a:gd name="connsiteX249" fmla="*/ 5599771 w 7467600"/>
              <a:gd name="connsiteY249" fmla="*/ 5509652 h 6858000"/>
              <a:gd name="connsiteX250" fmla="*/ 5548843 w 7467600"/>
              <a:gd name="connsiteY250" fmla="*/ 5563845 h 6858000"/>
              <a:gd name="connsiteX251" fmla="*/ 5940952 w 7467600"/>
              <a:gd name="connsiteY251" fmla="*/ 6250028 h 6858000"/>
              <a:gd name="connsiteX252" fmla="*/ 6043441 w 7467600"/>
              <a:gd name="connsiteY252" fmla="*/ 6665847 h 6858000"/>
              <a:gd name="connsiteX253" fmla="*/ 6093432 w 7467600"/>
              <a:gd name="connsiteY253" fmla="*/ 6858000 h 6858000"/>
              <a:gd name="connsiteX254" fmla="*/ 6034344 w 7467600"/>
              <a:gd name="connsiteY254" fmla="*/ 6858000 h 6858000"/>
              <a:gd name="connsiteX255" fmla="*/ 6026679 w 7467600"/>
              <a:gd name="connsiteY255" fmla="*/ 6836959 h 6858000"/>
              <a:gd name="connsiteX256" fmla="*/ 5800441 w 7467600"/>
              <a:gd name="connsiteY256" fmla="*/ 6335286 h 6858000"/>
              <a:gd name="connsiteX257" fmla="*/ 5526562 w 7467600"/>
              <a:gd name="connsiteY257" fmla="*/ 5705388 h 6858000"/>
              <a:gd name="connsiteX258" fmla="*/ 5519640 w 7467600"/>
              <a:gd name="connsiteY258" fmla="*/ 5683774 h 6858000"/>
              <a:gd name="connsiteX259" fmla="*/ 5844559 w 7467600"/>
              <a:gd name="connsiteY259" fmla="*/ 6553349 h 6858000"/>
              <a:gd name="connsiteX260" fmla="*/ 5975994 w 7467600"/>
              <a:gd name="connsiteY260" fmla="*/ 6858000 h 6858000"/>
              <a:gd name="connsiteX261" fmla="*/ 5898547 w 7467600"/>
              <a:gd name="connsiteY261" fmla="*/ 6858000 h 6858000"/>
              <a:gd name="connsiteX262" fmla="*/ 5682041 w 7467600"/>
              <a:gd name="connsiteY262" fmla="*/ 6355860 h 6858000"/>
              <a:gd name="connsiteX263" fmla="*/ 5461758 w 7467600"/>
              <a:gd name="connsiteY263" fmla="*/ 5820220 h 6858000"/>
              <a:gd name="connsiteX264" fmla="*/ 5237282 w 7467600"/>
              <a:gd name="connsiteY264" fmla="*/ 6579086 h 6858000"/>
              <a:gd name="connsiteX265" fmla="*/ 5115009 w 7467600"/>
              <a:gd name="connsiteY265" fmla="*/ 6858000 h 6858000"/>
              <a:gd name="connsiteX266" fmla="*/ 5028074 w 7467600"/>
              <a:gd name="connsiteY266" fmla="*/ 6858000 h 6858000"/>
              <a:gd name="connsiteX267" fmla="*/ 5079508 w 7467600"/>
              <a:gd name="connsiteY267" fmla="*/ 6749074 h 6858000"/>
              <a:gd name="connsiteX268" fmla="*/ 5371846 w 7467600"/>
              <a:gd name="connsiteY268" fmla="*/ 5924413 h 6858000"/>
              <a:gd name="connsiteX269" fmla="*/ 5270512 w 7467600"/>
              <a:gd name="connsiteY269" fmla="*/ 6138975 h 6858000"/>
              <a:gd name="connsiteX270" fmla="*/ 5062409 w 7467600"/>
              <a:gd name="connsiteY270" fmla="*/ 6653544 h 6858000"/>
              <a:gd name="connsiteX271" fmla="*/ 5036628 w 7467600"/>
              <a:gd name="connsiteY271" fmla="*/ 6754247 h 6858000"/>
              <a:gd name="connsiteX272" fmla="*/ 5009112 w 7467600"/>
              <a:gd name="connsiteY272" fmla="*/ 6858000 h 6858000"/>
              <a:gd name="connsiteX273" fmla="*/ 4976679 w 7467600"/>
              <a:gd name="connsiteY273" fmla="*/ 6858000 h 6858000"/>
              <a:gd name="connsiteX274" fmla="*/ 5006537 w 7467600"/>
              <a:gd name="connsiteY274" fmla="*/ 6747068 h 6858000"/>
              <a:gd name="connsiteX275" fmla="*/ 5032723 w 7467600"/>
              <a:gd name="connsiteY275" fmla="*/ 6644957 h 6858000"/>
              <a:gd name="connsiteX276" fmla="*/ 5242949 w 7467600"/>
              <a:gd name="connsiteY276" fmla="*/ 6125175 h 6858000"/>
              <a:gd name="connsiteX277" fmla="*/ 5286321 w 7467600"/>
              <a:gd name="connsiteY277" fmla="*/ 6033555 h 6858000"/>
              <a:gd name="connsiteX278" fmla="*/ 5008210 w 7467600"/>
              <a:gd name="connsiteY278" fmla="*/ 6649194 h 6858000"/>
              <a:gd name="connsiteX279" fmla="*/ 4986321 w 7467600"/>
              <a:gd name="connsiteY279" fmla="*/ 6765687 h 6858000"/>
              <a:gd name="connsiteX280" fmla="*/ 4973474 w 7467600"/>
              <a:gd name="connsiteY280" fmla="*/ 6858000 h 6858000"/>
              <a:gd name="connsiteX281" fmla="*/ 4907178 w 7467600"/>
              <a:gd name="connsiteY281" fmla="*/ 6858000 h 6858000"/>
              <a:gd name="connsiteX282" fmla="*/ 4910810 w 7467600"/>
              <a:gd name="connsiteY282" fmla="*/ 6829660 h 6858000"/>
              <a:gd name="connsiteX283" fmla="*/ 4987461 w 7467600"/>
              <a:gd name="connsiteY283" fmla="*/ 6432994 h 6858000"/>
              <a:gd name="connsiteX284" fmla="*/ 5179262 w 7467600"/>
              <a:gd name="connsiteY284" fmla="*/ 6035044 h 6858000"/>
              <a:gd name="connsiteX285" fmla="*/ 4689678 w 7467600"/>
              <a:gd name="connsiteY285" fmla="*/ 6440241 h 6858000"/>
              <a:gd name="connsiteX286" fmla="*/ 4477543 w 7467600"/>
              <a:gd name="connsiteY286" fmla="*/ 6674836 h 6858000"/>
              <a:gd name="connsiteX287" fmla="*/ 4329957 w 7467600"/>
              <a:gd name="connsiteY287" fmla="*/ 6858000 h 6858000"/>
              <a:gd name="connsiteX288" fmla="*/ 4218595 w 7467600"/>
              <a:gd name="connsiteY288" fmla="*/ 6858000 h 6858000"/>
              <a:gd name="connsiteX289" fmla="*/ 4368888 w 7467600"/>
              <a:gd name="connsiteY289" fmla="*/ 6668412 h 6858000"/>
              <a:gd name="connsiteX290" fmla="*/ 4563091 w 7467600"/>
              <a:gd name="connsiteY290" fmla="*/ 6442508 h 6858000"/>
              <a:gd name="connsiteX291" fmla="*/ 5387324 w 7467600"/>
              <a:gd name="connsiteY291" fmla="*/ 5705830 h 6858000"/>
              <a:gd name="connsiteX292" fmla="*/ 5073620 w 7467600"/>
              <a:gd name="connsiteY292" fmla="*/ 5955437 h 6858000"/>
              <a:gd name="connsiteX293" fmla="*/ 4689789 w 7467600"/>
              <a:gd name="connsiteY293" fmla="*/ 6268382 h 6858000"/>
              <a:gd name="connsiteX294" fmla="*/ 4418722 w 7467600"/>
              <a:gd name="connsiteY294" fmla="*/ 6570886 h 6858000"/>
              <a:gd name="connsiteX295" fmla="*/ 4214944 w 7467600"/>
              <a:gd name="connsiteY295" fmla="*/ 6858000 h 6858000"/>
              <a:gd name="connsiteX296" fmla="*/ 4177898 w 7467600"/>
              <a:gd name="connsiteY296" fmla="*/ 6858000 h 6858000"/>
              <a:gd name="connsiteX297" fmla="*/ 4391597 w 7467600"/>
              <a:gd name="connsiteY297" fmla="*/ 6556370 h 6858000"/>
              <a:gd name="connsiteX298" fmla="*/ 4668889 w 7467600"/>
              <a:gd name="connsiteY298" fmla="*/ 6246399 h 6858000"/>
              <a:gd name="connsiteX299" fmla="*/ 5055427 w 7467600"/>
              <a:gd name="connsiteY299" fmla="*/ 5931476 h 6858000"/>
              <a:gd name="connsiteX300" fmla="*/ 5371814 w 7467600"/>
              <a:gd name="connsiteY300" fmla="*/ 5678975 h 6858000"/>
              <a:gd name="connsiteX301" fmla="*/ 4987918 w 7467600"/>
              <a:gd name="connsiteY301" fmla="*/ 5838701 h 6858000"/>
              <a:gd name="connsiteX302" fmla="*/ 4317146 w 7467600"/>
              <a:gd name="connsiteY302" fmla="*/ 6587716 h 6858000"/>
              <a:gd name="connsiteX303" fmla="*/ 4171627 w 7467600"/>
              <a:gd name="connsiteY303" fmla="*/ 6858000 h 6858000"/>
              <a:gd name="connsiteX304" fmla="*/ 4081585 w 7467600"/>
              <a:gd name="connsiteY304" fmla="*/ 6858000 h 6858000"/>
              <a:gd name="connsiteX305" fmla="*/ 4238603 w 7467600"/>
              <a:gd name="connsiteY305" fmla="*/ 6559341 h 6858000"/>
              <a:gd name="connsiteX306" fmla="*/ 4778333 w 7467600"/>
              <a:gd name="connsiteY306" fmla="*/ 5873626 h 6858000"/>
              <a:gd name="connsiteX307" fmla="*/ 5414185 w 7467600"/>
              <a:gd name="connsiteY307" fmla="*/ 5573882 h 6858000"/>
              <a:gd name="connsiteX308" fmla="*/ 5959648 w 7467600"/>
              <a:gd name="connsiteY308" fmla="*/ 4760797 h 6858000"/>
              <a:gd name="connsiteX309" fmla="*/ 5355019 w 7467600"/>
              <a:gd name="connsiteY309" fmla="*/ 4734672 h 6858000"/>
              <a:gd name="connsiteX310" fmla="*/ 5083565 w 7467600"/>
              <a:gd name="connsiteY310" fmla="*/ 5179121 h 6858000"/>
              <a:gd name="connsiteX311" fmla="*/ 4713577 w 7467600"/>
              <a:gd name="connsiteY311" fmla="*/ 5616803 h 6858000"/>
              <a:gd name="connsiteX312" fmla="*/ 3989559 w 7467600"/>
              <a:gd name="connsiteY312" fmla="*/ 6145945 h 6858000"/>
              <a:gd name="connsiteX313" fmla="*/ 3939824 w 7467600"/>
              <a:gd name="connsiteY313" fmla="*/ 6066900 h 6858000"/>
              <a:gd name="connsiteX314" fmla="*/ 4584537 w 7467600"/>
              <a:gd name="connsiteY314" fmla="*/ 5324826 h 6858000"/>
              <a:gd name="connsiteX315" fmla="*/ 5037105 w 7467600"/>
              <a:gd name="connsiteY315" fmla="*/ 5088765 h 6858000"/>
              <a:gd name="connsiteX316" fmla="*/ 5039930 w 7467600"/>
              <a:gd name="connsiteY316" fmla="*/ 5089585 h 6858000"/>
              <a:gd name="connsiteX317" fmla="*/ 5263764 w 7467600"/>
              <a:gd name="connsiteY317" fmla="*/ 4735525 h 6858000"/>
              <a:gd name="connsiteX318" fmla="*/ 4086300 w 7467600"/>
              <a:gd name="connsiteY318" fmla="*/ 4884599 h 6858000"/>
              <a:gd name="connsiteX319" fmla="*/ 4085485 w 7467600"/>
              <a:gd name="connsiteY319" fmla="*/ 4899070 h 6858000"/>
              <a:gd name="connsiteX320" fmla="*/ 3871915 w 7467600"/>
              <a:gd name="connsiteY320" fmla="*/ 5253645 h 6858000"/>
              <a:gd name="connsiteX321" fmla="*/ 3799374 w 7467600"/>
              <a:gd name="connsiteY321" fmla="*/ 5466127 h 6858000"/>
              <a:gd name="connsiteX322" fmla="*/ 3498850 w 7467600"/>
              <a:gd name="connsiteY322" fmla="*/ 6661888 h 6858000"/>
              <a:gd name="connsiteX323" fmla="*/ 3399216 w 7467600"/>
              <a:gd name="connsiteY323" fmla="*/ 6858000 h 6858000"/>
              <a:gd name="connsiteX324" fmla="*/ 3303688 w 7467600"/>
              <a:gd name="connsiteY324" fmla="*/ 6858000 h 6858000"/>
              <a:gd name="connsiteX325" fmla="*/ 3391774 w 7467600"/>
              <a:gd name="connsiteY325" fmla="*/ 6697181 h 6858000"/>
              <a:gd name="connsiteX326" fmla="*/ 3735540 w 7467600"/>
              <a:gd name="connsiteY326" fmla="*/ 5546923 h 6858000"/>
              <a:gd name="connsiteX327" fmla="*/ 3729438 w 7467600"/>
              <a:gd name="connsiteY327" fmla="*/ 5569058 h 6858000"/>
              <a:gd name="connsiteX328" fmla="*/ 3707782 w 7467600"/>
              <a:gd name="connsiteY328" fmla="*/ 5644908 h 6858000"/>
              <a:gd name="connsiteX329" fmla="*/ 3583827 w 7467600"/>
              <a:gd name="connsiteY329" fmla="*/ 6039215 h 6858000"/>
              <a:gd name="connsiteX330" fmla="*/ 3547861 w 7467600"/>
              <a:gd name="connsiteY330" fmla="*/ 6129609 h 6858000"/>
              <a:gd name="connsiteX331" fmla="*/ 3490905 w 7467600"/>
              <a:gd name="connsiteY331" fmla="*/ 6277660 h 6858000"/>
              <a:gd name="connsiteX332" fmla="*/ 3455859 w 7467600"/>
              <a:gd name="connsiteY332" fmla="*/ 6391301 h 6858000"/>
              <a:gd name="connsiteX333" fmla="*/ 3429112 w 7467600"/>
              <a:gd name="connsiteY333" fmla="*/ 6479469 h 6858000"/>
              <a:gd name="connsiteX334" fmla="*/ 3304862 w 7467600"/>
              <a:gd name="connsiteY334" fmla="*/ 6796476 h 6858000"/>
              <a:gd name="connsiteX335" fmla="*/ 3276071 w 7467600"/>
              <a:gd name="connsiteY335" fmla="*/ 6858000 h 6858000"/>
              <a:gd name="connsiteX336" fmla="*/ 3240805 w 7467600"/>
              <a:gd name="connsiteY336" fmla="*/ 6858000 h 6858000"/>
              <a:gd name="connsiteX337" fmla="*/ 3275917 w 7467600"/>
              <a:gd name="connsiteY337" fmla="*/ 6783192 h 6858000"/>
              <a:gd name="connsiteX338" fmla="*/ 3399358 w 7467600"/>
              <a:gd name="connsiteY338" fmla="*/ 6469011 h 6858000"/>
              <a:gd name="connsiteX339" fmla="*/ 3425650 w 7467600"/>
              <a:gd name="connsiteY339" fmla="*/ 6381333 h 6858000"/>
              <a:gd name="connsiteX340" fmla="*/ 3460661 w 7467600"/>
              <a:gd name="connsiteY340" fmla="*/ 6266763 h 6858000"/>
              <a:gd name="connsiteX341" fmla="*/ 3518021 w 7467600"/>
              <a:gd name="connsiteY341" fmla="*/ 6117298 h 6858000"/>
              <a:gd name="connsiteX342" fmla="*/ 3554035 w 7467600"/>
              <a:gd name="connsiteY342" fmla="*/ 6027832 h 6858000"/>
              <a:gd name="connsiteX343" fmla="*/ 3677174 w 7467600"/>
              <a:gd name="connsiteY343" fmla="*/ 5636351 h 6858000"/>
              <a:gd name="connsiteX344" fmla="*/ 3698819 w 7467600"/>
              <a:gd name="connsiteY344" fmla="*/ 5560503 h 6858000"/>
              <a:gd name="connsiteX345" fmla="*/ 3702094 w 7467600"/>
              <a:gd name="connsiteY345" fmla="*/ 5549194 h 6858000"/>
              <a:gd name="connsiteX346" fmla="*/ 3398355 w 7467600"/>
              <a:gd name="connsiteY346" fmla="*/ 6094603 h 6858000"/>
              <a:gd name="connsiteX347" fmla="*/ 3193941 w 7467600"/>
              <a:gd name="connsiteY347" fmla="*/ 6798775 h 6858000"/>
              <a:gd name="connsiteX348" fmla="*/ 3184140 w 7467600"/>
              <a:gd name="connsiteY348" fmla="*/ 6858000 h 6858000"/>
              <a:gd name="connsiteX349" fmla="*/ 3099978 w 7467600"/>
              <a:gd name="connsiteY349" fmla="*/ 6858000 h 6858000"/>
              <a:gd name="connsiteX350" fmla="*/ 3101556 w 7467600"/>
              <a:gd name="connsiteY350" fmla="*/ 6843337 h 6858000"/>
              <a:gd name="connsiteX351" fmla="*/ 3370162 w 7467600"/>
              <a:gd name="connsiteY351" fmla="*/ 5785550 h 6858000"/>
              <a:gd name="connsiteX352" fmla="*/ 3746477 w 7467600"/>
              <a:gd name="connsiteY352" fmla="*/ 5377889 h 6858000"/>
              <a:gd name="connsiteX353" fmla="*/ 3863399 w 7467600"/>
              <a:gd name="connsiteY353" fmla="*/ 5087257 h 6858000"/>
              <a:gd name="connsiteX354" fmla="*/ 3968712 w 7467600"/>
              <a:gd name="connsiteY354" fmla="*/ 4913989 h 6858000"/>
              <a:gd name="connsiteX355" fmla="*/ 2792390 w 7467600"/>
              <a:gd name="connsiteY355" fmla="*/ 5382974 h 6858000"/>
              <a:gd name="connsiteX356" fmla="*/ 2714982 w 7467600"/>
              <a:gd name="connsiteY356" fmla="*/ 5427051 h 6858000"/>
              <a:gd name="connsiteX357" fmla="*/ 2813361 w 7467600"/>
              <a:gd name="connsiteY357" fmla="*/ 6023912 h 6858000"/>
              <a:gd name="connsiteX358" fmla="*/ 2688430 w 7467600"/>
              <a:gd name="connsiteY358" fmla="*/ 6801564 h 6858000"/>
              <a:gd name="connsiteX359" fmla="*/ 2629626 w 7467600"/>
              <a:gd name="connsiteY359" fmla="*/ 6763394 h 6858000"/>
              <a:gd name="connsiteX360" fmla="*/ 2565328 w 7467600"/>
              <a:gd name="connsiteY360" fmla="*/ 5516399 h 6858000"/>
              <a:gd name="connsiteX361" fmla="*/ 1922999 w 7467600"/>
              <a:gd name="connsiteY361" fmla="*/ 5980343 h 6858000"/>
              <a:gd name="connsiteX362" fmla="*/ 1950261 w 7467600"/>
              <a:gd name="connsiteY362" fmla="*/ 6405858 h 6858000"/>
              <a:gd name="connsiteX363" fmla="*/ 2365554 w 7467600"/>
              <a:gd name="connsiteY363" fmla="*/ 6759107 h 6858000"/>
              <a:gd name="connsiteX364" fmla="*/ 2424142 w 7467600"/>
              <a:gd name="connsiteY364" fmla="*/ 6858000 h 6858000"/>
              <a:gd name="connsiteX365" fmla="*/ 2395994 w 7467600"/>
              <a:gd name="connsiteY365" fmla="*/ 6858000 h 6858000"/>
              <a:gd name="connsiteX366" fmla="*/ 2392863 w 7467600"/>
              <a:gd name="connsiteY366" fmla="*/ 6852964 h 6858000"/>
              <a:gd name="connsiteX367" fmla="*/ 2017589 w 7467600"/>
              <a:gd name="connsiteY367" fmla="*/ 6493982 h 6858000"/>
              <a:gd name="connsiteX368" fmla="*/ 2147336 w 7467600"/>
              <a:gd name="connsiteY368" fmla="*/ 6594052 h 6858000"/>
              <a:gd name="connsiteX369" fmla="*/ 2207047 w 7467600"/>
              <a:gd name="connsiteY369" fmla="*/ 6654540 h 6858000"/>
              <a:gd name="connsiteX370" fmla="*/ 2299106 w 7467600"/>
              <a:gd name="connsiteY370" fmla="*/ 6778931 h 6858000"/>
              <a:gd name="connsiteX371" fmla="*/ 2314430 w 7467600"/>
              <a:gd name="connsiteY371" fmla="*/ 6801144 h 6858000"/>
              <a:gd name="connsiteX372" fmla="*/ 2352406 w 7467600"/>
              <a:gd name="connsiteY372" fmla="*/ 6858000 h 6858000"/>
              <a:gd name="connsiteX373" fmla="*/ 2314492 w 7467600"/>
              <a:gd name="connsiteY373" fmla="*/ 6858000 h 6858000"/>
              <a:gd name="connsiteX374" fmla="*/ 2288095 w 7467600"/>
              <a:gd name="connsiteY374" fmla="*/ 6818030 h 6858000"/>
              <a:gd name="connsiteX375" fmla="*/ 2272768 w 7467600"/>
              <a:gd name="connsiteY375" fmla="*/ 6795822 h 6858000"/>
              <a:gd name="connsiteX376" fmla="*/ 2182715 w 7467600"/>
              <a:gd name="connsiteY376" fmla="*/ 6675071 h 6858000"/>
              <a:gd name="connsiteX377" fmla="*/ 2032061 w 7467600"/>
              <a:gd name="connsiteY377" fmla="*/ 6541380 h 6858000"/>
              <a:gd name="connsiteX378" fmla="*/ 2257220 w 7467600"/>
              <a:gd name="connsiteY378" fmla="*/ 6826257 h 6858000"/>
              <a:gd name="connsiteX379" fmla="*/ 2281324 w 7467600"/>
              <a:gd name="connsiteY379" fmla="*/ 6858000 h 6858000"/>
              <a:gd name="connsiteX380" fmla="*/ 2242860 w 7467600"/>
              <a:gd name="connsiteY380" fmla="*/ 6858000 h 6858000"/>
              <a:gd name="connsiteX381" fmla="*/ 2232818 w 7467600"/>
              <a:gd name="connsiteY381" fmla="*/ 6844926 h 6858000"/>
              <a:gd name="connsiteX382" fmla="*/ 1990172 w 7467600"/>
              <a:gd name="connsiteY382" fmla="*/ 6542121 h 6858000"/>
              <a:gd name="connsiteX383" fmla="*/ 2124090 w 7467600"/>
              <a:gd name="connsiteY383" fmla="*/ 6761017 h 6858000"/>
              <a:gd name="connsiteX384" fmla="*/ 2200380 w 7467600"/>
              <a:gd name="connsiteY384" fmla="*/ 6858000 h 6858000"/>
              <a:gd name="connsiteX385" fmla="*/ 2147507 w 7467600"/>
              <a:gd name="connsiteY385" fmla="*/ 6858000 h 6858000"/>
              <a:gd name="connsiteX386" fmla="*/ 2070668 w 7467600"/>
              <a:gd name="connsiteY386" fmla="*/ 6761520 h 6858000"/>
              <a:gd name="connsiteX387" fmla="*/ 1975142 w 7467600"/>
              <a:gd name="connsiteY387" fmla="*/ 6585570 h 6858000"/>
              <a:gd name="connsiteX388" fmla="*/ 2050035 w 7467600"/>
              <a:gd name="connsiteY388" fmla="*/ 6813345 h 6858000"/>
              <a:gd name="connsiteX389" fmla="*/ 2063025 w 7467600"/>
              <a:gd name="connsiteY389" fmla="*/ 6858000 h 6858000"/>
              <a:gd name="connsiteX390" fmla="*/ 2021675 w 7467600"/>
              <a:gd name="connsiteY390" fmla="*/ 6858000 h 6858000"/>
              <a:gd name="connsiteX391" fmla="*/ 2019308 w 7467600"/>
              <a:gd name="connsiteY391" fmla="*/ 6847118 h 6858000"/>
              <a:gd name="connsiteX392" fmla="*/ 1938835 w 7467600"/>
              <a:gd name="connsiteY392" fmla="*/ 6551160 h 6858000"/>
              <a:gd name="connsiteX393" fmla="*/ 1953230 w 7467600"/>
              <a:gd name="connsiteY393" fmla="*/ 6759699 h 6858000"/>
              <a:gd name="connsiteX394" fmla="*/ 1956763 w 7467600"/>
              <a:gd name="connsiteY394" fmla="*/ 6778191 h 6858000"/>
              <a:gd name="connsiteX395" fmla="*/ 1967925 w 7467600"/>
              <a:gd name="connsiteY395" fmla="*/ 6858000 h 6858000"/>
              <a:gd name="connsiteX396" fmla="*/ 1936622 w 7467600"/>
              <a:gd name="connsiteY396" fmla="*/ 6858000 h 6858000"/>
              <a:gd name="connsiteX397" fmla="*/ 1926261 w 7467600"/>
              <a:gd name="connsiteY397" fmla="*/ 6784064 h 6858000"/>
              <a:gd name="connsiteX398" fmla="*/ 1922724 w 7467600"/>
              <a:gd name="connsiteY398" fmla="*/ 6765577 h 6858000"/>
              <a:gd name="connsiteX399" fmla="*/ 1904650 w 7467600"/>
              <a:gd name="connsiteY399" fmla="*/ 6639616 h 6858000"/>
              <a:gd name="connsiteX400" fmla="*/ 1885273 w 7467600"/>
              <a:gd name="connsiteY400" fmla="*/ 6858000 h 6858000"/>
              <a:gd name="connsiteX401" fmla="*/ 1854363 w 7467600"/>
              <a:gd name="connsiteY401" fmla="*/ 6858000 h 6858000"/>
              <a:gd name="connsiteX402" fmla="*/ 1880391 w 7467600"/>
              <a:gd name="connsiteY402" fmla="*/ 6603796 h 6858000"/>
              <a:gd name="connsiteX403" fmla="*/ 1818273 w 7467600"/>
              <a:gd name="connsiteY403" fmla="*/ 6715729 h 6858000"/>
              <a:gd name="connsiteX404" fmla="*/ 1794691 w 7467600"/>
              <a:gd name="connsiteY404" fmla="*/ 6843239 h 6858000"/>
              <a:gd name="connsiteX405" fmla="*/ 1794914 w 7467600"/>
              <a:gd name="connsiteY405" fmla="*/ 6858000 h 6858000"/>
              <a:gd name="connsiteX406" fmla="*/ 1746128 w 7467600"/>
              <a:gd name="connsiteY406" fmla="*/ 6858000 h 6858000"/>
              <a:gd name="connsiteX407" fmla="*/ 1753934 w 7467600"/>
              <a:gd name="connsiteY407" fmla="*/ 6724796 h 6858000"/>
              <a:gd name="connsiteX408" fmla="*/ 1792053 w 7467600"/>
              <a:gd name="connsiteY408" fmla="*/ 6572396 h 6858000"/>
              <a:gd name="connsiteX409" fmla="*/ 1862248 w 7467600"/>
              <a:gd name="connsiteY409" fmla="*/ 6266397 h 6858000"/>
              <a:gd name="connsiteX410" fmla="*/ 1862250 w 7467600"/>
              <a:gd name="connsiteY410" fmla="*/ 6033531 h 6858000"/>
              <a:gd name="connsiteX411" fmla="*/ 1211999 w 7467600"/>
              <a:gd name="connsiteY411" fmla="*/ 6683610 h 6858000"/>
              <a:gd name="connsiteX412" fmla="*/ 1213266 w 7467600"/>
              <a:gd name="connsiteY412" fmla="*/ 6691947 h 6858000"/>
              <a:gd name="connsiteX413" fmla="*/ 1203370 w 7467600"/>
              <a:gd name="connsiteY413" fmla="*/ 6850676 h 6858000"/>
              <a:gd name="connsiteX414" fmla="*/ 1203671 w 7467600"/>
              <a:gd name="connsiteY414" fmla="*/ 6858000 h 6858000"/>
              <a:gd name="connsiteX415" fmla="*/ 1143180 w 7467600"/>
              <a:gd name="connsiteY415" fmla="*/ 6858000 h 6858000"/>
              <a:gd name="connsiteX416" fmla="*/ 1142176 w 7467600"/>
              <a:gd name="connsiteY416" fmla="*/ 6766045 h 6858000"/>
              <a:gd name="connsiteX417" fmla="*/ 1067484 w 7467600"/>
              <a:gd name="connsiteY417" fmla="*/ 6858000 h 6858000"/>
              <a:gd name="connsiteX418" fmla="*/ 953928 w 7467600"/>
              <a:gd name="connsiteY418" fmla="*/ 6858000 h 6858000"/>
              <a:gd name="connsiteX419" fmla="*/ 959715 w 7467600"/>
              <a:gd name="connsiteY419" fmla="*/ 6850185 h 6858000"/>
              <a:gd name="connsiteX420" fmla="*/ 1483788 w 7467600"/>
              <a:gd name="connsiteY420" fmla="*/ 6259174 h 6858000"/>
              <a:gd name="connsiteX421" fmla="*/ 1100671 w 7467600"/>
              <a:gd name="connsiteY421" fmla="*/ 6252137 h 6858000"/>
              <a:gd name="connsiteX422" fmla="*/ 1090144 w 7467600"/>
              <a:gd name="connsiteY422" fmla="*/ 6256748 h 6858000"/>
              <a:gd name="connsiteX423" fmla="*/ 1095872 w 7467600"/>
              <a:gd name="connsiteY423" fmla="*/ 6271892 h 6858000"/>
              <a:gd name="connsiteX424" fmla="*/ 262785 w 7467600"/>
              <a:gd name="connsiteY424" fmla="*/ 6845450 h 6858000"/>
              <a:gd name="connsiteX425" fmla="*/ 209968 w 7467600"/>
              <a:gd name="connsiteY425" fmla="*/ 6770713 h 6858000"/>
              <a:gd name="connsiteX426" fmla="*/ 873460 w 7467600"/>
              <a:gd name="connsiteY426" fmla="*/ 6253768 h 6858000"/>
              <a:gd name="connsiteX427" fmla="*/ 192686 w 7467600"/>
              <a:gd name="connsiteY427" fmla="*/ 5849257 h 6858000"/>
              <a:gd name="connsiteX428" fmla="*/ 4696 w 7467600"/>
              <a:gd name="connsiteY428" fmla="*/ 5697668 h 6858000"/>
              <a:gd name="connsiteX429" fmla="*/ 0 w 7467600"/>
              <a:gd name="connsiteY429" fmla="*/ 5689984 h 6858000"/>
              <a:gd name="connsiteX430" fmla="*/ 0 w 7467600"/>
              <a:gd name="connsiteY430" fmla="*/ 5513472 h 6858000"/>
              <a:gd name="connsiteX431" fmla="*/ 174101 w 7467600"/>
              <a:gd name="connsiteY431" fmla="*/ 5620277 h 6858000"/>
              <a:gd name="connsiteX432" fmla="*/ 891800 w 7467600"/>
              <a:gd name="connsiteY432" fmla="*/ 6036935 h 6858000"/>
              <a:gd name="connsiteX433" fmla="*/ 1072219 w 7467600"/>
              <a:gd name="connsiteY433" fmla="*/ 6169443 h 6858000"/>
              <a:gd name="connsiteX434" fmla="*/ 1074117 w 7467600"/>
              <a:gd name="connsiteY434" fmla="*/ 6170301 h 6858000"/>
              <a:gd name="connsiteX435" fmla="*/ 1083114 w 7467600"/>
              <a:gd name="connsiteY435" fmla="*/ 6174131 h 6858000"/>
              <a:gd name="connsiteX436" fmla="*/ 1543010 w 7467600"/>
              <a:gd name="connsiteY436" fmla="*/ 6191140 h 6858000"/>
              <a:gd name="connsiteX437" fmla="*/ 1551080 w 7467600"/>
              <a:gd name="connsiteY437" fmla="*/ 6195006 h 6858000"/>
              <a:gd name="connsiteX438" fmla="*/ 2345443 w 7467600"/>
              <a:gd name="connsiteY438" fmla="*/ 5549882 h 6858000"/>
              <a:gd name="connsiteX439" fmla="*/ 1721499 w 7467600"/>
              <a:gd name="connsiteY439" fmla="*/ 5599969 h 6858000"/>
              <a:gd name="connsiteX440" fmla="*/ 767716 w 7467600"/>
              <a:gd name="connsiteY440" fmla="*/ 5472768 h 6858000"/>
              <a:gd name="connsiteX441" fmla="*/ 722147 w 7467600"/>
              <a:gd name="connsiteY441" fmla="*/ 5393091 h 6858000"/>
              <a:gd name="connsiteX442" fmla="*/ 1485552 w 7467600"/>
              <a:gd name="connsiteY442" fmla="*/ 5313202 h 6858000"/>
              <a:gd name="connsiteX443" fmla="*/ 2143004 w 7467600"/>
              <a:gd name="connsiteY443" fmla="*/ 5402420 h 6858000"/>
              <a:gd name="connsiteX444" fmla="*/ 1933391 w 7467600"/>
              <a:gd name="connsiteY444" fmla="*/ 5156971 h 6858000"/>
              <a:gd name="connsiteX445" fmla="*/ 1827118 w 7467600"/>
              <a:gd name="connsiteY445" fmla="*/ 4968410 h 6858000"/>
              <a:gd name="connsiteX446" fmla="*/ 1837349 w 7467600"/>
              <a:gd name="connsiteY446" fmla="*/ 4956357 h 6858000"/>
              <a:gd name="connsiteX447" fmla="*/ 2162835 w 7467600"/>
              <a:gd name="connsiteY447" fmla="*/ 5187853 h 6858000"/>
              <a:gd name="connsiteX448" fmla="*/ 2257167 w 7467600"/>
              <a:gd name="connsiteY448" fmla="*/ 5462123 h 6858000"/>
              <a:gd name="connsiteX449" fmla="*/ 2261598 w 7467600"/>
              <a:gd name="connsiteY449" fmla="*/ 5467998 h 6858000"/>
              <a:gd name="connsiteX450" fmla="*/ 2437177 w 7467600"/>
              <a:gd name="connsiteY450" fmla="*/ 5479608 h 6858000"/>
              <a:gd name="connsiteX451" fmla="*/ 2445247 w 7467600"/>
              <a:gd name="connsiteY451" fmla="*/ 5483476 h 6858000"/>
              <a:gd name="connsiteX452" fmla="*/ 2743626 w 7467600"/>
              <a:gd name="connsiteY452" fmla="*/ 5304819 h 6858000"/>
              <a:gd name="connsiteX453" fmla="*/ 3048102 w 7467600"/>
              <a:gd name="connsiteY453" fmla="*/ 5150595 h 6858000"/>
              <a:gd name="connsiteX454" fmla="*/ 1799414 w 7467600"/>
              <a:gd name="connsiteY454" fmla="*/ 4694732 h 6858000"/>
              <a:gd name="connsiteX455" fmla="*/ 1771735 w 7467600"/>
              <a:gd name="connsiteY455" fmla="*/ 4619929 h 6858000"/>
              <a:gd name="connsiteX456" fmla="*/ 3104273 w 7467600"/>
              <a:gd name="connsiteY456" fmla="*/ 5076159 h 6858000"/>
              <a:gd name="connsiteX457" fmla="*/ 3113245 w 7467600"/>
              <a:gd name="connsiteY457" fmla="*/ 5090705 h 6858000"/>
              <a:gd name="connsiteX458" fmla="*/ 3126294 w 7467600"/>
              <a:gd name="connsiteY458" fmla="*/ 5114400 h 6858000"/>
              <a:gd name="connsiteX459" fmla="*/ 3937433 w 7467600"/>
              <a:gd name="connsiteY459" fmla="*/ 4830473 h 6858000"/>
              <a:gd name="connsiteX460" fmla="*/ 3590475 w 7467600"/>
              <a:gd name="connsiteY460" fmla="*/ 4597974 h 6858000"/>
              <a:gd name="connsiteX461" fmla="*/ 3100264 w 7467600"/>
              <a:gd name="connsiteY461" fmla="*/ 4579845 h 6858000"/>
              <a:gd name="connsiteX462" fmla="*/ 2183576 w 7467600"/>
              <a:gd name="connsiteY462" fmla="*/ 4227150 h 6858000"/>
              <a:gd name="connsiteX463" fmla="*/ 2151029 w 7467600"/>
              <a:gd name="connsiteY463" fmla="*/ 4146947 h 6858000"/>
              <a:gd name="connsiteX464" fmla="*/ 3563434 w 7467600"/>
              <a:gd name="connsiteY464" fmla="*/ 4469115 h 6858000"/>
              <a:gd name="connsiteX465" fmla="*/ 3177952 w 7467600"/>
              <a:gd name="connsiteY465" fmla="*/ 3657386 h 6858000"/>
              <a:gd name="connsiteX466" fmla="*/ 3189263 w 7467600"/>
              <a:gd name="connsiteY466" fmla="*/ 3625726 h 6858000"/>
              <a:gd name="connsiteX467" fmla="*/ 3560912 w 7467600"/>
              <a:gd name="connsiteY467" fmla="*/ 4079863 h 6858000"/>
              <a:gd name="connsiteX468" fmla="*/ 3626636 w 7467600"/>
              <a:gd name="connsiteY468" fmla="*/ 4512230 h 6858000"/>
              <a:gd name="connsiteX469" fmla="*/ 3653088 w 7467600"/>
              <a:gd name="connsiteY469" fmla="*/ 4521417 h 6858000"/>
              <a:gd name="connsiteX470" fmla="*/ 3988128 w 7467600"/>
              <a:gd name="connsiteY470" fmla="*/ 4817267 h 6858000"/>
              <a:gd name="connsiteX471" fmla="*/ 4830582 w 7467600"/>
              <a:gd name="connsiteY471" fmla="*/ 4676000 h 6858000"/>
              <a:gd name="connsiteX472" fmla="*/ 4830100 w 7467600"/>
              <a:gd name="connsiteY472" fmla="*/ 4675554 h 6858000"/>
              <a:gd name="connsiteX473" fmla="*/ 4036318 w 7467600"/>
              <a:gd name="connsiteY473" fmla="*/ 4147013 h 6858000"/>
              <a:gd name="connsiteX474" fmla="*/ 3432098 w 7467600"/>
              <a:gd name="connsiteY474" fmla="*/ 3537312 h 6858000"/>
              <a:gd name="connsiteX475" fmla="*/ 3446761 w 7467600"/>
              <a:gd name="connsiteY475" fmla="*/ 3461278 h 6858000"/>
              <a:gd name="connsiteX476" fmla="*/ 4419733 w 7467600"/>
              <a:gd name="connsiteY476" fmla="*/ 3963555 h 6858000"/>
              <a:gd name="connsiteX477" fmla="*/ 4781371 w 7467600"/>
              <a:gd name="connsiteY477" fmla="*/ 4458604 h 6858000"/>
              <a:gd name="connsiteX478" fmla="*/ 4780440 w 7467600"/>
              <a:gd name="connsiteY478" fmla="*/ 4470290 h 6858000"/>
              <a:gd name="connsiteX479" fmla="*/ 4898954 w 7467600"/>
              <a:gd name="connsiteY479" fmla="*/ 4662092 h 6858000"/>
              <a:gd name="connsiteX480" fmla="*/ 4900699 w 7467600"/>
              <a:gd name="connsiteY480" fmla="*/ 4670867 h 6858000"/>
              <a:gd name="connsiteX481" fmla="*/ 5714511 w 7467600"/>
              <a:gd name="connsiteY481" fmla="*/ 4663483 h 6858000"/>
              <a:gd name="connsiteX482" fmla="*/ 5464793 w 7467600"/>
              <a:gd name="connsiteY482" fmla="*/ 4393556 h 6858000"/>
              <a:gd name="connsiteX483" fmla="*/ 5461897 w 7467600"/>
              <a:gd name="connsiteY483" fmla="*/ 4390879 h 6858000"/>
              <a:gd name="connsiteX484" fmla="*/ 4294126 w 7467600"/>
              <a:gd name="connsiteY484" fmla="*/ 3303048 h 6858000"/>
              <a:gd name="connsiteX485" fmla="*/ 4305321 w 7467600"/>
              <a:gd name="connsiteY485" fmla="*/ 3256953 h 6858000"/>
              <a:gd name="connsiteX486" fmla="*/ 4949299 w 7467600"/>
              <a:gd name="connsiteY486" fmla="*/ 3766336 h 6858000"/>
              <a:gd name="connsiteX487" fmla="*/ 5291452 w 7467600"/>
              <a:gd name="connsiteY487" fmla="*/ 4076801 h 6858000"/>
              <a:gd name="connsiteX488" fmla="*/ 5434998 w 7467600"/>
              <a:gd name="connsiteY488" fmla="*/ 4254100 h 6858000"/>
              <a:gd name="connsiteX489" fmla="*/ 5351015 w 7467600"/>
              <a:gd name="connsiteY489" fmla="*/ 3760989 h 6858000"/>
              <a:gd name="connsiteX490" fmla="*/ 5413780 w 7467600"/>
              <a:gd name="connsiteY490" fmla="*/ 2966265 h 6858000"/>
              <a:gd name="connsiteX491" fmla="*/ 5425627 w 7467600"/>
              <a:gd name="connsiteY491" fmla="*/ 2954192 h 6858000"/>
              <a:gd name="connsiteX492" fmla="*/ 6604735 w 7467600"/>
              <a:gd name="connsiteY492" fmla="*/ 2041381 h 6858000"/>
              <a:gd name="connsiteX493" fmla="*/ 7204487 w 7467600"/>
              <a:gd name="connsiteY493" fmla="*/ 2742112 h 6858000"/>
              <a:gd name="connsiteX494" fmla="*/ 7131592 w 7467600"/>
              <a:gd name="connsiteY494" fmla="*/ 2672096 h 6858000"/>
              <a:gd name="connsiteX495" fmla="*/ 6996344 w 7467600"/>
              <a:gd name="connsiteY495" fmla="*/ 2518310 h 6858000"/>
              <a:gd name="connsiteX496" fmla="*/ 6735495 w 7467600"/>
              <a:gd name="connsiteY496" fmla="*/ 2196890 h 6858000"/>
              <a:gd name="connsiteX497" fmla="*/ 6721901 w 7467600"/>
              <a:gd name="connsiteY497" fmla="*/ 2179274 h 6858000"/>
              <a:gd name="connsiteX498" fmla="*/ 6604735 w 7467600"/>
              <a:gd name="connsiteY498" fmla="*/ 2041381 h 6858000"/>
              <a:gd name="connsiteX499" fmla="*/ 6591670 w 7467600"/>
              <a:gd name="connsiteY499" fmla="*/ 1988277 h 6858000"/>
              <a:gd name="connsiteX500" fmla="*/ 6747349 w 7467600"/>
              <a:gd name="connsiteY500" fmla="*/ 2160069 h 6858000"/>
              <a:gd name="connsiteX501" fmla="*/ 6760943 w 7467600"/>
              <a:gd name="connsiteY501" fmla="*/ 2177686 h 6858000"/>
              <a:gd name="connsiteX502" fmla="*/ 7021065 w 7467600"/>
              <a:gd name="connsiteY502" fmla="*/ 2498102 h 6858000"/>
              <a:gd name="connsiteX503" fmla="*/ 7155223 w 7467600"/>
              <a:gd name="connsiteY503" fmla="*/ 2650386 h 6858000"/>
              <a:gd name="connsiteX504" fmla="*/ 7203167 w 7467600"/>
              <a:gd name="connsiteY504" fmla="*/ 2697288 h 6858000"/>
              <a:gd name="connsiteX505" fmla="*/ 6937703 w 7467600"/>
              <a:gd name="connsiteY505" fmla="*/ 2321981 h 6858000"/>
              <a:gd name="connsiteX506" fmla="*/ 6591670 w 7467600"/>
              <a:gd name="connsiteY506" fmla="*/ 1988277 h 6858000"/>
              <a:gd name="connsiteX507" fmla="*/ 5798671 w 7467600"/>
              <a:gd name="connsiteY507" fmla="*/ 1981601 h 6858000"/>
              <a:gd name="connsiteX508" fmla="*/ 5754709 w 7467600"/>
              <a:gd name="connsiteY508" fmla="*/ 2071454 h 6858000"/>
              <a:gd name="connsiteX509" fmla="*/ 5763044 w 7467600"/>
              <a:gd name="connsiteY509" fmla="*/ 2842206 h 6858000"/>
              <a:gd name="connsiteX510" fmla="*/ 5764974 w 7467600"/>
              <a:gd name="connsiteY510" fmla="*/ 2799609 h 6858000"/>
              <a:gd name="connsiteX511" fmla="*/ 5767665 w 7467600"/>
              <a:gd name="connsiteY511" fmla="*/ 2666409 h 6858000"/>
              <a:gd name="connsiteX512" fmla="*/ 5763055 w 7467600"/>
              <a:gd name="connsiteY512" fmla="*/ 2579705 h 6858000"/>
              <a:gd name="connsiteX513" fmla="*/ 5758079 w 7467600"/>
              <a:gd name="connsiteY513" fmla="*/ 2492508 h 6858000"/>
              <a:gd name="connsiteX514" fmla="*/ 5779325 w 7467600"/>
              <a:gd name="connsiteY514" fmla="*/ 2197069 h 6858000"/>
              <a:gd name="connsiteX515" fmla="*/ 5798671 w 7467600"/>
              <a:gd name="connsiteY515" fmla="*/ 1981601 h 6858000"/>
              <a:gd name="connsiteX516" fmla="*/ 5829202 w 7467600"/>
              <a:gd name="connsiteY516" fmla="*/ 1971679 h 6858000"/>
              <a:gd name="connsiteX517" fmla="*/ 5809558 w 7467600"/>
              <a:gd name="connsiteY517" fmla="*/ 2198043 h 6858000"/>
              <a:gd name="connsiteX518" fmla="*/ 5788653 w 7467600"/>
              <a:gd name="connsiteY518" fmla="*/ 2489430 h 6858000"/>
              <a:gd name="connsiteX519" fmla="*/ 5793439 w 7467600"/>
              <a:gd name="connsiteY519" fmla="*/ 2575235 h 6858000"/>
              <a:gd name="connsiteX520" fmla="*/ 5796837 w 7467600"/>
              <a:gd name="connsiteY520" fmla="*/ 2637633 h 6858000"/>
              <a:gd name="connsiteX521" fmla="*/ 5818614 w 7467600"/>
              <a:gd name="connsiteY521" fmla="*/ 2473055 h 6858000"/>
              <a:gd name="connsiteX522" fmla="*/ 5829202 w 7467600"/>
              <a:gd name="connsiteY522" fmla="*/ 1971679 h 6858000"/>
              <a:gd name="connsiteX523" fmla="*/ 5911389 w 7467600"/>
              <a:gd name="connsiteY523" fmla="*/ 1898371 h 6858000"/>
              <a:gd name="connsiteX524" fmla="*/ 6237627 w 7467600"/>
              <a:gd name="connsiteY524" fmla="*/ 2231921 h 6858000"/>
              <a:gd name="connsiteX525" fmla="*/ 5911389 w 7467600"/>
              <a:gd name="connsiteY525" fmla="*/ 1898371 h 6858000"/>
              <a:gd name="connsiteX526" fmla="*/ 6944437 w 7467600"/>
              <a:gd name="connsiteY526" fmla="*/ 1575402 h 6858000"/>
              <a:gd name="connsiteX527" fmla="*/ 6304730 w 7467600"/>
              <a:gd name="connsiteY527" fmla="*/ 1766654 h 6858000"/>
              <a:gd name="connsiteX528" fmla="*/ 6944437 w 7467600"/>
              <a:gd name="connsiteY528" fmla="*/ 1575402 h 6858000"/>
              <a:gd name="connsiteX529" fmla="*/ 7019523 w 7467600"/>
              <a:gd name="connsiteY529" fmla="*/ 1519450 h 6858000"/>
              <a:gd name="connsiteX530" fmla="*/ 6298091 w 7467600"/>
              <a:gd name="connsiteY530" fmla="*/ 1737122 h 6858000"/>
              <a:gd name="connsiteX531" fmla="*/ 7019523 w 7467600"/>
              <a:gd name="connsiteY531" fmla="*/ 1519450 h 6858000"/>
              <a:gd name="connsiteX532" fmla="*/ 2399523 w 7467600"/>
              <a:gd name="connsiteY532" fmla="*/ 1428234 h 6858000"/>
              <a:gd name="connsiteX533" fmla="*/ 2224982 w 7467600"/>
              <a:gd name="connsiteY533" fmla="*/ 1826201 h 6858000"/>
              <a:gd name="connsiteX534" fmla="*/ 2096099 w 7467600"/>
              <a:gd name="connsiteY534" fmla="*/ 2345900 h 6858000"/>
              <a:gd name="connsiteX535" fmla="*/ 2283317 w 7467600"/>
              <a:gd name="connsiteY535" fmla="*/ 1796925 h 6858000"/>
              <a:gd name="connsiteX536" fmla="*/ 2399523 w 7467600"/>
              <a:gd name="connsiteY536" fmla="*/ 1428234 h 6858000"/>
              <a:gd name="connsiteX537" fmla="*/ 2448558 w 7467600"/>
              <a:gd name="connsiteY537" fmla="*/ 1373435 h 6858000"/>
              <a:gd name="connsiteX538" fmla="*/ 2312521 w 7467600"/>
              <a:gd name="connsiteY538" fmla="*/ 1806140 h 6858000"/>
              <a:gd name="connsiteX539" fmla="*/ 2127533 w 7467600"/>
              <a:gd name="connsiteY539" fmla="*/ 2348380 h 6858000"/>
              <a:gd name="connsiteX540" fmla="*/ 2358080 w 7467600"/>
              <a:gd name="connsiteY540" fmla="*/ 1866134 h 6858000"/>
              <a:gd name="connsiteX541" fmla="*/ 2407436 w 7467600"/>
              <a:gd name="connsiteY541" fmla="*/ 1651070 h 6858000"/>
              <a:gd name="connsiteX542" fmla="*/ 2448558 w 7467600"/>
              <a:gd name="connsiteY542" fmla="*/ 1373435 h 6858000"/>
              <a:gd name="connsiteX543" fmla="*/ 278707 w 7467600"/>
              <a:gd name="connsiteY543" fmla="*/ 1352270 h 6858000"/>
              <a:gd name="connsiteX544" fmla="*/ 321570 w 7467600"/>
              <a:gd name="connsiteY544" fmla="*/ 1861610 h 6858000"/>
              <a:gd name="connsiteX545" fmla="*/ 294281 w 7467600"/>
              <a:gd name="connsiteY545" fmla="*/ 1440658 h 6858000"/>
              <a:gd name="connsiteX546" fmla="*/ 278707 w 7467600"/>
              <a:gd name="connsiteY546" fmla="*/ 1352270 h 6858000"/>
              <a:gd name="connsiteX547" fmla="*/ 1423821 w 7467600"/>
              <a:gd name="connsiteY547" fmla="*/ 1351958 h 6858000"/>
              <a:gd name="connsiteX548" fmla="*/ 1638521 w 7467600"/>
              <a:gd name="connsiteY548" fmla="*/ 1908470 h 6858000"/>
              <a:gd name="connsiteX549" fmla="*/ 1754199 w 7467600"/>
              <a:gd name="connsiteY549" fmla="*/ 2149284 h 6858000"/>
              <a:gd name="connsiteX550" fmla="*/ 1908359 w 7467600"/>
              <a:gd name="connsiteY550" fmla="*/ 2364988 h 6858000"/>
              <a:gd name="connsiteX551" fmla="*/ 1647661 w 7467600"/>
              <a:gd name="connsiteY551" fmla="*/ 1825945 h 6858000"/>
              <a:gd name="connsiteX552" fmla="*/ 1423821 w 7467600"/>
              <a:gd name="connsiteY552" fmla="*/ 1351958 h 6858000"/>
              <a:gd name="connsiteX553" fmla="*/ 1431890 w 7467600"/>
              <a:gd name="connsiteY553" fmla="*/ 1306475 h 6858000"/>
              <a:gd name="connsiteX554" fmla="*/ 1507597 w 7467600"/>
              <a:gd name="connsiteY554" fmla="*/ 1446132 h 6858000"/>
              <a:gd name="connsiteX555" fmla="*/ 1674586 w 7467600"/>
              <a:gd name="connsiteY555" fmla="*/ 1813832 h 6858000"/>
              <a:gd name="connsiteX556" fmla="*/ 1815950 w 7467600"/>
              <a:gd name="connsiteY556" fmla="*/ 2128564 h 6858000"/>
              <a:gd name="connsiteX557" fmla="*/ 1984242 w 7467600"/>
              <a:gd name="connsiteY557" fmla="*/ 2430829 h 6858000"/>
              <a:gd name="connsiteX558" fmla="*/ 2014023 w 7467600"/>
              <a:gd name="connsiteY558" fmla="*/ 2450995 h 6858000"/>
              <a:gd name="connsiteX559" fmla="*/ 1747337 w 7467600"/>
              <a:gd name="connsiteY559" fmla="*/ 1855264 h 6858000"/>
              <a:gd name="connsiteX560" fmla="*/ 1533749 w 7467600"/>
              <a:gd name="connsiteY560" fmla="*/ 1478656 h 6858000"/>
              <a:gd name="connsiteX561" fmla="*/ 1431890 w 7467600"/>
              <a:gd name="connsiteY561" fmla="*/ 1306475 h 6858000"/>
              <a:gd name="connsiteX562" fmla="*/ 5052692 w 7467600"/>
              <a:gd name="connsiteY562" fmla="*/ 1292994 h 6858000"/>
              <a:gd name="connsiteX563" fmla="*/ 5200661 w 7467600"/>
              <a:gd name="connsiteY563" fmla="*/ 1635186 h 6858000"/>
              <a:gd name="connsiteX564" fmla="*/ 5297138 w 7467600"/>
              <a:gd name="connsiteY564" fmla="*/ 1906351 h 6858000"/>
              <a:gd name="connsiteX565" fmla="*/ 5052692 w 7467600"/>
              <a:gd name="connsiteY565" fmla="*/ 1292994 h 6858000"/>
              <a:gd name="connsiteX566" fmla="*/ 5009948 w 7467600"/>
              <a:gd name="connsiteY566" fmla="*/ 1273619 h 6858000"/>
              <a:gd name="connsiteX567" fmla="*/ 5121777 w 7467600"/>
              <a:gd name="connsiteY567" fmla="*/ 1654213 h 6858000"/>
              <a:gd name="connsiteX568" fmla="*/ 5293545 w 7467600"/>
              <a:gd name="connsiteY568" fmla="*/ 2072247 h 6858000"/>
              <a:gd name="connsiteX569" fmla="*/ 5294042 w 7467600"/>
              <a:gd name="connsiteY569" fmla="*/ 2065019 h 6858000"/>
              <a:gd name="connsiteX570" fmla="*/ 5171936 w 7467600"/>
              <a:gd name="connsiteY570" fmla="*/ 1647613 h 6858000"/>
              <a:gd name="connsiteX571" fmla="*/ 5009948 w 7467600"/>
              <a:gd name="connsiteY571" fmla="*/ 1273619 h 6858000"/>
              <a:gd name="connsiteX572" fmla="*/ 655236 w 7467600"/>
              <a:gd name="connsiteY572" fmla="*/ 1268632 h 6858000"/>
              <a:gd name="connsiteX573" fmla="*/ 839521 w 7467600"/>
              <a:gd name="connsiteY573" fmla="*/ 1685315 h 6858000"/>
              <a:gd name="connsiteX574" fmla="*/ 1109416 w 7467600"/>
              <a:gd name="connsiteY574" fmla="*/ 2061663 h 6858000"/>
              <a:gd name="connsiteX575" fmla="*/ 1298300 w 7467600"/>
              <a:gd name="connsiteY575" fmla="*/ 2247742 h 6858000"/>
              <a:gd name="connsiteX576" fmla="*/ 1125871 w 7467600"/>
              <a:gd name="connsiteY576" fmla="*/ 1989513 h 6858000"/>
              <a:gd name="connsiteX577" fmla="*/ 981574 w 7467600"/>
              <a:gd name="connsiteY577" fmla="*/ 1783157 h 6858000"/>
              <a:gd name="connsiteX578" fmla="*/ 922198 w 7467600"/>
              <a:gd name="connsiteY578" fmla="*/ 1677437 h 6858000"/>
              <a:gd name="connsiteX579" fmla="*/ 869293 w 7467600"/>
              <a:gd name="connsiteY579" fmla="*/ 1583214 h 6858000"/>
              <a:gd name="connsiteX580" fmla="*/ 751431 w 7467600"/>
              <a:gd name="connsiteY580" fmla="*/ 1405731 h 6858000"/>
              <a:gd name="connsiteX581" fmla="*/ 655236 w 7467600"/>
              <a:gd name="connsiteY581" fmla="*/ 1268632 h 6858000"/>
              <a:gd name="connsiteX582" fmla="*/ 6516292 w 7467600"/>
              <a:gd name="connsiteY582" fmla="*/ 1263064 h 6858000"/>
              <a:gd name="connsiteX583" fmla="*/ 5736320 w 7467600"/>
              <a:gd name="connsiteY583" fmla="*/ 1501803 h 6858000"/>
              <a:gd name="connsiteX584" fmla="*/ 6516292 w 7467600"/>
              <a:gd name="connsiteY584" fmla="*/ 1263064 h 6858000"/>
              <a:gd name="connsiteX585" fmla="*/ 291466 w 7467600"/>
              <a:gd name="connsiteY585" fmla="*/ 1250369 h 6858000"/>
              <a:gd name="connsiteX586" fmla="*/ 323180 w 7467600"/>
              <a:gd name="connsiteY586" fmla="*/ 1435283 h 6858000"/>
              <a:gd name="connsiteX587" fmla="*/ 349381 w 7467600"/>
              <a:gd name="connsiteY587" fmla="*/ 1875041 h 6858000"/>
              <a:gd name="connsiteX588" fmla="*/ 374363 w 7467600"/>
              <a:gd name="connsiteY588" fmla="*/ 1506494 h 6858000"/>
              <a:gd name="connsiteX589" fmla="*/ 302168 w 7467600"/>
              <a:gd name="connsiteY589" fmla="*/ 1274495 h 6858000"/>
              <a:gd name="connsiteX590" fmla="*/ 291466 w 7467600"/>
              <a:gd name="connsiteY590" fmla="*/ 1250369 h 6858000"/>
              <a:gd name="connsiteX591" fmla="*/ 678222 w 7467600"/>
              <a:gd name="connsiteY591" fmla="*/ 1248670 h 6858000"/>
              <a:gd name="connsiteX592" fmla="*/ 775536 w 7467600"/>
              <a:gd name="connsiteY592" fmla="*/ 1388015 h 6858000"/>
              <a:gd name="connsiteX593" fmla="*/ 894529 w 7467600"/>
              <a:gd name="connsiteY593" fmla="*/ 1567739 h 6858000"/>
              <a:gd name="connsiteX594" fmla="*/ 948000 w 7467600"/>
              <a:gd name="connsiteY594" fmla="*/ 1663088 h 6858000"/>
              <a:gd name="connsiteX595" fmla="*/ 1006812 w 7467600"/>
              <a:gd name="connsiteY595" fmla="*/ 1767683 h 6858000"/>
              <a:gd name="connsiteX596" fmla="*/ 1149133 w 7467600"/>
              <a:gd name="connsiteY596" fmla="*/ 1971513 h 6858000"/>
              <a:gd name="connsiteX597" fmla="*/ 1333952 w 7467600"/>
              <a:gd name="connsiteY597" fmla="*/ 2251620 h 6858000"/>
              <a:gd name="connsiteX598" fmla="*/ 1337329 w 7467600"/>
              <a:gd name="connsiteY598" fmla="*/ 2258350 h 6858000"/>
              <a:gd name="connsiteX599" fmla="*/ 1014726 w 7467600"/>
              <a:gd name="connsiteY599" fmla="*/ 1615556 h 6858000"/>
              <a:gd name="connsiteX600" fmla="*/ 678222 w 7467600"/>
              <a:gd name="connsiteY600" fmla="*/ 1248670 h 6858000"/>
              <a:gd name="connsiteX601" fmla="*/ 6691602 w 7467600"/>
              <a:gd name="connsiteY601" fmla="*/ 1140573 h 6858000"/>
              <a:gd name="connsiteX602" fmla="*/ 6571100 w 7467600"/>
              <a:gd name="connsiteY602" fmla="*/ 1183662 h 6858000"/>
              <a:gd name="connsiteX603" fmla="*/ 6241687 w 7467600"/>
              <a:gd name="connsiteY603" fmla="*/ 1257600 h 6858000"/>
              <a:gd name="connsiteX604" fmla="*/ 5693009 w 7467600"/>
              <a:gd name="connsiteY604" fmla="*/ 1478256 h 6858000"/>
              <a:gd name="connsiteX605" fmla="*/ 6548420 w 7467600"/>
              <a:gd name="connsiteY605" fmla="*/ 1214599 h 6858000"/>
              <a:gd name="connsiteX606" fmla="*/ 6605473 w 7467600"/>
              <a:gd name="connsiteY606" fmla="*/ 1184686 h 6858000"/>
              <a:gd name="connsiteX607" fmla="*/ 6691602 w 7467600"/>
              <a:gd name="connsiteY607" fmla="*/ 1140573 h 6858000"/>
              <a:gd name="connsiteX608" fmla="*/ 4002475 w 7467600"/>
              <a:gd name="connsiteY608" fmla="*/ 1037802 h 6858000"/>
              <a:gd name="connsiteX609" fmla="*/ 4000324 w 7467600"/>
              <a:gd name="connsiteY609" fmla="*/ 1039362 h 6858000"/>
              <a:gd name="connsiteX610" fmla="*/ 4002862 w 7467600"/>
              <a:gd name="connsiteY610" fmla="*/ 1042866 h 6858000"/>
              <a:gd name="connsiteX611" fmla="*/ 4002475 w 7467600"/>
              <a:gd name="connsiteY611" fmla="*/ 1037802 h 6858000"/>
              <a:gd name="connsiteX612" fmla="*/ 506322 w 7467600"/>
              <a:gd name="connsiteY612" fmla="*/ 1020997 h 6858000"/>
              <a:gd name="connsiteX613" fmla="*/ 533068 w 7467600"/>
              <a:gd name="connsiteY613" fmla="*/ 1029409 h 6858000"/>
              <a:gd name="connsiteX614" fmla="*/ 1232525 w 7467600"/>
              <a:gd name="connsiteY614" fmla="*/ 1804675 h 6858000"/>
              <a:gd name="connsiteX615" fmla="*/ 1388858 w 7467600"/>
              <a:gd name="connsiteY615" fmla="*/ 2368011 h 6858000"/>
              <a:gd name="connsiteX616" fmla="*/ 1384098 w 7467600"/>
              <a:gd name="connsiteY616" fmla="*/ 2378125 h 6858000"/>
              <a:gd name="connsiteX617" fmla="*/ 1425393 w 7467600"/>
              <a:gd name="connsiteY617" fmla="*/ 2589124 h 6858000"/>
              <a:gd name="connsiteX618" fmla="*/ 1424001 w 7467600"/>
              <a:gd name="connsiteY618" fmla="*/ 2597541 h 6858000"/>
              <a:gd name="connsiteX619" fmla="*/ 2152729 w 7467600"/>
              <a:gd name="connsiteY619" fmla="*/ 2864487 h 6858000"/>
              <a:gd name="connsiteX620" fmla="*/ 2020609 w 7467600"/>
              <a:gd name="connsiteY620" fmla="*/ 2539671 h 6858000"/>
              <a:gd name="connsiteX621" fmla="*/ 2018920 w 7467600"/>
              <a:gd name="connsiteY621" fmla="*/ 2536309 h 6858000"/>
              <a:gd name="connsiteX622" fmla="*/ 1342441 w 7467600"/>
              <a:gd name="connsiteY622" fmla="*/ 1173017 h 6858000"/>
              <a:gd name="connsiteX623" fmla="*/ 1367925 w 7467600"/>
              <a:gd name="connsiteY623" fmla="*/ 1135648 h 6858000"/>
              <a:gd name="connsiteX624" fmla="*/ 1771401 w 7467600"/>
              <a:gd name="connsiteY624" fmla="*/ 1806673 h 6858000"/>
              <a:gd name="connsiteX625" fmla="*/ 1972385 w 7467600"/>
              <a:gd name="connsiteY625" fmla="*/ 2198735 h 6858000"/>
              <a:gd name="connsiteX626" fmla="*/ 2040892 w 7467600"/>
              <a:gd name="connsiteY626" fmla="*/ 2405205 h 6858000"/>
              <a:gd name="connsiteX627" fmla="*/ 2131689 w 7467600"/>
              <a:gd name="connsiteY627" fmla="*/ 1936926 h 6858000"/>
              <a:gd name="connsiteX628" fmla="*/ 2454820 w 7467600"/>
              <a:gd name="connsiteY628" fmla="*/ 1248808 h 6858000"/>
              <a:gd name="connsiteX629" fmla="*/ 2492512 w 7467600"/>
              <a:gd name="connsiteY629" fmla="*/ 1302920 h 6858000"/>
              <a:gd name="connsiteX630" fmla="*/ 2081216 w 7467600"/>
              <a:gd name="connsiteY630" fmla="*/ 2527513 h 6858000"/>
              <a:gd name="connsiteX631" fmla="*/ 2081211 w 7467600"/>
              <a:gd name="connsiteY631" fmla="*/ 2528916 h 6858000"/>
              <a:gd name="connsiteX632" fmla="*/ 2199067 w 7467600"/>
              <a:gd name="connsiteY632" fmla="*/ 2884061 h 6858000"/>
              <a:gd name="connsiteX633" fmla="*/ 3192586 w 7467600"/>
              <a:gd name="connsiteY633" fmla="*/ 3411496 h 6858000"/>
              <a:gd name="connsiteX634" fmla="*/ 3182620 w 7467600"/>
              <a:gd name="connsiteY634" fmla="*/ 3483279 h 6858000"/>
              <a:gd name="connsiteX635" fmla="*/ 2435119 w 7467600"/>
              <a:gd name="connsiteY635" fmla="*/ 3080173 h 6858000"/>
              <a:gd name="connsiteX636" fmla="*/ 2410152 w 7467600"/>
              <a:gd name="connsiteY636" fmla="*/ 3063751 h 6858000"/>
              <a:gd name="connsiteX637" fmla="*/ 2408099 w 7467600"/>
              <a:gd name="connsiteY637" fmla="*/ 3064403 h 6858000"/>
              <a:gd name="connsiteX638" fmla="*/ 2407218 w 7467600"/>
              <a:gd name="connsiteY638" fmla="*/ 3070324 h 6858000"/>
              <a:gd name="connsiteX639" fmla="*/ 2380138 w 7467600"/>
              <a:gd name="connsiteY639" fmla="*/ 3099341 h 6858000"/>
              <a:gd name="connsiteX640" fmla="*/ 1765923 w 7467600"/>
              <a:gd name="connsiteY640" fmla="*/ 3581043 h 6858000"/>
              <a:gd name="connsiteX641" fmla="*/ 1702258 w 7467600"/>
              <a:gd name="connsiteY641" fmla="*/ 3612286 h 6858000"/>
              <a:gd name="connsiteX642" fmla="*/ 1538370 w 7467600"/>
              <a:gd name="connsiteY642" fmla="*/ 3811804 h 6858000"/>
              <a:gd name="connsiteX643" fmla="*/ 542867 w 7467600"/>
              <a:gd name="connsiteY643" fmla="*/ 4944092 h 6858000"/>
              <a:gd name="connsiteX644" fmla="*/ 515800 w 7467600"/>
              <a:gd name="connsiteY644" fmla="*/ 4862180 h 6858000"/>
              <a:gd name="connsiteX645" fmla="*/ 909145 w 7467600"/>
              <a:gd name="connsiteY645" fmla="*/ 4199225 h 6858000"/>
              <a:gd name="connsiteX646" fmla="*/ 1214067 w 7467600"/>
              <a:gd name="connsiteY646" fmla="*/ 3908561 h 6858000"/>
              <a:gd name="connsiteX647" fmla="*/ 640967 w 7467600"/>
              <a:gd name="connsiteY647" fmla="*/ 4105601 h 6858000"/>
              <a:gd name="connsiteX648" fmla="*/ 112563 w 7467600"/>
              <a:gd name="connsiteY648" fmla="*/ 4396952 h 6858000"/>
              <a:gd name="connsiteX649" fmla="*/ 0 w 7467600"/>
              <a:gd name="connsiteY649" fmla="*/ 4466006 h 6858000"/>
              <a:gd name="connsiteX650" fmla="*/ 0 w 7467600"/>
              <a:gd name="connsiteY650" fmla="*/ 4233763 h 6858000"/>
              <a:gd name="connsiteX651" fmla="*/ 36881 w 7467600"/>
              <a:gd name="connsiteY651" fmla="*/ 4200118 h 6858000"/>
              <a:gd name="connsiteX652" fmla="*/ 910534 w 7467600"/>
              <a:gd name="connsiteY652" fmla="*/ 3629753 h 6858000"/>
              <a:gd name="connsiteX653" fmla="*/ 1578717 w 7467600"/>
              <a:gd name="connsiteY653" fmla="*/ 3575982 h 6858000"/>
              <a:gd name="connsiteX654" fmla="*/ 2338780 w 7467600"/>
              <a:gd name="connsiteY654" fmla="*/ 3033725 h 6858000"/>
              <a:gd name="connsiteX655" fmla="*/ 1807991 w 7467600"/>
              <a:gd name="connsiteY655" fmla="*/ 2807184 h 6858000"/>
              <a:gd name="connsiteX656" fmla="*/ 1416358 w 7467600"/>
              <a:gd name="connsiteY656" fmla="*/ 3112571 h 6858000"/>
              <a:gd name="connsiteX657" fmla="*/ 939066 w 7467600"/>
              <a:gd name="connsiteY657" fmla="*/ 3378798 h 6858000"/>
              <a:gd name="connsiteX658" fmla="*/ 115099 w 7467600"/>
              <a:gd name="connsiteY658" fmla="*/ 3607650 h 6858000"/>
              <a:gd name="connsiteX659" fmla="*/ 97284 w 7467600"/>
              <a:gd name="connsiteY659" fmla="*/ 3520393 h 6858000"/>
              <a:gd name="connsiteX660" fmla="*/ 922050 w 7467600"/>
              <a:gd name="connsiteY660" fmla="*/ 3074867 h 6858000"/>
              <a:gd name="connsiteX661" fmla="*/ 1405265 w 7467600"/>
              <a:gd name="connsiteY661" fmla="*/ 3016319 h 6858000"/>
              <a:gd name="connsiteX662" fmla="*/ 1407512 w 7467600"/>
              <a:gd name="connsiteY662" fmla="*/ 3018001 h 6858000"/>
              <a:gd name="connsiteX663" fmla="*/ 1726266 w 7467600"/>
              <a:gd name="connsiteY663" fmla="*/ 2777274 h 6858000"/>
              <a:gd name="connsiteX664" fmla="*/ 625390 w 7467600"/>
              <a:gd name="connsiteY664" fmla="*/ 2514541 h 6858000"/>
              <a:gd name="connsiteX665" fmla="*/ 619799 w 7467600"/>
              <a:gd name="connsiteY665" fmla="*/ 2527180 h 6858000"/>
              <a:gd name="connsiteX666" fmla="*/ 310030 w 7467600"/>
              <a:gd name="connsiteY666" fmla="*/ 2771818 h 6858000"/>
              <a:gd name="connsiteX667" fmla="*/ 173877 w 7467600"/>
              <a:gd name="connsiteY667" fmla="*/ 2937056 h 6858000"/>
              <a:gd name="connsiteX668" fmla="*/ 77889 w 7467600"/>
              <a:gd name="connsiteY668" fmla="*/ 3138440 h 6858000"/>
              <a:gd name="connsiteX669" fmla="*/ 0 w 7467600"/>
              <a:gd name="connsiteY669" fmla="*/ 3271395 h 6858000"/>
              <a:gd name="connsiteX670" fmla="*/ 0 w 7467600"/>
              <a:gd name="connsiteY670" fmla="*/ 3153002 h 6858000"/>
              <a:gd name="connsiteX671" fmla="*/ 2386 w 7467600"/>
              <a:gd name="connsiteY671" fmla="*/ 3149203 h 6858000"/>
              <a:gd name="connsiteX672" fmla="*/ 89753 w 7467600"/>
              <a:gd name="connsiteY672" fmla="*/ 2987702 h 6858000"/>
              <a:gd name="connsiteX673" fmla="*/ 76869 w 7467600"/>
              <a:gd name="connsiteY673" fmla="*/ 3005404 h 6858000"/>
              <a:gd name="connsiteX674" fmla="*/ 32049 w 7467600"/>
              <a:gd name="connsiteY674" fmla="*/ 3065814 h 6858000"/>
              <a:gd name="connsiteX675" fmla="*/ 0 w 7467600"/>
              <a:gd name="connsiteY675" fmla="*/ 3108744 h 6858000"/>
              <a:gd name="connsiteX676" fmla="*/ 0 w 7467600"/>
              <a:gd name="connsiteY676" fmla="*/ 3058059 h 6858000"/>
              <a:gd name="connsiteX677" fmla="*/ 7610 w 7467600"/>
              <a:gd name="connsiteY677" fmla="*/ 3047889 h 6858000"/>
              <a:gd name="connsiteX678" fmla="*/ 52419 w 7467600"/>
              <a:gd name="connsiteY678" fmla="*/ 2987479 h 6858000"/>
              <a:gd name="connsiteX679" fmla="*/ 59142 w 7467600"/>
              <a:gd name="connsiteY679" fmla="*/ 2978488 h 6858000"/>
              <a:gd name="connsiteX680" fmla="*/ 0 w 7467600"/>
              <a:gd name="connsiteY680" fmla="*/ 3015334 h 6858000"/>
              <a:gd name="connsiteX681" fmla="*/ 0 w 7467600"/>
              <a:gd name="connsiteY681" fmla="*/ 2914286 h 6858000"/>
              <a:gd name="connsiteX682" fmla="*/ 36383 w 7467600"/>
              <a:gd name="connsiteY682" fmla="*/ 2901128 h 6858000"/>
              <a:gd name="connsiteX683" fmla="*/ 156329 w 7467600"/>
              <a:gd name="connsiteY683" fmla="*/ 2840533 h 6858000"/>
              <a:gd name="connsiteX684" fmla="*/ 358355 w 7467600"/>
              <a:gd name="connsiteY684" fmla="*/ 2620471 h 6858000"/>
              <a:gd name="connsiteX685" fmla="*/ 510577 w 7467600"/>
              <a:gd name="connsiteY685" fmla="*/ 2501244 h 6858000"/>
              <a:gd name="connsiteX686" fmla="*/ 211967 w 7467600"/>
              <a:gd name="connsiteY686" fmla="*/ 2479171 h 6858000"/>
              <a:gd name="connsiteX687" fmla="*/ 0 w 7467600"/>
              <a:gd name="connsiteY687" fmla="*/ 2476398 h 6858000"/>
              <a:gd name="connsiteX688" fmla="*/ 0 w 7467600"/>
              <a:gd name="connsiteY688" fmla="*/ 2389189 h 6858000"/>
              <a:gd name="connsiteX689" fmla="*/ 103062 w 7467600"/>
              <a:gd name="connsiteY689" fmla="*/ 2389518 h 6858000"/>
              <a:gd name="connsiteX690" fmla="*/ 510734 w 7467600"/>
              <a:gd name="connsiteY690" fmla="*/ 2416201 h 6858000"/>
              <a:gd name="connsiteX691" fmla="*/ 279257 w 7467600"/>
              <a:gd name="connsiteY691" fmla="*/ 2092102 h 6858000"/>
              <a:gd name="connsiteX692" fmla="*/ 65265 w 7467600"/>
              <a:gd name="connsiteY692" fmla="*/ 2006049 h 6858000"/>
              <a:gd name="connsiteX693" fmla="*/ 0 w 7467600"/>
              <a:gd name="connsiteY693" fmla="*/ 1982532 h 6858000"/>
              <a:gd name="connsiteX694" fmla="*/ 0 w 7467600"/>
              <a:gd name="connsiteY694" fmla="*/ 1912789 h 6858000"/>
              <a:gd name="connsiteX695" fmla="*/ 97460 w 7467600"/>
              <a:gd name="connsiteY695" fmla="*/ 1953725 h 6858000"/>
              <a:gd name="connsiteX696" fmla="*/ 221272 w 7467600"/>
              <a:gd name="connsiteY696" fmla="*/ 1980766 h 6858000"/>
              <a:gd name="connsiteX697" fmla="*/ 116765 w 7467600"/>
              <a:gd name="connsiteY697" fmla="*/ 1911033 h 6858000"/>
              <a:gd name="connsiteX698" fmla="*/ 16405 w 7467600"/>
              <a:gd name="connsiteY698" fmla="*/ 1803412 h 6858000"/>
              <a:gd name="connsiteX699" fmla="*/ 0 w 7467600"/>
              <a:gd name="connsiteY699" fmla="*/ 1784777 h 6858000"/>
              <a:gd name="connsiteX700" fmla="*/ 0 w 7467600"/>
              <a:gd name="connsiteY700" fmla="*/ 1740082 h 6858000"/>
              <a:gd name="connsiteX701" fmla="*/ 39394 w 7467600"/>
              <a:gd name="connsiteY701" fmla="*/ 1784856 h 6858000"/>
              <a:gd name="connsiteX702" fmla="*/ 135813 w 7467600"/>
              <a:gd name="connsiteY702" fmla="*/ 1888838 h 6858000"/>
              <a:gd name="connsiteX703" fmla="*/ 242575 w 7467600"/>
              <a:gd name="connsiteY703" fmla="*/ 1958841 h 6858000"/>
              <a:gd name="connsiteX704" fmla="*/ 82197 w 7467600"/>
              <a:gd name="connsiteY704" fmla="*/ 1754826 h 6858000"/>
              <a:gd name="connsiteX705" fmla="*/ 0 w 7467600"/>
              <a:gd name="connsiteY705" fmla="*/ 1679650 h 6858000"/>
              <a:gd name="connsiteX706" fmla="*/ 0 w 7467600"/>
              <a:gd name="connsiteY706" fmla="*/ 1602463 h 6858000"/>
              <a:gd name="connsiteX707" fmla="*/ 84689 w 7467600"/>
              <a:gd name="connsiteY707" fmla="*/ 1677442 h 6858000"/>
              <a:gd name="connsiteX708" fmla="*/ 298437 w 7467600"/>
              <a:gd name="connsiteY708" fmla="*/ 1968019 h 6858000"/>
              <a:gd name="connsiteX709" fmla="*/ 227269 w 7467600"/>
              <a:gd name="connsiteY709" fmla="*/ 1114064 h 6858000"/>
              <a:gd name="connsiteX710" fmla="*/ 248003 w 7467600"/>
              <a:gd name="connsiteY710" fmla="*/ 1089613 h 6858000"/>
              <a:gd name="connsiteX711" fmla="*/ 427020 w 7467600"/>
              <a:gd name="connsiteY711" fmla="*/ 1619803 h 6858000"/>
              <a:gd name="connsiteX712" fmla="*/ 340345 w 7467600"/>
              <a:gd name="connsiteY712" fmla="*/ 2027739 h 6858000"/>
              <a:gd name="connsiteX713" fmla="*/ 360865 w 7467600"/>
              <a:gd name="connsiteY713" fmla="*/ 2044827 h 6858000"/>
              <a:gd name="connsiteX714" fmla="*/ 560414 w 7467600"/>
              <a:gd name="connsiteY714" fmla="*/ 2421457 h 6858000"/>
              <a:gd name="connsiteX715" fmla="*/ 1359703 w 7467600"/>
              <a:gd name="connsiteY715" fmla="*/ 2578554 h 6858000"/>
              <a:gd name="connsiteX716" fmla="*/ 1359422 w 7467600"/>
              <a:gd name="connsiteY716" fmla="*/ 2577994 h 6858000"/>
              <a:gd name="connsiteX717" fmla="*/ 828701 w 7467600"/>
              <a:gd name="connsiteY717" fmla="*/ 1839520 h 6858000"/>
              <a:gd name="connsiteX718" fmla="*/ 494427 w 7467600"/>
              <a:gd name="connsiteY718" fmla="*/ 1092333 h 6858000"/>
              <a:gd name="connsiteX719" fmla="*/ 506322 w 7467600"/>
              <a:gd name="connsiteY719" fmla="*/ 1020997 h 6858000"/>
              <a:gd name="connsiteX720" fmla="*/ 4570198 w 7467600"/>
              <a:gd name="connsiteY720" fmla="*/ 978081 h 6858000"/>
              <a:gd name="connsiteX721" fmla="*/ 4523691 w 7467600"/>
              <a:gd name="connsiteY721" fmla="*/ 1127776 h 6858000"/>
              <a:gd name="connsiteX722" fmla="*/ 4509875 w 7467600"/>
              <a:gd name="connsiteY722" fmla="*/ 1167552 h 6858000"/>
              <a:gd name="connsiteX723" fmla="*/ 4478168 w 7467600"/>
              <a:gd name="connsiteY723" fmla="*/ 1260735 h 6858000"/>
              <a:gd name="connsiteX724" fmla="*/ 4409309 w 7467600"/>
              <a:gd name="connsiteY724" fmla="*/ 1666996 h 6858000"/>
              <a:gd name="connsiteX725" fmla="*/ 4370031 w 7467600"/>
              <a:gd name="connsiteY725" fmla="*/ 1955666 h 6858000"/>
              <a:gd name="connsiteX726" fmla="*/ 4570198 w 7467600"/>
              <a:gd name="connsiteY726" fmla="*/ 978081 h 6858000"/>
              <a:gd name="connsiteX727" fmla="*/ 4557898 w 7467600"/>
              <a:gd name="connsiteY727" fmla="*/ 900011 h 6858000"/>
              <a:gd name="connsiteX728" fmla="*/ 4344840 w 7467600"/>
              <a:gd name="connsiteY728" fmla="*/ 1922038 h 6858000"/>
              <a:gd name="connsiteX729" fmla="*/ 4378710 w 7467600"/>
              <a:gd name="connsiteY729" fmla="*/ 1665516 h 6858000"/>
              <a:gd name="connsiteX730" fmla="*/ 4448798 w 7467600"/>
              <a:gd name="connsiteY730" fmla="*/ 1253024 h 6858000"/>
              <a:gd name="connsiteX731" fmla="*/ 4480315 w 7467600"/>
              <a:gd name="connsiteY731" fmla="*/ 1158454 h 6858000"/>
              <a:gd name="connsiteX732" fmla="*/ 4494133 w 7467600"/>
              <a:gd name="connsiteY732" fmla="*/ 1118676 h 6858000"/>
              <a:gd name="connsiteX733" fmla="*/ 4557898 w 7467600"/>
              <a:gd name="connsiteY733" fmla="*/ 900011 h 6858000"/>
              <a:gd name="connsiteX734" fmla="*/ 5870151 w 7467600"/>
              <a:gd name="connsiteY734" fmla="*/ 898890 h 6858000"/>
              <a:gd name="connsiteX735" fmla="*/ 5861335 w 7467600"/>
              <a:gd name="connsiteY735" fmla="*/ 899177 h 6858000"/>
              <a:gd name="connsiteX736" fmla="*/ 5843702 w 7467600"/>
              <a:gd name="connsiteY736" fmla="*/ 899748 h 6858000"/>
              <a:gd name="connsiteX737" fmla="*/ 5651107 w 7467600"/>
              <a:gd name="connsiteY737" fmla="*/ 920306 h 6858000"/>
              <a:gd name="connsiteX738" fmla="*/ 5459407 w 7467600"/>
              <a:gd name="connsiteY738" fmla="*/ 940975 h 6858000"/>
              <a:gd name="connsiteX739" fmla="*/ 5374846 w 7467600"/>
              <a:gd name="connsiteY739" fmla="*/ 941988 h 6858000"/>
              <a:gd name="connsiteX740" fmla="*/ 5256105 w 7467600"/>
              <a:gd name="connsiteY740" fmla="*/ 945632 h 6858000"/>
              <a:gd name="connsiteX741" fmla="*/ 5107071 w 7467600"/>
              <a:gd name="connsiteY741" fmla="*/ 969720 h 6858000"/>
              <a:gd name="connsiteX742" fmla="*/ 4998681 w 7467600"/>
              <a:gd name="connsiteY742" fmla="*/ 988771 h 6858000"/>
              <a:gd name="connsiteX743" fmla="*/ 5870151 w 7467600"/>
              <a:gd name="connsiteY743" fmla="*/ 898890 h 6858000"/>
              <a:gd name="connsiteX744" fmla="*/ 5504425 w 7467600"/>
              <a:gd name="connsiteY744" fmla="*/ 848067 h 6858000"/>
              <a:gd name="connsiteX745" fmla="*/ 4968849 w 7467600"/>
              <a:gd name="connsiteY745" fmla="*/ 962318 h 6858000"/>
              <a:gd name="connsiteX746" fmla="*/ 5104039 w 7467600"/>
              <a:gd name="connsiteY746" fmla="*/ 940634 h 6858000"/>
              <a:gd name="connsiteX747" fmla="*/ 5256311 w 7467600"/>
              <a:gd name="connsiteY747" fmla="*/ 916490 h 6858000"/>
              <a:gd name="connsiteX748" fmla="*/ 5377381 w 7467600"/>
              <a:gd name="connsiteY748" fmla="*/ 912671 h 6858000"/>
              <a:gd name="connsiteX749" fmla="*/ 5460148 w 7467600"/>
              <a:gd name="connsiteY749" fmla="*/ 911442 h 6858000"/>
              <a:gd name="connsiteX750" fmla="*/ 5648971 w 7467600"/>
              <a:gd name="connsiteY750" fmla="*/ 891331 h 6858000"/>
              <a:gd name="connsiteX751" fmla="*/ 5844807 w 7467600"/>
              <a:gd name="connsiteY751" fmla="*/ 870718 h 6858000"/>
              <a:gd name="connsiteX752" fmla="*/ 5862975 w 7467600"/>
              <a:gd name="connsiteY752" fmla="*/ 869756 h 6858000"/>
              <a:gd name="connsiteX753" fmla="*/ 5920887 w 7467600"/>
              <a:gd name="connsiteY753" fmla="*/ 865929 h 6858000"/>
              <a:gd name="connsiteX754" fmla="*/ 5504425 w 7467600"/>
              <a:gd name="connsiteY754" fmla="*/ 848067 h 6858000"/>
              <a:gd name="connsiteX755" fmla="*/ 3607114 w 7467600"/>
              <a:gd name="connsiteY755" fmla="*/ 467441 h 6858000"/>
              <a:gd name="connsiteX756" fmla="*/ 3296242 w 7467600"/>
              <a:gd name="connsiteY756" fmla="*/ 807991 h 6858000"/>
              <a:gd name="connsiteX757" fmla="*/ 3174674 w 7467600"/>
              <a:gd name="connsiteY757" fmla="*/ 919759 h 6858000"/>
              <a:gd name="connsiteX758" fmla="*/ 3042978 w 7467600"/>
              <a:gd name="connsiteY758" fmla="*/ 1054894 h 6858000"/>
              <a:gd name="connsiteX759" fmla="*/ 2968914 w 7467600"/>
              <a:gd name="connsiteY759" fmla="*/ 1133756 h 6858000"/>
              <a:gd name="connsiteX760" fmla="*/ 3103823 w 7467600"/>
              <a:gd name="connsiteY760" fmla="*/ 1026814 h 6858000"/>
              <a:gd name="connsiteX761" fmla="*/ 3607114 w 7467600"/>
              <a:gd name="connsiteY761" fmla="*/ 467441 h 6858000"/>
              <a:gd name="connsiteX762" fmla="*/ 3744487 w 7467600"/>
              <a:gd name="connsiteY762" fmla="*/ 383136 h 6858000"/>
              <a:gd name="connsiteX763" fmla="*/ 3970213 w 7467600"/>
              <a:gd name="connsiteY763" fmla="*/ 995559 h 6858000"/>
              <a:gd name="connsiteX764" fmla="*/ 3744487 w 7467600"/>
              <a:gd name="connsiteY764" fmla="*/ 383136 h 6858000"/>
              <a:gd name="connsiteX765" fmla="*/ 3624562 w 7467600"/>
              <a:gd name="connsiteY765" fmla="*/ 367041 h 6858000"/>
              <a:gd name="connsiteX766" fmla="*/ 3489712 w 7467600"/>
              <a:gd name="connsiteY766" fmla="*/ 485386 h 6858000"/>
              <a:gd name="connsiteX767" fmla="*/ 3182994 w 7467600"/>
              <a:gd name="connsiteY767" fmla="*/ 828265 h 6858000"/>
              <a:gd name="connsiteX768" fmla="*/ 2892114 w 7467600"/>
              <a:gd name="connsiteY768" fmla="*/ 1172635 h 6858000"/>
              <a:gd name="connsiteX769" fmla="*/ 3021459 w 7467600"/>
              <a:gd name="connsiteY769" fmla="*/ 1035385 h 6858000"/>
              <a:gd name="connsiteX770" fmla="*/ 3153873 w 7467600"/>
              <a:gd name="connsiteY770" fmla="*/ 898971 h 6858000"/>
              <a:gd name="connsiteX771" fmla="*/ 3276511 w 7467600"/>
              <a:gd name="connsiteY771" fmla="*/ 786423 h 6858000"/>
              <a:gd name="connsiteX772" fmla="*/ 3584154 w 7467600"/>
              <a:gd name="connsiteY772" fmla="*/ 448218 h 6858000"/>
              <a:gd name="connsiteX773" fmla="*/ 3624562 w 7467600"/>
              <a:gd name="connsiteY773" fmla="*/ 367041 h 6858000"/>
              <a:gd name="connsiteX774" fmla="*/ 3766672 w 7467600"/>
              <a:gd name="connsiteY774" fmla="*/ 359429 h 6858000"/>
              <a:gd name="connsiteX775" fmla="*/ 3996338 w 7467600"/>
              <a:gd name="connsiteY775" fmla="*/ 968237 h 6858000"/>
              <a:gd name="connsiteX776" fmla="*/ 3766672 w 7467600"/>
              <a:gd name="connsiteY776" fmla="*/ 359429 h 6858000"/>
              <a:gd name="connsiteX777" fmla="*/ 5805386 w 7467600"/>
              <a:gd name="connsiteY777" fmla="*/ 239240 h 6858000"/>
              <a:gd name="connsiteX778" fmla="*/ 5736947 w 7467600"/>
              <a:gd name="connsiteY778" fmla="*/ 261367 h 6858000"/>
              <a:gd name="connsiteX779" fmla="*/ 5427012 w 7467600"/>
              <a:gd name="connsiteY779" fmla="*/ 311272 h 6858000"/>
              <a:gd name="connsiteX780" fmla="*/ 5147818 w 7467600"/>
              <a:gd name="connsiteY780" fmla="*/ 322112 h 6858000"/>
              <a:gd name="connsiteX781" fmla="*/ 5060854 w 7467600"/>
              <a:gd name="connsiteY781" fmla="*/ 311882 h 6858000"/>
              <a:gd name="connsiteX782" fmla="*/ 4945989 w 7467600"/>
              <a:gd name="connsiteY782" fmla="*/ 300516 h 6858000"/>
              <a:gd name="connsiteX783" fmla="*/ 5410479 w 7467600"/>
              <a:gd name="connsiteY783" fmla="*/ 348434 h 6858000"/>
              <a:gd name="connsiteX784" fmla="*/ 5805386 w 7467600"/>
              <a:gd name="connsiteY784" fmla="*/ 239240 h 6858000"/>
              <a:gd name="connsiteX785" fmla="*/ 5905192 w 7467600"/>
              <a:gd name="connsiteY785" fmla="*/ 163079 h 6858000"/>
              <a:gd name="connsiteX786" fmla="*/ 5865655 w 7467600"/>
              <a:gd name="connsiteY786" fmla="*/ 171901 h 6858000"/>
              <a:gd name="connsiteX787" fmla="*/ 5259740 w 7467600"/>
              <a:gd name="connsiteY787" fmla="*/ 257013 h 6858000"/>
              <a:gd name="connsiteX788" fmla="*/ 5208466 w 7467600"/>
              <a:gd name="connsiteY788" fmla="*/ 257550 h 6858000"/>
              <a:gd name="connsiteX789" fmla="*/ 4980204 w 7467600"/>
              <a:gd name="connsiteY789" fmla="*/ 271903 h 6858000"/>
              <a:gd name="connsiteX790" fmla="*/ 5068068 w 7467600"/>
              <a:gd name="connsiteY790" fmla="*/ 282244 h 6858000"/>
              <a:gd name="connsiteX791" fmla="*/ 5153231 w 7467600"/>
              <a:gd name="connsiteY791" fmla="*/ 292240 h 6858000"/>
              <a:gd name="connsiteX792" fmla="*/ 5426491 w 7467600"/>
              <a:gd name="connsiteY792" fmla="*/ 281128 h 6858000"/>
              <a:gd name="connsiteX793" fmla="*/ 5731212 w 7467600"/>
              <a:gd name="connsiteY793" fmla="*/ 231951 h 6858000"/>
              <a:gd name="connsiteX794" fmla="*/ 5905192 w 7467600"/>
              <a:gd name="connsiteY794" fmla="*/ 163079 h 6858000"/>
              <a:gd name="connsiteX795" fmla="*/ 5944437 w 7467600"/>
              <a:gd name="connsiteY795" fmla="*/ 113829 h 6858000"/>
              <a:gd name="connsiteX796" fmla="*/ 5825032 w 7467600"/>
              <a:gd name="connsiteY796" fmla="*/ 146405 h 6858000"/>
              <a:gd name="connsiteX797" fmla="*/ 4955599 w 7467600"/>
              <a:gd name="connsiteY797" fmla="*/ 247008 h 6858000"/>
              <a:gd name="connsiteX798" fmla="*/ 5210104 w 7467600"/>
              <a:gd name="connsiteY798" fmla="*/ 228123 h 6858000"/>
              <a:gd name="connsiteX799" fmla="*/ 5261015 w 7467600"/>
              <a:gd name="connsiteY799" fmla="*/ 227087 h 6858000"/>
              <a:gd name="connsiteX800" fmla="*/ 5861181 w 7467600"/>
              <a:gd name="connsiteY800" fmla="*/ 143093 h 6858000"/>
              <a:gd name="connsiteX801" fmla="*/ 5961252 w 7467600"/>
              <a:gd name="connsiteY801" fmla="*/ 114820 h 6858000"/>
              <a:gd name="connsiteX802" fmla="*/ 5944437 w 7467600"/>
              <a:gd name="connsiteY802" fmla="*/ 113829 h 6858000"/>
              <a:gd name="connsiteX803" fmla="*/ 3882765 w 7467600"/>
              <a:gd name="connsiteY803" fmla="*/ 0 h 6858000"/>
              <a:gd name="connsiteX804" fmla="*/ 3995099 w 7467600"/>
              <a:gd name="connsiteY804" fmla="*/ 0 h 6858000"/>
              <a:gd name="connsiteX805" fmla="*/ 4163818 w 7467600"/>
              <a:gd name="connsiteY805" fmla="*/ 234104 h 6858000"/>
              <a:gd name="connsiteX806" fmla="*/ 4172099 w 7467600"/>
              <a:gd name="connsiteY806" fmla="*/ 234207 h 6858000"/>
              <a:gd name="connsiteX807" fmla="*/ 4784282 w 7467600"/>
              <a:gd name="connsiteY807" fmla="*/ 276561 h 6858000"/>
              <a:gd name="connsiteX808" fmla="*/ 4801687 w 7467600"/>
              <a:gd name="connsiteY808" fmla="*/ 267764 h 6858000"/>
              <a:gd name="connsiteX809" fmla="*/ 6082788 w 7467600"/>
              <a:gd name="connsiteY809" fmla="*/ 64119 h 6858000"/>
              <a:gd name="connsiteX810" fmla="*/ 6099442 w 7467600"/>
              <a:gd name="connsiteY810" fmla="*/ 82568 h 6858000"/>
              <a:gd name="connsiteX811" fmla="*/ 4804137 w 7467600"/>
              <a:gd name="connsiteY811" fmla="*/ 320931 h 6858000"/>
              <a:gd name="connsiteX812" fmla="*/ 4227047 w 7467600"/>
              <a:gd name="connsiteY812" fmla="*/ 313415 h 6858000"/>
              <a:gd name="connsiteX813" fmla="*/ 4346041 w 7467600"/>
              <a:gd name="connsiteY813" fmla="*/ 456086 h 6858000"/>
              <a:gd name="connsiteX814" fmla="*/ 4870967 w 7467600"/>
              <a:gd name="connsiteY814" fmla="*/ 963061 h 6858000"/>
              <a:gd name="connsiteX815" fmla="*/ 4889647 w 7467600"/>
              <a:gd name="connsiteY815" fmla="*/ 957147 h 6858000"/>
              <a:gd name="connsiteX816" fmla="*/ 5422504 w 7467600"/>
              <a:gd name="connsiteY816" fmla="*/ 805191 h 6858000"/>
              <a:gd name="connsiteX817" fmla="*/ 6087656 w 7467600"/>
              <a:gd name="connsiteY817" fmla="*/ 826703 h 6858000"/>
              <a:gd name="connsiteX818" fmla="*/ 6058717 w 7467600"/>
              <a:gd name="connsiteY818" fmla="*/ 865992 h 6858000"/>
              <a:gd name="connsiteX819" fmla="*/ 4974153 w 7467600"/>
              <a:gd name="connsiteY819" fmla="*/ 1045456 h 6858000"/>
              <a:gd name="connsiteX820" fmla="*/ 5627835 w 7467600"/>
              <a:gd name="connsiteY820" fmla="*/ 1472077 h 6858000"/>
              <a:gd name="connsiteX821" fmla="*/ 5629817 w 7467600"/>
              <a:gd name="connsiteY821" fmla="*/ 1471412 h 6858000"/>
              <a:gd name="connsiteX822" fmla="*/ 5634124 w 7467600"/>
              <a:gd name="connsiteY822" fmla="*/ 1470572 h 6858000"/>
              <a:gd name="connsiteX823" fmla="*/ 5755832 w 7467600"/>
              <a:gd name="connsiteY823" fmla="*/ 1383886 h 6858000"/>
              <a:gd name="connsiteX824" fmla="*/ 6014186 w 7467600"/>
              <a:gd name="connsiteY824" fmla="*/ 1279799 h 6858000"/>
              <a:gd name="connsiteX825" fmla="*/ 6901619 w 7467600"/>
              <a:gd name="connsiteY825" fmla="*/ 1047874 h 6858000"/>
              <a:gd name="connsiteX826" fmla="*/ 6931566 w 7467600"/>
              <a:gd name="connsiteY826" fmla="*/ 1062034 h 6858000"/>
              <a:gd name="connsiteX827" fmla="*/ 5790982 w 7467600"/>
              <a:gd name="connsiteY827" fmla="*/ 1561380 h 6858000"/>
              <a:gd name="connsiteX828" fmla="*/ 6188971 w 7467600"/>
              <a:gd name="connsiteY828" fmla="*/ 1755168 h 6858000"/>
              <a:gd name="connsiteX829" fmla="*/ 6202446 w 7467600"/>
              <a:gd name="connsiteY829" fmla="*/ 1752268 h 6858000"/>
              <a:gd name="connsiteX830" fmla="*/ 7179560 w 7467600"/>
              <a:gd name="connsiteY830" fmla="*/ 1467551 h 6858000"/>
              <a:gd name="connsiteX831" fmla="*/ 7158730 w 7467600"/>
              <a:gd name="connsiteY831" fmla="*/ 1507835 h 6858000"/>
              <a:gd name="connsiteX832" fmla="*/ 6326959 w 7467600"/>
              <a:gd name="connsiteY832" fmla="*/ 1817686 h 6858000"/>
              <a:gd name="connsiteX833" fmla="*/ 6537433 w 7467600"/>
              <a:gd name="connsiteY833" fmla="*/ 1907790 h 6858000"/>
              <a:gd name="connsiteX834" fmla="*/ 6550221 w 7467600"/>
              <a:gd name="connsiteY834" fmla="*/ 1910729 h 6858000"/>
              <a:gd name="connsiteX835" fmla="*/ 6964438 w 7467600"/>
              <a:gd name="connsiteY835" fmla="*/ 2209505 h 6858000"/>
              <a:gd name="connsiteX836" fmla="*/ 7367862 w 7467600"/>
              <a:gd name="connsiteY836" fmla="*/ 2806833 h 6858000"/>
              <a:gd name="connsiteX837" fmla="*/ 7364329 w 7467600"/>
              <a:gd name="connsiteY837" fmla="*/ 2826907 h 6858000"/>
              <a:gd name="connsiteX838" fmla="*/ 7290545 w 7467600"/>
              <a:gd name="connsiteY838" fmla="*/ 2850663 h 6858000"/>
              <a:gd name="connsiteX839" fmla="*/ 6472036 w 7467600"/>
              <a:gd name="connsiteY839" fmla="*/ 1959003 h 6858000"/>
              <a:gd name="connsiteX840" fmla="*/ 5792897 w 7467600"/>
              <a:gd name="connsiteY840" fmla="*/ 1647747 h 6858000"/>
              <a:gd name="connsiteX841" fmla="*/ 5842751 w 7467600"/>
              <a:gd name="connsiteY841" fmla="*/ 1816112 h 6858000"/>
              <a:gd name="connsiteX842" fmla="*/ 5847424 w 7467600"/>
              <a:gd name="connsiteY842" fmla="*/ 1815776 h 6858000"/>
              <a:gd name="connsiteX843" fmla="*/ 6399821 w 7467600"/>
              <a:gd name="connsiteY843" fmla="*/ 2344799 h 6858000"/>
              <a:gd name="connsiteX844" fmla="*/ 6323232 w 7467600"/>
              <a:gd name="connsiteY844" fmla="*/ 2389634 h 6858000"/>
              <a:gd name="connsiteX845" fmla="*/ 5942958 w 7467600"/>
              <a:gd name="connsiteY845" fmla="*/ 2077708 h 6858000"/>
              <a:gd name="connsiteX846" fmla="*/ 5921559 w 7467600"/>
              <a:gd name="connsiteY846" fmla="*/ 2378596 h 6858000"/>
              <a:gd name="connsiteX847" fmla="*/ 5817651 w 7467600"/>
              <a:gd name="connsiteY847" fmla="*/ 3023919 h 6858000"/>
              <a:gd name="connsiteX848" fmla="*/ 5729634 w 7467600"/>
              <a:gd name="connsiteY848" fmla="*/ 3051849 h 6858000"/>
              <a:gd name="connsiteX849" fmla="*/ 5611018 w 7467600"/>
              <a:gd name="connsiteY849" fmla="*/ 2316769 h 6858000"/>
              <a:gd name="connsiteX850" fmla="*/ 5687608 w 7467600"/>
              <a:gd name="connsiteY850" fmla="*/ 2039972 h 6858000"/>
              <a:gd name="connsiteX851" fmla="*/ 5657554 w 7467600"/>
              <a:gd name="connsiteY851" fmla="*/ 1576445 h 6858000"/>
              <a:gd name="connsiteX852" fmla="*/ 5150475 w 7467600"/>
              <a:gd name="connsiteY852" fmla="*/ 1274012 h 6858000"/>
              <a:gd name="connsiteX853" fmla="*/ 5349142 w 7467600"/>
              <a:gd name="connsiteY853" fmla="*/ 2204405 h 6858000"/>
              <a:gd name="connsiteX854" fmla="*/ 5262214 w 7467600"/>
              <a:gd name="connsiteY854" fmla="*/ 2233836 h 6858000"/>
              <a:gd name="connsiteX855" fmla="*/ 4981539 w 7467600"/>
              <a:gd name="connsiteY855" fmla="*/ 1542201 h 6858000"/>
              <a:gd name="connsiteX856" fmla="*/ 4958461 w 7467600"/>
              <a:gd name="connsiteY856" fmla="*/ 1136957 h 6858000"/>
              <a:gd name="connsiteX857" fmla="*/ 4655015 w 7467600"/>
              <a:gd name="connsiteY857" fmla="*/ 891426 h 6858000"/>
              <a:gd name="connsiteX858" fmla="*/ 4348002 w 7467600"/>
              <a:gd name="connsiteY858" fmla="*/ 2205895 h 6858000"/>
              <a:gd name="connsiteX859" fmla="*/ 4262250 w 7467600"/>
              <a:gd name="connsiteY859" fmla="*/ 2219972 h 6858000"/>
              <a:gd name="connsiteX860" fmla="*/ 4550611 w 7467600"/>
              <a:gd name="connsiteY860" fmla="*/ 817540 h 6858000"/>
              <a:gd name="connsiteX861" fmla="*/ 4564418 w 7467600"/>
              <a:gd name="connsiteY861" fmla="*/ 808293 h 6858000"/>
              <a:gd name="connsiteX862" fmla="*/ 4266388 w 7467600"/>
              <a:gd name="connsiteY862" fmla="*/ 500083 h 6858000"/>
              <a:gd name="connsiteX863" fmla="*/ 4032842 w 7467600"/>
              <a:gd name="connsiteY863" fmla="*/ 211809 h 6858000"/>
              <a:gd name="connsiteX864" fmla="*/ 3882765 w 7467600"/>
              <a:gd name="connsiteY864" fmla="*/ 0 h 6858000"/>
              <a:gd name="connsiteX865" fmla="*/ 3721337 w 7467600"/>
              <a:gd name="connsiteY865" fmla="*/ 0 h 6858000"/>
              <a:gd name="connsiteX866" fmla="*/ 3797544 w 7467600"/>
              <a:gd name="connsiteY866" fmla="*/ 0 h 6858000"/>
              <a:gd name="connsiteX867" fmla="*/ 3775734 w 7467600"/>
              <a:gd name="connsiteY867" fmla="*/ 95131 h 6858000"/>
              <a:gd name="connsiteX868" fmla="*/ 3724807 w 7467600"/>
              <a:gd name="connsiteY868" fmla="*/ 272257 h 6858000"/>
              <a:gd name="connsiteX869" fmla="*/ 3726844 w 7467600"/>
              <a:gd name="connsiteY869" fmla="*/ 282988 h 6858000"/>
              <a:gd name="connsiteX870" fmla="*/ 3742664 w 7467600"/>
              <a:gd name="connsiteY870" fmla="*/ 279918 h 6858000"/>
              <a:gd name="connsiteX871" fmla="*/ 4103910 w 7467600"/>
              <a:gd name="connsiteY871" fmla="*/ 1161917 h 6858000"/>
              <a:gd name="connsiteX872" fmla="*/ 4020269 w 7467600"/>
              <a:gd name="connsiteY872" fmla="*/ 1200406 h 6858000"/>
              <a:gd name="connsiteX873" fmla="*/ 3674882 w 7467600"/>
              <a:gd name="connsiteY873" fmla="*/ 488524 h 6858000"/>
              <a:gd name="connsiteX874" fmla="*/ 3132682 w 7467600"/>
              <a:gd name="connsiteY874" fmla="*/ 1072284 h 6858000"/>
              <a:gd name="connsiteX875" fmla="*/ 2716346 w 7467600"/>
              <a:gd name="connsiteY875" fmla="*/ 1276376 h 6858000"/>
              <a:gd name="connsiteX876" fmla="*/ 2716772 w 7467600"/>
              <a:gd name="connsiteY876" fmla="*/ 1255462 h 6858000"/>
              <a:gd name="connsiteX877" fmla="*/ 3471096 w 7467600"/>
              <a:gd name="connsiteY877" fmla="*/ 437072 h 6858000"/>
              <a:gd name="connsiteX878" fmla="*/ 3639057 w 7467600"/>
              <a:gd name="connsiteY878" fmla="*/ 286334 h 6858000"/>
              <a:gd name="connsiteX879" fmla="*/ 3640309 w 7467600"/>
              <a:gd name="connsiteY879" fmla="*/ 284664 h 6858000"/>
              <a:gd name="connsiteX880" fmla="*/ 3646022 w 7467600"/>
              <a:gd name="connsiteY880" fmla="*/ 276711 h 6858000"/>
              <a:gd name="connsiteX881" fmla="*/ 3707943 w 7467600"/>
              <a:gd name="connsiteY881" fmla="*/ 65958 h 6858000"/>
              <a:gd name="connsiteX882" fmla="*/ 3721337 w 7467600"/>
              <a:gd name="connsiteY882" fmla="*/ 0 h 6858000"/>
              <a:gd name="connsiteX883" fmla="*/ 2867960 w 7467600"/>
              <a:gd name="connsiteY883" fmla="*/ 0 h 6858000"/>
              <a:gd name="connsiteX884" fmla="*/ 2926351 w 7467600"/>
              <a:gd name="connsiteY884" fmla="*/ 0 h 6858000"/>
              <a:gd name="connsiteX885" fmla="*/ 2902823 w 7467600"/>
              <a:gd name="connsiteY885" fmla="*/ 262929 h 6858000"/>
              <a:gd name="connsiteX886" fmla="*/ 2940663 w 7467600"/>
              <a:gd name="connsiteY886" fmla="*/ 140884 h 6858000"/>
              <a:gd name="connsiteX887" fmla="*/ 2947039 w 7467600"/>
              <a:gd name="connsiteY887" fmla="*/ 122524 h 6858000"/>
              <a:gd name="connsiteX888" fmla="*/ 2984316 w 7467600"/>
              <a:gd name="connsiteY888" fmla="*/ 0 h 6858000"/>
              <a:gd name="connsiteX889" fmla="*/ 3016114 w 7467600"/>
              <a:gd name="connsiteY889" fmla="*/ 0 h 6858000"/>
              <a:gd name="connsiteX890" fmla="*/ 2979949 w 7467600"/>
              <a:gd name="connsiteY890" fmla="*/ 119274 h 6858000"/>
              <a:gd name="connsiteX891" fmla="*/ 3023879 w 7467600"/>
              <a:gd name="connsiteY891" fmla="*/ 0 h 6858000"/>
              <a:gd name="connsiteX892" fmla="*/ 3105400 w 7467600"/>
              <a:gd name="connsiteY892" fmla="*/ 0 h 6858000"/>
              <a:gd name="connsiteX893" fmla="*/ 3094669 w 7467600"/>
              <a:gd name="connsiteY893" fmla="*/ 30308 h 6858000"/>
              <a:gd name="connsiteX894" fmla="*/ 2901945 w 7467600"/>
              <a:gd name="connsiteY894" fmla="*/ 466538 h 6858000"/>
              <a:gd name="connsiteX895" fmla="*/ 2815209 w 7467600"/>
              <a:gd name="connsiteY895" fmla="*/ 497361 h 6858000"/>
              <a:gd name="connsiteX896" fmla="*/ 2844845 w 7467600"/>
              <a:gd name="connsiteY896" fmla="*/ 127638 h 6858000"/>
              <a:gd name="connsiteX897" fmla="*/ 2867960 w 7467600"/>
              <a:gd name="connsiteY897" fmla="*/ 0 h 6858000"/>
              <a:gd name="connsiteX898" fmla="*/ 1057230 w 7467600"/>
              <a:gd name="connsiteY898" fmla="*/ 0 h 6858000"/>
              <a:gd name="connsiteX899" fmla="*/ 1111003 w 7467600"/>
              <a:gd name="connsiteY899" fmla="*/ 0 h 6858000"/>
              <a:gd name="connsiteX900" fmla="*/ 1125553 w 7467600"/>
              <a:gd name="connsiteY900" fmla="*/ 52588 h 6858000"/>
              <a:gd name="connsiteX901" fmla="*/ 1304276 w 7467600"/>
              <a:gd name="connsiteY901" fmla="*/ 476275 h 6858000"/>
              <a:gd name="connsiteX902" fmla="*/ 1492066 w 7467600"/>
              <a:gd name="connsiteY902" fmla="*/ 886333 h 6858000"/>
              <a:gd name="connsiteX903" fmla="*/ 1423698 w 7467600"/>
              <a:gd name="connsiteY903" fmla="*/ 710817 h 6858000"/>
              <a:gd name="connsiteX904" fmla="*/ 1357609 w 7467600"/>
              <a:gd name="connsiteY904" fmla="*/ 532892 h 6858000"/>
              <a:gd name="connsiteX905" fmla="*/ 1309550 w 7467600"/>
              <a:gd name="connsiteY905" fmla="*/ 374031 h 6858000"/>
              <a:gd name="connsiteX906" fmla="*/ 1193673 w 7467600"/>
              <a:gd name="connsiteY906" fmla="*/ 49533 h 6858000"/>
              <a:gd name="connsiteX907" fmla="*/ 1164391 w 7467600"/>
              <a:gd name="connsiteY907" fmla="*/ 0 h 6858000"/>
              <a:gd name="connsiteX908" fmla="*/ 1200666 w 7467600"/>
              <a:gd name="connsiteY908" fmla="*/ 0 h 6858000"/>
              <a:gd name="connsiteX909" fmla="*/ 1223408 w 7467600"/>
              <a:gd name="connsiteY909" fmla="*/ 38996 h 6858000"/>
              <a:gd name="connsiteX910" fmla="*/ 1339635 w 7467600"/>
              <a:gd name="connsiteY910" fmla="*/ 365517 h 6858000"/>
              <a:gd name="connsiteX911" fmla="*/ 1387469 w 7467600"/>
              <a:gd name="connsiteY911" fmla="*/ 523079 h 6858000"/>
              <a:gd name="connsiteX912" fmla="*/ 1452685 w 7467600"/>
              <a:gd name="connsiteY912" fmla="*/ 699806 h 6858000"/>
              <a:gd name="connsiteX913" fmla="*/ 1492092 w 7467600"/>
              <a:gd name="connsiteY913" fmla="*/ 800424 h 6858000"/>
              <a:gd name="connsiteX914" fmla="*/ 1455302 w 7467600"/>
              <a:gd name="connsiteY914" fmla="*/ 632913 h 6858000"/>
              <a:gd name="connsiteX915" fmla="*/ 1222336 w 7467600"/>
              <a:gd name="connsiteY915" fmla="*/ 9480 h 6858000"/>
              <a:gd name="connsiteX916" fmla="*/ 1214634 w 7467600"/>
              <a:gd name="connsiteY916" fmla="*/ 0 h 6858000"/>
              <a:gd name="connsiteX917" fmla="*/ 1289827 w 7467600"/>
              <a:gd name="connsiteY917" fmla="*/ 0 h 6858000"/>
              <a:gd name="connsiteX918" fmla="*/ 1321076 w 7467600"/>
              <a:gd name="connsiteY918" fmla="*/ 59722 h 6858000"/>
              <a:gd name="connsiteX919" fmla="*/ 1512579 w 7467600"/>
              <a:gd name="connsiteY919" fmla="*/ 626441 h 6858000"/>
              <a:gd name="connsiteX920" fmla="*/ 1506076 w 7467600"/>
              <a:gd name="connsiteY920" fmla="*/ 1089289 h 6858000"/>
              <a:gd name="connsiteX921" fmla="*/ 1486346 w 7467600"/>
              <a:gd name="connsiteY921" fmla="*/ 1079919 h 6858000"/>
              <a:gd name="connsiteX922" fmla="*/ 1070511 w 7467600"/>
              <a:gd name="connsiteY922" fmla="*/ 48609 h 6858000"/>
              <a:gd name="connsiteX923" fmla="*/ 1057230 w 7467600"/>
              <a:gd name="connsiteY923" fmla="*/ 0 h 6858000"/>
              <a:gd name="connsiteX924" fmla="*/ 43151 w 7467600"/>
              <a:gd name="connsiteY924" fmla="*/ 0 h 6858000"/>
              <a:gd name="connsiteX925" fmla="*/ 95283 w 7467600"/>
              <a:gd name="connsiteY925" fmla="*/ 0 h 6858000"/>
              <a:gd name="connsiteX926" fmla="*/ 300708 w 7467600"/>
              <a:gd name="connsiteY926" fmla="*/ 154571 h 6858000"/>
              <a:gd name="connsiteX927" fmla="*/ 530414 w 7467600"/>
              <a:gd name="connsiteY927" fmla="*/ 354673 h 6858000"/>
              <a:gd name="connsiteX928" fmla="*/ 333785 w 7467600"/>
              <a:gd name="connsiteY928" fmla="*/ 161564 h 6858000"/>
              <a:gd name="connsiteX929" fmla="*/ 147005 w 7467600"/>
              <a:gd name="connsiteY929" fmla="*/ 0 h 6858000"/>
              <a:gd name="connsiteX930" fmla="*/ 272509 w 7467600"/>
              <a:gd name="connsiteY930" fmla="*/ 0 h 6858000"/>
              <a:gd name="connsiteX931" fmla="*/ 326276 w 7467600"/>
              <a:gd name="connsiteY931" fmla="*/ 45847 h 6858000"/>
              <a:gd name="connsiteX932" fmla="*/ 823759 w 7467600"/>
              <a:gd name="connsiteY932" fmla="*/ 574145 h 6858000"/>
              <a:gd name="connsiteX933" fmla="*/ 811254 w 7467600"/>
              <a:gd name="connsiteY933" fmla="*/ 665546 h 6858000"/>
              <a:gd name="connsiteX934" fmla="*/ 154042 w 7467600"/>
              <a:gd name="connsiteY934" fmla="*/ 261522 h 6858000"/>
              <a:gd name="connsiteX935" fmla="*/ 13550 w 7467600"/>
              <a:gd name="connsiteY935" fmla="*/ 158423 h 6858000"/>
              <a:gd name="connsiteX936" fmla="*/ 0 w 7467600"/>
              <a:gd name="connsiteY936" fmla="*/ 146618 h 6858000"/>
              <a:gd name="connsiteX937" fmla="*/ 0 w 7467600"/>
              <a:gd name="connsiteY937" fmla="*/ 59161 h 6858000"/>
              <a:gd name="connsiteX938" fmla="*/ 45427 w 7467600"/>
              <a:gd name="connsiteY938" fmla="*/ 101078 h 6858000"/>
              <a:gd name="connsiteX939" fmla="*/ 630103 w 7467600"/>
              <a:gd name="connsiteY939" fmla="*/ 485885 h 6858000"/>
              <a:gd name="connsiteX940" fmla="*/ 532040 w 7467600"/>
              <a:gd name="connsiteY940" fmla="*/ 399359 h 6858000"/>
              <a:gd name="connsiteX941" fmla="*/ 517618 w 7467600"/>
              <a:gd name="connsiteY941" fmla="*/ 385726 h 6858000"/>
              <a:gd name="connsiteX942" fmla="*/ 285074 w 7467600"/>
              <a:gd name="connsiteY942" fmla="*/ 182755 h 6858000"/>
              <a:gd name="connsiteX943" fmla="*/ 43151 w 7467600"/>
              <a:gd name="connsiteY94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289862 w 7467600"/>
              <a:gd name="connsiteY10" fmla="*/ 6659827 h 6858000"/>
              <a:gd name="connsiteX11" fmla="*/ 1019354 w 7467600"/>
              <a:gd name="connsiteY11" fmla="*/ 6315006 h 6858000"/>
              <a:gd name="connsiteX12" fmla="*/ 441046 w 7467600"/>
              <a:gd name="connsiteY12" fmla="*/ 6691153 h 6858000"/>
              <a:gd name="connsiteX13" fmla="*/ 1019354 w 7467600"/>
              <a:gd name="connsiteY13" fmla="*/ 6315006 h 6858000"/>
              <a:gd name="connsiteX14" fmla="*/ 991680 w 7467600"/>
              <a:gd name="connsiteY14" fmla="*/ 6298413 h 6858000"/>
              <a:gd name="connsiteX15" fmla="*/ 409060 w 7467600"/>
              <a:gd name="connsiteY15" fmla="*/ 6671470 h 6858000"/>
              <a:gd name="connsiteX16" fmla="*/ 991680 w 7467600"/>
              <a:gd name="connsiteY16" fmla="*/ 6298413 h 6858000"/>
              <a:gd name="connsiteX17" fmla="*/ 103333 w 7467600"/>
              <a:gd name="connsiteY17" fmla="*/ 5699602 h 6858000"/>
              <a:gd name="connsiteX18" fmla="*/ 233938 w 7467600"/>
              <a:gd name="connsiteY18" fmla="*/ 5809416 h 6858000"/>
              <a:gd name="connsiteX19" fmla="*/ 883580 w 7467600"/>
              <a:gd name="connsiteY19" fmla="*/ 6180710 h 6858000"/>
              <a:gd name="connsiteX20" fmla="*/ 487337 w 7467600"/>
              <a:gd name="connsiteY20" fmla="*/ 5950182 h 6858000"/>
              <a:gd name="connsiteX21" fmla="*/ 354051 w 7467600"/>
              <a:gd name="connsiteY21" fmla="*/ 5854912 h 6858000"/>
              <a:gd name="connsiteX22" fmla="*/ 195436 w 7467600"/>
              <a:gd name="connsiteY22" fmla="*/ 5755068 h 6858000"/>
              <a:gd name="connsiteX23" fmla="*/ 103333 w 7467600"/>
              <a:gd name="connsiteY23" fmla="*/ 5699602 h 6858000"/>
              <a:gd name="connsiteX24" fmla="*/ 5539432 w 7467600"/>
              <a:gd name="connsiteY24" fmla="*/ 5642928 h 6858000"/>
              <a:gd name="connsiteX25" fmla="*/ 5555462 w 7467600"/>
              <a:gd name="connsiteY25" fmla="*/ 5694454 h 6858000"/>
              <a:gd name="connsiteX26" fmla="*/ 5828270 w 7467600"/>
              <a:gd name="connsiteY26" fmla="*/ 6320663 h 6858000"/>
              <a:gd name="connsiteX27" fmla="*/ 5947416 w 7467600"/>
              <a:gd name="connsiteY27" fmla="*/ 6574846 h 6858000"/>
              <a:gd name="connsiteX28" fmla="*/ 5539432 w 7467600"/>
              <a:gd name="connsiteY28" fmla="*/ 5642928 h 6858000"/>
              <a:gd name="connsiteX29" fmla="*/ 51253 w 7467600"/>
              <a:gd name="connsiteY29" fmla="*/ 5631825 h 6858000"/>
              <a:gd name="connsiteX30" fmla="*/ 211622 w 7467600"/>
              <a:gd name="connsiteY30" fmla="*/ 5728803 h 6858000"/>
              <a:gd name="connsiteX31" fmla="*/ 371652 w 7467600"/>
              <a:gd name="connsiteY31" fmla="*/ 5829062 h 6858000"/>
              <a:gd name="connsiteX32" fmla="*/ 505903 w 7467600"/>
              <a:gd name="connsiteY32" fmla="*/ 5925221 h 6858000"/>
              <a:gd name="connsiteX33" fmla="*/ 899240 w 7467600"/>
              <a:gd name="connsiteY33" fmla="*/ 6153068 h 6858000"/>
              <a:gd name="connsiteX34" fmla="*/ 988114 w 7467600"/>
              <a:gd name="connsiteY34" fmla="*/ 6174204 h 6858000"/>
              <a:gd name="connsiteX35" fmla="*/ 845971 w 7467600"/>
              <a:gd name="connsiteY35" fmla="*/ 6067177 h 6858000"/>
              <a:gd name="connsiteX36" fmla="*/ 448057 w 7467600"/>
              <a:gd name="connsiteY36" fmla="*/ 5841376 h 6858000"/>
              <a:gd name="connsiteX37" fmla="*/ 51253 w 7467600"/>
              <a:gd name="connsiteY37" fmla="*/ 5631825 h 6858000"/>
              <a:gd name="connsiteX38" fmla="*/ 2606687 w 7467600"/>
              <a:gd name="connsiteY38" fmla="*/ 5630718 h 6858000"/>
              <a:gd name="connsiteX39" fmla="*/ 2645658 w 7467600"/>
              <a:gd name="connsiteY39" fmla="*/ 6640259 h 6858000"/>
              <a:gd name="connsiteX40" fmla="*/ 2606687 w 7467600"/>
              <a:gd name="connsiteY40" fmla="*/ 5630718 h 6858000"/>
              <a:gd name="connsiteX41" fmla="*/ 3642057 w 7467600"/>
              <a:gd name="connsiteY41" fmla="*/ 5573487 h 6858000"/>
              <a:gd name="connsiteX42" fmla="*/ 3632981 w 7467600"/>
              <a:gd name="connsiteY42" fmla="*/ 5579437 h 6858000"/>
              <a:gd name="connsiteX43" fmla="*/ 3382436 w 7467600"/>
              <a:gd name="connsiteY43" fmla="*/ 5952726 h 6858000"/>
              <a:gd name="connsiteX44" fmla="*/ 3191929 w 7467600"/>
              <a:gd name="connsiteY44" fmla="*/ 6662669 h 6858000"/>
              <a:gd name="connsiteX45" fmla="*/ 3369898 w 7467600"/>
              <a:gd name="connsiteY45" fmla="*/ 6081771 h 6858000"/>
              <a:gd name="connsiteX46" fmla="*/ 3642057 w 7467600"/>
              <a:gd name="connsiteY46" fmla="*/ 5573487 h 6858000"/>
              <a:gd name="connsiteX47" fmla="*/ 2650666 w 7467600"/>
              <a:gd name="connsiteY47" fmla="*/ 5530686 h 6858000"/>
              <a:gd name="connsiteX48" fmla="*/ 2650249 w 7467600"/>
              <a:gd name="connsiteY48" fmla="*/ 5532101 h 6858000"/>
              <a:gd name="connsiteX49" fmla="*/ 2663808 w 7467600"/>
              <a:gd name="connsiteY49" fmla="*/ 6535215 h 6858000"/>
              <a:gd name="connsiteX50" fmla="*/ 2665418 w 7467600"/>
              <a:gd name="connsiteY50" fmla="*/ 6132756 h 6858000"/>
              <a:gd name="connsiteX51" fmla="*/ 2650666 w 7467600"/>
              <a:gd name="connsiteY51" fmla="*/ 5530686 h 6858000"/>
              <a:gd name="connsiteX52" fmla="*/ 2680277 w 7467600"/>
              <a:gd name="connsiteY52" fmla="*/ 5479204 h 6858000"/>
              <a:gd name="connsiteX53" fmla="*/ 2678972 w 7467600"/>
              <a:gd name="connsiteY53" fmla="*/ 5481582 h 6858000"/>
              <a:gd name="connsiteX54" fmla="*/ 2696666 w 7467600"/>
              <a:gd name="connsiteY54" fmla="*/ 6133836 h 6858000"/>
              <a:gd name="connsiteX55" fmla="*/ 2695769 w 7467600"/>
              <a:gd name="connsiteY55" fmla="*/ 6390955 h 6858000"/>
              <a:gd name="connsiteX56" fmla="*/ 2739893 w 7467600"/>
              <a:gd name="connsiteY56" fmla="*/ 6108357 h 6858000"/>
              <a:gd name="connsiteX57" fmla="*/ 2680277 w 7467600"/>
              <a:gd name="connsiteY57" fmla="*/ 5479204 h 6858000"/>
              <a:gd name="connsiteX58" fmla="*/ 1132195 w 7467600"/>
              <a:gd name="connsiteY58" fmla="*/ 5467980 h 6858000"/>
              <a:gd name="connsiteX59" fmla="*/ 1679056 w 7467600"/>
              <a:gd name="connsiteY59" fmla="*/ 5516907 h 6858000"/>
              <a:gd name="connsiteX60" fmla="*/ 2128648 w 7467600"/>
              <a:gd name="connsiteY60" fmla="*/ 5474249 h 6858000"/>
              <a:gd name="connsiteX61" fmla="*/ 1825619 w 7467600"/>
              <a:gd name="connsiteY61" fmla="*/ 5478447 h 6858000"/>
              <a:gd name="connsiteX62" fmla="*/ 1737798 w 7467600"/>
              <a:gd name="connsiteY62" fmla="*/ 5483353 h 6858000"/>
              <a:gd name="connsiteX63" fmla="*/ 1132195 w 7467600"/>
              <a:gd name="connsiteY63" fmla="*/ 5467980 h 6858000"/>
              <a:gd name="connsiteX64" fmla="*/ 1456157 w 7467600"/>
              <a:gd name="connsiteY64" fmla="*/ 5371404 h 6858000"/>
              <a:gd name="connsiteX65" fmla="*/ 1244432 w 7467600"/>
              <a:gd name="connsiteY65" fmla="*/ 5385601 h 6858000"/>
              <a:gd name="connsiteX66" fmla="*/ 973990 w 7467600"/>
              <a:gd name="connsiteY66" fmla="*/ 5424940 h 6858000"/>
              <a:gd name="connsiteX67" fmla="*/ 1103809 w 7467600"/>
              <a:gd name="connsiteY67" fmla="*/ 5433720 h 6858000"/>
              <a:gd name="connsiteX68" fmla="*/ 1123454 w 7467600"/>
              <a:gd name="connsiteY68" fmla="*/ 5435727 h 6858000"/>
              <a:gd name="connsiteX69" fmla="*/ 1737017 w 7467600"/>
              <a:gd name="connsiteY69" fmla="*/ 5452183 h 6858000"/>
              <a:gd name="connsiteX70" fmla="*/ 1824397 w 7467600"/>
              <a:gd name="connsiteY70" fmla="*/ 5447757 h 6858000"/>
              <a:gd name="connsiteX71" fmla="*/ 2070059 w 7467600"/>
              <a:gd name="connsiteY71" fmla="*/ 5441660 h 6858000"/>
              <a:gd name="connsiteX72" fmla="*/ 1456157 w 7467600"/>
              <a:gd name="connsiteY72" fmla="*/ 5371404 h 6858000"/>
              <a:gd name="connsiteX73" fmla="*/ 4988186 w 7467600"/>
              <a:gd name="connsiteY73" fmla="*/ 5216467 h 6858000"/>
              <a:gd name="connsiteX74" fmla="*/ 4777334 w 7467600"/>
              <a:gd name="connsiteY74" fmla="*/ 5406072 h 6858000"/>
              <a:gd name="connsiteX75" fmla="*/ 4718341 w 7467600"/>
              <a:gd name="connsiteY75" fmla="*/ 5468043 h 6858000"/>
              <a:gd name="connsiteX76" fmla="*/ 4604655 w 7467600"/>
              <a:gd name="connsiteY76" fmla="*/ 5583434 h 6858000"/>
              <a:gd name="connsiteX77" fmla="*/ 4565074 w 7467600"/>
              <a:gd name="connsiteY77" fmla="*/ 5618550 h 6858000"/>
              <a:gd name="connsiteX78" fmla="*/ 4988186 w 7467600"/>
              <a:gd name="connsiteY78" fmla="*/ 5216467 h 6858000"/>
              <a:gd name="connsiteX79" fmla="*/ 4978032 w 7467600"/>
              <a:gd name="connsiteY79" fmla="*/ 5183809 h 6858000"/>
              <a:gd name="connsiteX80" fmla="*/ 4463413 w 7467600"/>
              <a:gd name="connsiteY80" fmla="*/ 5615162 h 6858000"/>
              <a:gd name="connsiteX81" fmla="*/ 4358134 w 7467600"/>
              <a:gd name="connsiteY81" fmla="*/ 5742791 h 6858000"/>
              <a:gd name="connsiteX82" fmla="*/ 4376219 w 7467600"/>
              <a:gd name="connsiteY82" fmla="*/ 5729027 h 6858000"/>
              <a:gd name="connsiteX83" fmla="*/ 4582340 w 7467600"/>
              <a:gd name="connsiteY83" fmla="*/ 5561037 h 6858000"/>
              <a:gd name="connsiteX84" fmla="*/ 4694684 w 7467600"/>
              <a:gd name="connsiteY84" fmla="*/ 5447098 h 6858000"/>
              <a:gd name="connsiteX85" fmla="*/ 4754123 w 7467600"/>
              <a:gd name="connsiteY85" fmla="*/ 5384643 h 6858000"/>
              <a:gd name="connsiteX86" fmla="*/ 4978032 w 7467600"/>
              <a:gd name="connsiteY86" fmla="*/ 5183809 h 6858000"/>
              <a:gd name="connsiteX87" fmla="*/ 1903353 w 7467600"/>
              <a:gd name="connsiteY87" fmla="*/ 5044827 h 6858000"/>
              <a:gd name="connsiteX88" fmla="*/ 1936931 w 7467600"/>
              <a:gd name="connsiteY88" fmla="*/ 5093954 h 6858000"/>
              <a:gd name="connsiteX89" fmla="*/ 2195868 w 7467600"/>
              <a:gd name="connsiteY89" fmla="*/ 5396574 h 6858000"/>
              <a:gd name="connsiteX90" fmla="*/ 2088852 w 7467600"/>
              <a:gd name="connsiteY90" fmla="*/ 5166123 h 6858000"/>
              <a:gd name="connsiteX91" fmla="*/ 1958241 w 7467600"/>
              <a:gd name="connsiteY91" fmla="*/ 5067955 h 6858000"/>
              <a:gd name="connsiteX92" fmla="*/ 1903353 w 7467600"/>
              <a:gd name="connsiteY92" fmla="*/ 5044827 h 6858000"/>
              <a:gd name="connsiteX93" fmla="*/ 1979378 w 7467600"/>
              <a:gd name="connsiteY93" fmla="*/ 4769504 h 6858000"/>
              <a:gd name="connsiteX94" fmla="*/ 2882120 w 7467600"/>
              <a:gd name="connsiteY94" fmla="*/ 5064547 h 6858000"/>
              <a:gd name="connsiteX95" fmla="*/ 2793103 w 7467600"/>
              <a:gd name="connsiteY95" fmla="*/ 5039699 h 6858000"/>
              <a:gd name="connsiteX96" fmla="*/ 2770041 w 7467600"/>
              <a:gd name="connsiteY96" fmla="*/ 5033634 h 6858000"/>
              <a:gd name="connsiteX97" fmla="*/ 1979378 w 7467600"/>
              <a:gd name="connsiteY97" fmla="*/ 4769504 h 6858000"/>
              <a:gd name="connsiteX98" fmla="*/ 1927410 w 7467600"/>
              <a:gd name="connsiteY98" fmla="*/ 4716164 h 6858000"/>
              <a:gd name="connsiteX99" fmla="*/ 1959587 w 7467600"/>
              <a:gd name="connsiteY99" fmla="*/ 4728849 h 6858000"/>
              <a:gd name="connsiteX100" fmla="*/ 2777707 w 7467600"/>
              <a:gd name="connsiteY100" fmla="*/ 5003991 h 6858000"/>
              <a:gd name="connsiteX101" fmla="*/ 2800768 w 7467600"/>
              <a:gd name="connsiteY101" fmla="*/ 5010056 h 6858000"/>
              <a:gd name="connsiteX102" fmla="*/ 2879408 w 7467600"/>
              <a:gd name="connsiteY102" fmla="*/ 5031590 h 6858000"/>
              <a:gd name="connsiteX103" fmla="*/ 2862295 w 7467600"/>
              <a:gd name="connsiteY103" fmla="*/ 5022958 h 6858000"/>
              <a:gd name="connsiteX104" fmla="*/ 2813343 w 7467600"/>
              <a:gd name="connsiteY104" fmla="*/ 4998369 h 6858000"/>
              <a:gd name="connsiteX105" fmla="*/ 2646245 w 7467600"/>
              <a:gd name="connsiteY105" fmla="*/ 4930999 h 6858000"/>
              <a:gd name="connsiteX106" fmla="*/ 1999243 w 7467600"/>
              <a:gd name="connsiteY106" fmla="*/ 4730524 h 6858000"/>
              <a:gd name="connsiteX107" fmla="*/ 1979527 w 7467600"/>
              <a:gd name="connsiteY107" fmla="*/ 4726651 h 6858000"/>
              <a:gd name="connsiteX108" fmla="*/ 1927410 w 7467600"/>
              <a:gd name="connsiteY108" fmla="*/ 4716164 h 6858000"/>
              <a:gd name="connsiteX109" fmla="*/ 1997014 w 7467600"/>
              <a:gd name="connsiteY109" fmla="*/ 4698007 h 6858000"/>
              <a:gd name="connsiteX110" fmla="*/ 2005458 w 7467600"/>
              <a:gd name="connsiteY110" fmla="*/ 4699540 h 6858000"/>
              <a:gd name="connsiteX111" fmla="*/ 2657186 w 7467600"/>
              <a:gd name="connsiteY111" fmla="*/ 4901687 h 6858000"/>
              <a:gd name="connsiteX112" fmla="*/ 2826662 w 7467600"/>
              <a:gd name="connsiteY112" fmla="*/ 4970362 h 6858000"/>
              <a:gd name="connsiteX113" fmla="*/ 2876100 w 7467600"/>
              <a:gd name="connsiteY113" fmla="*/ 4995397 h 6858000"/>
              <a:gd name="connsiteX114" fmla="*/ 3042600 w 7467600"/>
              <a:gd name="connsiteY114" fmla="*/ 5059532 h 6858000"/>
              <a:gd name="connsiteX115" fmla="*/ 1997014 w 7467600"/>
              <a:gd name="connsiteY115" fmla="*/ 4698007 h 6858000"/>
              <a:gd name="connsiteX116" fmla="*/ 2305292 w 7467600"/>
              <a:gd name="connsiteY116" fmla="*/ 4219492 h 6858000"/>
              <a:gd name="connsiteX117" fmla="*/ 3360922 w 7467600"/>
              <a:gd name="connsiteY117" fmla="*/ 4529373 h 6858000"/>
              <a:gd name="connsiteX118" fmla="*/ 3492420 w 7467600"/>
              <a:gd name="connsiteY118" fmla="*/ 4510145 h 6858000"/>
              <a:gd name="connsiteX119" fmla="*/ 3364086 w 7467600"/>
              <a:gd name="connsiteY119" fmla="*/ 4480340 h 6858000"/>
              <a:gd name="connsiteX120" fmla="*/ 3225818 w 7467600"/>
              <a:gd name="connsiteY120" fmla="*/ 4411822 h 6858000"/>
              <a:gd name="connsiteX121" fmla="*/ 3129696 w 7467600"/>
              <a:gd name="connsiteY121" fmla="*/ 4360704 h 6858000"/>
              <a:gd name="connsiteX122" fmla="*/ 2814545 w 7467600"/>
              <a:gd name="connsiteY122" fmla="*/ 4282955 h 6858000"/>
              <a:gd name="connsiteX123" fmla="*/ 2305292 w 7467600"/>
              <a:gd name="connsiteY123" fmla="*/ 4219492 h 6858000"/>
              <a:gd name="connsiteX124" fmla="*/ 2626982 w 7467600"/>
              <a:gd name="connsiteY124" fmla="*/ 4206450 h 6858000"/>
              <a:gd name="connsiteX125" fmla="*/ 2490617 w 7467600"/>
              <a:gd name="connsiteY125" fmla="*/ 4206951 h 6858000"/>
              <a:gd name="connsiteX126" fmla="*/ 2819869 w 7467600"/>
              <a:gd name="connsiteY126" fmla="*/ 4252936 h 6858000"/>
              <a:gd name="connsiteX127" fmla="*/ 3143018 w 7467600"/>
              <a:gd name="connsiteY127" fmla="*/ 4332698 h 6858000"/>
              <a:gd name="connsiteX128" fmla="*/ 3241520 w 7467600"/>
              <a:gd name="connsiteY128" fmla="*/ 4385112 h 6858000"/>
              <a:gd name="connsiteX129" fmla="*/ 3374575 w 7467600"/>
              <a:gd name="connsiteY129" fmla="*/ 4451517 h 6858000"/>
              <a:gd name="connsiteX130" fmla="*/ 3505221 w 7467600"/>
              <a:gd name="connsiteY130" fmla="*/ 4480757 h 6858000"/>
              <a:gd name="connsiteX131" fmla="*/ 2626982 w 7467600"/>
              <a:gd name="connsiteY131" fmla="*/ 4206450 h 6858000"/>
              <a:gd name="connsiteX132" fmla="*/ 1310106 w 7467600"/>
              <a:gd name="connsiteY132" fmla="*/ 3943217 h 6858000"/>
              <a:gd name="connsiteX133" fmla="*/ 854994 w 7467600"/>
              <a:gd name="connsiteY133" fmla="*/ 4399136 h 6858000"/>
              <a:gd name="connsiteX134" fmla="*/ 742462 w 7467600"/>
              <a:gd name="connsiteY134" fmla="*/ 4594648 h 6858000"/>
              <a:gd name="connsiteX135" fmla="*/ 820602 w 7467600"/>
              <a:gd name="connsiteY135" fmla="*/ 4485915 h 6858000"/>
              <a:gd name="connsiteX136" fmla="*/ 878295 w 7467600"/>
              <a:gd name="connsiteY136" fmla="*/ 4403594 h 6858000"/>
              <a:gd name="connsiteX137" fmla="*/ 1240607 w 7467600"/>
              <a:gd name="connsiteY137" fmla="*/ 4010401 h 6858000"/>
              <a:gd name="connsiteX138" fmla="*/ 1310106 w 7467600"/>
              <a:gd name="connsiteY138" fmla="*/ 3943217 h 6858000"/>
              <a:gd name="connsiteX139" fmla="*/ 1423113 w 7467600"/>
              <a:gd name="connsiteY139" fmla="*/ 3874565 h 6858000"/>
              <a:gd name="connsiteX140" fmla="*/ 1260565 w 7467600"/>
              <a:gd name="connsiteY140" fmla="*/ 4031982 h 6858000"/>
              <a:gd name="connsiteX141" fmla="*/ 901900 w 7467600"/>
              <a:gd name="connsiteY141" fmla="*/ 4421236 h 6858000"/>
              <a:gd name="connsiteX142" fmla="*/ 845044 w 7467600"/>
              <a:gd name="connsiteY142" fmla="*/ 4502436 h 6858000"/>
              <a:gd name="connsiteX143" fmla="*/ 685926 w 7467600"/>
              <a:gd name="connsiteY143" fmla="*/ 4703069 h 6858000"/>
              <a:gd name="connsiteX144" fmla="*/ 684248 w 7467600"/>
              <a:gd name="connsiteY144" fmla="*/ 4706721 h 6858000"/>
              <a:gd name="connsiteX145" fmla="*/ 1423113 w 7467600"/>
              <a:gd name="connsiteY145" fmla="*/ 3874565 h 6858000"/>
              <a:gd name="connsiteX146" fmla="*/ 3316479 w 7467600"/>
              <a:gd name="connsiteY146" fmla="*/ 3872136 h 6858000"/>
              <a:gd name="connsiteX147" fmla="*/ 3546806 w 7467600"/>
              <a:gd name="connsiteY147" fmla="*/ 4356139 h 6858000"/>
              <a:gd name="connsiteX148" fmla="*/ 3364433 w 7467600"/>
              <a:gd name="connsiteY148" fmla="*/ 3953121 h 6858000"/>
              <a:gd name="connsiteX149" fmla="*/ 3316479 w 7467600"/>
              <a:gd name="connsiteY149" fmla="*/ 3872136 h 6858000"/>
              <a:gd name="connsiteX150" fmla="*/ 3291335 w 7467600"/>
              <a:gd name="connsiteY150" fmla="*/ 3767420 h 6858000"/>
              <a:gd name="connsiteX151" fmla="*/ 3390805 w 7467600"/>
              <a:gd name="connsiteY151" fmla="*/ 3937163 h 6858000"/>
              <a:gd name="connsiteX152" fmla="*/ 3579062 w 7467600"/>
              <a:gd name="connsiteY152" fmla="*/ 4359040 h 6858000"/>
              <a:gd name="connsiteX153" fmla="*/ 3467355 w 7467600"/>
              <a:gd name="connsiteY153" fmla="*/ 3988130 h 6858000"/>
              <a:gd name="connsiteX154" fmla="*/ 3310753 w 7467600"/>
              <a:gd name="connsiteY154" fmla="*/ 3787140 h 6858000"/>
              <a:gd name="connsiteX155" fmla="*/ 3291335 w 7467600"/>
              <a:gd name="connsiteY155" fmla="*/ 3767420 h 6858000"/>
              <a:gd name="connsiteX156" fmla="*/ 1635889 w 7467600"/>
              <a:gd name="connsiteY156" fmla="*/ 3709494 h 6858000"/>
              <a:gd name="connsiteX157" fmla="*/ 1634800 w 7467600"/>
              <a:gd name="connsiteY157" fmla="*/ 3731111 h 6858000"/>
              <a:gd name="connsiteX158" fmla="*/ 1635889 w 7467600"/>
              <a:gd name="connsiteY158" fmla="*/ 3709494 h 6858000"/>
              <a:gd name="connsiteX159" fmla="*/ 1510397 w 7467600"/>
              <a:gd name="connsiteY159" fmla="*/ 3684705 h 6858000"/>
              <a:gd name="connsiteX160" fmla="*/ 1146550 w 7467600"/>
              <a:gd name="connsiteY160" fmla="*/ 3802012 h 6858000"/>
              <a:gd name="connsiteX161" fmla="*/ 698834 w 7467600"/>
              <a:gd name="connsiteY161" fmla="*/ 3952272 h 6858000"/>
              <a:gd name="connsiteX162" fmla="*/ 34256 w 7467600"/>
              <a:gd name="connsiteY162" fmla="*/ 4347603 h 6858000"/>
              <a:gd name="connsiteX163" fmla="*/ 527241 w 7467600"/>
              <a:gd name="connsiteY163" fmla="*/ 4065078 h 6858000"/>
              <a:gd name="connsiteX164" fmla="*/ 1510397 w 7467600"/>
              <a:gd name="connsiteY164" fmla="*/ 3684705 h 6858000"/>
              <a:gd name="connsiteX165" fmla="*/ 1313114 w 7467600"/>
              <a:gd name="connsiteY165" fmla="*/ 3655216 h 6858000"/>
              <a:gd name="connsiteX166" fmla="*/ 1109304 w 7467600"/>
              <a:gd name="connsiteY166" fmla="*/ 3669030 h 6858000"/>
              <a:gd name="connsiteX167" fmla="*/ 8129 w 7467600"/>
              <a:gd name="connsiteY167" fmla="*/ 4330519 h 6858000"/>
              <a:gd name="connsiteX168" fmla="*/ 687572 w 7467600"/>
              <a:gd name="connsiteY168" fmla="*/ 3925629 h 6858000"/>
              <a:gd name="connsiteX169" fmla="*/ 1138365 w 7467600"/>
              <a:gd name="connsiteY169" fmla="*/ 3774515 h 6858000"/>
              <a:gd name="connsiteX170" fmla="*/ 1505579 w 7467600"/>
              <a:gd name="connsiteY170" fmla="*/ 3655526 h 6858000"/>
              <a:gd name="connsiteX171" fmla="*/ 1313114 w 7467600"/>
              <a:gd name="connsiteY171" fmla="*/ 3655216 h 6858000"/>
              <a:gd name="connsiteX172" fmla="*/ 3655073 w 7467600"/>
              <a:gd name="connsiteY172" fmla="*/ 3650884 h 6858000"/>
              <a:gd name="connsiteX173" fmla="*/ 3989938 w 7467600"/>
              <a:gd name="connsiteY173" fmla="*/ 3991685 h 6858000"/>
              <a:gd name="connsiteX174" fmla="*/ 4393907 w 7467600"/>
              <a:gd name="connsiteY174" fmla="*/ 4261258 h 6858000"/>
              <a:gd name="connsiteX175" fmla="*/ 4648051 w 7467600"/>
              <a:gd name="connsiteY175" fmla="*/ 4374051 h 6858000"/>
              <a:gd name="connsiteX176" fmla="*/ 4383389 w 7467600"/>
              <a:gd name="connsiteY176" fmla="*/ 4184369 h 6858000"/>
              <a:gd name="connsiteX177" fmla="*/ 4165508 w 7467600"/>
              <a:gd name="connsiteY177" fmla="*/ 4035196 h 6858000"/>
              <a:gd name="connsiteX178" fmla="*/ 4068162 w 7467600"/>
              <a:gd name="connsiteY178" fmla="*/ 3953394 h 6858000"/>
              <a:gd name="connsiteX179" fmla="*/ 3981416 w 7467600"/>
              <a:gd name="connsiteY179" fmla="*/ 3880482 h 6858000"/>
              <a:gd name="connsiteX180" fmla="*/ 3800147 w 7467600"/>
              <a:gd name="connsiteY180" fmla="*/ 3749872 h 6858000"/>
              <a:gd name="connsiteX181" fmla="*/ 3655073 w 7467600"/>
              <a:gd name="connsiteY181" fmla="*/ 3650884 h 6858000"/>
              <a:gd name="connsiteX182" fmla="*/ 3670252 w 7467600"/>
              <a:gd name="connsiteY182" fmla="*/ 3622798 h 6858000"/>
              <a:gd name="connsiteX183" fmla="*/ 3817258 w 7467600"/>
              <a:gd name="connsiteY183" fmla="*/ 3723577 h 6858000"/>
              <a:gd name="connsiteX184" fmla="*/ 4000461 w 7467600"/>
              <a:gd name="connsiteY184" fmla="*/ 3855966 h 6858000"/>
              <a:gd name="connsiteX185" fmla="*/ 4088180 w 7467600"/>
              <a:gd name="connsiteY185" fmla="*/ 3929774 h 6858000"/>
              <a:gd name="connsiteX186" fmla="*/ 4184555 w 7467600"/>
              <a:gd name="connsiteY186" fmla="*/ 4010683 h 6858000"/>
              <a:gd name="connsiteX187" fmla="*/ 4399563 w 7467600"/>
              <a:gd name="connsiteY187" fmla="*/ 4158106 h 6858000"/>
              <a:gd name="connsiteX188" fmla="*/ 4684469 w 7467600"/>
              <a:gd name="connsiteY188" fmla="*/ 4364680 h 6858000"/>
              <a:gd name="connsiteX189" fmla="*/ 4690271 w 7467600"/>
              <a:gd name="connsiteY189" fmla="*/ 4370034 h 6858000"/>
              <a:gd name="connsiteX190" fmla="*/ 4136093 w 7467600"/>
              <a:gd name="connsiteY190" fmla="*/ 3858466 h 6858000"/>
              <a:gd name="connsiteX191" fmla="*/ 3670252 w 7467600"/>
              <a:gd name="connsiteY191" fmla="*/ 3622798 h 6858000"/>
              <a:gd name="connsiteX192" fmla="*/ 4440129 w 7467600"/>
              <a:gd name="connsiteY192" fmla="*/ 3448571 h 6858000"/>
              <a:gd name="connsiteX193" fmla="*/ 4856525 w 7467600"/>
              <a:gd name="connsiteY193" fmla="*/ 3915351 h 6858000"/>
              <a:gd name="connsiteX194" fmla="*/ 5059055 w 7467600"/>
              <a:gd name="connsiteY194" fmla="*/ 4108918 h 6858000"/>
              <a:gd name="connsiteX195" fmla="*/ 5290070 w 7467600"/>
              <a:gd name="connsiteY195" fmla="*/ 4263619 h 6858000"/>
              <a:gd name="connsiteX196" fmla="*/ 4834991 w 7467600"/>
              <a:gd name="connsiteY196" fmla="*/ 3830985 h 6858000"/>
              <a:gd name="connsiteX197" fmla="*/ 4440129 w 7467600"/>
              <a:gd name="connsiteY197" fmla="*/ 3448571 h 6858000"/>
              <a:gd name="connsiteX198" fmla="*/ 4441737 w 7467600"/>
              <a:gd name="connsiteY198" fmla="*/ 3399734 h 6858000"/>
              <a:gd name="connsiteX199" fmla="*/ 4431236 w 7467600"/>
              <a:gd name="connsiteY199" fmla="*/ 3400954 h 6858000"/>
              <a:gd name="connsiteX200" fmla="*/ 4557150 w 7467600"/>
              <a:gd name="connsiteY200" fmla="*/ 3510023 h 6858000"/>
              <a:gd name="connsiteX201" fmla="*/ 4856936 w 7467600"/>
              <a:gd name="connsiteY201" fmla="*/ 3809146 h 6858000"/>
              <a:gd name="connsiteX202" fmla="*/ 5111996 w 7467600"/>
              <a:gd name="connsiteY202" fmla="*/ 4065759 h 6858000"/>
              <a:gd name="connsiteX203" fmla="*/ 5388878 w 7467600"/>
              <a:gd name="connsiteY203" fmla="*/ 4300185 h 6858000"/>
              <a:gd name="connsiteX204" fmla="*/ 5425556 w 7467600"/>
              <a:gd name="connsiteY204" fmla="*/ 4308967 h 6858000"/>
              <a:gd name="connsiteX205" fmla="*/ 4943646 w 7467600"/>
              <a:gd name="connsiteY205" fmla="*/ 3822916 h 6858000"/>
              <a:gd name="connsiteX206" fmla="*/ 4594837 w 7467600"/>
              <a:gd name="connsiteY206" fmla="*/ 3532274 h 6858000"/>
              <a:gd name="connsiteX207" fmla="*/ 4441737 w 7467600"/>
              <a:gd name="connsiteY207" fmla="*/ 3399734 h 6858000"/>
              <a:gd name="connsiteX208" fmla="*/ 5425834 w 7467600"/>
              <a:gd name="connsiteY208" fmla="*/ 3162785 h 6858000"/>
              <a:gd name="connsiteX209" fmla="*/ 5401644 w 7467600"/>
              <a:gd name="connsiteY209" fmla="*/ 3617847 h 6858000"/>
              <a:gd name="connsiteX210" fmla="*/ 5467256 w 7467600"/>
              <a:gd name="connsiteY210" fmla="*/ 4175494 h 6858000"/>
              <a:gd name="connsiteX211" fmla="*/ 5448069 w 7467600"/>
              <a:gd name="connsiteY211" fmla="*/ 3567554 h 6858000"/>
              <a:gd name="connsiteX212" fmla="*/ 5425834 w 7467600"/>
              <a:gd name="connsiteY212" fmla="*/ 3162785 h 6858000"/>
              <a:gd name="connsiteX213" fmla="*/ 1318687 w 7467600"/>
              <a:gd name="connsiteY213" fmla="*/ 3113840 h 6858000"/>
              <a:gd name="connsiteX214" fmla="*/ 1066793 w 7467600"/>
              <a:gd name="connsiteY214" fmla="*/ 3212171 h 6858000"/>
              <a:gd name="connsiteX215" fmla="*/ 993319 w 7467600"/>
              <a:gd name="connsiteY215" fmla="*/ 3247648 h 6858000"/>
              <a:gd name="connsiteX216" fmla="*/ 853081 w 7467600"/>
              <a:gd name="connsiteY216" fmla="*/ 3312410 h 6858000"/>
              <a:gd name="connsiteX217" fmla="*/ 805957 w 7467600"/>
              <a:gd name="connsiteY217" fmla="*/ 3330443 h 6858000"/>
              <a:gd name="connsiteX218" fmla="*/ 1318687 w 7467600"/>
              <a:gd name="connsiteY218" fmla="*/ 3113840 h 6858000"/>
              <a:gd name="connsiteX219" fmla="*/ 5453702 w 7467600"/>
              <a:gd name="connsiteY219" fmla="*/ 3090882 h 6858000"/>
              <a:gd name="connsiteX220" fmla="*/ 5480135 w 7467600"/>
              <a:gd name="connsiteY220" fmla="*/ 3565802 h 6858000"/>
              <a:gd name="connsiteX221" fmla="*/ 5499023 w 7467600"/>
              <a:gd name="connsiteY221" fmla="*/ 4166310 h 6858000"/>
              <a:gd name="connsiteX222" fmla="*/ 5547022 w 7467600"/>
              <a:gd name="connsiteY222" fmla="*/ 3607838 h 6858000"/>
              <a:gd name="connsiteX223" fmla="*/ 5515964 w 7467600"/>
              <a:gd name="connsiteY223" fmla="*/ 3378541 h 6858000"/>
              <a:gd name="connsiteX224" fmla="*/ 5453702 w 7467600"/>
              <a:gd name="connsiteY224" fmla="*/ 3090882 h 6858000"/>
              <a:gd name="connsiteX225" fmla="*/ 1238695 w 7467600"/>
              <a:gd name="connsiteY225" fmla="*/ 3076820 h 6858000"/>
              <a:gd name="connsiteX226" fmla="*/ 716371 w 7467600"/>
              <a:gd name="connsiteY226" fmla="*/ 3293249 h 6858000"/>
              <a:gd name="connsiteX227" fmla="*/ 579522 w 7467600"/>
              <a:gd name="connsiteY227" fmla="*/ 3371759 h 6858000"/>
              <a:gd name="connsiteX228" fmla="*/ 600288 w 7467600"/>
              <a:gd name="connsiteY228" fmla="*/ 3365555 h 6858000"/>
              <a:gd name="connsiteX229" fmla="*/ 840692 w 7467600"/>
              <a:gd name="connsiteY229" fmla="*/ 3284921 h 6858000"/>
              <a:gd name="connsiteX230" fmla="*/ 979248 w 7467600"/>
              <a:gd name="connsiteY230" fmla="*/ 3221003 h 6858000"/>
              <a:gd name="connsiteX231" fmla="*/ 1053282 w 7467600"/>
              <a:gd name="connsiteY231" fmla="*/ 3185247 h 6858000"/>
              <a:gd name="connsiteX232" fmla="*/ 1320603 w 7467600"/>
              <a:gd name="connsiteY232" fmla="*/ 3081281 h 6858000"/>
              <a:gd name="connsiteX233" fmla="*/ 1238695 w 7467600"/>
              <a:gd name="connsiteY233" fmla="*/ 3076820 h 6858000"/>
              <a:gd name="connsiteX234" fmla="*/ 5425627 w 7467600"/>
              <a:gd name="connsiteY234" fmla="*/ 2954192 h 6858000"/>
              <a:gd name="connsiteX235" fmla="*/ 5470770 w 7467600"/>
              <a:gd name="connsiteY235" fmla="*/ 3005435 h 6858000"/>
              <a:gd name="connsiteX236" fmla="*/ 5519779 w 7467600"/>
              <a:gd name="connsiteY236" fmla="*/ 4359223 h 6858000"/>
              <a:gd name="connsiteX237" fmla="*/ 5520293 w 7467600"/>
              <a:gd name="connsiteY237" fmla="*/ 4360602 h 6858000"/>
              <a:gd name="connsiteX238" fmla="*/ 5767221 w 7467600"/>
              <a:gd name="connsiteY238" fmla="*/ 4665564 h 6858000"/>
              <a:gd name="connsiteX239" fmla="*/ 6937169 w 7467600"/>
              <a:gd name="connsiteY239" fmla="*/ 4815941 h 6858000"/>
              <a:gd name="connsiteX240" fmla="*/ 6953922 w 7467600"/>
              <a:gd name="connsiteY240" fmla="*/ 4890068 h 6858000"/>
              <a:gd name="connsiteX241" fmla="*/ 6071359 w 7467600"/>
              <a:gd name="connsiteY241" fmla="*/ 4770770 h 6858000"/>
              <a:gd name="connsiteX242" fmla="*/ 6038839 w 7467600"/>
              <a:gd name="connsiteY242" fmla="*/ 4764474 h 6858000"/>
              <a:gd name="connsiteX243" fmla="*/ 6038706 w 7467600"/>
              <a:gd name="connsiteY243" fmla="*/ 4763847 h 6858000"/>
              <a:gd name="connsiteX244" fmla="*/ 6037784 w 7467600"/>
              <a:gd name="connsiteY244" fmla="*/ 4764270 h 6858000"/>
              <a:gd name="connsiteX245" fmla="*/ 6038839 w 7467600"/>
              <a:gd name="connsiteY245" fmla="*/ 4764474 h 6858000"/>
              <a:gd name="connsiteX246" fmla="*/ 6040338 w 7467600"/>
              <a:gd name="connsiteY246" fmla="*/ 4771418 h 6858000"/>
              <a:gd name="connsiteX247" fmla="*/ 6024488 w 7467600"/>
              <a:gd name="connsiteY247" fmla="*/ 4809903 h 6858000"/>
              <a:gd name="connsiteX248" fmla="*/ 5599771 w 7467600"/>
              <a:gd name="connsiteY248" fmla="*/ 5509652 h 6858000"/>
              <a:gd name="connsiteX249" fmla="*/ 5548843 w 7467600"/>
              <a:gd name="connsiteY249" fmla="*/ 5563845 h 6858000"/>
              <a:gd name="connsiteX250" fmla="*/ 5940952 w 7467600"/>
              <a:gd name="connsiteY250" fmla="*/ 6250028 h 6858000"/>
              <a:gd name="connsiteX251" fmla="*/ 6043441 w 7467600"/>
              <a:gd name="connsiteY251" fmla="*/ 6665847 h 6858000"/>
              <a:gd name="connsiteX252" fmla="*/ 6093432 w 7467600"/>
              <a:gd name="connsiteY252" fmla="*/ 6858000 h 6858000"/>
              <a:gd name="connsiteX253" fmla="*/ 6034344 w 7467600"/>
              <a:gd name="connsiteY253" fmla="*/ 6858000 h 6858000"/>
              <a:gd name="connsiteX254" fmla="*/ 6026679 w 7467600"/>
              <a:gd name="connsiteY254" fmla="*/ 6836959 h 6858000"/>
              <a:gd name="connsiteX255" fmla="*/ 5800441 w 7467600"/>
              <a:gd name="connsiteY255" fmla="*/ 6335286 h 6858000"/>
              <a:gd name="connsiteX256" fmla="*/ 5526562 w 7467600"/>
              <a:gd name="connsiteY256" fmla="*/ 5705388 h 6858000"/>
              <a:gd name="connsiteX257" fmla="*/ 5519640 w 7467600"/>
              <a:gd name="connsiteY257" fmla="*/ 5683774 h 6858000"/>
              <a:gd name="connsiteX258" fmla="*/ 5844559 w 7467600"/>
              <a:gd name="connsiteY258" fmla="*/ 6553349 h 6858000"/>
              <a:gd name="connsiteX259" fmla="*/ 5975994 w 7467600"/>
              <a:gd name="connsiteY259" fmla="*/ 6858000 h 6858000"/>
              <a:gd name="connsiteX260" fmla="*/ 5898547 w 7467600"/>
              <a:gd name="connsiteY260" fmla="*/ 6858000 h 6858000"/>
              <a:gd name="connsiteX261" fmla="*/ 5682041 w 7467600"/>
              <a:gd name="connsiteY261" fmla="*/ 6355860 h 6858000"/>
              <a:gd name="connsiteX262" fmla="*/ 5461758 w 7467600"/>
              <a:gd name="connsiteY262" fmla="*/ 5820220 h 6858000"/>
              <a:gd name="connsiteX263" fmla="*/ 5237282 w 7467600"/>
              <a:gd name="connsiteY263" fmla="*/ 6579086 h 6858000"/>
              <a:gd name="connsiteX264" fmla="*/ 5115009 w 7467600"/>
              <a:gd name="connsiteY264" fmla="*/ 6858000 h 6858000"/>
              <a:gd name="connsiteX265" fmla="*/ 5028074 w 7467600"/>
              <a:gd name="connsiteY265" fmla="*/ 6858000 h 6858000"/>
              <a:gd name="connsiteX266" fmla="*/ 5079508 w 7467600"/>
              <a:gd name="connsiteY266" fmla="*/ 6749074 h 6858000"/>
              <a:gd name="connsiteX267" fmla="*/ 5371846 w 7467600"/>
              <a:gd name="connsiteY267" fmla="*/ 5924413 h 6858000"/>
              <a:gd name="connsiteX268" fmla="*/ 5270512 w 7467600"/>
              <a:gd name="connsiteY268" fmla="*/ 6138975 h 6858000"/>
              <a:gd name="connsiteX269" fmla="*/ 5062409 w 7467600"/>
              <a:gd name="connsiteY269" fmla="*/ 6653544 h 6858000"/>
              <a:gd name="connsiteX270" fmla="*/ 5036628 w 7467600"/>
              <a:gd name="connsiteY270" fmla="*/ 6754247 h 6858000"/>
              <a:gd name="connsiteX271" fmla="*/ 5009112 w 7467600"/>
              <a:gd name="connsiteY271" fmla="*/ 6858000 h 6858000"/>
              <a:gd name="connsiteX272" fmla="*/ 4976679 w 7467600"/>
              <a:gd name="connsiteY272" fmla="*/ 6858000 h 6858000"/>
              <a:gd name="connsiteX273" fmla="*/ 5006537 w 7467600"/>
              <a:gd name="connsiteY273" fmla="*/ 6747068 h 6858000"/>
              <a:gd name="connsiteX274" fmla="*/ 5032723 w 7467600"/>
              <a:gd name="connsiteY274" fmla="*/ 6644957 h 6858000"/>
              <a:gd name="connsiteX275" fmla="*/ 5242949 w 7467600"/>
              <a:gd name="connsiteY275" fmla="*/ 6125175 h 6858000"/>
              <a:gd name="connsiteX276" fmla="*/ 5286321 w 7467600"/>
              <a:gd name="connsiteY276" fmla="*/ 6033555 h 6858000"/>
              <a:gd name="connsiteX277" fmla="*/ 5008210 w 7467600"/>
              <a:gd name="connsiteY277" fmla="*/ 6649194 h 6858000"/>
              <a:gd name="connsiteX278" fmla="*/ 4986321 w 7467600"/>
              <a:gd name="connsiteY278" fmla="*/ 6765687 h 6858000"/>
              <a:gd name="connsiteX279" fmla="*/ 4973474 w 7467600"/>
              <a:gd name="connsiteY279" fmla="*/ 6858000 h 6858000"/>
              <a:gd name="connsiteX280" fmla="*/ 4907178 w 7467600"/>
              <a:gd name="connsiteY280" fmla="*/ 6858000 h 6858000"/>
              <a:gd name="connsiteX281" fmla="*/ 4910810 w 7467600"/>
              <a:gd name="connsiteY281" fmla="*/ 6829660 h 6858000"/>
              <a:gd name="connsiteX282" fmla="*/ 4987461 w 7467600"/>
              <a:gd name="connsiteY282" fmla="*/ 6432994 h 6858000"/>
              <a:gd name="connsiteX283" fmla="*/ 5179262 w 7467600"/>
              <a:gd name="connsiteY283" fmla="*/ 6035044 h 6858000"/>
              <a:gd name="connsiteX284" fmla="*/ 4689678 w 7467600"/>
              <a:gd name="connsiteY284" fmla="*/ 6440241 h 6858000"/>
              <a:gd name="connsiteX285" fmla="*/ 4477543 w 7467600"/>
              <a:gd name="connsiteY285" fmla="*/ 6674836 h 6858000"/>
              <a:gd name="connsiteX286" fmla="*/ 4329957 w 7467600"/>
              <a:gd name="connsiteY286" fmla="*/ 6858000 h 6858000"/>
              <a:gd name="connsiteX287" fmla="*/ 4218595 w 7467600"/>
              <a:gd name="connsiteY287" fmla="*/ 6858000 h 6858000"/>
              <a:gd name="connsiteX288" fmla="*/ 4368888 w 7467600"/>
              <a:gd name="connsiteY288" fmla="*/ 6668412 h 6858000"/>
              <a:gd name="connsiteX289" fmla="*/ 4563091 w 7467600"/>
              <a:gd name="connsiteY289" fmla="*/ 6442508 h 6858000"/>
              <a:gd name="connsiteX290" fmla="*/ 5387324 w 7467600"/>
              <a:gd name="connsiteY290" fmla="*/ 5705830 h 6858000"/>
              <a:gd name="connsiteX291" fmla="*/ 5073620 w 7467600"/>
              <a:gd name="connsiteY291" fmla="*/ 5955437 h 6858000"/>
              <a:gd name="connsiteX292" fmla="*/ 4689789 w 7467600"/>
              <a:gd name="connsiteY292" fmla="*/ 6268382 h 6858000"/>
              <a:gd name="connsiteX293" fmla="*/ 4418722 w 7467600"/>
              <a:gd name="connsiteY293" fmla="*/ 6570886 h 6858000"/>
              <a:gd name="connsiteX294" fmla="*/ 4214944 w 7467600"/>
              <a:gd name="connsiteY294" fmla="*/ 6858000 h 6858000"/>
              <a:gd name="connsiteX295" fmla="*/ 4177898 w 7467600"/>
              <a:gd name="connsiteY295" fmla="*/ 6858000 h 6858000"/>
              <a:gd name="connsiteX296" fmla="*/ 4391597 w 7467600"/>
              <a:gd name="connsiteY296" fmla="*/ 6556370 h 6858000"/>
              <a:gd name="connsiteX297" fmla="*/ 4668889 w 7467600"/>
              <a:gd name="connsiteY297" fmla="*/ 6246399 h 6858000"/>
              <a:gd name="connsiteX298" fmla="*/ 5055427 w 7467600"/>
              <a:gd name="connsiteY298" fmla="*/ 5931476 h 6858000"/>
              <a:gd name="connsiteX299" fmla="*/ 5371814 w 7467600"/>
              <a:gd name="connsiteY299" fmla="*/ 5678975 h 6858000"/>
              <a:gd name="connsiteX300" fmla="*/ 4987918 w 7467600"/>
              <a:gd name="connsiteY300" fmla="*/ 5838701 h 6858000"/>
              <a:gd name="connsiteX301" fmla="*/ 4317146 w 7467600"/>
              <a:gd name="connsiteY301" fmla="*/ 6587716 h 6858000"/>
              <a:gd name="connsiteX302" fmla="*/ 4171627 w 7467600"/>
              <a:gd name="connsiteY302" fmla="*/ 6858000 h 6858000"/>
              <a:gd name="connsiteX303" fmla="*/ 4081585 w 7467600"/>
              <a:gd name="connsiteY303" fmla="*/ 6858000 h 6858000"/>
              <a:gd name="connsiteX304" fmla="*/ 4238603 w 7467600"/>
              <a:gd name="connsiteY304" fmla="*/ 6559341 h 6858000"/>
              <a:gd name="connsiteX305" fmla="*/ 4778333 w 7467600"/>
              <a:gd name="connsiteY305" fmla="*/ 5873626 h 6858000"/>
              <a:gd name="connsiteX306" fmla="*/ 5414185 w 7467600"/>
              <a:gd name="connsiteY306" fmla="*/ 5573882 h 6858000"/>
              <a:gd name="connsiteX307" fmla="*/ 5959648 w 7467600"/>
              <a:gd name="connsiteY307" fmla="*/ 4760797 h 6858000"/>
              <a:gd name="connsiteX308" fmla="*/ 5355019 w 7467600"/>
              <a:gd name="connsiteY308" fmla="*/ 4734672 h 6858000"/>
              <a:gd name="connsiteX309" fmla="*/ 5083565 w 7467600"/>
              <a:gd name="connsiteY309" fmla="*/ 5179121 h 6858000"/>
              <a:gd name="connsiteX310" fmla="*/ 4713577 w 7467600"/>
              <a:gd name="connsiteY310" fmla="*/ 5616803 h 6858000"/>
              <a:gd name="connsiteX311" fmla="*/ 3989559 w 7467600"/>
              <a:gd name="connsiteY311" fmla="*/ 6145945 h 6858000"/>
              <a:gd name="connsiteX312" fmla="*/ 3939824 w 7467600"/>
              <a:gd name="connsiteY312" fmla="*/ 6066900 h 6858000"/>
              <a:gd name="connsiteX313" fmla="*/ 4584537 w 7467600"/>
              <a:gd name="connsiteY313" fmla="*/ 5324826 h 6858000"/>
              <a:gd name="connsiteX314" fmla="*/ 5037105 w 7467600"/>
              <a:gd name="connsiteY314" fmla="*/ 5088765 h 6858000"/>
              <a:gd name="connsiteX315" fmla="*/ 5039930 w 7467600"/>
              <a:gd name="connsiteY315" fmla="*/ 5089585 h 6858000"/>
              <a:gd name="connsiteX316" fmla="*/ 5263764 w 7467600"/>
              <a:gd name="connsiteY316" fmla="*/ 4735525 h 6858000"/>
              <a:gd name="connsiteX317" fmla="*/ 4086300 w 7467600"/>
              <a:gd name="connsiteY317" fmla="*/ 4884599 h 6858000"/>
              <a:gd name="connsiteX318" fmla="*/ 4085485 w 7467600"/>
              <a:gd name="connsiteY318" fmla="*/ 4899070 h 6858000"/>
              <a:gd name="connsiteX319" fmla="*/ 3871915 w 7467600"/>
              <a:gd name="connsiteY319" fmla="*/ 5253645 h 6858000"/>
              <a:gd name="connsiteX320" fmla="*/ 3799374 w 7467600"/>
              <a:gd name="connsiteY320" fmla="*/ 5466127 h 6858000"/>
              <a:gd name="connsiteX321" fmla="*/ 3498850 w 7467600"/>
              <a:gd name="connsiteY321" fmla="*/ 6661888 h 6858000"/>
              <a:gd name="connsiteX322" fmla="*/ 3399216 w 7467600"/>
              <a:gd name="connsiteY322" fmla="*/ 6858000 h 6858000"/>
              <a:gd name="connsiteX323" fmla="*/ 3303688 w 7467600"/>
              <a:gd name="connsiteY323" fmla="*/ 6858000 h 6858000"/>
              <a:gd name="connsiteX324" fmla="*/ 3391774 w 7467600"/>
              <a:gd name="connsiteY324" fmla="*/ 6697181 h 6858000"/>
              <a:gd name="connsiteX325" fmla="*/ 3735540 w 7467600"/>
              <a:gd name="connsiteY325" fmla="*/ 5546923 h 6858000"/>
              <a:gd name="connsiteX326" fmla="*/ 3729438 w 7467600"/>
              <a:gd name="connsiteY326" fmla="*/ 5569058 h 6858000"/>
              <a:gd name="connsiteX327" fmla="*/ 3707782 w 7467600"/>
              <a:gd name="connsiteY327" fmla="*/ 5644908 h 6858000"/>
              <a:gd name="connsiteX328" fmla="*/ 3583827 w 7467600"/>
              <a:gd name="connsiteY328" fmla="*/ 6039215 h 6858000"/>
              <a:gd name="connsiteX329" fmla="*/ 3547861 w 7467600"/>
              <a:gd name="connsiteY329" fmla="*/ 6129609 h 6858000"/>
              <a:gd name="connsiteX330" fmla="*/ 3490905 w 7467600"/>
              <a:gd name="connsiteY330" fmla="*/ 6277660 h 6858000"/>
              <a:gd name="connsiteX331" fmla="*/ 3455859 w 7467600"/>
              <a:gd name="connsiteY331" fmla="*/ 6391301 h 6858000"/>
              <a:gd name="connsiteX332" fmla="*/ 3429112 w 7467600"/>
              <a:gd name="connsiteY332" fmla="*/ 6479469 h 6858000"/>
              <a:gd name="connsiteX333" fmla="*/ 3304862 w 7467600"/>
              <a:gd name="connsiteY333" fmla="*/ 6796476 h 6858000"/>
              <a:gd name="connsiteX334" fmla="*/ 3276071 w 7467600"/>
              <a:gd name="connsiteY334" fmla="*/ 6858000 h 6858000"/>
              <a:gd name="connsiteX335" fmla="*/ 3240805 w 7467600"/>
              <a:gd name="connsiteY335" fmla="*/ 6858000 h 6858000"/>
              <a:gd name="connsiteX336" fmla="*/ 3275917 w 7467600"/>
              <a:gd name="connsiteY336" fmla="*/ 6783192 h 6858000"/>
              <a:gd name="connsiteX337" fmla="*/ 3399358 w 7467600"/>
              <a:gd name="connsiteY337" fmla="*/ 6469011 h 6858000"/>
              <a:gd name="connsiteX338" fmla="*/ 3425650 w 7467600"/>
              <a:gd name="connsiteY338" fmla="*/ 6381333 h 6858000"/>
              <a:gd name="connsiteX339" fmla="*/ 3460661 w 7467600"/>
              <a:gd name="connsiteY339" fmla="*/ 6266763 h 6858000"/>
              <a:gd name="connsiteX340" fmla="*/ 3518021 w 7467600"/>
              <a:gd name="connsiteY340" fmla="*/ 6117298 h 6858000"/>
              <a:gd name="connsiteX341" fmla="*/ 3554035 w 7467600"/>
              <a:gd name="connsiteY341" fmla="*/ 6027832 h 6858000"/>
              <a:gd name="connsiteX342" fmla="*/ 3677174 w 7467600"/>
              <a:gd name="connsiteY342" fmla="*/ 5636351 h 6858000"/>
              <a:gd name="connsiteX343" fmla="*/ 3698819 w 7467600"/>
              <a:gd name="connsiteY343" fmla="*/ 5560503 h 6858000"/>
              <a:gd name="connsiteX344" fmla="*/ 3702094 w 7467600"/>
              <a:gd name="connsiteY344" fmla="*/ 5549194 h 6858000"/>
              <a:gd name="connsiteX345" fmla="*/ 3398355 w 7467600"/>
              <a:gd name="connsiteY345" fmla="*/ 6094603 h 6858000"/>
              <a:gd name="connsiteX346" fmla="*/ 3193941 w 7467600"/>
              <a:gd name="connsiteY346" fmla="*/ 6798775 h 6858000"/>
              <a:gd name="connsiteX347" fmla="*/ 3184140 w 7467600"/>
              <a:gd name="connsiteY347" fmla="*/ 6858000 h 6858000"/>
              <a:gd name="connsiteX348" fmla="*/ 3099978 w 7467600"/>
              <a:gd name="connsiteY348" fmla="*/ 6858000 h 6858000"/>
              <a:gd name="connsiteX349" fmla="*/ 3101556 w 7467600"/>
              <a:gd name="connsiteY349" fmla="*/ 6843337 h 6858000"/>
              <a:gd name="connsiteX350" fmla="*/ 3370162 w 7467600"/>
              <a:gd name="connsiteY350" fmla="*/ 5785550 h 6858000"/>
              <a:gd name="connsiteX351" fmla="*/ 3746477 w 7467600"/>
              <a:gd name="connsiteY351" fmla="*/ 5377889 h 6858000"/>
              <a:gd name="connsiteX352" fmla="*/ 3863399 w 7467600"/>
              <a:gd name="connsiteY352" fmla="*/ 5087257 h 6858000"/>
              <a:gd name="connsiteX353" fmla="*/ 3968712 w 7467600"/>
              <a:gd name="connsiteY353" fmla="*/ 4913989 h 6858000"/>
              <a:gd name="connsiteX354" fmla="*/ 2792390 w 7467600"/>
              <a:gd name="connsiteY354" fmla="*/ 5382974 h 6858000"/>
              <a:gd name="connsiteX355" fmla="*/ 2714982 w 7467600"/>
              <a:gd name="connsiteY355" fmla="*/ 5427051 h 6858000"/>
              <a:gd name="connsiteX356" fmla="*/ 2813361 w 7467600"/>
              <a:gd name="connsiteY356" fmla="*/ 6023912 h 6858000"/>
              <a:gd name="connsiteX357" fmla="*/ 2688430 w 7467600"/>
              <a:gd name="connsiteY357" fmla="*/ 6801564 h 6858000"/>
              <a:gd name="connsiteX358" fmla="*/ 2629626 w 7467600"/>
              <a:gd name="connsiteY358" fmla="*/ 6763394 h 6858000"/>
              <a:gd name="connsiteX359" fmla="*/ 2565328 w 7467600"/>
              <a:gd name="connsiteY359" fmla="*/ 5516399 h 6858000"/>
              <a:gd name="connsiteX360" fmla="*/ 1922999 w 7467600"/>
              <a:gd name="connsiteY360" fmla="*/ 5980343 h 6858000"/>
              <a:gd name="connsiteX361" fmla="*/ 1950261 w 7467600"/>
              <a:gd name="connsiteY361" fmla="*/ 6405858 h 6858000"/>
              <a:gd name="connsiteX362" fmla="*/ 2365554 w 7467600"/>
              <a:gd name="connsiteY362" fmla="*/ 6759107 h 6858000"/>
              <a:gd name="connsiteX363" fmla="*/ 2424142 w 7467600"/>
              <a:gd name="connsiteY363" fmla="*/ 6858000 h 6858000"/>
              <a:gd name="connsiteX364" fmla="*/ 2395994 w 7467600"/>
              <a:gd name="connsiteY364" fmla="*/ 6858000 h 6858000"/>
              <a:gd name="connsiteX365" fmla="*/ 2392863 w 7467600"/>
              <a:gd name="connsiteY365" fmla="*/ 6852964 h 6858000"/>
              <a:gd name="connsiteX366" fmla="*/ 2017589 w 7467600"/>
              <a:gd name="connsiteY366" fmla="*/ 6493982 h 6858000"/>
              <a:gd name="connsiteX367" fmla="*/ 2147336 w 7467600"/>
              <a:gd name="connsiteY367" fmla="*/ 6594052 h 6858000"/>
              <a:gd name="connsiteX368" fmla="*/ 2207047 w 7467600"/>
              <a:gd name="connsiteY368" fmla="*/ 6654540 h 6858000"/>
              <a:gd name="connsiteX369" fmla="*/ 2299106 w 7467600"/>
              <a:gd name="connsiteY369" fmla="*/ 6778931 h 6858000"/>
              <a:gd name="connsiteX370" fmla="*/ 2314430 w 7467600"/>
              <a:gd name="connsiteY370" fmla="*/ 6801144 h 6858000"/>
              <a:gd name="connsiteX371" fmla="*/ 2352406 w 7467600"/>
              <a:gd name="connsiteY371" fmla="*/ 6858000 h 6858000"/>
              <a:gd name="connsiteX372" fmla="*/ 2314492 w 7467600"/>
              <a:gd name="connsiteY372" fmla="*/ 6858000 h 6858000"/>
              <a:gd name="connsiteX373" fmla="*/ 2288095 w 7467600"/>
              <a:gd name="connsiteY373" fmla="*/ 6818030 h 6858000"/>
              <a:gd name="connsiteX374" fmla="*/ 2272768 w 7467600"/>
              <a:gd name="connsiteY374" fmla="*/ 6795822 h 6858000"/>
              <a:gd name="connsiteX375" fmla="*/ 2182715 w 7467600"/>
              <a:gd name="connsiteY375" fmla="*/ 6675071 h 6858000"/>
              <a:gd name="connsiteX376" fmla="*/ 2032061 w 7467600"/>
              <a:gd name="connsiteY376" fmla="*/ 6541380 h 6858000"/>
              <a:gd name="connsiteX377" fmla="*/ 2257220 w 7467600"/>
              <a:gd name="connsiteY377" fmla="*/ 6826257 h 6858000"/>
              <a:gd name="connsiteX378" fmla="*/ 2281324 w 7467600"/>
              <a:gd name="connsiteY378" fmla="*/ 6858000 h 6858000"/>
              <a:gd name="connsiteX379" fmla="*/ 2242860 w 7467600"/>
              <a:gd name="connsiteY379" fmla="*/ 6858000 h 6858000"/>
              <a:gd name="connsiteX380" fmla="*/ 2232818 w 7467600"/>
              <a:gd name="connsiteY380" fmla="*/ 6844926 h 6858000"/>
              <a:gd name="connsiteX381" fmla="*/ 1990172 w 7467600"/>
              <a:gd name="connsiteY381" fmla="*/ 6542121 h 6858000"/>
              <a:gd name="connsiteX382" fmla="*/ 2124090 w 7467600"/>
              <a:gd name="connsiteY382" fmla="*/ 6761017 h 6858000"/>
              <a:gd name="connsiteX383" fmla="*/ 2200380 w 7467600"/>
              <a:gd name="connsiteY383" fmla="*/ 6858000 h 6858000"/>
              <a:gd name="connsiteX384" fmla="*/ 2147507 w 7467600"/>
              <a:gd name="connsiteY384" fmla="*/ 6858000 h 6858000"/>
              <a:gd name="connsiteX385" fmla="*/ 2070668 w 7467600"/>
              <a:gd name="connsiteY385" fmla="*/ 6761520 h 6858000"/>
              <a:gd name="connsiteX386" fmla="*/ 1975142 w 7467600"/>
              <a:gd name="connsiteY386" fmla="*/ 6585570 h 6858000"/>
              <a:gd name="connsiteX387" fmla="*/ 2050035 w 7467600"/>
              <a:gd name="connsiteY387" fmla="*/ 6813345 h 6858000"/>
              <a:gd name="connsiteX388" fmla="*/ 2063025 w 7467600"/>
              <a:gd name="connsiteY388" fmla="*/ 6858000 h 6858000"/>
              <a:gd name="connsiteX389" fmla="*/ 2021675 w 7467600"/>
              <a:gd name="connsiteY389" fmla="*/ 6858000 h 6858000"/>
              <a:gd name="connsiteX390" fmla="*/ 2019308 w 7467600"/>
              <a:gd name="connsiteY390" fmla="*/ 6847118 h 6858000"/>
              <a:gd name="connsiteX391" fmla="*/ 1938835 w 7467600"/>
              <a:gd name="connsiteY391" fmla="*/ 6551160 h 6858000"/>
              <a:gd name="connsiteX392" fmla="*/ 1953230 w 7467600"/>
              <a:gd name="connsiteY392" fmla="*/ 6759699 h 6858000"/>
              <a:gd name="connsiteX393" fmla="*/ 1956763 w 7467600"/>
              <a:gd name="connsiteY393" fmla="*/ 6778191 h 6858000"/>
              <a:gd name="connsiteX394" fmla="*/ 1967925 w 7467600"/>
              <a:gd name="connsiteY394" fmla="*/ 6858000 h 6858000"/>
              <a:gd name="connsiteX395" fmla="*/ 1936622 w 7467600"/>
              <a:gd name="connsiteY395" fmla="*/ 6858000 h 6858000"/>
              <a:gd name="connsiteX396" fmla="*/ 1926261 w 7467600"/>
              <a:gd name="connsiteY396" fmla="*/ 6784064 h 6858000"/>
              <a:gd name="connsiteX397" fmla="*/ 1922724 w 7467600"/>
              <a:gd name="connsiteY397" fmla="*/ 6765577 h 6858000"/>
              <a:gd name="connsiteX398" fmla="*/ 1904650 w 7467600"/>
              <a:gd name="connsiteY398" fmla="*/ 6639616 h 6858000"/>
              <a:gd name="connsiteX399" fmla="*/ 1885273 w 7467600"/>
              <a:gd name="connsiteY399" fmla="*/ 6858000 h 6858000"/>
              <a:gd name="connsiteX400" fmla="*/ 1854363 w 7467600"/>
              <a:gd name="connsiteY400" fmla="*/ 6858000 h 6858000"/>
              <a:gd name="connsiteX401" fmla="*/ 1880391 w 7467600"/>
              <a:gd name="connsiteY401" fmla="*/ 6603796 h 6858000"/>
              <a:gd name="connsiteX402" fmla="*/ 1818273 w 7467600"/>
              <a:gd name="connsiteY402" fmla="*/ 6715729 h 6858000"/>
              <a:gd name="connsiteX403" fmla="*/ 1794691 w 7467600"/>
              <a:gd name="connsiteY403" fmla="*/ 6843239 h 6858000"/>
              <a:gd name="connsiteX404" fmla="*/ 1794914 w 7467600"/>
              <a:gd name="connsiteY404" fmla="*/ 6858000 h 6858000"/>
              <a:gd name="connsiteX405" fmla="*/ 1746128 w 7467600"/>
              <a:gd name="connsiteY405" fmla="*/ 6858000 h 6858000"/>
              <a:gd name="connsiteX406" fmla="*/ 1753934 w 7467600"/>
              <a:gd name="connsiteY406" fmla="*/ 6724796 h 6858000"/>
              <a:gd name="connsiteX407" fmla="*/ 1792053 w 7467600"/>
              <a:gd name="connsiteY407" fmla="*/ 6572396 h 6858000"/>
              <a:gd name="connsiteX408" fmla="*/ 1862248 w 7467600"/>
              <a:gd name="connsiteY408" fmla="*/ 6266397 h 6858000"/>
              <a:gd name="connsiteX409" fmla="*/ 1862250 w 7467600"/>
              <a:gd name="connsiteY409" fmla="*/ 6033531 h 6858000"/>
              <a:gd name="connsiteX410" fmla="*/ 1211999 w 7467600"/>
              <a:gd name="connsiteY410" fmla="*/ 6683610 h 6858000"/>
              <a:gd name="connsiteX411" fmla="*/ 1213266 w 7467600"/>
              <a:gd name="connsiteY411" fmla="*/ 6691947 h 6858000"/>
              <a:gd name="connsiteX412" fmla="*/ 1203370 w 7467600"/>
              <a:gd name="connsiteY412" fmla="*/ 6850676 h 6858000"/>
              <a:gd name="connsiteX413" fmla="*/ 1203671 w 7467600"/>
              <a:gd name="connsiteY413" fmla="*/ 6858000 h 6858000"/>
              <a:gd name="connsiteX414" fmla="*/ 1143180 w 7467600"/>
              <a:gd name="connsiteY414" fmla="*/ 6858000 h 6858000"/>
              <a:gd name="connsiteX415" fmla="*/ 1142176 w 7467600"/>
              <a:gd name="connsiteY415" fmla="*/ 6766045 h 6858000"/>
              <a:gd name="connsiteX416" fmla="*/ 1067484 w 7467600"/>
              <a:gd name="connsiteY416" fmla="*/ 6858000 h 6858000"/>
              <a:gd name="connsiteX417" fmla="*/ 953928 w 7467600"/>
              <a:gd name="connsiteY417" fmla="*/ 6858000 h 6858000"/>
              <a:gd name="connsiteX418" fmla="*/ 959715 w 7467600"/>
              <a:gd name="connsiteY418" fmla="*/ 6850185 h 6858000"/>
              <a:gd name="connsiteX419" fmla="*/ 1483788 w 7467600"/>
              <a:gd name="connsiteY419" fmla="*/ 6259174 h 6858000"/>
              <a:gd name="connsiteX420" fmla="*/ 1100671 w 7467600"/>
              <a:gd name="connsiteY420" fmla="*/ 6252137 h 6858000"/>
              <a:gd name="connsiteX421" fmla="*/ 1090144 w 7467600"/>
              <a:gd name="connsiteY421" fmla="*/ 6256748 h 6858000"/>
              <a:gd name="connsiteX422" fmla="*/ 1095872 w 7467600"/>
              <a:gd name="connsiteY422" fmla="*/ 6271892 h 6858000"/>
              <a:gd name="connsiteX423" fmla="*/ 262785 w 7467600"/>
              <a:gd name="connsiteY423" fmla="*/ 6845450 h 6858000"/>
              <a:gd name="connsiteX424" fmla="*/ 209968 w 7467600"/>
              <a:gd name="connsiteY424" fmla="*/ 6770713 h 6858000"/>
              <a:gd name="connsiteX425" fmla="*/ 873460 w 7467600"/>
              <a:gd name="connsiteY425" fmla="*/ 6253768 h 6858000"/>
              <a:gd name="connsiteX426" fmla="*/ 192686 w 7467600"/>
              <a:gd name="connsiteY426" fmla="*/ 5849257 h 6858000"/>
              <a:gd name="connsiteX427" fmla="*/ 4696 w 7467600"/>
              <a:gd name="connsiteY427" fmla="*/ 5697668 h 6858000"/>
              <a:gd name="connsiteX428" fmla="*/ 0 w 7467600"/>
              <a:gd name="connsiteY428" fmla="*/ 5689984 h 6858000"/>
              <a:gd name="connsiteX429" fmla="*/ 0 w 7467600"/>
              <a:gd name="connsiteY429" fmla="*/ 5513472 h 6858000"/>
              <a:gd name="connsiteX430" fmla="*/ 174101 w 7467600"/>
              <a:gd name="connsiteY430" fmla="*/ 5620277 h 6858000"/>
              <a:gd name="connsiteX431" fmla="*/ 891800 w 7467600"/>
              <a:gd name="connsiteY431" fmla="*/ 6036935 h 6858000"/>
              <a:gd name="connsiteX432" fmla="*/ 1072219 w 7467600"/>
              <a:gd name="connsiteY432" fmla="*/ 6169443 h 6858000"/>
              <a:gd name="connsiteX433" fmla="*/ 1074117 w 7467600"/>
              <a:gd name="connsiteY433" fmla="*/ 6170301 h 6858000"/>
              <a:gd name="connsiteX434" fmla="*/ 1083114 w 7467600"/>
              <a:gd name="connsiteY434" fmla="*/ 6174131 h 6858000"/>
              <a:gd name="connsiteX435" fmla="*/ 1543010 w 7467600"/>
              <a:gd name="connsiteY435" fmla="*/ 6191140 h 6858000"/>
              <a:gd name="connsiteX436" fmla="*/ 1551080 w 7467600"/>
              <a:gd name="connsiteY436" fmla="*/ 6195006 h 6858000"/>
              <a:gd name="connsiteX437" fmla="*/ 2345443 w 7467600"/>
              <a:gd name="connsiteY437" fmla="*/ 5549882 h 6858000"/>
              <a:gd name="connsiteX438" fmla="*/ 1721499 w 7467600"/>
              <a:gd name="connsiteY438" fmla="*/ 5599969 h 6858000"/>
              <a:gd name="connsiteX439" fmla="*/ 767716 w 7467600"/>
              <a:gd name="connsiteY439" fmla="*/ 5472768 h 6858000"/>
              <a:gd name="connsiteX440" fmla="*/ 722147 w 7467600"/>
              <a:gd name="connsiteY440" fmla="*/ 5393091 h 6858000"/>
              <a:gd name="connsiteX441" fmla="*/ 1485552 w 7467600"/>
              <a:gd name="connsiteY441" fmla="*/ 5313202 h 6858000"/>
              <a:gd name="connsiteX442" fmla="*/ 2143004 w 7467600"/>
              <a:gd name="connsiteY442" fmla="*/ 5402420 h 6858000"/>
              <a:gd name="connsiteX443" fmla="*/ 1933391 w 7467600"/>
              <a:gd name="connsiteY443" fmla="*/ 5156971 h 6858000"/>
              <a:gd name="connsiteX444" fmla="*/ 1827118 w 7467600"/>
              <a:gd name="connsiteY444" fmla="*/ 4968410 h 6858000"/>
              <a:gd name="connsiteX445" fmla="*/ 1837349 w 7467600"/>
              <a:gd name="connsiteY445" fmla="*/ 4956357 h 6858000"/>
              <a:gd name="connsiteX446" fmla="*/ 2162835 w 7467600"/>
              <a:gd name="connsiteY446" fmla="*/ 5187853 h 6858000"/>
              <a:gd name="connsiteX447" fmla="*/ 2257167 w 7467600"/>
              <a:gd name="connsiteY447" fmla="*/ 5462123 h 6858000"/>
              <a:gd name="connsiteX448" fmla="*/ 2261598 w 7467600"/>
              <a:gd name="connsiteY448" fmla="*/ 5467998 h 6858000"/>
              <a:gd name="connsiteX449" fmla="*/ 2437177 w 7467600"/>
              <a:gd name="connsiteY449" fmla="*/ 5479608 h 6858000"/>
              <a:gd name="connsiteX450" fmla="*/ 2445247 w 7467600"/>
              <a:gd name="connsiteY450" fmla="*/ 5483476 h 6858000"/>
              <a:gd name="connsiteX451" fmla="*/ 2743626 w 7467600"/>
              <a:gd name="connsiteY451" fmla="*/ 5304819 h 6858000"/>
              <a:gd name="connsiteX452" fmla="*/ 3048102 w 7467600"/>
              <a:gd name="connsiteY452" fmla="*/ 5150595 h 6858000"/>
              <a:gd name="connsiteX453" fmla="*/ 1799414 w 7467600"/>
              <a:gd name="connsiteY453" fmla="*/ 4694732 h 6858000"/>
              <a:gd name="connsiteX454" fmla="*/ 1771735 w 7467600"/>
              <a:gd name="connsiteY454" fmla="*/ 4619929 h 6858000"/>
              <a:gd name="connsiteX455" fmla="*/ 3104273 w 7467600"/>
              <a:gd name="connsiteY455" fmla="*/ 5076159 h 6858000"/>
              <a:gd name="connsiteX456" fmla="*/ 3113245 w 7467600"/>
              <a:gd name="connsiteY456" fmla="*/ 5090705 h 6858000"/>
              <a:gd name="connsiteX457" fmla="*/ 3126294 w 7467600"/>
              <a:gd name="connsiteY457" fmla="*/ 5114400 h 6858000"/>
              <a:gd name="connsiteX458" fmla="*/ 3937433 w 7467600"/>
              <a:gd name="connsiteY458" fmla="*/ 4830473 h 6858000"/>
              <a:gd name="connsiteX459" fmla="*/ 3590475 w 7467600"/>
              <a:gd name="connsiteY459" fmla="*/ 4597974 h 6858000"/>
              <a:gd name="connsiteX460" fmla="*/ 3100264 w 7467600"/>
              <a:gd name="connsiteY460" fmla="*/ 4579845 h 6858000"/>
              <a:gd name="connsiteX461" fmla="*/ 2183576 w 7467600"/>
              <a:gd name="connsiteY461" fmla="*/ 4227150 h 6858000"/>
              <a:gd name="connsiteX462" fmla="*/ 2151029 w 7467600"/>
              <a:gd name="connsiteY462" fmla="*/ 4146947 h 6858000"/>
              <a:gd name="connsiteX463" fmla="*/ 3563434 w 7467600"/>
              <a:gd name="connsiteY463" fmla="*/ 4469115 h 6858000"/>
              <a:gd name="connsiteX464" fmla="*/ 3177952 w 7467600"/>
              <a:gd name="connsiteY464" fmla="*/ 3657386 h 6858000"/>
              <a:gd name="connsiteX465" fmla="*/ 3189263 w 7467600"/>
              <a:gd name="connsiteY465" fmla="*/ 3625726 h 6858000"/>
              <a:gd name="connsiteX466" fmla="*/ 3560912 w 7467600"/>
              <a:gd name="connsiteY466" fmla="*/ 4079863 h 6858000"/>
              <a:gd name="connsiteX467" fmla="*/ 3626636 w 7467600"/>
              <a:gd name="connsiteY467" fmla="*/ 4512230 h 6858000"/>
              <a:gd name="connsiteX468" fmla="*/ 3653088 w 7467600"/>
              <a:gd name="connsiteY468" fmla="*/ 4521417 h 6858000"/>
              <a:gd name="connsiteX469" fmla="*/ 3988128 w 7467600"/>
              <a:gd name="connsiteY469" fmla="*/ 4817267 h 6858000"/>
              <a:gd name="connsiteX470" fmla="*/ 4830582 w 7467600"/>
              <a:gd name="connsiteY470" fmla="*/ 4676000 h 6858000"/>
              <a:gd name="connsiteX471" fmla="*/ 4830100 w 7467600"/>
              <a:gd name="connsiteY471" fmla="*/ 4675554 h 6858000"/>
              <a:gd name="connsiteX472" fmla="*/ 4036318 w 7467600"/>
              <a:gd name="connsiteY472" fmla="*/ 4147013 h 6858000"/>
              <a:gd name="connsiteX473" fmla="*/ 3432098 w 7467600"/>
              <a:gd name="connsiteY473" fmla="*/ 3537312 h 6858000"/>
              <a:gd name="connsiteX474" fmla="*/ 3446761 w 7467600"/>
              <a:gd name="connsiteY474" fmla="*/ 3461278 h 6858000"/>
              <a:gd name="connsiteX475" fmla="*/ 4419733 w 7467600"/>
              <a:gd name="connsiteY475" fmla="*/ 3963555 h 6858000"/>
              <a:gd name="connsiteX476" fmla="*/ 4781371 w 7467600"/>
              <a:gd name="connsiteY476" fmla="*/ 4458604 h 6858000"/>
              <a:gd name="connsiteX477" fmla="*/ 4780440 w 7467600"/>
              <a:gd name="connsiteY477" fmla="*/ 4470290 h 6858000"/>
              <a:gd name="connsiteX478" fmla="*/ 4898954 w 7467600"/>
              <a:gd name="connsiteY478" fmla="*/ 4662092 h 6858000"/>
              <a:gd name="connsiteX479" fmla="*/ 4900699 w 7467600"/>
              <a:gd name="connsiteY479" fmla="*/ 4670867 h 6858000"/>
              <a:gd name="connsiteX480" fmla="*/ 5714511 w 7467600"/>
              <a:gd name="connsiteY480" fmla="*/ 4663483 h 6858000"/>
              <a:gd name="connsiteX481" fmla="*/ 5464793 w 7467600"/>
              <a:gd name="connsiteY481" fmla="*/ 4393556 h 6858000"/>
              <a:gd name="connsiteX482" fmla="*/ 5461897 w 7467600"/>
              <a:gd name="connsiteY482" fmla="*/ 4390879 h 6858000"/>
              <a:gd name="connsiteX483" fmla="*/ 4294126 w 7467600"/>
              <a:gd name="connsiteY483" fmla="*/ 3303048 h 6858000"/>
              <a:gd name="connsiteX484" fmla="*/ 4305321 w 7467600"/>
              <a:gd name="connsiteY484" fmla="*/ 3256953 h 6858000"/>
              <a:gd name="connsiteX485" fmla="*/ 4949299 w 7467600"/>
              <a:gd name="connsiteY485" fmla="*/ 3766336 h 6858000"/>
              <a:gd name="connsiteX486" fmla="*/ 5291452 w 7467600"/>
              <a:gd name="connsiteY486" fmla="*/ 4076801 h 6858000"/>
              <a:gd name="connsiteX487" fmla="*/ 5434998 w 7467600"/>
              <a:gd name="connsiteY487" fmla="*/ 4254100 h 6858000"/>
              <a:gd name="connsiteX488" fmla="*/ 5351015 w 7467600"/>
              <a:gd name="connsiteY488" fmla="*/ 3760989 h 6858000"/>
              <a:gd name="connsiteX489" fmla="*/ 5413780 w 7467600"/>
              <a:gd name="connsiteY489" fmla="*/ 2966265 h 6858000"/>
              <a:gd name="connsiteX490" fmla="*/ 5425627 w 7467600"/>
              <a:gd name="connsiteY490" fmla="*/ 2954192 h 6858000"/>
              <a:gd name="connsiteX491" fmla="*/ 6604735 w 7467600"/>
              <a:gd name="connsiteY491" fmla="*/ 2041381 h 6858000"/>
              <a:gd name="connsiteX492" fmla="*/ 7204487 w 7467600"/>
              <a:gd name="connsiteY492" fmla="*/ 2742112 h 6858000"/>
              <a:gd name="connsiteX493" fmla="*/ 7131592 w 7467600"/>
              <a:gd name="connsiteY493" fmla="*/ 2672096 h 6858000"/>
              <a:gd name="connsiteX494" fmla="*/ 6996344 w 7467600"/>
              <a:gd name="connsiteY494" fmla="*/ 2518310 h 6858000"/>
              <a:gd name="connsiteX495" fmla="*/ 6735495 w 7467600"/>
              <a:gd name="connsiteY495" fmla="*/ 2196890 h 6858000"/>
              <a:gd name="connsiteX496" fmla="*/ 6721901 w 7467600"/>
              <a:gd name="connsiteY496" fmla="*/ 2179274 h 6858000"/>
              <a:gd name="connsiteX497" fmla="*/ 6604735 w 7467600"/>
              <a:gd name="connsiteY497" fmla="*/ 2041381 h 6858000"/>
              <a:gd name="connsiteX498" fmla="*/ 6591670 w 7467600"/>
              <a:gd name="connsiteY498" fmla="*/ 1988277 h 6858000"/>
              <a:gd name="connsiteX499" fmla="*/ 6747349 w 7467600"/>
              <a:gd name="connsiteY499" fmla="*/ 2160069 h 6858000"/>
              <a:gd name="connsiteX500" fmla="*/ 6760943 w 7467600"/>
              <a:gd name="connsiteY500" fmla="*/ 2177686 h 6858000"/>
              <a:gd name="connsiteX501" fmla="*/ 7021065 w 7467600"/>
              <a:gd name="connsiteY501" fmla="*/ 2498102 h 6858000"/>
              <a:gd name="connsiteX502" fmla="*/ 7155223 w 7467600"/>
              <a:gd name="connsiteY502" fmla="*/ 2650386 h 6858000"/>
              <a:gd name="connsiteX503" fmla="*/ 7203167 w 7467600"/>
              <a:gd name="connsiteY503" fmla="*/ 2697288 h 6858000"/>
              <a:gd name="connsiteX504" fmla="*/ 6937703 w 7467600"/>
              <a:gd name="connsiteY504" fmla="*/ 2321981 h 6858000"/>
              <a:gd name="connsiteX505" fmla="*/ 6591670 w 7467600"/>
              <a:gd name="connsiteY505" fmla="*/ 1988277 h 6858000"/>
              <a:gd name="connsiteX506" fmla="*/ 5798671 w 7467600"/>
              <a:gd name="connsiteY506" fmla="*/ 1981601 h 6858000"/>
              <a:gd name="connsiteX507" fmla="*/ 5754709 w 7467600"/>
              <a:gd name="connsiteY507" fmla="*/ 2071454 h 6858000"/>
              <a:gd name="connsiteX508" fmla="*/ 5763044 w 7467600"/>
              <a:gd name="connsiteY508" fmla="*/ 2842206 h 6858000"/>
              <a:gd name="connsiteX509" fmla="*/ 5764974 w 7467600"/>
              <a:gd name="connsiteY509" fmla="*/ 2799609 h 6858000"/>
              <a:gd name="connsiteX510" fmla="*/ 5767665 w 7467600"/>
              <a:gd name="connsiteY510" fmla="*/ 2666409 h 6858000"/>
              <a:gd name="connsiteX511" fmla="*/ 5763055 w 7467600"/>
              <a:gd name="connsiteY511" fmla="*/ 2579705 h 6858000"/>
              <a:gd name="connsiteX512" fmla="*/ 5758079 w 7467600"/>
              <a:gd name="connsiteY512" fmla="*/ 2492508 h 6858000"/>
              <a:gd name="connsiteX513" fmla="*/ 5779325 w 7467600"/>
              <a:gd name="connsiteY513" fmla="*/ 2197069 h 6858000"/>
              <a:gd name="connsiteX514" fmla="*/ 5798671 w 7467600"/>
              <a:gd name="connsiteY514" fmla="*/ 1981601 h 6858000"/>
              <a:gd name="connsiteX515" fmla="*/ 5829202 w 7467600"/>
              <a:gd name="connsiteY515" fmla="*/ 1971679 h 6858000"/>
              <a:gd name="connsiteX516" fmla="*/ 5809558 w 7467600"/>
              <a:gd name="connsiteY516" fmla="*/ 2198043 h 6858000"/>
              <a:gd name="connsiteX517" fmla="*/ 5788653 w 7467600"/>
              <a:gd name="connsiteY517" fmla="*/ 2489430 h 6858000"/>
              <a:gd name="connsiteX518" fmla="*/ 5793439 w 7467600"/>
              <a:gd name="connsiteY518" fmla="*/ 2575235 h 6858000"/>
              <a:gd name="connsiteX519" fmla="*/ 5796837 w 7467600"/>
              <a:gd name="connsiteY519" fmla="*/ 2637633 h 6858000"/>
              <a:gd name="connsiteX520" fmla="*/ 5818614 w 7467600"/>
              <a:gd name="connsiteY520" fmla="*/ 2473055 h 6858000"/>
              <a:gd name="connsiteX521" fmla="*/ 5829202 w 7467600"/>
              <a:gd name="connsiteY521" fmla="*/ 1971679 h 6858000"/>
              <a:gd name="connsiteX522" fmla="*/ 5911389 w 7467600"/>
              <a:gd name="connsiteY522" fmla="*/ 1898371 h 6858000"/>
              <a:gd name="connsiteX523" fmla="*/ 6237627 w 7467600"/>
              <a:gd name="connsiteY523" fmla="*/ 2231921 h 6858000"/>
              <a:gd name="connsiteX524" fmla="*/ 5911389 w 7467600"/>
              <a:gd name="connsiteY524" fmla="*/ 1898371 h 6858000"/>
              <a:gd name="connsiteX525" fmla="*/ 6944437 w 7467600"/>
              <a:gd name="connsiteY525" fmla="*/ 1575402 h 6858000"/>
              <a:gd name="connsiteX526" fmla="*/ 6304730 w 7467600"/>
              <a:gd name="connsiteY526" fmla="*/ 1766654 h 6858000"/>
              <a:gd name="connsiteX527" fmla="*/ 6944437 w 7467600"/>
              <a:gd name="connsiteY527" fmla="*/ 1575402 h 6858000"/>
              <a:gd name="connsiteX528" fmla="*/ 7019523 w 7467600"/>
              <a:gd name="connsiteY528" fmla="*/ 1519450 h 6858000"/>
              <a:gd name="connsiteX529" fmla="*/ 6298091 w 7467600"/>
              <a:gd name="connsiteY529" fmla="*/ 1737122 h 6858000"/>
              <a:gd name="connsiteX530" fmla="*/ 7019523 w 7467600"/>
              <a:gd name="connsiteY530" fmla="*/ 1519450 h 6858000"/>
              <a:gd name="connsiteX531" fmla="*/ 2399523 w 7467600"/>
              <a:gd name="connsiteY531" fmla="*/ 1428234 h 6858000"/>
              <a:gd name="connsiteX532" fmla="*/ 2224982 w 7467600"/>
              <a:gd name="connsiteY532" fmla="*/ 1826201 h 6858000"/>
              <a:gd name="connsiteX533" fmla="*/ 2096099 w 7467600"/>
              <a:gd name="connsiteY533" fmla="*/ 2345900 h 6858000"/>
              <a:gd name="connsiteX534" fmla="*/ 2283317 w 7467600"/>
              <a:gd name="connsiteY534" fmla="*/ 1796925 h 6858000"/>
              <a:gd name="connsiteX535" fmla="*/ 2399523 w 7467600"/>
              <a:gd name="connsiteY535" fmla="*/ 1428234 h 6858000"/>
              <a:gd name="connsiteX536" fmla="*/ 2448558 w 7467600"/>
              <a:gd name="connsiteY536" fmla="*/ 1373435 h 6858000"/>
              <a:gd name="connsiteX537" fmla="*/ 2312521 w 7467600"/>
              <a:gd name="connsiteY537" fmla="*/ 1806140 h 6858000"/>
              <a:gd name="connsiteX538" fmla="*/ 2127533 w 7467600"/>
              <a:gd name="connsiteY538" fmla="*/ 2348380 h 6858000"/>
              <a:gd name="connsiteX539" fmla="*/ 2358080 w 7467600"/>
              <a:gd name="connsiteY539" fmla="*/ 1866134 h 6858000"/>
              <a:gd name="connsiteX540" fmla="*/ 2407436 w 7467600"/>
              <a:gd name="connsiteY540" fmla="*/ 1651070 h 6858000"/>
              <a:gd name="connsiteX541" fmla="*/ 2448558 w 7467600"/>
              <a:gd name="connsiteY541" fmla="*/ 1373435 h 6858000"/>
              <a:gd name="connsiteX542" fmla="*/ 278707 w 7467600"/>
              <a:gd name="connsiteY542" fmla="*/ 1352270 h 6858000"/>
              <a:gd name="connsiteX543" fmla="*/ 321570 w 7467600"/>
              <a:gd name="connsiteY543" fmla="*/ 1861610 h 6858000"/>
              <a:gd name="connsiteX544" fmla="*/ 294281 w 7467600"/>
              <a:gd name="connsiteY544" fmla="*/ 1440658 h 6858000"/>
              <a:gd name="connsiteX545" fmla="*/ 278707 w 7467600"/>
              <a:gd name="connsiteY545" fmla="*/ 1352270 h 6858000"/>
              <a:gd name="connsiteX546" fmla="*/ 1423821 w 7467600"/>
              <a:gd name="connsiteY546" fmla="*/ 1351958 h 6858000"/>
              <a:gd name="connsiteX547" fmla="*/ 1638521 w 7467600"/>
              <a:gd name="connsiteY547" fmla="*/ 1908470 h 6858000"/>
              <a:gd name="connsiteX548" fmla="*/ 1754199 w 7467600"/>
              <a:gd name="connsiteY548" fmla="*/ 2149284 h 6858000"/>
              <a:gd name="connsiteX549" fmla="*/ 1908359 w 7467600"/>
              <a:gd name="connsiteY549" fmla="*/ 2364988 h 6858000"/>
              <a:gd name="connsiteX550" fmla="*/ 1647661 w 7467600"/>
              <a:gd name="connsiteY550" fmla="*/ 1825945 h 6858000"/>
              <a:gd name="connsiteX551" fmla="*/ 1423821 w 7467600"/>
              <a:gd name="connsiteY551" fmla="*/ 1351958 h 6858000"/>
              <a:gd name="connsiteX552" fmla="*/ 1431890 w 7467600"/>
              <a:gd name="connsiteY552" fmla="*/ 1306475 h 6858000"/>
              <a:gd name="connsiteX553" fmla="*/ 1507597 w 7467600"/>
              <a:gd name="connsiteY553" fmla="*/ 1446132 h 6858000"/>
              <a:gd name="connsiteX554" fmla="*/ 1674586 w 7467600"/>
              <a:gd name="connsiteY554" fmla="*/ 1813832 h 6858000"/>
              <a:gd name="connsiteX555" fmla="*/ 1815950 w 7467600"/>
              <a:gd name="connsiteY555" fmla="*/ 2128564 h 6858000"/>
              <a:gd name="connsiteX556" fmla="*/ 1984242 w 7467600"/>
              <a:gd name="connsiteY556" fmla="*/ 2430829 h 6858000"/>
              <a:gd name="connsiteX557" fmla="*/ 2014023 w 7467600"/>
              <a:gd name="connsiteY557" fmla="*/ 2450995 h 6858000"/>
              <a:gd name="connsiteX558" fmla="*/ 1747337 w 7467600"/>
              <a:gd name="connsiteY558" fmla="*/ 1855264 h 6858000"/>
              <a:gd name="connsiteX559" fmla="*/ 1533749 w 7467600"/>
              <a:gd name="connsiteY559" fmla="*/ 1478656 h 6858000"/>
              <a:gd name="connsiteX560" fmla="*/ 1431890 w 7467600"/>
              <a:gd name="connsiteY560" fmla="*/ 1306475 h 6858000"/>
              <a:gd name="connsiteX561" fmla="*/ 5052692 w 7467600"/>
              <a:gd name="connsiteY561" fmla="*/ 1292994 h 6858000"/>
              <a:gd name="connsiteX562" fmla="*/ 5200661 w 7467600"/>
              <a:gd name="connsiteY562" fmla="*/ 1635186 h 6858000"/>
              <a:gd name="connsiteX563" fmla="*/ 5297138 w 7467600"/>
              <a:gd name="connsiteY563" fmla="*/ 1906351 h 6858000"/>
              <a:gd name="connsiteX564" fmla="*/ 5052692 w 7467600"/>
              <a:gd name="connsiteY564" fmla="*/ 1292994 h 6858000"/>
              <a:gd name="connsiteX565" fmla="*/ 5009948 w 7467600"/>
              <a:gd name="connsiteY565" fmla="*/ 1273619 h 6858000"/>
              <a:gd name="connsiteX566" fmla="*/ 5121777 w 7467600"/>
              <a:gd name="connsiteY566" fmla="*/ 1654213 h 6858000"/>
              <a:gd name="connsiteX567" fmla="*/ 5293545 w 7467600"/>
              <a:gd name="connsiteY567" fmla="*/ 2072247 h 6858000"/>
              <a:gd name="connsiteX568" fmla="*/ 5294042 w 7467600"/>
              <a:gd name="connsiteY568" fmla="*/ 2065019 h 6858000"/>
              <a:gd name="connsiteX569" fmla="*/ 5171936 w 7467600"/>
              <a:gd name="connsiteY569" fmla="*/ 1647613 h 6858000"/>
              <a:gd name="connsiteX570" fmla="*/ 5009948 w 7467600"/>
              <a:gd name="connsiteY570" fmla="*/ 1273619 h 6858000"/>
              <a:gd name="connsiteX571" fmla="*/ 655236 w 7467600"/>
              <a:gd name="connsiteY571" fmla="*/ 1268632 h 6858000"/>
              <a:gd name="connsiteX572" fmla="*/ 839521 w 7467600"/>
              <a:gd name="connsiteY572" fmla="*/ 1685315 h 6858000"/>
              <a:gd name="connsiteX573" fmla="*/ 1109416 w 7467600"/>
              <a:gd name="connsiteY573" fmla="*/ 2061663 h 6858000"/>
              <a:gd name="connsiteX574" fmla="*/ 1298300 w 7467600"/>
              <a:gd name="connsiteY574" fmla="*/ 2247742 h 6858000"/>
              <a:gd name="connsiteX575" fmla="*/ 1125871 w 7467600"/>
              <a:gd name="connsiteY575" fmla="*/ 1989513 h 6858000"/>
              <a:gd name="connsiteX576" fmla="*/ 981574 w 7467600"/>
              <a:gd name="connsiteY576" fmla="*/ 1783157 h 6858000"/>
              <a:gd name="connsiteX577" fmla="*/ 922198 w 7467600"/>
              <a:gd name="connsiteY577" fmla="*/ 1677437 h 6858000"/>
              <a:gd name="connsiteX578" fmla="*/ 869293 w 7467600"/>
              <a:gd name="connsiteY578" fmla="*/ 1583214 h 6858000"/>
              <a:gd name="connsiteX579" fmla="*/ 751431 w 7467600"/>
              <a:gd name="connsiteY579" fmla="*/ 1405731 h 6858000"/>
              <a:gd name="connsiteX580" fmla="*/ 655236 w 7467600"/>
              <a:gd name="connsiteY580" fmla="*/ 1268632 h 6858000"/>
              <a:gd name="connsiteX581" fmla="*/ 6516292 w 7467600"/>
              <a:gd name="connsiteY581" fmla="*/ 1263064 h 6858000"/>
              <a:gd name="connsiteX582" fmla="*/ 5736320 w 7467600"/>
              <a:gd name="connsiteY582" fmla="*/ 1501803 h 6858000"/>
              <a:gd name="connsiteX583" fmla="*/ 6516292 w 7467600"/>
              <a:gd name="connsiteY583" fmla="*/ 1263064 h 6858000"/>
              <a:gd name="connsiteX584" fmla="*/ 291466 w 7467600"/>
              <a:gd name="connsiteY584" fmla="*/ 1250369 h 6858000"/>
              <a:gd name="connsiteX585" fmla="*/ 323180 w 7467600"/>
              <a:gd name="connsiteY585" fmla="*/ 1435283 h 6858000"/>
              <a:gd name="connsiteX586" fmla="*/ 349381 w 7467600"/>
              <a:gd name="connsiteY586" fmla="*/ 1875041 h 6858000"/>
              <a:gd name="connsiteX587" fmla="*/ 374363 w 7467600"/>
              <a:gd name="connsiteY587" fmla="*/ 1506494 h 6858000"/>
              <a:gd name="connsiteX588" fmla="*/ 302168 w 7467600"/>
              <a:gd name="connsiteY588" fmla="*/ 1274495 h 6858000"/>
              <a:gd name="connsiteX589" fmla="*/ 291466 w 7467600"/>
              <a:gd name="connsiteY589" fmla="*/ 1250369 h 6858000"/>
              <a:gd name="connsiteX590" fmla="*/ 678222 w 7467600"/>
              <a:gd name="connsiteY590" fmla="*/ 1248670 h 6858000"/>
              <a:gd name="connsiteX591" fmla="*/ 775536 w 7467600"/>
              <a:gd name="connsiteY591" fmla="*/ 1388015 h 6858000"/>
              <a:gd name="connsiteX592" fmla="*/ 894529 w 7467600"/>
              <a:gd name="connsiteY592" fmla="*/ 1567739 h 6858000"/>
              <a:gd name="connsiteX593" fmla="*/ 948000 w 7467600"/>
              <a:gd name="connsiteY593" fmla="*/ 1663088 h 6858000"/>
              <a:gd name="connsiteX594" fmla="*/ 1006812 w 7467600"/>
              <a:gd name="connsiteY594" fmla="*/ 1767683 h 6858000"/>
              <a:gd name="connsiteX595" fmla="*/ 1149133 w 7467600"/>
              <a:gd name="connsiteY595" fmla="*/ 1971513 h 6858000"/>
              <a:gd name="connsiteX596" fmla="*/ 1333952 w 7467600"/>
              <a:gd name="connsiteY596" fmla="*/ 2251620 h 6858000"/>
              <a:gd name="connsiteX597" fmla="*/ 1337329 w 7467600"/>
              <a:gd name="connsiteY597" fmla="*/ 2258350 h 6858000"/>
              <a:gd name="connsiteX598" fmla="*/ 1014726 w 7467600"/>
              <a:gd name="connsiteY598" fmla="*/ 1615556 h 6858000"/>
              <a:gd name="connsiteX599" fmla="*/ 678222 w 7467600"/>
              <a:gd name="connsiteY599" fmla="*/ 1248670 h 6858000"/>
              <a:gd name="connsiteX600" fmla="*/ 6691602 w 7467600"/>
              <a:gd name="connsiteY600" fmla="*/ 1140573 h 6858000"/>
              <a:gd name="connsiteX601" fmla="*/ 6571100 w 7467600"/>
              <a:gd name="connsiteY601" fmla="*/ 1183662 h 6858000"/>
              <a:gd name="connsiteX602" fmla="*/ 6241687 w 7467600"/>
              <a:gd name="connsiteY602" fmla="*/ 1257600 h 6858000"/>
              <a:gd name="connsiteX603" fmla="*/ 5693009 w 7467600"/>
              <a:gd name="connsiteY603" fmla="*/ 1478256 h 6858000"/>
              <a:gd name="connsiteX604" fmla="*/ 6548420 w 7467600"/>
              <a:gd name="connsiteY604" fmla="*/ 1214599 h 6858000"/>
              <a:gd name="connsiteX605" fmla="*/ 6605473 w 7467600"/>
              <a:gd name="connsiteY605" fmla="*/ 1184686 h 6858000"/>
              <a:gd name="connsiteX606" fmla="*/ 6691602 w 7467600"/>
              <a:gd name="connsiteY606" fmla="*/ 1140573 h 6858000"/>
              <a:gd name="connsiteX607" fmla="*/ 4002475 w 7467600"/>
              <a:gd name="connsiteY607" fmla="*/ 1037802 h 6858000"/>
              <a:gd name="connsiteX608" fmla="*/ 4000324 w 7467600"/>
              <a:gd name="connsiteY608" fmla="*/ 1039362 h 6858000"/>
              <a:gd name="connsiteX609" fmla="*/ 4002862 w 7467600"/>
              <a:gd name="connsiteY609" fmla="*/ 1042866 h 6858000"/>
              <a:gd name="connsiteX610" fmla="*/ 4002475 w 7467600"/>
              <a:gd name="connsiteY610" fmla="*/ 1037802 h 6858000"/>
              <a:gd name="connsiteX611" fmla="*/ 506322 w 7467600"/>
              <a:gd name="connsiteY611" fmla="*/ 1020997 h 6858000"/>
              <a:gd name="connsiteX612" fmla="*/ 533068 w 7467600"/>
              <a:gd name="connsiteY612" fmla="*/ 1029409 h 6858000"/>
              <a:gd name="connsiteX613" fmla="*/ 1232525 w 7467600"/>
              <a:gd name="connsiteY613" fmla="*/ 1804675 h 6858000"/>
              <a:gd name="connsiteX614" fmla="*/ 1388858 w 7467600"/>
              <a:gd name="connsiteY614" fmla="*/ 2368011 h 6858000"/>
              <a:gd name="connsiteX615" fmla="*/ 1384098 w 7467600"/>
              <a:gd name="connsiteY615" fmla="*/ 2378125 h 6858000"/>
              <a:gd name="connsiteX616" fmla="*/ 1425393 w 7467600"/>
              <a:gd name="connsiteY616" fmla="*/ 2589124 h 6858000"/>
              <a:gd name="connsiteX617" fmla="*/ 1424001 w 7467600"/>
              <a:gd name="connsiteY617" fmla="*/ 2597541 h 6858000"/>
              <a:gd name="connsiteX618" fmla="*/ 2152729 w 7467600"/>
              <a:gd name="connsiteY618" fmla="*/ 2864487 h 6858000"/>
              <a:gd name="connsiteX619" fmla="*/ 2020609 w 7467600"/>
              <a:gd name="connsiteY619" fmla="*/ 2539671 h 6858000"/>
              <a:gd name="connsiteX620" fmla="*/ 2018920 w 7467600"/>
              <a:gd name="connsiteY620" fmla="*/ 2536309 h 6858000"/>
              <a:gd name="connsiteX621" fmla="*/ 1342441 w 7467600"/>
              <a:gd name="connsiteY621" fmla="*/ 1173017 h 6858000"/>
              <a:gd name="connsiteX622" fmla="*/ 1367925 w 7467600"/>
              <a:gd name="connsiteY622" fmla="*/ 1135648 h 6858000"/>
              <a:gd name="connsiteX623" fmla="*/ 1771401 w 7467600"/>
              <a:gd name="connsiteY623" fmla="*/ 1806673 h 6858000"/>
              <a:gd name="connsiteX624" fmla="*/ 1972385 w 7467600"/>
              <a:gd name="connsiteY624" fmla="*/ 2198735 h 6858000"/>
              <a:gd name="connsiteX625" fmla="*/ 2040892 w 7467600"/>
              <a:gd name="connsiteY625" fmla="*/ 2405205 h 6858000"/>
              <a:gd name="connsiteX626" fmla="*/ 2131689 w 7467600"/>
              <a:gd name="connsiteY626" fmla="*/ 1936926 h 6858000"/>
              <a:gd name="connsiteX627" fmla="*/ 2454820 w 7467600"/>
              <a:gd name="connsiteY627" fmla="*/ 1248808 h 6858000"/>
              <a:gd name="connsiteX628" fmla="*/ 2492512 w 7467600"/>
              <a:gd name="connsiteY628" fmla="*/ 1302920 h 6858000"/>
              <a:gd name="connsiteX629" fmla="*/ 2081216 w 7467600"/>
              <a:gd name="connsiteY629" fmla="*/ 2527513 h 6858000"/>
              <a:gd name="connsiteX630" fmla="*/ 2081211 w 7467600"/>
              <a:gd name="connsiteY630" fmla="*/ 2528916 h 6858000"/>
              <a:gd name="connsiteX631" fmla="*/ 2199067 w 7467600"/>
              <a:gd name="connsiteY631" fmla="*/ 2884061 h 6858000"/>
              <a:gd name="connsiteX632" fmla="*/ 3192586 w 7467600"/>
              <a:gd name="connsiteY632" fmla="*/ 3411496 h 6858000"/>
              <a:gd name="connsiteX633" fmla="*/ 3182620 w 7467600"/>
              <a:gd name="connsiteY633" fmla="*/ 3483279 h 6858000"/>
              <a:gd name="connsiteX634" fmla="*/ 2435119 w 7467600"/>
              <a:gd name="connsiteY634" fmla="*/ 3080173 h 6858000"/>
              <a:gd name="connsiteX635" fmla="*/ 2410152 w 7467600"/>
              <a:gd name="connsiteY635" fmla="*/ 3063751 h 6858000"/>
              <a:gd name="connsiteX636" fmla="*/ 2408099 w 7467600"/>
              <a:gd name="connsiteY636" fmla="*/ 3064403 h 6858000"/>
              <a:gd name="connsiteX637" fmla="*/ 2407218 w 7467600"/>
              <a:gd name="connsiteY637" fmla="*/ 3070324 h 6858000"/>
              <a:gd name="connsiteX638" fmla="*/ 2380138 w 7467600"/>
              <a:gd name="connsiteY638" fmla="*/ 3099341 h 6858000"/>
              <a:gd name="connsiteX639" fmla="*/ 1765923 w 7467600"/>
              <a:gd name="connsiteY639" fmla="*/ 3581043 h 6858000"/>
              <a:gd name="connsiteX640" fmla="*/ 1702258 w 7467600"/>
              <a:gd name="connsiteY640" fmla="*/ 3612286 h 6858000"/>
              <a:gd name="connsiteX641" fmla="*/ 1538370 w 7467600"/>
              <a:gd name="connsiteY641" fmla="*/ 3811804 h 6858000"/>
              <a:gd name="connsiteX642" fmla="*/ 542867 w 7467600"/>
              <a:gd name="connsiteY642" fmla="*/ 4944092 h 6858000"/>
              <a:gd name="connsiteX643" fmla="*/ 515800 w 7467600"/>
              <a:gd name="connsiteY643" fmla="*/ 4862180 h 6858000"/>
              <a:gd name="connsiteX644" fmla="*/ 909145 w 7467600"/>
              <a:gd name="connsiteY644" fmla="*/ 4199225 h 6858000"/>
              <a:gd name="connsiteX645" fmla="*/ 1214067 w 7467600"/>
              <a:gd name="connsiteY645" fmla="*/ 3908561 h 6858000"/>
              <a:gd name="connsiteX646" fmla="*/ 640967 w 7467600"/>
              <a:gd name="connsiteY646" fmla="*/ 4105601 h 6858000"/>
              <a:gd name="connsiteX647" fmla="*/ 112563 w 7467600"/>
              <a:gd name="connsiteY647" fmla="*/ 4396952 h 6858000"/>
              <a:gd name="connsiteX648" fmla="*/ 0 w 7467600"/>
              <a:gd name="connsiteY648" fmla="*/ 4466006 h 6858000"/>
              <a:gd name="connsiteX649" fmla="*/ 0 w 7467600"/>
              <a:gd name="connsiteY649" fmla="*/ 4233763 h 6858000"/>
              <a:gd name="connsiteX650" fmla="*/ 36881 w 7467600"/>
              <a:gd name="connsiteY650" fmla="*/ 4200118 h 6858000"/>
              <a:gd name="connsiteX651" fmla="*/ 910534 w 7467600"/>
              <a:gd name="connsiteY651" fmla="*/ 3629753 h 6858000"/>
              <a:gd name="connsiteX652" fmla="*/ 1578717 w 7467600"/>
              <a:gd name="connsiteY652" fmla="*/ 3575982 h 6858000"/>
              <a:gd name="connsiteX653" fmla="*/ 2338780 w 7467600"/>
              <a:gd name="connsiteY653" fmla="*/ 3033725 h 6858000"/>
              <a:gd name="connsiteX654" fmla="*/ 1807991 w 7467600"/>
              <a:gd name="connsiteY654" fmla="*/ 2807184 h 6858000"/>
              <a:gd name="connsiteX655" fmla="*/ 1416358 w 7467600"/>
              <a:gd name="connsiteY655" fmla="*/ 3112571 h 6858000"/>
              <a:gd name="connsiteX656" fmla="*/ 939066 w 7467600"/>
              <a:gd name="connsiteY656" fmla="*/ 3378798 h 6858000"/>
              <a:gd name="connsiteX657" fmla="*/ 115099 w 7467600"/>
              <a:gd name="connsiteY657" fmla="*/ 3607650 h 6858000"/>
              <a:gd name="connsiteX658" fmla="*/ 97284 w 7467600"/>
              <a:gd name="connsiteY658" fmla="*/ 3520393 h 6858000"/>
              <a:gd name="connsiteX659" fmla="*/ 922050 w 7467600"/>
              <a:gd name="connsiteY659" fmla="*/ 3074867 h 6858000"/>
              <a:gd name="connsiteX660" fmla="*/ 1405265 w 7467600"/>
              <a:gd name="connsiteY660" fmla="*/ 3016319 h 6858000"/>
              <a:gd name="connsiteX661" fmla="*/ 1407512 w 7467600"/>
              <a:gd name="connsiteY661" fmla="*/ 3018001 h 6858000"/>
              <a:gd name="connsiteX662" fmla="*/ 1726266 w 7467600"/>
              <a:gd name="connsiteY662" fmla="*/ 2777274 h 6858000"/>
              <a:gd name="connsiteX663" fmla="*/ 625390 w 7467600"/>
              <a:gd name="connsiteY663" fmla="*/ 2514541 h 6858000"/>
              <a:gd name="connsiteX664" fmla="*/ 619799 w 7467600"/>
              <a:gd name="connsiteY664" fmla="*/ 2527180 h 6858000"/>
              <a:gd name="connsiteX665" fmla="*/ 310030 w 7467600"/>
              <a:gd name="connsiteY665" fmla="*/ 2771818 h 6858000"/>
              <a:gd name="connsiteX666" fmla="*/ 173877 w 7467600"/>
              <a:gd name="connsiteY666" fmla="*/ 2937056 h 6858000"/>
              <a:gd name="connsiteX667" fmla="*/ 77889 w 7467600"/>
              <a:gd name="connsiteY667" fmla="*/ 3138440 h 6858000"/>
              <a:gd name="connsiteX668" fmla="*/ 0 w 7467600"/>
              <a:gd name="connsiteY668" fmla="*/ 3271395 h 6858000"/>
              <a:gd name="connsiteX669" fmla="*/ 0 w 7467600"/>
              <a:gd name="connsiteY669" fmla="*/ 3153002 h 6858000"/>
              <a:gd name="connsiteX670" fmla="*/ 2386 w 7467600"/>
              <a:gd name="connsiteY670" fmla="*/ 3149203 h 6858000"/>
              <a:gd name="connsiteX671" fmla="*/ 89753 w 7467600"/>
              <a:gd name="connsiteY671" fmla="*/ 2987702 h 6858000"/>
              <a:gd name="connsiteX672" fmla="*/ 76869 w 7467600"/>
              <a:gd name="connsiteY672" fmla="*/ 3005404 h 6858000"/>
              <a:gd name="connsiteX673" fmla="*/ 32049 w 7467600"/>
              <a:gd name="connsiteY673" fmla="*/ 3065814 h 6858000"/>
              <a:gd name="connsiteX674" fmla="*/ 0 w 7467600"/>
              <a:gd name="connsiteY674" fmla="*/ 3108744 h 6858000"/>
              <a:gd name="connsiteX675" fmla="*/ 0 w 7467600"/>
              <a:gd name="connsiteY675" fmla="*/ 3058059 h 6858000"/>
              <a:gd name="connsiteX676" fmla="*/ 7610 w 7467600"/>
              <a:gd name="connsiteY676" fmla="*/ 3047889 h 6858000"/>
              <a:gd name="connsiteX677" fmla="*/ 52419 w 7467600"/>
              <a:gd name="connsiteY677" fmla="*/ 2987479 h 6858000"/>
              <a:gd name="connsiteX678" fmla="*/ 59142 w 7467600"/>
              <a:gd name="connsiteY678" fmla="*/ 2978488 h 6858000"/>
              <a:gd name="connsiteX679" fmla="*/ 0 w 7467600"/>
              <a:gd name="connsiteY679" fmla="*/ 3015334 h 6858000"/>
              <a:gd name="connsiteX680" fmla="*/ 0 w 7467600"/>
              <a:gd name="connsiteY680" fmla="*/ 2914286 h 6858000"/>
              <a:gd name="connsiteX681" fmla="*/ 36383 w 7467600"/>
              <a:gd name="connsiteY681" fmla="*/ 2901128 h 6858000"/>
              <a:gd name="connsiteX682" fmla="*/ 156329 w 7467600"/>
              <a:gd name="connsiteY682" fmla="*/ 2840533 h 6858000"/>
              <a:gd name="connsiteX683" fmla="*/ 358355 w 7467600"/>
              <a:gd name="connsiteY683" fmla="*/ 2620471 h 6858000"/>
              <a:gd name="connsiteX684" fmla="*/ 510577 w 7467600"/>
              <a:gd name="connsiteY684" fmla="*/ 2501244 h 6858000"/>
              <a:gd name="connsiteX685" fmla="*/ 211967 w 7467600"/>
              <a:gd name="connsiteY685" fmla="*/ 2479171 h 6858000"/>
              <a:gd name="connsiteX686" fmla="*/ 0 w 7467600"/>
              <a:gd name="connsiteY686" fmla="*/ 2476398 h 6858000"/>
              <a:gd name="connsiteX687" fmla="*/ 0 w 7467600"/>
              <a:gd name="connsiteY687" fmla="*/ 2389189 h 6858000"/>
              <a:gd name="connsiteX688" fmla="*/ 103062 w 7467600"/>
              <a:gd name="connsiteY688" fmla="*/ 2389518 h 6858000"/>
              <a:gd name="connsiteX689" fmla="*/ 510734 w 7467600"/>
              <a:gd name="connsiteY689" fmla="*/ 2416201 h 6858000"/>
              <a:gd name="connsiteX690" fmla="*/ 279257 w 7467600"/>
              <a:gd name="connsiteY690" fmla="*/ 2092102 h 6858000"/>
              <a:gd name="connsiteX691" fmla="*/ 65265 w 7467600"/>
              <a:gd name="connsiteY691" fmla="*/ 2006049 h 6858000"/>
              <a:gd name="connsiteX692" fmla="*/ 0 w 7467600"/>
              <a:gd name="connsiteY692" fmla="*/ 1982532 h 6858000"/>
              <a:gd name="connsiteX693" fmla="*/ 0 w 7467600"/>
              <a:gd name="connsiteY693" fmla="*/ 1912789 h 6858000"/>
              <a:gd name="connsiteX694" fmla="*/ 97460 w 7467600"/>
              <a:gd name="connsiteY694" fmla="*/ 1953725 h 6858000"/>
              <a:gd name="connsiteX695" fmla="*/ 221272 w 7467600"/>
              <a:gd name="connsiteY695" fmla="*/ 1980766 h 6858000"/>
              <a:gd name="connsiteX696" fmla="*/ 116765 w 7467600"/>
              <a:gd name="connsiteY696" fmla="*/ 1911033 h 6858000"/>
              <a:gd name="connsiteX697" fmla="*/ 16405 w 7467600"/>
              <a:gd name="connsiteY697" fmla="*/ 1803412 h 6858000"/>
              <a:gd name="connsiteX698" fmla="*/ 0 w 7467600"/>
              <a:gd name="connsiteY698" fmla="*/ 1784777 h 6858000"/>
              <a:gd name="connsiteX699" fmla="*/ 0 w 7467600"/>
              <a:gd name="connsiteY699" fmla="*/ 1740082 h 6858000"/>
              <a:gd name="connsiteX700" fmla="*/ 39394 w 7467600"/>
              <a:gd name="connsiteY700" fmla="*/ 1784856 h 6858000"/>
              <a:gd name="connsiteX701" fmla="*/ 135813 w 7467600"/>
              <a:gd name="connsiteY701" fmla="*/ 1888838 h 6858000"/>
              <a:gd name="connsiteX702" fmla="*/ 242575 w 7467600"/>
              <a:gd name="connsiteY702" fmla="*/ 1958841 h 6858000"/>
              <a:gd name="connsiteX703" fmla="*/ 82197 w 7467600"/>
              <a:gd name="connsiteY703" fmla="*/ 1754826 h 6858000"/>
              <a:gd name="connsiteX704" fmla="*/ 0 w 7467600"/>
              <a:gd name="connsiteY704" fmla="*/ 1679650 h 6858000"/>
              <a:gd name="connsiteX705" fmla="*/ 0 w 7467600"/>
              <a:gd name="connsiteY705" fmla="*/ 1602463 h 6858000"/>
              <a:gd name="connsiteX706" fmla="*/ 84689 w 7467600"/>
              <a:gd name="connsiteY706" fmla="*/ 1677442 h 6858000"/>
              <a:gd name="connsiteX707" fmla="*/ 298437 w 7467600"/>
              <a:gd name="connsiteY707" fmla="*/ 1968019 h 6858000"/>
              <a:gd name="connsiteX708" fmla="*/ 227269 w 7467600"/>
              <a:gd name="connsiteY708" fmla="*/ 1114064 h 6858000"/>
              <a:gd name="connsiteX709" fmla="*/ 248003 w 7467600"/>
              <a:gd name="connsiteY709" fmla="*/ 1089613 h 6858000"/>
              <a:gd name="connsiteX710" fmla="*/ 427020 w 7467600"/>
              <a:gd name="connsiteY710" fmla="*/ 1619803 h 6858000"/>
              <a:gd name="connsiteX711" fmla="*/ 340345 w 7467600"/>
              <a:gd name="connsiteY711" fmla="*/ 2027739 h 6858000"/>
              <a:gd name="connsiteX712" fmla="*/ 360865 w 7467600"/>
              <a:gd name="connsiteY712" fmla="*/ 2044827 h 6858000"/>
              <a:gd name="connsiteX713" fmla="*/ 560414 w 7467600"/>
              <a:gd name="connsiteY713" fmla="*/ 2421457 h 6858000"/>
              <a:gd name="connsiteX714" fmla="*/ 1359703 w 7467600"/>
              <a:gd name="connsiteY714" fmla="*/ 2578554 h 6858000"/>
              <a:gd name="connsiteX715" fmla="*/ 1359422 w 7467600"/>
              <a:gd name="connsiteY715" fmla="*/ 2577994 h 6858000"/>
              <a:gd name="connsiteX716" fmla="*/ 828701 w 7467600"/>
              <a:gd name="connsiteY716" fmla="*/ 1839520 h 6858000"/>
              <a:gd name="connsiteX717" fmla="*/ 494427 w 7467600"/>
              <a:gd name="connsiteY717" fmla="*/ 1092333 h 6858000"/>
              <a:gd name="connsiteX718" fmla="*/ 506322 w 7467600"/>
              <a:gd name="connsiteY718" fmla="*/ 1020997 h 6858000"/>
              <a:gd name="connsiteX719" fmla="*/ 4570198 w 7467600"/>
              <a:gd name="connsiteY719" fmla="*/ 978081 h 6858000"/>
              <a:gd name="connsiteX720" fmla="*/ 4523691 w 7467600"/>
              <a:gd name="connsiteY720" fmla="*/ 1127776 h 6858000"/>
              <a:gd name="connsiteX721" fmla="*/ 4509875 w 7467600"/>
              <a:gd name="connsiteY721" fmla="*/ 1167552 h 6858000"/>
              <a:gd name="connsiteX722" fmla="*/ 4478168 w 7467600"/>
              <a:gd name="connsiteY722" fmla="*/ 1260735 h 6858000"/>
              <a:gd name="connsiteX723" fmla="*/ 4409309 w 7467600"/>
              <a:gd name="connsiteY723" fmla="*/ 1666996 h 6858000"/>
              <a:gd name="connsiteX724" fmla="*/ 4370031 w 7467600"/>
              <a:gd name="connsiteY724" fmla="*/ 1955666 h 6858000"/>
              <a:gd name="connsiteX725" fmla="*/ 4570198 w 7467600"/>
              <a:gd name="connsiteY725" fmla="*/ 978081 h 6858000"/>
              <a:gd name="connsiteX726" fmla="*/ 4557898 w 7467600"/>
              <a:gd name="connsiteY726" fmla="*/ 900011 h 6858000"/>
              <a:gd name="connsiteX727" fmla="*/ 4344840 w 7467600"/>
              <a:gd name="connsiteY727" fmla="*/ 1922038 h 6858000"/>
              <a:gd name="connsiteX728" fmla="*/ 4378710 w 7467600"/>
              <a:gd name="connsiteY728" fmla="*/ 1665516 h 6858000"/>
              <a:gd name="connsiteX729" fmla="*/ 4448798 w 7467600"/>
              <a:gd name="connsiteY729" fmla="*/ 1253024 h 6858000"/>
              <a:gd name="connsiteX730" fmla="*/ 4480315 w 7467600"/>
              <a:gd name="connsiteY730" fmla="*/ 1158454 h 6858000"/>
              <a:gd name="connsiteX731" fmla="*/ 4494133 w 7467600"/>
              <a:gd name="connsiteY731" fmla="*/ 1118676 h 6858000"/>
              <a:gd name="connsiteX732" fmla="*/ 4557898 w 7467600"/>
              <a:gd name="connsiteY732" fmla="*/ 900011 h 6858000"/>
              <a:gd name="connsiteX733" fmla="*/ 5870151 w 7467600"/>
              <a:gd name="connsiteY733" fmla="*/ 898890 h 6858000"/>
              <a:gd name="connsiteX734" fmla="*/ 5861335 w 7467600"/>
              <a:gd name="connsiteY734" fmla="*/ 899177 h 6858000"/>
              <a:gd name="connsiteX735" fmla="*/ 5843702 w 7467600"/>
              <a:gd name="connsiteY735" fmla="*/ 899748 h 6858000"/>
              <a:gd name="connsiteX736" fmla="*/ 5651107 w 7467600"/>
              <a:gd name="connsiteY736" fmla="*/ 920306 h 6858000"/>
              <a:gd name="connsiteX737" fmla="*/ 5459407 w 7467600"/>
              <a:gd name="connsiteY737" fmla="*/ 940975 h 6858000"/>
              <a:gd name="connsiteX738" fmla="*/ 5374846 w 7467600"/>
              <a:gd name="connsiteY738" fmla="*/ 941988 h 6858000"/>
              <a:gd name="connsiteX739" fmla="*/ 5256105 w 7467600"/>
              <a:gd name="connsiteY739" fmla="*/ 945632 h 6858000"/>
              <a:gd name="connsiteX740" fmla="*/ 5107071 w 7467600"/>
              <a:gd name="connsiteY740" fmla="*/ 969720 h 6858000"/>
              <a:gd name="connsiteX741" fmla="*/ 4998681 w 7467600"/>
              <a:gd name="connsiteY741" fmla="*/ 988771 h 6858000"/>
              <a:gd name="connsiteX742" fmla="*/ 5870151 w 7467600"/>
              <a:gd name="connsiteY742" fmla="*/ 898890 h 6858000"/>
              <a:gd name="connsiteX743" fmla="*/ 5504425 w 7467600"/>
              <a:gd name="connsiteY743" fmla="*/ 848067 h 6858000"/>
              <a:gd name="connsiteX744" fmla="*/ 4968849 w 7467600"/>
              <a:gd name="connsiteY744" fmla="*/ 962318 h 6858000"/>
              <a:gd name="connsiteX745" fmla="*/ 5104039 w 7467600"/>
              <a:gd name="connsiteY745" fmla="*/ 940634 h 6858000"/>
              <a:gd name="connsiteX746" fmla="*/ 5256311 w 7467600"/>
              <a:gd name="connsiteY746" fmla="*/ 916490 h 6858000"/>
              <a:gd name="connsiteX747" fmla="*/ 5377381 w 7467600"/>
              <a:gd name="connsiteY747" fmla="*/ 912671 h 6858000"/>
              <a:gd name="connsiteX748" fmla="*/ 5460148 w 7467600"/>
              <a:gd name="connsiteY748" fmla="*/ 911442 h 6858000"/>
              <a:gd name="connsiteX749" fmla="*/ 5648971 w 7467600"/>
              <a:gd name="connsiteY749" fmla="*/ 891331 h 6858000"/>
              <a:gd name="connsiteX750" fmla="*/ 5844807 w 7467600"/>
              <a:gd name="connsiteY750" fmla="*/ 870718 h 6858000"/>
              <a:gd name="connsiteX751" fmla="*/ 5862975 w 7467600"/>
              <a:gd name="connsiteY751" fmla="*/ 869756 h 6858000"/>
              <a:gd name="connsiteX752" fmla="*/ 5920887 w 7467600"/>
              <a:gd name="connsiteY752" fmla="*/ 865929 h 6858000"/>
              <a:gd name="connsiteX753" fmla="*/ 5504425 w 7467600"/>
              <a:gd name="connsiteY753" fmla="*/ 848067 h 6858000"/>
              <a:gd name="connsiteX754" fmla="*/ 3607114 w 7467600"/>
              <a:gd name="connsiteY754" fmla="*/ 467441 h 6858000"/>
              <a:gd name="connsiteX755" fmla="*/ 3296242 w 7467600"/>
              <a:gd name="connsiteY755" fmla="*/ 807991 h 6858000"/>
              <a:gd name="connsiteX756" fmla="*/ 3174674 w 7467600"/>
              <a:gd name="connsiteY756" fmla="*/ 919759 h 6858000"/>
              <a:gd name="connsiteX757" fmla="*/ 3042978 w 7467600"/>
              <a:gd name="connsiteY757" fmla="*/ 1054894 h 6858000"/>
              <a:gd name="connsiteX758" fmla="*/ 2968914 w 7467600"/>
              <a:gd name="connsiteY758" fmla="*/ 1133756 h 6858000"/>
              <a:gd name="connsiteX759" fmla="*/ 3103823 w 7467600"/>
              <a:gd name="connsiteY759" fmla="*/ 1026814 h 6858000"/>
              <a:gd name="connsiteX760" fmla="*/ 3607114 w 7467600"/>
              <a:gd name="connsiteY760" fmla="*/ 467441 h 6858000"/>
              <a:gd name="connsiteX761" fmla="*/ 3744487 w 7467600"/>
              <a:gd name="connsiteY761" fmla="*/ 383136 h 6858000"/>
              <a:gd name="connsiteX762" fmla="*/ 3970213 w 7467600"/>
              <a:gd name="connsiteY762" fmla="*/ 995559 h 6858000"/>
              <a:gd name="connsiteX763" fmla="*/ 3744487 w 7467600"/>
              <a:gd name="connsiteY763" fmla="*/ 383136 h 6858000"/>
              <a:gd name="connsiteX764" fmla="*/ 3624562 w 7467600"/>
              <a:gd name="connsiteY764" fmla="*/ 367041 h 6858000"/>
              <a:gd name="connsiteX765" fmla="*/ 3489712 w 7467600"/>
              <a:gd name="connsiteY765" fmla="*/ 485386 h 6858000"/>
              <a:gd name="connsiteX766" fmla="*/ 3182994 w 7467600"/>
              <a:gd name="connsiteY766" fmla="*/ 828265 h 6858000"/>
              <a:gd name="connsiteX767" fmla="*/ 2892114 w 7467600"/>
              <a:gd name="connsiteY767" fmla="*/ 1172635 h 6858000"/>
              <a:gd name="connsiteX768" fmla="*/ 3021459 w 7467600"/>
              <a:gd name="connsiteY768" fmla="*/ 1035385 h 6858000"/>
              <a:gd name="connsiteX769" fmla="*/ 3153873 w 7467600"/>
              <a:gd name="connsiteY769" fmla="*/ 898971 h 6858000"/>
              <a:gd name="connsiteX770" fmla="*/ 3276511 w 7467600"/>
              <a:gd name="connsiteY770" fmla="*/ 786423 h 6858000"/>
              <a:gd name="connsiteX771" fmla="*/ 3584154 w 7467600"/>
              <a:gd name="connsiteY771" fmla="*/ 448218 h 6858000"/>
              <a:gd name="connsiteX772" fmla="*/ 3624562 w 7467600"/>
              <a:gd name="connsiteY772" fmla="*/ 367041 h 6858000"/>
              <a:gd name="connsiteX773" fmla="*/ 3766672 w 7467600"/>
              <a:gd name="connsiteY773" fmla="*/ 359429 h 6858000"/>
              <a:gd name="connsiteX774" fmla="*/ 3996338 w 7467600"/>
              <a:gd name="connsiteY774" fmla="*/ 968237 h 6858000"/>
              <a:gd name="connsiteX775" fmla="*/ 3766672 w 7467600"/>
              <a:gd name="connsiteY775" fmla="*/ 359429 h 6858000"/>
              <a:gd name="connsiteX776" fmla="*/ 5805386 w 7467600"/>
              <a:gd name="connsiteY776" fmla="*/ 239240 h 6858000"/>
              <a:gd name="connsiteX777" fmla="*/ 5736947 w 7467600"/>
              <a:gd name="connsiteY777" fmla="*/ 261367 h 6858000"/>
              <a:gd name="connsiteX778" fmla="*/ 5427012 w 7467600"/>
              <a:gd name="connsiteY778" fmla="*/ 311272 h 6858000"/>
              <a:gd name="connsiteX779" fmla="*/ 5147818 w 7467600"/>
              <a:gd name="connsiteY779" fmla="*/ 322112 h 6858000"/>
              <a:gd name="connsiteX780" fmla="*/ 5060854 w 7467600"/>
              <a:gd name="connsiteY780" fmla="*/ 311882 h 6858000"/>
              <a:gd name="connsiteX781" fmla="*/ 4945989 w 7467600"/>
              <a:gd name="connsiteY781" fmla="*/ 300516 h 6858000"/>
              <a:gd name="connsiteX782" fmla="*/ 5410479 w 7467600"/>
              <a:gd name="connsiteY782" fmla="*/ 348434 h 6858000"/>
              <a:gd name="connsiteX783" fmla="*/ 5805386 w 7467600"/>
              <a:gd name="connsiteY783" fmla="*/ 239240 h 6858000"/>
              <a:gd name="connsiteX784" fmla="*/ 5905192 w 7467600"/>
              <a:gd name="connsiteY784" fmla="*/ 163079 h 6858000"/>
              <a:gd name="connsiteX785" fmla="*/ 5865655 w 7467600"/>
              <a:gd name="connsiteY785" fmla="*/ 171901 h 6858000"/>
              <a:gd name="connsiteX786" fmla="*/ 5259740 w 7467600"/>
              <a:gd name="connsiteY786" fmla="*/ 257013 h 6858000"/>
              <a:gd name="connsiteX787" fmla="*/ 5208466 w 7467600"/>
              <a:gd name="connsiteY787" fmla="*/ 257550 h 6858000"/>
              <a:gd name="connsiteX788" fmla="*/ 4980204 w 7467600"/>
              <a:gd name="connsiteY788" fmla="*/ 271903 h 6858000"/>
              <a:gd name="connsiteX789" fmla="*/ 5068068 w 7467600"/>
              <a:gd name="connsiteY789" fmla="*/ 282244 h 6858000"/>
              <a:gd name="connsiteX790" fmla="*/ 5153231 w 7467600"/>
              <a:gd name="connsiteY790" fmla="*/ 292240 h 6858000"/>
              <a:gd name="connsiteX791" fmla="*/ 5426491 w 7467600"/>
              <a:gd name="connsiteY791" fmla="*/ 281128 h 6858000"/>
              <a:gd name="connsiteX792" fmla="*/ 5731212 w 7467600"/>
              <a:gd name="connsiteY792" fmla="*/ 231951 h 6858000"/>
              <a:gd name="connsiteX793" fmla="*/ 5905192 w 7467600"/>
              <a:gd name="connsiteY793" fmla="*/ 163079 h 6858000"/>
              <a:gd name="connsiteX794" fmla="*/ 5944437 w 7467600"/>
              <a:gd name="connsiteY794" fmla="*/ 113829 h 6858000"/>
              <a:gd name="connsiteX795" fmla="*/ 5825032 w 7467600"/>
              <a:gd name="connsiteY795" fmla="*/ 146405 h 6858000"/>
              <a:gd name="connsiteX796" fmla="*/ 4955599 w 7467600"/>
              <a:gd name="connsiteY796" fmla="*/ 247008 h 6858000"/>
              <a:gd name="connsiteX797" fmla="*/ 5210104 w 7467600"/>
              <a:gd name="connsiteY797" fmla="*/ 228123 h 6858000"/>
              <a:gd name="connsiteX798" fmla="*/ 5261015 w 7467600"/>
              <a:gd name="connsiteY798" fmla="*/ 227087 h 6858000"/>
              <a:gd name="connsiteX799" fmla="*/ 5861181 w 7467600"/>
              <a:gd name="connsiteY799" fmla="*/ 143093 h 6858000"/>
              <a:gd name="connsiteX800" fmla="*/ 5961252 w 7467600"/>
              <a:gd name="connsiteY800" fmla="*/ 114820 h 6858000"/>
              <a:gd name="connsiteX801" fmla="*/ 5944437 w 7467600"/>
              <a:gd name="connsiteY801" fmla="*/ 113829 h 6858000"/>
              <a:gd name="connsiteX802" fmla="*/ 3882765 w 7467600"/>
              <a:gd name="connsiteY802" fmla="*/ 0 h 6858000"/>
              <a:gd name="connsiteX803" fmla="*/ 3995099 w 7467600"/>
              <a:gd name="connsiteY803" fmla="*/ 0 h 6858000"/>
              <a:gd name="connsiteX804" fmla="*/ 4163818 w 7467600"/>
              <a:gd name="connsiteY804" fmla="*/ 234104 h 6858000"/>
              <a:gd name="connsiteX805" fmla="*/ 4172099 w 7467600"/>
              <a:gd name="connsiteY805" fmla="*/ 234207 h 6858000"/>
              <a:gd name="connsiteX806" fmla="*/ 4784282 w 7467600"/>
              <a:gd name="connsiteY806" fmla="*/ 276561 h 6858000"/>
              <a:gd name="connsiteX807" fmla="*/ 4801687 w 7467600"/>
              <a:gd name="connsiteY807" fmla="*/ 267764 h 6858000"/>
              <a:gd name="connsiteX808" fmla="*/ 6082788 w 7467600"/>
              <a:gd name="connsiteY808" fmla="*/ 64119 h 6858000"/>
              <a:gd name="connsiteX809" fmla="*/ 6099442 w 7467600"/>
              <a:gd name="connsiteY809" fmla="*/ 82568 h 6858000"/>
              <a:gd name="connsiteX810" fmla="*/ 4804137 w 7467600"/>
              <a:gd name="connsiteY810" fmla="*/ 320931 h 6858000"/>
              <a:gd name="connsiteX811" fmla="*/ 4227047 w 7467600"/>
              <a:gd name="connsiteY811" fmla="*/ 313415 h 6858000"/>
              <a:gd name="connsiteX812" fmla="*/ 4346041 w 7467600"/>
              <a:gd name="connsiteY812" fmla="*/ 456086 h 6858000"/>
              <a:gd name="connsiteX813" fmla="*/ 4870967 w 7467600"/>
              <a:gd name="connsiteY813" fmla="*/ 963061 h 6858000"/>
              <a:gd name="connsiteX814" fmla="*/ 4889647 w 7467600"/>
              <a:gd name="connsiteY814" fmla="*/ 957147 h 6858000"/>
              <a:gd name="connsiteX815" fmla="*/ 5422504 w 7467600"/>
              <a:gd name="connsiteY815" fmla="*/ 805191 h 6858000"/>
              <a:gd name="connsiteX816" fmla="*/ 6087656 w 7467600"/>
              <a:gd name="connsiteY816" fmla="*/ 826703 h 6858000"/>
              <a:gd name="connsiteX817" fmla="*/ 6058717 w 7467600"/>
              <a:gd name="connsiteY817" fmla="*/ 865992 h 6858000"/>
              <a:gd name="connsiteX818" fmla="*/ 4974153 w 7467600"/>
              <a:gd name="connsiteY818" fmla="*/ 1045456 h 6858000"/>
              <a:gd name="connsiteX819" fmla="*/ 5627835 w 7467600"/>
              <a:gd name="connsiteY819" fmla="*/ 1472077 h 6858000"/>
              <a:gd name="connsiteX820" fmla="*/ 5629817 w 7467600"/>
              <a:gd name="connsiteY820" fmla="*/ 1471412 h 6858000"/>
              <a:gd name="connsiteX821" fmla="*/ 5634124 w 7467600"/>
              <a:gd name="connsiteY821" fmla="*/ 1470572 h 6858000"/>
              <a:gd name="connsiteX822" fmla="*/ 5755832 w 7467600"/>
              <a:gd name="connsiteY822" fmla="*/ 1383886 h 6858000"/>
              <a:gd name="connsiteX823" fmla="*/ 6014186 w 7467600"/>
              <a:gd name="connsiteY823" fmla="*/ 1279799 h 6858000"/>
              <a:gd name="connsiteX824" fmla="*/ 6901619 w 7467600"/>
              <a:gd name="connsiteY824" fmla="*/ 1047874 h 6858000"/>
              <a:gd name="connsiteX825" fmla="*/ 6931566 w 7467600"/>
              <a:gd name="connsiteY825" fmla="*/ 1062034 h 6858000"/>
              <a:gd name="connsiteX826" fmla="*/ 5790982 w 7467600"/>
              <a:gd name="connsiteY826" fmla="*/ 1561380 h 6858000"/>
              <a:gd name="connsiteX827" fmla="*/ 6188971 w 7467600"/>
              <a:gd name="connsiteY827" fmla="*/ 1755168 h 6858000"/>
              <a:gd name="connsiteX828" fmla="*/ 6202446 w 7467600"/>
              <a:gd name="connsiteY828" fmla="*/ 1752268 h 6858000"/>
              <a:gd name="connsiteX829" fmla="*/ 7179560 w 7467600"/>
              <a:gd name="connsiteY829" fmla="*/ 1467551 h 6858000"/>
              <a:gd name="connsiteX830" fmla="*/ 7158730 w 7467600"/>
              <a:gd name="connsiteY830" fmla="*/ 1507835 h 6858000"/>
              <a:gd name="connsiteX831" fmla="*/ 6326959 w 7467600"/>
              <a:gd name="connsiteY831" fmla="*/ 1817686 h 6858000"/>
              <a:gd name="connsiteX832" fmla="*/ 6537433 w 7467600"/>
              <a:gd name="connsiteY832" fmla="*/ 1907790 h 6858000"/>
              <a:gd name="connsiteX833" fmla="*/ 6550221 w 7467600"/>
              <a:gd name="connsiteY833" fmla="*/ 1910729 h 6858000"/>
              <a:gd name="connsiteX834" fmla="*/ 6964438 w 7467600"/>
              <a:gd name="connsiteY834" fmla="*/ 2209505 h 6858000"/>
              <a:gd name="connsiteX835" fmla="*/ 7367862 w 7467600"/>
              <a:gd name="connsiteY835" fmla="*/ 2806833 h 6858000"/>
              <a:gd name="connsiteX836" fmla="*/ 7364329 w 7467600"/>
              <a:gd name="connsiteY836" fmla="*/ 2826907 h 6858000"/>
              <a:gd name="connsiteX837" fmla="*/ 7290545 w 7467600"/>
              <a:gd name="connsiteY837" fmla="*/ 2850663 h 6858000"/>
              <a:gd name="connsiteX838" fmla="*/ 6472036 w 7467600"/>
              <a:gd name="connsiteY838" fmla="*/ 1959003 h 6858000"/>
              <a:gd name="connsiteX839" fmla="*/ 5792897 w 7467600"/>
              <a:gd name="connsiteY839" fmla="*/ 1647747 h 6858000"/>
              <a:gd name="connsiteX840" fmla="*/ 5842751 w 7467600"/>
              <a:gd name="connsiteY840" fmla="*/ 1816112 h 6858000"/>
              <a:gd name="connsiteX841" fmla="*/ 5847424 w 7467600"/>
              <a:gd name="connsiteY841" fmla="*/ 1815776 h 6858000"/>
              <a:gd name="connsiteX842" fmla="*/ 6399821 w 7467600"/>
              <a:gd name="connsiteY842" fmla="*/ 2344799 h 6858000"/>
              <a:gd name="connsiteX843" fmla="*/ 6323232 w 7467600"/>
              <a:gd name="connsiteY843" fmla="*/ 2389634 h 6858000"/>
              <a:gd name="connsiteX844" fmla="*/ 5942958 w 7467600"/>
              <a:gd name="connsiteY844" fmla="*/ 2077708 h 6858000"/>
              <a:gd name="connsiteX845" fmla="*/ 5921559 w 7467600"/>
              <a:gd name="connsiteY845" fmla="*/ 2378596 h 6858000"/>
              <a:gd name="connsiteX846" fmla="*/ 5817651 w 7467600"/>
              <a:gd name="connsiteY846" fmla="*/ 3023919 h 6858000"/>
              <a:gd name="connsiteX847" fmla="*/ 5729634 w 7467600"/>
              <a:gd name="connsiteY847" fmla="*/ 3051849 h 6858000"/>
              <a:gd name="connsiteX848" fmla="*/ 5611018 w 7467600"/>
              <a:gd name="connsiteY848" fmla="*/ 2316769 h 6858000"/>
              <a:gd name="connsiteX849" fmla="*/ 5687608 w 7467600"/>
              <a:gd name="connsiteY849" fmla="*/ 2039972 h 6858000"/>
              <a:gd name="connsiteX850" fmla="*/ 5657554 w 7467600"/>
              <a:gd name="connsiteY850" fmla="*/ 1576445 h 6858000"/>
              <a:gd name="connsiteX851" fmla="*/ 5150475 w 7467600"/>
              <a:gd name="connsiteY851" fmla="*/ 1274012 h 6858000"/>
              <a:gd name="connsiteX852" fmla="*/ 5349142 w 7467600"/>
              <a:gd name="connsiteY852" fmla="*/ 2204405 h 6858000"/>
              <a:gd name="connsiteX853" fmla="*/ 5262214 w 7467600"/>
              <a:gd name="connsiteY853" fmla="*/ 2233836 h 6858000"/>
              <a:gd name="connsiteX854" fmla="*/ 4981539 w 7467600"/>
              <a:gd name="connsiteY854" fmla="*/ 1542201 h 6858000"/>
              <a:gd name="connsiteX855" fmla="*/ 4958461 w 7467600"/>
              <a:gd name="connsiteY855" fmla="*/ 1136957 h 6858000"/>
              <a:gd name="connsiteX856" fmla="*/ 4655015 w 7467600"/>
              <a:gd name="connsiteY856" fmla="*/ 891426 h 6858000"/>
              <a:gd name="connsiteX857" fmla="*/ 4348002 w 7467600"/>
              <a:gd name="connsiteY857" fmla="*/ 2205895 h 6858000"/>
              <a:gd name="connsiteX858" fmla="*/ 4262250 w 7467600"/>
              <a:gd name="connsiteY858" fmla="*/ 2219972 h 6858000"/>
              <a:gd name="connsiteX859" fmla="*/ 4550611 w 7467600"/>
              <a:gd name="connsiteY859" fmla="*/ 817540 h 6858000"/>
              <a:gd name="connsiteX860" fmla="*/ 4564418 w 7467600"/>
              <a:gd name="connsiteY860" fmla="*/ 808293 h 6858000"/>
              <a:gd name="connsiteX861" fmla="*/ 4266388 w 7467600"/>
              <a:gd name="connsiteY861" fmla="*/ 500083 h 6858000"/>
              <a:gd name="connsiteX862" fmla="*/ 4032842 w 7467600"/>
              <a:gd name="connsiteY862" fmla="*/ 211809 h 6858000"/>
              <a:gd name="connsiteX863" fmla="*/ 3882765 w 7467600"/>
              <a:gd name="connsiteY863" fmla="*/ 0 h 6858000"/>
              <a:gd name="connsiteX864" fmla="*/ 3721337 w 7467600"/>
              <a:gd name="connsiteY864" fmla="*/ 0 h 6858000"/>
              <a:gd name="connsiteX865" fmla="*/ 3797544 w 7467600"/>
              <a:gd name="connsiteY865" fmla="*/ 0 h 6858000"/>
              <a:gd name="connsiteX866" fmla="*/ 3775734 w 7467600"/>
              <a:gd name="connsiteY866" fmla="*/ 95131 h 6858000"/>
              <a:gd name="connsiteX867" fmla="*/ 3724807 w 7467600"/>
              <a:gd name="connsiteY867" fmla="*/ 272257 h 6858000"/>
              <a:gd name="connsiteX868" fmla="*/ 3726844 w 7467600"/>
              <a:gd name="connsiteY868" fmla="*/ 282988 h 6858000"/>
              <a:gd name="connsiteX869" fmla="*/ 3742664 w 7467600"/>
              <a:gd name="connsiteY869" fmla="*/ 279918 h 6858000"/>
              <a:gd name="connsiteX870" fmla="*/ 4103910 w 7467600"/>
              <a:gd name="connsiteY870" fmla="*/ 1161917 h 6858000"/>
              <a:gd name="connsiteX871" fmla="*/ 4020269 w 7467600"/>
              <a:gd name="connsiteY871" fmla="*/ 1200406 h 6858000"/>
              <a:gd name="connsiteX872" fmla="*/ 3674882 w 7467600"/>
              <a:gd name="connsiteY872" fmla="*/ 488524 h 6858000"/>
              <a:gd name="connsiteX873" fmla="*/ 3132682 w 7467600"/>
              <a:gd name="connsiteY873" fmla="*/ 1072284 h 6858000"/>
              <a:gd name="connsiteX874" fmla="*/ 2716346 w 7467600"/>
              <a:gd name="connsiteY874" fmla="*/ 1276376 h 6858000"/>
              <a:gd name="connsiteX875" fmla="*/ 2716772 w 7467600"/>
              <a:gd name="connsiteY875" fmla="*/ 1255462 h 6858000"/>
              <a:gd name="connsiteX876" fmla="*/ 3471096 w 7467600"/>
              <a:gd name="connsiteY876" fmla="*/ 437072 h 6858000"/>
              <a:gd name="connsiteX877" fmla="*/ 3639057 w 7467600"/>
              <a:gd name="connsiteY877" fmla="*/ 286334 h 6858000"/>
              <a:gd name="connsiteX878" fmla="*/ 3640309 w 7467600"/>
              <a:gd name="connsiteY878" fmla="*/ 284664 h 6858000"/>
              <a:gd name="connsiteX879" fmla="*/ 3646022 w 7467600"/>
              <a:gd name="connsiteY879" fmla="*/ 276711 h 6858000"/>
              <a:gd name="connsiteX880" fmla="*/ 3707943 w 7467600"/>
              <a:gd name="connsiteY880" fmla="*/ 65958 h 6858000"/>
              <a:gd name="connsiteX881" fmla="*/ 3721337 w 7467600"/>
              <a:gd name="connsiteY881" fmla="*/ 0 h 6858000"/>
              <a:gd name="connsiteX882" fmla="*/ 2867960 w 7467600"/>
              <a:gd name="connsiteY882" fmla="*/ 0 h 6858000"/>
              <a:gd name="connsiteX883" fmla="*/ 2926351 w 7467600"/>
              <a:gd name="connsiteY883" fmla="*/ 0 h 6858000"/>
              <a:gd name="connsiteX884" fmla="*/ 2902823 w 7467600"/>
              <a:gd name="connsiteY884" fmla="*/ 262929 h 6858000"/>
              <a:gd name="connsiteX885" fmla="*/ 2940663 w 7467600"/>
              <a:gd name="connsiteY885" fmla="*/ 140884 h 6858000"/>
              <a:gd name="connsiteX886" fmla="*/ 2947039 w 7467600"/>
              <a:gd name="connsiteY886" fmla="*/ 122524 h 6858000"/>
              <a:gd name="connsiteX887" fmla="*/ 2984316 w 7467600"/>
              <a:gd name="connsiteY887" fmla="*/ 0 h 6858000"/>
              <a:gd name="connsiteX888" fmla="*/ 3016114 w 7467600"/>
              <a:gd name="connsiteY888" fmla="*/ 0 h 6858000"/>
              <a:gd name="connsiteX889" fmla="*/ 2979949 w 7467600"/>
              <a:gd name="connsiteY889" fmla="*/ 119274 h 6858000"/>
              <a:gd name="connsiteX890" fmla="*/ 3023879 w 7467600"/>
              <a:gd name="connsiteY890" fmla="*/ 0 h 6858000"/>
              <a:gd name="connsiteX891" fmla="*/ 3105400 w 7467600"/>
              <a:gd name="connsiteY891" fmla="*/ 0 h 6858000"/>
              <a:gd name="connsiteX892" fmla="*/ 3094669 w 7467600"/>
              <a:gd name="connsiteY892" fmla="*/ 30308 h 6858000"/>
              <a:gd name="connsiteX893" fmla="*/ 2901945 w 7467600"/>
              <a:gd name="connsiteY893" fmla="*/ 466538 h 6858000"/>
              <a:gd name="connsiteX894" fmla="*/ 2815209 w 7467600"/>
              <a:gd name="connsiteY894" fmla="*/ 497361 h 6858000"/>
              <a:gd name="connsiteX895" fmla="*/ 2844845 w 7467600"/>
              <a:gd name="connsiteY895" fmla="*/ 127638 h 6858000"/>
              <a:gd name="connsiteX896" fmla="*/ 2867960 w 7467600"/>
              <a:gd name="connsiteY896" fmla="*/ 0 h 6858000"/>
              <a:gd name="connsiteX897" fmla="*/ 1057230 w 7467600"/>
              <a:gd name="connsiteY897" fmla="*/ 0 h 6858000"/>
              <a:gd name="connsiteX898" fmla="*/ 1111003 w 7467600"/>
              <a:gd name="connsiteY898" fmla="*/ 0 h 6858000"/>
              <a:gd name="connsiteX899" fmla="*/ 1125553 w 7467600"/>
              <a:gd name="connsiteY899" fmla="*/ 52588 h 6858000"/>
              <a:gd name="connsiteX900" fmla="*/ 1304276 w 7467600"/>
              <a:gd name="connsiteY900" fmla="*/ 476275 h 6858000"/>
              <a:gd name="connsiteX901" fmla="*/ 1492066 w 7467600"/>
              <a:gd name="connsiteY901" fmla="*/ 886333 h 6858000"/>
              <a:gd name="connsiteX902" fmla="*/ 1423698 w 7467600"/>
              <a:gd name="connsiteY902" fmla="*/ 710817 h 6858000"/>
              <a:gd name="connsiteX903" fmla="*/ 1357609 w 7467600"/>
              <a:gd name="connsiteY903" fmla="*/ 532892 h 6858000"/>
              <a:gd name="connsiteX904" fmla="*/ 1309550 w 7467600"/>
              <a:gd name="connsiteY904" fmla="*/ 374031 h 6858000"/>
              <a:gd name="connsiteX905" fmla="*/ 1193673 w 7467600"/>
              <a:gd name="connsiteY905" fmla="*/ 49533 h 6858000"/>
              <a:gd name="connsiteX906" fmla="*/ 1164391 w 7467600"/>
              <a:gd name="connsiteY906" fmla="*/ 0 h 6858000"/>
              <a:gd name="connsiteX907" fmla="*/ 1200666 w 7467600"/>
              <a:gd name="connsiteY907" fmla="*/ 0 h 6858000"/>
              <a:gd name="connsiteX908" fmla="*/ 1223408 w 7467600"/>
              <a:gd name="connsiteY908" fmla="*/ 38996 h 6858000"/>
              <a:gd name="connsiteX909" fmla="*/ 1339635 w 7467600"/>
              <a:gd name="connsiteY909" fmla="*/ 365517 h 6858000"/>
              <a:gd name="connsiteX910" fmla="*/ 1387469 w 7467600"/>
              <a:gd name="connsiteY910" fmla="*/ 523079 h 6858000"/>
              <a:gd name="connsiteX911" fmla="*/ 1452685 w 7467600"/>
              <a:gd name="connsiteY911" fmla="*/ 699806 h 6858000"/>
              <a:gd name="connsiteX912" fmla="*/ 1492092 w 7467600"/>
              <a:gd name="connsiteY912" fmla="*/ 800424 h 6858000"/>
              <a:gd name="connsiteX913" fmla="*/ 1455302 w 7467600"/>
              <a:gd name="connsiteY913" fmla="*/ 632913 h 6858000"/>
              <a:gd name="connsiteX914" fmla="*/ 1222336 w 7467600"/>
              <a:gd name="connsiteY914" fmla="*/ 9480 h 6858000"/>
              <a:gd name="connsiteX915" fmla="*/ 1214634 w 7467600"/>
              <a:gd name="connsiteY915" fmla="*/ 0 h 6858000"/>
              <a:gd name="connsiteX916" fmla="*/ 1289827 w 7467600"/>
              <a:gd name="connsiteY916" fmla="*/ 0 h 6858000"/>
              <a:gd name="connsiteX917" fmla="*/ 1321076 w 7467600"/>
              <a:gd name="connsiteY917" fmla="*/ 59722 h 6858000"/>
              <a:gd name="connsiteX918" fmla="*/ 1512579 w 7467600"/>
              <a:gd name="connsiteY918" fmla="*/ 626441 h 6858000"/>
              <a:gd name="connsiteX919" fmla="*/ 1506076 w 7467600"/>
              <a:gd name="connsiteY919" fmla="*/ 1089289 h 6858000"/>
              <a:gd name="connsiteX920" fmla="*/ 1486346 w 7467600"/>
              <a:gd name="connsiteY920" fmla="*/ 1079919 h 6858000"/>
              <a:gd name="connsiteX921" fmla="*/ 1070511 w 7467600"/>
              <a:gd name="connsiteY921" fmla="*/ 48609 h 6858000"/>
              <a:gd name="connsiteX922" fmla="*/ 1057230 w 7467600"/>
              <a:gd name="connsiteY922" fmla="*/ 0 h 6858000"/>
              <a:gd name="connsiteX923" fmla="*/ 43151 w 7467600"/>
              <a:gd name="connsiteY923" fmla="*/ 0 h 6858000"/>
              <a:gd name="connsiteX924" fmla="*/ 95283 w 7467600"/>
              <a:gd name="connsiteY924" fmla="*/ 0 h 6858000"/>
              <a:gd name="connsiteX925" fmla="*/ 300708 w 7467600"/>
              <a:gd name="connsiteY925" fmla="*/ 154571 h 6858000"/>
              <a:gd name="connsiteX926" fmla="*/ 530414 w 7467600"/>
              <a:gd name="connsiteY926" fmla="*/ 354673 h 6858000"/>
              <a:gd name="connsiteX927" fmla="*/ 333785 w 7467600"/>
              <a:gd name="connsiteY927" fmla="*/ 161564 h 6858000"/>
              <a:gd name="connsiteX928" fmla="*/ 147005 w 7467600"/>
              <a:gd name="connsiteY928" fmla="*/ 0 h 6858000"/>
              <a:gd name="connsiteX929" fmla="*/ 272509 w 7467600"/>
              <a:gd name="connsiteY929" fmla="*/ 0 h 6858000"/>
              <a:gd name="connsiteX930" fmla="*/ 326276 w 7467600"/>
              <a:gd name="connsiteY930" fmla="*/ 45847 h 6858000"/>
              <a:gd name="connsiteX931" fmla="*/ 823759 w 7467600"/>
              <a:gd name="connsiteY931" fmla="*/ 574145 h 6858000"/>
              <a:gd name="connsiteX932" fmla="*/ 811254 w 7467600"/>
              <a:gd name="connsiteY932" fmla="*/ 665546 h 6858000"/>
              <a:gd name="connsiteX933" fmla="*/ 154042 w 7467600"/>
              <a:gd name="connsiteY933" fmla="*/ 261522 h 6858000"/>
              <a:gd name="connsiteX934" fmla="*/ 13550 w 7467600"/>
              <a:gd name="connsiteY934" fmla="*/ 158423 h 6858000"/>
              <a:gd name="connsiteX935" fmla="*/ 0 w 7467600"/>
              <a:gd name="connsiteY935" fmla="*/ 146618 h 6858000"/>
              <a:gd name="connsiteX936" fmla="*/ 0 w 7467600"/>
              <a:gd name="connsiteY936" fmla="*/ 59161 h 6858000"/>
              <a:gd name="connsiteX937" fmla="*/ 45427 w 7467600"/>
              <a:gd name="connsiteY937" fmla="*/ 101078 h 6858000"/>
              <a:gd name="connsiteX938" fmla="*/ 630103 w 7467600"/>
              <a:gd name="connsiteY938" fmla="*/ 485885 h 6858000"/>
              <a:gd name="connsiteX939" fmla="*/ 532040 w 7467600"/>
              <a:gd name="connsiteY939" fmla="*/ 399359 h 6858000"/>
              <a:gd name="connsiteX940" fmla="*/ 517618 w 7467600"/>
              <a:gd name="connsiteY940" fmla="*/ 385726 h 6858000"/>
              <a:gd name="connsiteX941" fmla="*/ 285074 w 7467600"/>
              <a:gd name="connsiteY941" fmla="*/ 182755 h 6858000"/>
              <a:gd name="connsiteX942" fmla="*/ 43151 w 7467600"/>
              <a:gd name="connsiteY94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289862 w 7467600"/>
              <a:gd name="connsiteY9" fmla="*/ 6659827 h 6858000"/>
              <a:gd name="connsiteX10" fmla="*/ 1019354 w 7467600"/>
              <a:gd name="connsiteY10" fmla="*/ 6315006 h 6858000"/>
              <a:gd name="connsiteX11" fmla="*/ 441046 w 7467600"/>
              <a:gd name="connsiteY11" fmla="*/ 6691153 h 6858000"/>
              <a:gd name="connsiteX12" fmla="*/ 1019354 w 7467600"/>
              <a:gd name="connsiteY12" fmla="*/ 6315006 h 6858000"/>
              <a:gd name="connsiteX13" fmla="*/ 991680 w 7467600"/>
              <a:gd name="connsiteY13" fmla="*/ 6298413 h 6858000"/>
              <a:gd name="connsiteX14" fmla="*/ 409060 w 7467600"/>
              <a:gd name="connsiteY14" fmla="*/ 6671470 h 6858000"/>
              <a:gd name="connsiteX15" fmla="*/ 991680 w 7467600"/>
              <a:gd name="connsiteY15" fmla="*/ 6298413 h 6858000"/>
              <a:gd name="connsiteX16" fmla="*/ 103333 w 7467600"/>
              <a:gd name="connsiteY16" fmla="*/ 5699602 h 6858000"/>
              <a:gd name="connsiteX17" fmla="*/ 233938 w 7467600"/>
              <a:gd name="connsiteY17" fmla="*/ 5809416 h 6858000"/>
              <a:gd name="connsiteX18" fmla="*/ 883580 w 7467600"/>
              <a:gd name="connsiteY18" fmla="*/ 6180710 h 6858000"/>
              <a:gd name="connsiteX19" fmla="*/ 487337 w 7467600"/>
              <a:gd name="connsiteY19" fmla="*/ 5950182 h 6858000"/>
              <a:gd name="connsiteX20" fmla="*/ 354051 w 7467600"/>
              <a:gd name="connsiteY20" fmla="*/ 5854912 h 6858000"/>
              <a:gd name="connsiteX21" fmla="*/ 195436 w 7467600"/>
              <a:gd name="connsiteY21" fmla="*/ 5755068 h 6858000"/>
              <a:gd name="connsiteX22" fmla="*/ 103333 w 7467600"/>
              <a:gd name="connsiteY22" fmla="*/ 5699602 h 6858000"/>
              <a:gd name="connsiteX23" fmla="*/ 5539432 w 7467600"/>
              <a:gd name="connsiteY23" fmla="*/ 5642928 h 6858000"/>
              <a:gd name="connsiteX24" fmla="*/ 5555462 w 7467600"/>
              <a:gd name="connsiteY24" fmla="*/ 5694454 h 6858000"/>
              <a:gd name="connsiteX25" fmla="*/ 5828270 w 7467600"/>
              <a:gd name="connsiteY25" fmla="*/ 6320663 h 6858000"/>
              <a:gd name="connsiteX26" fmla="*/ 5947416 w 7467600"/>
              <a:gd name="connsiteY26" fmla="*/ 6574846 h 6858000"/>
              <a:gd name="connsiteX27" fmla="*/ 5539432 w 7467600"/>
              <a:gd name="connsiteY27" fmla="*/ 5642928 h 6858000"/>
              <a:gd name="connsiteX28" fmla="*/ 51253 w 7467600"/>
              <a:gd name="connsiteY28" fmla="*/ 5631825 h 6858000"/>
              <a:gd name="connsiteX29" fmla="*/ 211622 w 7467600"/>
              <a:gd name="connsiteY29" fmla="*/ 5728803 h 6858000"/>
              <a:gd name="connsiteX30" fmla="*/ 371652 w 7467600"/>
              <a:gd name="connsiteY30" fmla="*/ 5829062 h 6858000"/>
              <a:gd name="connsiteX31" fmla="*/ 505903 w 7467600"/>
              <a:gd name="connsiteY31" fmla="*/ 5925221 h 6858000"/>
              <a:gd name="connsiteX32" fmla="*/ 899240 w 7467600"/>
              <a:gd name="connsiteY32" fmla="*/ 6153068 h 6858000"/>
              <a:gd name="connsiteX33" fmla="*/ 988114 w 7467600"/>
              <a:gd name="connsiteY33" fmla="*/ 6174204 h 6858000"/>
              <a:gd name="connsiteX34" fmla="*/ 845971 w 7467600"/>
              <a:gd name="connsiteY34" fmla="*/ 6067177 h 6858000"/>
              <a:gd name="connsiteX35" fmla="*/ 448057 w 7467600"/>
              <a:gd name="connsiteY35" fmla="*/ 5841376 h 6858000"/>
              <a:gd name="connsiteX36" fmla="*/ 51253 w 7467600"/>
              <a:gd name="connsiteY36" fmla="*/ 5631825 h 6858000"/>
              <a:gd name="connsiteX37" fmla="*/ 2606687 w 7467600"/>
              <a:gd name="connsiteY37" fmla="*/ 5630718 h 6858000"/>
              <a:gd name="connsiteX38" fmla="*/ 2645658 w 7467600"/>
              <a:gd name="connsiteY38" fmla="*/ 6640259 h 6858000"/>
              <a:gd name="connsiteX39" fmla="*/ 2606687 w 7467600"/>
              <a:gd name="connsiteY39" fmla="*/ 5630718 h 6858000"/>
              <a:gd name="connsiteX40" fmla="*/ 3642057 w 7467600"/>
              <a:gd name="connsiteY40" fmla="*/ 5573487 h 6858000"/>
              <a:gd name="connsiteX41" fmla="*/ 3632981 w 7467600"/>
              <a:gd name="connsiteY41" fmla="*/ 5579437 h 6858000"/>
              <a:gd name="connsiteX42" fmla="*/ 3382436 w 7467600"/>
              <a:gd name="connsiteY42" fmla="*/ 5952726 h 6858000"/>
              <a:gd name="connsiteX43" fmla="*/ 3191929 w 7467600"/>
              <a:gd name="connsiteY43" fmla="*/ 6662669 h 6858000"/>
              <a:gd name="connsiteX44" fmla="*/ 3369898 w 7467600"/>
              <a:gd name="connsiteY44" fmla="*/ 6081771 h 6858000"/>
              <a:gd name="connsiteX45" fmla="*/ 3642057 w 7467600"/>
              <a:gd name="connsiteY45" fmla="*/ 5573487 h 6858000"/>
              <a:gd name="connsiteX46" fmla="*/ 2650666 w 7467600"/>
              <a:gd name="connsiteY46" fmla="*/ 5530686 h 6858000"/>
              <a:gd name="connsiteX47" fmla="*/ 2650249 w 7467600"/>
              <a:gd name="connsiteY47" fmla="*/ 5532101 h 6858000"/>
              <a:gd name="connsiteX48" fmla="*/ 2663808 w 7467600"/>
              <a:gd name="connsiteY48" fmla="*/ 6535215 h 6858000"/>
              <a:gd name="connsiteX49" fmla="*/ 2665418 w 7467600"/>
              <a:gd name="connsiteY49" fmla="*/ 6132756 h 6858000"/>
              <a:gd name="connsiteX50" fmla="*/ 2650666 w 7467600"/>
              <a:gd name="connsiteY50" fmla="*/ 5530686 h 6858000"/>
              <a:gd name="connsiteX51" fmla="*/ 2680277 w 7467600"/>
              <a:gd name="connsiteY51" fmla="*/ 5479204 h 6858000"/>
              <a:gd name="connsiteX52" fmla="*/ 2678972 w 7467600"/>
              <a:gd name="connsiteY52" fmla="*/ 5481582 h 6858000"/>
              <a:gd name="connsiteX53" fmla="*/ 2696666 w 7467600"/>
              <a:gd name="connsiteY53" fmla="*/ 6133836 h 6858000"/>
              <a:gd name="connsiteX54" fmla="*/ 2695769 w 7467600"/>
              <a:gd name="connsiteY54" fmla="*/ 6390955 h 6858000"/>
              <a:gd name="connsiteX55" fmla="*/ 2739893 w 7467600"/>
              <a:gd name="connsiteY55" fmla="*/ 6108357 h 6858000"/>
              <a:gd name="connsiteX56" fmla="*/ 2680277 w 7467600"/>
              <a:gd name="connsiteY56" fmla="*/ 5479204 h 6858000"/>
              <a:gd name="connsiteX57" fmla="*/ 1132195 w 7467600"/>
              <a:gd name="connsiteY57" fmla="*/ 5467980 h 6858000"/>
              <a:gd name="connsiteX58" fmla="*/ 1679056 w 7467600"/>
              <a:gd name="connsiteY58" fmla="*/ 5516907 h 6858000"/>
              <a:gd name="connsiteX59" fmla="*/ 2128648 w 7467600"/>
              <a:gd name="connsiteY59" fmla="*/ 5474249 h 6858000"/>
              <a:gd name="connsiteX60" fmla="*/ 1825619 w 7467600"/>
              <a:gd name="connsiteY60" fmla="*/ 5478447 h 6858000"/>
              <a:gd name="connsiteX61" fmla="*/ 1737798 w 7467600"/>
              <a:gd name="connsiteY61" fmla="*/ 5483353 h 6858000"/>
              <a:gd name="connsiteX62" fmla="*/ 1132195 w 7467600"/>
              <a:gd name="connsiteY62" fmla="*/ 5467980 h 6858000"/>
              <a:gd name="connsiteX63" fmla="*/ 1456157 w 7467600"/>
              <a:gd name="connsiteY63" fmla="*/ 5371404 h 6858000"/>
              <a:gd name="connsiteX64" fmla="*/ 1244432 w 7467600"/>
              <a:gd name="connsiteY64" fmla="*/ 5385601 h 6858000"/>
              <a:gd name="connsiteX65" fmla="*/ 973990 w 7467600"/>
              <a:gd name="connsiteY65" fmla="*/ 5424940 h 6858000"/>
              <a:gd name="connsiteX66" fmla="*/ 1103809 w 7467600"/>
              <a:gd name="connsiteY66" fmla="*/ 5433720 h 6858000"/>
              <a:gd name="connsiteX67" fmla="*/ 1123454 w 7467600"/>
              <a:gd name="connsiteY67" fmla="*/ 5435727 h 6858000"/>
              <a:gd name="connsiteX68" fmla="*/ 1737017 w 7467600"/>
              <a:gd name="connsiteY68" fmla="*/ 5452183 h 6858000"/>
              <a:gd name="connsiteX69" fmla="*/ 1824397 w 7467600"/>
              <a:gd name="connsiteY69" fmla="*/ 5447757 h 6858000"/>
              <a:gd name="connsiteX70" fmla="*/ 2070059 w 7467600"/>
              <a:gd name="connsiteY70" fmla="*/ 5441660 h 6858000"/>
              <a:gd name="connsiteX71" fmla="*/ 1456157 w 7467600"/>
              <a:gd name="connsiteY71" fmla="*/ 5371404 h 6858000"/>
              <a:gd name="connsiteX72" fmla="*/ 4988186 w 7467600"/>
              <a:gd name="connsiteY72" fmla="*/ 5216467 h 6858000"/>
              <a:gd name="connsiteX73" fmla="*/ 4777334 w 7467600"/>
              <a:gd name="connsiteY73" fmla="*/ 5406072 h 6858000"/>
              <a:gd name="connsiteX74" fmla="*/ 4718341 w 7467600"/>
              <a:gd name="connsiteY74" fmla="*/ 5468043 h 6858000"/>
              <a:gd name="connsiteX75" fmla="*/ 4604655 w 7467600"/>
              <a:gd name="connsiteY75" fmla="*/ 5583434 h 6858000"/>
              <a:gd name="connsiteX76" fmla="*/ 4565074 w 7467600"/>
              <a:gd name="connsiteY76" fmla="*/ 5618550 h 6858000"/>
              <a:gd name="connsiteX77" fmla="*/ 4988186 w 7467600"/>
              <a:gd name="connsiteY77" fmla="*/ 5216467 h 6858000"/>
              <a:gd name="connsiteX78" fmla="*/ 4978032 w 7467600"/>
              <a:gd name="connsiteY78" fmla="*/ 5183809 h 6858000"/>
              <a:gd name="connsiteX79" fmla="*/ 4463413 w 7467600"/>
              <a:gd name="connsiteY79" fmla="*/ 5615162 h 6858000"/>
              <a:gd name="connsiteX80" fmla="*/ 4358134 w 7467600"/>
              <a:gd name="connsiteY80" fmla="*/ 5742791 h 6858000"/>
              <a:gd name="connsiteX81" fmla="*/ 4376219 w 7467600"/>
              <a:gd name="connsiteY81" fmla="*/ 5729027 h 6858000"/>
              <a:gd name="connsiteX82" fmla="*/ 4582340 w 7467600"/>
              <a:gd name="connsiteY82" fmla="*/ 5561037 h 6858000"/>
              <a:gd name="connsiteX83" fmla="*/ 4694684 w 7467600"/>
              <a:gd name="connsiteY83" fmla="*/ 5447098 h 6858000"/>
              <a:gd name="connsiteX84" fmla="*/ 4754123 w 7467600"/>
              <a:gd name="connsiteY84" fmla="*/ 5384643 h 6858000"/>
              <a:gd name="connsiteX85" fmla="*/ 4978032 w 7467600"/>
              <a:gd name="connsiteY85" fmla="*/ 5183809 h 6858000"/>
              <a:gd name="connsiteX86" fmla="*/ 1903353 w 7467600"/>
              <a:gd name="connsiteY86" fmla="*/ 5044827 h 6858000"/>
              <a:gd name="connsiteX87" fmla="*/ 1936931 w 7467600"/>
              <a:gd name="connsiteY87" fmla="*/ 5093954 h 6858000"/>
              <a:gd name="connsiteX88" fmla="*/ 2195868 w 7467600"/>
              <a:gd name="connsiteY88" fmla="*/ 5396574 h 6858000"/>
              <a:gd name="connsiteX89" fmla="*/ 2088852 w 7467600"/>
              <a:gd name="connsiteY89" fmla="*/ 5166123 h 6858000"/>
              <a:gd name="connsiteX90" fmla="*/ 1958241 w 7467600"/>
              <a:gd name="connsiteY90" fmla="*/ 5067955 h 6858000"/>
              <a:gd name="connsiteX91" fmla="*/ 1903353 w 7467600"/>
              <a:gd name="connsiteY91" fmla="*/ 5044827 h 6858000"/>
              <a:gd name="connsiteX92" fmla="*/ 1979378 w 7467600"/>
              <a:gd name="connsiteY92" fmla="*/ 4769504 h 6858000"/>
              <a:gd name="connsiteX93" fmla="*/ 2882120 w 7467600"/>
              <a:gd name="connsiteY93" fmla="*/ 5064547 h 6858000"/>
              <a:gd name="connsiteX94" fmla="*/ 2793103 w 7467600"/>
              <a:gd name="connsiteY94" fmla="*/ 5039699 h 6858000"/>
              <a:gd name="connsiteX95" fmla="*/ 2770041 w 7467600"/>
              <a:gd name="connsiteY95" fmla="*/ 5033634 h 6858000"/>
              <a:gd name="connsiteX96" fmla="*/ 1979378 w 7467600"/>
              <a:gd name="connsiteY96" fmla="*/ 4769504 h 6858000"/>
              <a:gd name="connsiteX97" fmla="*/ 1927410 w 7467600"/>
              <a:gd name="connsiteY97" fmla="*/ 4716164 h 6858000"/>
              <a:gd name="connsiteX98" fmla="*/ 1959587 w 7467600"/>
              <a:gd name="connsiteY98" fmla="*/ 4728849 h 6858000"/>
              <a:gd name="connsiteX99" fmla="*/ 2777707 w 7467600"/>
              <a:gd name="connsiteY99" fmla="*/ 5003991 h 6858000"/>
              <a:gd name="connsiteX100" fmla="*/ 2800768 w 7467600"/>
              <a:gd name="connsiteY100" fmla="*/ 5010056 h 6858000"/>
              <a:gd name="connsiteX101" fmla="*/ 2879408 w 7467600"/>
              <a:gd name="connsiteY101" fmla="*/ 5031590 h 6858000"/>
              <a:gd name="connsiteX102" fmla="*/ 2862295 w 7467600"/>
              <a:gd name="connsiteY102" fmla="*/ 5022958 h 6858000"/>
              <a:gd name="connsiteX103" fmla="*/ 2813343 w 7467600"/>
              <a:gd name="connsiteY103" fmla="*/ 4998369 h 6858000"/>
              <a:gd name="connsiteX104" fmla="*/ 2646245 w 7467600"/>
              <a:gd name="connsiteY104" fmla="*/ 4930999 h 6858000"/>
              <a:gd name="connsiteX105" fmla="*/ 1999243 w 7467600"/>
              <a:gd name="connsiteY105" fmla="*/ 4730524 h 6858000"/>
              <a:gd name="connsiteX106" fmla="*/ 1979527 w 7467600"/>
              <a:gd name="connsiteY106" fmla="*/ 4726651 h 6858000"/>
              <a:gd name="connsiteX107" fmla="*/ 1927410 w 7467600"/>
              <a:gd name="connsiteY107" fmla="*/ 4716164 h 6858000"/>
              <a:gd name="connsiteX108" fmla="*/ 1997014 w 7467600"/>
              <a:gd name="connsiteY108" fmla="*/ 4698007 h 6858000"/>
              <a:gd name="connsiteX109" fmla="*/ 2005458 w 7467600"/>
              <a:gd name="connsiteY109" fmla="*/ 4699540 h 6858000"/>
              <a:gd name="connsiteX110" fmla="*/ 2657186 w 7467600"/>
              <a:gd name="connsiteY110" fmla="*/ 4901687 h 6858000"/>
              <a:gd name="connsiteX111" fmla="*/ 2826662 w 7467600"/>
              <a:gd name="connsiteY111" fmla="*/ 4970362 h 6858000"/>
              <a:gd name="connsiteX112" fmla="*/ 2876100 w 7467600"/>
              <a:gd name="connsiteY112" fmla="*/ 4995397 h 6858000"/>
              <a:gd name="connsiteX113" fmla="*/ 3042600 w 7467600"/>
              <a:gd name="connsiteY113" fmla="*/ 5059532 h 6858000"/>
              <a:gd name="connsiteX114" fmla="*/ 1997014 w 7467600"/>
              <a:gd name="connsiteY114" fmla="*/ 4698007 h 6858000"/>
              <a:gd name="connsiteX115" fmla="*/ 2305292 w 7467600"/>
              <a:gd name="connsiteY115" fmla="*/ 4219492 h 6858000"/>
              <a:gd name="connsiteX116" fmla="*/ 3360922 w 7467600"/>
              <a:gd name="connsiteY116" fmla="*/ 4529373 h 6858000"/>
              <a:gd name="connsiteX117" fmla="*/ 3492420 w 7467600"/>
              <a:gd name="connsiteY117" fmla="*/ 4510145 h 6858000"/>
              <a:gd name="connsiteX118" fmla="*/ 3364086 w 7467600"/>
              <a:gd name="connsiteY118" fmla="*/ 4480340 h 6858000"/>
              <a:gd name="connsiteX119" fmla="*/ 3225818 w 7467600"/>
              <a:gd name="connsiteY119" fmla="*/ 4411822 h 6858000"/>
              <a:gd name="connsiteX120" fmla="*/ 3129696 w 7467600"/>
              <a:gd name="connsiteY120" fmla="*/ 4360704 h 6858000"/>
              <a:gd name="connsiteX121" fmla="*/ 2814545 w 7467600"/>
              <a:gd name="connsiteY121" fmla="*/ 4282955 h 6858000"/>
              <a:gd name="connsiteX122" fmla="*/ 2305292 w 7467600"/>
              <a:gd name="connsiteY122" fmla="*/ 4219492 h 6858000"/>
              <a:gd name="connsiteX123" fmla="*/ 2626982 w 7467600"/>
              <a:gd name="connsiteY123" fmla="*/ 4206450 h 6858000"/>
              <a:gd name="connsiteX124" fmla="*/ 2490617 w 7467600"/>
              <a:gd name="connsiteY124" fmla="*/ 4206951 h 6858000"/>
              <a:gd name="connsiteX125" fmla="*/ 2819869 w 7467600"/>
              <a:gd name="connsiteY125" fmla="*/ 4252936 h 6858000"/>
              <a:gd name="connsiteX126" fmla="*/ 3143018 w 7467600"/>
              <a:gd name="connsiteY126" fmla="*/ 4332698 h 6858000"/>
              <a:gd name="connsiteX127" fmla="*/ 3241520 w 7467600"/>
              <a:gd name="connsiteY127" fmla="*/ 4385112 h 6858000"/>
              <a:gd name="connsiteX128" fmla="*/ 3374575 w 7467600"/>
              <a:gd name="connsiteY128" fmla="*/ 4451517 h 6858000"/>
              <a:gd name="connsiteX129" fmla="*/ 3505221 w 7467600"/>
              <a:gd name="connsiteY129" fmla="*/ 4480757 h 6858000"/>
              <a:gd name="connsiteX130" fmla="*/ 2626982 w 7467600"/>
              <a:gd name="connsiteY130" fmla="*/ 4206450 h 6858000"/>
              <a:gd name="connsiteX131" fmla="*/ 1310106 w 7467600"/>
              <a:gd name="connsiteY131" fmla="*/ 3943217 h 6858000"/>
              <a:gd name="connsiteX132" fmla="*/ 854994 w 7467600"/>
              <a:gd name="connsiteY132" fmla="*/ 4399136 h 6858000"/>
              <a:gd name="connsiteX133" fmla="*/ 742462 w 7467600"/>
              <a:gd name="connsiteY133" fmla="*/ 4594648 h 6858000"/>
              <a:gd name="connsiteX134" fmla="*/ 820602 w 7467600"/>
              <a:gd name="connsiteY134" fmla="*/ 4485915 h 6858000"/>
              <a:gd name="connsiteX135" fmla="*/ 878295 w 7467600"/>
              <a:gd name="connsiteY135" fmla="*/ 4403594 h 6858000"/>
              <a:gd name="connsiteX136" fmla="*/ 1240607 w 7467600"/>
              <a:gd name="connsiteY136" fmla="*/ 4010401 h 6858000"/>
              <a:gd name="connsiteX137" fmla="*/ 1310106 w 7467600"/>
              <a:gd name="connsiteY137" fmla="*/ 3943217 h 6858000"/>
              <a:gd name="connsiteX138" fmla="*/ 1423113 w 7467600"/>
              <a:gd name="connsiteY138" fmla="*/ 3874565 h 6858000"/>
              <a:gd name="connsiteX139" fmla="*/ 1260565 w 7467600"/>
              <a:gd name="connsiteY139" fmla="*/ 4031982 h 6858000"/>
              <a:gd name="connsiteX140" fmla="*/ 901900 w 7467600"/>
              <a:gd name="connsiteY140" fmla="*/ 4421236 h 6858000"/>
              <a:gd name="connsiteX141" fmla="*/ 845044 w 7467600"/>
              <a:gd name="connsiteY141" fmla="*/ 4502436 h 6858000"/>
              <a:gd name="connsiteX142" fmla="*/ 685926 w 7467600"/>
              <a:gd name="connsiteY142" fmla="*/ 4703069 h 6858000"/>
              <a:gd name="connsiteX143" fmla="*/ 684248 w 7467600"/>
              <a:gd name="connsiteY143" fmla="*/ 4706721 h 6858000"/>
              <a:gd name="connsiteX144" fmla="*/ 1423113 w 7467600"/>
              <a:gd name="connsiteY144" fmla="*/ 3874565 h 6858000"/>
              <a:gd name="connsiteX145" fmla="*/ 3316479 w 7467600"/>
              <a:gd name="connsiteY145" fmla="*/ 3872136 h 6858000"/>
              <a:gd name="connsiteX146" fmla="*/ 3546806 w 7467600"/>
              <a:gd name="connsiteY146" fmla="*/ 4356139 h 6858000"/>
              <a:gd name="connsiteX147" fmla="*/ 3364433 w 7467600"/>
              <a:gd name="connsiteY147" fmla="*/ 3953121 h 6858000"/>
              <a:gd name="connsiteX148" fmla="*/ 3316479 w 7467600"/>
              <a:gd name="connsiteY148" fmla="*/ 3872136 h 6858000"/>
              <a:gd name="connsiteX149" fmla="*/ 3291335 w 7467600"/>
              <a:gd name="connsiteY149" fmla="*/ 3767420 h 6858000"/>
              <a:gd name="connsiteX150" fmla="*/ 3390805 w 7467600"/>
              <a:gd name="connsiteY150" fmla="*/ 3937163 h 6858000"/>
              <a:gd name="connsiteX151" fmla="*/ 3579062 w 7467600"/>
              <a:gd name="connsiteY151" fmla="*/ 4359040 h 6858000"/>
              <a:gd name="connsiteX152" fmla="*/ 3467355 w 7467600"/>
              <a:gd name="connsiteY152" fmla="*/ 3988130 h 6858000"/>
              <a:gd name="connsiteX153" fmla="*/ 3310753 w 7467600"/>
              <a:gd name="connsiteY153" fmla="*/ 3787140 h 6858000"/>
              <a:gd name="connsiteX154" fmla="*/ 3291335 w 7467600"/>
              <a:gd name="connsiteY154" fmla="*/ 3767420 h 6858000"/>
              <a:gd name="connsiteX155" fmla="*/ 1635889 w 7467600"/>
              <a:gd name="connsiteY155" fmla="*/ 3709494 h 6858000"/>
              <a:gd name="connsiteX156" fmla="*/ 1634800 w 7467600"/>
              <a:gd name="connsiteY156" fmla="*/ 3731111 h 6858000"/>
              <a:gd name="connsiteX157" fmla="*/ 1635889 w 7467600"/>
              <a:gd name="connsiteY157" fmla="*/ 3709494 h 6858000"/>
              <a:gd name="connsiteX158" fmla="*/ 1510397 w 7467600"/>
              <a:gd name="connsiteY158" fmla="*/ 3684705 h 6858000"/>
              <a:gd name="connsiteX159" fmla="*/ 1146550 w 7467600"/>
              <a:gd name="connsiteY159" fmla="*/ 3802012 h 6858000"/>
              <a:gd name="connsiteX160" fmla="*/ 698834 w 7467600"/>
              <a:gd name="connsiteY160" fmla="*/ 3952272 h 6858000"/>
              <a:gd name="connsiteX161" fmla="*/ 34256 w 7467600"/>
              <a:gd name="connsiteY161" fmla="*/ 4347603 h 6858000"/>
              <a:gd name="connsiteX162" fmla="*/ 527241 w 7467600"/>
              <a:gd name="connsiteY162" fmla="*/ 4065078 h 6858000"/>
              <a:gd name="connsiteX163" fmla="*/ 1510397 w 7467600"/>
              <a:gd name="connsiteY163" fmla="*/ 3684705 h 6858000"/>
              <a:gd name="connsiteX164" fmla="*/ 1313114 w 7467600"/>
              <a:gd name="connsiteY164" fmla="*/ 3655216 h 6858000"/>
              <a:gd name="connsiteX165" fmla="*/ 1109304 w 7467600"/>
              <a:gd name="connsiteY165" fmla="*/ 3669030 h 6858000"/>
              <a:gd name="connsiteX166" fmla="*/ 8129 w 7467600"/>
              <a:gd name="connsiteY166" fmla="*/ 4330519 h 6858000"/>
              <a:gd name="connsiteX167" fmla="*/ 687572 w 7467600"/>
              <a:gd name="connsiteY167" fmla="*/ 3925629 h 6858000"/>
              <a:gd name="connsiteX168" fmla="*/ 1138365 w 7467600"/>
              <a:gd name="connsiteY168" fmla="*/ 3774515 h 6858000"/>
              <a:gd name="connsiteX169" fmla="*/ 1505579 w 7467600"/>
              <a:gd name="connsiteY169" fmla="*/ 3655526 h 6858000"/>
              <a:gd name="connsiteX170" fmla="*/ 1313114 w 7467600"/>
              <a:gd name="connsiteY170" fmla="*/ 3655216 h 6858000"/>
              <a:gd name="connsiteX171" fmla="*/ 3655073 w 7467600"/>
              <a:gd name="connsiteY171" fmla="*/ 3650884 h 6858000"/>
              <a:gd name="connsiteX172" fmla="*/ 3989938 w 7467600"/>
              <a:gd name="connsiteY172" fmla="*/ 3991685 h 6858000"/>
              <a:gd name="connsiteX173" fmla="*/ 4393907 w 7467600"/>
              <a:gd name="connsiteY173" fmla="*/ 4261258 h 6858000"/>
              <a:gd name="connsiteX174" fmla="*/ 4648051 w 7467600"/>
              <a:gd name="connsiteY174" fmla="*/ 4374051 h 6858000"/>
              <a:gd name="connsiteX175" fmla="*/ 4383389 w 7467600"/>
              <a:gd name="connsiteY175" fmla="*/ 4184369 h 6858000"/>
              <a:gd name="connsiteX176" fmla="*/ 4165508 w 7467600"/>
              <a:gd name="connsiteY176" fmla="*/ 4035196 h 6858000"/>
              <a:gd name="connsiteX177" fmla="*/ 4068162 w 7467600"/>
              <a:gd name="connsiteY177" fmla="*/ 3953394 h 6858000"/>
              <a:gd name="connsiteX178" fmla="*/ 3981416 w 7467600"/>
              <a:gd name="connsiteY178" fmla="*/ 3880482 h 6858000"/>
              <a:gd name="connsiteX179" fmla="*/ 3800147 w 7467600"/>
              <a:gd name="connsiteY179" fmla="*/ 3749872 h 6858000"/>
              <a:gd name="connsiteX180" fmla="*/ 3655073 w 7467600"/>
              <a:gd name="connsiteY180" fmla="*/ 3650884 h 6858000"/>
              <a:gd name="connsiteX181" fmla="*/ 3670252 w 7467600"/>
              <a:gd name="connsiteY181" fmla="*/ 3622798 h 6858000"/>
              <a:gd name="connsiteX182" fmla="*/ 3817258 w 7467600"/>
              <a:gd name="connsiteY182" fmla="*/ 3723577 h 6858000"/>
              <a:gd name="connsiteX183" fmla="*/ 4000461 w 7467600"/>
              <a:gd name="connsiteY183" fmla="*/ 3855966 h 6858000"/>
              <a:gd name="connsiteX184" fmla="*/ 4088180 w 7467600"/>
              <a:gd name="connsiteY184" fmla="*/ 3929774 h 6858000"/>
              <a:gd name="connsiteX185" fmla="*/ 4184555 w 7467600"/>
              <a:gd name="connsiteY185" fmla="*/ 4010683 h 6858000"/>
              <a:gd name="connsiteX186" fmla="*/ 4399563 w 7467600"/>
              <a:gd name="connsiteY186" fmla="*/ 4158106 h 6858000"/>
              <a:gd name="connsiteX187" fmla="*/ 4684469 w 7467600"/>
              <a:gd name="connsiteY187" fmla="*/ 4364680 h 6858000"/>
              <a:gd name="connsiteX188" fmla="*/ 4690271 w 7467600"/>
              <a:gd name="connsiteY188" fmla="*/ 4370034 h 6858000"/>
              <a:gd name="connsiteX189" fmla="*/ 4136093 w 7467600"/>
              <a:gd name="connsiteY189" fmla="*/ 3858466 h 6858000"/>
              <a:gd name="connsiteX190" fmla="*/ 3670252 w 7467600"/>
              <a:gd name="connsiteY190" fmla="*/ 3622798 h 6858000"/>
              <a:gd name="connsiteX191" fmla="*/ 4440129 w 7467600"/>
              <a:gd name="connsiteY191" fmla="*/ 3448571 h 6858000"/>
              <a:gd name="connsiteX192" fmla="*/ 4856525 w 7467600"/>
              <a:gd name="connsiteY192" fmla="*/ 3915351 h 6858000"/>
              <a:gd name="connsiteX193" fmla="*/ 5059055 w 7467600"/>
              <a:gd name="connsiteY193" fmla="*/ 4108918 h 6858000"/>
              <a:gd name="connsiteX194" fmla="*/ 5290070 w 7467600"/>
              <a:gd name="connsiteY194" fmla="*/ 4263619 h 6858000"/>
              <a:gd name="connsiteX195" fmla="*/ 4834991 w 7467600"/>
              <a:gd name="connsiteY195" fmla="*/ 3830985 h 6858000"/>
              <a:gd name="connsiteX196" fmla="*/ 4440129 w 7467600"/>
              <a:gd name="connsiteY196" fmla="*/ 3448571 h 6858000"/>
              <a:gd name="connsiteX197" fmla="*/ 4441737 w 7467600"/>
              <a:gd name="connsiteY197" fmla="*/ 3399734 h 6858000"/>
              <a:gd name="connsiteX198" fmla="*/ 4431236 w 7467600"/>
              <a:gd name="connsiteY198" fmla="*/ 3400954 h 6858000"/>
              <a:gd name="connsiteX199" fmla="*/ 4557150 w 7467600"/>
              <a:gd name="connsiteY199" fmla="*/ 3510023 h 6858000"/>
              <a:gd name="connsiteX200" fmla="*/ 4856936 w 7467600"/>
              <a:gd name="connsiteY200" fmla="*/ 3809146 h 6858000"/>
              <a:gd name="connsiteX201" fmla="*/ 5111996 w 7467600"/>
              <a:gd name="connsiteY201" fmla="*/ 4065759 h 6858000"/>
              <a:gd name="connsiteX202" fmla="*/ 5388878 w 7467600"/>
              <a:gd name="connsiteY202" fmla="*/ 4300185 h 6858000"/>
              <a:gd name="connsiteX203" fmla="*/ 5425556 w 7467600"/>
              <a:gd name="connsiteY203" fmla="*/ 4308967 h 6858000"/>
              <a:gd name="connsiteX204" fmla="*/ 4943646 w 7467600"/>
              <a:gd name="connsiteY204" fmla="*/ 3822916 h 6858000"/>
              <a:gd name="connsiteX205" fmla="*/ 4594837 w 7467600"/>
              <a:gd name="connsiteY205" fmla="*/ 3532274 h 6858000"/>
              <a:gd name="connsiteX206" fmla="*/ 4441737 w 7467600"/>
              <a:gd name="connsiteY206" fmla="*/ 3399734 h 6858000"/>
              <a:gd name="connsiteX207" fmla="*/ 5425834 w 7467600"/>
              <a:gd name="connsiteY207" fmla="*/ 3162785 h 6858000"/>
              <a:gd name="connsiteX208" fmla="*/ 5401644 w 7467600"/>
              <a:gd name="connsiteY208" fmla="*/ 3617847 h 6858000"/>
              <a:gd name="connsiteX209" fmla="*/ 5467256 w 7467600"/>
              <a:gd name="connsiteY209" fmla="*/ 4175494 h 6858000"/>
              <a:gd name="connsiteX210" fmla="*/ 5448069 w 7467600"/>
              <a:gd name="connsiteY210" fmla="*/ 3567554 h 6858000"/>
              <a:gd name="connsiteX211" fmla="*/ 5425834 w 7467600"/>
              <a:gd name="connsiteY211" fmla="*/ 3162785 h 6858000"/>
              <a:gd name="connsiteX212" fmla="*/ 1318687 w 7467600"/>
              <a:gd name="connsiteY212" fmla="*/ 3113840 h 6858000"/>
              <a:gd name="connsiteX213" fmla="*/ 1066793 w 7467600"/>
              <a:gd name="connsiteY213" fmla="*/ 3212171 h 6858000"/>
              <a:gd name="connsiteX214" fmla="*/ 993319 w 7467600"/>
              <a:gd name="connsiteY214" fmla="*/ 3247648 h 6858000"/>
              <a:gd name="connsiteX215" fmla="*/ 853081 w 7467600"/>
              <a:gd name="connsiteY215" fmla="*/ 3312410 h 6858000"/>
              <a:gd name="connsiteX216" fmla="*/ 805957 w 7467600"/>
              <a:gd name="connsiteY216" fmla="*/ 3330443 h 6858000"/>
              <a:gd name="connsiteX217" fmla="*/ 1318687 w 7467600"/>
              <a:gd name="connsiteY217" fmla="*/ 3113840 h 6858000"/>
              <a:gd name="connsiteX218" fmla="*/ 5453702 w 7467600"/>
              <a:gd name="connsiteY218" fmla="*/ 3090882 h 6858000"/>
              <a:gd name="connsiteX219" fmla="*/ 5480135 w 7467600"/>
              <a:gd name="connsiteY219" fmla="*/ 3565802 h 6858000"/>
              <a:gd name="connsiteX220" fmla="*/ 5499023 w 7467600"/>
              <a:gd name="connsiteY220" fmla="*/ 4166310 h 6858000"/>
              <a:gd name="connsiteX221" fmla="*/ 5547022 w 7467600"/>
              <a:gd name="connsiteY221" fmla="*/ 3607838 h 6858000"/>
              <a:gd name="connsiteX222" fmla="*/ 5515964 w 7467600"/>
              <a:gd name="connsiteY222" fmla="*/ 3378541 h 6858000"/>
              <a:gd name="connsiteX223" fmla="*/ 5453702 w 7467600"/>
              <a:gd name="connsiteY223" fmla="*/ 3090882 h 6858000"/>
              <a:gd name="connsiteX224" fmla="*/ 1238695 w 7467600"/>
              <a:gd name="connsiteY224" fmla="*/ 3076820 h 6858000"/>
              <a:gd name="connsiteX225" fmla="*/ 716371 w 7467600"/>
              <a:gd name="connsiteY225" fmla="*/ 3293249 h 6858000"/>
              <a:gd name="connsiteX226" fmla="*/ 579522 w 7467600"/>
              <a:gd name="connsiteY226" fmla="*/ 3371759 h 6858000"/>
              <a:gd name="connsiteX227" fmla="*/ 600288 w 7467600"/>
              <a:gd name="connsiteY227" fmla="*/ 3365555 h 6858000"/>
              <a:gd name="connsiteX228" fmla="*/ 840692 w 7467600"/>
              <a:gd name="connsiteY228" fmla="*/ 3284921 h 6858000"/>
              <a:gd name="connsiteX229" fmla="*/ 979248 w 7467600"/>
              <a:gd name="connsiteY229" fmla="*/ 3221003 h 6858000"/>
              <a:gd name="connsiteX230" fmla="*/ 1053282 w 7467600"/>
              <a:gd name="connsiteY230" fmla="*/ 3185247 h 6858000"/>
              <a:gd name="connsiteX231" fmla="*/ 1320603 w 7467600"/>
              <a:gd name="connsiteY231" fmla="*/ 3081281 h 6858000"/>
              <a:gd name="connsiteX232" fmla="*/ 1238695 w 7467600"/>
              <a:gd name="connsiteY232" fmla="*/ 3076820 h 6858000"/>
              <a:gd name="connsiteX233" fmla="*/ 5425627 w 7467600"/>
              <a:gd name="connsiteY233" fmla="*/ 2954192 h 6858000"/>
              <a:gd name="connsiteX234" fmla="*/ 5470770 w 7467600"/>
              <a:gd name="connsiteY234" fmla="*/ 3005435 h 6858000"/>
              <a:gd name="connsiteX235" fmla="*/ 5519779 w 7467600"/>
              <a:gd name="connsiteY235" fmla="*/ 4359223 h 6858000"/>
              <a:gd name="connsiteX236" fmla="*/ 5520293 w 7467600"/>
              <a:gd name="connsiteY236" fmla="*/ 4360602 h 6858000"/>
              <a:gd name="connsiteX237" fmla="*/ 5767221 w 7467600"/>
              <a:gd name="connsiteY237" fmla="*/ 4665564 h 6858000"/>
              <a:gd name="connsiteX238" fmla="*/ 6937169 w 7467600"/>
              <a:gd name="connsiteY238" fmla="*/ 4815941 h 6858000"/>
              <a:gd name="connsiteX239" fmla="*/ 6953922 w 7467600"/>
              <a:gd name="connsiteY239" fmla="*/ 4890068 h 6858000"/>
              <a:gd name="connsiteX240" fmla="*/ 6071359 w 7467600"/>
              <a:gd name="connsiteY240" fmla="*/ 4770770 h 6858000"/>
              <a:gd name="connsiteX241" fmla="*/ 6038839 w 7467600"/>
              <a:gd name="connsiteY241" fmla="*/ 4764474 h 6858000"/>
              <a:gd name="connsiteX242" fmla="*/ 6038706 w 7467600"/>
              <a:gd name="connsiteY242" fmla="*/ 4763847 h 6858000"/>
              <a:gd name="connsiteX243" fmla="*/ 6037784 w 7467600"/>
              <a:gd name="connsiteY243" fmla="*/ 4764270 h 6858000"/>
              <a:gd name="connsiteX244" fmla="*/ 6038839 w 7467600"/>
              <a:gd name="connsiteY244" fmla="*/ 4764474 h 6858000"/>
              <a:gd name="connsiteX245" fmla="*/ 6040338 w 7467600"/>
              <a:gd name="connsiteY245" fmla="*/ 4771418 h 6858000"/>
              <a:gd name="connsiteX246" fmla="*/ 6024488 w 7467600"/>
              <a:gd name="connsiteY246" fmla="*/ 4809903 h 6858000"/>
              <a:gd name="connsiteX247" fmla="*/ 5599771 w 7467600"/>
              <a:gd name="connsiteY247" fmla="*/ 5509652 h 6858000"/>
              <a:gd name="connsiteX248" fmla="*/ 5548843 w 7467600"/>
              <a:gd name="connsiteY248" fmla="*/ 5563845 h 6858000"/>
              <a:gd name="connsiteX249" fmla="*/ 5940952 w 7467600"/>
              <a:gd name="connsiteY249" fmla="*/ 6250028 h 6858000"/>
              <a:gd name="connsiteX250" fmla="*/ 6043441 w 7467600"/>
              <a:gd name="connsiteY250" fmla="*/ 6665847 h 6858000"/>
              <a:gd name="connsiteX251" fmla="*/ 6093432 w 7467600"/>
              <a:gd name="connsiteY251" fmla="*/ 6858000 h 6858000"/>
              <a:gd name="connsiteX252" fmla="*/ 6034344 w 7467600"/>
              <a:gd name="connsiteY252" fmla="*/ 6858000 h 6858000"/>
              <a:gd name="connsiteX253" fmla="*/ 6026679 w 7467600"/>
              <a:gd name="connsiteY253" fmla="*/ 6836959 h 6858000"/>
              <a:gd name="connsiteX254" fmla="*/ 5800441 w 7467600"/>
              <a:gd name="connsiteY254" fmla="*/ 6335286 h 6858000"/>
              <a:gd name="connsiteX255" fmla="*/ 5526562 w 7467600"/>
              <a:gd name="connsiteY255" fmla="*/ 5705388 h 6858000"/>
              <a:gd name="connsiteX256" fmla="*/ 5519640 w 7467600"/>
              <a:gd name="connsiteY256" fmla="*/ 5683774 h 6858000"/>
              <a:gd name="connsiteX257" fmla="*/ 5844559 w 7467600"/>
              <a:gd name="connsiteY257" fmla="*/ 6553349 h 6858000"/>
              <a:gd name="connsiteX258" fmla="*/ 5975994 w 7467600"/>
              <a:gd name="connsiteY258" fmla="*/ 6858000 h 6858000"/>
              <a:gd name="connsiteX259" fmla="*/ 5898547 w 7467600"/>
              <a:gd name="connsiteY259" fmla="*/ 6858000 h 6858000"/>
              <a:gd name="connsiteX260" fmla="*/ 5682041 w 7467600"/>
              <a:gd name="connsiteY260" fmla="*/ 6355860 h 6858000"/>
              <a:gd name="connsiteX261" fmla="*/ 5461758 w 7467600"/>
              <a:gd name="connsiteY261" fmla="*/ 5820220 h 6858000"/>
              <a:gd name="connsiteX262" fmla="*/ 5237282 w 7467600"/>
              <a:gd name="connsiteY262" fmla="*/ 6579086 h 6858000"/>
              <a:gd name="connsiteX263" fmla="*/ 5115009 w 7467600"/>
              <a:gd name="connsiteY263" fmla="*/ 6858000 h 6858000"/>
              <a:gd name="connsiteX264" fmla="*/ 5028074 w 7467600"/>
              <a:gd name="connsiteY264" fmla="*/ 6858000 h 6858000"/>
              <a:gd name="connsiteX265" fmla="*/ 5079508 w 7467600"/>
              <a:gd name="connsiteY265" fmla="*/ 6749074 h 6858000"/>
              <a:gd name="connsiteX266" fmla="*/ 5371846 w 7467600"/>
              <a:gd name="connsiteY266" fmla="*/ 5924413 h 6858000"/>
              <a:gd name="connsiteX267" fmla="*/ 5270512 w 7467600"/>
              <a:gd name="connsiteY267" fmla="*/ 6138975 h 6858000"/>
              <a:gd name="connsiteX268" fmla="*/ 5062409 w 7467600"/>
              <a:gd name="connsiteY268" fmla="*/ 6653544 h 6858000"/>
              <a:gd name="connsiteX269" fmla="*/ 5036628 w 7467600"/>
              <a:gd name="connsiteY269" fmla="*/ 6754247 h 6858000"/>
              <a:gd name="connsiteX270" fmla="*/ 5009112 w 7467600"/>
              <a:gd name="connsiteY270" fmla="*/ 6858000 h 6858000"/>
              <a:gd name="connsiteX271" fmla="*/ 4976679 w 7467600"/>
              <a:gd name="connsiteY271" fmla="*/ 6858000 h 6858000"/>
              <a:gd name="connsiteX272" fmla="*/ 5006537 w 7467600"/>
              <a:gd name="connsiteY272" fmla="*/ 6747068 h 6858000"/>
              <a:gd name="connsiteX273" fmla="*/ 5032723 w 7467600"/>
              <a:gd name="connsiteY273" fmla="*/ 6644957 h 6858000"/>
              <a:gd name="connsiteX274" fmla="*/ 5242949 w 7467600"/>
              <a:gd name="connsiteY274" fmla="*/ 6125175 h 6858000"/>
              <a:gd name="connsiteX275" fmla="*/ 5286321 w 7467600"/>
              <a:gd name="connsiteY275" fmla="*/ 6033555 h 6858000"/>
              <a:gd name="connsiteX276" fmla="*/ 5008210 w 7467600"/>
              <a:gd name="connsiteY276" fmla="*/ 6649194 h 6858000"/>
              <a:gd name="connsiteX277" fmla="*/ 4986321 w 7467600"/>
              <a:gd name="connsiteY277" fmla="*/ 6765687 h 6858000"/>
              <a:gd name="connsiteX278" fmla="*/ 4973474 w 7467600"/>
              <a:gd name="connsiteY278" fmla="*/ 6858000 h 6858000"/>
              <a:gd name="connsiteX279" fmla="*/ 4907178 w 7467600"/>
              <a:gd name="connsiteY279" fmla="*/ 6858000 h 6858000"/>
              <a:gd name="connsiteX280" fmla="*/ 4910810 w 7467600"/>
              <a:gd name="connsiteY280" fmla="*/ 6829660 h 6858000"/>
              <a:gd name="connsiteX281" fmla="*/ 4987461 w 7467600"/>
              <a:gd name="connsiteY281" fmla="*/ 6432994 h 6858000"/>
              <a:gd name="connsiteX282" fmla="*/ 5179262 w 7467600"/>
              <a:gd name="connsiteY282" fmla="*/ 6035044 h 6858000"/>
              <a:gd name="connsiteX283" fmla="*/ 4689678 w 7467600"/>
              <a:gd name="connsiteY283" fmla="*/ 6440241 h 6858000"/>
              <a:gd name="connsiteX284" fmla="*/ 4477543 w 7467600"/>
              <a:gd name="connsiteY284" fmla="*/ 6674836 h 6858000"/>
              <a:gd name="connsiteX285" fmla="*/ 4329957 w 7467600"/>
              <a:gd name="connsiteY285" fmla="*/ 6858000 h 6858000"/>
              <a:gd name="connsiteX286" fmla="*/ 4218595 w 7467600"/>
              <a:gd name="connsiteY286" fmla="*/ 6858000 h 6858000"/>
              <a:gd name="connsiteX287" fmla="*/ 4368888 w 7467600"/>
              <a:gd name="connsiteY287" fmla="*/ 6668412 h 6858000"/>
              <a:gd name="connsiteX288" fmla="*/ 4563091 w 7467600"/>
              <a:gd name="connsiteY288" fmla="*/ 6442508 h 6858000"/>
              <a:gd name="connsiteX289" fmla="*/ 5387324 w 7467600"/>
              <a:gd name="connsiteY289" fmla="*/ 5705830 h 6858000"/>
              <a:gd name="connsiteX290" fmla="*/ 5073620 w 7467600"/>
              <a:gd name="connsiteY290" fmla="*/ 5955437 h 6858000"/>
              <a:gd name="connsiteX291" fmla="*/ 4689789 w 7467600"/>
              <a:gd name="connsiteY291" fmla="*/ 6268382 h 6858000"/>
              <a:gd name="connsiteX292" fmla="*/ 4418722 w 7467600"/>
              <a:gd name="connsiteY292" fmla="*/ 6570886 h 6858000"/>
              <a:gd name="connsiteX293" fmla="*/ 4214944 w 7467600"/>
              <a:gd name="connsiteY293" fmla="*/ 6858000 h 6858000"/>
              <a:gd name="connsiteX294" fmla="*/ 4177898 w 7467600"/>
              <a:gd name="connsiteY294" fmla="*/ 6858000 h 6858000"/>
              <a:gd name="connsiteX295" fmla="*/ 4391597 w 7467600"/>
              <a:gd name="connsiteY295" fmla="*/ 6556370 h 6858000"/>
              <a:gd name="connsiteX296" fmla="*/ 4668889 w 7467600"/>
              <a:gd name="connsiteY296" fmla="*/ 6246399 h 6858000"/>
              <a:gd name="connsiteX297" fmla="*/ 5055427 w 7467600"/>
              <a:gd name="connsiteY297" fmla="*/ 5931476 h 6858000"/>
              <a:gd name="connsiteX298" fmla="*/ 5371814 w 7467600"/>
              <a:gd name="connsiteY298" fmla="*/ 5678975 h 6858000"/>
              <a:gd name="connsiteX299" fmla="*/ 4987918 w 7467600"/>
              <a:gd name="connsiteY299" fmla="*/ 5838701 h 6858000"/>
              <a:gd name="connsiteX300" fmla="*/ 4317146 w 7467600"/>
              <a:gd name="connsiteY300" fmla="*/ 6587716 h 6858000"/>
              <a:gd name="connsiteX301" fmla="*/ 4171627 w 7467600"/>
              <a:gd name="connsiteY301" fmla="*/ 6858000 h 6858000"/>
              <a:gd name="connsiteX302" fmla="*/ 4081585 w 7467600"/>
              <a:gd name="connsiteY302" fmla="*/ 6858000 h 6858000"/>
              <a:gd name="connsiteX303" fmla="*/ 4238603 w 7467600"/>
              <a:gd name="connsiteY303" fmla="*/ 6559341 h 6858000"/>
              <a:gd name="connsiteX304" fmla="*/ 4778333 w 7467600"/>
              <a:gd name="connsiteY304" fmla="*/ 5873626 h 6858000"/>
              <a:gd name="connsiteX305" fmla="*/ 5414185 w 7467600"/>
              <a:gd name="connsiteY305" fmla="*/ 5573882 h 6858000"/>
              <a:gd name="connsiteX306" fmla="*/ 5959648 w 7467600"/>
              <a:gd name="connsiteY306" fmla="*/ 4760797 h 6858000"/>
              <a:gd name="connsiteX307" fmla="*/ 5355019 w 7467600"/>
              <a:gd name="connsiteY307" fmla="*/ 4734672 h 6858000"/>
              <a:gd name="connsiteX308" fmla="*/ 5083565 w 7467600"/>
              <a:gd name="connsiteY308" fmla="*/ 5179121 h 6858000"/>
              <a:gd name="connsiteX309" fmla="*/ 4713577 w 7467600"/>
              <a:gd name="connsiteY309" fmla="*/ 5616803 h 6858000"/>
              <a:gd name="connsiteX310" fmla="*/ 3989559 w 7467600"/>
              <a:gd name="connsiteY310" fmla="*/ 6145945 h 6858000"/>
              <a:gd name="connsiteX311" fmla="*/ 3939824 w 7467600"/>
              <a:gd name="connsiteY311" fmla="*/ 6066900 h 6858000"/>
              <a:gd name="connsiteX312" fmla="*/ 4584537 w 7467600"/>
              <a:gd name="connsiteY312" fmla="*/ 5324826 h 6858000"/>
              <a:gd name="connsiteX313" fmla="*/ 5037105 w 7467600"/>
              <a:gd name="connsiteY313" fmla="*/ 5088765 h 6858000"/>
              <a:gd name="connsiteX314" fmla="*/ 5039930 w 7467600"/>
              <a:gd name="connsiteY314" fmla="*/ 5089585 h 6858000"/>
              <a:gd name="connsiteX315" fmla="*/ 5263764 w 7467600"/>
              <a:gd name="connsiteY315" fmla="*/ 4735525 h 6858000"/>
              <a:gd name="connsiteX316" fmla="*/ 4086300 w 7467600"/>
              <a:gd name="connsiteY316" fmla="*/ 4884599 h 6858000"/>
              <a:gd name="connsiteX317" fmla="*/ 4085485 w 7467600"/>
              <a:gd name="connsiteY317" fmla="*/ 4899070 h 6858000"/>
              <a:gd name="connsiteX318" fmla="*/ 3871915 w 7467600"/>
              <a:gd name="connsiteY318" fmla="*/ 5253645 h 6858000"/>
              <a:gd name="connsiteX319" fmla="*/ 3799374 w 7467600"/>
              <a:gd name="connsiteY319" fmla="*/ 5466127 h 6858000"/>
              <a:gd name="connsiteX320" fmla="*/ 3498850 w 7467600"/>
              <a:gd name="connsiteY320" fmla="*/ 6661888 h 6858000"/>
              <a:gd name="connsiteX321" fmla="*/ 3399216 w 7467600"/>
              <a:gd name="connsiteY321" fmla="*/ 6858000 h 6858000"/>
              <a:gd name="connsiteX322" fmla="*/ 3303688 w 7467600"/>
              <a:gd name="connsiteY322" fmla="*/ 6858000 h 6858000"/>
              <a:gd name="connsiteX323" fmla="*/ 3391774 w 7467600"/>
              <a:gd name="connsiteY323" fmla="*/ 6697181 h 6858000"/>
              <a:gd name="connsiteX324" fmla="*/ 3735540 w 7467600"/>
              <a:gd name="connsiteY324" fmla="*/ 5546923 h 6858000"/>
              <a:gd name="connsiteX325" fmla="*/ 3729438 w 7467600"/>
              <a:gd name="connsiteY325" fmla="*/ 5569058 h 6858000"/>
              <a:gd name="connsiteX326" fmla="*/ 3707782 w 7467600"/>
              <a:gd name="connsiteY326" fmla="*/ 5644908 h 6858000"/>
              <a:gd name="connsiteX327" fmla="*/ 3583827 w 7467600"/>
              <a:gd name="connsiteY327" fmla="*/ 6039215 h 6858000"/>
              <a:gd name="connsiteX328" fmla="*/ 3547861 w 7467600"/>
              <a:gd name="connsiteY328" fmla="*/ 6129609 h 6858000"/>
              <a:gd name="connsiteX329" fmla="*/ 3490905 w 7467600"/>
              <a:gd name="connsiteY329" fmla="*/ 6277660 h 6858000"/>
              <a:gd name="connsiteX330" fmla="*/ 3455859 w 7467600"/>
              <a:gd name="connsiteY330" fmla="*/ 6391301 h 6858000"/>
              <a:gd name="connsiteX331" fmla="*/ 3429112 w 7467600"/>
              <a:gd name="connsiteY331" fmla="*/ 6479469 h 6858000"/>
              <a:gd name="connsiteX332" fmla="*/ 3304862 w 7467600"/>
              <a:gd name="connsiteY332" fmla="*/ 6796476 h 6858000"/>
              <a:gd name="connsiteX333" fmla="*/ 3276071 w 7467600"/>
              <a:gd name="connsiteY333" fmla="*/ 6858000 h 6858000"/>
              <a:gd name="connsiteX334" fmla="*/ 3240805 w 7467600"/>
              <a:gd name="connsiteY334" fmla="*/ 6858000 h 6858000"/>
              <a:gd name="connsiteX335" fmla="*/ 3275917 w 7467600"/>
              <a:gd name="connsiteY335" fmla="*/ 6783192 h 6858000"/>
              <a:gd name="connsiteX336" fmla="*/ 3399358 w 7467600"/>
              <a:gd name="connsiteY336" fmla="*/ 6469011 h 6858000"/>
              <a:gd name="connsiteX337" fmla="*/ 3425650 w 7467600"/>
              <a:gd name="connsiteY337" fmla="*/ 6381333 h 6858000"/>
              <a:gd name="connsiteX338" fmla="*/ 3460661 w 7467600"/>
              <a:gd name="connsiteY338" fmla="*/ 6266763 h 6858000"/>
              <a:gd name="connsiteX339" fmla="*/ 3518021 w 7467600"/>
              <a:gd name="connsiteY339" fmla="*/ 6117298 h 6858000"/>
              <a:gd name="connsiteX340" fmla="*/ 3554035 w 7467600"/>
              <a:gd name="connsiteY340" fmla="*/ 6027832 h 6858000"/>
              <a:gd name="connsiteX341" fmla="*/ 3677174 w 7467600"/>
              <a:gd name="connsiteY341" fmla="*/ 5636351 h 6858000"/>
              <a:gd name="connsiteX342" fmla="*/ 3698819 w 7467600"/>
              <a:gd name="connsiteY342" fmla="*/ 5560503 h 6858000"/>
              <a:gd name="connsiteX343" fmla="*/ 3702094 w 7467600"/>
              <a:gd name="connsiteY343" fmla="*/ 5549194 h 6858000"/>
              <a:gd name="connsiteX344" fmla="*/ 3398355 w 7467600"/>
              <a:gd name="connsiteY344" fmla="*/ 6094603 h 6858000"/>
              <a:gd name="connsiteX345" fmla="*/ 3193941 w 7467600"/>
              <a:gd name="connsiteY345" fmla="*/ 6798775 h 6858000"/>
              <a:gd name="connsiteX346" fmla="*/ 3184140 w 7467600"/>
              <a:gd name="connsiteY346" fmla="*/ 6858000 h 6858000"/>
              <a:gd name="connsiteX347" fmla="*/ 3099978 w 7467600"/>
              <a:gd name="connsiteY347" fmla="*/ 6858000 h 6858000"/>
              <a:gd name="connsiteX348" fmla="*/ 3101556 w 7467600"/>
              <a:gd name="connsiteY348" fmla="*/ 6843337 h 6858000"/>
              <a:gd name="connsiteX349" fmla="*/ 3370162 w 7467600"/>
              <a:gd name="connsiteY349" fmla="*/ 5785550 h 6858000"/>
              <a:gd name="connsiteX350" fmla="*/ 3746477 w 7467600"/>
              <a:gd name="connsiteY350" fmla="*/ 5377889 h 6858000"/>
              <a:gd name="connsiteX351" fmla="*/ 3863399 w 7467600"/>
              <a:gd name="connsiteY351" fmla="*/ 5087257 h 6858000"/>
              <a:gd name="connsiteX352" fmla="*/ 3968712 w 7467600"/>
              <a:gd name="connsiteY352" fmla="*/ 4913989 h 6858000"/>
              <a:gd name="connsiteX353" fmla="*/ 2792390 w 7467600"/>
              <a:gd name="connsiteY353" fmla="*/ 5382974 h 6858000"/>
              <a:gd name="connsiteX354" fmla="*/ 2714982 w 7467600"/>
              <a:gd name="connsiteY354" fmla="*/ 5427051 h 6858000"/>
              <a:gd name="connsiteX355" fmla="*/ 2813361 w 7467600"/>
              <a:gd name="connsiteY355" fmla="*/ 6023912 h 6858000"/>
              <a:gd name="connsiteX356" fmla="*/ 2688430 w 7467600"/>
              <a:gd name="connsiteY356" fmla="*/ 6801564 h 6858000"/>
              <a:gd name="connsiteX357" fmla="*/ 2629626 w 7467600"/>
              <a:gd name="connsiteY357" fmla="*/ 6763394 h 6858000"/>
              <a:gd name="connsiteX358" fmla="*/ 2565328 w 7467600"/>
              <a:gd name="connsiteY358" fmla="*/ 5516399 h 6858000"/>
              <a:gd name="connsiteX359" fmla="*/ 1922999 w 7467600"/>
              <a:gd name="connsiteY359" fmla="*/ 5980343 h 6858000"/>
              <a:gd name="connsiteX360" fmla="*/ 1950261 w 7467600"/>
              <a:gd name="connsiteY360" fmla="*/ 6405858 h 6858000"/>
              <a:gd name="connsiteX361" fmla="*/ 2365554 w 7467600"/>
              <a:gd name="connsiteY361" fmla="*/ 6759107 h 6858000"/>
              <a:gd name="connsiteX362" fmla="*/ 2424142 w 7467600"/>
              <a:gd name="connsiteY362" fmla="*/ 6858000 h 6858000"/>
              <a:gd name="connsiteX363" fmla="*/ 2395994 w 7467600"/>
              <a:gd name="connsiteY363" fmla="*/ 6858000 h 6858000"/>
              <a:gd name="connsiteX364" fmla="*/ 2392863 w 7467600"/>
              <a:gd name="connsiteY364" fmla="*/ 6852964 h 6858000"/>
              <a:gd name="connsiteX365" fmla="*/ 2017589 w 7467600"/>
              <a:gd name="connsiteY365" fmla="*/ 6493982 h 6858000"/>
              <a:gd name="connsiteX366" fmla="*/ 2147336 w 7467600"/>
              <a:gd name="connsiteY366" fmla="*/ 6594052 h 6858000"/>
              <a:gd name="connsiteX367" fmla="*/ 2207047 w 7467600"/>
              <a:gd name="connsiteY367" fmla="*/ 6654540 h 6858000"/>
              <a:gd name="connsiteX368" fmla="*/ 2299106 w 7467600"/>
              <a:gd name="connsiteY368" fmla="*/ 6778931 h 6858000"/>
              <a:gd name="connsiteX369" fmla="*/ 2314430 w 7467600"/>
              <a:gd name="connsiteY369" fmla="*/ 6801144 h 6858000"/>
              <a:gd name="connsiteX370" fmla="*/ 2352406 w 7467600"/>
              <a:gd name="connsiteY370" fmla="*/ 6858000 h 6858000"/>
              <a:gd name="connsiteX371" fmla="*/ 2314492 w 7467600"/>
              <a:gd name="connsiteY371" fmla="*/ 6858000 h 6858000"/>
              <a:gd name="connsiteX372" fmla="*/ 2288095 w 7467600"/>
              <a:gd name="connsiteY372" fmla="*/ 6818030 h 6858000"/>
              <a:gd name="connsiteX373" fmla="*/ 2272768 w 7467600"/>
              <a:gd name="connsiteY373" fmla="*/ 6795822 h 6858000"/>
              <a:gd name="connsiteX374" fmla="*/ 2182715 w 7467600"/>
              <a:gd name="connsiteY374" fmla="*/ 6675071 h 6858000"/>
              <a:gd name="connsiteX375" fmla="*/ 2032061 w 7467600"/>
              <a:gd name="connsiteY375" fmla="*/ 6541380 h 6858000"/>
              <a:gd name="connsiteX376" fmla="*/ 2257220 w 7467600"/>
              <a:gd name="connsiteY376" fmla="*/ 6826257 h 6858000"/>
              <a:gd name="connsiteX377" fmla="*/ 2281324 w 7467600"/>
              <a:gd name="connsiteY377" fmla="*/ 6858000 h 6858000"/>
              <a:gd name="connsiteX378" fmla="*/ 2242860 w 7467600"/>
              <a:gd name="connsiteY378" fmla="*/ 6858000 h 6858000"/>
              <a:gd name="connsiteX379" fmla="*/ 2232818 w 7467600"/>
              <a:gd name="connsiteY379" fmla="*/ 6844926 h 6858000"/>
              <a:gd name="connsiteX380" fmla="*/ 1990172 w 7467600"/>
              <a:gd name="connsiteY380" fmla="*/ 6542121 h 6858000"/>
              <a:gd name="connsiteX381" fmla="*/ 2124090 w 7467600"/>
              <a:gd name="connsiteY381" fmla="*/ 6761017 h 6858000"/>
              <a:gd name="connsiteX382" fmla="*/ 2200380 w 7467600"/>
              <a:gd name="connsiteY382" fmla="*/ 6858000 h 6858000"/>
              <a:gd name="connsiteX383" fmla="*/ 2147507 w 7467600"/>
              <a:gd name="connsiteY383" fmla="*/ 6858000 h 6858000"/>
              <a:gd name="connsiteX384" fmla="*/ 2070668 w 7467600"/>
              <a:gd name="connsiteY384" fmla="*/ 6761520 h 6858000"/>
              <a:gd name="connsiteX385" fmla="*/ 1975142 w 7467600"/>
              <a:gd name="connsiteY385" fmla="*/ 6585570 h 6858000"/>
              <a:gd name="connsiteX386" fmla="*/ 2050035 w 7467600"/>
              <a:gd name="connsiteY386" fmla="*/ 6813345 h 6858000"/>
              <a:gd name="connsiteX387" fmla="*/ 2063025 w 7467600"/>
              <a:gd name="connsiteY387" fmla="*/ 6858000 h 6858000"/>
              <a:gd name="connsiteX388" fmla="*/ 2021675 w 7467600"/>
              <a:gd name="connsiteY388" fmla="*/ 6858000 h 6858000"/>
              <a:gd name="connsiteX389" fmla="*/ 2019308 w 7467600"/>
              <a:gd name="connsiteY389" fmla="*/ 6847118 h 6858000"/>
              <a:gd name="connsiteX390" fmla="*/ 1938835 w 7467600"/>
              <a:gd name="connsiteY390" fmla="*/ 6551160 h 6858000"/>
              <a:gd name="connsiteX391" fmla="*/ 1953230 w 7467600"/>
              <a:gd name="connsiteY391" fmla="*/ 6759699 h 6858000"/>
              <a:gd name="connsiteX392" fmla="*/ 1956763 w 7467600"/>
              <a:gd name="connsiteY392" fmla="*/ 6778191 h 6858000"/>
              <a:gd name="connsiteX393" fmla="*/ 1967925 w 7467600"/>
              <a:gd name="connsiteY393" fmla="*/ 6858000 h 6858000"/>
              <a:gd name="connsiteX394" fmla="*/ 1936622 w 7467600"/>
              <a:gd name="connsiteY394" fmla="*/ 6858000 h 6858000"/>
              <a:gd name="connsiteX395" fmla="*/ 1926261 w 7467600"/>
              <a:gd name="connsiteY395" fmla="*/ 6784064 h 6858000"/>
              <a:gd name="connsiteX396" fmla="*/ 1922724 w 7467600"/>
              <a:gd name="connsiteY396" fmla="*/ 6765577 h 6858000"/>
              <a:gd name="connsiteX397" fmla="*/ 1904650 w 7467600"/>
              <a:gd name="connsiteY397" fmla="*/ 6639616 h 6858000"/>
              <a:gd name="connsiteX398" fmla="*/ 1885273 w 7467600"/>
              <a:gd name="connsiteY398" fmla="*/ 6858000 h 6858000"/>
              <a:gd name="connsiteX399" fmla="*/ 1854363 w 7467600"/>
              <a:gd name="connsiteY399" fmla="*/ 6858000 h 6858000"/>
              <a:gd name="connsiteX400" fmla="*/ 1880391 w 7467600"/>
              <a:gd name="connsiteY400" fmla="*/ 6603796 h 6858000"/>
              <a:gd name="connsiteX401" fmla="*/ 1818273 w 7467600"/>
              <a:gd name="connsiteY401" fmla="*/ 6715729 h 6858000"/>
              <a:gd name="connsiteX402" fmla="*/ 1794691 w 7467600"/>
              <a:gd name="connsiteY402" fmla="*/ 6843239 h 6858000"/>
              <a:gd name="connsiteX403" fmla="*/ 1794914 w 7467600"/>
              <a:gd name="connsiteY403" fmla="*/ 6858000 h 6858000"/>
              <a:gd name="connsiteX404" fmla="*/ 1746128 w 7467600"/>
              <a:gd name="connsiteY404" fmla="*/ 6858000 h 6858000"/>
              <a:gd name="connsiteX405" fmla="*/ 1753934 w 7467600"/>
              <a:gd name="connsiteY405" fmla="*/ 6724796 h 6858000"/>
              <a:gd name="connsiteX406" fmla="*/ 1792053 w 7467600"/>
              <a:gd name="connsiteY406" fmla="*/ 6572396 h 6858000"/>
              <a:gd name="connsiteX407" fmla="*/ 1862248 w 7467600"/>
              <a:gd name="connsiteY407" fmla="*/ 6266397 h 6858000"/>
              <a:gd name="connsiteX408" fmla="*/ 1862250 w 7467600"/>
              <a:gd name="connsiteY408" fmla="*/ 6033531 h 6858000"/>
              <a:gd name="connsiteX409" fmla="*/ 1211999 w 7467600"/>
              <a:gd name="connsiteY409" fmla="*/ 6683610 h 6858000"/>
              <a:gd name="connsiteX410" fmla="*/ 1213266 w 7467600"/>
              <a:gd name="connsiteY410" fmla="*/ 6691947 h 6858000"/>
              <a:gd name="connsiteX411" fmla="*/ 1203370 w 7467600"/>
              <a:gd name="connsiteY411" fmla="*/ 6850676 h 6858000"/>
              <a:gd name="connsiteX412" fmla="*/ 1203671 w 7467600"/>
              <a:gd name="connsiteY412" fmla="*/ 6858000 h 6858000"/>
              <a:gd name="connsiteX413" fmla="*/ 1143180 w 7467600"/>
              <a:gd name="connsiteY413" fmla="*/ 6858000 h 6858000"/>
              <a:gd name="connsiteX414" fmla="*/ 1142176 w 7467600"/>
              <a:gd name="connsiteY414" fmla="*/ 6766045 h 6858000"/>
              <a:gd name="connsiteX415" fmla="*/ 1067484 w 7467600"/>
              <a:gd name="connsiteY415" fmla="*/ 6858000 h 6858000"/>
              <a:gd name="connsiteX416" fmla="*/ 953928 w 7467600"/>
              <a:gd name="connsiteY416" fmla="*/ 6858000 h 6858000"/>
              <a:gd name="connsiteX417" fmla="*/ 959715 w 7467600"/>
              <a:gd name="connsiteY417" fmla="*/ 6850185 h 6858000"/>
              <a:gd name="connsiteX418" fmla="*/ 1483788 w 7467600"/>
              <a:gd name="connsiteY418" fmla="*/ 6259174 h 6858000"/>
              <a:gd name="connsiteX419" fmla="*/ 1100671 w 7467600"/>
              <a:gd name="connsiteY419" fmla="*/ 6252137 h 6858000"/>
              <a:gd name="connsiteX420" fmla="*/ 1090144 w 7467600"/>
              <a:gd name="connsiteY420" fmla="*/ 6256748 h 6858000"/>
              <a:gd name="connsiteX421" fmla="*/ 1095872 w 7467600"/>
              <a:gd name="connsiteY421" fmla="*/ 6271892 h 6858000"/>
              <a:gd name="connsiteX422" fmla="*/ 262785 w 7467600"/>
              <a:gd name="connsiteY422" fmla="*/ 6845450 h 6858000"/>
              <a:gd name="connsiteX423" fmla="*/ 209968 w 7467600"/>
              <a:gd name="connsiteY423" fmla="*/ 6770713 h 6858000"/>
              <a:gd name="connsiteX424" fmla="*/ 873460 w 7467600"/>
              <a:gd name="connsiteY424" fmla="*/ 6253768 h 6858000"/>
              <a:gd name="connsiteX425" fmla="*/ 192686 w 7467600"/>
              <a:gd name="connsiteY425" fmla="*/ 5849257 h 6858000"/>
              <a:gd name="connsiteX426" fmla="*/ 4696 w 7467600"/>
              <a:gd name="connsiteY426" fmla="*/ 5697668 h 6858000"/>
              <a:gd name="connsiteX427" fmla="*/ 0 w 7467600"/>
              <a:gd name="connsiteY427" fmla="*/ 5689984 h 6858000"/>
              <a:gd name="connsiteX428" fmla="*/ 0 w 7467600"/>
              <a:gd name="connsiteY428" fmla="*/ 5513472 h 6858000"/>
              <a:gd name="connsiteX429" fmla="*/ 174101 w 7467600"/>
              <a:gd name="connsiteY429" fmla="*/ 5620277 h 6858000"/>
              <a:gd name="connsiteX430" fmla="*/ 891800 w 7467600"/>
              <a:gd name="connsiteY430" fmla="*/ 6036935 h 6858000"/>
              <a:gd name="connsiteX431" fmla="*/ 1072219 w 7467600"/>
              <a:gd name="connsiteY431" fmla="*/ 6169443 h 6858000"/>
              <a:gd name="connsiteX432" fmla="*/ 1074117 w 7467600"/>
              <a:gd name="connsiteY432" fmla="*/ 6170301 h 6858000"/>
              <a:gd name="connsiteX433" fmla="*/ 1083114 w 7467600"/>
              <a:gd name="connsiteY433" fmla="*/ 6174131 h 6858000"/>
              <a:gd name="connsiteX434" fmla="*/ 1543010 w 7467600"/>
              <a:gd name="connsiteY434" fmla="*/ 6191140 h 6858000"/>
              <a:gd name="connsiteX435" fmla="*/ 1551080 w 7467600"/>
              <a:gd name="connsiteY435" fmla="*/ 6195006 h 6858000"/>
              <a:gd name="connsiteX436" fmla="*/ 2345443 w 7467600"/>
              <a:gd name="connsiteY436" fmla="*/ 5549882 h 6858000"/>
              <a:gd name="connsiteX437" fmla="*/ 1721499 w 7467600"/>
              <a:gd name="connsiteY437" fmla="*/ 5599969 h 6858000"/>
              <a:gd name="connsiteX438" fmla="*/ 767716 w 7467600"/>
              <a:gd name="connsiteY438" fmla="*/ 5472768 h 6858000"/>
              <a:gd name="connsiteX439" fmla="*/ 722147 w 7467600"/>
              <a:gd name="connsiteY439" fmla="*/ 5393091 h 6858000"/>
              <a:gd name="connsiteX440" fmla="*/ 1485552 w 7467600"/>
              <a:gd name="connsiteY440" fmla="*/ 5313202 h 6858000"/>
              <a:gd name="connsiteX441" fmla="*/ 2143004 w 7467600"/>
              <a:gd name="connsiteY441" fmla="*/ 5402420 h 6858000"/>
              <a:gd name="connsiteX442" fmla="*/ 1933391 w 7467600"/>
              <a:gd name="connsiteY442" fmla="*/ 5156971 h 6858000"/>
              <a:gd name="connsiteX443" fmla="*/ 1827118 w 7467600"/>
              <a:gd name="connsiteY443" fmla="*/ 4968410 h 6858000"/>
              <a:gd name="connsiteX444" fmla="*/ 1837349 w 7467600"/>
              <a:gd name="connsiteY444" fmla="*/ 4956357 h 6858000"/>
              <a:gd name="connsiteX445" fmla="*/ 2162835 w 7467600"/>
              <a:gd name="connsiteY445" fmla="*/ 5187853 h 6858000"/>
              <a:gd name="connsiteX446" fmla="*/ 2257167 w 7467600"/>
              <a:gd name="connsiteY446" fmla="*/ 5462123 h 6858000"/>
              <a:gd name="connsiteX447" fmla="*/ 2261598 w 7467600"/>
              <a:gd name="connsiteY447" fmla="*/ 5467998 h 6858000"/>
              <a:gd name="connsiteX448" fmla="*/ 2437177 w 7467600"/>
              <a:gd name="connsiteY448" fmla="*/ 5479608 h 6858000"/>
              <a:gd name="connsiteX449" fmla="*/ 2445247 w 7467600"/>
              <a:gd name="connsiteY449" fmla="*/ 5483476 h 6858000"/>
              <a:gd name="connsiteX450" fmla="*/ 2743626 w 7467600"/>
              <a:gd name="connsiteY450" fmla="*/ 5304819 h 6858000"/>
              <a:gd name="connsiteX451" fmla="*/ 3048102 w 7467600"/>
              <a:gd name="connsiteY451" fmla="*/ 5150595 h 6858000"/>
              <a:gd name="connsiteX452" fmla="*/ 1799414 w 7467600"/>
              <a:gd name="connsiteY452" fmla="*/ 4694732 h 6858000"/>
              <a:gd name="connsiteX453" fmla="*/ 1771735 w 7467600"/>
              <a:gd name="connsiteY453" fmla="*/ 4619929 h 6858000"/>
              <a:gd name="connsiteX454" fmla="*/ 3104273 w 7467600"/>
              <a:gd name="connsiteY454" fmla="*/ 5076159 h 6858000"/>
              <a:gd name="connsiteX455" fmla="*/ 3113245 w 7467600"/>
              <a:gd name="connsiteY455" fmla="*/ 5090705 h 6858000"/>
              <a:gd name="connsiteX456" fmla="*/ 3126294 w 7467600"/>
              <a:gd name="connsiteY456" fmla="*/ 5114400 h 6858000"/>
              <a:gd name="connsiteX457" fmla="*/ 3937433 w 7467600"/>
              <a:gd name="connsiteY457" fmla="*/ 4830473 h 6858000"/>
              <a:gd name="connsiteX458" fmla="*/ 3590475 w 7467600"/>
              <a:gd name="connsiteY458" fmla="*/ 4597974 h 6858000"/>
              <a:gd name="connsiteX459" fmla="*/ 3100264 w 7467600"/>
              <a:gd name="connsiteY459" fmla="*/ 4579845 h 6858000"/>
              <a:gd name="connsiteX460" fmla="*/ 2183576 w 7467600"/>
              <a:gd name="connsiteY460" fmla="*/ 4227150 h 6858000"/>
              <a:gd name="connsiteX461" fmla="*/ 2151029 w 7467600"/>
              <a:gd name="connsiteY461" fmla="*/ 4146947 h 6858000"/>
              <a:gd name="connsiteX462" fmla="*/ 3563434 w 7467600"/>
              <a:gd name="connsiteY462" fmla="*/ 4469115 h 6858000"/>
              <a:gd name="connsiteX463" fmla="*/ 3177952 w 7467600"/>
              <a:gd name="connsiteY463" fmla="*/ 3657386 h 6858000"/>
              <a:gd name="connsiteX464" fmla="*/ 3189263 w 7467600"/>
              <a:gd name="connsiteY464" fmla="*/ 3625726 h 6858000"/>
              <a:gd name="connsiteX465" fmla="*/ 3560912 w 7467600"/>
              <a:gd name="connsiteY465" fmla="*/ 4079863 h 6858000"/>
              <a:gd name="connsiteX466" fmla="*/ 3626636 w 7467600"/>
              <a:gd name="connsiteY466" fmla="*/ 4512230 h 6858000"/>
              <a:gd name="connsiteX467" fmla="*/ 3653088 w 7467600"/>
              <a:gd name="connsiteY467" fmla="*/ 4521417 h 6858000"/>
              <a:gd name="connsiteX468" fmla="*/ 3988128 w 7467600"/>
              <a:gd name="connsiteY468" fmla="*/ 4817267 h 6858000"/>
              <a:gd name="connsiteX469" fmla="*/ 4830582 w 7467600"/>
              <a:gd name="connsiteY469" fmla="*/ 4676000 h 6858000"/>
              <a:gd name="connsiteX470" fmla="*/ 4830100 w 7467600"/>
              <a:gd name="connsiteY470" fmla="*/ 4675554 h 6858000"/>
              <a:gd name="connsiteX471" fmla="*/ 4036318 w 7467600"/>
              <a:gd name="connsiteY471" fmla="*/ 4147013 h 6858000"/>
              <a:gd name="connsiteX472" fmla="*/ 3432098 w 7467600"/>
              <a:gd name="connsiteY472" fmla="*/ 3537312 h 6858000"/>
              <a:gd name="connsiteX473" fmla="*/ 3446761 w 7467600"/>
              <a:gd name="connsiteY473" fmla="*/ 3461278 h 6858000"/>
              <a:gd name="connsiteX474" fmla="*/ 4419733 w 7467600"/>
              <a:gd name="connsiteY474" fmla="*/ 3963555 h 6858000"/>
              <a:gd name="connsiteX475" fmla="*/ 4781371 w 7467600"/>
              <a:gd name="connsiteY475" fmla="*/ 4458604 h 6858000"/>
              <a:gd name="connsiteX476" fmla="*/ 4780440 w 7467600"/>
              <a:gd name="connsiteY476" fmla="*/ 4470290 h 6858000"/>
              <a:gd name="connsiteX477" fmla="*/ 4898954 w 7467600"/>
              <a:gd name="connsiteY477" fmla="*/ 4662092 h 6858000"/>
              <a:gd name="connsiteX478" fmla="*/ 4900699 w 7467600"/>
              <a:gd name="connsiteY478" fmla="*/ 4670867 h 6858000"/>
              <a:gd name="connsiteX479" fmla="*/ 5714511 w 7467600"/>
              <a:gd name="connsiteY479" fmla="*/ 4663483 h 6858000"/>
              <a:gd name="connsiteX480" fmla="*/ 5464793 w 7467600"/>
              <a:gd name="connsiteY480" fmla="*/ 4393556 h 6858000"/>
              <a:gd name="connsiteX481" fmla="*/ 5461897 w 7467600"/>
              <a:gd name="connsiteY481" fmla="*/ 4390879 h 6858000"/>
              <a:gd name="connsiteX482" fmla="*/ 4294126 w 7467600"/>
              <a:gd name="connsiteY482" fmla="*/ 3303048 h 6858000"/>
              <a:gd name="connsiteX483" fmla="*/ 4305321 w 7467600"/>
              <a:gd name="connsiteY483" fmla="*/ 3256953 h 6858000"/>
              <a:gd name="connsiteX484" fmla="*/ 4949299 w 7467600"/>
              <a:gd name="connsiteY484" fmla="*/ 3766336 h 6858000"/>
              <a:gd name="connsiteX485" fmla="*/ 5291452 w 7467600"/>
              <a:gd name="connsiteY485" fmla="*/ 4076801 h 6858000"/>
              <a:gd name="connsiteX486" fmla="*/ 5434998 w 7467600"/>
              <a:gd name="connsiteY486" fmla="*/ 4254100 h 6858000"/>
              <a:gd name="connsiteX487" fmla="*/ 5351015 w 7467600"/>
              <a:gd name="connsiteY487" fmla="*/ 3760989 h 6858000"/>
              <a:gd name="connsiteX488" fmla="*/ 5413780 w 7467600"/>
              <a:gd name="connsiteY488" fmla="*/ 2966265 h 6858000"/>
              <a:gd name="connsiteX489" fmla="*/ 5425627 w 7467600"/>
              <a:gd name="connsiteY489" fmla="*/ 2954192 h 6858000"/>
              <a:gd name="connsiteX490" fmla="*/ 6604735 w 7467600"/>
              <a:gd name="connsiteY490" fmla="*/ 2041381 h 6858000"/>
              <a:gd name="connsiteX491" fmla="*/ 7204487 w 7467600"/>
              <a:gd name="connsiteY491" fmla="*/ 2742112 h 6858000"/>
              <a:gd name="connsiteX492" fmla="*/ 7131592 w 7467600"/>
              <a:gd name="connsiteY492" fmla="*/ 2672096 h 6858000"/>
              <a:gd name="connsiteX493" fmla="*/ 6996344 w 7467600"/>
              <a:gd name="connsiteY493" fmla="*/ 2518310 h 6858000"/>
              <a:gd name="connsiteX494" fmla="*/ 6735495 w 7467600"/>
              <a:gd name="connsiteY494" fmla="*/ 2196890 h 6858000"/>
              <a:gd name="connsiteX495" fmla="*/ 6721901 w 7467600"/>
              <a:gd name="connsiteY495" fmla="*/ 2179274 h 6858000"/>
              <a:gd name="connsiteX496" fmla="*/ 6604735 w 7467600"/>
              <a:gd name="connsiteY496" fmla="*/ 2041381 h 6858000"/>
              <a:gd name="connsiteX497" fmla="*/ 6591670 w 7467600"/>
              <a:gd name="connsiteY497" fmla="*/ 1988277 h 6858000"/>
              <a:gd name="connsiteX498" fmla="*/ 6747349 w 7467600"/>
              <a:gd name="connsiteY498" fmla="*/ 2160069 h 6858000"/>
              <a:gd name="connsiteX499" fmla="*/ 6760943 w 7467600"/>
              <a:gd name="connsiteY499" fmla="*/ 2177686 h 6858000"/>
              <a:gd name="connsiteX500" fmla="*/ 7021065 w 7467600"/>
              <a:gd name="connsiteY500" fmla="*/ 2498102 h 6858000"/>
              <a:gd name="connsiteX501" fmla="*/ 7155223 w 7467600"/>
              <a:gd name="connsiteY501" fmla="*/ 2650386 h 6858000"/>
              <a:gd name="connsiteX502" fmla="*/ 7203167 w 7467600"/>
              <a:gd name="connsiteY502" fmla="*/ 2697288 h 6858000"/>
              <a:gd name="connsiteX503" fmla="*/ 6937703 w 7467600"/>
              <a:gd name="connsiteY503" fmla="*/ 2321981 h 6858000"/>
              <a:gd name="connsiteX504" fmla="*/ 6591670 w 7467600"/>
              <a:gd name="connsiteY504" fmla="*/ 1988277 h 6858000"/>
              <a:gd name="connsiteX505" fmla="*/ 5798671 w 7467600"/>
              <a:gd name="connsiteY505" fmla="*/ 1981601 h 6858000"/>
              <a:gd name="connsiteX506" fmla="*/ 5754709 w 7467600"/>
              <a:gd name="connsiteY506" fmla="*/ 2071454 h 6858000"/>
              <a:gd name="connsiteX507" fmla="*/ 5763044 w 7467600"/>
              <a:gd name="connsiteY507" fmla="*/ 2842206 h 6858000"/>
              <a:gd name="connsiteX508" fmla="*/ 5764974 w 7467600"/>
              <a:gd name="connsiteY508" fmla="*/ 2799609 h 6858000"/>
              <a:gd name="connsiteX509" fmla="*/ 5767665 w 7467600"/>
              <a:gd name="connsiteY509" fmla="*/ 2666409 h 6858000"/>
              <a:gd name="connsiteX510" fmla="*/ 5763055 w 7467600"/>
              <a:gd name="connsiteY510" fmla="*/ 2579705 h 6858000"/>
              <a:gd name="connsiteX511" fmla="*/ 5758079 w 7467600"/>
              <a:gd name="connsiteY511" fmla="*/ 2492508 h 6858000"/>
              <a:gd name="connsiteX512" fmla="*/ 5779325 w 7467600"/>
              <a:gd name="connsiteY512" fmla="*/ 2197069 h 6858000"/>
              <a:gd name="connsiteX513" fmla="*/ 5798671 w 7467600"/>
              <a:gd name="connsiteY513" fmla="*/ 1981601 h 6858000"/>
              <a:gd name="connsiteX514" fmla="*/ 5829202 w 7467600"/>
              <a:gd name="connsiteY514" fmla="*/ 1971679 h 6858000"/>
              <a:gd name="connsiteX515" fmla="*/ 5809558 w 7467600"/>
              <a:gd name="connsiteY515" fmla="*/ 2198043 h 6858000"/>
              <a:gd name="connsiteX516" fmla="*/ 5788653 w 7467600"/>
              <a:gd name="connsiteY516" fmla="*/ 2489430 h 6858000"/>
              <a:gd name="connsiteX517" fmla="*/ 5793439 w 7467600"/>
              <a:gd name="connsiteY517" fmla="*/ 2575235 h 6858000"/>
              <a:gd name="connsiteX518" fmla="*/ 5796837 w 7467600"/>
              <a:gd name="connsiteY518" fmla="*/ 2637633 h 6858000"/>
              <a:gd name="connsiteX519" fmla="*/ 5818614 w 7467600"/>
              <a:gd name="connsiteY519" fmla="*/ 2473055 h 6858000"/>
              <a:gd name="connsiteX520" fmla="*/ 5829202 w 7467600"/>
              <a:gd name="connsiteY520" fmla="*/ 1971679 h 6858000"/>
              <a:gd name="connsiteX521" fmla="*/ 5911389 w 7467600"/>
              <a:gd name="connsiteY521" fmla="*/ 1898371 h 6858000"/>
              <a:gd name="connsiteX522" fmla="*/ 6237627 w 7467600"/>
              <a:gd name="connsiteY522" fmla="*/ 2231921 h 6858000"/>
              <a:gd name="connsiteX523" fmla="*/ 5911389 w 7467600"/>
              <a:gd name="connsiteY523" fmla="*/ 1898371 h 6858000"/>
              <a:gd name="connsiteX524" fmla="*/ 6944437 w 7467600"/>
              <a:gd name="connsiteY524" fmla="*/ 1575402 h 6858000"/>
              <a:gd name="connsiteX525" fmla="*/ 6304730 w 7467600"/>
              <a:gd name="connsiteY525" fmla="*/ 1766654 h 6858000"/>
              <a:gd name="connsiteX526" fmla="*/ 6944437 w 7467600"/>
              <a:gd name="connsiteY526" fmla="*/ 1575402 h 6858000"/>
              <a:gd name="connsiteX527" fmla="*/ 7019523 w 7467600"/>
              <a:gd name="connsiteY527" fmla="*/ 1519450 h 6858000"/>
              <a:gd name="connsiteX528" fmla="*/ 6298091 w 7467600"/>
              <a:gd name="connsiteY528" fmla="*/ 1737122 h 6858000"/>
              <a:gd name="connsiteX529" fmla="*/ 7019523 w 7467600"/>
              <a:gd name="connsiteY529" fmla="*/ 1519450 h 6858000"/>
              <a:gd name="connsiteX530" fmla="*/ 2399523 w 7467600"/>
              <a:gd name="connsiteY530" fmla="*/ 1428234 h 6858000"/>
              <a:gd name="connsiteX531" fmla="*/ 2224982 w 7467600"/>
              <a:gd name="connsiteY531" fmla="*/ 1826201 h 6858000"/>
              <a:gd name="connsiteX532" fmla="*/ 2096099 w 7467600"/>
              <a:gd name="connsiteY532" fmla="*/ 2345900 h 6858000"/>
              <a:gd name="connsiteX533" fmla="*/ 2283317 w 7467600"/>
              <a:gd name="connsiteY533" fmla="*/ 1796925 h 6858000"/>
              <a:gd name="connsiteX534" fmla="*/ 2399523 w 7467600"/>
              <a:gd name="connsiteY534" fmla="*/ 1428234 h 6858000"/>
              <a:gd name="connsiteX535" fmla="*/ 2448558 w 7467600"/>
              <a:gd name="connsiteY535" fmla="*/ 1373435 h 6858000"/>
              <a:gd name="connsiteX536" fmla="*/ 2312521 w 7467600"/>
              <a:gd name="connsiteY536" fmla="*/ 1806140 h 6858000"/>
              <a:gd name="connsiteX537" fmla="*/ 2127533 w 7467600"/>
              <a:gd name="connsiteY537" fmla="*/ 2348380 h 6858000"/>
              <a:gd name="connsiteX538" fmla="*/ 2358080 w 7467600"/>
              <a:gd name="connsiteY538" fmla="*/ 1866134 h 6858000"/>
              <a:gd name="connsiteX539" fmla="*/ 2407436 w 7467600"/>
              <a:gd name="connsiteY539" fmla="*/ 1651070 h 6858000"/>
              <a:gd name="connsiteX540" fmla="*/ 2448558 w 7467600"/>
              <a:gd name="connsiteY540" fmla="*/ 1373435 h 6858000"/>
              <a:gd name="connsiteX541" fmla="*/ 278707 w 7467600"/>
              <a:gd name="connsiteY541" fmla="*/ 1352270 h 6858000"/>
              <a:gd name="connsiteX542" fmla="*/ 321570 w 7467600"/>
              <a:gd name="connsiteY542" fmla="*/ 1861610 h 6858000"/>
              <a:gd name="connsiteX543" fmla="*/ 294281 w 7467600"/>
              <a:gd name="connsiteY543" fmla="*/ 1440658 h 6858000"/>
              <a:gd name="connsiteX544" fmla="*/ 278707 w 7467600"/>
              <a:gd name="connsiteY544" fmla="*/ 1352270 h 6858000"/>
              <a:gd name="connsiteX545" fmla="*/ 1423821 w 7467600"/>
              <a:gd name="connsiteY545" fmla="*/ 1351958 h 6858000"/>
              <a:gd name="connsiteX546" fmla="*/ 1638521 w 7467600"/>
              <a:gd name="connsiteY546" fmla="*/ 1908470 h 6858000"/>
              <a:gd name="connsiteX547" fmla="*/ 1754199 w 7467600"/>
              <a:gd name="connsiteY547" fmla="*/ 2149284 h 6858000"/>
              <a:gd name="connsiteX548" fmla="*/ 1908359 w 7467600"/>
              <a:gd name="connsiteY548" fmla="*/ 2364988 h 6858000"/>
              <a:gd name="connsiteX549" fmla="*/ 1647661 w 7467600"/>
              <a:gd name="connsiteY549" fmla="*/ 1825945 h 6858000"/>
              <a:gd name="connsiteX550" fmla="*/ 1423821 w 7467600"/>
              <a:gd name="connsiteY550" fmla="*/ 1351958 h 6858000"/>
              <a:gd name="connsiteX551" fmla="*/ 1431890 w 7467600"/>
              <a:gd name="connsiteY551" fmla="*/ 1306475 h 6858000"/>
              <a:gd name="connsiteX552" fmla="*/ 1507597 w 7467600"/>
              <a:gd name="connsiteY552" fmla="*/ 1446132 h 6858000"/>
              <a:gd name="connsiteX553" fmla="*/ 1674586 w 7467600"/>
              <a:gd name="connsiteY553" fmla="*/ 1813832 h 6858000"/>
              <a:gd name="connsiteX554" fmla="*/ 1815950 w 7467600"/>
              <a:gd name="connsiteY554" fmla="*/ 2128564 h 6858000"/>
              <a:gd name="connsiteX555" fmla="*/ 1984242 w 7467600"/>
              <a:gd name="connsiteY555" fmla="*/ 2430829 h 6858000"/>
              <a:gd name="connsiteX556" fmla="*/ 2014023 w 7467600"/>
              <a:gd name="connsiteY556" fmla="*/ 2450995 h 6858000"/>
              <a:gd name="connsiteX557" fmla="*/ 1747337 w 7467600"/>
              <a:gd name="connsiteY557" fmla="*/ 1855264 h 6858000"/>
              <a:gd name="connsiteX558" fmla="*/ 1533749 w 7467600"/>
              <a:gd name="connsiteY558" fmla="*/ 1478656 h 6858000"/>
              <a:gd name="connsiteX559" fmla="*/ 1431890 w 7467600"/>
              <a:gd name="connsiteY559" fmla="*/ 1306475 h 6858000"/>
              <a:gd name="connsiteX560" fmla="*/ 5052692 w 7467600"/>
              <a:gd name="connsiteY560" fmla="*/ 1292994 h 6858000"/>
              <a:gd name="connsiteX561" fmla="*/ 5200661 w 7467600"/>
              <a:gd name="connsiteY561" fmla="*/ 1635186 h 6858000"/>
              <a:gd name="connsiteX562" fmla="*/ 5297138 w 7467600"/>
              <a:gd name="connsiteY562" fmla="*/ 1906351 h 6858000"/>
              <a:gd name="connsiteX563" fmla="*/ 5052692 w 7467600"/>
              <a:gd name="connsiteY563" fmla="*/ 1292994 h 6858000"/>
              <a:gd name="connsiteX564" fmla="*/ 5009948 w 7467600"/>
              <a:gd name="connsiteY564" fmla="*/ 1273619 h 6858000"/>
              <a:gd name="connsiteX565" fmla="*/ 5121777 w 7467600"/>
              <a:gd name="connsiteY565" fmla="*/ 1654213 h 6858000"/>
              <a:gd name="connsiteX566" fmla="*/ 5293545 w 7467600"/>
              <a:gd name="connsiteY566" fmla="*/ 2072247 h 6858000"/>
              <a:gd name="connsiteX567" fmla="*/ 5294042 w 7467600"/>
              <a:gd name="connsiteY567" fmla="*/ 2065019 h 6858000"/>
              <a:gd name="connsiteX568" fmla="*/ 5171936 w 7467600"/>
              <a:gd name="connsiteY568" fmla="*/ 1647613 h 6858000"/>
              <a:gd name="connsiteX569" fmla="*/ 5009948 w 7467600"/>
              <a:gd name="connsiteY569" fmla="*/ 1273619 h 6858000"/>
              <a:gd name="connsiteX570" fmla="*/ 655236 w 7467600"/>
              <a:gd name="connsiteY570" fmla="*/ 1268632 h 6858000"/>
              <a:gd name="connsiteX571" fmla="*/ 839521 w 7467600"/>
              <a:gd name="connsiteY571" fmla="*/ 1685315 h 6858000"/>
              <a:gd name="connsiteX572" fmla="*/ 1109416 w 7467600"/>
              <a:gd name="connsiteY572" fmla="*/ 2061663 h 6858000"/>
              <a:gd name="connsiteX573" fmla="*/ 1298300 w 7467600"/>
              <a:gd name="connsiteY573" fmla="*/ 2247742 h 6858000"/>
              <a:gd name="connsiteX574" fmla="*/ 1125871 w 7467600"/>
              <a:gd name="connsiteY574" fmla="*/ 1989513 h 6858000"/>
              <a:gd name="connsiteX575" fmla="*/ 981574 w 7467600"/>
              <a:gd name="connsiteY575" fmla="*/ 1783157 h 6858000"/>
              <a:gd name="connsiteX576" fmla="*/ 922198 w 7467600"/>
              <a:gd name="connsiteY576" fmla="*/ 1677437 h 6858000"/>
              <a:gd name="connsiteX577" fmla="*/ 869293 w 7467600"/>
              <a:gd name="connsiteY577" fmla="*/ 1583214 h 6858000"/>
              <a:gd name="connsiteX578" fmla="*/ 751431 w 7467600"/>
              <a:gd name="connsiteY578" fmla="*/ 1405731 h 6858000"/>
              <a:gd name="connsiteX579" fmla="*/ 655236 w 7467600"/>
              <a:gd name="connsiteY579" fmla="*/ 1268632 h 6858000"/>
              <a:gd name="connsiteX580" fmla="*/ 6516292 w 7467600"/>
              <a:gd name="connsiteY580" fmla="*/ 1263064 h 6858000"/>
              <a:gd name="connsiteX581" fmla="*/ 5736320 w 7467600"/>
              <a:gd name="connsiteY581" fmla="*/ 1501803 h 6858000"/>
              <a:gd name="connsiteX582" fmla="*/ 6516292 w 7467600"/>
              <a:gd name="connsiteY582" fmla="*/ 1263064 h 6858000"/>
              <a:gd name="connsiteX583" fmla="*/ 291466 w 7467600"/>
              <a:gd name="connsiteY583" fmla="*/ 1250369 h 6858000"/>
              <a:gd name="connsiteX584" fmla="*/ 323180 w 7467600"/>
              <a:gd name="connsiteY584" fmla="*/ 1435283 h 6858000"/>
              <a:gd name="connsiteX585" fmla="*/ 349381 w 7467600"/>
              <a:gd name="connsiteY585" fmla="*/ 1875041 h 6858000"/>
              <a:gd name="connsiteX586" fmla="*/ 374363 w 7467600"/>
              <a:gd name="connsiteY586" fmla="*/ 1506494 h 6858000"/>
              <a:gd name="connsiteX587" fmla="*/ 302168 w 7467600"/>
              <a:gd name="connsiteY587" fmla="*/ 1274495 h 6858000"/>
              <a:gd name="connsiteX588" fmla="*/ 291466 w 7467600"/>
              <a:gd name="connsiteY588" fmla="*/ 1250369 h 6858000"/>
              <a:gd name="connsiteX589" fmla="*/ 678222 w 7467600"/>
              <a:gd name="connsiteY589" fmla="*/ 1248670 h 6858000"/>
              <a:gd name="connsiteX590" fmla="*/ 775536 w 7467600"/>
              <a:gd name="connsiteY590" fmla="*/ 1388015 h 6858000"/>
              <a:gd name="connsiteX591" fmla="*/ 894529 w 7467600"/>
              <a:gd name="connsiteY591" fmla="*/ 1567739 h 6858000"/>
              <a:gd name="connsiteX592" fmla="*/ 948000 w 7467600"/>
              <a:gd name="connsiteY592" fmla="*/ 1663088 h 6858000"/>
              <a:gd name="connsiteX593" fmla="*/ 1006812 w 7467600"/>
              <a:gd name="connsiteY593" fmla="*/ 1767683 h 6858000"/>
              <a:gd name="connsiteX594" fmla="*/ 1149133 w 7467600"/>
              <a:gd name="connsiteY594" fmla="*/ 1971513 h 6858000"/>
              <a:gd name="connsiteX595" fmla="*/ 1333952 w 7467600"/>
              <a:gd name="connsiteY595" fmla="*/ 2251620 h 6858000"/>
              <a:gd name="connsiteX596" fmla="*/ 1337329 w 7467600"/>
              <a:gd name="connsiteY596" fmla="*/ 2258350 h 6858000"/>
              <a:gd name="connsiteX597" fmla="*/ 1014726 w 7467600"/>
              <a:gd name="connsiteY597" fmla="*/ 1615556 h 6858000"/>
              <a:gd name="connsiteX598" fmla="*/ 678222 w 7467600"/>
              <a:gd name="connsiteY598" fmla="*/ 1248670 h 6858000"/>
              <a:gd name="connsiteX599" fmla="*/ 6691602 w 7467600"/>
              <a:gd name="connsiteY599" fmla="*/ 1140573 h 6858000"/>
              <a:gd name="connsiteX600" fmla="*/ 6571100 w 7467600"/>
              <a:gd name="connsiteY600" fmla="*/ 1183662 h 6858000"/>
              <a:gd name="connsiteX601" fmla="*/ 6241687 w 7467600"/>
              <a:gd name="connsiteY601" fmla="*/ 1257600 h 6858000"/>
              <a:gd name="connsiteX602" fmla="*/ 5693009 w 7467600"/>
              <a:gd name="connsiteY602" fmla="*/ 1478256 h 6858000"/>
              <a:gd name="connsiteX603" fmla="*/ 6548420 w 7467600"/>
              <a:gd name="connsiteY603" fmla="*/ 1214599 h 6858000"/>
              <a:gd name="connsiteX604" fmla="*/ 6605473 w 7467600"/>
              <a:gd name="connsiteY604" fmla="*/ 1184686 h 6858000"/>
              <a:gd name="connsiteX605" fmla="*/ 6691602 w 7467600"/>
              <a:gd name="connsiteY605" fmla="*/ 1140573 h 6858000"/>
              <a:gd name="connsiteX606" fmla="*/ 4002475 w 7467600"/>
              <a:gd name="connsiteY606" fmla="*/ 1037802 h 6858000"/>
              <a:gd name="connsiteX607" fmla="*/ 4000324 w 7467600"/>
              <a:gd name="connsiteY607" fmla="*/ 1039362 h 6858000"/>
              <a:gd name="connsiteX608" fmla="*/ 4002862 w 7467600"/>
              <a:gd name="connsiteY608" fmla="*/ 1042866 h 6858000"/>
              <a:gd name="connsiteX609" fmla="*/ 4002475 w 7467600"/>
              <a:gd name="connsiteY609" fmla="*/ 1037802 h 6858000"/>
              <a:gd name="connsiteX610" fmla="*/ 506322 w 7467600"/>
              <a:gd name="connsiteY610" fmla="*/ 1020997 h 6858000"/>
              <a:gd name="connsiteX611" fmla="*/ 533068 w 7467600"/>
              <a:gd name="connsiteY611" fmla="*/ 1029409 h 6858000"/>
              <a:gd name="connsiteX612" fmla="*/ 1232525 w 7467600"/>
              <a:gd name="connsiteY612" fmla="*/ 1804675 h 6858000"/>
              <a:gd name="connsiteX613" fmla="*/ 1388858 w 7467600"/>
              <a:gd name="connsiteY613" fmla="*/ 2368011 h 6858000"/>
              <a:gd name="connsiteX614" fmla="*/ 1384098 w 7467600"/>
              <a:gd name="connsiteY614" fmla="*/ 2378125 h 6858000"/>
              <a:gd name="connsiteX615" fmla="*/ 1425393 w 7467600"/>
              <a:gd name="connsiteY615" fmla="*/ 2589124 h 6858000"/>
              <a:gd name="connsiteX616" fmla="*/ 1424001 w 7467600"/>
              <a:gd name="connsiteY616" fmla="*/ 2597541 h 6858000"/>
              <a:gd name="connsiteX617" fmla="*/ 2152729 w 7467600"/>
              <a:gd name="connsiteY617" fmla="*/ 2864487 h 6858000"/>
              <a:gd name="connsiteX618" fmla="*/ 2020609 w 7467600"/>
              <a:gd name="connsiteY618" fmla="*/ 2539671 h 6858000"/>
              <a:gd name="connsiteX619" fmla="*/ 2018920 w 7467600"/>
              <a:gd name="connsiteY619" fmla="*/ 2536309 h 6858000"/>
              <a:gd name="connsiteX620" fmla="*/ 1342441 w 7467600"/>
              <a:gd name="connsiteY620" fmla="*/ 1173017 h 6858000"/>
              <a:gd name="connsiteX621" fmla="*/ 1367925 w 7467600"/>
              <a:gd name="connsiteY621" fmla="*/ 1135648 h 6858000"/>
              <a:gd name="connsiteX622" fmla="*/ 1771401 w 7467600"/>
              <a:gd name="connsiteY622" fmla="*/ 1806673 h 6858000"/>
              <a:gd name="connsiteX623" fmla="*/ 1972385 w 7467600"/>
              <a:gd name="connsiteY623" fmla="*/ 2198735 h 6858000"/>
              <a:gd name="connsiteX624" fmla="*/ 2040892 w 7467600"/>
              <a:gd name="connsiteY624" fmla="*/ 2405205 h 6858000"/>
              <a:gd name="connsiteX625" fmla="*/ 2131689 w 7467600"/>
              <a:gd name="connsiteY625" fmla="*/ 1936926 h 6858000"/>
              <a:gd name="connsiteX626" fmla="*/ 2454820 w 7467600"/>
              <a:gd name="connsiteY626" fmla="*/ 1248808 h 6858000"/>
              <a:gd name="connsiteX627" fmla="*/ 2492512 w 7467600"/>
              <a:gd name="connsiteY627" fmla="*/ 1302920 h 6858000"/>
              <a:gd name="connsiteX628" fmla="*/ 2081216 w 7467600"/>
              <a:gd name="connsiteY628" fmla="*/ 2527513 h 6858000"/>
              <a:gd name="connsiteX629" fmla="*/ 2081211 w 7467600"/>
              <a:gd name="connsiteY629" fmla="*/ 2528916 h 6858000"/>
              <a:gd name="connsiteX630" fmla="*/ 2199067 w 7467600"/>
              <a:gd name="connsiteY630" fmla="*/ 2884061 h 6858000"/>
              <a:gd name="connsiteX631" fmla="*/ 3192586 w 7467600"/>
              <a:gd name="connsiteY631" fmla="*/ 3411496 h 6858000"/>
              <a:gd name="connsiteX632" fmla="*/ 3182620 w 7467600"/>
              <a:gd name="connsiteY632" fmla="*/ 3483279 h 6858000"/>
              <a:gd name="connsiteX633" fmla="*/ 2435119 w 7467600"/>
              <a:gd name="connsiteY633" fmla="*/ 3080173 h 6858000"/>
              <a:gd name="connsiteX634" fmla="*/ 2410152 w 7467600"/>
              <a:gd name="connsiteY634" fmla="*/ 3063751 h 6858000"/>
              <a:gd name="connsiteX635" fmla="*/ 2408099 w 7467600"/>
              <a:gd name="connsiteY635" fmla="*/ 3064403 h 6858000"/>
              <a:gd name="connsiteX636" fmla="*/ 2407218 w 7467600"/>
              <a:gd name="connsiteY636" fmla="*/ 3070324 h 6858000"/>
              <a:gd name="connsiteX637" fmla="*/ 2380138 w 7467600"/>
              <a:gd name="connsiteY637" fmla="*/ 3099341 h 6858000"/>
              <a:gd name="connsiteX638" fmla="*/ 1765923 w 7467600"/>
              <a:gd name="connsiteY638" fmla="*/ 3581043 h 6858000"/>
              <a:gd name="connsiteX639" fmla="*/ 1702258 w 7467600"/>
              <a:gd name="connsiteY639" fmla="*/ 3612286 h 6858000"/>
              <a:gd name="connsiteX640" fmla="*/ 1538370 w 7467600"/>
              <a:gd name="connsiteY640" fmla="*/ 3811804 h 6858000"/>
              <a:gd name="connsiteX641" fmla="*/ 542867 w 7467600"/>
              <a:gd name="connsiteY641" fmla="*/ 4944092 h 6858000"/>
              <a:gd name="connsiteX642" fmla="*/ 515800 w 7467600"/>
              <a:gd name="connsiteY642" fmla="*/ 4862180 h 6858000"/>
              <a:gd name="connsiteX643" fmla="*/ 909145 w 7467600"/>
              <a:gd name="connsiteY643" fmla="*/ 4199225 h 6858000"/>
              <a:gd name="connsiteX644" fmla="*/ 1214067 w 7467600"/>
              <a:gd name="connsiteY644" fmla="*/ 3908561 h 6858000"/>
              <a:gd name="connsiteX645" fmla="*/ 640967 w 7467600"/>
              <a:gd name="connsiteY645" fmla="*/ 4105601 h 6858000"/>
              <a:gd name="connsiteX646" fmla="*/ 112563 w 7467600"/>
              <a:gd name="connsiteY646" fmla="*/ 4396952 h 6858000"/>
              <a:gd name="connsiteX647" fmla="*/ 0 w 7467600"/>
              <a:gd name="connsiteY647" fmla="*/ 4466006 h 6858000"/>
              <a:gd name="connsiteX648" fmla="*/ 0 w 7467600"/>
              <a:gd name="connsiteY648" fmla="*/ 4233763 h 6858000"/>
              <a:gd name="connsiteX649" fmla="*/ 36881 w 7467600"/>
              <a:gd name="connsiteY649" fmla="*/ 4200118 h 6858000"/>
              <a:gd name="connsiteX650" fmla="*/ 910534 w 7467600"/>
              <a:gd name="connsiteY650" fmla="*/ 3629753 h 6858000"/>
              <a:gd name="connsiteX651" fmla="*/ 1578717 w 7467600"/>
              <a:gd name="connsiteY651" fmla="*/ 3575982 h 6858000"/>
              <a:gd name="connsiteX652" fmla="*/ 2338780 w 7467600"/>
              <a:gd name="connsiteY652" fmla="*/ 3033725 h 6858000"/>
              <a:gd name="connsiteX653" fmla="*/ 1807991 w 7467600"/>
              <a:gd name="connsiteY653" fmla="*/ 2807184 h 6858000"/>
              <a:gd name="connsiteX654" fmla="*/ 1416358 w 7467600"/>
              <a:gd name="connsiteY654" fmla="*/ 3112571 h 6858000"/>
              <a:gd name="connsiteX655" fmla="*/ 939066 w 7467600"/>
              <a:gd name="connsiteY655" fmla="*/ 3378798 h 6858000"/>
              <a:gd name="connsiteX656" fmla="*/ 115099 w 7467600"/>
              <a:gd name="connsiteY656" fmla="*/ 3607650 h 6858000"/>
              <a:gd name="connsiteX657" fmla="*/ 97284 w 7467600"/>
              <a:gd name="connsiteY657" fmla="*/ 3520393 h 6858000"/>
              <a:gd name="connsiteX658" fmla="*/ 922050 w 7467600"/>
              <a:gd name="connsiteY658" fmla="*/ 3074867 h 6858000"/>
              <a:gd name="connsiteX659" fmla="*/ 1405265 w 7467600"/>
              <a:gd name="connsiteY659" fmla="*/ 3016319 h 6858000"/>
              <a:gd name="connsiteX660" fmla="*/ 1407512 w 7467600"/>
              <a:gd name="connsiteY660" fmla="*/ 3018001 h 6858000"/>
              <a:gd name="connsiteX661" fmla="*/ 1726266 w 7467600"/>
              <a:gd name="connsiteY661" fmla="*/ 2777274 h 6858000"/>
              <a:gd name="connsiteX662" fmla="*/ 625390 w 7467600"/>
              <a:gd name="connsiteY662" fmla="*/ 2514541 h 6858000"/>
              <a:gd name="connsiteX663" fmla="*/ 619799 w 7467600"/>
              <a:gd name="connsiteY663" fmla="*/ 2527180 h 6858000"/>
              <a:gd name="connsiteX664" fmla="*/ 310030 w 7467600"/>
              <a:gd name="connsiteY664" fmla="*/ 2771818 h 6858000"/>
              <a:gd name="connsiteX665" fmla="*/ 173877 w 7467600"/>
              <a:gd name="connsiteY665" fmla="*/ 2937056 h 6858000"/>
              <a:gd name="connsiteX666" fmla="*/ 77889 w 7467600"/>
              <a:gd name="connsiteY666" fmla="*/ 3138440 h 6858000"/>
              <a:gd name="connsiteX667" fmla="*/ 0 w 7467600"/>
              <a:gd name="connsiteY667" fmla="*/ 3271395 h 6858000"/>
              <a:gd name="connsiteX668" fmla="*/ 0 w 7467600"/>
              <a:gd name="connsiteY668" fmla="*/ 3153002 h 6858000"/>
              <a:gd name="connsiteX669" fmla="*/ 2386 w 7467600"/>
              <a:gd name="connsiteY669" fmla="*/ 3149203 h 6858000"/>
              <a:gd name="connsiteX670" fmla="*/ 89753 w 7467600"/>
              <a:gd name="connsiteY670" fmla="*/ 2987702 h 6858000"/>
              <a:gd name="connsiteX671" fmla="*/ 76869 w 7467600"/>
              <a:gd name="connsiteY671" fmla="*/ 3005404 h 6858000"/>
              <a:gd name="connsiteX672" fmla="*/ 32049 w 7467600"/>
              <a:gd name="connsiteY672" fmla="*/ 3065814 h 6858000"/>
              <a:gd name="connsiteX673" fmla="*/ 0 w 7467600"/>
              <a:gd name="connsiteY673" fmla="*/ 3108744 h 6858000"/>
              <a:gd name="connsiteX674" fmla="*/ 0 w 7467600"/>
              <a:gd name="connsiteY674" fmla="*/ 3058059 h 6858000"/>
              <a:gd name="connsiteX675" fmla="*/ 7610 w 7467600"/>
              <a:gd name="connsiteY675" fmla="*/ 3047889 h 6858000"/>
              <a:gd name="connsiteX676" fmla="*/ 52419 w 7467600"/>
              <a:gd name="connsiteY676" fmla="*/ 2987479 h 6858000"/>
              <a:gd name="connsiteX677" fmla="*/ 59142 w 7467600"/>
              <a:gd name="connsiteY677" fmla="*/ 2978488 h 6858000"/>
              <a:gd name="connsiteX678" fmla="*/ 0 w 7467600"/>
              <a:gd name="connsiteY678" fmla="*/ 3015334 h 6858000"/>
              <a:gd name="connsiteX679" fmla="*/ 0 w 7467600"/>
              <a:gd name="connsiteY679" fmla="*/ 2914286 h 6858000"/>
              <a:gd name="connsiteX680" fmla="*/ 36383 w 7467600"/>
              <a:gd name="connsiteY680" fmla="*/ 2901128 h 6858000"/>
              <a:gd name="connsiteX681" fmla="*/ 156329 w 7467600"/>
              <a:gd name="connsiteY681" fmla="*/ 2840533 h 6858000"/>
              <a:gd name="connsiteX682" fmla="*/ 358355 w 7467600"/>
              <a:gd name="connsiteY682" fmla="*/ 2620471 h 6858000"/>
              <a:gd name="connsiteX683" fmla="*/ 510577 w 7467600"/>
              <a:gd name="connsiteY683" fmla="*/ 2501244 h 6858000"/>
              <a:gd name="connsiteX684" fmla="*/ 211967 w 7467600"/>
              <a:gd name="connsiteY684" fmla="*/ 2479171 h 6858000"/>
              <a:gd name="connsiteX685" fmla="*/ 0 w 7467600"/>
              <a:gd name="connsiteY685" fmla="*/ 2476398 h 6858000"/>
              <a:gd name="connsiteX686" fmla="*/ 0 w 7467600"/>
              <a:gd name="connsiteY686" fmla="*/ 2389189 h 6858000"/>
              <a:gd name="connsiteX687" fmla="*/ 103062 w 7467600"/>
              <a:gd name="connsiteY687" fmla="*/ 2389518 h 6858000"/>
              <a:gd name="connsiteX688" fmla="*/ 510734 w 7467600"/>
              <a:gd name="connsiteY688" fmla="*/ 2416201 h 6858000"/>
              <a:gd name="connsiteX689" fmla="*/ 279257 w 7467600"/>
              <a:gd name="connsiteY689" fmla="*/ 2092102 h 6858000"/>
              <a:gd name="connsiteX690" fmla="*/ 65265 w 7467600"/>
              <a:gd name="connsiteY690" fmla="*/ 2006049 h 6858000"/>
              <a:gd name="connsiteX691" fmla="*/ 0 w 7467600"/>
              <a:gd name="connsiteY691" fmla="*/ 1982532 h 6858000"/>
              <a:gd name="connsiteX692" fmla="*/ 0 w 7467600"/>
              <a:gd name="connsiteY692" fmla="*/ 1912789 h 6858000"/>
              <a:gd name="connsiteX693" fmla="*/ 97460 w 7467600"/>
              <a:gd name="connsiteY693" fmla="*/ 1953725 h 6858000"/>
              <a:gd name="connsiteX694" fmla="*/ 221272 w 7467600"/>
              <a:gd name="connsiteY694" fmla="*/ 1980766 h 6858000"/>
              <a:gd name="connsiteX695" fmla="*/ 116765 w 7467600"/>
              <a:gd name="connsiteY695" fmla="*/ 1911033 h 6858000"/>
              <a:gd name="connsiteX696" fmla="*/ 16405 w 7467600"/>
              <a:gd name="connsiteY696" fmla="*/ 1803412 h 6858000"/>
              <a:gd name="connsiteX697" fmla="*/ 0 w 7467600"/>
              <a:gd name="connsiteY697" fmla="*/ 1784777 h 6858000"/>
              <a:gd name="connsiteX698" fmla="*/ 0 w 7467600"/>
              <a:gd name="connsiteY698" fmla="*/ 1740082 h 6858000"/>
              <a:gd name="connsiteX699" fmla="*/ 39394 w 7467600"/>
              <a:gd name="connsiteY699" fmla="*/ 1784856 h 6858000"/>
              <a:gd name="connsiteX700" fmla="*/ 135813 w 7467600"/>
              <a:gd name="connsiteY700" fmla="*/ 1888838 h 6858000"/>
              <a:gd name="connsiteX701" fmla="*/ 242575 w 7467600"/>
              <a:gd name="connsiteY701" fmla="*/ 1958841 h 6858000"/>
              <a:gd name="connsiteX702" fmla="*/ 82197 w 7467600"/>
              <a:gd name="connsiteY702" fmla="*/ 1754826 h 6858000"/>
              <a:gd name="connsiteX703" fmla="*/ 0 w 7467600"/>
              <a:gd name="connsiteY703" fmla="*/ 1679650 h 6858000"/>
              <a:gd name="connsiteX704" fmla="*/ 0 w 7467600"/>
              <a:gd name="connsiteY704" fmla="*/ 1602463 h 6858000"/>
              <a:gd name="connsiteX705" fmla="*/ 84689 w 7467600"/>
              <a:gd name="connsiteY705" fmla="*/ 1677442 h 6858000"/>
              <a:gd name="connsiteX706" fmla="*/ 298437 w 7467600"/>
              <a:gd name="connsiteY706" fmla="*/ 1968019 h 6858000"/>
              <a:gd name="connsiteX707" fmla="*/ 227269 w 7467600"/>
              <a:gd name="connsiteY707" fmla="*/ 1114064 h 6858000"/>
              <a:gd name="connsiteX708" fmla="*/ 248003 w 7467600"/>
              <a:gd name="connsiteY708" fmla="*/ 1089613 h 6858000"/>
              <a:gd name="connsiteX709" fmla="*/ 427020 w 7467600"/>
              <a:gd name="connsiteY709" fmla="*/ 1619803 h 6858000"/>
              <a:gd name="connsiteX710" fmla="*/ 340345 w 7467600"/>
              <a:gd name="connsiteY710" fmla="*/ 2027739 h 6858000"/>
              <a:gd name="connsiteX711" fmla="*/ 360865 w 7467600"/>
              <a:gd name="connsiteY711" fmla="*/ 2044827 h 6858000"/>
              <a:gd name="connsiteX712" fmla="*/ 560414 w 7467600"/>
              <a:gd name="connsiteY712" fmla="*/ 2421457 h 6858000"/>
              <a:gd name="connsiteX713" fmla="*/ 1359703 w 7467600"/>
              <a:gd name="connsiteY713" fmla="*/ 2578554 h 6858000"/>
              <a:gd name="connsiteX714" fmla="*/ 1359422 w 7467600"/>
              <a:gd name="connsiteY714" fmla="*/ 2577994 h 6858000"/>
              <a:gd name="connsiteX715" fmla="*/ 828701 w 7467600"/>
              <a:gd name="connsiteY715" fmla="*/ 1839520 h 6858000"/>
              <a:gd name="connsiteX716" fmla="*/ 494427 w 7467600"/>
              <a:gd name="connsiteY716" fmla="*/ 1092333 h 6858000"/>
              <a:gd name="connsiteX717" fmla="*/ 506322 w 7467600"/>
              <a:gd name="connsiteY717" fmla="*/ 1020997 h 6858000"/>
              <a:gd name="connsiteX718" fmla="*/ 4570198 w 7467600"/>
              <a:gd name="connsiteY718" fmla="*/ 978081 h 6858000"/>
              <a:gd name="connsiteX719" fmla="*/ 4523691 w 7467600"/>
              <a:gd name="connsiteY719" fmla="*/ 1127776 h 6858000"/>
              <a:gd name="connsiteX720" fmla="*/ 4509875 w 7467600"/>
              <a:gd name="connsiteY720" fmla="*/ 1167552 h 6858000"/>
              <a:gd name="connsiteX721" fmla="*/ 4478168 w 7467600"/>
              <a:gd name="connsiteY721" fmla="*/ 1260735 h 6858000"/>
              <a:gd name="connsiteX722" fmla="*/ 4409309 w 7467600"/>
              <a:gd name="connsiteY722" fmla="*/ 1666996 h 6858000"/>
              <a:gd name="connsiteX723" fmla="*/ 4370031 w 7467600"/>
              <a:gd name="connsiteY723" fmla="*/ 1955666 h 6858000"/>
              <a:gd name="connsiteX724" fmla="*/ 4570198 w 7467600"/>
              <a:gd name="connsiteY724" fmla="*/ 978081 h 6858000"/>
              <a:gd name="connsiteX725" fmla="*/ 4557898 w 7467600"/>
              <a:gd name="connsiteY725" fmla="*/ 900011 h 6858000"/>
              <a:gd name="connsiteX726" fmla="*/ 4344840 w 7467600"/>
              <a:gd name="connsiteY726" fmla="*/ 1922038 h 6858000"/>
              <a:gd name="connsiteX727" fmla="*/ 4378710 w 7467600"/>
              <a:gd name="connsiteY727" fmla="*/ 1665516 h 6858000"/>
              <a:gd name="connsiteX728" fmla="*/ 4448798 w 7467600"/>
              <a:gd name="connsiteY728" fmla="*/ 1253024 h 6858000"/>
              <a:gd name="connsiteX729" fmla="*/ 4480315 w 7467600"/>
              <a:gd name="connsiteY729" fmla="*/ 1158454 h 6858000"/>
              <a:gd name="connsiteX730" fmla="*/ 4494133 w 7467600"/>
              <a:gd name="connsiteY730" fmla="*/ 1118676 h 6858000"/>
              <a:gd name="connsiteX731" fmla="*/ 4557898 w 7467600"/>
              <a:gd name="connsiteY731" fmla="*/ 900011 h 6858000"/>
              <a:gd name="connsiteX732" fmla="*/ 5870151 w 7467600"/>
              <a:gd name="connsiteY732" fmla="*/ 898890 h 6858000"/>
              <a:gd name="connsiteX733" fmla="*/ 5861335 w 7467600"/>
              <a:gd name="connsiteY733" fmla="*/ 899177 h 6858000"/>
              <a:gd name="connsiteX734" fmla="*/ 5843702 w 7467600"/>
              <a:gd name="connsiteY734" fmla="*/ 899748 h 6858000"/>
              <a:gd name="connsiteX735" fmla="*/ 5651107 w 7467600"/>
              <a:gd name="connsiteY735" fmla="*/ 920306 h 6858000"/>
              <a:gd name="connsiteX736" fmla="*/ 5459407 w 7467600"/>
              <a:gd name="connsiteY736" fmla="*/ 940975 h 6858000"/>
              <a:gd name="connsiteX737" fmla="*/ 5374846 w 7467600"/>
              <a:gd name="connsiteY737" fmla="*/ 941988 h 6858000"/>
              <a:gd name="connsiteX738" fmla="*/ 5256105 w 7467600"/>
              <a:gd name="connsiteY738" fmla="*/ 945632 h 6858000"/>
              <a:gd name="connsiteX739" fmla="*/ 5107071 w 7467600"/>
              <a:gd name="connsiteY739" fmla="*/ 969720 h 6858000"/>
              <a:gd name="connsiteX740" fmla="*/ 4998681 w 7467600"/>
              <a:gd name="connsiteY740" fmla="*/ 988771 h 6858000"/>
              <a:gd name="connsiteX741" fmla="*/ 5870151 w 7467600"/>
              <a:gd name="connsiteY741" fmla="*/ 898890 h 6858000"/>
              <a:gd name="connsiteX742" fmla="*/ 5504425 w 7467600"/>
              <a:gd name="connsiteY742" fmla="*/ 848067 h 6858000"/>
              <a:gd name="connsiteX743" fmla="*/ 4968849 w 7467600"/>
              <a:gd name="connsiteY743" fmla="*/ 962318 h 6858000"/>
              <a:gd name="connsiteX744" fmla="*/ 5104039 w 7467600"/>
              <a:gd name="connsiteY744" fmla="*/ 940634 h 6858000"/>
              <a:gd name="connsiteX745" fmla="*/ 5256311 w 7467600"/>
              <a:gd name="connsiteY745" fmla="*/ 916490 h 6858000"/>
              <a:gd name="connsiteX746" fmla="*/ 5377381 w 7467600"/>
              <a:gd name="connsiteY746" fmla="*/ 912671 h 6858000"/>
              <a:gd name="connsiteX747" fmla="*/ 5460148 w 7467600"/>
              <a:gd name="connsiteY747" fmla="*/ 911442 h 6858000"/>
              <a:gd name="connsiteX748" fmla="*/ 5648971 w 7467600"/>
              <a:gd name="connsiteY748" fmla="*/ 891331 h 6858000"/>
              <a:gd name="connsiteX749" fmla="*/ 5844807 w 7467600"/>
              <a:gd name="connsiteY749" fmla="*/ 870718 h 6858000"/>
              <a:gd name="connsiteX750" fmla="*/ 5862975 w 7467600"/>
              <a:gd name="connsiteY750" fmla="*/ 869756 h 6858000"/>
              <a:gd name="connsiteX751" fmla="*/ 5920887 w 7467600"/>
              <a:gd name="connsiteY751" fmla="*/ 865929 h 6858000"/>
              <a:gd name="connsiteX752" fmla="*/ 5504425 w 7467600"/>
              <a:gd name="connsiteY752" fmla="*/ 848067 h 6858000"/>
              <a:gd name="connsiteX753" fmla="*/ 3607114 w 7467600"/>
              <a:gd name="connsiteY753" fmla="*/ 467441 h 6858000"/>
              <a:gd name="connsiteX754" fmla="*/ 3296242 w 7467600"/>
              <a:gd name="connsiteY754" fmla="*/ 807991 h 6858000"/>
              <a:gd name="connsiteX755" fmla="*/ 3174674 w 7467600"/>
              <a:gd name="connsiteY755" fmla="*/ 919759 h 6858000"/>
              <a:gd name="connsiteX756" fmla="*/ 3042978 w 7467600"/>
              <a:gd name="connsiteY756" fmla="*/ 1054894 h 6858000"/>
              <a:gd name="connsiteX757" fmla="*/ 2968914 w 7467600"/>
              <a:gd name="connsiteY757" fmla="*/ 1133756 h 6858000"/>
              <a:gd name="connsiteX758" fmla="*/ 3103823 w 7467600"/>
              <a:gd name="connsiteY758" fmla="*/ 1026814 h 6858000"/>
              <a:gd name="connsiteX759" fmla="*/ 3607114 w 7467600"/>
              <a:gd name="connsiteY759" fmla="*/ 467441 h 6858000"/>
              <a:gd name="connsiteX760" fmla="*/ 3744487 w 7467600"/>
              <a:gd name="connsiteY760" fmla="*/ 383136 h 6858000"/>
              <a:gd name="connsiteX761" fmla="*/ 3970213 w 7467600"/>
              <a:gd name="connsiteY761" fmla="*/ 995559 h 6858000"/>
              <a:gd name="connsiteX762" fmla="*/ 3744487 w 7467600"/>
              <a:gd name="connsiteY762" fmla="*/ 383136 h 6858000"/>
              <a:gd name="connsiteX763" fmla="*/ 3624562 w 7467600"/>
              <a:gd name="connsiteY763" fmla="*/ 367041 h 6858000"/>
              <a:gd name="connsiteX764" fmla="*/ 3489712 w 7467600"/>
              <a:gd name="connsiteY764" fmla="*/ 485386 h 6858000"/>
              <a:gd name="connsiteX765" fmla="*/ 3182994 w 7467600"/>
              <a:gd name="connsiteY765" fmla="*/ 828265 h 6858000"/>
              <a:gd name="connsiteX766" fmla="*/ 2892114 w 7467600"/>
              <a:gd name="connsiteY766" fmla="*/ 1172635 h 6858000"/>
              <a:gd name="connsiteX767" fmla="*/ 3021459 w 7467600"/>
              <a:gd name="connsiteY767" fmla="*/ 1035385 h 6858000"/>
              <a:gd name="connsiteX768" fmla="*/ 3153873 w 7467600"/>
              <a:gd name="connsiteY768" fmla="*/ 898971 h 6858000"/>
              <a:gd name="connsiteX769" fmla="*/ 3276511 w 7467600"/>
              <a:gd name="connsiteY769" fmla="*/ 786423 h 6858000"/>
              <a:gd name="connsiteX770" fmla="*/ 3584154 w 7467600"/>
              <a:gd name="connsiteY770" fmla="*/ 448218 h 6858000"/>
              <a:gd name="connsiteX771" fmla="*/ 3624562 w 7467600"/>
              <a:gd name="connsiteY771" fmla="*/ 367041 h 6858000"/>
              <a:gd name="connsiteX772" fmla="*/ 3766672 w 7467600"/>
              <a:gd name="connsiteY772" fmla="*/ 359429 h 6858000"/>
              <a:gd name="connsiteX773" fmla="*/ 3996338 w 7467600"/>
              <a:gd name="connsiteY773" fmla="*/ 968237 h 6858000"/>
              <a:gd name="connsiteX774" fmla="*/ 3766672 w 7467600"/>
              <a:gd name="connsiteY774" fmla="*/ 359429 h 6858000"/>
              <a:gd name="connsiteX775" fmla="*/ 5805386 w 7467600"/>
              <a:gd name="connsiteY775" fmla="*/ 239240 h 6858000"/>
              <a:gd name="connsiteX776" fmla="*/ 5736947 w 7467600"/>
              <a:gd name="connsiteY776" fmla="*/ 261367 h 6858000"/>
              <a:gd name="connsiteX777" fmla="*/ 5427012 w 7467600"/>
              <a:gd name="connsiteY777" fmla="*/ 311272 h 6858000"/>
              <a:gd name="connsiteX778" fmla="*/ 5147818 w 7467600"/>
              <a:gd name="connsiteY778" fmla="*/ 322112 h 6858000"/>
              <a:gd name="connsiteX779" fmla="*/ 5060854 w 7467600"/>
              <a:gd name="connsiteY779" fmla="*/ 311882 h 6858000"/>
              <a:gd name="connsiteX780" fmla="*/ 4945989 w 7467600"/>
              <a:gd name="connsiteY780" fmla="*/ 300516 h 6858000"/>
              <a:gd name="connsiteX781" fmla="*/ 5410479 w 7467600"/>
              <a:gd name="connsiteY781" fmla="*/ 348434 h 6858000"/>
              <a:gd name="connsiteX782" fmla="*/ 5805386 w 7467600"/>
              <a:gd name="connsiteY782" fmla="*/ 239240 h 6858000"/>
              <a:gd name="connsiteX783" fmla="*/ 5905192 w 7467600"/>
              <a:gd name="connsiteY783" fmla="*/ 163079 h 6858000"/>
              <a:gd name="connsiteX784" fmla="*/ 5865655 w 7467600"/>
              <a:gd name="connsiteY784" fmla="*/ 171901 h 6858000"/>
              <a:gd name="connsiteX785" fmla="*/ 5259740 w 7467600"/>
              <a:gd name="connsiteY785" fmla="*/ 257013 h 6858000"/>
              <a:gd name="connsiteX786" fmla="*/ 5208466 w 7467600"/>
              <a:gd name="connsiteY786" fmla="*/ 257550 h 6858000"/>
              <a:gd name="connsiteX787" fmla="*/ 4980204 w 7467600"/>
              <a:gd name="connsiteY787" fmla="*/ 271903 h 6858000"/>
              <a:gd name="connsiteX788" fmla="*/ 5068068 w 7467600"/>
              <a:gd name="connsiteY788" fmla="*/ 282244 h 6858000"/>
              <a:gd name="connsiteX789" fmla="*/ 5153231 w 7467600"/>
              <a:gd name="connsiteY789" fmla="*/ 292240 h 6858000"/>
              <a:gd name="connsiteX790" fmla="*/ 5426491 w 7467600"/>
              <a:gd name="connsiteY790" fmla="*/ 281128 h 6858000"/>
              <a:gd name="connsiteX791" fmla="*/ 5731212 w 7467600"/>
              <a:gd name="connsiteY791" fmla="*/ 231951 h 6858000"/>
              <a:gd name="connsiteX792" fmla="*/ 5905192 w 7467600"/>
              <a:gd name="connsiteY792" fmla="*/ 163079 h 6858000"/>
              <a:gd name="connsiteX793" fmla="*/ 5944437 w 7467600"/>
              <a:gd name="connsiteY793" fmla="*/ 113829 h 6858000"/>
              <a:gd name="connsiteX794" fmla="*/ 5825032 w 7467600"/>
              <a:gd name="connsiteY794" fmla="*/ 146405 h 6858000"/>
              <a:gd name="connsiteX795" fmla="*/ 4955599 w 7467600"/>
              <a:gd name="connsiteY795" fmla="*/ 247008 h 6858000"/>
              <a:gd name="connsiteX796" fmla="*/ 5210104 w 7467600"/>
              <a:gd name="connsiteY796" fmla="*/ 228123 h 6858000"/>
              <a:gd name="connsiteX797" fmla="*/ 5261015 w 7467600"/>
              <a:gd name="connsiteY797" fmla="*/ 227087 h 6858000"/>
              <a:gd name="connsiteX798" fmla="*/ 5861181 w 7467600"/>
              <a:gd name="connsiteY798" fmla="*/ 143093 h 6858000"/>
              <a:gd name="connsiteX799" fmla="*/ 5961252 w 7467600"/>
              <a:gd name="connsiteY799" fmla="*/ 114820 h 6858000"/>
              <a:gd name="connsiteX800" fmla="*/ 5944437 w 7467600"/>
              <a:gd name="connsiteY800" fmla="*/ 113829 h 6858000"/>
              <a:gd name="connsiteX801" fmla="*/ 3882765 w 7467600"/>
              <a:gd name="connsiteY801" fmla="*/ 0 h 6858000"/>
              <a:gd name="connsiteX802" fmla="*/ 3995099 w 7467600"/>
              <a:gd name="connsiteY802" fmla="*/ 0 h 6858000"/>
              <a:gd name="connsiteX803" fmla="*/ 4163818 w 7467600"/>
              <a:gd name="connsiteY803" fmla="*/ 234104 h 6858000"/>
              <a:gd name="connsiteX804" fmla="*/ 4172099 w 7467600"/>
              <a:gd name="connsiteY804" fmla="*/ 234207 h 6858000"/>
              <a:gd name="connsiteX805" fmla="*/ 4784282 w 7467600"/>
              <a:gd name="connsiteY805" fmla="*/ 276561 h 6858000"/>
              <a:gd name="connsiteX806" fmla="*/ 4801687 w 7467600"/>
              <a:gd name="connsiteY806" fmla="*/ 267764 h 6858000"/>
              <a:gd name="connsiteX807" fmla="*/ 6082788 w 7467600"/>
              <a:gd name="connsiteY807" fmla="*/ 64119 h 6858000"/>
              <a:gd name="connsiteX808" fmla="*/ 6099442 w 7467600"/>
              <a:gd name="connsiteY808" fmla="*/ 82568 h 6858000"/>
              <a:gd name="connsiteX809" fmla="*/ 4804137 w 7467600"/>
              <a:gd name="connsiteY809" fmla="*/ 320931 h 6858000"/>
              <a:gd name="connsiteX810" fmla="*/ 4227047 w 7467600"/>
              <a:gd name="connsiteY810" fmla="*/ 313415 h 6858000"/>
              <a:gd name="connsiteX811" fmla="*/ 4346041 w 7467600"/>
              <a:gd name="connsiteY811" fmla="*/ 456086 h 6858000"/>
              <a:gd name="connsiteX812" fmla="*/ 4870967 w 7467600"/>
              <a:gd name="connsiteY812" fmla="*/ 963061 h 6858000"/>
              <a:gd name="connsiteX813" fmla="*/ 4889647 w 7467600"/>
              <a:gd name="connsiteY813" fmla="*/ 957147 h 6858000"/>
              <a:gd name="connsiteX814" fmla="*/ 5422504 w 7467600"/>
              <a:gd name="connsiteY814" fmla="*/ 805191 h 6858000"/>
              <a:gd name="connsiteX815" fmla="*/ 6087656 w 7467600"/>
              <a:gd name="connsiteY815" fmla="*/ 826703 h 6858000"/>
              <a:gd name="connsiteX816" fmla="*/ 6058717 w 7467600"/>
              <a:gd name="connsiteY816" fmla="*/ 865992 h 6858000"/>
              <a:gd name="connsiteX817" fmla="*/ 4974153 w 7467600"/>
              <a:gd name="connsiteY817" fmla="*/ 1045456 h 6858000"/>
              <a:gd name="connsiteX818" fmla="*/ 5627835 w 7467600"/>
              <a:gd name="connsiteY818" fmla="*/ 1472077 h 6858000"/>
              <a:gd name="connsiteX819" fmla="*/ 5629817 w 7467600"/>
              <a:gd name="connsiteY819" fmla="*/ 1471412 h 6858000"/>
              <a:gd name="connsiteX820" fmla="*/ 5634124 w 7467600"/>
              <a:gd name="connsiteY820" fmla="*/ 1470572 h 6858000"/>
              <a:gd name="connsiteX821" fmla="*/ 5755832 w 7467600"/>
              <a:gd name="connsiteY821" fmla="*/ 1383886 h 6858000"/>
              <a:gd name="connsiteX822" fmla="*/ 6014186 w 7467600"/>
              <a:gd name="connsiteY822" fmla="*/ 1279799 h 6858000"/>
              <a:gd name="connsiteX823" fmla="*/ 6901619 w 7467600"/>
              <a:gd name="connsiteY823" fmla="*/ 1047874 h 6858000"/>
              <a:gd name="connsiteX824" fmla="*/ 6931566 w 7467600"/>
              <a:gd name="connsiteY824" fmla="*/ 1062034 h 6858000"/>
              <a:gd name="connsiteX825" fmla="*/ 5790982 w 7467600"/>
              <a:gd name="connsiteY825" fmla="*/ 1561380 h 6858000"/>
              <a:gd name="connsiteX826" fmla="*/ 6188971 w 7467600"/>
              <a:gd name="connsiteY826" fmla="*/ 1755168 h 6858000"/>
              <a:gd name="connsiteX827" fmla="*/ 6202446 w 7467600"/>
              <a:gd name="connsiteY827" fmla="*/ 1752268 h 6858000"/>
              <a:gd name="connsiteX828" fmla="*/ 7179560 w 7467600"/>
              <a:gd name="connsiteY828" fmla="*/ 1467551 h 6858000"/>
              <a:gd name="connsiteX829" fmla="*/ 7158730 w 7467600"/>
              <a:gd name="connsiteY829" fmla="*/ 1507835 h 6858000"/>
              <a:gd name="connsiteX830" fmla="*/ 6326959 w 7467600"/>
              <a:gd name="connsiteY830" fmla="*/ 1817686 h 6858000"/>
              <a:gd name="connsiteX831" fmla="*/ 6537433 w 7467600"/>
              <a:gd name="connsiteY831" fmla="*/ 1907790 h 6858000"/>
              <a:gd name="connsiteX832" fmla="*/ 6550221 w 7467600"/>
              <a:gd name="connsiteY832" fmla="*/ 1910729 h 6858000"/>
              <a:gd name="connsiteX833" fmla="*/ 6964438 w 7467600"/>
              <a:gd name="connsiteY833" fmla="*/ 2209505 h 6858000"/>
              <a:gd name="connsiteX834" fmla="*/ 7367862 w 7467600"/>
              <a:gd name="connsiteY834" fmla="*/ 2806833 h 6858000"/>
              <a:gd name="connsiteX835" fmla="*/ 7364329 w 7467600"/>
              <a:gd name="connsiteY835" fmla="*/ 2826907 h 6858000"/>
              <a:gd name="connsiteX836" fmla="*/ 7290545 w 7467600"/>
              <a:gd name="connsiteY836" fmla="*/ 2850663 h 6858000"/>
              <a:gd name="connsiteX837" fmla="*/ 6472036 w 7467600"/>
              <a:gd name="connsiteY837" fmla="*/ 1959003 h 6858000"/>
              <a:gd name="connsiteX838" fmla="*/ 5792897 w 7467600"/>
              <a:gd name="connsiteY838" fmla="*/ 1647747 h 6858000"/>
              <a:gd name="connsiteX839" fmla="*/ 5842751 w 7467600"/>
              <a:gd name="connsiteY839" fmla="*/ 1816112 h 6858000"/>
              <a:gd name="connsiteX840" fmla="*/ 5847424 w 7467600"/>
              <a:gd name="connsiteY840" fmla="*/ 1815776 h 6858000"/>
              <a:gd name="connsiteX841" fmla="*/ 6399821 w 7467600"/>
              <a:gd name="connsiteY841" fmla="*/ 2344799 h 6858000"/>
              <a:gd name="connsiteX842" fmla="*/ 6323232 w 7467600"/>
              <a:gd name="connsiteY842" fmla="*/ 2389634 h 6858000"/>
              <a:gd name="connsiteX843" fmla="*/ 5942958 w 7467600"/>
              <a:gd name="connsiteY843" fmla="*/ 2077708 h 6858000"/>
              <a:gd name="connsiteX844" fmla="*/ 5921559 w 7467600"/>
              <a:gd name="connsiteY844" fmla="*/ 2378596 h 6858000"/>
              <a:gd name="connsiteX845" fmla="*/ 5817651 w 7467600"/>
              <a:gd name="connsiteY845" fmla="*/ 3023919 h 6858000"/>
              <a:gd name="connsiteX846" fmla="*/ 5729634 w 7467600"/>
              <a:gd name="connsiteY846" fmla="*/ 3051849 h 6858000"/>
              <a:gd name="connsiteX847" fmla="*/ 5611018 w 7467600"/>
              <a:gd name="connsiteY847" fmla="*/ 2316769 h 6858000"/>
              <a:gd name="connsiteX848" fmla="*/ 5687608 w 7467600"/>
              <a:gd name="connsiteY848" fmla="*/ 2039972 h 6858000"/>
              <a:gd name="connsiteX849" fmla="*/ 5657554 w 7467600"/>
              <a:gd name="connsiteY849" fmla="*/ 1576445 h 6858000"/>
              <a:gd name="connsiteX850" fmla="*/ 5150475 w 7467600"/>
              <a:gd name="connsiteY850" fmla="*/ 1274012 h 6858000"/>
              <a:gd name="connsiteX851" fmla="*/ 5349142 w 7467600"/>
              <a:gd name="connsiteY851" fmla="*/ 2204405 h 6858000"/>
              <a:gd name="connsiteX852" fmla="*/ 5262214 w 7467600"/>
              <a:gd name="connsiteY852" fmla="*/ 2233836 h 6858000"/>
              <a:gd name="connsiteX853" fmla="*/ 4981539 w 7467600"/>
              <a:gd name="connsiteY853" fmla="*/ 1542201 h 6858000"/>
              <a:gd name="connsiteX854" fmla="*/ 4958461 w 7467600"/>
              <a:gd name="connsiteY854" fmla="*/ 1136957 h 6858000"/>
              <a:gd name="connsiteX855" fmla="*/ 4655015 w 7467600"/>
              <a:gd name="connsiteY855" fmla="*/ 891426 h 6858000"/>
              <a:gd name="connsiteX856" fmla="*/ 4348002 w 7467600"/>
              <a:gd name="connsiteY856" fmla="*/ 2205895 h 6858000"/>
              <a:gd name="connsiteX857" fmla="*/ 4262250 w 7467600"/>
              <a:gd name="connsiteY857" fmla="*/ 2219972 h 6858000"/>
              <a:gd name="connsiteX858" fmla="*/ 4550611 w 7467600"/>
              <a:gd name="connsiteY858" fmla="*/ 817540 h 6858000"/>
              <a:gd name="connsiteX859" fmla="*/ 4564418 w 7467600"/>
              <a:gd name="connsiteY859" fmla="*/ 808293 h 6858000"/>
              <a:gd name="connsiteX860" fmla="*/ 4266388 w 7467600"/>
              <a:gd name="connsiteY860" fmla="*/ 500083 h 6858000"/>
              <a:gd name="connsiteX861" fmla="*/ 4032842 w 7467600"/>
              <a:gd name="connsiteY861" fmla="*/ 211809 h 6858000"/>
              <a:gd name="connsiteX862" fmla="*/ 3882765 w 7467600"/>
              <a:gd name="connsiteY862" fmla="*/ 0 h 6858000"/>
              <a:gd name="connsiteX863" fmla="*/ 3721337 w 7467600"/>
              <a:gd name="connsiteY863" fmla="*/ 0 h 6858000"/>
              <a:gd name="connsiteX864" fmla="*/ 3797544 w 7467600"/>
              <a:gd name="connsiteY864" fmla="*/ 0 h 6858000"/>
              <a:gd name="connsiteX865" fmla="*/ 3775734 w 7467600"/>
              <a:gd name="connsiteY865" fmla="*/ 95131 h 6858000"/>
              <a:gd name="connsiteX866" fmla="*/ 3724807 w 7467600"/>
              <a:gd name="connsiteY866" fmla="*/ 272257 h 6858000"/>
              <a:gd name="connsiteX867" fmla="*/ 3726844 w 7467600"/>
              <a:gd name="connsiteY867" fmla="*/ 282988 h 6858000"/>
              <a:gd name="connsiteX868" fmla="*/ 3742664 w 7467600"/>
              <a:gd name="connsiteY868" fmla="*/ 279918 h 6858000"/>
              <a:gd name="connsiteX869" fmla="*/ 4103910 w 7467600"/>
              <a:gd name="connsiteY869" fmla="*/ 1161917 h 6858000"/>
              <a:gd name="connsiteX870" fmla="*/ 4020269 w 7467600"/>
              <a:gd name="connsiteY870" fmla="*/ 1200406 h 6858000"/>
              <a:gd name="connsiteX871" fmla="*/ 3674882 w 7467600"/>
              <a:gd name="connsiteY871" fmla="*/ 488524 h 6858000"/>
              <a:gd name="connsiteX872" fmla="*/ 3132682 w 7467600"/>
              <a:gd name="connsiteY872" fmla="*/ 1072284 h 6858000"/>
              <a:gd name="connsiteX873" fmla="*/ 2716346 w 7467600"/>
              <a:gd name="connsiteY873" fmla="*/ 1276376 h 6858000"/>
              <a:gd name="connsiteX874" fmla="*/ 2716772 w 7467600"/>
              <a:gd name="connsiteY874" fmla="*/ 1255462 h 6858000"/>
              <a:gd name="connsiteX875" fmla="*/ 3471096 w 7467600"/>
              <a:gd name="connsiteY875" fmla="*/ 437072 h 6858000"/>
              <a:gd name="connsiteX876" fmla="*/ 3639057 w 7467600"/>
              <a:gd name="connsiteY876" fmla="*/ 286334 h 6858000"/>
              <a:gd name="connsiteX877" fmla="*/ 3640309 w 7467600"/>
              <a:gd name="connsiteY877" fmla="*/ 284664 h 6858000"/>
              <a:gd name="connsiteX878" fmla="*/ 3646022 w 7467600"/>
              <a:gd name="connsiteY878" fmla="*/ 276711 h 6858000"/>
              <a:gd name="connsiteX879" fmla="*/ 3707943 w 7467600"/>
              <a:gd name="connsiteY879" fmla="*/ 65958 h 6858000"/>
              <a:gd name="connsiteX880" fmla="*/ 3721337 w 7467600"/>
              <a:gd name="connsiteY880" fmla="*/ 0 h 6858000"/>
              <a:gd name="connsiteX881" fmla="*/ 2867960 w 7467600"/>
              <a:gd name="connsiteY881" fmla="*/ 0 h 6858000"/>
              <a:gd name="connsiteX882" fmla="*/ 2926351 w 7467600"/>
              <a:gd name="connsiteY882" fmla="*/ 0 h 6858000"/>
              <a:gd name="connsiteX883" fmla="*/ 2902823 w 7467600"/>
              <a:gd name="connsiteY883" fmla="*/ 262929 h 6858000"/>
              <a:gd name="connsiteX884" fmla="*/ 2940663 w 7467600"/>
              <a:gd name="connsiteY884" fmla="*/ 140884 h 6858000"/>
              <a:gd name="connsiteX885" fmla="*/ 2947039 w 7467600"/>
              <a:gd name="connsiteY885" fmla="*/ 122524 h 6858000"/>
              <a:gd name="connsiteX886" fmla="*/ 2984316 w 7467600"/>
              <a:gd name="connsiteY886" fmla="*/ 0 h 6858000"/>
              <a:gd name="connsiteX887" fmla="*/ 3016114 w 7467600"/>
              <a:gd name="connsiteY887" fmla="*/ 0 h 6858000"/>
              <a:gd name="connsiteX888" fmla="*/ 2979949 w 7467600"/>
              <a:gd name="connsiteY888" fmla="*/ 119274 h 6858000"/>
              <a:gd name="connsiteX889" fmla="*/ 3023879 w 7467600"/>
              <a:gd name="connsiteY889" fmla="*/ 0 h 6858000"/>
              <a:gd name="connsiteX890" fmla="*/ 3105400 w 7467600"/>
              <a:gd name="connsiteY890" fmla="*/ 0 h 6858000"/>
              <a:gd name="connsiteX891" fmla="*/ 3094669 w 7467600"/>
              <a:gd name="connsiteY891" fmla="*/ 30308 h 6858000"/>
              <a:gd name="connsiteX892" fmla="*/ 2901945 w 7467600"/>
              <a:gd name="connsiteY892" fmla="*/ 466538 h 6858000"/>
              <a:gd name="connsiteX893" fmla="*/ 2815209 w 7467600"/>
              <a:gd name="connsiteY893" fmla="*/ 497361 h 6858000"/>
              <a:gd name="connsiteX894" fmla="*/ 2844845 w 7467600"/>
              <a:gd name="connsiteY894" fmla="*/ 127638 h 6858000"/>
              <a:gd name="connsiteX895" fmla="*/ 2867960 w 7467600"/>
              <a:gd name="connsiteY895" fmla="*/ 0 h 6858000"/>
              <a:gd name="connsiteX896" fmla="*/ 1057230 w 7467600"/>
              <a:gd name="connsiteY896" fmla="*/ 0 h 6858000"/>
              <a:gd name="connsiteX897" fmla="*/ 1111003 w 7467600"/>
              <a:gd name="connsiteY897" fmla="*/ 0 h 6858000"/>
              <a:gd name="connsiteX898" fmla="*/ 1125553 w 7467600"/>
              <a:gd name="connsiteY898" fmla="*/ 52588 h 6858000"/>
              <a:gd name="connsiteX899" fmla="*/ 1304276 w 7467600"/>
              <a:gd name="connsiteY899" fmla="*/ 476275 h 6858000"/>
              <a:gd name="connsiteX900" fmla="*/ 1492066 w 7467600"/>
              <a:gd name="connsiteY900" fmla="*/ 886333 h 6858000"/>
              <a:gd name="connsiteX901" fmla="*/ 1423698 w 7467600"/>
              <a:gd name="connsiteY901" fmla="*/ 710817 h 6858000"/>
              <a:gd name="connsiteX902" fmla="*/ 1357609 w 7467600"/>
              <a:gd name="connsiteY902" fmla="*/ 532892 h 6858000"/>
              <a:gd name="connsiteX903" fmla="*/ 1309550 w 7467600"/>
              <a:gd name="connsiteY903" fmla="*/ 374031 h 6858000"/>
              <a:gd name="connsiteX904" fmla="*/ 1193673 w 7467600"/>
              <a:gd name="connsiteY904" fmla="*/ 49533 h 6858000"/>
              <a:gd name="connsiteX905" fmla="*/ 1164391 w 7467600"/>
              <a:gd name="connsiteY905" fmla="*/ 0 h 6858000"/>
              <a:gd name="connsiteX906" fmla="*/ 1200666 w 7467600"/>
              <a:gd name="connsiteY906" fmla="*/ 0 h 6858000"/>
              <a:gd name="connsiteX907" fmla="*/ 1223408 w 7467600"/>
              <a:gd name="connsiteY907" fmla="*/ 38996 h 6858000"/>
              <a:gd name="connsiteX908" fmla="*/ 1339635 w 7467600"/>
              <a:gd name="connsiteY908" fmla="*/ 365517 h 6858000"/>
              <a:gd name="connsiteX909" fmla="*/ 1387469 w 7467600"/>
              <a:gd name="connsiteY909" fmla="*/ 523079 h 6858000"/>
              <a:gd name="connsiteX910" fmla="*/ 1452685 w 7467600"/>
              <a:gd name="connsiteY910" fmla="*/ 699806 h 6858000"/>
              <a:gd name="connsiteX911" fmla="*/ 1492092 w 7467600"/>
              <a:gd name="connsiteY911" fmla="*/ 800424 h 6858000"/>
              <a:gd name="connsiteX912" fmla="*/ 1455302 w 7467600"/>
              <a:gd name="connsiteY912" fmla="*/ 632913 h 6858000"/>
              <a:gd name="connsiteX913" fmla="*/ 1222336 w 7467600"/>
              <a:gd name="connsiteY913" fmla="*/ 9480 h 6858000"/>
              <a:gd name="connsiteX914" fmla="*/ 1214634 w 7467600"/>
              <a:gd name="connsiteY914" fmla="*/ 0 h 6858000"/>
              <a:gd name="connsiteX915" fmla="*/ 1289827 w 7467600"/>
              <a:gd name="connsiteY915" fmla="*/ 0 h 6858000"/>
              <a:gd name="connsiteX916" fmla="*/ 1321076 w 7467600"/>
              <a:gd name="connsiteY916" fmla="*/ 59722 h 6858000"/>
              <a:gd name="connsiteX917" fmla="*/ 1512579 w 7467600"/>
              <a:gd name="connsiteY917" fmla="*/ 626441 h 6858000"/>
              <a:gd name="connsiteX918" fmla="*/ 1506076 w 7467600"/>
              <a:gd name="connsiteY918" fmla="*/ 1089289 h 6858000"/>
              <a:gd name="connsiteX919" fmla="*/ 1486346 w 7467600"/>
              <a:gd name="connsiteY919" fmla="*/ 1079919 h 6858000"/>
              <a:gd name="connsiteX920" fmla="*/ 1070511 w 7467600"/>
              <a:gd name="connsiteY920" fmla="*/ 48609 h 6858000"/>
              <a:gd name="connsiteX921" fmla="*/ 1057230 w 7467600"/>
              <a:gd name="connsiteY921" fmla="*/ 0 h 6858000"/>
              <a:gd name="connsiteX922" fmla="*/ 43151 w 7467600"/>
              <a:gd name="connsiteY922" fmla="*/ 0 h 6858000"/>
              <a:gd name="connsiteX923" fmla="*/ 95283 w 7467600"/>
              <a:gd name="connsiteY923" fmla="*/ 0 h 6858000"/>
              <a:gd name="connsiteX924" fmla="*/ 300708 w 7467600"/>
              <a:gd name="connsiteY924" fmla="*/ 154571 h 6858000"/>
              <a:gd name="connsiteX925" fmla="*/ 530414 w 7467600"/>
              <a:gd name="connsiteY925" fmla="*/ 354673 h 6858000"/>
              <a:gd name="connsiteX926" fmla="*/ 333785 w 7467600"/>
              <a:gd name="connsiteY926" fmla="*/ 161564 h 6858000"/>
              <a:gd name="connsiteX927" fmla="*/ 147005 w 7467600"/>
              <a:gd name="connsiteY927" fmla="*/ 0 h 6858000"/>
              <a:gd name="connsiteX928" fmla="*/ 272509 w 7467600"/>
              <a:gd name="connsiteY928" fmla="*/ 0 h 6858000"/>
              <a:gd name="connsiteX929" fmla="*/ 326276 w 7467600"/>
              <a:gd name="connsiteY929" fmla="*/ 45847 h 6858000"/>
              <a:gd name="connsiteX930" fmla="*/ 823759 w 7467600"/>
              <a:gd name="connsiteY930" fmla="*/ 574145 h 6858000"/>
              <a:gd name="connsiteX931" fmla="*/ 811254 w 7467600"/>
              <a:gd name="connsiteY931" fmla="*/ 665546 h 6858000"/>
              <a:gd name="connsiteX932" fmla="*/ 154042 w 7467600"/>
              <a:gd name="connsiteY932" fmla="*/ 261522 h 6858000"/>
              <a:gd name="connsiteX933" fmla="*/ 13550 w 7467600"/>
              <a:gd name="connsiteY933" fmla="*/ 158423 h 6858000"/>
              <a:gd name="connsiteX934" fmla="*/ 0 w 7467600"/>
              <a:gd name="connsiteY934" fmla="*/ 146618 h 6858000"/>
              <a:gd name="connsiteX935" fmla="*/ 0 w 7467600"/>
              <a:gd name="connsiteY935" fmla="*/ 59161 h 6858000"/>
              <a:gd name="connsiteX936" fmla="*/ 45427 w 7467600"/>
              <a:gd name="connsiteY936" fmla="*/ 101078 h 6858000"/>
              <a:gd name="connsiteX937" fmla="*/ 630103 w 7467600"/>
              <a:gd name="connsiteY937" fmla="*/ 485885 h 6858000"/>
              <a:gd name="connsiteX938" fmla="*/ 532040 w 7467600"/>
              <a:gd name="connsiteY938" fmla="*/ 399359 h 6858000"/>
              <a:gd name="connsiteX939" fmla="*/ 517618 w 7467600"/>
              <a:gd name="connsiteY939" fmla="*/ 385726 h 6858000"/>
              <a:gd name="connsiteX940" fmla="*/ 285074 w 7467600"/>
              <a:gd name="connsiteY940" fmla="*/ 182755 h 6858000"/>
              <a:gd name="connsiteX941" fmla="*/ 43151 w 7467600"/>
              <a:gd name="connsiteY94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289862 w 7467600"/>
              <a:gd name="connsiteY8" fmla="*/ 6659827 h 6858000"/>
              <a:gd name="connsiteX9" fmla="*/ 1019354 w 7467600"/>
              <a:gd name="connsiteY9" fmla="*/ 6315006 h 6858000"/>
              <a:gd name="connsiteX10" fmla="*/ 441046 w 7467600"/>
              <a:gd name="connsiteY10" fmla="*/ 6691153 h 6858000"/>
              <a:gd name="connsiteX11" fmla="*/ 1019354 w 7467600"/>
              <a:gd name="connsiteY11" fmla="*/ 6315006 h 6858000"/>
              <a:gd name="connsiteX12" fmla="*/ 991680 w 7467600"/>
              <a:gd name="connsiteY12" fmla="*/ 6298413 h 6858000"/>
              <a:gd name="connsiteX13" fmla="*/ 409060 w 7467600"/>
              <a:gd name="connsiteY13" fmla="*/ 6671470 h 6858000"/>
              <a:gd name="connsiteX14" fmla="*/ 991680 w 7467600"/>
              <a:gd name="connsiteY14" fmla="*/ 6298413 h 6858000"/>
              <a:gd name="connsiteX15" fmla="*/ 103333 w 7467600"/>
              <a:gd name="connsiteY15" fmla="*/ 5699602 h 6858000"/>
              <a:gd name="connsiteX16" fmla="*/ 233938 w 7467600"/>
              <a:gd name="connsiteY16" fmla="*/ 5809416 h 6858000"/>
              <a:gd name="connsiteX17" fmla="*/ 883580 w 7467600"/>
              <a:gd name="connsiteY17" fmla="*/ 6180710 h 6858000"/>
              <a:gd name="connsiteX18" fmla="*/ 487337 w 7467600"/>
              <a:gd name="connsiteY18" fmla="*/ 5950182 h 6858000"/>
              <a:gd name="connsiteX19" fmla="*/ 354051 w 7467600"/>
              <a:gd name="connsiteY19" fmla="*/ 5854912 h 6858000"/>
              <a:gd name="connsiteX20" fmla="*/ 195436 w 7467600"/>
              <a:gd name="connsiteY20" fmla="*/ 5755068 h 6858000"/>
              <a:gd name="connsiteX21" fmla="*/ 103333 w 7467600"/>
              <a:gd name="connsiteY21" fmla="*/ 5699602 h 6858000"/>
              <a:gd name="connsiteX22" fmla="*/ 5539432 w 7467600"/>
              <a:gd name="connsiteY22" fmla="*/ 5642928 h 6858000"/>
              <a:gd name="connsiteX23" fmla="*/ 5555462 w 7467600"/>
              <a:gd name="connsiteY23" fmla="*/ 5694454 h 6858000"/>
              <a:gd name="connsiteX24" fmla="*/ 5828270 w 7467600"/>
              <a:gd name="connsiteY24" fmla="*/ 6320663 h 6858000"/>
              <a:gd name="connsiteX25" fmla="*/ 5947416 w 7467600"/>
              <a:gd name="connsiteY25" fmla="*/ 6574846 h 6858000"/>
              <a:gd name="connsiteX26" fmla="*/ 5539432 w 7467600"/>
              <a:gd name="connsiteY26" fmla="*/ 5642928 h 6858000"/>
              <a:gd name="connsiteX27" fmla="*/ 51253 w 7467600"/>
              <a:gd name="connsiteY27" fmla="*/ 5631825 h 6858000"/>
              <a:gd name="connsiteX28" fmla="*/ 211622 w 7467600"/>
              <a:gd name="connsiteY28" fmla="*/ 5728803 h 6858000"/>
              <a:gd name="connsiteX29" fmla="*/ 371652 w 7467600"/>
              <a:gd name="connsiteY29" fmla="*/ 5829062 h 6858000"/>
              <a:gd name="connsiteX30" fmla="*/ 505903 w 7467600"/>
              <a:gd name="connsiteY30" fmla="*/ 5925221 h 6858000"/>
              <a:gd name="connsiteX31" fmla="*/ 899240 w 7467600"/>
              <a:gd name="connsiteY31" fmla="*/ 6153068 h 6858000"/>
              <a:gd name="connsiteX32" fmla="*/ 988114 w 7467600"/>
              <a:gd name="connsiteY32" fmla="*/ 6174204 h 6858000"/>
              <a:gd name="connsiteX33" fmla="*/ 845971 w 7467600"/>
              <a:gd name="connsiteY33" fmla="*/ 6067177 h 6858000"/>
              <a:gd name="connsiteX34" fmla="*/ 448057 w 7467600"/>
              <a:gd name="connsiteY34" fmla="*/ 5841376 h 6858000"/>
              <a:gd name="connsiteX35" fmla="*/ 51253 w 7467600"/>
              <a:gd name="connsiteY35" fmla="*/ 5631825 h 6858000"/>
              <a:gd name="connsiteX36" fmla="*/ 2606687 w 7467600"/>
              <a:gd name="connsiteY36" fmla="*/ 5630718 h 6858000"/>
              <a:gd name="connsiteX37" fmla="*/ 2645658 w 7467600"/>
              <a:gd name="connsiteY37" fmla="*/ 6640259 h 6858000"/>
              <a:gd name="connsiteX38" fmla="*/ 2606687 w 7467600"/>
              <a:gd name="connsiteY38" fmla="*/ 5630718 h 6858000"/>
              <a:gd name="connsiteX39" fmla="*/ 3642057 w 7467600"/>
              <a:gd name="connsiteY39" fmla="*/ 5573487 h 6858000"/>
              <a:gd name="connsiteX40" fmla="*/ 3632981 w 7467600"/>
              <a:gd name="connsiteY40" fmla="*/ 5579437 h 6858000"/>
              <a:gd name="connsiteX41" fmla="*/ 3382436 w 7467600"/>
              <a:gd name="connsiteY41" fmla="*/ 5952726 h 6858000"/>
              <a:gd name="connsiteX42" fmla="*/ 3191929 w 7467600"/>
              <a:gd name="connsiteY42" fmla="*/ 6662669 h 6858000"/>
              <a:gd name="connsiteX43" fmla="*/ 3369898 w 7467600"/>
              <a:gd name="connsiteY43" fmla="*/ 6081771 h 6858000"/>
              <a:gd name="connsiteX44" fmla="*/ 3642057 w 7467600"/>
              <a:gd name="connsiteY44" fmla="*/ 5573487 h 6858000"/>
              <a:gd name="connsiteX45" fmla="*/ 2650666 w 7467600"/>
              <a:gd name="connsiteY45" fmla="*/ 5530686 h 6858000"/>
              <a:gd name="connsiteX46" fmla="*/ 2650249 w 7467600"/>
              <a:gd name="connsiteY46" fmla="*/ 5532101 h 6858000"/>
              <a:gd name="connsiteX47" fmla="*/ 2663808 w 7467600"/>
              <a:gd name="connsiteY47" fmla="*/ 6535215 h 6858000"/>
              <a:gd name="connsiteX48" fmla="*/ 2665418 w 7467600"/>
              <a:gd name="connsiteY48" fmla="*/ 6132756 h 6858000"/>
              <a:gd name="connsiteX49" fmla="*/ 2650666 w 7467600"/>
              <a:gd name="connsiteY49" fmla="*/ 5530686 h 6858000"/>
              <a:gd name="connsiteX50" fmla="*/ 2680277 w 7467600"/>
              <a:gd name="connsiteY50" fmla="*/ 5479204 h 6858000"/>
              <a:gd name="connsiteX51" fmla="*/ 2678972 w 7467600"/>
              <a:gd name="connsiteY51" fmla="*/ 5481582 h 6858000"/>
              <a:gd name="connsiteX52" fmla="*/ 2696666 w 7467600"/>
              <a:gd name="connsiteY52" fmla="*/ 6133836 h 6858000"/>
              <a:gd name="connsiteX53" fmla="*/ 2695769 w 7467600"/>
              <a:gd name="connsiteY53" fmla="*/ 6390955 h 6858000"/>
              <a:gd name="connsiteX54" fmla="*/ 2739893 w 7467600"/>
              <a:gd name="connsiteY54" fmla="*/ 6108357 h 6858000"/>
              <a:gd name="connsiteX55" fmla="*/ 2680277 w 7467600"/>
              <a:gd name="connsiteY55" fmla="*/ 5479204 h 6858000"/>
              <a:gd name="connsiteX56" fmla="*/ 1132195 w 7467600"/>
              <a:gd name="connsiteY56" fmla="*/ 5467980 h 6858000"/>
              <a:gd name="connsiteX57" fmla="*/ 1679056 w 7467600"/>
              <a:gd name="connsiteY57" fmla="*/ 5516907 h 6858000"/>
              <a:gd name="connsiteX58" fmla="*/ 2128648 w 7467600"/>
              <a:gd name="connsiteY58" fmla="*/ 5474249 h 6858000"/>
              <a:gd name="connsiteX59" fmla="*/ 1825619 w 7467600"/>
              <a:gd name="connsiteY59" fmla="*/ 5478447 h 6858000"/>
              <a:gd name="connsiteX60" fmla="*/ 1737798 w 7467600"/>
              <a:gd name="connsiteY60" fmla="*/ 5483353 h 6858000"/>
              <a:gd name="connsiteX61" fmla="*/ 1132195 w 7467600"/>
              <a:gd name="connsiteY61" fmla="*/ 5467980 h 6858000"/>
              <a:gd name="connsiteX62" fmla="*/ 1456157 w 7467600"/>
              <a:gd name="connsiteY62" fmla="*/ 5371404 h 6858000"/>
              <a:gd name="connsiteX63" fmla="*/ 1244432 w 7467600"/>
              <a:gd name="connsiteY63" fmla="*/ 5385601 h 6858000"/>
              <a:gd name="connsiteX64" fmla="*/ 973990 w 7467600"/>
              <a:gd name="connsiteY64" fmla="*/ 5424940 h 6858000"/>
              <a:gd name="connsiteX65" fmla="*/ 1103809 w 7467600"/>
              <a:gd name="connsiteY65" fmla="*/ 5433720 h 6858000"/>
              <a:gd name="connsiteX66" fmla="*/ 1123454 w 7467600"/>
              <a:gd name="connsiteY66" fmla="*/ 5435727 h 6858000"/>
              <a:gd name="connsiteX67" fmla="*/ 1737017 w 7467600"/>
              <a:gd name="connsiteY67" fmla="*/ 5452183 h 6858000"/>
              <a:gd name="connsiteX68" fmla="*/ 1824397 w 7467600"/>
              <a:gd name="connsiteY68" fmla="*/ 5447757 h 6858000"/>
              <a:gd name="connsiteX69" fmla="*/ 2070059 w 7467600"/>
              <a:gd name="connsiteY69" fmla="*/ 5441660 h 6858000"/>
              <a:gd name="connsiteX70" fmla="*/ 1456157 w 7467600"/>
              <a:gd name="connsiteY70" fmla="*/ 5371404 h 6858000"/>
              <a:gd name="connsiteX71" fmla="*/ 4988186 w 7467600"/>
              <a:gd name="connsiteY71" fmla="*/ 5216467 h 6858000"/>
              <a:gd name="connsiteX72" fmla="*/ 4777334 w 7467600"/>
              <a:gd name="connsiteY72" fmla="*/ 5406072 h 6858000"/>
              <a:gd name="connsiteX73" fmla="*/ 4718341 w 7467600"/>
              <a:gd name="connsiteY73" fmla="*/ 5468043 h 6858000"/>
              <a:gd name="connsiteX74" fmla="*/ 4604655 w 7467600"/>
              <a:gd name="connsiteY74" fmla="*/ 5583434 h 6858000"/>
              <a:gd name="connsiteX75" fmla="*/ 4565074 w 7467600"/>
              <a:gd name="connsiteY75" fmla="*/ 5618550 h 6858000"/>
              <a:gd name="connsiteX76" fmla="*/ 4988186 w 7467600"/>
              <a:gd name="connsiteY76" fmla="*/ 5216467 h 6858000"/>
              <a:gd name="connsiteX77" fmla="*/ 4978032 w 7467600"/>
              <a:gd name="connsiteY77" fmla="*/ 5183809 h 6858000"/>
              <a:gd name="connsiteX78" fmla="*/ 4463413 w 7467600"/>
              <a:gd name="connsiteY78" fmla="*/ 5615162 h 6858000"/>
              <a:gd name="connsiteX79" fmla="*/ 4358134 w 7467600"/>
              <a:gd name="connsiteY79" fmla="*/ 5742791 h 6858000"/>
              <a:gd name="connsiteX80" fmla="*/ 4376219 w 7467600"/>
              <a:gd name="connsiteY80" fmla="*/ 5729027 h 6858000"/>
              <a:gd name="connsiteX81" fmla="*/ 4582340 w 7467600"/>
              <a:gd name="connsiteY81" fmla="*/ 5561037 h 6858000"/>
              <a:gd name="connsiteX82" fmla="*/ 4694684 w 7467600"/>
              <a:gd name="connsiteY82" fmla="*/ 5447098 h 6858000"/>
              <a:gd name="connsiteX83" fmla="*/ 4754123 w 7467600"/>
              <a:gd name="connsiteY83" fmla="*/ 5384643 h 6858000"/>
              <a:gd name="connsiteX84" fmla="*/ 4978032 w 7467600"/>
              <a:gd name="connsiteY84" fmla="*/ 5183809 h 6858000"/>
              <a:gd name="connsiteX85" fmla="*/ 1903353 w 7467600"/>
              <a:gd name="connsiteY85" fmla="*/ 5044827 h 6858000"/>
              <a:gd name="connsiteX86" fmla="*/ 1936931 w 7467600"/>
              <a:gd name="connsiteY86" fmla="*/ 5093954 h 6858000"/>
              <a:gd name="connsiteX87" fmla="*/ 2195868 w 7467600"/>
              <a:gd name="connsiteY87" fmla="*/ 5396574 h 6858000"/>
              <a:gd name="connsiteX88" fmla="*/ 2088852 w 7467600"/>
              <a:gd name="connsiteY88" fmla="*/ 5166123 h 6858000"/>
              <a:gd name="connsiteX89" fmla="*/ 1958241 w 7467600"/>
              <a:gd name="connsiteY89" fmla="*/ 5067955 h 6858000"/>
              <a:gd name="connsiteX90" fmla="*/ 1903353 w 7467600"/>
              <a:gd name="connsiteY90" fmla="*/ 5044827 h 6858000"/>
              <a:gd name="connsiteX91" fmla="*/ 1979378 w 7467600"/>
              <a:gd name="connsiteY91" fmla="*/ 4769504 h 6858000"/>
              <a:gd name="connsiteX92" fmla="*/ 2882120 w 7467600"/>
              <a:gd name="connsiteY92" fmla="*/ 5064547 h 6858000"/>
              <a:gd name="connsiteX93" fmla="*/ 2793103 w 7467600"/>
              <a:gd name="connsiteY93" fmla="*/ 5039699 h 6858000"/>
              <a:gd name="connsiteX94" fmla="*/ 2770041 w 7467600"/>
              <a:gd name="connsiteY94" fmla="*/ 5033634 h 6858000"/>
              <a:gd name="connsiteX95" fmla="*/ 1979378 w 7467600"/>
              <a:gd name="connsiteY95" fmla="*/ 4769504 h 6858000"/>
              <a:gd name="connsiteX96" fmla="*/ 1927410 w 7467600"/>
              <a:gd name="connsiteY96" fmla="*/ 4716164 h 6858000"/>
              <a:gd name="connsiteX97" fmla="*/ 1959587 w 7467600"/>
              <a:gd name="connsiteY97" fmla="*/ 4728849 h 6858000"/>
              <a:gd name="connsiteX98" fmla="*/ 2777707 w 7467600"/>
              <a:gd name="connsiteY98" fmla="*/ 5003991 h 6858000"/>
              <a:gd name="connsiteX99" fmla="*/ 2800768 w 7467600"/>
              <a:gd name="connsiteY99" fmla="*/ 5010056 h 6858000"/>
              <a:gd name="connsiteX100" fmla="*/ 2879408 w 7467600"/>
              <a:gd name="connsiteY100" fmla="*/ 5031590 h 6858000"/>
              <a:gd name="connsiteX101" fmla="*/ 2862295 w 7467600"/>
              <a:gd name="connsiteY101" fmla="*/ 5022958 h 6858000"/>
              <a:gd name="connsiteX102" fmla="*/ 2813343 w 7467600"/>
              <a:gd name="connsiteY102" fmla="*/ 4998369 h 6858000"/>
              <a:gd name="connsiteX103" fmla="*/ 2646245 w 7467600"/>
              <a:gd name="connsiteY103" fmla="*/ 4930999 h 6858000"/>
              <a:gd name="connsiteX104" fmla="*/ 1999243 w 7467600"/>
              <a:gd name="connsiteY104" fmla="*/ 4730524 h 6858000"/>
              <a:gd name="connsiteX105" fmla="*/ 1979527 w 7467600"/>
              <a:gd name="connsiteY105" fmla="*/ 4726651 h 6858000"/>
              <a:gd name="connsiteX106" fmla="*/ 1927410 w 7467600"/>
              <a:gd name="connsiteY106" fmla="*/ 4716164 h 6858000"/>
              <a:gd name="connsiteX107" fmla="*/ 1997014 w 7467600"/>
              <a:gd name="connsiteY107" fmla="*/ 4698007 h 6858000"/>
              <a:gd name="connsiteX108" fmla="*/ 2005458 w 7467600"/>
              <a:gd name="connsiteY108" fmla="*/ 4699540 h 6858000"/>
              <a:gd name="connsiteX109" fmla="*/ 2657186 w 7467600"/>
              <a:gd name="connsiteY109" fmla="*/ 4901687 h 6858000"/>
              <a:gd name="connsiteX110" fmla="*/ 2826662 w 7467600"/>
              <a:gd name="connsiteY110" fmla="*/ 4970362 h 6858000"/>
              <a:gd name="connsiteX111" fmla="*/ 2876100 w 7467600"/>
              <a:gd name="connsiteY111" fmla="*/ 4995397 h 6858000"/>
              <a:gd name="connsiteX112" fmla="*/ 3042600 w 7467600"/>
              <a:gd name="connsiteY112" fmla="*/ 5059532 h 6858000"/>
              <a:gd name="connsiteX113" fmla="*/ 1997014 w 7467600"/>
              <a:gd name="connsiteY113" fmla="*/ 4698007 h 6858000"/>
              <a:gd name="connsiteX114" fmla="*/ 2305292 w 7467600"/>
              <a:gd name="connsiteY114" fmla="*/ 4219492 h 6858000"/>
              <a:gd name="connsiteX115" fmla="*/ 3360922 w 7467600"/>
              <a:gd name="connsiteY115" fmla="*/ 4529373 h 6858000"/>
              <a:gd name="connsiteX116" fmla="*/ 3492420 w 7467600"/>
              <a:gd name="connsiteY116" fmla="*/ 4510145 h 6858000"/>
              <a:gd name="connsiteX117" fmla="*/ 3364086 w 7467600"/>
              <a:gd name="connsiteY117" fmla="*/ 4480340 h 6858000"/>
              <a:gd name="connsiteX118" fmla="*/ 3225818 w 7467600"/>
              <a:gd name="connsiteY118" fmla="*/ 4411822 h 6858000"/>
              <a:gd name="connsiteX119" fmla="*/ 3129696 w 7467600"/>
              <a:gd name="connsiteY119" fmla="*/ 4360704 h 6858000"/>
              <a:gd name="connsiteX120" fmla="*/ 2814545 w 7467600"/>
              <a:gd name="connsiteY120" fmla="*/ 4282955 h 6858000"/>
              <a:gd name="connsiteX121" fmla="*/ 2305292 w 7467600"/>
              <a:gd name="connsiteY121" fmla="*/ 4219492 h 6858000"/>
              <a:gd name="connsiteX122" fmla="*/ 2626982 w 7467600"/>
              <a:gd name="connsiteY122" fmla="*/ 4206450 h 6858000"/>
              <a:gd name="connsiteX123" fmla="*/ 2490617 w 7467600"/>
              <a:gd name="connsiteY123" fmla="*/ 4206951 h 6858000"/>
              <a:gd name="connsiteX124" fmla="*/ 2819869 w 7467600"/>
              <a:gd name="connsiteY124" fmla="*/ 4252936 h 6858000"/>
              <a:gd name="connsiteX125" fmla="*/ 3143018 w 7467600"/>
              <a:gd name="connsiteY125" fmla="*/ 4332698 h 6858000"/>
              <a:gd name="connsiteX126" fmla="*/ 3241520 w 7467600"/>
              <a:gd name="connsiteY126" fmla="*/ 4385112 h 6858000"/>
              <a:gd name="connsiteX127" fmla="*/ 3374575 w 7467600"/>
              <a:gd name="connsiteY127" fmla="*/ 4451517 h 6858000"/>
              <a:gd name="connsiteX128" fmla="*/ 3505221 w 7467600"/>
              <a:gd name="connsiteY128" fmla="*/ 4480757 h 6858000"/>
              <a:gd name="connsiteX129" fmla="*/ 2626982 w 7467600"/>
              <a:gd name="connsiteY129" fmla="*/ 4206450 h 6858000"/>
              <a:gd name="connsiteX130" fmla="*/ 1310106 w 7467600"/>
              <a:gd name="connsiteY130" fmla="*/ 3943217 h 6858000"/>
              <a:gd name="connsiteX131" fmla="*/ 854994 w 7467600"/>
              <a:gd name="connsiteY131" fmla="*/ 4399136 h 6858000"/>
              <a:gd name="connsiteX132" fmla="*/ 742462 w 7467600"/>
              <a:gd name="connsiteY132" fmla="*/ 4594648 h 6858000"/>
              <a:gd name="connsiteX133" fmla="*/ 820602 w 7467600"/>
              <a:gd name="connsiteY133" fmla="*/ 4485915 h 6858000"/>
              <a:gd name="connsiteX134" fmla="*/ 878295 w 7467600"/>
              <a:gd name="connsiteY134" fmla="*/ 4403594 h 6858000"/>
              <a:gd name="connsiteX135" fmla="*/ 1240607 w 7467600"/>
              <a:gd name="connsiteY135" fmla="*/ 4010401 h 6858000"/>
              <a:gd name="connsiteX136" fmla="*/ 1310106 w 7467600"/>
              <a:gd name="connsiteY136" fmla="*/ 3943217 h 6858000"/>
              <a:gd name="connsiteX137" fmla="*/ 1423113 w 7467600"/>
              <a:gd name="connsiteY137" fmla="*/ 3874565 h 6858000"/>
              <a:gd name="connsiteX138" fmla="*/ 1260565 w 7467600"/>
              <a:gd name="connsiteY138" fmla="*/ 4031982 h 6858000"/>
              <a:gd name="connsiteX139" fmla="*/ 901900 w 7467600"/>
              <a:gd name="connsiteY139" fmla="*/ 4421236 h 6858000"/>
              <a:gd name="connsiteX140" fmla="*/ 845044 w 7467600"/>
              <a:gd name="connsiteY140" fmla="*/ 4502436 h 6858000"/>
              <a:gd name="connsiteX141" fmla="*/ 685926 w 7467600"/>
              <a:gd name="connsiteY141" fmla="*/ 4703069 h 6858000"/>
              <a:gd name="connsiteX142" fmla="*/ 684248 w 7467600"/>
              <a:gd name="connsiteY142" fmla="*/ 4706721 h 6858000"/>
              <a:gd name="connsiteX143" fmla="*/ 1423113 w 7467600"/>
              <a:gd name="connsiteY143" fmla="*/ 3874565 h 6858000"/>
              <a:gd name="connsiteX144" fmla="*/ 3316479 w 7467600"/>
              <a:gd name="connsiteY144" fmla="*/ 3872136 h 6858000"/>
              <a:gd name="connsiteX145" fmla="*/ 3546806 w 7467600"/>
              <a:gd name="connsiteY145" fmla="*/ 4356139 h 6858000"/>
              <a:gd name="connsiteX146" fmla="*/ 3364433 w 7467600"/>
              <a:gd name="connsiteY146" fmla="*/ 3953121 h 6858000"/>
              <a:gd name="connsiteX147" fmla="*/ 3316479 w 7467600"/>
              <a:gd name="connsiteY147" fmla="*/ 3872136 h 6858000"/>
              <a:gd name="connsiteX148" fmla="*/ 3291335 w 7467600"/>
              <a:gd name="connsiteY148" fmla="*/ 3767420 h 6858000"/>
              <a:gd name="connsiteX149" fmla="*/ 3390805 w 7467600"/>
              <a:gd name="connsiteY149" fmla="*/ 3937163 h 6858000"/>
              <a:gd name="connsiteX150" fmla="*/ 3579062 w 7467600"/>
              <a:gd name="connsiteY150" fmla="*/ 4359040 h 6858000"/>
              <a:gd name="connsiteX151" fmla="*/ 3467355 w 7467600"/>
              <a:gd name="connsiteY151" fmla="*/ 3988130 h 6858000"/>
              <a:gd name="connsiteX152" fmla="*/ 3310753 w 7467600"/>
              <a:gd name="connsiteY152" fmla="*/ 3787140 h 6858000"/>
              <a:gd name="connsiteX153" fmla="*/ 3291335 w 7467600"/>
              <a:gd name="connsiteY153" fmla="*/ 3767420 h 6858000"/>
              <a:gd name="connsiteX154" fmla="*/ 1635889 w 7467600"/>
              <a:gd name="connsiteY154" fmla="*/ 3709494 h 6858000"/>
              <a:gd name="connsiteX155" fmla="*/ 1634800 w 7467600"/>
              <a:gd name="connsiteY155" fmla="*/ 3731111 h 6858000"/>
              <a:gd name="connsiteX156" fmla="*/ 1635889 w 7467600"/>
              <a:gd name="connsiteY156" fmla="*/ 3709494 h 6858000"/>
              <a:gd name="connsiteX157" fmla="*/ 1510397 w 7467600"/>
              <a:gd name="connsiteY157" fmla="*/ 3684705 h 6858000"/>
              <a:gd name="connsiteX158" fmla="*/ 1146550 w 7467600"/>
              <a:gd name="connsiteY158" fmla="*/ 3802012 h 6858000"/>
              <a:gd name="connsiteX159" fmla="*/ 698834 w 7467600"/>
              <a:gd name="connsiteY159" fmla="*/ 3952272 h 6858000"/>
              <a:gd name="connsiteX160" fmla="*/ 34256 w 7467600"/>
              <a:gd name="connsiteY160" fmla="*/ 4347603 h 6858000"/>
              <a:gd name="connsiteX161" fmla="*/ 527241 w 7467600"/>
              <a:gd name="connsiteY161" fmla="*/ 4065078 h 6858000"/>
              <a:gd name="connsiteX162" fmla="*/ 1510397 w 7467600"/>
              <a:gd name="connsiteY162" fmla="*/ 3684705 h 6858000"/>
              <a:gd name="connsiteX163" fmla="*/ 1313114 w 7467600"/>
              <a:gd name="connsiteY163" fmla="*/ 3655216 h 6858000"/>
              <a:gd name="connsiteX164" fmla="*/ 1109304 w 7467600"/>
              <a:gd name="connsiteY164" fmla="*/ 3669030 h 6858000"/>
              <a:gd name="connsiteX165" fmla="*/ 8129 w 7467600"/>
              <a:gd name="connsiteY165" fmla="*/ 4330519 h 6858000"/>
              <a:gd name="connsiteX166" fmla="*/ 687572 w 7467600"/>
              <a:gd name="connsiteY166" fmla="*/ 3925629 h 6858000"/>
              <a:gd name="connsiteX167" fmla="*/ 1138365 w 7467600"/>
              <a:gd name="connsiteY167" fmla="*/ 3774515 h 6858000"/>
              <a:gd name="connsiteX168" fmla="*/ 1505579 w 7467600"/>
              <a:gd name="connsiteY168" fmla="*/ 3655526 h 6858000"/>
              <a:gd name="connsiteX169" fmla="*/ 1313114 w 7467600"/>
              <a:gd name="connsiteY169" fmla="*/ 3655216 h 6858000"/>
              <a:gd name="connsiteX170" fmla="*/ 3655073 w 7467600"/>
              <a:gd name="connsiteY170" fmla="*/ 3650884 h 6858000"/>
              <a:gd name="connsiteX171" fmla="*/ 3989938 w 7467600"/>
              <a:gd name="connsiteY171" fmla="*/ 3991685 h 6858000"/>
              <a:gd name="connsiteX172" fmla="*/ 4393907 w 7467600"/>
              <a:gd name="connsiteY172" fmla="*/ 4261258 h 6858000"/>
              <a:gd name="connsiteX173" fmla="*/ 4648051 w 7467600"/>
              <a:gd name="connsiteY173" fmla="*/ 4374051 h 6858000"/>
              <a:gd name="connsiteX174" fmla="*/ 4383389 w 7467600"/>
              <a:gd name="connsiteY174" fmla="*/ 4184369 h 6858000"/>
              <a:gd name="connsiteX175" fmla="*/ 4165508 w 7467600"/>
              <a:gd name="connsiteY175" fmla="*/ 4035196 h 6858000"/>
              <a:gd name="connsiteX176" fmla="*/ 4068162 w 7467600"/>
              <a:gd name="connsiteY176" fmla="*/ 3953394 h 6858000"/>
              <a:gd name="connsiteX177" fmla="*/ 3981416 w 7467600"/>
              <a:gd name="connsiteY177" fmla="*/ 3880482 h 6858000"/>
              <a:gd name="connsiteX178" fmla="*/ 3800147 w 7467600"/>
              <a:gd name="connsiteY178" fmla="*/ 3749872 h 6858000"/>
              <a:gd name="connsiteX179" fmla="*/ 3655073 w 7467600"/>
              <a:gd name="connsiteY179" fmla="*/ 3650884 h 6858000"/>
              <a:gd name="connsiteX180" fmla="*/ 3670252 w 7467600"/>
              <a:gd name="connsiteY180" fmla="*/ 3622798 h 6858000"/>
              <a:gd name="connsiteX181" fmla="*/ 3817258 w 7467600"/>
              <a:gd name="connsiteY181" fmla="*/ 3723577 h 6858000"/>
              <a:gd name="connsiteX182" fmla="*/ 4000461 w 7467600"/>
              <a:gd name="connsiteY182" fmla="*/ 3855966 h 6858000"/>
              <a:gd name="connsiteX183" fmla="*/ 4088180 w 7467600"/>
              <a:gd name="connsiteY183" fmla="*/ 3929774 h 6858000"/>
              <a:gd name="connsiteX184" fmla="*/ 4184555 w 7467600"/>
              <a:gd name="connsiteY184" fmla="*/ 4010683 h 6858000"/>
              <a:gd name="connsiteX185" fmla="*/ 4399563 w 7467600"/>
              <a:gd name="connsiteY185" fmla="*/ 4158106 h 6858000"/>
              <a:gd name="connsiteX186" fmla="*/ 4684469 w 7467600"/>
              <a:gd name="connsiteY186" fmla="*/ 4364680 h 6858000"/>
              <a:gd name="connsiteX187" fmla="*/ 4690271 w 7467600"/>
              <a:gd name="connsiteY187" fmla="*/ 4370034 h 6858000"/>
              <a:gd name="connsiteX188" fmla="*/ 4136093 w 7467600"/>
              <a:gd name="connsiteY188" fmla="*/ 3858466 h 6858000"/>
              <a:gd name="connsiteX189" fmla="*/ 3670252 w 7467600"/>
              <a:gd name="connsiteY189" fmla="*/ 3622798 h 6858000"/>
              <a:gd name="connsiteX190" fmla="*/ 4440129 w 7467600"/>
              <a:gd name="connsiteY190" fmla="*/ 3448571 h 6858000"/>
              <a:gd name="connsiteX191" fmla="*/ 4856525 w 7467600"/>
              <a:gd name="connsiteY191" fmla="*/ 3915351 h 6858000"/>
              <a:gd name="connsiteX192" fmla="*/ 5059055 w 7467600"/>
              <a:gd name="connsiteY192" fmla="*/ 4108918 h 6858000"/>
              <a:gd name="connsiteX193" fmla="*/ 5290070 w 7467600"/>
              <a:gd name="connsiteY193" fmla="*/ 4263619 h 6858000"/>
              <a:gd name="connsiteX194" fmla="*/ 4834991 w 7467600"/>
              <a:gd name="connsiteY194" fmla="*/ 3830985 h 6858000"/>
              <a:gd name="connsiteX195" fmla="*/ 4440129 w 7467600"/>
              <a:gd name="connsiteY195" fmla="*/ 3448571 h 6858000"/>
              <a:gd name="connsiteX196" fmla="*/ 4441737 w 7467600"/>
              <a:gd name="connsiteY196" fmla="*/ 3399734 h 6858000"/>
              <a:gd name="connsiteX197" fmla="*/ 4431236 w 7467600"/>
              <a:gd name="connsiteY197" fmla="*/ 3400954 h 6858000"/>
              <a:gd name="connsiteX198" fmla="*/ 4557150 w 7467600"/>
              <a:gd name="connsiteY198" fmla="*/ 3510023 h 6858000"/>
              <a:gd name="connsiteX199" fmla="*/ 4856936 w 7467600"/>
              <a:gd name="connsiteY199" fmla="*/ 3809146 h 6858000"/>
              <a:gd name="connsiteX200" fmla="*/ 5111996 w 7467600"/>
              <a:gd name="connsiteY200" fmla="*/ 4065759 h 6858000"/>
              <a:gd name="connsiteX201" fmla="*/ 5388878 w 7467600"/>
              <a:gd name="connsiteY201" fmla="*/ 4300185 h 6858000"/>
              <a:gd name="connsiteX202" fmla="*/ 5425556 w 7467600"/>
              <a:gd name="connsiteY202" fmla="*/ 4308967 h 6858000"/>
              <a:gd name="connsiteX203" fmla="*/ 4943646 w 7467600"/>
              <a:gd name="connsiteY203" fmla="*/ 3822916 h 6858000"/>
              <a:gd name="connsiteX204" fmla="*/ 4594837 w 7467600"/>
              <a:gd name="connsiteY204" fmla="*/ 3532274 h 6858000"/>
              <a:gd name="connsiteX205" fmla="*/ 4441737 w 7467600"/>
              <a:gd name="connsiteY205" fmla="*/ 3399734 h 6858000"/>
              <a:gd name="connsiteX206" fmla="*/ 5425834 w 7467600"/>
              <a:gd name="connsiteY206" fmla="*/ 3162785 h 6858000"/>
              <a:gd name="connsiteX207" fmla="*/ 5401644 w 7467600"/>
              <a:gd name="connsiteY207" fmla="*/ 3617847 h 6858000"/>
              <a:gd name="connsiteX208" fmla="*/ 5467256 w 7467600"/>
              <a:gd name="connsiteY208" fmla="*/ 4175494 h 6858000"/>
              <a:gd name="connsiteX209" fmla="*/ 5448069 w 7467600"/>
              <a:gd name="connsiteY209" fmla="*/ 3567554 h 6858000"/>
              <a:gd name="connsiteX210" fmla="*/ 5425834 w 7467600"/>
              <a:gd name="connsiteY210" fmla="*/ 3162785 h 6858000"/>
              <a:gd name="connsiteX211" fmla="*/ 1318687 w 7467600"/>
              <a:gd name="connsiteY211" fmla="*/ 3113840 h 6858000"/>
              <a:gd name="connsiteX212" fmla="*/ 1066793 w 7467600"/>
              <a:gd name="connsiteY212" fmla="*/ 3212171 h 6858000"/>
              <a:gd name="connsiteX213" fmla="*/ 993319 w 7467600"/>
              <a:gd name="connsiteY213" fmla="*/ 3247648 h 6858000"/>
              <a:gd name="connsiteX214" fmla="*/ 853081 w 7467600"/>
              <a:gd name="connsiteY214" fmla="*/ 3312410 h 6858000"/>
              <a:gd name="connsiteX215" fmla="*/ 805957 w 7467600"/>
              <a:gd name="connsiteY215" fmla="*/ 3330443 h 6858000"/>
              <a:gd name="connsiteX216" fmla="*/ 1318687 w 7467600"/>
              <a:gd name="connsiteY216" fmla="*/ 3113840 h 6858000"/>
              <a:gd name="connsiteX217" fmla="*/ 5453702 w 7467600"/>
              <a:gd name="connsiteY217" fmla="*/ 3090882 h 6858000"/>
              <a:gd name="connsiteX218" fmla="*/ 5480135 w 7467600"/>
              <a:gd name="connsiteY218" fmla="*/ 3565802 h 6858000"/>
              <a:gd name="connsiteX219" fmla="*/ 5499023 w 7467600"/>
              <a:gd name="connsiteY219" fmla="*/ 4166310 h 6858000"/>
              <a:gd name="connsiteX220" fmla="*/ 5547022 w 7467600"/>
              <a:gd name="connsiteY220" fmla="*/ 3607838 h 6858000"/>
              <a:gd name="connsiteX221" fmla="*/ 5515964 w 7467600"/>
              <a:gd name="connsiteY221" fmla="*/ 3378541 h 6858000"/>
              <a:gd name="connsiteX222" fmla="*/ 5453702 w 7467600"/>
              <a:gd name="connsiteY222" fmla="*/ 3090882 h 6858000"/>
              <a:gd name="connsiteX223" fmla="*/ 1238695 w 7467600"/>
              <a:gd name="connsiteY223" fmla="*/ 3076820 h 6858000"/>
              <a:gd name="connsiteX224" fmla="*/ 716371 w 7467600"/>
              <a:gd name="connsiteY224" fmla="*/ 3293249 h 6858000"/>
              <a:gd name="connsiteX225" fmla="*/ 579522 w 7467600"/>
              <a:gd name="connsiteY225" fmla="*/ 3371759 h 6858000"/>
              <a:gd name="connsiteX226" fmla="*/ 600288 w 7467600"/>
              <a:gd name="connsiteY226" fmla="*/ 3365555 h 6858000"/>
              <a:gd name="connsiteX227" fmla="*/ 840692 w 7467600"/>
              <a:gd name="connsiteY227" fmla="*/ 3284921 h 6858000"/>
              <a:gd name="connsiteX228" fmla="*/ 979248 w 7467600"/>
              <a:gd name="connsiteY228" fmla="*/ 3221003 h 6858000"/>
              <a:gd name="connsiteX229" fmla="*/ 1053282 w 7467600"/>
              <a:gd name="connsiteY229" fmla="*/ 3185247 h 6858000"/>
              <a:gd name="connsiteX230" fmla="*/ 1320603 w 7467600"/>
              <a:gd name="connsiteY230" fmla="*/ 3081281 h 6858000"/>
              <a:gd name="connsiteX231" fmla="*/ 1238695 w 7467600"/>
              <a:gd name="connsiteY231" fmla="*/ 3076820 h 6858000"/>
              <a:gd name="connsiteX232" fmla="*/ 5425627 w 7467600"/>
              <a:gd name="connsiteY232" fmla="*/ 2954192 h 6858000"/>
              <a:gd name="connsiteX233" fmla="*/ 5470770 w 7467600"/>
              <a:gd name="connsiteY233" fmla="*/ 3005435 h 6858000"/>
              <a:gd name="connsiteX234" fmla="*/ 5519779 w 7467600"/>
              <a:gd name="connsiteY234" fmla="*/ 4359223 h 6858000"/>
              <a:gd name="connsiteX235" fmla="*/ 5520293 w 7467600"/>
              <a:gd name="connsiteY235" fmla="*/ 4360602 h 6858000"/>
              <a:gd name="connsiteX236" fmla="*/ 5767221 w 7467600"/>
              <a:gd name="connsiteY236" fmla="*/ 4665564 h 6858000"/>
              <a:gd name="connsiteX237" fmla="*/ 6937169 w 7467600"/>
              <a:gd name="connsiteY237" fmla="*/ 4815941 h 6858000"/>
              <a:gd name="connsiteX238" fmla="*/ 6953922 w 7467600"/>
              <a:gd name="connsiteY238" fmla="*/ 4890068 h 6858000"/>
              <a:gd name="connsiteX239" fmla="*/ 6071359 w 7467600"/>
              <a:gd name="connsiteY239" fmla="*/ 4770770 h 6858000"/>
              <a:gd name="connsiteX240" fmla="*/ 6038839 w 7467600"/>
              <a:gd name="connsiteY240" fmla="*/ 4764474 h 6858000"/>
              <a:gd name="connsiteX241" fmla="*/ 6038706 w 7467600"/>
              <a:gd name="connsiteY241" fmla="*/ 4763847 h 6858000"/>
              <a:gd name="connsiteX242" fmla="*/ 6037784 w 7467600"/>
              <a:gd name="connsiteY242" fmla="*/ 4764270 h 6858000"/>
              <a:gd name="connsiteX243" fmla="*/ 6038839 w 7467600"/>
              <a:gd name="connsiteY243" fmla="*/ 4764474 h 6858000"/>
              <a:gd name="connsiteX244" fmla="*/ 6040338 w 7467600"/>
              <a:gd name="connsiteY244" fmla="*/ 4771418 h 6858000"/>
              <a:gd name="connsiteX245" fmla="*/ 6024488 w 7467600"/>
              <a:gd name="connsiteY245" fmla="*/ 4809903 h 6858000"/>
              <a:gd name="connsiteX246" fmla="*/ 5599771 w 7467600"/>
              <a:gd name="connsiteY246" fmla="*/ 5509652 h 6858000"/>
              <a:gd name="connsiteX247" fmla="*/ 5548843 w 7467600"/>
              <a:gd name="connsiteY247" fmla="*/ 5563845 h 6858000"/>
              <a:gd name="connsiteX248" fmla="*/ 5940952 w 7467600"/>
              <a:gd name="connsiteY248" fmla="*/ 6250028 h 6858000"/>
              <a:gd name="connsiteX249" fmla="*/ 6043441 w 7467600"/>
              <a:gd name="connsiteY249" fmla="*/ 6665847 h 6858000"/>
              <a:gd name="connsiteX250" fmla="*/ 6093432 w 7467600"/>
              <a:gd name="connsiteY250" fmla="*/ 6858000 h 6858000"/>
              <a:gd name="connsiteX251" fmla="*/ 6034344 w 7467600"/>
              <a:gd name="connsiteY251" fmla="*/ 6858000 h 6858000"/>
              <a:gd name="connsiteX252" fmla="*/ 6026679 w 7467600"/>
              <a:gd name="connsiteY252" fmla="*/ 6836959 h 6858000"/>
              <a:gd name="connsiteX253" fmla="*/ 5800441 w 7467600"/>
              <a:gd name="connsiteY253" fmla="*/ 6335286 h 6858000"/>
              <a:gd name="connsiteX254" fmla="*/ 5526562 w 7467600"/>
              <a:gd name="connsiteY254" fmla="*/ 5705388 h 6858000"/>
              <a:gd name="connsiteX255" fmla="*/ 5519640 w 7467600"/>
              <a:gd name="connsiteY255" fmla="*/ 5683774 h 6858000"/>
              <a:gd name="connsiteX256" fmla="*/ 5844559 w 7467600"/>
              <a:gd name="connsiteY256" fmla="*/ 6553349 h 6858000"/>
              <a:gd name="connsiteX257" fmla="*/ 5975994 w 7467600"/>
              <a:gd name="connsiteY257" fmla="*/ 6858000 h 6858000"/>
              <a:gd name="connsiteX258" fmla="*/ 5898547 w 7467600"/>
              <a:gd name="connsiteY258" fmla="*/ 6858000 h 6858000"/>
              <a:gd name="connsiteX259" fmla="*/ 5682041 w 7467600"/>
              <a:gd name="connsiteY259" fmla="*/ 6355860 h 6858000"/>
              <a:gd name="connsiteX260" fmla="*/ 5461758 w 7467600"/>
              <a:gd name="connsiteY260" fmla="*/ 5820220 h 6858000"/>
              <a:gd name="connsiteX261" fmla="*/ 5237282 w 7467600"/>
              <a:gd name="connsiteY261" fmla="*/ 6579086 h 6858000"/>
              <a:gd name="connsiteX262" fmla="*/ 5115009 w 7467600"/>
              <a:gd name="connsiteY262" fmla="*/ 6858000 h 6858000"/>
              <a:gd name="connsiteX263" fmla="*/ 5028074 w 7467600"/>
              <a:gd name="connsiteY263" fmla="*/ 6858000 h 6858000"/>
              <a:gd name="connsiteX264" fmla="*/ 5079508 w 7467600"/>
              <a:gd name="connsiteY264" fmla="*/ 6749074 h 6858000"/>
              <a:gd name="connsiteX265" fmla="*/ 5371846 w 7467600"/>
              <a:gd name="connsiteY265" fmla="*/ 5924413 h 6858000"/>
              <a:gd name="connsiteX266" fmla="*/ 5270512 w 7467600"/>
              <a:gd name="connsiteY266" fmla="*/ 6138975 h 6858000"/>
              <a:gd name="connsiteX267" fmla="*/ 5062409 w 7467600"/>
              <a:gd name="connsiteY267" fmla="*/ 6653544 h 6858000"/>
              <a:gd name="connsiteX268" fmla="*/ 5036628 w 7467600"/>
              <a:gd name="connsiteY268" fmla="*/ 6754247 h 6858000"/>
              <a:gd name="connsiteX269" fmla="*/ 5009112 w 7467600"/>
              <a:gd name="connsiteY269" fmla="*/ 6858000 h 6858000"/>
              <a:gd name="connsiteX270" fmla="*/ 4976679 w 7467600"/>
              <a:gd name="connsiteY270" fmla="*/ 6858000 h 6858000"/>
              <a:gd name="connsiteX271" fmla="*/ 5006537 w 7467600"/>
              <a:gd name="connsiteY271" fmla="*/ 6747068 h 6858000"/>
              <a:gd name="connsiteX272" fmla="*/ 5032723 w 7467600"/>
              <a:gd name="connsiteY272" fmla="*/ 6644957 h 6858000"/>
              <a:gd name="connsiteX273" fmla="*/ 5242949 w 7467600"/>
              <a:gd name="connsiteY273" fmla="*/ 6125175 h 6858000"/>
              <a:gd name="connsiteX274" fmla="*/ 5286321 w 7467600"/>
              <a:gd name="connsiteY274" fmla="*/ 6033555 h 6858000"/>
              <a:gd name="connsiteX275" fmla="*/ 5008210 w 7467600"/>
              <a:gd name="connsiteY275" fmla="*/ 6649194 h 6858000"/>
              <a:gd name="connsiteX276" fmla="*/ 4986321 w 7467600"/>
              <a:gd name="connsiteY276" fmla="*/ 6765687 h 6858000"/>
              <a:gd name="connsiteX277" fmla="*/ 4973474 w 7467600"/>
              <a:gd name="connsiteY277" fmla="*/ 6858000 h 6858000"/>
              <a:gd name="connsiteX278" fmla="*/ 4907178 w 7467600"/>
              <a:gd name="connsiteY278" fmla="*/ 6858000 h 6858000"/>
              <a:gd name="connsiteX279" fmla="*/ 4910810 w 7467600"/>
              <a:gd name="connsiteY279" fmla="*/ 6829660 h 6858000"/>
              <a:gd name="connsiteX280" fmla="*/ 4987461 w 7467600"/>
              <a:gd name="connsiteY280" fmla="*/ 6432994 h 6858000"/>
              <a:gd name="connsiteX281" fmla="*/ 5179262 w 7467600"/>
              <a:gd name="connsiteY281" fmla="*/ 6035044 h 6858000"/>
              <a:gd name="connsiteX282" fmla="*/ 4689678 w 7467600"/>
              <a:gd name="connsiteY282" fmla="*/ 6440241 h 6858000"/>
              <a:gd name="connsiteX283" fmla="*/ 4477543 w 7467600"/>
              <a:gd name="connsiteY283" fmla="*/ 6674836 h 6858000"/>
              <a:gd name="connsiteX284" fmla="*/ 4329957 w 7467600"/>
              <a:gd name="connsiteY284" fmla="*/ 6858000 h 6858000"/>
              <a:gd name="connsiteX285" fmla="*/ 4218595 w 7467600"/>
              <a:gd name="connsiteY285" fmla="*/ 6858000 h 6858000"/>
              <a:gd name="connsiteX286" fmla="*/ 4368888 w 7467600"/>
              <a:gd name="connsiteY286" fmla="*/ 6668412 h 6858000"/>
              <a:gd name="connsiteX287" fmla="*/ 4563091 w 7467600"/>
              <a:gd name="connsiteY287" fmla="*/ 6442508 h 6858000"/>
              <a:gd name="connsiteX288" fmla="*/ 5387324 w 7467600"/>
              <a:gd name="connsiteY288" fmla="*/ 5705830 h 6858000"/>
              <a:gd name="connsiteX289" fmla="*/ 5073620 w 7467600"/>
              <a:gd name="connsiteY289" fmla="*/ 5955437 h 6858000"/>
              <a:gd name="connsiteX290" fmla="*/ 4689789 w 7467600"/>
              <a:gd name="connsiteY290" fmla="*/ 6268382 h 6858000"/>
              <a:gd name="connsiteX291" fmla="*/ 4418722 w 7467600"/>
              <a:gd name="connsiteY291" fmla="*/ 6570886 h 6858000"/>
              <a:gd name="connsiteX292" fmla="*/ 4214944 w 7467600"/>
              <a:gd name="connsiteY292" fmla="*/ 6858000 h 6858000"/>
              <a:gd name="connsiteX293" fmla="*/ 4177898 w 7467600"/>
              <a:gd name="connsiteY293" fmla="*/ 6858000 h 6858000"/>
              <a:gd name="connsiteX294" fmla="*/ 4391597 w 7467600"/>
              <a:gd name="connsiteY294" fmla="*/ 6556370 h 6858000"/>
              <a:gd name="connsiteX295" fmla="*/ 4668889 w 7467600"/>
              <a:gd name="connsiteY295" fmla="*/ 6246399 h 6858000"/>
              <a:gd name="connsiteX296" fmla="*/ 5055427 w 7467600"/>
              <a:gd name="connsiteY296" fmla="*/ 5931476 h 6858000"/>
              <a:gd name="connsiteX297" fmla="*/ 5371814 w 7467600"/>
              <a:gd name="connsiteY297" fmla="*/ 5678975 h 6858000"/>
              <a:gd name="connsiteX298" fmla="*/ 4987918 w 7467600"/>
              <a:gd name="connsiteY298" fmla="*/ 5838701 h 6858000"/>
              <a:gd name="connsiteX299" fmla="*/ 4317146 w 7467600"/>
              <a:gd name="connsiteY299" fmla="*/ 6587716 h 6858000"/>
              <a:gd name="connsiteX300" fmla="*/ 4171627 w 7467600"/>
              <a:gd name="connsiteY300" fmla="*/ 6858000 h 6858000"/>
              <a:gd name="connsiteX301" fmla="*/ 4081585 w 7467600"/>
              <a:gd name="connsiteY301" fmla="*/ 6858000 h 6858000"/>
              <a:gd name="connsiteX302" fmla="*/ 4238603 w 7467600"/>
              <a:gd name="connsiteY302" fmla="*/ 6559341 h 6858000"/>
              <a:gd name="connsiteX303" fmla="*/ 4778333 w 7467600"/>
              <a:gd name="connsiteY303" fmla="*/ 5873626 h 6858000"/>
              <a:gd name="connsiteX304" fmla="*/ 5414185 w 7467600"/>
              <a:gd name="connsiteY304" fmla="*/ 5573882 h 6858000"/>
              <a:gd name="connsiteX305" fmla="*/ 5959648 w 7467600"/>
              <a:gd name="connsiteY305" fmla="*/ 4760797 h 6858000"/>
              <a:gd name="connsiteX306" fmla="*/ 5355019 w 7467600"/>
              <a:gd name="connsiteY306" fmla="*/ 4734672 h 6858000"/>
              <a:gd name="connsiteX307" fmla="*/ 5083565 w 7467600"/>
              <a:gd name="connsiteY307" fmla="*/ 5179121 h 6858000"/>
              <a:gd name="connsiteX308" fmla="*/ 4713577 w 7467600"/>
              <a:gd name="connsiteY308" fmla="*/ 5616803 h 6858000"/>
              <a:gd name="connsiteX309" fmla="*/ 3989559 w 7467600"/>
              <a:gd name="connsiteY309" fmla="*/ 6145945 h 6858000"/>
              <a:gd name="connsiteX310" fmla="*/ 3939824 w 7467600"/>
              <a:gd name="connsiteY310" fmla="*/ 6066900 h 6858000"/>
              <a:gd name="connsiteX311" fmla="*/ 4584537 w 7467600"/>
              <a:gd name="connsiteY311" fmla="*/ 5324826 h 6858000"/>
              <a:gd name="connsiteX312" fmla="*/ 5037105 w 7467600"/>
              <a:gd name="connsiteY312" fmla="*/ 5088765 h 6858000"/>
              <a:gd name="connsiteX313" fmla="*/ 5039930 w 7467600"/>
              <a:gd name="connsiteY313" fmla="*/ 5089585 h 6858000"/>
              <a:gd name="connsiteX314" fmla="*/ 5263764 w 7467600"/>
              <a:gd name="connsiteY314" fmla="*/ 4735525 h 6858000"/>
              <a:gd name="connsiteX315" fmla="*/ 4086300 w 7467600"/>
              <a:gd name="connsiteY315" fmla="*/ 4884599 h 6858000"/>
              <a:gd name="connsiteX316" fmla="*/ 4085485 w 7467600"/>
              <a:gd name="connsiteY316" fmla="*/ 4899070 h 6858000"/>
              <a:gd name="connsiteX317" fmla="*/ 3871915 w 7467600"/>
              <a:gd name="connsiteY317" fmla="*/ 5253645 h 6858000"/>
              <a:gd name="connsiteX318" fmla="*/ 3799374 w 7467600"/>
              <a:gd name="connsiteY318" fmla="*/ 5466127 h 6858000"/>
              <a:gd name="connsiteX319" fmla="*/ 3498850 w 7467600"/>
              <a:gd name="connsiteY319" fmla="*/ 6661888 h 6858000"/>
              <a:gd name="connsiteX320" fmla="*/ 3399216 w 7467600"/>
              <a:gd name="connsiteY320" fmla="*/ 6858000 h 6858000"/>
              <a:gd name="connsiteX321" fmla="*/ 3303688 w 7467600"/>
              <a:gd name="connsiteY321" fmla="*/ 6858000 h 6858000"/>
              <a:gd name="connsiteX322" fmla="*/ 3391774 w 7467600"/>
              <a:gd name="connsiteY322" fmla="*/ 6697181 h 6858000"/>
              <a:gd name="connsiteX323" fmla="*/ 3735540 w 7467600"/>
              <a:gd name="connsiteY323" fmla="*/ 5546923 h 6858000"/>
              <a:gd name="connsiteX324" fmla="*/ 3729438 w 7467600"/>
              <a:gd name="connsiteY324" fmla="*/ 5569058 h 6858000"/>
              <a:gd name="connsiteX325" fmla="*/ 3707782 w 7467600"/>
              <a:gd name="connsiteY325" fmla="*/ 5644908 h 6858000"/>
              <a:gd name="connsiteX326" fmla="*/ 3583827 w 7467600"/>
              <a:gd name="connsiteY326" fmla="*/ 6039215 h 6858000"/>
              <a:gd name="connsiteX327" fmla="*/ 3547861 w 7467600"/>
              <a:gd name="connsiteY327" fmla="*/ 6129609 h 6858000"/>
              <a:gd name="connsiteX328" fmla="*/ 3490905 w 7467600"/>
              <a:gd name="connsiteY328" fmla="*/ 6277660 h 6858000"/>
              <a:gd name="connsiteX329" fmla="*/ 3455859 w 7467600"/>
              <a:gd name="connsiteY329" fmla="*/ 6391301 h 6858000"/>
              <a:gd name="connsiteX330" fmla="*/ 3429112 w 7467600"/>
              <a:gd name="connsiteY330" fmla="*/ 6479469 h 6858000"/>
              <a:gd name="connsiteX331" fmla="*/ 3304862 w 7467600"/>
              <a:gd name="connsiteY331" fmla="*/ 6796476 h 6858000"/>
              <a:gd name="connsiteX332" fmla="*/ 3276071 w 7467600"/>
              <a:gd name="connsiteY332" fmla="*/ 6858000 h 6858000"/>
              <a:gd name="connsiteX333" fmla="*/ 3240805 w 7467600"/>
              <a:gd name="connsiteY333" fmla="*/ 6858000 h 6858000"/>
              <a:gd name="connsiteX334" fmla="*/ 3275917 w 7467600"/>
              <a:gd name="connsiteY334" fmla="*/ 6783192 h 6858000"/>
              <a:gd name="connsiteX335" fmla="*/ 3399358 w 7467600"/>
              <a:gd name="connsiteY335" fmla="*/ 6469011 h 6858000"/>
              <a:gd name="connsiteX336" fmla="*/ 3425650 w 7467600"/>
              <a:gd name="connsiteY336" fmla="*/ 6381333 h 6858000"/>
              <a:gd name="connsiteX337" fmla="*/ 3460661 w 7467600"/>
              <a:gd name="connsiteY337" fmla="*/ 6266763 h 6858000"/>
              <a:gd name="connsiteX338" fmla="*/ 3518021 w 7467600"/>
              <a:gd name="connsiteY338" fmla="*/ 6117298 h 6858000"/>
              <a:gd name="connsiteX339" fmla="*/ 3554035 w 7467600"/>
              <a:gd name="connsiteY339" fmla="*/ 6027832 h 6858000"/>
              <a:gd name="connsiteX340" fmla="*/ 3677174 w 7467600"/>
              <a:gd name="connsiteY340" fmla="*/ 5636351 h 6858000"/>
              <a:gd name="connsiteX341" fmla="*/ 3698819 w 7467600"/>
              <a:gd name="connsiteY341" fmla="*/ 5560503 h 6858000"/>
              <a:gd name="connsiteX342" fmla="*/ 3702094 w 7467600"/>
              <a:gd name="connsiteY342" fmla="*/ 5549194 h 6858000"/>
              <a:gd name="connsiteX343" fmla="*/ 3398355 w 7467600"/>
              <a:gd name="connsiteY343" fmla="*/ 6094603 h 6858000"/>
              <a:gd name="connsiteX344" fmla="*/ 3193941 w 7467600"/>
              <a:gd name="connsiteY344" fmla="*/ 6798775 h 6858000"/>
              <a:gd name="connsiteX345" fmla="*/ 3184140 w 7467600"/>
              <a:gd name="connsiteY345" fmla="*/ 6858000 h 6858000"/>
              <a:gd name="connsiteX346" fmla="*/ 3099978 w 7467600"/>
              <a:gd name="connsiteY346" fmla="*/ 6858000 h 6858000"/>
              <a:gd name="connsiteX347" fmla="*/ 3101556 w 7467600"/>
              <a:gd name="connsiteY347" fmla="*/ 6843337 h 6858000"/>
              <a:gd name="connsiteX348" fmla="*/ 3370162 w 7467600"/>
              <a:gd name="connsiteY348" fmla="*/ 5785550 h 6858000"/>
              <a:gd name="connsiteX349" fmla="*/ 3746477 w 7467600"/>
              <a:gd name="connsiteY349" fmla="*/ 5377889 h 6858000"/>
              <a:gd name="connsiteX350" fmla="*/ 3863399 w 7467600"/>
              <a:gd name="connsiteY350" fmla="*/ 5087257 h 6858000"/>
              <a:gd name="connsiteX351" fmla="*/ 3968712 w 7467600"/>
              <a:gd name="connsiteY351" fmla="*/ 4913989 h 6858000"/>
              <a:gd name="connsiteX352" fmla="*/ 2792390 w 7467600"/>
              <a:gd name="connsiteY352" fmla="*/ 5382974 h 6858000"/>
              <a:gd name="connsiteX353" fmla="*/ 2714982 w 7467600"/>
              <a:gd name="connsiteY353" fmla="*/ 5427051 h 6858000"/>
              <a:gd name="connsiteX354" fmla="*/ 2813361 w 7467600"/>
              <a:gd name="connsiteY354" fmla="*/ 6023912 h 6858000"/>
              <a:gd name="connsiteX355" fmla="*/ 2688430 w 7467600"/>
              <a:gd name="connsiteY355" fmla="*/ 6801564 h 6858000"/>
              <a:gd name="connsiteX356" fmla="*/ 2629626 w 7467600"/>
              <a:gd name="connsiteY356" fmla="*/ 6763394 h 6858000"/>
              <a:gd name="connsiteX357" fmla="*/ 2565328 w 7467600"/>
              <a:gd name="connsiteY357" fmla="*/ 5516399 h 6858000"/>
              <a:gd name="connsiteX358" fmla="*/ 1922999 w 7467600"/>
              <a:gd name="connsiteY358" fmla="*/ 5980343 h 6858000"/>
              <a:gd name="connsiteX359" fmla="*/ 1950261 w 7467600"/>
              <a:gd name="connsiteY359" fmla="*/ 6405858 h 6858000"/>
              <a:gd name="connsiteX360" fmla="*/ 2365554 w 7467600"/>
              <a:gd name="connsiteY360" fmla="*/ 6759107 h 6858000"/>
              <a:gd name="connsiteX361" fmla="*/ 2424142 w 7467600"/>
              <a:gd name="connsiteY361" fmla="*/ 6858000 h 6858000"/>
              <a:gd name="connsiteX362" fmla="*/ 2395994 w 7467600"/>
              <a:gd name="connsiteY362" fmla="*/ 6858000 h 6858000"/>
              <a:gd name="connsiteX363" fmla="*/ 2392863 w 7467600"/>
              <a:gd name="connsiteY363" fmla="*/ 6852964 h 6858000"/>
              <a:gd name="connsiteX364" fmla="*/ 2017589 w 7467600"/>
              <a:gd name="connsiteY364" fmla="*/ 6493982 h 6858000"/>
              <a:gd name="connsiteX365" fmla="*/ 2147336 w 7467600"/>
              <a:gd name="connsiteY365" fmla="*/ 6594052 h 6858000"/>
              <a:gd name="connsiteX366" fmla="*/ 2207047 w 7467600"/>
              <a:gd name="connsiteY366" fmla="*/ 6654540 h 6858000"/>
              <a:gd name="connsiteX367" fmla="*/ 2299106 w 7467600"/>
              <a:gd name="connsiteY367" fmla="*/ 6778931 h 6858000"/>
              <a:gd name="connsiteX368" fmla="*/ 2314430 w 7467600"/>
              <a:gd name="connsiteY368" fmla="*/ 6801144 h 6858000"/>
              <a:gd name="connsiteX369" fmla="*/ 2352406 w 7467600"/>
              <a:gd name="connsiteY369" fmla="*/ 6858000 h 6858000"/>
              <a:gd name="connsiteX370" fmla="*/ 2314492 w 7467600"/>
              <a:gd name="connsiteY370" fmla="*/ 6858000 h 6858000"/>
              <a:gd name="connsiteX371" fmla="*/ 2288095 w 7467600"/>
              <a:gd name="connsiteY371" fmla="*/ 6818030 h 6858000"/>
              <a:gd name="connsiteX372" fmla="*/ 2272768 w 7467600"/>
              <a:gd name="connsiteY372" fmla="*/ 6795822 h 6858000"/>
              <a:gd name="connsiteX373" fmla="*/ 2182715 w 7467600"/>
              <a:gd name="connsiteY373" fmla="*/ 6675071 h 6858000"/>
              <a:gd name="connsiteX374" fmla="*/ 2032061 w 7467600"/>
              <a:gd name="connsiteY374" fmla="*/ 6541380 h 6858000"/>
              <a:gd name="connsiteX375" fmla="*/ 2257220 w 7467600"/>
              <a:gd name="connsiteY375" fmla="*/ 6826257 h 6858000"/>
              <a:gd name="connsiteX376" fmla="*/ 2281324 w 7467600"/>
              <a:gd name="connsiteY376" fmla="*/ 6858000 h 6858000"/>
              <a:gd name="connsiteX377" fmla="*/ 2242860 w 7467600"/>
              <a:gd name="connsiteY377" fmla="*/ 6858000 h 6858000"/>
              <a:gd name="connsiteX378" fmla="*/ 2232818 w 7467600"/>
              <a:gd name="connsiteY378" fmla="*/ 6844926 h 6858000"/>
              <a:gd name="connsiteX379" fmla="*/ 1990172 w 7467600"/>
              <a:gd name="connsiteY379" fmla="*/ 6542121 h 6858000"/>
              <a:gd name="connsiteX380" fmla="*/ 2124090 w 7467600"/>
              <a:gd name="connsiteY380" fmla="*/ 6761017 h 6858000"/>
              <a:gd name="connsiteX381" fmla="*/ 2200380 w 7467600"/>
              <a:gd name="connsiteY381" fmla="*/ 6858000 h 6858000"/>
              <a:gd name="connsiteX382" fmla="*/ 2147507 w 7467600"/>
              <a:gd name="connsiteY382" fmla="*/ 6858000 h 6858000"/>
              <a:gd name="connsiteX383" fmla="*/ 2070668 w 7467600"/>
              <a:gd name="connsiteY383" fmla="*/ 6761520 h 6858000"/>
              <a:gd name="connsiteX384" fmla="*/ 1975142 w 7467600"/>
              <a:gd name="connsiteY384" fmla="*/ 6585570 h 6858000"/>
              <a:gd name="connsiteX385" fmla="*/ 2050035 w 7467600"/>
              <a:gd name="connsiteY385" fmla="*/ 6813345 h 6858000"/>
              <a:gd name="connsiteX386" fmla="*/ 2063025 w 7467600"/>
              <a:gd name="connsiteY386" fmla="*/ 6858000 h 6858000"/>
              <a:gd name="connsiteX387" fmla="*/ 2021675 w 7467600"/>
              <a:gd name="connsiteY387" fmla="*/ 6858000 h 6858000"/>
              <a:gd name="connsiteX388" fmla="*/ 2019308 w 7467600"/>
              <a:gd name="connsiteY388" fmla="*/ 6847118 h 6858000"/>
              <a:gd name="connsiteX389" fmla="*/ 1938835 w 7467600"/>
              <a:gd name="connsiteY389" fmla="*/ 6551160 h 6858000"/>
              <a:gd name="connsiteX390" fmla="*/ 1953230 w 7467600"/>
              <a:gd name="connsiteY390" fmla="*/ 6759699 h 6858000"/>
              <a:gd name="connsiteX391" fmla="*/ 1956763 w 7467600"/>
              <a:gd name="connsiteY391" fmla="*/ 6778191 h 6858000"/>
              <a:gd name="connsiteX392" fmla="*/ 1967925 w 7467600"/>
              <a:gd name="connsiteY392" fmla="*/ 6858000 h 6858000"/>
              <a:gd name="connsiteX393" fmla="*/ 1936622 w 7467600"/>
              <a:gd name="connsiteY393" fmla="*/ 6858000 h 6858000"/>
              <a:gd name="connsiteX394" fmla="*/ 1926261 w 7467600"/>
              <a:gd name="connsiteY394" fmla="*/ 6784064 h 6858000"/>
              <a:gd name="connsiteX395" fmla="*/ 1922724 w 7467600"/>
              <a:gd name="connsiteY395" fmla="*/ 6765577 h 6858000"/>
              <a:gd name="connsiteX396" fmla="*/ 1904650 w 7467600"/>
              <a:gd name="connsiteY396" fmla="*/ 6639616 h 6858000"/>
              <a:gd name="connsiteX397" fmla="*/ 1885273 w 7467600"/>
              <a:gd name="connsiteY397" fmla="*/ 6858000 h 6858000"/>
              <a:gd name="connsiteX398" fmla="*/ 1854363 w 7467600"/>
              <a:gd name="connsiteY398" fmla="*/ 6858000 h 6858000"/>
              <a:gd name="connsiteX399" fmla="*/ 1880391 w 7467600"/>
              <a:gd name="connsiteY399" fmla="*/ 6603796 h 6858000"/>
              <a:gd name="connsiteX400" fmla="*/ 1818273 w 7467600"/>
              <a:gd name="connsiteY400" fmla="*/ 6715729 h 6858000"/>
              <a:gd name="connsiteX401" fmla="*/ 1794691 w 7467600"/>
              <a:gd name="connsiteY401" fmla="*/ 6843239 h 6858000"/>
              <a:gd name="connsiteX402" fmla="*/ 1794914 w 7467600"/>
              <a:gd name="connsiteY402" fmla="*/ 6858000 h 6858000"/>
              <a:gd name="connsiteX403" fmla="*/ 1746128 w 7467600"/>
              <a:gd name="connsiteY403" fmla="*/ 6858000 h 6858000"/>
              <a:gd name="connsiteX404" fmla="*/ 1753934 w 7467600"/>
              <a:gd name="connsiteY404" fmla="*/ 6724796 h 6858000"/>
              <a:gd name="connsiteX405" fmla="*/ 1792053 w 7467600"/>
              <a:gd name="connsiteY405" fmla="*/ 6572396 h 6858000"/>
              <a:gd name="connsiteX406" fmla="*/ 1862248 w 7467600"/>
              <a:gd name="connsiteY406" fmla="*/ 6266397 h 6858000"/>
              <a:gd name="connsiteX407" fmla="*/ 1862250 w 7467600"/>
              <a:gd name="connsiteY407" fmla="*/ 6033531 h 6858000"/>
              <a:gd name="connsiteX408" fmla="*/ 1211999 w 7467600"/>
              <a:gd name="connsiteY408" fmla="*/ 6683610 h 6858000"/>
              <a:gd name="connsiteX409" fmla="*/ 1213266 w 7467600"/>
              <a:gd name="connsiteY409" fmla="*/ 6691947 h 6858000"/>
              <a:gd name="connsiteX410" fmla="*/ 1203370 w 7467600"/>
              <a:gd name="connsiteY410" fmla="*/ 6850676 h 6858000"/>
              <a:gd name="connsiteX411" fmla="*/ 1203671 w 7467600"/>
              <a:gd name="connsiteY411" fmla="*/ 6858000 h 6858000"/>
              <a:gd name="connsiteX412" fmla="*/ 1143180 w 7467600"/>
              <a:gd name="connsiteY412" fmla="*/ 6858000 h 6858000"/>
              <a:gd name="connsiteX413" fmla="*/ 1142176 w 7467600"/>
              <a:gd name="connsiteY413" fmla="*/ 6766045 h 6858000"/>
              <a:gd name="connsiteX414" fmla="*/ 1067484 w 7467600"/>
              <a:gd name="connsiteY414" fmla="*/ 6858000 h 6858000"/>
              <a:gd name="connsiteX415" fmla="*/ 953928 w 7467600"/>
              <a:gd name="connsiteY415" fmla="*/ 6858000 h 6858000"/>
              <a:gd name="connsiteX416" fmla="*/ 959715 w 7467600"/>
              <a:gd name="connsiteY416" fmla="*/ 6850185 h 6858000"/>
              <a:gd name="connsiteX417" fmla="*/ 1483788 w 7467600"/>
              <a:gd name="connsiteY417" fmla="*/ 6259174 h 6858000"/>
              <a:gd name="connsiteX418" fmla="*/ 1100671 w 7467600"/>
              <a:gd name="connsiteY418" fmla="*/ 6252137 h 6858000"/>
              <a:gd name="connsiteX419" fmla="*/ 1090144 w 7467600"/>
              <a:gd name="connsiteY419" fmla="*/ 6256748 h 6858000"/>
              <a:gd name="connsiteX420" fmla="*/ 1095872 w 7467600"/>
              <a:gd name="connsiteY420" fmla="*/ 6271892 h 6858000"/>
              <a:gd name="connsiteX421" fmla="*/ 262785 w 7467600"/>
              <a:gd name="connsiteY421" fmla="*/ 6845450 h 6858000"/>
              <a:gd name="connsiteX422" fmla="*/ 209968 w 7467600"/>
              <a:gd name="connsiteY422" fmla="*/ 6770713 h 6858000"/>
              <a:gd name="connsiteX423" fmla="*/ 873460 w 7467600"/>
              <a:gd name="connsiteY423" fmla="*/ 6253768 h 6858000"/>
              <a:gd name="connsiteX424" fmla="*/ 192686 w 7467600"/>
              <a:gd name="connsiteY424" fmla="*/ 5849257 h 6858000"/>
              <a:gd name="connsiteX425" fmla="*/ 4696 w 7467600"/>
              <a:gd name="connsiteY425" fmla="*/ 5697668 h 6858000"/>
              <a:gd name="connsiteX426" fmla="*/ 0 w 7467600"/>
              <a:gd name="connsiteY426" fmla="*/ 5689984 h 6858000"/>
              <a:gd name="connsiteX427" fmla="*/ 0 w 7467600"/>
              <a:gd name="connsiteY427" fmla="*/ 5513472 h 6858000"/>
              <a:gd name="connsiteX428" fmla="*/ 174101 w 7467600"/>
              <a:gd name="connsiteY428" fmla="*/ 5620277 h 6858000"/>
              <a:gd name="connsiteX429" fmla="*/ 891800 w 7467600"/>
              <a:gd name="connsiteY429" fmla="*/ 6036935 h 6858000"/>
              <a:gd name="connsiteX430" fmla="*/ 1072219 w 7467600"/>
              <a:gd name="connsiteY430" fmla="*/ 6169443 h 6858000"/>
              <a:gd name="connsiteX431" fmla="*/ 1074117 w 7467600"/>
              <a:gd name="connsiteY431" fmla="*/ 6170301 h 6858000"/>
              <a:gd name="connsiteX432" fmla="*/ 1083114 w 7467600"/>
              <a:gd name="connsiteY432" fmla="*/ 6174131 h 6858000"/>
              <a:gd name="connsiteX433" fmla="*/ 1543010 w 7467600"/>
              <a:gd name="connsiteY433" fmla="*/ 6191140 h 6858000"/>
              <a:gd name="connsiteX434" fmla="*/ 1551080 w 7467600"/>
              <a:gd name="connsiteY434" fmla="*/ 6195006 h 6858000"/>
              <a:gd name="connsiteX435" fmla="*/ 2345443 w 7467600"/>
              <a:gd name="connsiteY435" fmla="*/ 5549882 h 6858000"/>
              <a:gd name="connsiteX436" fmla="*/ 1721499 w 7467600"/>
              <a:gd name="connsiteY436" fmla="*/ 5599969 h 6858000"/>
              <a:gd name="connsiteX437" fmla="*/ 767716 w 7467600"/>
              <a:gd name="connsiteY437" fmla="*/ 5472768 h 6858000"/>
              <a:gd name="connsiteX438" fmla="*/ 722147 w 7467600"/>
              <a:gd name="connsiteY438" fmla="*/ 5393091 h 6858000"/>
              <a:gd name="connsiteX439" fmla="*/ 1485552 w 7467600"/>
              <a:gd name="connsiteY439" fmla="*/ 5313202 h 6858000"/>
              <a:gd name="connsiteX440" fmla="*/ 2143004 w 7467600"/>
              <a:gd name="connsiteY440" fmla="*/ 5402420 h 6858000"/>
              <a:gd name="connsiteX441" fmla="*/ 1933391 w 7467600"/>
              <a:gd name="connsiteY441" fmla="*/ 5156971 h 6858000"/>
              <a:gd name="connsiteX442" fmla="*/ 1827118 w 7467600"/>
              <a:gd name="connsiteY442" fmla="*/ 4968410 h 6858000"/>
              <a:gd name="connsiteX443" fmla="*/ 1837349 w 7467600"/>
              <a:gd name="connsiteY443" fmla="*/ 4956357 h 6858000"/>
              <a:gd name="connsiteX444" fmla="*/ 2162835 w 7467600"/>
              <a:gd name="connsiteY444" fmla="*/ 5187853 h 6858000"/>
              <a:gd name="connsiteX445" fmla="*/ 2257167 w 7467600"/>
              <a:gd name="connsiteY445" fmla="*/ 5462123 h 6858000"/>
              <a:gd name="connsiteX446" fmla="*/ 2261598 w 7467600"/>
              <a:gd name="connsiteY446" fmla="*/ 5467998 h 6858000"/>
              <a:gd name="connsiteX447" fmla="*/ 2437177 w 7467600"/>
              <a:gd name="connsiteY447" fmla="*/ 5479608 h 6858000"/>
              <a:gd name="connsiteX448" fmla="*/ 2445247 w 7467600"/>
              <a:gd name="connsiteY448" fmla="*/ 5483476 h 6858000"/>
              <a:gd name="connsiteX449" fmla="*/ 2743626 w 7467600"/>
              <a:gd name="connsiteY449" fmla="*/ 5304819 h 6858000"/>
              <a:gd name="connsiteX450" fmla="*/ 3048102 w 7467600"/>
              <a:gd name="connsiteY450" fmla="*/ 5150595 h 6858000"/>
              <a:gd name="connsiteX451" fmla="*/ 1799414 w 7467600"/>
              <a:gd name="connsiteY451" fmla="*/ 4694732 h 6858000"/>
              <a:gd name="connsiteX452" fmla="*/ 1771735 w 7467600"/>
              <a:gd name="connsiteY452" fmla="*/ 4619929 h 6858000"/>
              <a:gd name="connsiteX453" fmla="*/ 3104273 w 7467600"/>
              <a:gd name="connsiteY453" fmla="*/ 5076159 h 6858000"/>
              <a:gd name="connsiteX454" fmla="*/ 3113245 w 7467600"/>
              <a:gd name="connsiteY454" fmla="*/ 5090705 h 6858000"/>
              <a:gd name="connsiteX455" fmla="*/ 3126294 w 7467600"/>
              <a:gd name="connsiteY455" fmla="*/ 5114400 h 6858000"/>
              <a:gd name="connsiteX456" fmla="*/ 3937433 w 7467600"/>
              <a:gd name="connsiteY456" fmla="*/ 4830473 h 6858000"/>
              <a:gd name="connsiteX457" fmla="*/ 3590475 w 7467600"/>
              <a:gd name="connsiteY457" fmla="*/ 4597974 h 6858000"/>
              <a:gd name="connsiteX458" fmla="*/ 3100264 w 7467600"/>
              <a:gd name="connsiteY458" fmla="*/ 4579845 h 6858000"/>
              <a:gd name="connsiteX459" fmla="*/ 2183576 w 7467600"/>
              <a:gd name="connsiteY459" fmla="*/ 4227150 h 6858000"/>
              <a:gd name="connsiteX460" fmla="*/ 2151029 w 7467600"/>
              <a:gd name="connsiteY460" fmla="*/ 4146947 h 6858000"/>
              <a:gd name="connsiteX461" fmla="*/ 3563434 w 7467600"/>
              <a:gd name="connsiteY461" fmla="*/ 4469115 h 6858000"/>
              <a:gd name="connsiteX462" fmla="*/ 3177952 w 7467600"/>
              <a:gd name="connsiteY462" fmla="*/ 3657386 h 6858000"/>
              <a:gd name="connsiteX463" fmla="*/ 3189263 w 7467600"/>
              <a:gd name="connsiteY463" fmla="*/ 3625726 h 6858000"/>
              <a:gd name="connsiteX464" fmla="*/ 3560912 w 7467600"/>
              <a:gd name="connsiteY464" fmla="*/ 4079863 h 6858000"/>
              <a:gd name="connsiteX465" fmla="*/ 3626636 w 7467600"/>
              <a:gd name="connsiteY465" fmla="*/ 4512230 h 6858000"/>
              <a:gd name="connsiteX466" fmla="*/ 3653088 w 7467600"/>
              <a:gd name="connsiteY466" fmla="*/ 4521417 h 6858000"/>
              <a:gd name="connsiteX467" fmla="*/ 3988128 w 7467600"/>
              <a:gd name="connsiteY467" fmla="*/ 4817267 h 6858000"/>
              <a:gd name="connsiteX468" fmla="*/ 4830582 w 7467600"/>
              <a:gd name="connsiteY468" fmla="*/ 4676000 h 6858000"/>
              <a:gd name="connsiteX469" fmla="*/ 4830100 w 7467600"/>
              <a:gd name="connsiteY469" fmla="*/ 4675554 h 6858000"/>
              <a:gd name="connsiteX470" fmla="*/ 4036318 w 7467600"/>
              <a:gd name="connsiteY470" fmla="*/ 4147013 h 6858000"/>
              <a:gd name="connsiteX471" fmla="*/ 3432098 w 7467600"/>
              <a:gd name="connsiteY471" fmla="*/ 3537312 h 6858000"/>
              <a:gd name="connsiteX472" fmla="*/ 3446761 w 7467600"/>
              <a:gd name="connsiteY472" fmla="*/ 3461278 h 6858000"/>
              <a:gd name="connsiteX473" fmla="*/ 4419733 w 7467600"/>
              <a:gd name="connsiteY473" fmla="*/ 3963555 h 6858000"/>
              <a:gd name="connsiteX474" fmla="*/ 4781371 w 7467600"/>
              <a:gd name="connsiteY474" fmla="*/ 4458604 h 6858000"/>
              <a:gd name="connsiteX475" fmla="*/ 4780440 w 7467600"/>
              <a:gd name="connsiteY475" fmla="*/ 4470290 h 6858000"/>
              <a:gd name="connsiteX476" fmla="*/ 4898954 w 7467600"/>
              <a:gd name="connsiteY476" fmla="*/ 4662092 h 6858000"/>
              <a:gd name="connsiteX477" fmla="*/ 4900699 w 7467600"/>
              <a:gd name="connsiteY477" fmla="*/ 4670867 h 6858000"/>
              <a:gd name="connsiteX478" fmla="*/ 5714511 w 7467600"/>
              <a:gd name="connsiteY478" fmla="*/ 4663483 h 6858000"/>
              <a:gd name="connsiteX479" fmla="*/ 5464793 w 7467600"/>
              <a:gd name="connsiteY479" fmla="*/ 4393556 h 6858000"/>
              <a:gd name="connsiteX480" fmla="*/ 5461897 w 7467600"/>
              <a:gd name="connsiteY480" fmla="*/ 4390879 h 6858000"/>
              <a:gd name="connsiteX481" fmla="*/ 4294126 w 7467600"/>
              <a:gd name="connsiteY481" fmla="*/ 3303048 h 6858000"/>
              <a:gd name="connsiteX482" fmla="*/ 4305321 w 7467600"/>
              <a:gd name="connsiteY482" fmla="*/ 3256953 h 6858000"/>
              <a:gd name="connsiteX483" fmla="*/ 4949299 w 7467600"/>
              <a:gd name="connsiteY483" fmla="*/ 3766336 h 6858000"/>
              <a:gd name="connsiteX484" fmla="*/ 5291452 w 7467600"/>
              <a:gd name="connsiteY484" fmla="*/ 4076801 h 6858000"/>
              <a:gd name="connsiteX485" fmla="*/ 5434998 w 7467600"/>
              <a:gd name="connsiteY485" fmla="*/ 4254100 h 6858000"/>
              <a:gd name="connsiteX486" fmla="*/ 5351015 w 7467600"/>
              <a:gd name="connsiteY486" fmla="*/ 3760989 h 6858000"/>
              <a:gd name="connsiteX487" fmla="*/ 5413780 w 7467600"/>
              <a:gd name="connsiteY487" fmla="*/ 2966265 h 6858000"/>
              <a:gd name="connsiteX488" fmla="*/ 5425627 w 7467600"/>
              <a:gd name="connsiteY488" fmla="*/ 2954192 h 6858000"/>
              <a:gd name="connsiteX489" fmla="*/ 6604735 w 7467600"/>
              <a:gd name="connsiteY489" fmla="*/ 2041381 h 6858000"/>
              <a:gd name="connsiteX490" fmla="*/ 7204487 w 7467600"/>
              <a:gd name="connsiteY490" fmla="*/ 2742112 h 6858000"/>
              <a:gd name="connsiteX491" fmla="*/ 7131592 w 7467600"/>
              <a:gd name="connsiteY491" fmla="*/ 2672096 h 6858000"/>
              <a:gd name="connsiteX492" fmla="*/ 6996344 w 7467600"/>
              <a:gd name="connsiteY492" fmla="*/ 2518310 h 6858000"/>
              <a:gd name="connsiteX493" fmla="*/ 6735495 w 7467600"/>
              <a:gd name="connsiteY493" fmla="*/ 2196890 h 6858000"/>
              <a:gd name="connsiteX494" fmla="*/ 6721901 w 7467600"/>
              <a:gd name="connsiteY494" fmla="*/ 2179274 h 6858000"/>
              <a:gd name="connsiteX495" fmla="*/ 6604735 w 7467600"/>
              <a:gd name="connsiteY495" fmla="*/ 2041381 h 6858000"/>
              <a:gd name="connsiteX496" fmla="*/ 6591670 w 7467600"/>
              <a:gd name="connsiteY496" fmla="*/ 1988277 h 6858000"/>
              <a:gd name="connsiteX497" fmla="*/ 6747349 w 7467600"/>
              <a:gd name="connsiteY497" fmla="*/ 2160069 h 6858000"/>
              <a:gd name="connsiteX498" fmla="*/ 6760943 w 7467600"/>
              <a:gd name="connsiteY498" fmla="*/ 2177686 h 6858000"/>
              <a:gd name="connsiteX499" fmla="*/ 7021065 w 7467600"/>
              <a:gd name="connsiteY499" fmla="*/ 2498102 h 6858000"/>
              <a:gd name="connsiteX500" fmla="*/ 7155223 w 7467600"/>
              <a:gd name="connsiteY500" fmla="*/ 2650386 h 6858000"/>
              <a:gd name="connsiteX501" fmla="*/ 7203167 w 7467600"/>
              <a:gd name="connsiteY501" fmla="*/ 2697288 h 6858000"/>
              <a:gd name="connsiteX502" fmla="*/ 6937703 w 7467600"/>
              <a:gd name="connsiteY502" fmla="*/ 2321981 h 6858000"/>
              <a:gd name="connsiteX503" fmla="*/ 6591670 w 7467600"/>
              <a:gd name="connsiteY503" fmla="*/ 1988277 h 6858000"/>
              <a:gd name="connsiteX504" fmla="*/ 5798671 w 7467600"/>
              <a:gd name="connsiteY504" fmla="*/ 1981601 h 6858000"/>
              <a:gd name="connsiteX505" fmla="*/ 5754709 w 7467600"/>
              <a:gd name="connsiteY505" fmla="*/ 2071454 h 6858000"/>
              <a:gd name="connsiteX506" fmla="*/ 5763044 w 7467600"/>
              <a:gd name="connsiteY506" fmla="*/ 2842206 h 6858000"/>
              <a:gd name="connsiteX507" fmla="*/ 5764974 w 7467600"/>
              <a:gd name="connsiteY507" fmla="*/ 2799609 h 6858000"/>
              <a:gd name="connsiteX508" fmla="*/ 5767665 w 7467600"/>
              <a:gd name="connsiteY508" fmla="*/ 2666409 h 6858000"/>
              <a:gd name="connsiteX509" fmla="*/ 5763055 w 7467600"/>
              <a:gd name="connsiteY509" fmla="*/ 2579705 h 6858000"/>
              <a:gd name="connsiteX510" fmla="*/ 5758079 w 7467600"/>
              <a:gd name="connsiteY510" fmla="*/ 2492508 h 6858000"/>
              <a:gd name="connsiteX511" fmla="*/ 5779325 w 7467600"/>
              <a:gd name="connsiteY511" fmla="*/ 2197069 h 6858000"/>
              <a:gd name="connsiteX512" fmla="*/ 5798671 w 7467600"/>
              <a:gd name="connsiteY512" fmla="*/ 1981601 h 6858000"/>
              <a:gd name="connsiteX513" fmla="*/ 5829202 w 7467600"/>
              <a:gd name="connsiteY513" fmla="*/ 1971679 h 6858000"/>
              <a:gd name="connsiteX514" fmla="*/ 5809558 w 7467600"/>
              <a:gd name="connsiteY514" fmla="*/ 2198043 h 6858000"/>
              <a:gd name="connsiteX515" fmla="*/ 5788653 w 7467600"/>
              <a:gd name="connsiteY515" fmla="*/ 2489430 h 6858000"/>
              <a:gd name="connsiteX516" fmla="*/ 5793439 w 7467600"/>
              <a:gd name="connsiteY516" fmla="*/ 2575235 h 6858000"/>
              <a:gd name="connsiteX517" fmla="*/ 5796837 w 7467600"/>
              <a:gd name="connsiteY517" fmla="*/ 2637633 h 6858000"/>
              <a:gd name="connsiteX518" fmla="*/ 5818614 w 7467600"/>
              <a:gd name="connsiteY518" fmla="*/ 2473055 h 6858000"/>
              <a:gd name="connsiteX519" fmla="*/ 5829202 w 7467600"/>
              <a:gd name="connsiteY519" fmla="*/ 1971679 h 6858000"/>
              <a:gd name="connsiteX520" fmla="*/ 5911389 w 7467600"/>
              <a:gd name="connsiteY520" fmla="*/ 1898371 h 6858000"/>
              <a:gd name="connsiteX521" fmla="*/ 6237627 w 7467600"/>
              <a:gd name="connsiteY521" fmla="*/ 2231921 h 6858000"/>
              <a:gd name="connsiteX522" fmla="*/ 5911389 w 7467600"/>
              <a:gd name="connsiteY522" fmla="*/ 1898371 h 6858000"/>
              <a:gd name="connsiteX523" fmla="*/ 6944437 w 7467600"/>
              <a:gd name="connsiteY523" fmla="*/ 1575402 h 6858000"/>
              <a:gd name="connsiteX524" fmla="*/ 6304730 w 7467600"/>
              <a:gd name="connsiteY524" fmla="*/ 1766654 h 6858000"/>
              <a:gd name="connsiteX525" fmla="*/ 6944437 w 7467600"/>
              <a:gd name="connsiteY525" fmla="*/ 1575402 h 6858000"/>
              <a:gd name="connsiteX526" fmla="*/ 7019523 w 7467600"/>
              <a:gd name="connsiteY526" fmla="*/ 1519450 h 6858000"/>
              <a:gd name="connsiteX527" fmla="*/ 6298091 w 7467600"/>
              <a:gd name="connsiteY527" fmla="*/ 1737122 h 6858000"/>
              <a:gd name="connsiteX528" fmla="*/ 7019523 w 7467600"/>
              <a:gd name="connsiteY528" fmla="*/ 1519450 h 6858000"/>
              <a:gd name="connsiteX529" fmla="*/ 2399523 w 7467600"/>
              <a:gd name="connsiteY529" fmla="*/ 1428234 h 6858000"/>
              <a:gd name="connsiteX530" fmla="*/ 2224982 w 7467600"/>
              <a:gd name="connsiteY530" fmla="*/ 1826201 h 6858000"/>
              <a:gd name="connsiteX531" fmla="*/ 2096099 w 7467600"/>
              <a:gd name="connsiteY531" fmla="*/ 2345900 h 6858000"/>
              <a:gd name="connsiteX532" fmla="*/ 2283317 w 7467600"/>
              <a:gd name="connsiteY532" fmla="*/ 1796925 h 6858000"/>
              <a:gd name="connsiteX533" fmla="*/ 2399523 w 7467600"/>
              <a:gd name="connsiteY533" fmla="*/ 1428234 h 6858000"/>
              <a:gd name="connsiteX534" fmla="*/ 2448558 w 7467600"/>
              <a:gd name="connsiteY534" fmla="*/ 1373435 h 6858000"/>
              <a:gd name="connsiteX535" fmla="*/ 2312521 w 7467600"/>
              <a:gd name="connsiteY535" fmla="*/ 1806140 h 6858000"/>
              <a:gd name="connsiteX536" fmla="*/ 2127533 w 7467600"/>
              <a:gd name="connsiteY536" fmla="*/ 2348380 h 6858000"/>
              <a:gd name="connsiteX537" fmla="*/ 2358080 w 7467600"/>
              <a:gd name="connsiteY537" fmla="*/ 1866134 h 6858000"/>
              <a:gd name="connsiteX538" fmla="*/ 2407436 w 7467600"/>
              <a:gd name="connsiteY538" fmla="*/ 1651070 h 6858000"/>
              <a:gd name="connsiteX539" fmla="*/ 2448558 w 7467600"/>
              <a:gd name="connsiteY539" fmla="*/ 1373435 h 6858000"/>
              <a:gd name="connsiteX540" fmla="*/ 278707 w 7467600"/>
              <a:gd name="connsiteY540" fmla="*/ 1352270 h 6858000"/>
              <a:gd name="connsiteX541" fmla="*/ 321570 w 7467600"/>
              <a:gd name="connsiteY541" fmla="*/ 1861610 h 6858000"/>
              <a:gd name="connsiteX542" fmla="*/ 294281 w 7467600"/>
              <a:gd name="connsiteY542" fmla="*/ 1440658 h 6858000"/>
              <a:gd name="connsiteX543" fmla="*/ 278707 w 7467600"/>
              <a:gd name="connsiteY543" fmla="*/ 1352270 h 6858000"/>
              <a:gd name="connsiteX544" fmla="*/ 1423821 w 7467600"/>
              <a:gd name="connsiteY544" fmla="*/ 1351958 h 6858000"/>
              <a:gd name="connsiteX545" fmla="*/ 1638521 w 7467600"/>
              <a:gd name="connsiteY545" fmla="*/ 1908470 h 6858000"/>
              <a:gd name="connsiteX546" fmla="*/ 1754199 w 7467600"/>
              <a:gd name="connsiteY546" fmla="*/ 2149284 h 6858000"/>
              <a:gd name="connsiteX547" fmla="*/ 1908359 w 7467600"/>
              <a:gd name="connsiteY547" fmla="*/ 2364988 h 6858000"/>
              <a:gd name="connsiteX548" fmla="*/ 1647661 w 7467600"/>
              <a:gd name="connsiteY548" fmla="*/ 1825945 h 6858000"/>
              <a:gd name="connsiteX549" fmla="*/ 1423821 w 7467600"/>
              <a:gd name="connsiteY549" fmla="*/ 1351958 h 6858000"/>
              <a:gd name="connsiteX550" fmla="*/ 1431890 w 7467600"/>
              <a:gd name="connsiteY550" fmla="*/ 1306475 h 6858000"/>
              <a:gd name="connsiteX551" fmla="*/ 1507597 w 7467600"/>
              <a:gd name="connsiteY551" fmla="*/ 1446132 h 6858000"/>
              <a:gd name="connsiteX552" fmla="*/ 1674586 w 7467600"/>
              <a:gd name="connsiteY552" fmla="*/ 1813832 h 6858000"/>
              <a:gd name="connsiteX553" fmla="*/ 1815950 w 7467600"/>
              <a:gd name="connsiteY553" fmla="*/ 2128564 h 6858000"/>
              <a:gd name="connsiteX554" fmla="*/ 1984242 w 7467600"/>
              <a:gd name="connsiteY554" fmla="*/ 2430829 h 6858000"/>
              <a:gd name="connsiteX555" fmla="*/ 2014023 w 7467600"/>
              <a:gd name="connsiteY555" fmla="*/ 2450995 h 6858000"/>
              <a:gd name="connsiteX556" fmla="*/ 1747337 w 7467600"/>
              <a:gd name="connsiteY556" fmla="*/ 1855264 h 6858000"/>
              <a:gd name="connsiteX557" fmla="*/ 1533749 w 7467600"/>
              <a:gd name="connsiteY557" fmla="*/ 1478656 h 6858000"/>
              <a:gd name="connsiteX558" fmla="*/ 1431890 w 7467600"/>
              <a:gd name="connsiteY558" fmla="*/ 1306475 h 6858000"/>
              <a:gd name="connsiteX559" fmla="*/ 5052692 w 7467600"/>
              <a:gd name="connsiteY559" fmla="*/ 1292994 h 6858000"/>
              <a:gd name="connsiteX560" fmla="*/ 5200661 w 7467600"/>
              <a:gd name="connsiteY560" fmla="*/ 1635186 h 6858000"/>
              <a:gd name="connsiteX561" fmla="*/ 5297138 w 7467600"/>
              <a:gd name="connsiteY561" fmla="*/ 1906351 h 6858000"/>
              <a:gd name="connsiteX562" fmla="*/ 5052692 w 7467600"/>
              <a:gd name="connsiteY562" fmla="*/ 1292994 h 6858000"/>
              <a:gd name="connsiteX563" fmla="*/ 5009948 w 7467600"/>
              <a:gd name="connsiteY563" fmla="*/ 1273619 h 6858000"/>
              <a:gd name="connsiteX564" fmla="*/ 5121777 w 7467600"/>
              <a:gd name="connsiteY564" fmla="*/ 1654213 h 6858000"/>
              <a:gd name="connsiteX565" fmla="*/ 5293545 w 7467600"/>
              <a:gd name="connsiteY565" fmla="*/ 2072247 h 6858000"/>
              <a:gd name="connsiteX566" fmla="*/ 5294042 w 7467600"/>
              <a:gd name="connsiteY566" fmla="*/ 2065019 h 6858000"/>
              <a:gd name="connsiteX567" fmla="*/ 5171936 w 7467600"/>
              <a:gd name="connsiteY567" fmla="*/ 1647613 h 6858000"/>
              <a:gd name="connsiteX568" fmla="*/ 5009948 w 7467600"/>
              <a:gd name="connsiteY568" fmla="*/ 1273619 h 6858000"/>
              <a:gd name="connsiteX569" fmla="*/ 655236 w 7467600"/>
              <a:gd name="connsiteY569" fmla="*/ 1268632 h 6858000"/>
              <a:gd name="connsiteX570" fmla="*/ 839521 w 7467600"/>
              <a:gd name="connsiteY570" fmla="*/ 1685315 h 6858000"/>
              <a:gd name="connsiteX571" fmla="*/ 1109416 w 7467600"/>
              <a:gd name="connsiteY571" fmla="*/ 2061663 h 6858000"/>
              <a:gd name="connsiteX572" fmla="*/ 1298300 w 7467600"/>
              <a:gd name="connsiteY572" fmla="*/ 2247742 h 6858000"/>
              <a:gd name="connsiteX573" fmla="*/ 1125871 w 7467600"/>
              <a:gd name="connsiteY573" fmla="*/ 1989513 h 6858000"/>
              <a:gd name="connsiteX574" fmla="*/ 981574 w 7467600"/>
              <a:gd name="connsiteY574" fmla="*/ 1783157 h 6858000"/>
              <a:gd name="connsiteX575" fmla="*/ 922198 w 7467600"/>
              <a:gd name="connsiteY575" fmla="*/ 1677437 h 6858000"/>
              <a:gd name="connsiteX576" fmla="*/ 869293 w 7467600"/>
              <a:gd name="connsiteY576" fmla="*/ 1583214 h 6858000"/>
              <a:gd name="connsiteX577" fmla="*/ 751431 w 7467600"/>
              <a:gd name="connsiteY577" fmla="*/ 1405731 h 6858000"/>
              <a:gd name="connsiteX578" fmla="*/ 655236 w 7467600"/>
              <a:gd name="connsiteY578" fmla="*/ 1268632 h 6858000"/>
              <a:gd name="connsiteX579" fmla="*/ 6516292 w 7467600"/>
              <a:gd name="connsiteY579" fmla="*/ 1263064 h 6858000"/>
              <a:gd name="connsiteX580" fmla="*/ 5736320 w 7467600"/>
              <a:gd name="connsiteY580" fmla="*/ 1501803 h 6858000"/>
              <a:gd name="connsiteX581" fmla="*/ 6516292 w 7467600"/>
              <a:gd name="connsiteY581" fmla="*/ 1263064 h 6858000"/>
              <a:gd name="connsiteX582" fmla="*/ 291466 w 7467600"/>
              <a:gd name="connsiteY582" fmla="*/ 1250369 h 6858000"/>
              <a:gd name="connsiteX583" fmla="*/ 323180 w 7467600"/>
              <a:gd name="connsiteY583" fmla="*/ 1435283 h 6858000"/>
              <a:gd name="connsiteX584" fmla="*/ 349381 w 7467600"/>
              <a:gd name="connsiteY584" fmla="*/ 1875041 h 6858000"/>
              <a:gd name="connsiteX585" fmla="*/ 374363 w 7467600"/>
              <a:gd name="connsiteY585" fmla="*/ 1506494 h 6858000"/>
              <a:gd name="connsiteX586" fmla="*/ 302168 w 7467600"/>
              <a:gd name="connsiteY586" fmla="*/ 1274495 h 6858000"/>
              <a:gd name="connsiteX587" fmla="*/ 291466 w 7467600"/>
              <a:gd name="connsiteY587" fmla="*/ 1250369 h 6858000"/>
              <a:gd name="connsiteX588" fmla="*/ 678222 w 7467600"/>
              <a:gd name="connsiteY588" fmla="*/ 1248670 h 6858000"/>
              <a:gd name="connsiteX589" fmla="*/ 775536 w 7467600"/>
              <a:gd name="connsiteY589" fmla="*/ 1388015 h 6858000"/>
              <a:gd name="connsiteX590" fmla="*/ 894529 w 7467600"/>
              <a:gd name="connsiteY590" fmla="*/ 1567739 h 6858000"/>
              <a:gd name="connsiteX591" fmla="*/ 948000 w 7467600"/>
              <a:gd name="connsiteY591" fmla="*/ 1663088 h 6858000"/>
              <a:gd name="connsiteX592" fmla="*/ 1006812 w 7467600"/>
              <a:gd name="connsiteY592" fmla="*/ 1767683 h 6858000"/>
              <a:gd name="connsiteX593" fmla="*/ 1149133 w 7467600"/>
              <a:gd name="connsiteY593" fmla="*/ 1971513 h 6858000"/>
              <a:gd name="connsiteX594" fmla="*/ 1333952 w 7467600"/>
              <a:gd name="connsiteY594" fmla="*/ 2251620 h 6858000"/>
              <a:gd name="connsiteX595" fmla="*/ 1337329 w 7467600"/>
              <a:gd name="connsiteY595" fmla="*/ 2258350 h 6858000"/>
              <a:gd name="connsiteX596" fmla="*/ 1014726 w 7467600"/>
              <a:gd name="connsiteY596" fmla="*/ 1615556 h 6858000"/>
              <a:gd name="connsiteX597" fmla="*/ 678222 w 7467600"/>
              <a:gd name="connsiteY597" fmla="*/ 1248670 h 6858000"/>
              <a:gd name="connsiteX598" fmla="*/ 6691602 w 7467600"/>
              <a:gd name="connsiteY598" fmla="*/ 1140573 h 6858000"/>
              <a:gd name="connsiteX599" fmla="*/ 6571100 w 7467600"/>
              <a:gd name="connsiteY599" fmla="*/ 1183662 h 6858000"/>
              <a:gd name="connsiteX600" fmla="*/ 6241687 w 7467600"/>
              <a:gd name="connsiteY600" fmla="*/ 1257600 h 6858000"/>
              <a:gd name="connsiteX601" fmla="*/ 5693009 w 7467600"/>
              <a:gd name="connsiteY601" fmla="*/ 1478256 h 6858000"/>
              <a:gd name="connsiteX602" fmla="*/ 6548420 w 7467600"/>
              <a:gd name="connsiteY602" fmla="*/ 1214599 h 6858000"/>
              <a:gd name="connsiteX603" fmla="*/ 6605473 w 7467600"/>
              <a:gd name="connsiteY603" fmla="*/ 1184686 h 6858000"/>
              <a:gd name="connsiteX604" fmla="*/ 6691602 w 7467600"/>
              <a:gd name="connsiteY604" fmla="*/ 1140573 h 6858000"/>
              <a:gd name="connsiteX605" fmla="*/ 4002475 w 7467600"/>
              <a:gd name="connsiteY605" fmla="*/ 1037802 h 6858000"/>
              <a:gd name="connsiteX606" fmla="*/ 4000324 w 7467600"/>
              <a:gd name="connsiteY606" fmla="*/ 1039362 h 6858000"/>
              <a:gd name="connsiteX607" fmla="*/ 4002862 w 7467600"/>
              <a:gd name="connsiteY607" fmla="*/ 1042866 h 6858000"/>
              <a:gd name="connsiteX608" fmla="*/ 4002475 w 7467600"/>
              <a:gd name="connsiteY608" fmla="*/ 1037802 h 6858000"/>
              <a:gd name="connsiteX609" fmla="*/ 506322 w 7467600"/>
              <a:gd name="connsiteY609" fmla="*/ 1020997 h 6858000"/>
              <a:gd name="connsiteX610" fmla="*/ 533068 w 7467600"/>
              <a:gd name="connsiteY610" fmla="*/ 1029409 h 6858000"/>
              <a:gd name="connsiteX611" fmla="*/ 1232525 w 7467600"/>
              <a:gd name="connsiteY611" fmla="*/ 1804675 h 6858000"/>
              <a:gd name="connsiteX612" fmla="*/ 1388858 w 7467600"/>
              <a:gd name="connsiteY612" fmla="*/ 2368011 h 6858000"/>
              <a:gd name="connsiteX613" fmla="*/ 1384098 w 7467600"/>
              <a:gd name="connsiteY613" fmla="*/ 2378125 h 6858000"/>
              <a:gd name="connsiteX614" fmla="*/ 1425393 w 7467600"/>
              <a:gd name="connsiteY614" fmla="*/ 2589124 h 6858000"/>
              <a:gd name="connsiteX615" fmla="*/ 1424001 w 7467600"/>
              <a:gd name="connsiteY615" fmla="*/ 2597541 h 6858000"/>
              <a:gd name="connsiteX616" fmla="*/ 2152729 w 7467600"/>
              <a:gd name="connsiteY616" fmla="*/ 2864487 h 6858000"/>
              <a:gd name="connsiteX617" fmla="*/ 2020609 w 7467600"/>
              <a:gd name="connsiteY617" fmla="*/ 2539671 h 6858000"/>
              <a:gd name="connsiteX618" fmla="*/ 2018920 w 7467600"/>
              <a:gd name="connsiteY618" fmla="*/ 2536309 h 6858000"/>
              <a:gd name="connsiteX619" fmla="*/ 1342441 w 7467600"/>
              <a:gd name="connsiteY619" fmla="*/ 1173017 h 6858000"/>
              <a:gd name="connsiteX620" fmla="*/ 1367925 w 7467600"/>
              <a:gd name="connsiteY620" fmla="*/ 1135648 h 6858000"/>
              <a:gd name="connsiteX621" fmla="*/ 1771401 w 7467600"/>
              <a:gd name="connsiteY621" fmla="*/ 1806673 h 6858000"/>
              <a:gd name="connsiteX622" fmla="*/ 1972385 w 7467600"/>
              <a:gd name="connsiteY622" fmla="*/ 2198735 h 6858000"/>
              <a:gd name="connsiteX623" fmla="*/ 2040892 w 7467600"/>
              <a:gd name="connsiteY623" fmla="*/ 2405205 h 6858000"/>
              <a:gd name="connsiteX624" fmla="*/ 2131689 w 7467600"/>
              <a:gd name="connsiteY624" fmla="*/ 1936926 h 6858000"/>
              <a:gd name="connsiteX625" fmla="*/ 2454820 w 7467600"/>
              <a:gd name="connsiteY625" fmla="*/ 1248808 h 6858000"/>
              <a:gd name="connsiteX626" fmla="*/ 2492512 w 7467600"/>
              <a:gd name="connsiteY626" fmla="*/ 1302920 h 6858000"/>
              <a:gd name="connsiteX627" fmla="*/ 2081216 w 7467600"/>
              <a:gd name="connsiteY627" fmla="*/ 2527513 h 6858000"/>
              <a:gd name="connsiteX628" fmla="*/ 2081211 w 7467600"/>
              <a:gd name="connsiteY628" fmla="*/ 2528916 h 6858000"/>
              <a:gd name="connsiteX629" fmla="*/ 2199067 w 7467600"/>
              <a:gd name="connsiteY629" fmla="*/ 2884061 h 6858000"/>
              <a:gd name="connsiteX630" fmla="*/ 3192586 w 7467600"/>
              <a:gd name="connsiteY630" fmla="*/ 3411496 h 6858000"/>
              <a:gd name="connsiteX631" fmla="*/ 3182620 w 7467600"/>
              <a:gd name="connsiteY631" fmla="*/ 3483279 h 6858000"/>
              <a:gd name="connsiteX632" fmla="*/ 2435119 w 7467600"/>
              <a:gd name="connsiteY632" fmla="*/ 3080173 h 6858000"/>
              <a:gd name="connsiteX633" fmla="*/ 2410152 w 7467600"/>
              <a:gd name="connsiteY633" fmla="*/ 3063751 h 6858000"/>
              <a:gd name="connsiteX634" fmla="*/ 2408099 w 7467600"/>
              <a:gd name="connsiteY634" fmla="*/ 3064403 h 6858000"/>
              <a:gd name="connsiteX635" fmla="*/ 2407218 w 7467600"/>
              <a:gd name="connsiteY635" fmla="*/ 3070324 h 6858000"/>
              <a:gd name="connsiteX636" fmla="*/ 2380138 w 7467600"/>
              <a:gd name="connsiteY636" fmla="*/ 3099341 h 6858000"/>
              <a:gd name="connsiteX637" fmla="*/ 1765923 w 7467600"/>
              <a:gd name="connsiteY637" fmla="*/ 3581043 h 6858000"/>
              <a:gd name="connsiteX638" fmla="*/ 1702258 w 7467600"/>
              <a:gd name="connsiteY638" fmla="*/ 3612286 h 6858000"/>
              <a:gd name="connsiteX639" fmla="*/ 1538370 w 7467600"/>
              <a:gd name="connsiteY639" fmla="*/ 3811804 h 6858000"/>
              <a:gd name="connsiteX640" fmla="*/ 542867 w 7467600"/>
              <a:gd name="connsiteY640" fmla="*/ 4944092 h 6858000"/>
              <a:gd name="connsiteX641" fmla="*/ 515800 w 7467600"/>
              <a:gd name="connsiteY641" fmla="*/ 4862180 h 6858000"/>
              <a:gd name="connsiteX642" fmla="*/ 909145 w 7467600"/>
              <a:gd name="connsiteY642" fmla="*/ 4199225 h 6858000"/>
              <a:gd name="connsiteX643" fmla="*/ 1214067 w 7467600"/>
              <a:gd name="connsiteY643" fmla="*/ 3908561 h 6858000"/>
              <a:gd name="connsiteX644" fmla="*/ 640967 w 7467600"/>
              <a:gd name="connsiteY644" fmla="*/ 4105601 h 6858000"/>
              <a:gd name="connsiteX645" fmla="*/ 112563 w 7467600"/>
              <a:gd name="connsiteY645" fmla="*/ 4396952 h 6858000"/>
              <a:gd name="connsiteX646" fmla="*/ 0 w 7467600"/>
              <a:gd name="connsiteY646" fmla="*/ 4466006 h 6858000"/>
              <a:gd name="connsiteX647" fmla="*/ 0 w 7467600"/>
              <a:gd name="connsiteY647" fmla="*/ 4233763 h 6858000"/>
              <a:gd name="connsiteX648" fmla="*/ 36881 w 7467600"/>
              <a:gd name="connsiteY648" fmla="*/ 4200118 h 6858000"/>
              <a:gd name="connsiteX649" fmla="*/ 910534 w 7467600"/>
              <a:gd name="connsiteY649" fmla="*/ 3629753 h 6858000"/>
              <a:gd name="connsiteX650" fmla="*/ 1578717 w 7467600"/>
              <a:gd name="connsiteY650" fmla="*/ 3575982 h 6858000"/>
              <a:gd name="connsiteX651" fmla="*/ 2338780 w 7467600"/>
              <a:gd name="connsiteY651" fmla="*/ 3033725 h 6858000"/>
              <a:gd name="connsiteX652" fmla="*/ 1807991 w 7467600"/>
              <a:gd name="connsiteY652" fmla="*/ 2807184 h 6858000"/>
              <a:gd name="connsiteX653" fmla="*/ 1416358 w 7467600"/>
              <a:gd name="connsiteY653" fmla="*/ 3112571 h 6858000"/>
              <a:gd name="connsiteX654" fmla="*/ 939066 w 7467600"/>
              <a:gd name="connsiteY654" fmla="*/ 3378798 h 6858000"/>
              <a:gd name="connsiteX655" fmla="*/ 115099 w 7467600"/>
              <a:gd name="connsiteY655" fmla="*/ 3607650 h 6858000"/>
              <a:gd name="connsiteX656" fmla="*/ 97284 w 7467600"/>
              <a:gd name="connsiteY656" fmla="*/ 3520393 h 6858000"/>
              <a:gd name="connsiteX657" fmla="*/ 922050 w 7467600"/>
              <a:gd name="connsiteY657" fmla="*/ 3074867 h 6858000"/>
              <a:gd name="connsiteX658" fmla="*/ 1405265 w 7467600"/>
              <a:gd name="connsiteY658" fmla="*/ 3016319 h 6858000"/>
              <a:gd name="connsiteX659" fmla="*/ 1407512 w 7467600"/>
              <a:gd name="connsiteY659" fmla="*/ 3018001 h 6858000"/>
              <a:gd name="connsiteX660" fmla="*/ 1726266 w 7467600"/>
              <a:gd name="connsiteY660" fmla="*/ 2777274 h 6858000"/>
              <a:gd name="connsiteX661" fmla="*/ 625390 w 7467600"/>
              <a:gd name="connsiteY661" fmla="*/ 2514541 h 6858000"/>
              <a:gd name="connsiteX662" fmla="*/ 619799 w 7467600"/>
              <a:gd name="connsiteY662" fmla="*/ 2527180 h 6858000"/>
              <a:gd name="connsiteX663" fmla="*/ 310030 w 7467600"/>
              <a:gd name="connsiteY663" fmla="*/ 2771818 h 6858000"/>
              <a:gd name="connsiteX664" fmla="*/ 173877 w 7467600"/>
              <a:gd name="connsiteY664" fmla="*/ 2937056 h 6858000"/>
              <a:gd name="connsiteX665" fmla="*/ 77889 w 7467600"/>
              <a:gd name="connsiteY665" fmla="*/ 3138440 h 6858000"/>
              <a:gd name="connsiteX666" fmla="*/ 0 w 7467600"/>
              <a:gd name="connsiteY666" fmla="*/ 3271395 h 6858000"/>
              <a:gd name="connsiteX667" fmla="*/ 0 w 7467600"/>
              <a:gd name="connsiteY667" fmla="*/ 3153002 h 6858000"/>
              <a:gd name="connsiteX668" fmla="*/ 2386 w 7467600"/>
              <a:gd name="connsiteY668" fmla="*/ 3149203 h 6858000"/>
              <a:gd name="connsiteX669" fmla="*/ 89753 w 7467600"/>
              <a:gd name="connsiteY669" fmla="*/ 2987702 h 6858000"/>
              <a:gd name="connsiteX670" fmla="*/ 76869 w 7467600"/>
              <a:gd name="connsiteY670" fmla="*/ 3005404 h 6858000"/>
              <a:gd name="connsiteX671" fmla="*/ 32049 w 7467600"/>
              <a:gd name="connsiteY671" fmla="*/ 3065814 h 6858000"/>
              <a:gd name="connsiteX672" fmla="*/ 0 w 7467600"/>
              <a:gd name="connsiteY672" fmla="*/ 3108744 h 6858000"/>
              <a:gd name="connsiteX673" fmla="*/ 0 w 7467600"/>
              <a:gd name="connsiteY673" fmla="*/ 3058059 h 6858000"/>
              <a:gd name="connsiteX674" fmla="*/ 7610 w 7467600"/>
              <a:gd name="connsiteY674" fmla="*/ 3047889 h 6858000"/>
              <a:gd name="connsiteX675" fmla="*/ 52419 w 7467600"/>
              <a:gd name="connsiteY675" fmla="*/ 2987479 h 6858000"/>
              <a:gd name="connsiteX676" fmla="*/ 59142 w 7467600"/>
              <a:gd name="connsiteY676" fmla="*/ 2978488 h 6858000"/>
              <a:gd name="connsiteX677" fmla="*/ 0 w 7467600"/>
              <a:gd name="connsiteY677" fmla="*/ 3015334 h 6858000"/>
              <a:gd name="connsiteX678" fmla="*/ 0 w 7467600"/>
              <a:gd name="connsiteY678" fmla="*/ 2914286 h 6858000"/>
              <a:gd name="connsiteX679" fmla="*/ 36383 w 7467600"/>
              <a:gd name="connsiteY679" fmla="*/ 2901128 h 6858000"/>
              <a:gd name="connsiteX680" fmla="*/ 156329 w 7467600"/>
              <a:gd name="connsiteY680" fmla="*/ 2840533 h 6858000"/>
              <a:gd name="connsiteX681" fmla="*/ 358355 w 7467600"/>
              <a:gd name="connsiteY681" fmla="*/ 2620471 h 6858000"/>
              <a:gd name="connsiteX682" fmla="*/ 510577 w 7467600"/>
              <a:gd name="connsiteY682" fmla="*/ 2501244 h 6858000"/>
              <a:gd name="connsiteX683" fmla="*/ 211967 w 7467600"/>
              <a:gd name="connsiteY683" fmla="*/ 2479171 h 6858000"/>
              <a:gd name="connsiteX684" fmla="*/ 0 w 7467600"/>
              <a:gd name="connsiteY684" fmla="*/ 2476398 h 6858000"/>
              <a:gd name="connsiteX685" fmla="*/ 0 w 7467600"/>
              <a:gd name="connsiteY685" fmla="*/ 2389189 h 6858000"/>
              <a:gd name="connsiteX686" fmla="*/ 103062 w 7467600"/>
              <a:gd name="connsiteY686" fmla="*/ 2389518 h 6858000"/>
              <a:gd name="connsiteX687" fmla="*/ 510734 w 7467600"/>
              <a:gd name="connsiteY687" fmla="*/ 2416201 h 6858000"/>
              <a:gd name="connsiteX688" fmla="*/ 279257 w 7467600"/>
              <a:gd name="connsiteY688" fmla="*/ 2092102 h 6858000"/>
              <a:gd name="connsiteX689" fmla="*/ 65265 w 7467600"/>
              <a:gd name="connsiteY689" fmla="*/ 2006049 h 6858000"/>
              <a:gd name="connsiteX690" fmla="*/ 0 w 7467600"/>
              <a:gd name="connsiteY690" fmla="*/ 1982532 h 6858000"/>
              <a:gd name="connsiteX691" fmla="*/ 0 w 7467600"/>
              <a:gd name="connsiteY691" fmla="*/ 1912789 h 6858000"/>
              <a:gd name="connsiteX692" fmla="*/ 97460 w 7467600"/>
              <a:gd name="connsiteY692" fmla="*/ 1953725 h 6858000"/>
              <a:gd name="connsiteX693" fmla="*/ 221272 w 7467600"/>
              <a:gd name="connsiteY693" fmla="*/ 1980766 h 6858000"/>
              <a:gd name="connsiteX694" fmla="*/ 116765 w 7467600"/>
              <a:gd name="connsiteY694" fmla="*/ 1911033 h 6858000"/>
              <a:gd name="connsiteX695" fmla="*/ 16405 w 7467600"/>
              <a:gd name="connsiteY695" fmla="*/ 1803412 h 6858000"/>
              <a:gd name="connsiteX696" fmla="*/ 0 w 7467600"/>
              <a:gd name="connsiteY696" fmla="*/ 1784777 h 6858000"/>
              <a:gd name="connsiteX697" fmla="*/ 0 w 7467600"/>
              <a:gd name="connsiteY697" fmla="*/ 1740082 h 6858000"/>
              <a:gd name="connsiteX698" fmla="*/ 39394 w 7467600"/>
              <a:gd name="connsiteY698" fmla="*/ 1784856 h 6858000"/>
              <a:gd name="connsiteX699" fmla="*/ 135813 w 7467600"/>
              <a:gd name="connsiteY699" fmla="*/ 1888838 h 6858000"/>
              <a:gd name="connsiteX700" fmla="*/ 242575 w 7467600"/>
              <a:gd name="connsiteY700" fmla="*/ 1958841 h 6858000"/>
              <a:gd name="connsiteX701" fmla="*/ 82197 w 7467600"/>
              <a:gd name="connsiteY701" fmla="*/ 1754826 h 6858000"/>
              <a:gd name="connsiteX702" fmla="*/ 0 w 7467600"/>
              <a:gd name="connsiteY702" fmla="*/ 1679650 h 6858000"/>
              <a:gd name="connsiteX703" fmla="*/ 0 w 7467600"/>
              <a:gd name="connsiteY703" fmla="*/ 1602463 h 6858000"/>
              <a:gd name="connsiteX704" fmla="*/ 84689 w 7467600"/>
              <a:gd name="connsiteY704" fmla="*/ 1677442 h 6858000"/>
              <a:gd name="connsiteX705" fmla="*/ 298437 w 7467600"/>
              <a:gd name="connsiteY705" fmla="*/ 1968019 h 6858000"/>
              <a:gd name="connsiteX706" fmla="*/ 227269 w 7467600"/>
              <a:gd name="connsiteY706" fmla="*/ 1114064 h 6858000"/>
              <a:gd name="connsiteX707" fmla="*/ 248003 w 7467600"/>
              <a:gd name="connsiteY707" fmla="*/ 1089613 h 6858000"/>
              <a:gd name="connsiteX708" fmla="*/ 427020 w 7467600"/>
              <a:gd name="connsiteY708" fmla="*/ 1619803 h 6858000"/>
              <a:gd name="connsiteX709" fmla="*/ 340345 w 7467600"/>
              <a:gd name="connsiteY709" fmla="*/ 2027739 h 6858000"/>
              <a:gd name="connsiteX710" fmla="*/ 360865 w 7467600"/>
              <a:gd name="connsiteY710" fmla="*/ 2044827 h 6858000"/>
              <a:gd name="connsiteX711" fmla="*/ 560414 w 7467600"/>
              <a:gd name="connsiteY711" fmla="*/ 2421457 h 6858000"/>
              <a:gd name="connsiteX712" fmla="*/ 1359703 w 7467600"/>
              <a:gd name="connsiteY712" fmla="*/ 2578554 h 6858000"/>
              <a:gd name="connsiteX713" fmla="*/ 1359422 w 7467600"/>
              <a:gd name="connsiteY713" fmla="*/ 2577994 h 6858000"/>
              <a:gd name="connsiteX714" fmla="*/ 828701 w 7467600"/>
              <a:gd name="connsiteY714" fmla="*/ 1839520 h 6858000"/>
              <a:gd name="connsiteX715" fmla="*/ 494427 w 7467600"/>
              <a:gd name="connsiteY715" fmla="*/ 1092333 h 6858000"/>
              <a:gd name="connsiteX716" fmla="*/ 506322 w 7467600"/>
              <a:gd name="connsiteY716" fmla="*/ 1020997 h 6858000"/>
              <a:gd name="connsiteX717" fmla="*/ 4570198 w 7467600"/>
              <a:gd name="connsiteY717" fmla="*/ 978081 h 6858000"/>
              <a:gd name="connsiteX718" fmla="*/ 4523691 w 7467600"/>
              <a:gd name="connsiteY718" fmla="*/ 1127776 h 6858000"/>
              <a:gd name="connsiteX719" fmla="*/ 4509875 w 7467600"/>
              <a:gd name="connsiteY719" fmla="*/ 1167552 h 6858000"/>
              <a:gd name="connsiteX720" fmla="*/ 4478168 w 7467600"/>
              <a:gd name="connsiteY720" fmla="*/ 1260735 h 6858000"/>
              <a:gd name="connsiteX721" fmla="*/ 4409309 w 7467600"/>
              <a:gd name="connsiteY721" fmla="*/ 1666996 h 6858000"/>
              <a:gd name="connsiteX722" fmla="*/ 4370031 w 7467600"/>
              <a:gd name="connsiteY722" fmla="*/ 1955666 h 6858000"/>
              <a:gd name="connsiteX723" fmla="*/ 4570198 w 7467600"/>
              <a:gd name="connsiteY723" fmla="*/ 978081 h 6858000"/>
              <a:gd name="connsiteX724" fmla="*/ 4557898 w 7467600"/>
              <a:gd name="connsiteY724" fmla="*/ 900011 h 6858000"/>
              <a:gd name="connsiteX725" fmla="*/ 4344840 w 7467600"/>
              <a:gd name="connsiteY725" fmla="*/ 1922038 h 6858000"/>
              <a:gd name="connsiteX726" fmla="*/ 4378710 w 7467600"/>
              <a:gd name="connsiteY726" fmla="*/ 1665516 h 6858000"/>
              <a:gd name="connsiteX727" fmla="*/ 4448798 w 7467600"/>
              <a:gd name="connsiteY727" fmla="*/ 1253024 h 6858000"/>
              <a:gd name="connsiteX728" fmla="*/ 4480315 w 7467600"/>
              <a:gd name="connsiteY728" fmla="*/ 1158454 h 6858000"/>
              <a:gd name="connsiteX729" fmla="*/ 4494133 w 7467600"/>
              <a:gd name="connsiteY729" fmla="*/ 1118676 h 6858000"/>
              <a:gd name="connsiteX730" fmla="*/ 4557898 w 7467600"/>
              <a:gd name="connsiteY730" fmla="*/ 900011 h 6858000"/>
              <a:gd name="connsiteX731" fmla="*/ 5870151 w 7467600"/>
              <a:gd name="connsiteY731" fmla="*/ 898890 h 6858000"/>
              <a:gd name="connsiteX732" fmla="*/ 5861335 w 7467600"/>
              <a:gd name="connsiteY732" fmla="*/ 899177 h 6858000"/>
              <a:gd name="connsiteX733" fmla="*/ 5843702 w 7467600"/>
              <a:gd name="connsiteY733" fmla="*/ 899748 h 6858000"/>
              <a:gd name="connsiteX734" fmla="*/ 5651107 w 7467600"/>
              <a:gd name="connsiteY734" fmla="*/ 920306 h 6858000"/>
              <a:gd name="connsiteX735" fmla="*/ 5459407 w 7467600"/>
              <a:gd name="connsiteY735" fmla="*/ 940975 h 6858000"/>
              <a:gd name="connsiteX736" fmla="*/ 5374846 w 7467600"/>
              <a:gd name="connsiteY736" fmla="*/ 941988 h 6858000"/>
              <a:gd name="connsiteX737" fmla="*/ 5256105 w 7467600"/>
              <a:gd name="connsiteY737" fmla="*/ 945632 h 6858000"/>
              <a:gd name="connsiteX738" fmla="*/ 5107071 w 7467600"/>
              <a:gd name="connsiteY738" fmla="*/ 969720 h 6858000"/>
              <a:gd name="connsiteX739" fmla="*/ 4998681 w 7467600"/>
              <a:gd name="connsiteY739" fmla="*/ 988771 h 6858000"/>
              <a:gd name="connsiteX740" fmla="*/ 5870151 w 7467600"/>
              <a:gd name="connsiteY740" fmla="*/ 898890 h 6858000"/>
              <a:gd name="connsiteX741" fmla="*/ 5504425 w 7467600"/>
              <a:gd name="connsiteY741" fmla="*/ 848067 h 6858000"/>
              <a:gd name="connsiteX742" fmla="*/ 4968849 w 7467600"/>
              <a:gd name="connsiteY742" fmla="*/ 962318 h 6858000"/>
              <a:gd name="connsiteX743" fmla="*/ 5104039 w 7467600"/>
              <a:gd name="connsiteY743" fmla="*/ 940634 h 6858000"/>
              <a:gd name="connsiteX744" fmla="*/ 5256311 w 7467600"/>
              <a:gd name="connsiteY744" fmla="*/ 916490 h 6858000"/>
              <a:gd name="connsiteX745" fmla="*/ 5377381 w 7467600"/>
              <a:gd name="connsiteY745" fmla="*/ 912671 h 6858000"/>
              <a:gd name="connsiteX746" fmla="*/ 5460148 w 7467600"/>
              <a:gd name="connsiteY746" fmla="*/ 911442 h 6858000"/>
              <a:gd name="connsiteX747" fmla="*/ 5648971 w 7467600"/>
              <a:gd name="connsiteY747" fmla="*/ 891331 h 6858000"/>
              <a:gd name="connsiteX748" fmla="*/ 5844807 w 7467600"/>
              <a:gd name="connsiteY748" fmla="*/ 870718 h 6858000"/>
              <a:gd name="connsiteX749" fmla="*/ 5862975 w 7467600"/>
              <a:gd name="connsiteY749" fmla="*/ 869756 h 6858000"/>
              <a:gd name="connsiteX750" fmla="*/ 5920887 w 7467600"/>
              <a:gd name="connsiteY750" fmla="*/ 865929 h 6858000"/>
              <a:gd name="connsiteX751" fmla="*/ 5504425 w 7467600"/>
              <a:gd name="connsiteY751" fmla="*/ 848067 h 6858000"/>
              <a:gd name="connsiteX752" fmla="*/ 3607114 w 7467600"/>
              <a:gd name="connsiteY752" fmla="*/ 467441 h 6858000"/>
              <a:gd name="connsiteX753" fmla="*/ 3296242 w 7467600"/>
              <a:gd name="connsiteY753" fmla="*/ 807991 h 6858000"/>
              <a:gd name="connsiteX754" fmla="*/ 3174674 w 7467600"/>
              <a:gd name="connsiteY754" fmla="*/ 919759 h 6858000"/>
              <a:gd name="connsiteX755" fmla="*/ 3042978 w 7467600"/>
              <a:gd name="connsiteY755" fmla="*/ 1054894 h 6858000"/>
              <a:gd name="connsiteX756" fmla="*/ 2968914 w 7467600"/>
              <a:gd name="connsiteY756" fmla="*/ 1133756 h 6858000"/>
              <a:gd name="connsiteX757" fmla="*/ 3103823 w 7467600"/>
              <a:gd name="connsiteY757" fmla="*/ 1026814 h 6858000"/>
              <a:gd name="connsiteX758" fmla="*/ 3607114 w 7467600"/>
              <a:gd name="connsiteY758" fmla="*/ 467441 h 6858000"/>
              <a:gd name="connsiteX759" fmla="*/ 3744487 w 7467600"/>
              <a:gd name="connsiteY759" fmla="*/ 383136 h 6858000"/>
              <a:gd name="connsiteX760" fmla="*/ 3970213 w 7467600"/>
              <a:gd name="connsiteY760" fmla="*/ 995559 h 6858000"/>
              <a:gd name="connsiteX761" fmla="*/ 3744487 w 7467600"/>
              <a:gd name="connsiteY761" fmla="*/ 383136 h 6858000"/>
              <a:gd name="connsiteX762" fmla="*/ 3624562 w 7467600"/>
              <a:gd name="connsiteY762" fmla="*/ 367041 h 6858000"/>
              <a:gd name="connsiteX763" fmla="*/ 3489712 w 7467600"/>
              <a:gd name="connsiteY763" fmla="*/ 485386 h 6858000"/>
              <a:gd name="connsiteX764" fmla="*/ 3182994 w 7467600"/>
              <a:gd name="connsiteY764" fmla="*/ 828265 h 6858000"/>
              <a:gd name="connsiteX765" fmla="*/ 2892114 w 7467600"/>
              <a:gd name="connsiteY765" fmla="*/ 1172635 h 6858000"/>
              <a:gd name="connsiteX766" fmla="*/ 3021459 w 7467600"/>
              <a:gd name="connsiteY766" fmla="*/ 1035385 h 6858000"/>
              <a:gd name="connsiteX767" fmla="*/ 3153873 w 7467600"/>
              <a:gd name="connsiteY767" fmla="*/ 898971 h 6858000"/>
              <a:gd name="connsiteX768" fmla="*/ 3276511 w 7467600"/>
              <a:gd name="connsiteY768" fmla="*/ 786423 h 6858000"/>
              <a:gd name="connsiteX769" fmla="*/ 3584154 w 7467600"/>
              <a:gd name="connsiteY769" fmla="*/ 448218 h 6858000"/>
              <a:gd name="connsiteX770" fmla="*/ 3624562 w 7467600"/>
              <a:gd name="connsiteY770" fmla="*/ 367041 h 6858000"/>
              <a:gd name="connsiteX771" fmla="*/ 3766672 w 7467600"/>
              <a:gd name="connsiteY771" fmla="*/ 359429 h 6858000"/>
              <a:gd name="connsiteX772" fmla="*/ 3996338 w 7467600"/>
              <a:gd name="connsiteY772" fmla="*/ 968237 h 6858000"/>
              <a:gd name="connsiteX773" fmla="*/ 3766672 w 7467600"/>
              <a:gd name="connsiteY773" fmla="*/ 359429 h 6858000"/>
              <a:gd name="connsiteX774" fmla="*/ 5805386 w 7467600"/>
              <a:gd name="connsiteY774" fmla="*/ 239240 h 6858000"/>
              <a:gd name="connsiteX775" fmla="*/ 5736947 w 7467600"/>
              <a:gd name="connsiteY775" fmla="*/ 261367 h 6858000"/>
              <a:gd name="connsiteX776" fmla="*/ 5427012 w 7467600"/>
              <a:gd name="connsiteY776" fmla="*/ 311272 h 6858000"/>
              <a:gd name="connsiteX777" fmla="*/ 5147818 w 7467600"/>
              <a:gd name="connsiteY777" fmla="*/ 322112 h 6858000"/>
              <a:gd name="connsiteX778" fmla="*/ 5060854 w 7467600"/>
              <a:gd name="connsiteY778" fmla="*/ 311882 h 6858000"/>
              <a:gd name="connsiteX779" fmla="*/ 4945989 w 7467600"/>
              <a:gd name="connsiteY779" fmla="*/ 300516 h 6858000"/>
              <a:gd name="connsiteX780" fmla="*/ 5410479 w 7467600"/>
              <a:gd name="connsiteY780" fmla="*/ 348434 h 6858000"/>
              <a:gd name="connsiteX781" fmla="*/ 5805386 w 7467600"/>
              <a:gd name="connsiteY781" fmla="*/ 239240 h 6858000"/>
              <a:gd name="connsiteX782" fmla="*/ 5905192 w 7467600"/>
              <a:gd name="connsiteY782" fmla="*/ 163079 h 6858000"/>
              <a:gd name="connsiteX783" fmla="*/ 5865655 w 7467600"/>
              <a:gd name="connsiteY783" fmla="*/ 171901 h 6858000"/>
              <a:gd name="connsiteX784" fmla="*/ 5259740 w 7467600"/>
              <a:gd name="connsiteY784" fmla="*/ 257013 h 6858000"/>
              <a:gd name="connsiteX785" fmla="*/ 5208466 w 7467600"/>
              <a:gd name="connsiteY785" fmla="*/ 257550 h 6858000"/>
              <a:gd name="connsiteX786" fmla="*/ 4980204 w 7467600"/>
              <a:gd name="connsiteY786" fmla="*/ 271903 h 6858000"/>
              <a:gd name="connsiteX787" fmla="*/ 5068068 w 7467600"/>
              <a:gd name="connsiteY787" fmla="*/ 282244 h 6858000"/>
              <a:gd name="connsiteX788" fmla="*/ 5153231 w 7467600"/>
              <a:gd name="connsiteY788" fmla="*/ 292240 h 6858000"/>
              <a:gd name="connsiteX789" fmla="*/ 5426491 w 7467600"/>
              <a:gd name="connsiteY789" fmla="*/ 281128 h 6858000"/>
              <a:gd name="connsiteX790" fmla="*/ 5731212 w 7467600"/>
              <a:gd name="connsiteY790" fmla="*/ 231951 h 6858000"/>
              <a:gd name="connsiteX791" fmla="*/ 5905192 w 7467600"/>
              <a:gd name="connsiteY791" fmla="*/ 163079 h 6858000"/>
              <a:gd name="connsiteX792" fmla="*/ 5944437 w 7467600"/>
              <a:gd name="connsiteY792" fmla="*/ 113829 h 6858000"/>
              <a:gd name="connsiteX793" fmla="*/ 5825032 w 7467600"/>
              <a:gd name="connsiteY793" fmla="*/ 146405 h 6858000"/>
              <a:gd name="connsiteX794" fmla="*/ 4955599 w 7467600"/>
              <a:gd name="connsiteY794" fmla="*/ 247008 h 6858000"/>
              <a:gd name="connsiteX795" fmla="*/ 5210104 w 7467600"/>
              <a:gd name="connsiteY795" fmla="*/ 228123 h 6858000"/>
              <a:gd name="connsiteX796" fmla="*/ 5261015 w 7467600"/>
              <a:gd name="connsiteY796" fmla="*/ 227087 h 6858000"/>
              <a:gd name="connsiteX797" fmla="*/ 5861181 w 7467600"/>
              <a:gd name="connsiteY797" fmla="*/ 143093 h 6858000"/>
              <a:gd name="connsiteX798" fmla="*/ 5961252 w 7467600"/>
              <a:gd name="connsiteY798" fmla="*/ 114820 h 6858000"/>
              <a:gd name="connsiteX799" fmla="*/ 5944437 w 7467600"/>
              <a:gd name="connsiteY799" fmla="*/ 113829 h 6858000"/>
              <a:gd name="connsiteX800" fmla="*/ 3882765 w 7467600"/>
              <a:gd name="connsiteY800" fmla="*/ 0 h 6858000"/>
              <a:gd name="connsiteX801" fmla="*/ 3995099 w 7467600"/>
              <a:gd name="connsiteY801" fmla="*/ 0 h 6858000"/>
              <a:gd name="connsiteX802" fmla="*/ 4163818 w 7467600"/>
              <a:gd name="connsiteY802" fmla="*/ 234104 h 6858000"/>
              <a:gd name="connsiteX803" fmla="*/ 4172099 w 7467600"/>
              <a:gd name="connsiteY803" fmla="*/ 234207 h 6858000"/>
              <a:gd name="connsiteX804" fmla="*/ 4784282 w 7467600"/>
              <a:gd name="connsiteY804" fmla="*/ 276561 h 6858000"/>
              <a:gd name="connsiteX805" fmla="*/ 4801687 w 7467600"/>
              <a:gd name="connsiteY805" fmla="*/ 267764 h 6858000"/>
              <a:gd name="connsiteX806" fmla="*/ 6082788 w 7467600"/>
              <a:gd name="connsiteY806" fmla="*/ 64119 h 6858000"/>
              <a:gd name="connsiteX807" fmla="*/ 6099442 w 7467600"/>
              <a:gd name="connsiteY807" fmla="*/ 82568 h 6858000"/>
              <a:gd name="connsiteX808" fmla="*/ 4804137 w 7467600"/>
              <a:gd name="connsiteY808" fmla="*/ 320931 h 6858000"/>
              <a:gd name="connsiteX809" fmla="*/ 4227047 w 7467600"/>
              <a:gd name="connsiteY809" fmla="*/ 313415 h 6858000"/>
              <a:gd name="connsiteX810" fmla="*/ 4346041 w 7467600"/>
              <a:gd name="connsiteY810" fmla="*/ 456086 h 6858000"/>
              <a:gd name="connsiteX811" fmla="*/ 4870967 w 7467600"/>
              <a:gd name="connsiteY811" fmla="*/ 963061 h 6858000"/>
              <a:gd name="connsiteX812" fmla="*/ 4889647 w 7467600"/>
              <a:gd name="connsiteY812" fmla="*/ 957147 h 6858000"/>
              <a:gd name="connsiteX813" fmla="*/ 5422504 w 7467600"/>
              <a:gd name="connsiteY813" fmla="*/ 805191 h 6858000"/>
              <a:gd name="connsiteX814" fmla="*/ 6087656 w 7467600"/>
              <a:gd name="connsiteY814" fmla="*/ 826703 h 6858000"/>
              <a:gd name="connsiteX815" fmla="*/ 6058717 w 7467600"/>
              <a:gd name="connsiteY815" fmla="*/ 865992 h 6858000"/>
              <a:gd name="connsiteX816" fmla="*/ 4974153 w 7467600"/>
              <a:gd name="connsiteY816" fmla="*/ 1045456 h 6858000"/>
              <a:gd name="connsiteX817" fmla="*/ 5627835 w 7467600"/>
              <a:gd name="connsiteY817" fmla="*/ 1472077 h 6858000"/>
              <a:gd name="connsiteX818" fmla="*/ 5629817 w 7467600"/>
              <a:gd name="connsiteY818" fmla="*/ 1471412 h 6858000"/>
              <a:gd name="connsiteX819" fmla="*/ 5634124 w 7467600"/>
              <a:gd name="connsiteY819" fmla="*/ 1470572 h 6858000"/>
              <a:gd name="connsiteX820" fmla="*/ 5755832 w 7467600"/>
              <a:gd name="connsiteY820" fmla="*/ 1383886 h 6858000"/>
              <a:gd name="connsiteX821" fmla="*/ 6014186 w 7467600"/>
              <a:gd name="connsiteY821" fmla="*/ 1279799 h 6858000"/>
              <a:gd name="connsiteX822" fmla="*/ 6901619 w 7467600"/>
              <a:gd name="connsiteY822" fmla="*/ 1047874 h 6858000"/>
              <a:gd name="connsiteX823" fmla="*/ 6931566 w 7467600"/>
              <a:gd name="connsiteY823" fmla="*/ 1062034 h 6858000"/>
              <a:gd name="connsiteX824" fmla="*/ 5790982 w 7467600"/>
              <a:gd name="connsiteY824" fmla="*/ 1561380 h 6858000"/>
              <a:gd name="connsiteX825" fmla="*/ 6188971 w 7467600"/>
              <a:gd name="connsiteY825" fmla="*/ 1755168 h 6858000"/>
              <a:gd name="connsiteX826" fmla="*/ 6202446 w 7467600"/>
              <a:gd name="connsiteY826" fmla="*/ 1752268 h 6858000"/>
              <a:gd name="connsiteX827" fmla="*/ 7179560 w 7467600"/>
              <a:gd name="connsiteY827" fmla="*/ 1467551 h 6858000"/>
              <a:gd name="connsiteX828" fmla="*/ 7158730 w 7467600"/>
              <a:gd name="connsiteY828" fmla="*/ 1507835 h 6858000"/>
              <a:gd name="connsiteX829" fmla="*/ 6326959 w 7467600"/>
              <a:gd name="connsiteY829" fmla="*/ 1817686 h 6858000"/>
              <a:gd name="connsiteX830" fmla="*/ 6537433 w 7467600"/>
              <a:gd name="connsiteY830" fmla="*/ 1907790 h 6858000"/>
              <a:gd name="connsiteX831" fmla="*/ 6550221 w 7467600"/>
              <a:gd name="connsiteY831" fmla="*/ 1910729 h 6858000"/>
              <a:gd name="connsiteX832" fmla="*/ 6964438 w 7467600"/>
              <a:gd name="connsiteY832" fmla="*/ 2209505 h 6858000"/>
              <a:gd name="connsiteX833" fmla="*/ 7367862 w 7467600"/>
              <a:gd name="connsiteY833" fmla="*/ 2806833 h 6858000"/>
              <a:gd name="connsiteX834" fmla="*/ 7364329 w 7467600"/>
              <a:gd name="connsiteY834" fmla="*/ 2826907 h 6858000"/>
              <a:gd name="connsiteX835" fmla="*/ 7290545 w 7467600"/>
              <a:gd name="connsiteY835" fmla="*/ 2850663 h 6858000"/>
              <a:gd name="connsiteX836" fmla="*/ 6472036 w 7467600"/>
              <a:gd name="connsiteY836" fmla="*/ 1959003 h 6858000"/>
              <a:gd name="connsiteX837" fmla="*/ 5792897 w 7467600"/>
              <a:gd name="connsiteY837" fmla="*/ 1647747 h 6858000"/>
              <a:gd name="connsiteX838" fmla="*/ 5842751 w 7467600"/>
              <a:gd name="connsiteY838" fmla="*/ 1816112 h 6858000"/>
              <a:gd name="connsiteX839" fmla="*/ 5847424 w 7467600"/>
              <a:gd name="connsiteY839" fmla="*/ 1815776 h 6858000"/>
              <a:gd name="connsiteX840" fmla="*/ 6399821 w 7467600"/>
              <a:gd name="connsiteY840" fmla="*/ 2344799 h 6858000"/>
              <a:gd name="connsiteX841" fmla="*/ 6323232 w 7467600"/>
              <a:gd name="connsiteY841" fmla="*/ 2389634 h 6858000"/>
              <a:gd name="connsiteX842" fmla="*/ 5942958 w 7467600"/>
              <a:gd name="connsiteY842" fmla="*/ 2077708 h 6858000"/>
              <a:gd name="connsiteX843" fmla="*/ 5921559 w 7467600"/>
              <a:gd name="connsiteY843" fmla="*/ 2378596 h 6858000"/>
              <a:gd name="connsiteX844" fmla="*/ 5817651 w 7467600"/>
              <a:gd name="connsiteY844" fmla="*/ 3023919 h 6858000"/>
              <a:gd name="connsiteX845" fmla="*/ 5729634 w 7467600"/>
              <a:gd name="connsiteY845" fmla="*/ 3051849 h 6858000"/>
              <a:gd name="connsiteX846" fmla="*/ 5611018 w 7467600"/>
              <a:gd name="connsiteY846" fmla="*/ 2316769 h 6858000"/>
              <a:gd name="connsiteX847" fmla="*/ 5687608 w 7467600"/>
              <a:gd name="connsiteY847" fmla="*/ 2039972 h 6858000"/>
              <a:gd name="connsiteX848" fmla="*/ 5657554 w 7467600"/>
              <a:gd name="connsiteY848" fmla="*/ 1576445 h 6858000"/>
              <a:gd name="connsiteX849" fmla="*/ 5150475 w 7467600"/>
              <a:gd name="connsiteY849" fmla="*/ 1274012 h 6858000"/>
              <a:gd name="connsiteX850" fmla="*/ 5349142 w 7467600"/>
              <a:gd name="connsiteY850" fmla="*/ 2204405 h 6858000"/>
              <a:gd name="connsiteX851" fmla="*/ 5262214 w 7467600"/>
              <a:gd name="connsiteY851" fmla="*/ 2233836 h 6858000"/>
              <a:gd name="connsiteX852" fmla="*/ 4981539 w 7467600"/>
              <a:gd name="connsiteY852" fmla="*/ 1542201 h 6858000"/>
              <a:gd name="connsiteX853" fmla="*/ 4958461 w 7467600"/>
              <a:gd name="connsiteY853" fmla="*/ 1136957 h 6858000"/>
              <a:gd name="connsiteX854" fmla="*/ 4655015 w 7467600"/>
              <a:gd name="connsiteY854" fmla="*/ 891426 h 6858000"/>
              <a:gd name="connsiteX855" fmla="*/ 4348002 w 7467600"/>
              <a:gd name="connsiteY855" fmla="*/ 2205895 h 6858000"/>
              <a:gd name="connsiteX856" fmla="*/ 4262250 w 7467600"/>
              <a:gd name="connsiteY856" fmla="*/ 2219972 h 6858000"/>
              <a:gd name="connsiteX857" fmla="*/ 4550611 w 7467600"/>
              <a:gd name="connsiteY857" fmla="*/ 817540 h 6858000"/>
              <a:gd name="connsiteX858" fmla="*/ 4564418 w 7467600"/>
              <a:gd name="connsiteY858" fmla="*/ 808293 h 6858000"/>
              <a:gd name="connsiteX859" fmla="*/ 4266388 w 7467600"/>
              <a:gd name="connsiteY859" fmla="*/ 500083 h 6858000"/>
              <a:gd name="connsiteX860" fmla="*/ 4032842 w 7467600"/>
              <a:gd name="connsiteY860" fmla="*/ 211809 h 6858000"/>
              <a:gd name="connsiteX861" fmla="*/ 3882765 w 7467600"/>
              <a:gd name="connsiteY861" fmla="*/ 0 h 6858000"/>
              <a:gd name="connsiteX862" fmla="*/ 3721337 w 7467600"/>
              <a:gd name="connsiteY862" fmla="*/ 0 h 6858000"/>
              <a:gd name="connsiteX863" fmla="*/ 3797544 w 7467600"/>
              <a:gd name="connsiteY863" fmla="*/ 0 h 6858000"/>
              <a:gd name="connsiteX864" fmla="*/ 3775734 w 7467600"/>
              <a:gd name="connsiteY864" fmla="*/ 95131 h 6858000"/>
              <a:gd name="connsiteX865" fmla="*/ 3724807 w 7467600"/>
              <a:gd name="connsiteY865" fmla="*/ 272257 h 6858000"/>
              <a:gd name="connsiteX866" fmla="*/ 3726844 w 7467600"/>
              <a:gd name="connsiteY866" fmla="*/ 282988 h 6858000"/>
              <a:gd name="connsiteX867" fmla="*/ 3742664 w 7467600"/>
              <a:gd name="connsiteY867" fmla="*/ 279918 h 6858000"/>
              <a:gd name="connsiteX868" fmla="*/ 4103910 w 7467600"/>
              <a:gd name="connsiteY868" fmla="*/ 1161917 h 6858000"/>
              <a:gd name="connsiteX869" fmla="*/ 4020269 w 7467600"/>
              <a:gd name="connsiteY869" fmla="*/ 1200406 h 6858000"/>
              <a:gd name="connsiteX870" fmla="*/ 3674882 w 7467600"/>
              <a:gd name="connsiteY870" fmla="*/ 488524 h 6858000"/>
              <a:gd name="connsiteX871" fmla="*/ 3132682 w 7467600"/>
              <a:gd name="connsiteY871" fmla="*/ 1072284 h 6858000"/>
              <a:gd name="connsiteX872" fmla="*/ 2716346 w 7467600"/>
              <a:gd name="connsiteY872" fmla="*/ 1276376 h 6858000"/>
              <a:gd name="connsiteX873" fmla="*/ 2716772 w 7467600"/>
              <a:gd name="connsiteY873" fmla="*/ 1255462 h 6858000"/>
              <a:gd name="connsiteX874" fmla="*/ 3471096 w 7467600"/>
              <a:gd name="connsiteY874" fmla="*/ 437072 h 6858000"/>
              <a:gd name="connsiteX875" fmla="*/ 3639057 w 7467600"/>
              <a:gd name="connsiteY875" fmla="*/ 286334 h 6858000"/>
              <a:gd name="connsiteX876" fmla="*/ 3640309 w 7467600"/>
              <a:gd name="connsiteY876" fmla="*/ 284664 h 6858000"/>
              <a:gd name="connsiteX877" fmla="*/ 3646022 w 7467600"/>
              <a:gd name="connsiteY877" fmla="*/ 276711 h 6858000"/>
              <a:gd name="connsiteX878" fmla="*/ 3707943 w 7467600"/>
              <a:gd name="connsiteY878" fmla="*/ 65958 h 6858000"/>
              <a:gd name="connsiteX879" fmla="*/ 3721337 w 7467600"/>
              <a:gd name="connsiteY879" fmla="*/ 0 h 6858000"/>
              <a:gd name="connsiteX880" fmla="*/ 2867960 w 7467600"/>
              <a:gd name="connsiteY880" fmla="*/ 0 h 6858000"/>
              <a:gd name="connsiteX881" fmla="*/ 2926351 w 7467600"/>
              <a:gd name="connsiteY881" fmla="*/ 0 h 6858000"/>
              <a:gd name="connsiteX882" fmla="*/ 2902823 w 7467600"/>
              <a:gd name="connsiteY882" fmla="*/ 262929 h 6858000"/>
              <a:gd name="connsiteX883" fmla="*/ 2940663 w 7467600"/>
              <a:gd name="connsiteY883" fmla="*/ 140884 h 6858000"/>
              <a:gd name="connsiteX884" fmla="*/ 2947039 w 7467600"/>
              <a:gd name="connsiteY884" fmla="*/ 122524 h 6858000"/>
              <a:gd name="connsiteX885" fmla="*/ 2984316 w 7467600"/>
              <a:gd name="connsiteY885" fmla="*/ 0 h 6858000"/>
              <a:gd name="connsiteX886" fmla="*/ 3016114 w 7467600"/>
              <a:gd name="connsiteY886" fmla="*/ 0 h 6858000"/>
              <a:gd name="connsiteX887" fmla="*/ 2979949 w 7467600"/>
              <a:gd name="connsiteY887" fmla="*/ 119274 h 6858000"/>
              <a:gd name="connsiteX888" fmla="*/ 3023879 w 7467600"/>
              <a:gd name="connsiteY888" fmla="*/ 0 h 6858000"/>
              <a:gd name="connsiteX889" fmla="*/ 3105400 w 7467600"/>
              <a:gd name="connsiteY889" fmla="*/ 0 h 6858000"/>
              <a:gd name="connsiteX890" fmla="*/ 3094669 w 7467600"/>
              <a:gd name="connsiteY890" fmla="*/ 30308 h 6858000"/>
              <a:gd name="connsiteX891" fmla="*/ 2901945 w 7467600"/>
              <a:gd name="connsiteY891" fmla="*/ 466538 h 6858000"/>
              <a:gd name="connsiteX892" fmla="*/ 2815209 w 7467600"/>
              <a:gd name="connsiteY892" fmla="*/ 497361 h 6858000"/>
              <a:gd name="connsiteX893" fmla="*/ 2844845 w 7467600"/>
              <a:gd name="connsiteY893" fmla="*/ 127638 h 6858000"/>
              <a:gd name="connsiteX894" fmla="*/ 2867960 w 7467600"/>
              <a:gd name="connsiteY894" fmla="*/ 0 h 6858000"/>
              <a:gd name="connsiteX895" fmla="*/ 1057230 w 7467600"/>
              <a:gd name="connsiteY895" fmla="*/ 0 h 6858000"/>
              <a:gd name="connsiteX896" fmla="*/ 1111003 w 7467600"/>
              <a:gd name="connsiteY896" fmla="*/ 0 h 6858000"/>
              <a:gd name="connsiteX897" fmla="*/ 1125553 w 7467600"/>
              <a:gd name="connsiteY897" fmla="*/ 52588 h 6858000"/>
              <a:gd name="connsiteX898" fmla="*/ 1304276 w 7467600"/>
              <a:gd name="connsiteY898" fmla="*/ 476275 h 6858000"/>
              <a:gd name="connsiteX899" fmla="*/ 1492066 w 7467600"/>
              <a:gd name="connsiteY899" fmla="*/ 886333 h 6858000"/>
              <a:gd name="connsiteX900" fmla="*/ 1423698 w 7467600"/>
              <a:gd name="connsiteY900" fmla="*/ 710817 h 6858000"/>
              <a:gd name="connsiteX901" fmla="*/ 1357609 w 7467600"/>
              <a:gd name="connsiteY901" fmla="*/ 532892 h 6858000"/>
              <a:gd name="connsiteX902" fmla="*/ 1309550 w 7467600"/>
              <a:gd name="connsiteY902" fmla="*/ 374031 h 6858000"/>
              <a:gd name="connsiteX903" fmla="*/ 1193673 w 7467600"/>
              <a:gd name="connsiteY903" fmla="*/ 49533 h 6858000"/>
              <a:gd name="connsiteX904" fmla="*/ 1164391 w 7467600"/>
              <a:gd name="connsiteY904" fmla="*/ 0 h 6858000"/>
              <a:gd name="connsiteX905" fmla="*/ 1200666 w 7467600"/>
              <a:gd name="connsiteY905" fmla="*/ 0 h 6858000"/>
              <a:gd name="connsiteX906" fmla="*/ 1223408 w 7467600"/>
              <a:gd name="connsiteY906" fmla="*/ 38996 h 6858000"/>
              <a:gd name="connsiteX907" fmla="*/ 1339635 w 7467600"/>
              <a:gd name="connsiteY907" fmla="*/ 365517 h 6858000"/>
              <a:gd name="connsiteX908" fmla="*/ 1387469 w 7467600"/>
              <a:gd name="connsiteY908" fmla="*/ 523079 h 6858000"/>
              <a:gd name="connsiteX909" fmla="*/ 1452685 w 7467600"/>
              <a:gd name="connsiteY909" fmla="*/ 699806 h 6858000"/>
              <a:gd name="connsiteX910" fmla="*/ 1492092 w 7467600"/>
              <a:gd name="connsiteY910" fmla="*/ 800424 h 6858000"/>
              <a:gd name="connsiteX911" fmla="*/ 1455302 w 7467600"/>
              <a:gd name="connsiteY911" fmla="*/ 632913 h 6858000"/>
              <a:gd name="connsiteX912" fmla="*/ 1222336 w 7467600"/>
              <a:gd name="connsiteY912" fmla="*/ 9480 h 6858000"/>
              <a:gd name="connsiteX913" fmla="*/ 1214634 w 7467600"/>
              <a:gd name="connsiteY913" fmla="*/ 0 h 6858000"/>
              <a:gd name="connsiteX914" fmla="*/ 1289827 w 7467600"/>
              <a:gd name="connsiteY914" fmla="*/ 0 h 6858000"/>
              <a:gd name="connsiteX915" fmla="*/ 1321076 w 7467600"/>
              <a:gd name="connsiteY915" fmla="*/ 59722 h 6858000"/>
              <a:gd name="connsiteX916" fmla="*/ 1512579 w 7467600"/>
              <a:gd name="connsiteY916" fmla="*/ 626441 h 6858000"/>
              <a:gd name="connsiteX917" fmla="*/ 1506076 w 7467600"/>
              <a:gd name="connsiteY917" fmla="*/ 1089289 h 6858000"/>
              <a:gd name="connsiteX918" fmla="*/ 1486346 w 7467600"/>
              <a:gd name="connsiteY918" fmla="*/ 1079919 h 6858000"/>
              <a:gd name="connsiteX919" fmla="*/ 1070511 w 7467600"/>
              <a:gd name="connsiteY919" fmla="*/ 48609 h 6858000"/>
              <a:gd name="connsiteX920" fmla="*/ 1057230 w 7467600"/>
              <a:gd name="connsiteY920" fmla="*/ 0 h 6858000"/>
              <a:gd name="connsiteX921" fmla="*/ 43151 w 7467600"/>
              <a:gd name="connsiteY921" fmla="*/ 0 h 6858000"/>
              <a:gd name="connsiteX922" fmla="*/ 95283 w 7467600"/>
              <a:gd name="connsiteY922" fmla="*/ 0 h 6858000"/>
              <a:gd name="connsiteX923" fmla="*/ 300708 w 7467600"/>
              <a:gd name="connsiteY923" fmla="*/ 154571 h 6858000"/>
              <a:gd name="connsiteX924" fmla="*/ 530414 w 7467600"/>
              <a:gd name="connsiteY924" fmla="*/ 354673 h 6858000"/>
              <a:gd name="connsiteX925" fmla="*/ 333785 w 7467600"/>
              <a:gd name="connsiteY925" fmla="*/ 161564 h 6858000"/>
              <a:gd name="connsiteX926" fmla="*/ 147005 w 7467600"/>
              <a:gd name="connsiteY926" fmla="*/ 0 h 6858000"/>
              <a:gd name="connsiteX927" fmla="*/ 272509 w 7467600"/>
              <a:gd name="connsiteY927" fmla="*/ 0 h 6858000"/>
              <a:gd name="connsiteX928" fmla="*/ 326276 w 7467600"/>
              <a:gd name="connsiteY928" fmla="*/ 45847 h 6858000"/>
              <a:gd name="connsiteX929" fmla="*/ 823759 w 7467600"/>
              <a:gd name="connsiteY929" fmla="*/ 574145 h 6858000"/>
              <a:gd name="connsiteX930" fmla="*/ 811254 w 7467600"/>
              <a:gd name="connsiteY930" fmla="*/ 665546 h 6858000"/>
              <a:gd name="connsiteX931" fmla="*/ 154042 w 7467600"/>
              <a:gd name="connsiteY931" fmla="*/ 261522 h 6858000"/>
              <a:gd name="connsiteX932" fmla="*/ 13550 w 7467600"/>
              <a:gd name="connsiteY932" fmla="*/ 158423 h 6858000"/>
              <a:gd name="connsiteX933" fmla="*/ 0 w 7467600"/>
              <a:gd name="connsiteY933" fmla="*/ 146618 h 6858000"/>
              <a:gd name="connsiteX934" fmla="*/ 0 w 7467600"/>
              <a:gd name="connsiteY934" fmla="*/ 59161 h 6858000"/>
              <a:gd name="connsiteX935" fmla="*/ 45427 w 7467600"/>
              <a:gd name="connsiteY935" fmla="*/ 101078 h 6858000"/>
              <a:gd name="connsiteX936" fmla="*/ 630103 w 7467600"/>
              <a:gd name="connsiteY936" fmla="*/ 485885 h 6858000"/>
              <a:gd name="connsiteX937" fmla="*/ 532040 w 7467600"/>
              <a:gd name="connsiteY937" fmla="*/ 399359 h 6858000"/>
              <a:gd name="connsiteX938" fmla="*/ 517618 w 7467600"/>
              <a:gd name="connsiteY938" fmla="*/ 385726 h 6858000"/>
              <a:gd name="connsiteX939" fmla="*/ 285074 w 7467600"/>
              <a:gd name="connsiteY939" fmla="*/ 182755 h 6858000"/>
              <a:gd name="connsiteX940" fmla="*/ 43151 w 7467600"/>
              <a:gd name="connsiteY94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6857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1019354 w 7467600"/>
              <a:gd name="connsiteY8" fmla="*/ 6315006 h 6858000"/>
              <a:gd name="connsiteX9" fmla="*/ 441046 w 7467600"/>
              <a:gd name="connsiteY9" fmla="*/ 6691153 h 6858000"/>
              <a:gd name="connsiteX10" fmla="*/ 1019354 w 7467600"/>
              <a:gd name="connsiteY10" fmla="*/ 6315006 h 6858000"/>
              <a:gd name="connsiteX11" fmla="*/ 991680 w 7467600"/>
              <a:gd name="connsiteY11" fmla="*/ 6298413 h 6858000"/>
              <a:gd name="connsiteX12" fmla="*/ 409060 w 7467600"/>
              <a:gd name="connsiteY12" fmla="*/ 6671470 h 6858000"/>
              <a:gd name="connsiteX13" fmla="*/ 991680 w 7467600"/>
              <a:gd name="connsiteY13" fmla="*/ 6298413 h 6858000"/>
              <a:gd name="connsiteX14" fmla="*/ 103333 w 7467600"/>
              <a:gd name="connsiteY14" fmla="*/ 5699602 h 6858000"/>
              <a:gd name="connsiteX15" fmla="*/ 233938 w 7467600"/>
              <a:gd name="connsiteY15" fmla="*/ 5809416 h 6858000"/>
              <a:gd name="connsiteX16" fmla="*/ 883580 w 7467600"/>
              <a:gd name="connsiteY16" fmla="*/ 6180710 h 6858000"/>
              <a:gd name="connsiteX17" fmla="*/ 487337 w 7467600"/>
              <a:gd name="connsiteY17" fmla="*/ 5950182 h 6858000"/>
              <a:gd name="connsiteX18" fmla="*/ 354051 w 7467600"/>
              <a:gd name="connsiteY18" fmla="*/ 5854912 h 6858000"/>
              <a:gd name="connsiteX19" fmla="*/ 195436 w 7467600"/>
              <a:gd name="connsiteY19" fmla="*/ 5755068 h 6858000"/>
              <a:gd name="connsiteX20" fmla="*/ 103333 w 7467600"/>
              <a:gd name="connsiteY20" fmla="*/ 5699602 h 6858000"/>
              <a:gd name="connsiteX21" fmla="*/ 5539432 w 7467600"/>
              <a:gd name="connsiteY21" fmla="*/ 5642928 h 6858000"/>
              <a:gd name="connsiteX22" fmla="*/ 5555462 w 7467600"/>
              <a:gd name="connsiteY22" fmla="*/ 5694454 h 6858000"/>
              <a:gd name="connsiteX23" fmla="*/ 5828270 w 7467600"/>
              <a:gd name="connsiteY23" fmla="*/ 6320663 h 6858000"/>
              <a:gd name="connsiteX24" fmla="*/ 5947416 w 7467600"/>
              <a:gd name="connsiteY24" fmla="*/ 6574846 h 6858000"/>
              <a:gd name="connsiteX25" fmla="*/ 5539432 w 7467600"/>
              <a:gd name="connsiteY25" fmla="*/ 5642928 h 6858000"/>
              <a:gd name="connsiteX26" fmla="*/ 51253 w 7467600"/>
              <a:gd name="connsiteY26" fmla="*/ 5631825 h 6858000"/>
              <a:gd name="connsiteX27" fmla="*/ 211622 w 7467600"/>
              <a:gd name="connsiteY27" fmla="*/ 5728803 h 6858000"/>
              <a:gd name="connsiteX28" fmla="*/ 371652 w 7467600"/>
              <a:gd name="connsiteY28" fmla="*/ 5829062 h 6858000"/>
              <a:gd name="connsiteX29" fmla="*/ 505903 w 7467600"/>
              <a:gd name="connsiteY29" fmla="*/ 5925221 h 6858000"/>
              <a:gd name="connsiteX30" fmla="*/ 899240 w 7467600"/>
              <a:gd name="connsiteY30" fmla="*/ 6153068 h 6858000"/>
              <a:gd name="connsiteX31" fmla="*/ 988114 w 7467600"/>
              <a:gd name="connsiteY31" fmla="*/ 6174204 h 6858000"/>
              <a:gd name="connsiteX32" fmla="*/ 845971 w 7467600"/>
              <a:gd name="connsiteY32" fmla="*/ 6067177 h 6858000"/>
              <a:gd name="connsiteX33" fmla="*/ 448057 w 7467600"/>
              <a:gd name="connsiteY33" fmla="*/ 5841376 h 6858000"/>
              <a:gd name="connsiteX34" fmla="*/ 51253 w 7467600"/>
              <a:gd name="connsiteY34" fmla="*/ 5631825 h 6858000"/>
              <a:gd name="connsiteX35" fmla="*/ 2606687 w 7467600"/>
              <a:gd name="connsiteY35" fmla="*/ 5630718 h 6858000"/>
              <a:gd name="connsiteX36" fmla="*/ 2645658 w 7467600"/>
              <a:gd name="connsiteY36" fmla="*/ 6640259 h 6858000"/>
              <a:gd name="connsiteX37" fmla="*/ 2606687 w 7467600"/>
              <a:gd name="connsiteY37" fmla="*/ 5630718 h 6858000"/>
              <a:gd name="connsiteX38" fmla="*/ 3642057 w 7467600"/>
              <a:gd name="connsiteY38" fmla="*/ 5573487 h 6858000"/>
              <a:gd name="connsiteX39" fmla="*/ 3632981 w 7467600"/>
              <a:gd name="connsiteY39" fmla="*/ 5579437 h 6858000"/>
              <a:gd name="connsiteX40" fmla="*/ 3382436 w 7467600"/>
              <a:gd name="connsiteY40" fmla="*/ 5952726 h 6858000"/>
              <a:gd name="connsiteX41" fmla="*/ 3191929 w 7467600"/>
              <a:gd name="connsiteY41" fmla="*/ 6662669 h 6858000"/>
              <a:gd name="connsiteX42" fmla="*/ 3369898 w 7467600"/>
              <a:gd name="connsiteY42" fmla="*/ 6081771 h 6858000"/>
              <a:gd name="connsiteX43" fmla="*/ 3642057 w 7467600"/>
              <a:gd name="connsiteY43" fmla="*/ 5573487 h 6858000"/>
              <a:gd name="connsiteX44" fmla="*/ 2650666 w 7467600"/>
              <a:gd name="connsiteY44" fmla="*/ 5530686 h 6858000"/>
              <a:gd name="connsiteX45" fmla="*/ 2650249 w 7467600"/>
              <a:gd name="connsiteY45" fmla="*/ 5532101 h 6858000"/>
              <a:gd name="connsiteX46" fmla="*/ 2663808 w 7467600"/>
              <a:gd name="connsiteY46" fmla="*/ 6535215 h 6858000"/>
              <a:gd name="connsiteX47" fmla="*/ 2665418 w 7467600"/>
              <a:gd name="connsiteY47" fmla="*/ 6132756 h 6858000"/>
              <a:gd name="connsiteX48" fmla="*/ 2650666 w 7467600"/>
              <a:gd name="connsiteY48" fmla="*/ 5530686 h 6858000"/>
              <a:gd name="connsiteX49" fmla="*/ 2680277 w 7467600"/>
              <a:gd name="connsiteY49" fmla="*/ 5479204 h 6858000"/>
              <a:gd name="connsiteX50" fmla="*/ 2678972 w 7467600"/>
              <a:gd name="connsiteY50" fmla="*/ 5481582 h 6858000"/>
              <a:gd name="connsiteX51" fmla="*/ 2696666 w 7467600"/>
              <a:gd name="connsiteY51" fmla="*/ 6133836 h 6858000"/>
              <a:gd name="connsiteX52" fmla="*/ 2695769 w 7467600"/>
              <a:gd name="connsiteY52" fmla="*/ 6390955 h 6858000"/>
              <a:gd name="connsiteX53" fmla="*/ 2739893 w 7467600"/>
              <a:gd name="connsiteY53" fmla="*/ 6108357 h 6858000"/>
              <a:gd name="connsiteX54" fmla="*/ 2680277 w 7467600"/>
              <a:gd name="connsiteY54" fmla="*/ 5479204 h 6858000"/>
              <a:gd name="connsiteX55" fmla="*/ 1132195 w 7467600"/>
              <a:gd name="connsiteY55" fmla="*/ 5467980 h 6858000"/>
              <a:gd name="connsiteX56" fmla="*/ 1679056 w 7467600"/>
              <a:gd name="connsiteY56" fmla="*/ 5516907 h 6858000"/>
              <a:gd name="connsiteX57" fmla="*/ 2128648 w 7467600"/>
              <a:gd name="connsiteY57" fmla="*/ 5474249 h 6858000"/>
              <a:gd name="connsiteX58" fmla="*/ 1825619 w 7467600"/>
              <a:gd name="connsiteY58" fmla="*/ 5478447 h 6858000"/>
              <a:gd name="connsiteX59" fmla="*/ 1737798 w 7467600"/>
              <a:gd name="connsiteY59" fmla="*/ 5483353 h 6858000"/>
              <a:gd name="connsiteX60" fmla="*/ 1132195 w 7467600"/>
              <a:gd name="connsiteY60" fmla="*/ 5467980 h 6858000"/>
              <a:gd name="connsiteX61" fmla="*/ 1456157 w 7467600"/>
              <a:gd name="connsiteY61" fmla="*/ 5371404 h 6858000"/>
              <a:gd name="connsiteX62" fmla="*/ 1244432 w 7467600"/>
              <a:gd name="connsiteY62" fmla="*/ 5385601 h 6858000"/>
              <a:gd name="connsiteX63" fmla="*/ 973990 w 7467600"/>
              <a:gd name="connsiteY63" fmla="*/ 5424940 h 6858000"/>
              <a:gd name="connsiteX64" fmla="*/ 1103809 w 7467600"/>
              <a:gd name="connsiteY64" fmla="*/ 5433720 h 6858000"/>
              <a:gd name="connsiteX65" fmla="*/ 1123454 w 7467600"/>
              <a:gd name="connsiteY65" fmla="*/ 5435727 h 6858000"/>
              <a:gd name="connsiteX66" fmla="*/ 1737017 w 7467600"/>
              <a:gd name="connsiteY66" fmla="*/ 5452183 h 6858000"/>
              <a:gd name="connsiteX67" fmla="*/ 1824397 w 7467600"/>
              <a:gd name="connsiteY67" fmla="*/ 5447757 h 6858000"/>
              <a:gd name="connsiteX68" fmla="*/ 2070059 w 7467600"/>
              <a:gd name="connsiteY68" fmla="*/ 5441660 h 6858000"/>
              <a:gd name="connsiteX69" fmla="*/ 1456157 w 7467600"/>
              <a:gd name="connsiteY69" fmla="*/ 5371404 h 6858000"/>
              <a:gd name="connsiteX70" fmla="*/ 4988186 w 7467600"/>
              <a:gd name="connsiteY70" fmla="*/ 5216467 h 6858000"/>
              <a:gd name="connsiteX71" fmla="*/ 4777334 w 7467600"/>
              <a:gd name="connsiteY71" fmla="*/ 5406072 h 6858000"/>
              <a:gd name="connsiteX72" fmla="*/ 4718341 w 7467600"/>
              <a:gd name="connsiteY72" fmla="*/ 5468043 h 6858000"/>
              <a:gd name="connsiteX73" fmla="*/ 4604655 w 7467600"/>
              <a:gd name="connsiteY73" fmla="*/ 5583434 h 6858000"/>
              <a:gd name="connsiteX74" fmla="*/ 4565074 w 7467600"/>
              <a:gd name="connsiteY74" fmla="*/ 5618550 h 6858000"/>
              <a:gd name="connsiteX75" fmla="*/ 4988186 w 7467600"/>
              <a:gd name="connsiteY75" fmla="*/ 5216467 h 6858000"/>
              <a:gd name="connsiteX76" fmla="*/ 4978032 w 7467600"/>
              <a:gd name="connsiteY76" fmla="*/ 5183809 h 6858000"/>
              <a:gd name="connsiteX77" fmla="*/ 4463413 w 7467600"/>
              <a:gd name="connsiteY77" fmla="*/ 5615162 h 6858000"/>
              <a:gd name="connsiteX78" fmla="*/ 4358134 w 7467600"/>
              <a:gd name="connsiteY78" fmla="*/ 5742791 h 6858000"/>
              <a:gd name="connsiteX79" fmla="*/ 4376219 w 7467600"/>
              <a:gd name="connsiteY79" fmla="*/ 5729027 h 6858000"/>
              <a:gd name="connsiteX80" fmla="*/ 4582340 w 7467600"/>
              <a:gd name="connsiteY80" fmla="*/ 5561037 h 6858000"/>
              <a:gd name="connsiteX81" fmla="*/ 4694684 w 7467600"/>
              <a:gd name="connsiteY81" fmla="*/ 5447098 h 6858000"/>
              <a:gd name="connsiteX82" fmla="*/ 4754123 w 7467600"/>
              <a:gd name="connsiteY82" fmla="*/ 5384643 h 6858000"/>
              <a:gd name="connsiteX83" fmla="*/ 4978032 w 7467600"/>
              <a:gd name="connsiteY83" fmla="*/ 5183809 h 6858000"/>
              <a:gd name="connsiteX84" fmla="*/ 1903353 w 7467600"/>
              <a:gd name="connsiteY84" fmla="*/ 5044827 h 6858000"/>
              <a:gd name="connsiteX85" fmla="*/ 1936931 w 7467600"/>
              <a:gd name="connsiteY85" fmla="*/ 5093954 h 6858000"/>
              <a:gd name="connsiteX86" fmla="*/ 2195868 w 7467600"/>
              <a:gd name="connsiteY86" fmla="*/ 5396574 h 6858000"/>
              <a:gd name="connsiteX87" fmla="*/ 2088852 w 7467600"/>
              <a:gd name="connsiteY87" fmla="*/ 5166123 h 6858000"/>
              <a:gd name="connsiteX88" fmla="*/ 1958241 w 7467600"/>
              <a:gd name="connsiteY88" fmla="*/ 5067955 h 6858000"/>
              <a:gd name="connsiteX89" fmla="*/ 1903353 w 7467600"/>
              <a:gd name="connsiteY89" fmla="*/ 5044827 h 6858000"/>
              <a:gd name="connsiteX90" fmla="*/ 1979378 w 7467600"/>
              <a:gd name="connsiteY90" fmla="*/ 4769504 h 6858000"/>
              <a:gd name="connsiteX91" fmla="*/ 2882120 w 7467600"/>
              <a:gd name="connsiteY91" fmla="*/ 5064547 h 6858000"/>
              <a:gd name="connsiteX92" fmla="*/ 2793103 w 7467600"/>
              <a:gd name="connsiteY92" fmla="*/ 5039699 h 6858000"/>
              <a:gd name="connsiteX93" fmla="*/ 2770041 w 7467600"/>
              <a:gd name="connsiteY93" fmla="*/ 5033634 h 6858000"/>
              <a:gd name="connsiteX94" fmla="*/ 1979378 w 7467600"/>
              <a:gd name="connsiteY94" fmla="*/ 4769504 h 6858000"/>
              <a:gd name="connsiteX95" fmla="*/ 1927410 w 7467600"/>
              <a:gd name="connsiteY95" fmla="*/ 4716164 h 6858000"/>
              <a:gd name="connsiteX96" fmla="*/ 1959587 w 7467600"/>
              <a:gd name="connsiteY96" fmla="*/ 4728849 h 6858000"/>
              <a:gd name="connsiteX97" fmla="*/ 2777707 w 7467600"/>
              <a:gd name="connsiteY97" fmla="*/ 5003991 h 6858000"/>
              <a:gd name="connsiteX98" fmla="*/ 2800768 w 7467600"/>
              <a:gd name="connsiteY98" fmla="*/ 5010056 h 6858000"/>
              <a:gd name="connsiteX99" fmla="*/ 2879408 w 7467600"/>
              <a:gd name="connsiteY99" fmla="*/ 5031590 h 6858000"/>
              <a:gd name="connsiteX100" fmla="*/ 2862295 w 7467600"/>
              <a:gd name="connsiteY100" fmla="*/ 5022958 h 6858000"/>
              <a:gd name="connsiteX101" fmla="*/ 2813343 w 7467600"/>
              <a:gd name="connsiteY101" fmla="*/ 4998369 h 6858000"/>
              <a:gd name="connsiteX102" fmla="*/ 2646245 w 7467600"/>
              <a:gd name="connsiteY102" fmla="*/ 4930999 h 6858000"/>
              <a:gd name="connsiteX103" fmla="*/ 1999243 w 7467600"/>
              <a:gd name="connsiteY103" fmla="*/ 4730524 h 6858000"/>
              <a:gd name="connsiteX104" fmla="*/ 1979527 w 7467600"/>
              <a:gd name="connsiteY104" fmla="*/ 4726651 h 6858000"/>
              <a:gd name="connsiteX105" fmla="*/ 1927410 w 7467600"/>
              <a:gd name="connsiteY105" fmla="*/ 4716164 h 6858000"/>
              <a:gd name="connsiteX106" fmla="*/ 1997014 w 7467600"/>
              <a:gd name="connsiteY106" fmla="*/ 4698007 h 6858000"/>
              <a:gd name="connsiteX107" fmla="*/ 2005458 w 7467600"/>
              <a:gd name="connsiteY107" fmla="*/ 4699540 h 6858000"/>
              <a:gd name="connsiteX108" fmla="*/ 2657186 w 7467600"/>
              <a:gd name="connsiteY108" fmla="*/ 4901687 h 6858000"/>
              <a:gd name="connsiteX109" fmla="*/ 2826662 w 7467600"/>
              <a:gd name="connsiteY109" fmla="*/ 4970362 h 6858000"/>
              <a:gd name="connsiteX110" fmla="*/ 2876100 w 7467600"/>
              <a:gd name="connsiteY110" fmla="*/ 4995397 h 6858000"/>
              <a:gd name="connsiteX111" fmla="*/ 3042600 w 7467600"/>
              <a:gd name="connsiteY111" fmla="*/ 5059532 h 6858000"/>
              <a:gd name="connsiteX112" fmla="*/ 1997014 w 7467600"/>
              <a:gd name="connsiteY112" fmla="*/ 4698007 h 6858000"/>
              <a:gd name="connsiteX113" fmla="*/ 2305292 w 7467600"/>
              <a:gd name="connsiteY113" fmla="*/ 4219492 h 6858000"/>
              <a:gd name="connsiteX114" fmla="*/ 3360922 w 7467600"/>
              <a:gd name="connsiteY114" fmla="*/ 4529373 h 6858000"/>
              <a:gd name="connsiteX115" fmla="*/ 3492420 w 7467600"/>
              <a:gd name="connsiteY115" fmla="*/ 4510145 h 6858000"/>
              <a:gd name="connsiteX116" fmla="*/ 3364086 w 7467600"/>
              <a:gd name="connsiteY116" fmla="*/ 4480340 h 6858000"/>
              <a:gd name="connsiteX117" fmla="*/ 3225818 w 7467600"/>
              <a:gd name="connsiteY117" fmla="*/ 4411822 h 6858000"/>
              <a:gd name="connsiteX118" fmla="*/ 3129696 w 7467600"/>
              <a:gd name="connsiteY118" fmla="*/ 4360704 h 6858000"/>
              <a:gd name="connsiteX119" fmla="*/ 2814545 w 7467600"/>
              <a:gd name="connsiteY119" fmla="*/ 4282955 h 6858000"/>
              <a:gd name="connsiteX120" fmla="*/ 2305292 w 7467600"/>
              <a:gd name="connsiteY120" fmla="*/ 4219492 h 6858000"/>
              <a:gd name="connsiteX121" fmla="*/ 2626982 w 7467600"/>
              <a:gd name="connsiteY121" fmla="*/ 4206450 h 6858000"/>
              <a:gd name="connsiteX122" fmla="*/ 2490617 w 7467600"/>
              <a:gd name="connsiteY122" fmla="*/ 4206951 h 6858000"/>
              <a:gd name="connsiteX123" fmla="*/ 2819869 w 7467600"/>
              <a:gd name="connsiteY123" fmla="*/ 4252936 h 6858000"/>
              <a:gd name="connsiteX124" fmla="*/ 3143018 w 7467600"/>
              <a:gd name="connsiteY124" fmla="*/ 4332698 h 6858000"/>
              <a:gd name="connsiteX125" fmla="*/ 3241520 w 7467600"/>
              <a:gd name="connsiteY125" fmla="*/ 4385112 h 6858000"/>
              <a:gd name="connsiteX126" fmla="*/ 3374575 w 7467600"/>
              <a:gd name="connsiteY126" fmla="*/ 4451517 h 6858000"/>
              <a:gd name="connsiteX127" fmla="*/ 3505221 w 7467600"/>
              <a:gd name="connsiteY127" fmla="*/ 4480757 h 6858000"/>
              <a:gd name="connsiteX128" fmla="*/ 2626982 w 7467600"/>
              <a:gd name="connsiteY128" fmla="*/ 4206450 h 6858000"/>
              <a:gd name="connsiteX129" fmla="*/ 1310106 w 7467600"/>
              <a:gd name="connsiteY129" fmla="*/ 3943217 h 6858000"/>
              <a:gd name="connsiteX130" fmla="*/ 854994 w 7467600"/>
              <a:gd name="connsiteY130" fmla="*/ 4399136 h 6858000"/>
              <a:gd name="connsiteX131" fmla="*/ 742462 w 7467600"/>
              <a:gd name="connsiteY131" fmla="*/ 4594648 h 6858000"/>
              <a:gd name="connsiteX132" fmla="*/ 820602 w 7467600"/>
              <a:gd name="connsiteY132" fmla="*/ 4485915 h 6858000"/>
              <a:gd name="connsiteX133" fmla="*/ 878295 w 7467600"/>
              <a:gd name="connsiteY133" fmla="*/ 4403594 h 6858000"/>
              <a:gd name="connsiteX134" fmla="*/ 1240607 w 7467600"/>
              <a:gd name="connsiteY134" fmla="*/ 4010401 h 6858000"/>
              <a:gd name="connsiteX135" fmla="*/ 1310106 w 7467600"/>
              <a:gd name="connsiteY135" fmla="*/ 3943217 h 6858000"/>
              <a:gd name="connsiteX136" fmla="*/ 1423113 w 7467600"/>
              <a:gd name="connsiteY136" fmla="*/ 3874565 h 6858000"/>
              <a:gd name="connsiteX137" fmla="*/ 1260565 w 7467600"/>
              <a:gd name="connsiteY137" fmla="*/ 4031982 h 6858000"/>
              <a:gd name="connsiteX138" fmla="*/ 901900 w 7467600"/>
              <a:gd name="connsiteY138" fmla="*/ 4421236 h 6858000"/>
              <a:gd name="connsiteX139" fmla="*/ 845044 w 7467600"/>
              <a:gd name="connsiteY139" fmla="*/ 4502436 h 6858000"/>
              <a:gd name="connsiteX140" fmla="*/ 685926 w 7467600"/>
              <a:gd name="connsiteY140" fmla="*/ 4703069 h 6858000"/>
              <a:gd name="connsiteX141" fmla="*/ 684248 w 7467600"/>
              <a:gd name="connsiteY141" fmla="*/ 4706721 h 6858000"/>
              <a:gd name="connsiteX142" fmla="*/ 1423113 w 7467600"/>
              <a:gd name="connsiteY142" fmla="*/ 3874565 h 6858000"/>
              <a:gd name="connsiteX143" fmla="*/ 3316479 w 7467600"/>
              <a:gd name="connsiteY143" fmla="*/ 3872136 h 6858000"/>
              <a:gd name="connsiteX144" fmla="*/ 3546806 w 7467600"/>
              <a:gd name="connsiteY144" fmla="*/ 4356139 h 6858000"/>
              <a:gd name="connsiteX145" fmla="*/ 3364433 w 7467600"/>
              <a:gd name="connsiteY145" fmla="*/ 3953121 h 6858000"/>
              <a:gd name="connsiteX146" fmla="*/ 3316479 w 7467600"/>
              <a:gd name="connsiteY146" fmla="*/ 3872136 h 6858000"/>
              <a:gd name="connsiteX147" fmla="*/ 3291335 w 7467600"/>
              <a:gd name="connsiteY147" fmla="*/ 3767420 h 6858000"/>
              <a:gd name="connsiteX148" fmla="*/ 3390805 w 7467600"/>
              <a:gd name="connsiteY148" fmla="*/ 3937163 h 6858000"/>
              <a:gd name="connsiteX149" fmla="*/ 3579062 w 7467600"/>
              <a:gd name="connsiteY149" fmla="*/ 4359040 h 6858000"/>
              <a:gd name="connsiteX150" fmla="*/ 3467355 w 7467600"/>
              <a:gd name="connsiteY150" fmla="*/ 3988130 h 6858000"/>
              <a:gd name="connsiteX151" fmla="*/ 3310753 w 7467600"/>
              <a:gd name="connsiteY151" fmla="*/ 3787140 h 6858000"/>
              <a:gd name="connsiteX152" fmla="*/ 3291335 w 7467600"/>
              <a:gd name="connsiteY152" fmla="*/ 3767420 h 6858000"/>
              <a:gd name="connsiteX153" fmla="*/ 1635889 w 7467600"/>
              <a:gd name="connsiteY153" fmla="*/ 3709494 h 6858000"/>
              <a:gd name="connsiteX154" fmla="*/ 1634800 w 7467600"/>
              <a:gd name="connsiteY154" fmla="*/ 3731111 h 6858000"/>
              <a:gd name="connsiteX155" fmla="*/ 1635889 w 7467600"/>
              <a:gd name="connsiteY155" fmla="*/ 3709494 h 6858000"/>
              <a:gd name="connsiteX156" fmla="*/ 1510397 w 7467600"/>
              <a:gd name="connsiteY156" fmla="*/ 3684705 h 6858000"/>
              <a:gd name="connsiteX157" fmla="*/ 1146550 w 7467600"/>
              <a:gd name="connsiteY157" fmla="*/ 3802012 h 6858000"/>
              <a:gd name="connsiteX158" fmla="*/ 698834 w 7467600"/>
              <a:gd name="connsiteY158" fmla="*/ 3952272 h 6858000"/>
              <a:gd name="connsiteX159" fmla="*/ 34256 w 7467600"/>
              <a:gd name="connsiteY159" fmla="*/ 4347603 h 6858000"/>
              <a:gd name="connsiteX160" fmla="*/ 527241 w 7467600"/>
              <a:gd name="connsiteY160" fmla="*/ 4065078 h 6858000"/>
              <a:gd name="connsiteX161" fmla="*/ 1510397 w 7467600"/>
              <a:gd name="connsiteY161" fmla="*/ 3684705 h 6858000"/>
              <a:gd name="connsiteX162" fmla="*/ 1313114 w 7467600"/>
              <a:gd name="connsiteY162" fmla="*/ 3655216 h 6858000"/>
              <a:gd name="connsiteX163" fmla="*/ 1109304 w 7467600"/>
              <a:gd name="connsiteY163" fmla="*/ 3669030 h 6858000"/>
              <a:gd name="connsiteX164" fmla="*/ 8129 w 7467600"/>
              <a:gd name="connsiteY164" fmla="*/ 4330519 h 6858000"/>
              <a:gd name="connsiteX165" fmla="*/ 687572 w 7467600"/>
              <a:gd name="connsiteY165" fmla="*/ 3925629 h 6858000"/>
              <a:gd name="connsiteX166" fmla="*/ 1138365 w 7467600"/>
              <a:gd name="connsiteY166" fmla="*/ 3774515 h 6858000"/>
              <a:gd name="connsiteX167" fmla="*/ 1505579 w 7467600"/>
              <a:gd name="connsiteY167" fmla="*/ 3655526 h 6858000"/>
              <a:gd name="connsiteX168" fmla="*/ 1313114 w 7467600"/>
              <a:gd name="connsiteY168" fmla="*/ 3655216 h 6858000"/>
              <a:gd name="connsiteX169" fmla="*/ 3655073 w 7467600"/>
              <a:gd name="connsiteY169" fmla="*/ 3650884 h 6858000"/>
              <a:gd name="connsiteX170" fmla="*/ 3989938 w 7467600"/>
              <a:gd name="connsiteY170" fmla="*/ 3991685 h 6858000"/>
              <a:gd name="connsiteX171" fmla="*/ 4393907 w 7467600"/>
              <a:gd name="connsiteY171" fmla="*/ 4261258 h 6858000"/>
              <a:gd name="connsiteX172" fmla="*/ 4648051 w 7467600"/>
              <a:gd name="connsiteY172" fmla="*/ 4374051 h 6858000"/>
              <a:gd name="connsiteX173" fmla="*/ 4383389 w 7467600"/>
              <a:gd name="connsiteY173" fmla="*/ 4184369 h 6858000"/>
              <a:gd name="connsiteX174" fmla="*/ 4165508 w 7467600"/>
              <a:gd name="connsiteY174" fmla="*/ 4035196 h 6858000"/>
              <a:gd name="connsiteX175" fmla="*/ 4068162 w 7467600"/>
              <a:gd name="connsiteY175" fmla="*/ 3953394 h 6858000"/>
              <a:gd name="connsiteX176" fmla="*/ 3981416 w 7467600"/>
              <a:gd name="connsiteY176" fmla="*/ 3880482 h 6858000"/>
              <a:gd name="connsiteX177" fmla="*/ 3800147 w 7467600"/>
              <a:gd name="connsiteY177" fmla="*/ 3749872 h 6858000"/>
              <a:gd name="connsiteX178" fmla="*/ 3655073 w 7467600"/>
              <a:gd name="connsiteY178" fmla="*/ 3650884 h 6858000"/>
              <a:gd name="connsiteX179" fmla="*/ 3670252 w 7467600"/>
              <a:gd name="connsiteY179" fmla="*/ 3622798 h 6858000"/>
              <a:gd name="connsiteX180" fmla="*/ 3817258 w 7467600"/>
              <a:gd name="connsiteY180" fmla="*/ 3723577 h 6858000"/>
              <a:gd name="connsiteX181" fmla="*/ 4000461 w 7467600"/>
              <a:gd name="connsiteY181" fmla="*/ 3855966 h 6858000"/>
              <a:gd name="connsiteX182" fmla="*/ 4088180 w 7467600"/>
              <a:gd name="connsiteY182" fmla="*/ 3929774 h 6858000"/>
              <a:gd name="connsiteX183" fmla="*/ 4184555 w 7467600"/>
              <a:gd name="connsiteY183" fmla="*/ 4010683 h 6858000"/>
              <a:gd name="connsiteX184" fmla="*/ 4399563 w 7467600"/>
              <a:gd name="connsiteY184" fmla="*/ 4158106 h 6858000"/>
              <a:gd name="connsiteX185" fmla="*/ 4684469 w 7467600"/>
              <a:gd name="connsiteY185" fmla="*/ 4364680 h 6858000"/>
              <a:gd name="connsiteX186" fmla="*/ 4690271 w 7467600"/>
              <a:gd name="connsiteY186" fmla="*/ 4370034 h 6858000"/>
              <a:gd name="connsiteX187" fmla="*/ 4136093 w 7467600"/>
              <a:gd name="connsiteY187" fmla="*/ 3858466 h 6858000"/>
              <a:gd name="connsiteX188" fmla="*/ 3670252 w 7467600"/>
              <a:gd name="connsiteY188" fmla="*/ 3622798 h 6858000"/>
              <a:gd name="connsiteX189" fmla="*/ 4440129 w 7467600"/>
              <a:gd name="connsiteY189" fmla="*/ 3448571 h 6858000"/>
              <a:gd name="connsiteX190" fmla="*/ 4856525 w 7467600"/>
              <a:gd name="connsiteY190" fmla="*/ 3915351 h 6858000"/>
              <a:gd name="connsiteX191" fmla="*/ 5059055 w 7467600"/>
              <a:gd name="connsiteY191" fmla="*/ 4108918 h 6858000"/>
              <a:gd name="connsiteX192" fmla="*/ 5290070 w 7467600"/>
              <a:gd name="connsiteY192" fmla="*/ 4263619 h 6858000"/>
              <a:gd name="connsiteX193" fmla="*/ 4834991 w 7467600"/>
              <a:gd name="connsiteY193" fmla="*/ 3830985 h 6858000"/>
              <a:gd name="connsiteX194" fmla="*/ 4440129 w 7467600"/>
              <a:gd name="connsiteY194" fmla="*/ 3448571 h 6858000"/>
              <a:gd name="connsiteX195" fmla="*/ 4441737 w 7467600"/>
              <a:gd name="connsiteY195" fmla="*/ 3399734 h 6858000"/>
              <a:gd name="connsiteX196" fmla="*/ 4431236 w 7467600"/>
              <a:gd name="connsiteY196" fmla="*/ 3400954 h 6858000"/>
              <a:gd name="connsiteX197" fmla="*/ 4557150 w 7467600"/>
              <a:gd name="connsiteY197" fmla="*/ 3510023 h 6858000"/>
              <a:gd name="connsiteX198" fmla="*/ 4856936 w 7467600"/>
              <a:gd name="connsiteY198" fmla="*/ 3809146 h 6858000"/>
              <a:gd name="connsiteX199" fmla="*/ 5111996 w 7467600"/>
              <a:gd name="connsiteY199" fmla="*/ 4065759 h 6858000"/>
              <a:gd name="connsiteX200" fmla="*/ 5388878 w 7467600"/>
              <a:gd name="connsiteY200" fmla="*/ 4300185 h 6858000"/>
              <a:gd name="connsiteX201" fmla="*/ 5425556 w 7467600"/>
              <a:gd name="connsiteY201" fmla="*/ 4308967 h 6858000"/>
              <a:gd name="connsiteX202" fmla="*/ 4943646 w 7467600"/>
              <a:gd name="connsiteY202" fmla="*/ 3822916 h 6858000"/>
              <a:gd name="connsiteX203" fmla="*/ 4594837 w 7467600"/>
              <a:gd name="connsiteY203" fmla="*/ 3532274 h 6858000"/>
              <a:gd name="connsiteX204" fmla="*/ 4441737 w 7467600"/>
              <a:gd name="connsiteY204" fmla="*/ 3399734 h 6858000"/>
              <a:gd name="connsiteX205" fmla="*/ 5425834 w 7467600"/>
              <a:gd name="connsiteY205" fmla="*/ 3162785 h 6858000"/>
              <a:gd name="connsiteX206" fmla="*/ 5401644 w 7467600"/>
              <a:gd name="connsiteY206" fmla="*/ 3617847 h 6858000"/>
              <a:gd name="connsiteX207" fmla="*/ 5467256 w 7467600"/>
              <a:gd name="connsiteY207" fmla="*/ 4175494 h 6858000"/>
              <a:gd name="connsiteX208" fmla="*/ 5448069 w 7467600"/>
              <a:gd name="connsiteY208" fmla="*/ 3567554 h 6858000"/>
              <a:gd name="connsiteX209" fmla="*/ 5425834 w 7467600"/>
              <a:gd name="connsiteY209" fmla="*/ 3162785 h 6858000"/>
              <a:gd name="connsiteX210" fmla="*/ 1318687 w 7467600"/>
              <a:gd name="connsiteY210" fmla="*/ 3113840 h 6858000"/>
              <a:gd name="connsiteX211" fmla="*/ 1066793 w 7467600"/>
              <a:gd name="connsiteY211" fmla="*/ 3212171 h 6858000"/>
              <a:gd name="connsiteX212" fmla="*/ 993319 w 7467600"/>
              <a:gd name="connsiteY212" fmla="*/ 3247648 h 6858000"/>
              <a:gd name="connsiteX213" fmla="*/ 853081 w 7467600"/>
              <a:gd name="connsiteY213" fmla="*/ 3312410 h 6858000"/>
              <a:gd name="connsiteX214" fmla="*/ 805957 w 7467600"/>
              <a:gd name="connsiteY214" fmla="*/ 3330443 h 6858000"/>
              <a:gd name="connsiteX215" fmla="*/ 1318687 w 7467600"/>
              <a:gd name="connsiteY215" fmla="*/ 3113840 h 6858000"/>
              <a:gd name="connsiteX216" fmla="*/ 5453702 w 7467600"/>
              <a:gd name="connsiteY216" fmla="*/ 3090882 h 6858000"/>
              <a:gd name="connsiteX217" fmla="*/ 5480135 w 7467600"/>
              <a:gd name="connsiteY217" fmla="*/ 3565802 h 6858000"/>
              <a:gd name="connsiteX218" fmla="*/ 5499023 w 7467600"/>
              <a:gd name="connsiteY218" fmla="*/ 4166310 h 6858000"/>
              <a:gd name="connsiteX219" fmla="*/ 5547022 w 7467600"/>
              <a:gd name="connsiteY219" fmla="*/ 3607838 h 6858000"/>
              <a:gd name="connsiteX220" fmla="*/ 5515964 w 7467600"/>
              <a:gd name="connsiteY220" fmla="*/ 3378541 h 6858000"/>
              <a:gd name="connsiteX221" fmla="*/ 5453702 w 7467600"/>
              <a:gd name="connsiteY221" fmla="*/ 3090882 h 6858000"/>
              <a:gd name="connsiteX222" fmla="*/ 1238695 w 7467600"/>
              <a:gd name="connsiteY222" fmla="*/ 3076820 h 6858000"/>
              <a:gd name="connsiteX223" fmla="*/ 716371 w 7467600"/>
              <a:gd name="connsiteY223" fmla="*/ 3293249 h 6858000"/>
              <a:gd name="connsiteX224" fmla="*/ 579522 w 7467600"/>
              <a:gd name="connsiteY224" fmla="*/ 3371759 h 6858000"/>
              <a:gd name="connsiteX225" fmla="*/ 600288 w 7467600"/>
              <a:gd name="connsiteY225" fmla="*/ 3365555 h 6858000"/>
              <a:gd name="connsiteX226" fmla="*/ 840692 w 7467600"/>
              <a:gd name="connsiteY226" fmla="*/ 3284921 h 6858000"/>
              <a:gd name="connsiteX227" fmla="*/ 979248 w 7467600"/>
              <a:gd name="connsiteY227" fmla="*/ 3221003 h 6858000"/>
              <a:gd name="connsiteX228" fmla="*/ 1053282 w 7467600"/>
              <a:gd name="connsiteY228" fmla="*/ 3185247 h 6858000"/>
              <a:gd name="connsiteX229" fmla="*/ 1320603 w 7467600"/>
              <a:gd name="connsiteY229" fmla="*/ 3081281 h 6858000"/>
              <a:gd name="connsiteX230" fmla="*/ 1238695 w 7467600"/>
              <a:gd name="connsiteY230" fmla="*/ 3076820 h 6858000"/>
              <a:gd name="connsiteX231" fmla="*/ 5425627 w 7467600"/>
              <a:gd name="connsiteY231" fmla="*/ 2954192 h 6858000"/>
              <a:gd name="connsiteX232" fmla="*/ 5470770 w 7467600"/>
              <a:gd name="connsiteY232" fmla="*/ 3005435 h 6858000"/>
              <a:gd name="connsiteX233" fmla="*/ 5519779 w 7467600"/>
              <a:gd name="connsiteY233" fmla="*/ 4359223 h 6858000"/>
              <a:gd name="connsiteX234" fmla="*/ 5520293 w 7467600"/>
              <a:gd name="connsiteY234" fmla="*/ 4360602 h 6858000"/>
              <a:gd name="connsiteX235" fmla="*/ 5767221 w 7467600"/>
              <a:gd name="connsiteY235" fmla="*/ 4665564 h 6858000"/>
              <a:gd name="connsiteX236" fmla="*/ 6937169 w 7467600"/>
              <a:gd name="connsiteY236" fmla="*/ 4815941 h 6858000"/>
              <a:gd name="connsiteX237" fmla="*/ 6953922 w 7467600"/>
              <a:gd name="connsiteY237" fmla="*/ 4890068 h 6858000"/>
              <a:gd name="connsiteX238" fmla="*/ 6071359 w 7467600"/>
              <a:gd name="connsiteY238" fmla="*/ 4770770 h 6858000"/>
              <a:gd name="connsiteX239" fmla="*/ 6038839 w 7467600"/>
              <a:gd name="connsiteY239" fmla="*/ 4764474 h 6858000"/>
              <a:gd name="connsiteX240" fmla="*/ 6038706 w 7467600"/>
              <a:gd name="connsiteY240" fmla="*/ 4763847 h 6858000"/>
              <a:gd name="connsiteX241" fmla="*/ 6037784 w 7467600"/>
              <a:gd name="connsiteY241" fmla="*/ 4764270 h 6858000"/>
              <a:gd name="connsiteX242" fmla="*/ 6038839 w 7467600"/>
              <a:gd name="connsiteY242" fmla="*/ 4764474 h 6858000"/>
              <a:gd name="connsiteX243" fmla="*/ 6040338 w 7467600"/>
              <a:gd name="connsiteY243" fmla="*/ 4771418 h 6858000"/>
              <a:gd name="connsiteX244" fmla="*/ 6024488 w 7467600"/>
              <a:gd name="connsiteY244" fmla="*/ 4809903 h 6858000"/>
              <a:gd name="connsiteX245" fmla="*/ 5599771 w 7467600"/>
              <a:gd name="connsiteY245" fmla="*/ 5509652 h 6858000"/>
              <a:gd name="connsiteX246" fmla="*/ 5548843 w 7467600"/>
              <a:gd name="connsiteY246" fmla="*/ 5563845 h 6858000"/>
              <a:gd name="connsiteX247" fmla="*/ 5940952 w 7467600"/>
              <a:gd name="connsiteY247" fmla="*/ 6250028 h 6858000"/>
              <a:gd name="connsiteX248" fmla="*/ 6043441 w 7467600"/>
              <a:gd name="connsiteY248" fmla="*/ 6665847 h 6858000"/>
              <a:gd name="connsiteX249" fmla="*/ 6093432 w 7467600"/>
              <a:gd name="connsiteY249" fmla="*/ 6858000 h 6858000"/>
              <a:gd name="connsiteX250" fmla="*/ 6034344 w 7467600"/>
              <a:gd name="connsiteY250" fmla="*/ 6858000 h 6858000"/>
              <a:gd name="connsiteX251" fmla="*/ 6026679 w 7467600"/>
              <a:gd name="connsiteY251" fmla="*/ 6836959 h 6858000"/>
              <a:gd name="connsiteX252" fmla="*/ 5800441 w 7467600"/>
              <a:gd name="connsiteY252" fmla="*/ 6335286 h 6858000"/>
              <a:gd name="connsiteX253" fmla="*/ 5526562 w 7467600"/>
              <a:gd name="connsiteY253" fmla="*/ 5705388 h 6858000"/>
              <a:gd name="connsiteX254" fmla="*/ 5519640 w 7467600"/>
              <a:gd name="connsiteY254" fmla="*/ 5683774 h 6858000"/>
              <a:gd name="connsiteX255" fmla="*/ 5844559 w 7467600"/>
              <a:gd name="connsiteY255" fmla="*/ 6553349 h 6858000"/>
              <a:gd name="connsiteX256" fmla="*/ 5975994 w 7467600"/>
              <a:gd name="connsiteY256" fmla="*/ 6858000 h 6858000"/>
              <a:gd name="connsiteX257" fmla="*/ 5898547 w 7467600"/>
              <a:gd name="connsiteY257" fmla="*/ 6858000 h 6858000"/>
              <a:gd name="connsiteX258" fmla="*/ 5682041 w 7467600"/>
              <a:gd name="connsiteY258" fmla="*/ 6355860 h 6858000"/>
              <a:gd name="connsiteX259" fmla="*/ 5461758 w 7467600"/>
              <a:gd name="connsiteY259" fmla="*/ 5820220 h 6858000"/>
              <a:gd name="connsiteX260" fmla="*/ 5237282 w 7467600"/>
              <a:gd name="connsiteY260" fmla="*/ 6579086 h 6858000"/>
              <a:gd name="connsiteX261" fmla="*/ 5115009 w 7467600"/>
              <a:gd name="connsiteY261" fmla="*/ 6858000 h 6858000"/>
              <a:gd name="connsiteX262" fmla="*/ 5028074 w 7467600"/>
              <a:gd name="connsiteY262" fmla="*/ 6858000 h 6858000"/>
              <a:gd name="connsiteX263" fmla="*/ 5079508 w 7467600"/>
              <a:gd name="connsiteY263" fmla="*/ 6749074 h 6858000"/>
              <a:gd name="connsiteX264" fmla="*/ 5371846 w 7467600"/>
              <a:gd name="connsiteY264" fmla="*/ 5924413 h 6858000"/>
              <a:gd name="connsiteX265" fmla="*/ 5270512 w 7467600"/>
              <a:gd name="connsiteY265" fmla="*/ 6138975 h 6858000"/>
              <a:gd name="connsiteX266" fmla="*/ 5062409 w 7467600"/>
              <a:gd name="connsiteY266" fmla="*/ 6653544 h 6858000"/>
              <a:gd name="connsiteX267" fmla="*/ 5036628 w 7467600"/>
              <a:gd name="connsiteY267" fmla="*/ 6754247 h 6858000"/>
              <a:gd name="connsiteX268" fmla="*/ 5009112 w 7467600"/>
              <a:gd name="connsiteY268" fmla="*/ 6858000 h 6858000"/>
              <a:gd name="connsiteX269" fmla="*/ 4976679 w 7467600"/>
              <a:gd name="connsiteY269" fmla="*/ 6858000 h 6858000"/>
              <a:gd name="connsiteX270" fmla="*/ 5006537 w 7467600"/>
              <a:gd name="connsiteY270" fmla="*/ 6747068 h 6858000"/>
              <a:gd name="connsiteX271" fmla="*/ 5032723 w 7467600"/>
              <a:gd name="connsiteY271" fmla="*/ 6644957 h 6858000"/>
              <a:gd name="connsiteX272" fmla="*/ 5242949 w 7467600"/>
              <a:gd name="connsiteY272" fmla="*/ 6125175 h 6858000"/>
              <a:gd name="connsiteX273" fmla="*/ 5286321 w 7467600"/>
              <a:gd name="connsiteY273" fmla="*/ 6033555 h 6858000"/>
              <a:gd name="connsiteX274" fmla="*/ 5008210 w 7467600"/>
              <a:gd name="connsiteY274" fmla="*/ 6649194 h 6858000"/>
              <a:gd name="connsiteX275" fmla="*/ 4986321 w 7467600"/>
              <a:gd name="connsiteY275" fmla="*/ 6765687 h 6858000"/>
              <a:gd name="connsiteX276" fmla="*/ 4973474 w 7467600"/>
              <a:gd name="connsiteY276" fmla="*/ 6858000 h 6858000"/>
              <a:gd name="connsiteX277" fmla="*/ 4907178 w 7467600"/>
              <a:gd name="connsiteY277" fmla="*/ 6858000 h 6858000"/>
              <a:gd name="connsiteX278" fmla="*/ 4910810 w 7467600"/>
              <a:gd name="connsiteY278" fmla="*/ 6829660 h 6858000"/>
              <a:gd name="connsiteX279" fmla="*/ 4987461 w 7467600"/>
              <a:gd name="connsiteY279" fmla="*/ 6432994 h 6858000"/>
              <a:gd name="connsiteX280" fmla="*/ 5179262 w 7467600"/>
              <a:gd name="connsiteY280" fmla="*/ 6035044 h 6858000"/>
              <a:gd name="connsiteX281" fmla="*/ 4689678 w 7467600"/>
              <a:gd name="connsiteY281" fmla="*/ 6440241 h 6858000"/>
              <a:gd name="connsiteX282" fmla="*/ 4477543 w 7467600"/>
              <a:gd name="connsiteY282" fmla="*/ 6674836 h 6858000"/>
              <a:gd name="connsiteX283" fmla="*/ 4329957 w 7467600"/>
              <a:gd name="connsiteY283" fmla="*/ 6858000 h 6858000"/>
              <a:gd name="connsiteX284" fmla="*/ 4218595 w 7467600"/>
              <a:gd name="connsiteY284" fmla="*/ 6858000 h 6858000"/>
              <a:gd name="connsiteX285" fmla="*/ 4368888 w 7467600"/>
              <a:gd name="connsiteY285" fmla="*/ 6668412 h 6858000"/>
              <a:gd name="connsiteX286" fmla="*/ 4563091 w 7467600"/>
              <a:gd name="connsiteY286" fmla="*/ 6442508 h 6858000"/>
              <a:gd name="connsiteX287" fmla="*/ 5387324 w 7467600"/>
              <a:gd name="connsiteY287" fmla="*/ 5705830 h 6858000"/>
              <a:gd name="connsiteX288" fmla="*/ 5073620 w 7467600"/>
              <a:gd name="connsiteY288" fmla="*/ 5955437 h 6858000"/>
              <a:gd name="connsiteX289" fmla="*/ 4689789 w 7467600"/>
              <a:gd name="connsiteY289" fmla="*/ 6268382 h 6858000"/>
              <a:gd name="connsiteX290" fmla="*/ 4418722 w 7467600"/>
              <a:gd name="connsiteY290" fmla="*/ 6570886 h 6858000"/>
              <a:gd name="connsiteX291" fmla="*/ 4214944 w 7467600"/>
              <a:gd name="connsiteY291" fmla="*/ 6858000 h 6858000"/>
              <a:gd name="connsiteX292" fmla="*/ 4177898 w 7467600"/>
              <a:gd name="connsiteY292" fmla="*/ 6858000 h 6858000"/>
              <a:gd name="connsiteX293" fmla="*/ 4391597 w 7467600"/>
              <a:gd name="connsiteY293" fmla="*/ 6556370 h 6858000"/>
              <a:gd name="connsiteX294" fmla="*/ 4668889 w 7467600"/>
              <a:gd name="connsiteY294" fmla="*/ 6246399 h 6858000"/>
              <a:gd name="connsiteX295" fmla="*/ 5055427 w 7467600"/>
              <a:gd name="connsiteY295" fmla="*/ 5931476 h 6858000"/>
              <a:gd name="connsiteX296" fmla="*/ 5371814 w 7467600"/>
              <a:gd name="connsiteY296" fmla="*/ 5678975 h 6858000"/>
              <a:gd name="connsiteX297" fmla="*/ 4987918 w 7467600"/>
              <a:gd name="connsiteY297" fmla="*/ 5838701 h 6858000"/>
              <a:gd name="connsiteX298" fmla="*/ 4317146 w 7467600"/>
              <a:gd name="connsiteY298" fmla="*/ 6587716 h 6858000"/>
              <a:gd name="connsiteX299" fmla="*/ 4171627 w 7467600"/>
              <a:gd name="connsiteY299" fmla="*/ 6858000 h 6858000"/>
              <a:gd name="connsiteX300" fmla="*/ 4081585 w 7467600"/>
              <a:gd name="connsiteY300" fmla="*/ 6858000 h 6858000"/>
              <a:gd name="connsiteX301" fmla="*/ 4238603 w 7467600"/>
              <a:gd name="connsiteY301" fmla="*/ 6559341 h 6858000"/>
              <a:gd name="connsiteX302" fmla="*/ 4778333 w 7467600"/>
              <a:gd name="connsiteY302" fmla="*/ 5873626 h 6858000"/>
              <a:gd name="connsiteX303" fmla="*/ 5414185 w 7467600"/>
              <a:gd name="connsiteY303" fmla="*/ 5573882 h 6858000"/>
              <a:gd name="connsiteX304" fmla="*/ 5959648 w 7467600"/>
              <a:gd name="connsiteY304" fmla="*/ 4760797 h 6858000"/>
              <a:gd name="connsiteX305" fmla="*/ 5355019 w 7467600"/>
              <a:gd name="connsiteY305" fmla="*/ 4734672 h 6858000"/>
              <a:gd name="connsiteX306" fmla="*/ 5083565 w 7467600"/>
              <a:gd name="connsiteY306" fmla="*/ 5179121 h 6858000"/>
              <a:gd name="connsiteX307" fmla="*/ 4713577 w 7467600"/>
              <a:gd name="connsiteY307" fmla="*/ 5616803 h 6858000"/>
              <a:gd name="connsiteX308" fmla="*/ 3989559 w 7467600"/>
              <a:gd name="connsiteY308" fmla="*/ 6145945 h 6858000"/>
              <a:gd name="connsiteX309" fmla="*/ 3939824 w 7467600"/>
              <a:gd name="connsiteY309" fmla="*/ 6066900 h 6858000"/>
              <a:gd name="connsiteX310" fmla="*/ 4584537 w 7467600"/>
              <a:gd name="connsiteY310" fmla="*/ 5324826 h 6858000"/>
              <a:gd name="connsiteX311" fmla="*/ 5037105 w 7467600"/>
              <a:gd name="connsiteY311" fmla="*/ 5088765 h 6858000"/>
              <a:gd name="connsiteX312" fmla="*/ 5039930 w 7467600"/>
              <a:gd name="connsiteY312" fmla="*/ 5089585 h 6858000"/>
              <a:gd name="connsiteX313" fmla="*/ 5263764 w 7467600"/>
              <a:gd name="connsiteY313" fmla="*/ 4735525 h 6858000"/>
              <a:gd name="connsiteX314" fmla="*/ 4086300 w 7467600"/>
              <a:gd name="connsiteY314" fmla="*/ 4884599 h 6858000"/>
              <a:gd name="connsiteX315" fmla="*/ 4085485 w 7467600"/>
              <a:gd name="connsiteY315" fmla="*/ 4899070 h 6858000"/>
              <a:gd name="connsiteX316" fmla="*/ 3871915 w 7467600"/>
              <a:gd name="connsiteY316" fmla="*/ 5253645 h 6858000"/>
              <a:gd name="connsiteX317" fmla="*/ 3799374 w 7467600"/>
              <a:gd name="connsiteY317" fmla="*/ 5466127 h 6858000"/>
              <a:gd name="connsiteX318" fmla="*/ 3498850 w 7467600"/>
              <a:gd name="connsiteY318" fmla="*/ 6661888 h 6858000"/>
              <a:gd name="connsiteX319" fmla="*/ 3399216 w 7467600"/>
              <a:gd name="connsiteY319" fmla="*/ 6858000 h 6858000"/>
              <a:gd name="connsiteX320" fmla="*/ 3303688 w 7467600"/>
              <a:gd name="connsiteY320" fmla="*/ 6858000 h 6858000"/>
              <a:gd name="connsiteX321" fmla="*/ 3391774 w 7467600"/>
              <a:gd name="connsiteY321" fmla="*/ 6697181 h 6858000"/>
              <a:gd name="connsiteX322" fmla="*/ 3735540 w 7467600"/>
              <a:gd name="connsiteY322" fmla="*/ 5546923 h 6858000"/>
              <a:gd name="connsiteX323" fmla="*/ 3729438 w 7467600"/>
              <a:gd name="connsiteY323" fmla="*/ 5569058 h 6858000"/>
              <a:gd name="connsiteX324" fmla="*/ 3707782 w 7467600"/>
              <a:gd name="connsiteY324" fmla="*/ 5644908 h 6858000"/>
              <a:gd name="connsiteX325" fmla="*/ 3583827 w 7467600"/>
              <a:gd name="connsiteY325" fmla="*/ 6039215 h 6858000"/>
              <a:gd name="connsiteX326" fmla="*/ 3547861 w 7467600"/>
              <a:gd name="connsiteY326" fmla="*/ 6129609 h 6858000"/>
              <a:gd name="connsiteX327" fmla="*/ 3490905 w 7467600"/>
              <a:gd name="connsiteY327" fmla="*/ 6277660 h 6858000"/>
              <a:gd name="connsiteX328" fmla="*/ 3455859 w 7467600"/>
              <a:gd name="connsiteY328" fmla="*/ 6391301 h 6858000"/>
              <a:gd name="connsiteX329" fmla="*/ 3429112 w 7467600"/>
              <a:gd name="connsiteY329" fmla="*/ 6479469 h 6858000"/>
              <a:gd name="connsiteX330" fmla="*/ 3304862 w 7467600"/>
              <a:gd name="connsiteY330" fmla="*/ 6796476 h 6858000"/>
              <a:gd name="connsiteX331" fmla="*/ 3276071 w 7467600"/>
              <a:gd name="connsiteY331" fmla="*/ 6858000 h 6858000"/>
              <a:gd name="connsiteX332" fmla="*/ 3240805 w 7467600"/>
              <a:gd name="connsiteY332" fmla="*/ 6858000 h 6858000"/>
              <a:gd name="connsiteX333" fmla="*/ 3275917 w 7467600"/>
              <a:gd name="connsiteY333" fmla="*/ 6783192 h 6858000"/>
              <a:gd name="connsiteX334" fmla="*/ 3399358 w 7467600"/>
              <a:gd name="connsiteY334" fmla="*/ 6469011 h 6858000"/>
              <a:gd name="connsiteX335" fmla="*/ 3425650 w 7467600"/>
              <a:gd name="connsiteY335" fmla="*/ 6381333 h 6858000"/>
              <a:gd name="connsiteX336" fmla="*/ 3460661 w 7467600"/>
              <a:gd name="connsiteY336" fmla="*/ 6266763 h 6858000"/>
              <a:gd name="connsiteX337" fmla="*/ 3518021 w 7467600"/>
              <a:gd name="connsiteY337" fmla="*/ 6117298 h 6858000"/>
              <a:gd name="connsiteX338" fmla="*/ 3554035 w 7467600"/>
              <a:gd name="connsiteY338" fmla="*/ 6027832 h 6858000"/>
              <a:gd name="connsiteX339" fmla="*/ 3677174 w 7467600"/>
              <a:gd name="connsiteY339" fmla="*/ 5636351 h 6858000"/>
              <a:gd name="connsiteX340" fmla="*/ 3698819 w 7467600"/>
              <a:gd name="connsiteY340" fmla="*/ 5560503 h 6858000"/>
              <a:gd name="connsiteX341" fmla="*/ 3702094 w 7467600"/>
              <a:gd name="connsiteY341" fmla="*/ 5549194 h 6858000"/>
              <a:gd name="connsiteX342" fmla="*/ 3398355 w 7467600"/>
              <a:gd name="connsiteY342" fmla="*/ 6094603 h 6858000"/>
              <a:gd name="connsiteX343" fmla="*/ 3193941 w 7467600"/>
              <a:gd name="connsiteY343" fmla="*/ 6798775 h 6858000"/>
              <a:gd name="connsiteX344" fmla="*/ 3184140 w 7467600"/>
              <a:gd name="connsiteY344" fmla="*/ 6858000 h 6858000"/>
              <a:gd name="connsiteX345" fmla="*/ 3099978 w 7467600"/>
              <a:gd name="connsiteY345" fmla="*/ 6858000 h 6858000"/>
              <a:gd name="connsiteX346" fmla="*/ 3101556 w 7467600"/>
              <a:gd name="connsiteY346" fmla="*/ 6843337 h 6858000"/>
              <a:gd name="connsiteX347" fmla="*/ 3370162 w 7467600"/>
              <a:gd name="connsiteY347" fmla="*/ 5785550 h 6858000"/>
              <a:gd name="connsiteX348" fmla="*/ 3746477 w 7467600"/>
              <a:gd name="connsiteY348" fmla="*/ 5377889 h 6858000"/>
              <a:gd name="connsiteX349" fmla="*/ 3863399 w 7467600"/>
              <a:gd name="connsiteY349" fmla="*/ 5087257 h 6858000"/>
              <a:gd name="connsiteX350" fmla="*/ 3968712 w 7467600"/>
              <a:gd name="connsiteY350" fmla="*/ 4913989 h 6858000"/>
              <a:gd name="connsiteX351" fmla="*/ 2792390 w 7467600"/>
              <a:gd name="connsiteY351" fmla="*/ 5382974 h 6858000"/>
              <a:gd name="connsiteX352" fmla="*/ 2714982 w 7467600"/>
              <a:gd name="connsiteY352" fmla="*/ 5427051 h 6858000"/>
              <a:gd name="connsiteX353" fmla="*/ 2813361 w 7467600"/>
              <a:gd name="connsiteY353" fmla="*/ 6023912 h 6858000"/>
              <a:gd name="connsiteX354" fmla="*/ 2688430 w 7467600"/>
              <a:gd name="connsiteY354" fmla="*/ 6801564 h 6858000"/>
              <a:gd name="connsiteX355" fmla="*/ 2629626 w 7467600"/>
              <a:gd name="connsiteY355" fmla="*/ 6763394 h 6858000"/>
              <a:gd name="connsiteX356" fmla="*/ 2565328 w 7467600"/>
              <a:gd name="connsiteY356" fmla="*/ 5516399 h 6858000"/>
              <a:gd name="connsiteX357" fmla="*/ 1922999 w 7467600"/>
              <a:gd name="connsiteY357" fmla="*/ 5980343 h 6858000"/>
              <a:gd name="connsiteX358" fmla="*/ 1950261 w 7467600"/>
              <a:gd name="connsiteY358" fmla="*/ 6405858 h 6858000"/>
              <a:gd name="connsiteX359" fmla="*/ 2365554 w 7467600"/>
              <a:gd name="connsiteY359" fmla="*/ 6759107 h 6858000"/>
              <a:gd name="connsiteX360" fmla="*/ 2424142 w 7467600"/>
              <a:gd name="connsiteY360" fmla="*/ 6858000 h 6858000"/>
              <a:gd name="connsiteX361" fmla="*/ 2395994 w 7467600"/>
              <a:gd name="connsiteY361" fmla="*/ 6858000 h 6858000"/>
              <a:gd name="connsiteX362" fmla="*/ 2392863 w 7467600"/>
              <a:gd name="connsiteY362" fmla="*/ 6852964 h 6858000"/>
              <a:gd name="connsiteX363" fmla="*/ 2017589 w 7467600"/>
              <a:gd name="connsiteY363" fmla="*/ 6493982 h 6858000"/>
              <a:gd name="connsiteX364" fmla="*/ 2147336 w 7467600"/>
              <a:gd name="connsiteY364" fmla="*/ 6594052 h 6858000"/>
              <a:gd name="connsiteX365" fmla="*/ 2207047 w 7467600"/>
              <a:gd name="connsiteY365" fmla="*/ 6654540 h 6858000"/>
              <a:gd name="connsiteX366" fmla="*/ 2299106 w 7467600"/>
              <a:gd name="connsiteY366" fmla="*/ 6778931 h 6858000"/>
              <a:gd name="connsiteX367" fmla="*/ 2314430 w 7467600"/>
              <a:gd name="connsiteY367" fmla="*/ 6801144 h 6858000"/>
              <a:gd name="connsiteX368" fmla="*/ 2352406 w 7467600"/>
              <a:gd name="connsiteY368" fmla="*/ 6858000 h 6858000"/>
              <a:gd name="connsiteX369" fmla="*/ 2314492 w 7467600"/>
              <a:gd name="connsiteY369" fmla="*/ 6858000 h 6858000"/>
              <a:gd name="connsiteX370" fmla="*/ 2288095 w 7467600"/>
              <a:gd name="connsiteY370" fmla="*/ 6818030 h 6858000"/>
              <a:gd name="connsiteX371" fmla="*/ 2272768 w 7467600"/>
              <a:gd name="connsiteY371" fmla="*/ 6795822 h 6858000"/>
              <a:gd name="connsiteX372" fmla="*/ 2182715 w 7467600"/>
              <a:gd name="connsiteY372" fmla="*/ 6675071 h 6858000"/>
              <a:gd name="connsiteX373" fmla="*/ 2032061 w 7467600"/>
              <a:gd name="connsiteY373" fmla="*/ 6541380 h 6858000"/>
              <a:gd name="connsiteX374" fmla="*/ 2257220 w 7467600"/>
              <a:gd name="connsiteY374" fmla="*/ 6826257 h 6858000"/>
              <a:gd name="connsiteX375" fmla="*/ 2281324 w 7467600"/>
              <a:gd name="connsiteY375" fmla="*/ 6858000 h 6858000"/>
              <a:gd name="connsiteX376" fmla="*/ 2242860 w 7467600"/>
              <a:gd name="connsiteY376" fmla="*/ 6858000 h 6858000"/>
              <a:gd name="connsiteX377" fmla="*/ 2232818 w 7467600"/>
              <a:gd name="connsiteY377" fmla="*/ 6844926 h 6858000"/>
              <a:gd name="connsiteX378" fmla="*/ 1990172 w 7467600"/>
              <a:gd name="connsiteY378" fmla="*/ 6542121 h 6858000"/>
              <a:gd name="connsiteX379" fmla="*/ 2124090 w 7467600"/>
              <a:gd name="connsiteY379" fmla="*/ 6761017 h 6858000"/>
              <a:gd name="connsiteX380" fmla="*/ 2200380 w 7467600"/>
              <a:gd name="connsiteY380" fmla="*/ 6858000 h 6858000"/>
              <a:gd name="connsiteX381" fmla="*/ 2147507 w 7467600"/>
              <a:gd name="connsiteY381" fmla="*/ 6858000 h 6858000"/>
              <a:gd name="connsiteX382" fmla="*/ 2070668 w 7467600"/>
              <a:gd name="connsiteY382" fmla="*/ 6761520 h 6858000"/>
              <a:gd name="connsiteX383" fmla="*/ 1975142 w 7467600"/>
              <a:gd name="connsiteY383" fmla="*/ 6585570 h 6858000"/>
              <a:gd name="connsiteX384" fmla="*/ 2050035 w 7467600"/>
              <a:gd name="connsiteY384" fmla="*/ 6813345 h 6858000"/>
              <a:gd name="connsiteX385" fmla="*/ 2063025 w 7467600"/>
              <a:gd name="connsiteY385" fmla="*/ 6858000 h 6858000"/>
              <a:gd name="connsiteX386" fmla="*/ 2021675 w 7467600"/>
              <a:gd name="connsiteY386" fmla="*/ 6858000 h 6858000"/>
              <a:gd name="connsiteX387" fmla="*/ 2019308 w 7467600"/>
              <a:gd name="connsiteY387" fmla="*/ 6847118 h 6858000"/>
              <a:gd name="connsiteX388" fmla="*/ 1938835 w 7467600"/>
              <a:gd name="connsiteY388" fmla="*/ 6551160 h 6858000"/>
              <a:gd name="connsiteX389" fmla="*/ 1953230 w 7467600"/>
              <a:gd name="connsiteY389" fmla="*/ 6759699 h 6858000"/>
              <a:gd name="connsiteX390" fmla="*/ 1956763 w 7467600"/>
              <a:gd name="connsiteY390" fmla="*/ 6778191 h 6858000"/>
              <a:gd name="connsiteX391" fmla="*/ 1967925 w 7467600"/>
              <a:gd name="connsiteY391" fmla="*/ 6858000 h 6858000"/>
              <a:gd name="connsiteX392" fmla="*/ 1936622 w 7467600"/>
              <a:gd name="connsiteY392" fmla="*/ 6858000 h 6858000"/>
              <a:gd name="connsiteX393" fmla="*/ 1926261 w 7467600"/>
              <a:gd name="connsiteY393" fmla="*/ 6784064 h 6858000"/>
              <a:gd name="connsiteX394" fmla="*/ 1922724 w 7467600"/>
              <a:gd name="connsiteY394" fmla="*/ 6765577 h 6858000"/>
              <a:gd name="connsiteX395" fmla="*/ 1904650 w 7467600"/>
              <a:gd name="connsiteY395" fmla="*/ 6639616 h 6858000"/>
              <a:gd name="connsiteX396" fmla="*/ 1885273 w 7467600"/>
              <a:gd name="connsiteY396" fmla="*/ 6858000 h 6858000"/>
              <a:gd name="connsiteX397" fmla="*/ 1854363 w 7467600"/>
              <a:gd name="connsiteY397" fmla="*/ 6858000 h 6858000"/>
              <a:gd name="connsiteX398" fmla="*/ 1880391 w 7467600"/>
              <a:gd name="connsiteY398" fmla="*/ 6603796 h 6858000"/>
              <a:gd name="connsiteX399" fmla="*/ 1818273 w 7467600"/>
              <a:gd name="connsiteY399" fmla="*/ 6715729 h 6858000"/>
              <a:gd name="connsiteX400" fmla="*/ 1794691 w 7467600"/>
              <a:gd name="connsiteY400" fmla="*/ 6843239 h 6858000"/>
              <a:gd name="connsiteX401" fmla="*/ 1794914 w 7467600"/>
              <a:gd name="connsiteY401" fmla="*/ 6858000 h 6858000"/>
              <a:gd name="connsiteX402" fmla="*/ 1746128 w 7467600"/>
              <a:gd name="connsiteY402" fmla="*/ 6858000 h 6858000"/>
              <a:gd name="connsiteX403" fmla="*/ 1753934 w 7467600"/>
              <a:gd name="connsiteY403" fmla="*/ 6724796 h 6858000"/>
              <a:gd name="connsiteX404" fmla="*/ 1792053 w 7467600"/>
              <a:gd name="connsiteY404" fmla="*/ 6572396 h 6858000"/>
              <a:gd name="connsiteX405" fmla="*/ 1862248 w 7467600"/>
              <a:gd name="connsiteY405" fmla="*/ 6266397 h 6858000"/>
              <a:gd name="connsiteX406" fmla="*/ 1862250 w 7467600"/>
              <a:gd name="connsiteY406" fmla="*/ 6033531 h 6858000"/>
              <a:gd name="connsiteX407" fmla="*/ 1211999 w 7467600"/>
              <a:gd name="connsiteY407" fmla="*/ 6683610 h 6858000"/>
              <a:gd name="connsiteX408" fmla="*/ 1213266 w 7467600"/>
              <a:gd name="connsiteY408" fmla="*/ 6691947 h 6858000"/>
              <a:gd name="connsiteX409" fmla="*/ 1203370 w 7467600"/>
              <a:gd name="connsiteY409" fmla="*/ 6850676 h 6858000"/>
              <a:gd name="connsiteX410" fmla="*/ 1203671 w 7467600"/>
              <a:gd name="connsiteY410" fmla="*/ 6858000 h 6858000"/>
              <a:gd name="connsiteX411" fmla="*/ 1143180 w 7467600"/>
              <a:gd name="connsiteY411" fmla="*/ 6858000 h 6858000"/>
              <a:gd name="connsiteX412" fmla="*/ 1142176 w 7467600"/>
              <a:gd name="connsiteY412" fmla="*/ 6766045 h 6858000"/>
              <a:gd name="connsiteX413" fmla="*/ 1067484 w 7467600"/>
              <a:gd name="connsiteY413" fmla="*/ 6858000 h 6858000"/>
              <a:gd name="connsiteX414" fmla="*/ 953928 w 7467600"/>
              <a:gd name="connsiteY414" fmla="*/ 6858000 h 6858000"/>
              <a:gd name="connsiteX415" fmla="*/ 959715 w 7467600"/>
              <a:gd name="connsiteY415" fmla="*/ 6850185 h 6858000"/>
              <a:gd name="connsiteX416" fmla="*/ 1483788 w 7467600"/>
              <a:gd name="connsiteY416" fmla="*/ 6259174 h 6858000"/>
              <a:gd name="connsiteX417" fmla="*/ 1100671 w 7467600"/>
              <a:gd name="connsiteY417" fmla="*/ 6252137 h 6858000"/>
              <a:gd name="connsiteX418" fmla="*/ 1090144 w 7467600"/>
              <a:gd name="connsiteY418" fmla="*/ 6256748 h 6858000"/>
              <a:gd name="connsiteX419" fmla="*/ 1095872 w 7467600"/>
              <a:gd name="connsiteY419" fmla="*/ 6271892 h 6858000"/>
              <a:gd name="connsiteX420" fmla="*/ 262785 w 7467600"/>
              <a:gd name="connsiteY420" fmla="*/ 6845450 h 6858000"/>
              <a:gd name="connsiteX421" fmla="*/ 209968 w 7467600"/>
              <a:gd name="connsiteY421" fmla="*/ 6770713 h 6858000"/>
              <a:gd name="connsiteX422" fmla="*/ 873460 w 7467600"/>
              <a:gd name="connsiteY422" fmla="*/ 6253768 h 6858000"/>
              <a:gd name="connsiteX423" fmla="*/ 192686 w 7467600"/>
              <a:gd name="connsiteY423" fmla="*/ 5849257 h 6858000"/>
              <a:gd name="connsiteX424" fmla="*/ 4696 w 7467600"/>
              <a:gd name="connsiteY424" fmla="*/ 5697668 h 6858000"/>
              <a:gd name="connsiteX425" fmla="*/ 0 w 7467600"/>
              <a:gd name="connsiteY425" fmla="*/ 5689984 h 6858000"/>
              <a:gd name="connsiteX426" fmla="*/ 0 w 7467600"/>
              <a:gd name="connsiteY426" fmla="*/ 5513472 h 6858000"/>
              <a:gd name="connsiteX427" fmla="*/ 174101 w 7467600"/>
              <a:gd name="connsiteY427" fmla="*/ 5620277 h 6858000"/>
              <a:gd name="connsiteX428" fmla="*/ 891800 w 7467600"/>
              <a:gd name="connsiteY428" fmla="*/ 6036935 h 6858000"/>
              <a:gd name="connsiteX429" fmla="*/ 1072219 w 7467600"/>
              <a:gd name="connsiteY429" fmla="*/ 6169443 h 6858000"/>
              <a:gd name="connsiteX430" fmla="*/ 1074117 w 7467600"/>
              <a:gd name="connsiteY430" fmla="*/ 6170301 h 6858000"/>
              <a:gd name="connsiteX431" fmla="*/ 1083114 w 7467600"/>
              <a:gd name="connsiteY431" fmla="*/ 6174131 h 6858000"/>
              <a:gd name="connsiteX432" fmla="*/ 1543010 w 7467600"/>
              <a:gd name="connsiteY432" fmla="*/ 6191140 h 6858000"/>
              <a:gd name="connsiteX433" fmla="*/ 1551080 w 7467600"/>
              <a:gd name="connsiteY433" fmla="*/ 6195006 h 6858000"/>
              <a:gd name="connsiteX434" fmla="*/ 2345443 w 7467600"/>
              <a:gd name="connsiteY434" fmla="*/ 5549882 h 6858000"/>
              <a:gd name="connsiteX435" fmla="*/ 1721499 w 7467600"/>
              <a:gd name="connsiteY435" fmla="*/ 5599969 h 6858000"/>
              <a:gd name="connsiteX436" fmla="*/ 767716 w 7467600"/>
              <a:gd name="connsiteY436" fmla="*/ 5472768 h 6858000"/>
              <a:gd name="connsiteX437" fmla="*/ 722147 w 7467600"/>
              <a:gd name="connsiteY437" fmla="*/ 5393091 h 6858000"/>
              <a:gd name="connsiteX438" fmla="*/ 1485552 w 7467600"/>
              <a:gd name="connsiteY438" fmla="*/ 5313202 h 6858000"/>
              <a:gd name="connsiteX439" fmla="*/ 2143004 w 7467600"/>
              <a:gd name="connsiteY439" fmla="*/ 5402420 h 6858000"/>
              <a:gd name="connsiteX440" fmla="*/ 1933391 w 7467600"/>
              <a:gd name="connsiteY440" fmla="*/ 5156971 h 6858000"/>
              <a:gd name="connsiteX441" fmla="*/ 1827118 w 7467600"/>
              <a:gd name="connsiteY441" fmla="*/ 4968410 h 6858000"/>
              <a:gd name="connsiteX442" fmla="*/ 1837349 w 7467600"/>
              <a:gd name="connsiteY442" fmla="*/ 4956357 h 6858000"/>
              <a:gd name="connsiteX443" fmla="*/ 2162835 w 7467600"/>
              <a:gd name="connsiteY443" fmla="*/ 5187853 h 6858000"/>
              <a:gd name="connsiteX444" fmla="*/ 2257167 w 7467600"/>
              <a:gd name="connsiteY444" fmla="*/ 5462123 h 6858000"/>
              <a:gd name="connsiteX445" fmla="*/ 2261598 w 7467600"/>
              <a:gd name="connsiteY445" fmla="*/ 5467998 h 6858000"/>
              <a:gd name="connsiteX446" fmla="*/ 2437177 w 7467600"/>
              <a:gd name="connsiteY446" fmla="*/ 5479608 h 6858000"/>
              <a:gd name="connsiteX447" fmla="*/ 2445247 w 7467600"/>
              <a:gd name="connsiteY447" fmla="*/ 5483476 h 6858000"/>
              <a:gd name="connsiteX448" fmla="*/ 2743626 w 7467600"/>
              <a:gd name="connsiteY448" fmla="*/ 5304819 h 6858000"/>
              <a:gd name="connsiteX449" fmla="*/ 3048102 w 7467600"/>
              <a:gd name="connsiteY449" fmla="*/ 5150595 h 6858000"/>
              <a:gd name="connsiteX450" fmla="*/ 1799414 w 7467600"/>
              <a:gd name="connsiteY450" fmla="*/ 4694732 h 6858000"/>
              <a:gd name="connsiteX451" fmla="*/ 1771735 w 7467600"/>
              <a:gd name="connsiteY451" fmla="*/ 4619929 h 6858000"/>
              <a:gd name="connsiteX452" fmla="*/ 3104273 w 7467600"/>
              <a:gd name="connsiteY452" fmla="*/ 5076159 h 6858000"/>
              <a:gd name="connsiteX453" fmla="*/ 3113245 w 7467600"/>
              <a:gd name="connsiteY453" fmla="*/ 5090705 h 6858000"/>
              <a:gd name="connsiteX454" fmla="*/ 3126294 w 7467600"/>
              <a:gd name="connsiteY454" fmla="*/ 5114400 h 6858000"/>
              <a:gd name="connsiteX455" fmla="*/ 3937433 w 7467600"/>
              <a:gd name="connsiteY455" fmla="*/ 4830473 h 6858000"/>
              <a:gd name="connsiteX456" fmla="*/ 3590475 w 7467600"/>
              <a:gd name="connsiteY456" fmla="*/ 4597974 h 6858000"/>
              <a:gd name="connsiteX457" fmla="*/ 3100264 w 7467600"/>
              <a:gd name="connsiteY457" fmla="*/ 4579845 h 6858000"/>
              <a:gd name="connsiteX458" fmla="*/ 2183576 w 7467600"/>
              <a:gd name="connsiteY458" fmla="*/ 4227150 h 6858000"/>
              <a:gd name="connsiteX459" fmla="*/ 2151029 w 7467600"/>
              <a:gd name="connsiteY459" fmla="*/ 4146947 h 6858000"/>
              <a:gd name="connsiteX460" fmla="*/ 3563434 w 7467600"/>
              <a:gd name="connsiteY460" fmla="*/ 4469115 h 6858000"/>
              <a:gd name="connsiteX461" fmla="*/ 3177952 w 7467600"/>
              <a:gd name="connsiteY461" fmla="*/ 3657386 h 6858000"/>
              <a:gd name="connsiteX462" fmla="*/ 3189263 w 7467600"/>
              <a:gd name="connsiteY462" fmla="*/ 3625726 h 6858000"/>
              <a:gd name="connsiteX463" fmla="*/ 3560912 w 7467600"/>
              <a:gd name="connsiteY463" fmla="*/ 4079863 h 6858000"/>
              <a:gd name="connsiteX464" fmla="*/ 3626636 w 7467600"/>
              <a:gd name="connsiteY464" fmla="*/ 4512230 h 6858000"/>
              <a:gd name="connsiteX465" fmla="*/ 3653088 w 7467600"/>
              <a:gd name="connsiteY465" fmla="*/ 4521417 h 6858000"/>
              <a:gd name="connsiteX466" fmla="*/ 3988128 w 7467600"/>
              <a:gd name="connsiteY466" fmla="*/ 4817267 h 6858000"/>
              <a:gd name="connsiteX467" fmla="*/ 4830582 w 7467600"/>
              <a:gd name="connsiteY467" fmla="*/ 4676000 h 6858000"/>
              <a:gd name="connsiteX468" fmla="*/ 4830100 w 7467600"/>
              <a:gd name="connsiteY468" fmla="*/ 4675554 h 6858000"/>
              <a:gd name="connsiteX469" fmla="*/ 4036318 w 7467600"/>
              <a:gd name="connsiteY469" fmla="*/ 4147013 h 6858000"/>
              <a:gd name="connsiteX470" fmla="*/ 3432098 w 7467600"/>
              <a:gd name="connsiteY470" fmla="*/ 3537312 h 6858000"/>
              <a:gd name="connsiteX471" fmla="*/ 3446761 w 7467600"/>
              <a:gd name="connsiteY471" fmla="*/ 3461278 h 6858000"/>
              <a:gd name="connsiteX472" fmla="*/ 4419733 w 7467600"/>
              <a:gd name="connsiteY472" fmla="*/ 3963555 h 6858000"/>
              <a:gd name="connsiteX473" fmla="*/ 4781371 w 7467600"/>
              <a:gd name="connsiteY473" fmla="*/ 4458604 h 6858000"/>
              <a:gd name="connsiteX474" fmla="*/ 4780440 w 7467600"/>
              <a:gd name="connsiteY474" fmla="*/ 4470290 h 6858000"/>
              <a:gd name="connsiteX475" fmla="*/ 4898954 w 7467600"/>
              <a:gd name="connsiteY475" fmla="*/ 4662092 h 6858000"/>
              <a:gd name="connsiteX476" fmla="*/ 4900699 w 7467600"/>
              <a:gd name="connsiteY476" fmla="*/ 4670867 h 6858000"/>
              <a:gd name="connsiteX477" fmla="*/ 5714511 w 7467600"/>
              <a:gd name="connsiteY477" fmla="*/ 4663483 h 6858000"/>
              <a:gd name="connsiteX478" fmla="*/ 5464793 w 7467600"/>
              <a:gd name="connsiteY478" fmla="*/ 4393556 h 6858000"/>
              <a:gd name="connsiteX479" fmla="*/ 5461897 w 7467600"/>
              <a:gd name="connsiteY479" fmla="*/ 4390879 h 6858000"/>
              <a:gd name="connsiteX480" fmla="*/ 4294126 w 7467600"/>
              <a:gd name="connsiteY480" fmla="*/ 3303048 h 6858000"/>
              <a:gd name="connsiteX481" fmla="*/ 4305321 w 7467600"/>
              <a:gd name="connsiteY481" fmla="*/ 3256953 h 6858000"/>
              <a:gd name="connsiteX482" fmla="*/ 4949299 w 7467600"/>
              <a:gd name="connsiteY482" fmla="*/ 3766336 h 6858000"/>
              <a:gd name="connsiteX483" fmla="*/ 5291452 w 7467600"/>
              <a:gd name="connsiteY483" fmla="*/ 4076801 h 6858000"/>
              <a:gd name="connsiteX484" fmla="*/ 5434998 w 7467600"/>
              <a:gd name="connsiteY484" fmla="*/ 4254100 h 6858000"/>
              <a:gd name="connsiteX485" fmla="*/ 5351015 w 7467600"/>
              <a:gd name="connsiteY485" fmla="*/ 3760989 h 6858000"/>
              <a:gd name="connsiteX486" fmla="*/ 5413780 w 7467600"/>
              <a:gd name="connsiteY486" fmla="*/ 2966265 h 6858000"/>
              <a:gd name="connsiteX487" fmla="*/ 5425627 w 7467600"/>
              <a:gd name="connsiteY487" fmla="*/ 2954192 h 6858000"/>
              <a:gd name="connsiteX488" fmla="*/ 6604735 w 7467600"/>
              <a:gd name="connsiteY488" fmla="*/ 2041381 h 6858000"/>
              <a:gd name="connsiteX489" fmla="*/ 7204487 w 7467600"/>
              <a:gd name="connsiteY489" fmla="*/ 2742112 h 6858000"/>
              <a:gd name="connsiteX490" fmla="*/ 7131592 w 7467600"/>
              <a:gd name="connsiteY490" fmla="*/ 2672096 h 6858000"/>
              <a:gd name="connsiteX491" fmla="*/ 6996344 w 7467600"/>
              <a:gd name="connsiteY491" fmla="*/ 2518310 h 6858000"/>
              <a:gd name="connsiteX492" fmla="*/ 6735495 w 7467600"/>
              <a:gd name="connsiteY492" fmla="*/ 2196890 h 6858000"/>
              <a:gd name="connsiteX493" fmla="*/ 6721901 w 7467600"/>
              <a:gd name="connsiteY493" fmla="*/ 2179274 h 6858000"/>
              <a:gd name="connsiteX494" fmla="*/ 6604735 w 7467600"/>
              <a:gd name="connsiteY494" fmla="*/ 2041381 h 6858000"/>
              <a:gd name="connsiteX495" fmla="*/ 6591670 w 7467600"/>
              <a:gd name="connsiteY495" fmla="*/ 1988277 h 6858000"/>
              <a:gd name="connsiteX496" fmla="*/ 6747349 w 7467600"/>
              <a:gd name="connsiteY496" fmla="*/ 2160069 h 6858000"/>
              <a:gd name="connsiteX497" fmla="*/ 6760943 w 7467600"/>
              <a:gd name="connsiteY497" fmla="*/ 2177686 h 6858000"/>
              <a:gd name="connsiteX498" fmla="*/ 7021065 w 7467600"/>
              <a:gd name="connsiteY498" fmla="*/ 2498102 h 6858000"/>
              <a:gd name="connsiteX499" fmla="*/ 7155223 w 7467600"/>
              <a:gd name="connsiteY499" fmla="*/ 2650386 h 6858000"/>
              <a:gd name="connsiteX500" fmla="*/ 7203167 w 7467600"/>
              <a:gd name="connsiteY500" fmla="*/ 2697288 h 6858000"/>
              <a:gd name="connsiteX501" fmla="*/ 6937703 w 7467600"/>
              <a:gd name="connsiteY501" fmla="*/ 2321981 h 6858000"/>
              <a:gd name="connsiteX502" fmla="*/ 6591670 w 7467600"/>
              <a:gd name="connsiteY502" fmla="*/ 1988277 h 6858000"/>
              <a:gd name="connsiteX503" fmla="*/ 5798671 w 7467600"/>
              <a:gd name="connsiteY503" fmla="*/ 1981601 h 6858000"/>
              <a:gd name="connsiteX504" fmla="*/ 5754709 w 7467600"/>
              <a:gd name="connsiteY504" fmla="*/ 2071454 h 6858000"/>
              <a:gd name="connsiteX505" fmla="*/ 5763044 w 7467600"/>
              <a:gd name="connsiteY505" fmla="*/ 2842206 h 6858000"/>
              <a:gd name="connsiteX506" fmla="*/ 5764974 w 7467600"/>
              <a:gd name="connsiteY506" fmla="*/ 2799609 h 6858000"/>
              <a:gd name="connsiteX507" fmla="*/ 5767665 w 7467600"/>
              <a:gd name="connsiteY507" fmla="*/ 2666409 h 6858000"/>
              <a:gd name="connsiteX508" fmla="*/ 5763055 w 7467600"/>
              <a:gd name="connsiteY508" fmla="*/ 2579705 h 6858000"/>
              <a:gd name="connsiteX509" fmla="*/ 5758079 w 7467600"/>
              <a:gd name="connsiteY509" fmla="*/ 2492508 h 6858000"/>
              <a:gd name="connsiteX510" fmla="*/ 5779325 w 7467600"/>
              <a:gd name="connsiteY510" fmla="*/ 2197069 h 6858000"/>
              <a:gd name="connsiteX511" fmla="*/ 5798671 w 7467600"/>
              <a:gd name="connsiteY511" fmla="*/ 1981601 h 6858000"/>
              <a:gd name="connsiteX512" fmla="*/ 5829202 w 7467600"/>
              <a:gd name="connsiteY512" fmla="*/ 1971679 h 6858000"/>
              <a:gd name="connsiteX513" fmla="*/ 5809558 w 7467600"/>
              <a:gd name="connsiteY513" fmla="*/ 2198043 h 6858000"/>
              <a:gd name="connsiteX514" fmla="*/ 5788653 w 7467600"/>
              <a:gd name="connsiteY514" fmla="*/ 2489430 h 6858000"/>
              <a:gd name="connsiteX515" fmla="*/ 5793439 w 7467600"/>
              <a:gd name="connsiteY515" fmla="*/ 2575235 h 6858000"/>
              <a:gd name="connsiteX516" fmla="*/ 5796837 w 7467600"/>
              <a:gd name="connsiteY516" fmla="*/ 2637633 h 6858000"/>
              <a:gd name="connsiteX517" fmla="*/ 5818614 w 7467600"/>
              <a:gd name="connsiteY517" fmla="*/ 2473055 h 6858000"/>
              <a:gd name="connsiteX518" fmla="*/ 5829202 w 7467600"/>
              <a:gd name="connsiteY518" fmla="*/ 1971679 h 6858000"/>
              <a:gd name="connsiteX519" fmla="*/ 5911389 w 7467600"/>
              <a:gd name="connsiteY519" fmla="*/ 1898371 h 6858000"/>
              <a:gd name="connsiteX520" fmla="*/ 6237627 w 7467600"/>
              <a:gd name="connsiteY520" fmla="*/ 2231921 h 6858000"/>
              <a:gd name="connsiteX521" fmla="*/ 5911389 w 7467600"/>
              <a:gd name="connsiteY521" fmla="*/ 1898371 h 6858000"/>
              <a:gd name="connsiteX522" fmla="*/ 6944437 w 7467600"/>
              <a:gd name="connsiteY522" fmla="*/ 1575402 h 6858000"/>
              <a:gd name="connsiteX523" fmla="*/ 6304730 w 7467600"/>
              <a:gd name="connsiteY523" fmla="*/ 1766654 h 6858000"/>
              <a:gd name="connsiteX524" fmla="*/ 6944437 w 7467600"/>
              <a:gd name="connsiteY524" fmla="*/ 1575402 h 6858000"/>
              <a:gd name="connsiteX525" fmla="*/ 7019523 w 7467600"/>
              <a:gd name="connsiteY525" fmla="*/ 1519450 h 6858000"/>
              <a:gd name="connsiteX526" fmla="*/ 6298091 w 7467600"/>
              <a:gd name="connsiteY526" fmla="*/ 1737122 h 6858000"/>
              <a:gd name="connsiteX527" fmla="*/ 7019523 w 7467600"/>
              <a:gd name="connsiteY527" fmla="*/ 1519450 h 6858000"/>
              <a:gd name="connsiteX528" fmla="*/ 2399523 w 7467600"/>
              <a:gd name="connsiteY528" fmla="*/ 1428234 h 6858000"/>
              <a:gd name="connsiteX529" fmla="*/ 2224982 w 7467600"/>
              <a:gd name="connsiteY529" fmla="*/ 1826201 h 6858000"/>
              <a:gd name="connsiteX530" fmla="*/ 2096099 w 7467600"/>
              <a:gd name="connsiteY530" fmla="*/ 2345900 h 6858000"/>
              <a:gd name="connsiteX531" fmla="*/ 2283317 w 7467600"/>
              <a:gd name="connsiteY531" fmla="*/ 1796925 h 6858000"/>
              <a:gd name="connsiteX532" fmla="*/ 2399523 w 7467600"/>
              <a:gd name="connsiteY532" fmla="*/ 1428234 h 6858000"/>
              <a:gd name="connsiteX533" fmla="*/ 2448558 w 7467600"/>
              <a:gd name="connsiteY533" fmla="*/ 1373435 h 6858000"/>
              <a:gd name="connsiteX534" fmla="*/ 2312521 w 7467600"/>
              <a:gd name="connsiteY534" fmla="*/ 1806140 h 6858000"/>
              <a:gd name="connsiteX535" fmla="*/ 2127533 w 7467600"/>
              <a:gd name="connsiteY535" fmla="*/ 2348380 h 6858000"/>
              <a:gd name="connsiteX536" fmla="*/ 2358080 w 7467600"/>
              <a:gd name="connsiteY536" fmla="*/ 1866134 h 6858000"/>
              <a:gd name="connsiteX537" fmla="*/ 2407436 w 7467600"/>
              <a:gd name="connsiteY537" fmla="*/ 1651070 h 6858000"/>
              <a:gd name="connsiteX538" fmla="*/ 2448558 w 7467600"/>
              <a:gd name="connsiteY538" fmla="*/ 1373435 h 6858000"/>
              <a:gd name="connsiteX539" fmla="*/ 278707 w 7467600"/>
              <a:gd name="connsiteY539" fmla="*/ 1352270 h 6858000"/>
              <a:gd name="connsiteX540" fmla="*/ 321570 w 7467600"/>
              <a:gd name="connsiteY540" fmla="*/ 1861610 h 6858000"/>
              <a:gd name="connsiteX541" fmla="*/ 294281 w 7467600"/>
              <a:gd name="connsiteY541" fmla="*/ 1440658 h 6858000"/>
              <a:gd name="connsiteX542" fmla="*/ 278707 w 7467600"/>
              <a:gd name="connsiteY542" fmla="*/ 1352270 h 6858000"/>
              <a:gd name="connsiteX543" fmla="*/ 1423821 w 7467600"/>
              <a:gd name="connsiteY543" fmla="*/ 1351958 h 6858000"/>
              <a:gd name="connsiteX544" fmla="*/ 1638521 w 7467600"/>
              <a:gd name="connsiteY544" fmla="*/ 1908470 h 6858000"/>
              <a:gd name="connsiteX545" fmla="*/ 1754199 w 7467600"/>
              <a:gd name="connsiteY545" fmla="*/ 2149284 h 6858000"/>
              <a:gd name="connsiteX546" fmla="*/ 1908359 w 7467600"/>
              <a:gd name="connsiteY546" fmla="*/ 2364988 h 6858000"/>
              <a:gd name="connsiteX547" fmla="*/ 1647661 w 7467600"/>
              <a:gd name="connsiteY547" fmla="*/ 1825945 h 6858000"/>
              <a:gd name="connsiteX548" fmla="*/ 1423821 w 7467600"/>
              <a:gd name="connsiteY548" fmla="*/ 1351958 h 6858000"/>
              <a:gd name="connsiteX549" fmla="*/ 1431890 w 7467600"/>
              <a:gd name="connsiteY549" fmla="*/ 1306475 h 6858000"/>
              <a:gd name="connsiteX550" fmla="*/ 1507597 w 7467600"/>
              <a:gd name="connsiteY550" fmla="*/ 1446132 h 6858000"/>
              <a:gd name="connsiteX551" fmla="*/ 1674586 w 7467600"/>
              <a:gd name="connsiteY551" fmla="*/ 1813832 h 6858000"/>
              <a:gd name="connsiteX552" fmla="*/ 1815950 w 7467600"/>
              <a:gd name="connsiteY552" fmla="*/ 2128564 h 6858000"/>
              <a:gd name="connsiteX553" fmla="*/ 1984242 w 7467600"/>
              <a:gd name="connsiteY553" fmla="*/ 2430829 h 6858000"/>
              <a:gd name="connsiteX554" fmla="*/ 2014023 w 7467600"/>
              <a:gd name="connsiteY554" fmla="*/ 2450995 h 6858000"/>
              <a:gd name="connsiteX555" fmla="*/ 1747337 w 7467600"/>
              <a:gd name="connsiteY555" fmla="*/ 1855264 h 6858000"/>
              <a:gd name="connsiteX556" fmla="*/ 1533749 w 7467600"/>
              <a:gd name="connsiteY556" fmla="*/ 1478656 h 6858000"/>
              <a:gd name="connsiteX557" fmla="*/ 1431890 w 7467600"/>
              <a:gd name="connsiteY557" fmla="*/ 1306475 h 6858000"/>
              <a:gd name="connsiteX558" fmla="*/ 5052692 w 7467600"/>
              <a:gd name="connsiteY558" fmla="*/ 1292994 h 6858000"/>
              <a:gd name="connsiteX559" fmla="*/ 5200661 w 7467600"/>
              <a:gd name="connsiteY559" fmla="*/ 1635186 h 6858000"/>
              <a:gd name="connsiteX560" fmla="*/ 5297138 w 7467600"/>
              <a:gd name="connsiteY560" fmla="*/ 1906351 h 6858000"/>
              <a:gd name="connsiteX561" fmla="*/ 5052692 w 7467600"/>
              <a:gd name="connsiteY561" fmla="*/ 1292994 h 6858000"/>
              <a:gd name="connsiteX562" fmla="*/ 5009948 w 7467600"/>
              <a:gd name="connsiteY562" fmla="*/ 1273619 h 6858000"/>
              <a:gd name="connsiteX563" fmla="*/ 5121777 w 7467600"/>
              <a:gd name="connsiteY563" fmla="*/ 1654213 h 6858000"/>
              <a:gd name="connsiteX564" fmla="*/ 5293545 w 7467600"/>
              <a:gd name="connsiteY564" fmla="*/ 2072247 h 6858000"/>
              <a:gd name="connsiteX565" fmla="*/ 5294042 w 7467600"/>
              <a:gd name="connsiteY565" fmla="*/ 2065019 h 6858000"/>
              <a:gd name="connsiteX566" fmla="*/ 5171936 w 7467600"/>
              <a:gd name="connsiteY566" fmla="*/ 1647613 h 6858000"/>
              <a:gd name="connsiteX567" fmla="*/ 5009948 w 7467600"/>
              <a:gd name="connsiteY567" fmla="*/ 1273619 h 6858000"/>
              <a:gd name="connsiteX568" fmla="*/ 655236 w 7467600"/>
              <a:gd name="connsiteY568" fmla="*/ 1268632 h 6858000"/>
              <a:gd name="connsiteX569" fmla="*/ 839521 w 7467600"/>
              <a:gd name="connsiteY569" fmla="*/ 1685315 h 6858000"/>
              <a:gd name="connsiteX570" fmla="*/ 1109416 w 7467600"/>
              <a:gd name="connsiteY570" fmla="*/ 2061663 h 6858000"/>
              <a:gd name="connsiteX571" fmla="*/ 1298300 w 7467600"/>
              <a:gd name="connsiteY571" fmla="*/ 2247742 h 6858000"/>
              <a:gd name="connsiteX572" fmla="*/ 1125871 w 7467600"/>
              <a:gd name="connsiteY572" fmla="*/ 1989513 h 6858000"/>
              <a:gd name="connsiteX573" fmla="*/ 981574 w 7467600"/>
              <a:gd name="connsiteY573" fmla="*/ 1783157 h 6858000"/>
              <a:gd name="connsiteX574" fmla="*/ 922198 w 7467600"/>
              <a:gd name="connsiteY574" fmla="*/ 1677437 h 6858000"/>
              <a:gd name="connsiteX575" fmla="*/ 869293 w 7467600"/>
              <a:gd name="connsiteY575" fmla="*/ 1583214 h 6858000"/>
              <a:gd name="connsiteX576" fmla="*/ 751431 w 7467600"/>
              <a:gd name="connsiteY576" fmla="*/ 1405731 h 6858000"/>
              <a:gd name="connsiteX577" fmla="*/ 655236 w 7467600"/>
              <a:gd name="connsiteY577" fmla="*/ 1268632 h 6858000"/>
              <a:gd name="connsiteX578" fmla="*/ 6516292 w 7467600"/>
              <a:gd name="connsiteY578" fmla="*/ 1263064 h 6858000"/>
              <a:gd name="connsiteX579" fmla="*/ 5736320 w 7467600"/>
              <a:gd name="connsiteY579" fmla="*/ 1501803 h 6858000"/>
              <a:gd name="connsiteX580" fmla="*/ 6516292 w 7467600"/>
              <a:gd name="connsiteY580" fmla="*/ 1263064 h 6858000"/>
              <a:gd name="connsiteX581" fmla="*/ 291466 w 7467600"/>
              <a:gd name="connsiteY581" fmla="*/ 1250369 h 6858000"/>
              <a:gd name="connsiteX582" fmla="*/ 323180 w 7467600"/>
              <a:gd name="connsiteY582" fmla="*/ 1435283 h 6858000"/>
              <a:gd name="connsiteX583" fmla="*/ 349381 w 7467600"/>
              <a:gd name="connsiteY583" fmla="*/ 1875041 h 6858000"/>
              <a:gd name="connsiteX584" fmla="*/ 374363 w 7467600"/>
              <a:gd name="connsiteY584" fmla="*/ 1506494 h 6858000"/>
              <a:gd name="connsiteX585" fmla="*/ 302168 w 7467600"/>
              <a:gd name="connsiteY585" fmla="*/ 1274495 h 6858000"/>
              <a:gd name="connsiteX586" fmla="*/ 291466 w 7467600"/>
              <a:gd name="connsiteY586" fmla="*/ 1250369 h 6858000"/>
              <a:gd name="connsiteX587" fmla="*/ 678222 w 7467600"/>
              <a:gd name="connsiteY587" fmla="*/ 1248670 h 6858000"/>
              <a:gd name="connsiteX588" fmla="*/ 775536 w 7467600"/>
              <a:gd name="connsiteY588" fmla="*/ 1388015 h 6858000"/>
              <a:gd name="connsiteX589" fmla="*/ 894529 w 7467600"/>
              <a:gd name="connsiteY589" fmla="*/ 1567739 h 6858000"/>
              <a:gd name="connsiteX590" fmla="*/ 948000 w 7467600"/>
              <a:gd name="connsiteY590" fmla="*/ 1663088 h 6858000"/>
              <a:gd name="connsiteX591" fmla="*/ 1006812 w 7467600"/>
              <a:gd name="connsiteY591" fmla="*/ 1767683 h 6858000"/>
              <a:gd name="connsiteX592" fmla="*/ 1149133 w 7467600"/>
              <a:gd name="connsiteY592" fmla="*/ 1971513 h 6858000"/>
              <a:gd name="connsiteX593" fmla="*/ 1333952 w 7467600"/>
              <a:gd name="connsiteY593" fmla="*/ 2251620 h 6858000"/>
              <a:gd name="connsiteX594" fmla="*/ 1337329 w 7467600"/>
              <a:gd name="connsiteY594" fmla="*/ 2258350 h 6858000"/>
              <a:gd name="connsiteX595" fmla="*/ 1014726 w 7467600"/>
              <a:gd name="connsiteY595" fmla="*/ 1615556 h 6858000"/>
              <a:gd name="connsiteX596" fmla="*/ 678222 w 7467600"/>
              <a:gd name="connsiteY596" fmla="*/ 1248670 h 6858000"/>
              <a:gd name="connsiteX597" fmla="*/ 6691602 w 7467600"/>
              <a:gd name="connsiteY597" fmla="*/ 1140573 h 6858000"/>
              <a:gd name="connsiteX598" fmla="*/ 6571100 w 7467600"/>
              <a:gd name="connsiteY598" fmla="*/ 1183662 h 6858000"/>
              <a:gd name="connsiteX599" fmla="*/ 6241687 w 7467600"/>
              <a:gd name="connsiteY599" fmla="*/ 1257600 h 6858000"/>
              <a:gd name="connsiteX600" fmla="*/ 5693009 w 7467600"/>
              <a:gd name="connsiteY600" fmla="*/ 1478256 h 6858000"/>
              <a:gd name="connsiteX601" fmla="*/ 6548420 w 7467600"/>
              <a:gd name="connsiteY601" fmla="*/ 1214599 h 6858000"/>
              <a:gd name="connsiteX602" fmla="*/ 6605473 w 7467600"/>
              <a:gd name="connsiteY602" fmla="*/ 1184686 h 6858000"/>
              <a:gd name="connsiteX603" fmla="*/ 6691602 w 7467600"/>
              <a:gd name="connsiteY603" fmla="*/ 1140573 h 6858000"/>
              <a:gd name="connsiteX604" fmla="*/ 4002475 w 7467600"/>
              <a:gd name="connsiteY604" fmla="*/ 1037802 h 6858000"/>
              <a:gd name="connsiteX605" fmla="*/ 4000324 w 7467600"/>
              <a:gd name="connsiteY605" fmla="*/ 1039362 h 6858000"/>
              <a:gd name="connsiteX606" fmla="*/ 4002862 w 7467600"/>
              <a:gd name="connsiteY606" fmla="*/ 1042866 h 6858000"/>
              <a:gd name="connsiteX607" fmla="*/ 4002475 w 7467600"/>
              <a:gd name="connsiteY607" fmla="*/ 1037802 h 6858000"/>
              <a:gd name="connsiteX608" fmla="*/ 506322 w 7467600"/>
              <a:gd name="connsiteY608" fmla="*/ 1020997 h 6858000"/>
              <a:gd name="connsiteX609" fmla="*/ 533068 w 7467600"/>
              <a:gd name="connsiteY609" fmla="*/ 1029409 h 6858000"/>
              <a:gd name="connsiteX610" fmla="*/ 1232525 w 7467600"/>
              <a:gd name="connsiteY610" fmla="*/ 1804675 h 6858000"/>
              <a:gd name="connsiteX611" fmla="*/ 1388858 w 7467600"/>
              <a:gd name="connsiteY611" fmla="*/ 2368011 h 6858000"/>
              <a:gd name="connsiteX612" fmla="*/ 1384098 w 7467600"/>
              <a:gd name="connsiteY612" fmla="*/ 2378125 h 6858000"/>
              <a:gd name="connsiteX613" fmla="*/ 1425393 w 7467600"/>
              <a:gd name="connsiteY613" fmla="*/ 2589124 h 6858000"/>
              <a:gd name="connsiteX614" fmla="*/ 1424001 w 7467600"/>
              <a:gd name="connsiteY614" fmla="*/ 2597541 h 6858000"/>
              <a:gd name="connsiteX615" fmla="*/ 2152729 w 7467600"/>
              <a:gd name="connsiteY615" fmla="*/ 2864487 h 6858000"/>
              <a:gd name="connsiteX616" fmla="*/ 2020609 w 7467600"/>
              <a:gd name="connsiteY616" fmla="*/ 2539671 h 6858000"/>
              <a:gd name="connsiteX617" fmla="*/ 2018920 w 7467600"/>
              <a:gd name="connsiteY617" fmla="*/ 2536309 h 6858000"/>
              <a:gd name="connsiteX618" fmla="*/ 1342441 w 7467600"/>
              <a:gd name="connsiteY618" fmla="*/ 1173017 h 6858000"/>
              <a:gd name="connsiteX619" fmla="*/ 1367925 w 7467600"/>
              <a:gd name="connsiteY619" fmla="*/ 1135648 h 6858000"/>
              <a:gd name="connsiteX620" fmla="*/ 1771401 w 7467600"/>
              <a:gd name="connsiteY620" fmla="*/ 1806673 h 6858000"/>
              <a:gd name="connsiteX621" fmla="*/ 1972385 w 7467600"/>
              <a:gd name="connsiteY621" fmla="*/ 2198735 h 6858000"/>
              <a:gd name="connsiteX622" fmla="*/ 2040892 w 7467600"/>
              <a:gd name="connsiteY622" fmla="*/ 2405205 h 6858000"/>
              <a:gd name="connsiteX623" fmla="*/ 2131689 w 7467600"/>
              <a:gd name="connsiteY623" fmla="*/ 1936926 h 6858000"/>
              <a:gd name="connsiteX624" fmla="*/ 2454820 w 7467600"/>
              <a:gd name="connsiteY624" fmla="*/ 1248808 h 6858000"/>
              <a:gd name="connsiteX625" fmla="*/ 2492512 w 7467600"/>
              <a:gd name="connsiteY625" fmla="*/ 1302920 h 6858000"/>
              <a:gd name="connsiteX626" fmla="*/ 2081216 w 7467600"/>
              <a:gd name="connsiteY626" fmla="*/ 2527513 h 6858000"/>
              <a:gd name="connsiteX627" fmla="*/ 2081211 w 7467600"/>
              <a:gd name="connsiteY627" fmla="*/ 2528916 h 6858000"/>
              <a:gd name="connsiteX628" fmla="*/ 2199067 w 7467600"/>
              <a:gd name="connsiteY628" fmla="*/ 2884061 h 6858000"/>
              <a:gd name="connsiteX629" fmla="*/ 3192586 w 7467600"/>
              <a:gd name="connsiteY629" fmla="*/ 3411496 h 6858000"/>
              <a:gd name="connsiteX630" fmla="*/ 3182620 w 7467600"/>
              <a:gd name="connsiteY630" fmla="*/ 3483279 h 6858000"/>
              <a:gd name="connsiteX631" fmla="*/ 2435119 w 7467600"/>
              <a:gd name="connsiteY631" fmla="*/ 3080173 h 6858000"/>
              <a:gd name="connsiteX632" fmla="*/ 2410152 w 7467600"/>
              <a:gd name="connsiteY632" fmla="*/ 3063751 h 6858000"/>
              <a:gd name="connsiteX633" fmla="*/ 2408099 w 7467600"/>
              <a:gd name="connsiteY633" fmla="*/ 3064403 h 6858000"/>
              <a:gd name="connsiteX634" fmla="*/ 2407218 w 7467600"/>
              <a:gd name="connsiteY634" fmla="*/ 3070324 h 6858000"/>
              <a:gd name="connsiteX635" fmla="*/ 2380138 w 7467600"/>
              <a:gd name="connsiteY635" fmla="*/ 3099341 h 6858000"/>
              <a:gd name="connsiteX636" fmla="*/ 1765923 w 7467600"/>
              <a:gd name="connsiteY636" fmla="*/ 3581043 h 6858000"/>
              <a:gd name="connsiteX637" fmla="*/ 1702258 w 7467600"/>
              <a:gd name="connsiteY637" fmla="*/ 3612286 h 6858000"/>
              <a:gd name="connsiteX638" fmla="*/ 1538370 w 7467600"/>
              <a:gd name="connsiteY638" fmla="*/ 3811804 h 6858000"/>
              <a:gd name="connsiteX639" fmla="*/ 542867 w 7467600"/>
              <a:gd name="connsiteY639" fmla="*/ 4944092 h 6858000"/>
              <a:gd name="connsiteX640" fmla="*/ 515800 w 7467600"/>
              <a:gd name="connsiteY640" fmla="*/ 4862180 h 6858000"/>
              <a:gd name="connsiteX641" fmla="*/ 909145 w 7467600"/>
              <a:gd name="connsiteY641" fmla="*/ 4199225 h 6858000"/>
              <a:gd name="connsiteX642" fmla="*/ 1214067 w 7467600"/>
              <a:gd name="connsiteY642" fmla="*/ 3908561 h 6858000"/>
              <a:gd name="connsiteX643" fmla="*/ 640967 w 7467600"/>
              <a:gd name="connsiteY643" fmla="*/ 4105601 h 6858000"/>
              <a:gd name="connsiteX644" fmla="*/ 112563 w 7467600"/>
              <a:gd name="connsiteY644" fmla="*/ 4396952 h 6858000"/>
              <a:gd name="connsiteX645" fmla="*/ 0 w 7467600"/>
              <a:gd name="connsiteY645" fmla="*/ 4466006 h 6858000"/>
              <a:gd name="connsiteX646" fmla="*/ 0 w 7467600"/>
              <a:gd name="connsiteY646" fmla="*/ 4233763 h 6858000"/>
              <a:gd name="connsiteX647" fmla="*/ 36881 w 7467600"/>
              <a:gd name="connsiteY647" fmla="*/ 4200118 h 6858000"/>
              <a:gd name="connsiteX648" fmla="*/ 910534 w 7467600"/>
              <a:gd name="connsiteY648" fmla="*/ 3629753 h 6858000"/>
              <a:gd name="connsiteX649" fmla="*/ 1578717 w 7467600"/>
              <a:gd name="connsiteY649" fmla="*/ 3575982 h 6858000"/>
              <a:gd name="connsiteX650" fmla="*/ 2338780 w 7467600"/>
              <a:gd name="connsiteY650" fmla="*/ 3033725 h 6858000"/>
              <a:gd name="connsiteX651" fmla="*/ 1807991 w 7467600"/>
              <a:gd name="connsiteY651" fmla="*/ 2807184 h 6858000"/>
              <a:gd name="connsiteX652" fmla="*/ 1416358 w 7467600"/>
              <a:gd name="connsiteY652" fmla="*/ 3112571 h 6858000"/>
              <a:gd name="connsiteX653" fmla="*/ 939066 w 7467600"/>
              <a:gd name="connsiteY653" fmla="*/ 3378798 h 6858000"/>
              <a:gd name="connsiteX654" fmla="*/ 115099 w 7467600"/>
              <a:gd name="connsiteY654" fmla="*/ 3607650 h 6858000"/>
              <a:gd name="connsiteX655" fmla="*/ 97284 w 7467600"/>
              <a:gd name="connsiteY655" fmla="*/ 3520393 h 6858000"/>
              <a:gd name="connsiteX656" fmla="*/ 922050 w 7467600"/>
              <a:gd name="connsiteY656" fmla="*/ 3074867 h 6858000"/>
              <a:gd name="connsiteX657" fmla="*/ 1405265 w 7467600"/>
              <a:gd name="connsiteY657" fmla="*/ 3016319 h 6858000"/>
              <a:gd name="connsiteX658" fmla="*/ 1407512 w 7467600"/>
              <a:gd name="connsiteY658" fmla="*/ 3018001 h 6858000"/>
              <a:gd name="connsiteX659" fmla="*/ 1726266 w 7467600"/>
              <a:gd name="connsiteY659" fmla="*/ 2777274 h 6858000"/>
              <a:gd name="connsiteX660" fmla="*/ 625390 w 7467600"/>
              <a:gd name="connsiteY660" fmla="*/ 2514541 h 6858000"/>
              <a:gd name="connsiteX661" fmla="*/ 619799 w 7467600"/>
              <a:gd name="connsiteY661" fmla="*/ 2527180 h 6858000"/>
              <a:gd name="connsiteX662" fmla="*/ 310030 w 7467600"/>
              <a:gd name="connsiteY662" fmla="*/ 2771818 h 6858000"/>
              <a:gd name="connsiteX663" fmla="*/ 173877 w 7467600"/>
              <a:gd name="connsiteY663" fmla="*/ 2937056 h 6858000"/>
              <a:gd name="connsiteX664" fmla="*/ 77889 w 7467600"/>
              <a:gd name="connsiteY664" fmla="*/ 3138440 h 6858000"/>
              <a:gd name="connsiteX665" fmla="*/ 0 w 7467600"/>
              <a:gd name="connsiteY665" fmla="*/ 3271395 h 6858000"/>
              <a:gd name="connsiteX666" fmla="*/ 0 w 7467600"/>
              <a:gd name="connsiteY666" fmla="*/ 3153002 h 6858000"/>
              <a:gd name="connsiteX667" fmla="*/ 2386 w 7467600"/>
              <a:gd name="connsiteY667" fmla="*/ 3149203 h 6858000"/>
              <a:gd name="connsiteX668" fmla="*/ 89753 w 7467600"/>
              <a:gd name="connsiteY668" fmla="*/ 2987702 h 6858000"/>
              <a:gd name="connsiteX669" fmla="*/ 76869 w 7467600"/>
              <a:gd name="connsiteY669" fmla="*/ 3005404 h 6858000"/>
              <a:gd name="connsiteX670" fmla="*/ 32049 w 7467600"/>
              <a:gd name="connsiteY670" fmla="*/ 3065814 h 6858000"/>
              <a:gd name="connsiteX671" fmla="*/ 0 w 7467600"/>
              <a:gd name="connsiteY671" fmla="*/ 3108744 h 6858000"/>
              <a:gd name="connsiteX672" fmla="*/ 0 w 7467600"/>
              <a:gd name="connsiteY672" fmla="*/ 3058059 h 6858000"/>
              <a:gd name="connsiteX673" fmla="*/ 7610 w 7467600"/>
              <a:gd name="connsiteY673" fmla="*/ 3047889 h 6858000"/>
              <a:gd name="connsiteX674" fmla="*/ 52419 w 7467600"/>
              <a:gd name="connsiteY674" fmla="*/ 2987479 h 6858000"/>
              <a:gd name="connsiteX675" fmla="*/ 59142 w 7467600"/>
              <a:gd name="connsiteY675" fmla="*/ 2978488 h 6858000"/>
              <a:gd name="connsiteX676" fmla="*/ 0 w 7467600"/>
              <a:gd name="connsiteY676" fmla="*/ 3015334 h 6858000"/>
              <a:gd name="connsiteX677" fmla="*/ 0 w 7467600"/>
              <a:gd name="connsiteY677" fmla="*/ 2914286 h 6858000"/>
              <a:gd name="connsiteX678" fmla="*/ 36383 w 7467600"/>
              <a:gd name="connsiteY678" fmla="*/ 2901128 h 6858000"/>
              <a:gd name="connsiteX679" fmla="*/ 156329 w 7467600"/>
              <a:gd name="connsiteY679" fmla="*/ 2840533 h 6858000"/>
              <a:gd name="connsiteX680" fmla="*/ 358355 w 7467600"/>
              <a:gd name="connsiteY680" fmla="*/ 2620471 h 6858000"/>
              <a:gd name="connsiteX681" fmla="*/ 510577 w 7467600"/>
              <a:gd name="connsiteY681" fmla="*/ 2501244 h 6858000"/>
              <a:gd name="connsiteX682" fmla="*/ 211967 w 7467600"/>
              <a:gd name="connsiteY682" fmla="*/ 2479171 h 6858000"/>
              <a:gd name="connsiteX683" fmla="*/ 0 w 7467600"/>
              <a:gd name="connsiteY683" fmla="*/ 2476398 h 6858000"/>
              <a:gd name="connsiteX684" fmla="*/ 0 w 7467600"/>
              <a:gd name="connsiteY684" fmla="*/ 2389189 h 6858000"/>
              <a:gd name="connsiteX685" fmla="*/ 103062 w 7467600"/>
              <a:gd name="connsiteY685" fmla="*/ 2389518 h 6858000"/>
              <a:gd name="connsiteX686" fmla="*/ 510734 w 7467600"/>
              <a:gd name="connsiteY686" fmla="*/ 2416201 h 6858000"/>
              <a:gd name="connsiteX687" fmla="*/ 279257 w 7467600"/>
              <a:gd name="connsiteY687" fmla="*/ 2092102 h 6858000"/>
              <a:gd name="connsiteX688" fmla="*/ 65265 w 7467600"/>
              <a:gd name="connsiteY688" fmla="*/ 2006049 h 6858000"/>
              <a:gd name="connsiteX689" fmla="*/ 0 w 7467600"/>
              <a:gd name="connsiteY689" fmla="*/ 1982532 h 6858000"/>
              <a:gd name="connsiteX690" fmla="*/ 0 w 7467600"/>
              <a:gd name="connsiteY690" fmla="*/ 1912789 h 6858000"/>
              <a:gd name="connsiteX691" fmla="*/ 97460 w 7467600"/>
              <a:gd name="connsiteY691" fmla="*/ 1953725 h 6858000"/>
              <a:gd name="connsiteX692" fmla="*/ 221272 w 7467600"/>
              <a:gd name="connsiteY692" fmla="*/ 1980766 h 6858000"/>
              <a:gd name="connsiteX693" fmla="*/ 116765 w 7467600"/>
              <a:gd name="connsiteY693" fmla="*/ 1911033 h 6858000"/>
              <a:gd name="connsiteX694" fmla="*/ 16405 w 7467600"/>
              <a:gd name="connsiteY694" fmla="*/ 1803412 h 6858000"/>
              <a:gd name="connsiteX695" fmla="*/ 0 w 7467600"/>
              <a:gd name="connsiteY695" fmla="*/ 1784777 h 6858000"/>
              <a:gd name="connsiteX696" fmla="*/ 0 w 7467600"/>
              <a:gd name="connsiteY696" fmla="*/ 1740082 h 6858000"/>
              <a:gd name="connsiteX697" fmla="*/ 39394 w 7467600"/>
              <a:gd name="connsiteY697" fmla="*/ 1784856 h 6858000"/>
              <a:gd name="connsiteX698" fmla="*/ 135813 w 7467600"/>
              <a:gd name="connsiteY698" fmla="*/ 1888838 h 6858000"/>
              <a:gd name="connsiteX699" fmla="*/ 242575 w 7467600"/>
              <a:gd name="connsiteY699" fmla="*/ 1958841 h 6858000"/>
              <a:gd name="connsiteX700" fmla="*/ 82197 w 7467600"/>
              <a:gd name="connsiteY700" fmla="*/ 1754826 h 6858000"/>
              <a:gd name="connsiteX701" fmla="*/ 0 w 7467600"/>
              <a:gd name="connsiteY701" fmla="*/ 1679650 h 6858000"/>
              <a:gd name="connsiteX702" fmla="*/ 0 w 7467600"/>
              <a:gd name="connsiteY702" fmla="*/ 1602463 h 6858000"/>
              <a:gd name="connsiteX703" fmla="*/ 84689 w 7467600"/>
              <a:gd name="connsiteY703" fmla="*/ 1677442 h 6858000"/>
              <a:gd name="connsiteX704" fmla="*/ 298437 w 7467600"/>
              <a:gd name="connsiteY704" fmla="*/ 1968019 h 6858000"/>
              <a:gd name="connsiteX705" fmla="*/ 227269 w 7467600"/>
              <a:gd name="connsiteY705" fmla="*/ 1114064 h 6858000"/>
              <a:gd name="connsiteX706" fmla="*/ 248003 w 7467600"/>
              <a:gd name="connsiteY706" fmla="*/ 1089613 h 6858000"/>
              <a:gd name="connsiteX707" fmla="*/ 427020 w 7467600"/>
              <a:gd name="connsiteY707" fmla="*/ 1619803 h 6858000"/>
              <a:gd name="connsiteX708" fmla="*/ 340345 w 7467600"/>
              <a:gd name="connsiteY708" fmla="*/ 2027739 h 6858000"/>
              <a:gd name="connsiteX709" fmla="*/ 360865 w 7467600"/>
              <a:gd name="connsiteY709" fmla="*/ 2044827 h 6858000"/>
              <a:gd name="connsiteX710" fmla="*/ 560414 w 7467600"/>
              <a:gd name="connsiteY710" fmla="*/ 2421457 h 6858000"/>
              <a:gd name="connsiteX711" fmla="*/ 1359703 w 7467600"/>
              <a:gd name="connsiteY711" fmla="*/ 2578554 h 6858000"/>
              <a:gd name="connsiteX712" fmla="*/ 1359422 w 7467600"/>
              <a:gd name="connsiteY712" fmla="*/ 2577994 h 6858000"/>
              <a:gd name="connsiteX713" fmla="*/ 828701 w 7467600"/>
              <a:gd name="connsiteY713" fmla="*/ 1839520 h 6858000"/>
              <a:gd name="connsiteX714" fmla="*/ 494427 w 7467600"/>
              <a:gd name="connsiteY714" fmla="*/ 1092333 h 6858000"/>
              <a:gd name="connsiteX715" fmla="*/ 506322 w 7467600"/>
              <a:gd name="connsiteY715" fmla="*/ 1020997 h 6858000"/>
              <a:gd name="connsiteX716" fmla="*/ 4570198 w 7467600"/>
              <a:gd name="connsiteY716" fmla="*/ 978081 h 6858000"/>
              <a:gd name="connsiteX717" fmla="*/ 4523691 w 7467600"/>
              <a:gd name="connsiteY717" fmla="*/ 1127776 h 6858000"/>
              <a:gd name="connsiteX718" fmla="*/ 4509875 w 7467600"/>
              <a:gd name="connsiteY718" fmla="*/ 1167552 h 6858000"/>
              <a:gd name="connsiteX719" fmla="*/ 4478168 w 7467600"/>
              <a:gd name="connsiteY719" fmla="*/ 1260735 h 6858000"/>
              <a:gd name="connsiteX720" fmla="*/ 4409309 w 7467600"/>
              <a:gd name="connsiteY720" fmla="*/ 1666996 h 6858000"/>
              <a:gd name="connsiteX721" fmla="*/ 4370031 w 7467600"/>
              <a:gd name="connsiteY721" fmla="*/ 1955666 h 6858000"/>
              <a:gd name="connsiteX722" fmla="*/ 4570198 w 7467600"/>
              <a:gd name="connsiteY722" fmla="*/ 978081 h 6858000"/>
              <a:gd name="connsiteX723" fmla="*/ 4557898 w 7467600"/>
              <a:gd name="connsiteY723" fmla="*/ 900011 h 6858000"/>
              <a:gd name="connsiteX724" fmla="*/ 4344840 w 7467600"/>
              <a:gd name="connsiteY724" fmla="*/ 1922038 h 6858000"/>
              <a:gd name="connsiteX725" fmla="*/ 4378710 w 7467600"/>
              <a:gd name="connsiteY725" fmla="*/ 1665516 h 6858000"/>
              <a:gd name="connsiteX726" fmla="*/ 4448798 w 7467600"/>
              <a:gd name="connsiteY726" fmla="*/ 1253024 h 6858000"/>
              <a:gd name="connsiteX727" fmla="*/ 4480315 w 7467600"/>
              <a:gd name="connsiteY727" fmla="*/ 1158454 h 6858000"/>
              <a:gd name="connsiteX728" fmla="*/ 4494133 w 7467600"/>
              <a:gd name="connsiteY728" fmla="*/ 1118676 h 6858000"/>
              <a:gd name="connsiteX729" fmla="*/ 4557898 w 7467600"/>
              <a:gd name="connsiteY729" fmla="*/ 900011 h 6858000"/>
              <a:gd name="connsiteX730" fmla="*/ 5870151 w 7467600"/>
              <a:gd name="connsiteY730" fmla="*/ 898890 h 6858000"/>
              <a:gd name="connsiteX731" fmla="*/ 5861335 w 7467600"/>
              <a:gd name="connsiteY731" fmla="*/ 899177 h 6858000"/>
              <a:gd name="connsiteX732" fmla="*/ 5843702 w 7467600"/>
              <a:gd name="connsiteY732" fmla="*/ 899748 h 6858000"/>
              <a:gd name="connsiteX733" fmla="*/ 5651107 w 7467600"/>
              <a:gd name="connsiteY733" fmla="*/ 920306 h 6858000"/>
              <a:gd name="connsiteX734" fmla="*/ 5459407 w 7467600"/>
              <a:gd name="connsiteY734" fmla="*/ 940975 h 6858000"/>
              <a:gd name="connsiteX735" fmla="*/ 5374846 w 7467600"/>
              <a:gd name="connsiteY735" fmla="*/ 941988 h 6858000"/>
              <a:gd name="connsiteX736" fmla="*/ 5256105 w 7467600"/>
              <a:gd name="connsiteY736" fmla="*/ 945632 h 6858000"/>
              <a:gd name="connsiteX737" fmla="*/ 5107071 w 7467600"/>
              <a:gd name="connsiteY737" fmla="*/ 969720 h 6858000"/>
              <a:gd name="connsiteX738" fmla="*/ 4998681 w 7467600"/>
              <a:gd name="connsiteY738" fmla="*/ 988771 h 6858000"/>
              <a:gd name="connsiteX739" fmla="*/ 5870151 w 7467600"/>
              <a:gd name="connsiteY739" fmla="*/ 898890 h 6858000"/>
              <a:gd name="connsiteX740" fmla="*/ 5504425 w 7467600"/>
              <a:gd name="connsiteY740" fmla="*/ 848067 h 6858000"/>
              <a:gd name="connsiteX741" fmla="*/ 4968849 w 7467600"/>
              <a:gd name="connsiteY741" fmla="*/ 962318 h 6858000"/>
              <a:gd name="connsiteX742" fmla="*/ 5104039 w 7467600"/>
              <a:gd name="connsiteY742" fmla="*/ 940634 h 6858000"/>
              <a:gd name="connsiteX743" fmla="*/ 5256311 w 7467600"/>
              <a:gd name="connsiteY743" fmla="*/ 916490 h 6858000"/>
              <a:gd name="connsiteX744" fmla="*/ 5377381 w 7467600"/>
              <a:gd name="connsiteY744" fmla="*/ 912671 h 6858000"/>
              <a:gd name="connsiteX745" fmla="*/ 5460148 w 7467600"/>
              <a:gd name="connsiteY745" fmla="*/ 911442 h 6858000"/>
              <a:gd name="connsiteX746" fmla="*/ 5648971 w 7467600"/>
              <a:gd name="connsiteY746" fmla="*/ 891331 h 6858000"/>
              <a:gd name="connsiteX747" fmla="*/ 5844807 w 7467600"/>
              <a:gd name="connsiteY747" fmla="*/ 870718 h 6858000"/>
              <a:gd name="connsiteX748" fmla="*/ 5862975 w 7467600"/>
              <a:gd name="connsiteY748" fmla="*/ 869756 h 6858000"/>
              <a:gd name="connsiteX749" fmla="*/ 5920887 w 7467600"/>
              <a:gd name="connsiteY749" fmla="*/ 865929 h 6858000"/>
              <a:gd name="connsiteX750" fmla="*/ 5504425 w 7467600"/>
              <a:gd name="connsiteY750" fmla="*/ 848067 h 6858000"/>
              <a:gd name="connsiteX751" fmla="*/ 3607114 w 7467600"/>
              <a:gd name="connsiteY751" fmla="*/ 467441 h 6858000"/>
              <a:gd name="connsiteX752" fmla="*/ 3296242 w 7467600"/>
              <a:gd name="connsiteY752" fmla="*/ 807991 h 6858000"/>
              <a:gd name="connsiteX753" fmla="*/ 3174674 w 7467600"/>
              <a:gd name="connsiteY753" fmla="*/ 919759 h 6858000"/>
              <a:gd name="connsiteX754" fmla="*/ 3042978 w 7467600"/>
              <a:gd name="connsiteY754" fmla="*/ 1054894 h 6858000"/>
              <a:gd name="connsiteX755" fmla="*/ 2968914 w 7467600"/>
              <a:gd name="connsiteY755" fmla="*/ 1133756 h 6858000"/>
              <a:gd name="connsiteX756" fmla="*/ 3103823 w 7467600"/>
              <a:gd name="connsiteY756" fmla="*/ 1026814 h 6858000"/>
              <a:gd name="connsiteX757" fmla="*/ 3607114 w 7467600"/>
              <a:gd name="connsiteY757" fmla="*/ 467441 h 6858000"/>
              <a:gd name="connsiteX758" fmla="*/ 3744487 w 7467600"/>
              <a:gd name="connsiteY758" fmla="*/ 383136 h 6858000"/>
              <a:gd name="connsiteX759" fmla="*/ 3970213 w 7467600"/>
              <a:gd name="connsiteY759" fmla="*/ 995559 h 6858000"/>
              <a:gd name="connsiteX760" fmla="*/ 3744487 w 7467600"/>
              <a:gd name="connsiteY760" fmla="*/ 383136 h 6858000"/>
              <a:gd name="connsiteX761" fmla="*/ 3624562 w 7467600"/>
              <a:gd name="connsiteY761" fmla="*/ 367041 h 6858000"/>
              <a:gd name="connsiteX762" fmla="*/ 3489712 w 7467600"/>
              <a:gd name="connsiteY762" fmla="*/ 485386 h 6858000"/>
              <a:gd name="connsiteX763" fmla="*/ 3182994 w 7467600"/>
              <a:gd name="connsiteY763" fmla="*/ 828265 h 6858000"/>
              <a:gd name="connsiteX764" fmla="*/ 2892114 w 7467600"/>
              <a:gd name="connsiteY764" fmla="*/ 1172635 h 6858000"/>
              <a:gd name="connsiteX765" fmla="*/ 3021459 w 7467600"/>
              <a:gd name="connsiteY765" fmla="*/ 1035385 h 6858000"/>
              <a:gd name="connsiteX766" fmla="*/ 3153873 w 7467600"/>
              <a:gd name="connsiteY766" fmla="*/ 898971 h 6858000"/>
              <a:gd name="connsiteX767" fmla="*/ 3276511 w 7467600"/>
              <a:gd name="connsiteY767" fmla="*/ 786423 h 6858000"/>
              <a:gd name="connsiteX768" fmla="*/ 3584154 w 7467600"/>
              <a:gd name="connsiteY768" fmla="*/ 448218 h 6858000"/>
              <a:gd name="connsiteX769" fmla="*/ 3624562 w 7467600"/>
              <a:gd name="connsiteY769" fmla="*/ 367041 h 6858000"/>
              <a:gd name="connsiteX770" fmla="*/ 3766672 w 7467600"/>
              <a:gd name="connsiteY770" fmla="*/ 359429 h 6858000"/>
              <a:gd name="connsiteX771" fmla="*/ 3996338 w 7467600"/>
              <a:gd name="connsiteY771" fmla="*/ 968237 h 6858000"/>
              <a:gd name="connsiteX772" fmla="*/ 3766672 w 7467600"/>
              <a:gd name="connsiteY772" fmla="*/ 359429 h 6858000"/>
              <a:gd name="connsiteX773" fmla="*/ 5805386 w 7467600"/>
              <a:gd name="connsiteY773" fmla="*/ 239240 h 6858000"/>
              <a:gd name="connsiteX774" fmla="*/ 5736947 w 7467600"/>
              <a:gd name="connsiteY774" fmla="*/ 261367 h 6858000"/>
              <a:gd name="connsiteX775" fmla="*/ 5427012 w 7467600"/>
              <a:gd name="connsiteY775" fmla="*/ 311272 h 6858000"/>
              <a:gd name="connsiteX776" fmla="*/ 5147818 w 7467600"/>
              <a:gd name="connsiteY776" fmla="*/ 322112 h 6858000"/>
              <a:gd name="connsiteX777" fmla="*/ 5060854 w 7467600"/>
              <a:gd name="connsiteY777" fmla="*/ 311882 h 6858000"/>
              <a:gd name="connsiteX778" fmla="*/ 4945989 w 7467600"/>
              <a:gd name="connsiteY778" fmla="*/ 300516 h 6858000"/>
              <a:gd name="connsiteX779" fmla="*/ 5410479 w 7467600"/>
              <a:gd name="connsiteY779" fmla="*/ 348434 h 6858000"/>
              <a:gd name="connsiteX780" fmla="*/ 5805386 w 7467600"/>
              <a:gd name="connsiteY780" fmla="*/ 239240 h 6858000"/>
              <a:gd name="connsiteX781" fmla="*/ 5905192 w 7467600"/>
              <a:gd name="connsiteY781" fmla="*/ 163079 h 6858000"/>
              <a:gd name="connsiteX782" fmla="*/ 5865655 w 7467600"/>
              <a:gd name="connsiteY782" fmla="*/ 171901 h 6858000"/>
              <a:gd name="connsiteX783" fmla="*/ 5259740 w 7467600"/>
              <a:gd name="connsiteY783" fmla="*/ 257013 h 6858000"/>
              <a:gd name="connsiteX784" fmla="*/ 5208466 w 7467600"/>
              <a:gd name="connsiteY784" fmla="*/ 257550 h 6858000"/>
              <a:gd name="connsiteX785" fmla="*/ 4980204 w 7467600"/>
              <a:gd name="connsiteY785" fmla="*/ 271903 h 6858000"/>
              <a:gd name="connsiteX786" fmla="*/ 5068068 w 7467600"/>
              <a:gd name="connsiteY786" fmla="*/ 282244 h 6858000"/>
              <a:gd name="connsiteX787" fmla="*/ 5153231 w 7467600"/>
              <a:gd name="connsiteY787" fmla="*/ 292240 h 6858000"/>
              <a:gd name="connsiteX788" fmla="*/ 5426491 w 7467600"/>
              <a:gd name="connsiteY788" fmla="*/ 281128 h 6858000"/>
              <a:gd name="connsiteX789" fmla="*/ 5731212 w 7467600"/>
              <a:gd name="connsiteY789" fmla="*/ 231951 h 6858000"/>
              <a:gd name="connsiteX790" fmla="*/ 5905192 w 7467600"/>
              <a:gd name="connsiteY790" fmla="*/ 163079 h 6858000"/>
              <a:gd name="connsiteX791" fmla="*/ 5944437 w 7467600"/>
              <a:gd name="connsiteY791" fmla="*/ 113829 h 6858000"/>
              <a:gd name="connsiteX792" fmla="*/ 5825032 w 7467600"/>
              <a:gd name="connsiteY792" fmla="*/ 146405 h 6858000"/>
              <a:gd name="connsiteX793" fmla="*/ 4955599 w 7467600"/>
              <a:gd name="connsiteY793" fmla="*/ 247008 h 6858000"/>
              <a:gd name="connsiteX794" fmla="*/ 5210104 w 7467600"/>
              <a:gd name="connsiteY794" fmla="*/ 228123 h 6858000"/>
              <a:gd name="connsiteX795" fmla="*/ 5261015 w 7467600"/>
              <a:gd name="connsiteY795" fmla="*/ 227087 h 6858000"/>
              <a:gd name="connsiteX796" fmla="*/ 5861181 w 7467600"/>
              <a:gd name="connsiteY796" fmla="*/ 143093 h 6858000"/>
              <a:gd name="connsiteX797" fmla="*/ 5961252 w 7467600"/>
              <a:gd name="connsiteY797" fmla="*/ 114820 h 6858000"/>
              <a:gd name="connsiteX798" fmla="*/ 5944437 w 7467600"/>
              <a:gd name="connsiteY798" fmla="*/ 113829 h 6858000"/>
              <a:gd name="connsiteX799" fmla="*/ 3882765 w 7467600"/>
              <a:gd name="connsiteY799" fmla="*/ 0 h 6858000"/>
              <a:gd name="connsiteX800" fmla="*/ 3995099 w 7467600"/>
              <a:gd name="connsiteY800" fmla="*/ 0 h 6858000"/>
              <a:gd name="connsiteX801" fmla="*/ 4163818 w 7467600"/>
              <a:gd name="connsiteY801" fmla="*/ 234104 h 6858000"/>
              <a:gd name="connsiteX802" fmla="*/ 4172099 w 7467600"/>
              <a:gd name="connsiteY802" fmla="*/ 234207 h 6858000"/>
              <a:gd name="connsiteX803" fmla="*/ 4784282 w 7467600"/>
              <a:gd name="connsiteY803" fmla="*/ 276561 h 6858000"/>
              <a:gd name="connsiteX804" fmla="*/ 4801687 w 7467600"/>
              <a:gd name="connsiteY804" fmla="*/ 267764 h 6858000"/>
              <a:gd name="connsiteX805" fmla="*/ 6082788 w 7467600"/>
              <a:gd name="connsiteY805" fmla="*/ 64119 h 6858000"/>
              <a:gd name="connsiteX806" fmla="*/ 6099442 w 7467600"/>
              <a:gd name="connsiteY806" fmla="*/ 82568 h 6858000"/>
              <a:gd name="connsiteX807" fmla="*/ 4804137 w 7467600"/>
              <a:gd name="connsiteY807" fmla="*/ 320931 h 6858000"/>
              <a:gd name="connsiteX808" fmla="*/ 4227047 w 7467600"/>
              <a:gd name="connsiteY808" fmla="*/ 313415 h 6858000"/>
              <a:gd name="connsiteX809" fmla="*/ 4346041 w 7467600"/>
              <a:gd name="connsiteY809" fmla="*/ 456086 h 6858000"/>
              <a:gd name="connsiteX810" fmla="*/ 4870967 w 7467600"/>
              <a:gd name="connsiteY810" fmla="*/ 963061 h 6858000"/>
              <a:gd name="connsiteX811" fmla="*/ 4889647 w 7467600"/>
              <a:gd name="connsiteY811" fmla="*/ 957147 h 6858000"/>
              <a:gd name="connsiteX812" fmla="*/ 5422504 w 7467600"/>
              <a:gd name="connsiteY812" fmla="*/ 805191 h 6858000"/>
              <a:gd name="connsiteX813" fmla="*/ 6087656 w 7467600"/>
              <a:gd name="connsiteY813" fmla="*/ 826703 h 6858000"/>
              <a:gd name="connsiteX814" fmla="*/ 6058717 w 7467600"/>
              <a:gd name="connsiteY814" fmla="*/ 865992 h 6858000"/>
              <a:gd name="connsiteX815" fmla="*/ 4974153 w 7467600"/>
              <a:gd name="connsiteY815" fmla="*/ 1045456 h 6858000"/>
              <a:gd name="connsiteX816" fmla="*/ 5627835 w 7467600"/>
              <a:gd name="connsiteY816" fmla="*/ 1472077 h 6858000"/>
              <a:gd name="connsiteX817" fmla="*/ 5629817 w 7467600"/>
              <a:gd name="connsiteY817" fmla="*/ 1471412 h 6858000"/>
              <a:gd name="connsiteX818" fmla="*/ 5634124 w 7467600"/>
              <a:gd name="connsiteY818" fmla="*/ 1470572 h 6858000"/>
              <a:gd name="connsiteX819" fmla="*/ 5755832 w 7467600"/>
              <a:gd name="connsiteY819" fmla="*/ 1383886 h 6858000"/>
              <a:gd name="connsiteX820" fmla="*/ 6014186 w 7467600"/>
              <a:gd name="connsiteY820" fmla="*/ 1279799 h 6858000"/>
              <a:gd name="connsiteX821" fmla="*/ 6901619 w 7467600"/>
              <a:gd name="connsiteY821" fmla="*/ 1047874 h 6858000"/>
              <a:gd name="connsiteX822" fmla="*/ 6931566 w 7467600"/>
              <a:gd name="connsiteY822" fmla="*/ 1062034 h 6858000"/>
              <a:gd name="connsiteX823" fmla="*/ 5790982 w 7467600"/>
              <a:gd name="connsiteY823" fmla="*/ 1561380 h 6858000"/>
              <a:gd name="connsiteX824" fmla="*/ 6188971 w 7467600"/>
              <a:gd name="connsiteY824" fmla="*/ 1755168 h 6858000"/>
              <a:gd name="connsiteX825" fmla="*/ 6202446 w 7467600"/>
              <a:gd name="connsiteY825" fmla="*/ 1752268 h 6858000"/>
              <a:gd name="connsiteX826" fmla="*/ 7179560 w 7467600"/>
              <a:gd name="connsiteY826" fmla="*/ 1467551 h 6858000"/>
              <a:gd name="connsiteX827" fmla="*/ 7158730 w 7467600"/>
              <a:gd name="connsiteY827" fmla="*/ 1507835 h 6858000"/>
              <a:gd name="connsiteX828" fmla="*/ 6326959 w 7467600"/>
              <a:gd name="connsiteY828" fmla="*/ 1817686 h 6858000"/>
              <a:gd name="connsiteX829" fmla="*/ 6537433 w 7467600"/>
              <a:gd name="connsiteY829" fmla="*/ 1907790 h 6858000"/>
              <a:gd name="connsiteX830" fmla="*/ 6550221 w 7467600"/>
              <a:gd name="connsiteY830" fmla="*/ 1910729 h 6858000"/>
              <a:gd name="connsiteX831" fmla="*/ 6964438 w 7467600"/>
              <a:gd name="connsiteY831" fmla="*/ 2209505 h 6858000"/>
              <a:gd name="connsiteX832" fmla="*/ 7367862 w 7467600"/>
              <a:gd name="connsiteY832" fmla="*/ 2806833 h 6858000"/>
              <a:gd name="connsiteX833" fmla="*/ 7364329 w 7467600"/>
              <a:gd name="connsiteY833" fmla="*/ 2826907 h 6858000"/>
              <a:gd name="connsiteX834" fmla="*/ 7290545 w 7467600"/>
              <a:gd name="connsiteY834" fmla="*/ 2850663 h 6858000"/>
              <a:gd name="connsiteX835" fmla="*/ 6472036 w 7467600"/>
              <a:gd name="connsiteY835" fmla="*/ 1959003 h 6858000"/>
              <a:gd name="connsiteX836" fmla="*/ 5792897 w 7467600"/>
              <a:gd name="connsiteY836" fmla="*/ 1647747 h 6858000"/>
              <a:gd name="connsiteX837" fmla="*/ 5842751 w 7467600"/>
              <a:gd name="connsiteY837" fmla="*/ 1816112 h 6858000"/>
              <a:gd name="connsiteX838" fmla="*/ 5847424 w 7467600"/>
              <a:gd name="connsiteY838" fmla="*/ 1815776 h 6858000"/>
              <a:gd name="connsiteX839" fmla="*/ 6399821 w 7467600"/>
              <a:gd name="connsiteY839" fmla="*/ 2344799 h 6858000"/>
              <a:gd name="connsiteX840" fmla="*/ 6323232 w 7467600"/>
              <a:gd name="connsiteY840" fmla="*/ 2389634 h 6858000"/>
              <a:gd name="connsiteX841" fmla="*/ 5942958 w 7467600"/>
              <a:gd name="connsiteY841" fmla="*/ 2077708 h 6858000"/>
              <a:gd name="connsiteX842" fmla="*/ 5921559 w 7467600"/>
              <a:gd name="connsiteY842" fmla="*/ 2378596 h 6858000"/>
              <a:gd name="connsiteX843" fmla="*/ 5817651 w 7467600"/>
              <a:gd name="connsiteY843" fmla="*/ 3023919 h 6858000"/>
              <a:gd name="connsiteX844" fmla="*/ 5729634 w 7467600"/>
              <a:gd name="connsiteY844" fmla="*/ 3051849 h 6858000"/>
              <a:gd name="connsiteX845" fmla="*/ 5611018 w 7467600"/>
              <a:gd name="connsiteY845" fmla="*/ 2316769 h 6858000"/>
              <a:gd name="connsiteX846" fmla="*/ 5687608 w 7467600"/>
              <a:gd name="connsiteY846" fmla="*/ 2039972 h 6858000"/>
              <a:gd name="connsiteX847" fmla="*/ 5657554 w 7467600"/>
              <a:gd name="connsiteY847" fmla="*/ 1576445 h 6858000"/>
              <a:gd name="connsiteX848" fmla="*/ 5150475 w 7467600"/>
              <a:gd name="connsiteY848" fmla="*/ 1274012 h 6858000"/>
              <a:gd name="connsiteX849" fmla="*/ 5349142 w 7467600"/>
              <a:gd name="connsiteY849" fmla="*/ 2204405 h 6858000"/>
              <a:gd name="connsiteX850" fmla="*/ 5262214 w 7467600"/>
              <a:gd name="connsiteY850" fmla="*/ 2233836 h 6858000"/>
              <a:gd name="connsiteX851" fmla="*/ 4981539 w 7467600"/>
              <a:gd name="connsiteY851" fmla="*/ 1542201 h 6858000"/>
              <a:gd name="connsiteX852" fmla="*/ 4958461 w 7467600"/>
              <a:gd name="connsiteY852" fmla="*/ 1136957 h 6858000"/>
              <a:gd name="connsiteX853" fmla="*/ 4655015 w 7467600"/>
              <a:gd name="connsiteY853" fmla="*/ 891426 h 6858000"/>
              <a:gd name="connsiteX854" fmla="*/ 4348002 w 7467600"/>
              <a:gd name="connsiteY854" fmla="*/ 2205895 h 6858000"/>
              <a:gd name="connsiteX855" fmla="*/ 4262250 w 7467600"/>
              <a:gd name="connsiteY855" fmla="*/ 2219972 h 6858000"/>
              <a:gd name="connsiteX856" fmla="*/ 4550611 w 7467600"/>
              <a:gd name="connsiteY856" fmla="*/ 817540 h 6858000"/>
              <a:gd name="connsiteX857" fmla="*/ 4564418 w 7467600"/>
              <a:gd name="connsiteY857" fmla="*/ 808293 h 6858000"/>
              <a:gd name="connsiteX858" fmla="*/ 4266388 w 7467600"/>
              <a:gd name="connsiteY858" fmla="*/ 500083 h 6858000"/>
              <a:gd name="connsiteX859" fmla="*/ 4032842 w 7467600"/>
              <a:gd name="connsiteY859" fmla="*/ 211809 h 6858000"/>
              <a:gd name="connsiteX860" fmla="*/ 3882765 w 7467600"/>
              <a:gd name="connsiteY860" fmla="*/ 0 h 6858000"/>
              <a:gd name="connsiteX861" fmla="*/ 3721337 w 7467600"/>
              <a:gd name="connsiteY861" fmla="*/ 0 h 6858000"/>
              <a:gd name="connsiteX862" fmla="*/ 3797544 w 7467600"/>
              <a:gd name="connsiteY862" fmla="*/ 0 h 6858000"/>
              <a:gd name="connsiteX863" fmla="*/ 3775734 w 7467600"/>
              <a:gd name="connsiteY863" fmla="*/ 95131 h 6858000"/>
              <a:gd name="connsiteX864" fmla="*/ 3724807 w 7467600"/>
              <a:gd name="connsiteY864" fmla="*/ 272257 h 6858000"/>
              <a:gd name="connsiteX865" fmla="*/ 3726844 w 7467600"/>
              <a:gd name="connsiteY865" fmla="*/ 282988 h 6858000"/>
              <a:gd name="connsiteX866" fmla="*/ 3742664 w 7467600"/>
              <a:gd name="connsiteY866" fmla="*/ 279918 h 6858000"/>
              <a:gd name="connsiteX867" fmla="*/ 4103910 w 7467600"/>
              <a:gd name="connsiteY867" fmla="*/ 1161917 h 6858000"/>
              <a:gd name="connsiteX868" fmla="*/ 4020269 w 7467600"/>
              <a:gd name="connsiteY868" fmla="*/ 1200406 h 6858000"/>
              <a:gd name="connsiteX869" fmla="*/ 3674882 w 7467600"/>
              <a:gd name="connsiteY869" fmla="*/ 488524 h 6858000"/>
              <a:gd name="connsiteX870" fmla="*/ 3132682 w 7467600"/>
              <a:gd name="connsiteY870" fmla="*/ 1072284 h 6858000"/>
              <a:gd name="connsiteX871" fmla="*/ 2716346 w 7467600"/>
              <a:gd name="connsiteY871" fmla="*/ 1276376 h 6858000"/>
              <a:gd name="connsiteX872" fmla="*/ 2716772 w 7467600"/>
              <a:gd name="connsiteY872" fmla="*/ 1255462 h 6858000"/>
              <a:gd name="connsiteX873" fmla="*/ 3471096 w 7467600"/>
              <a:gd name="connsiteY873" fmla="*/ 437072 h 6858000"/>
              <a:gd name="connsiteX874" fmla="*/ 3639057 w 7467600"/>
              <a:gd name="connsiteY874" fmla="*/ 286334 h 6858000"/>
              <a:gd name="connsiteX875" fmla="*/ 3640309 w 7467600"/>
              <a:gd name="connsiteY875" fmla="*/ 284664 h 6858000"/>
              <a:gd name="connsiteX876" fmla="*/ 3646022 w 7467600"/>
              <a:gd name="connsiteY876" fmla="*/ 276711 h 6858000"/>
              <a:gd name="connsiteX877" fmla="*/ 3707943 w 7467600"/>
              <a:gd name="connsiteY877" fmla="*/ 65958 h 6858000"/>
              <a:gd name="connsiteX878" fmla="*/ 3721337 w 7467600"/>
              <a:gd name="connsiteY878" fmla="*/ 0 h 6858000"/>
              <a:gd name="connsiteX879" fmla="*/ 2867960 w 7467600"/>
              <a:gd name="connsiteY879" fmla="*/ 0 h 6858000"/>
              <a:gd name="connsiteX880" fmla="*/ 2926351 w 7467600"/>
              <a:gd name="connsiteY880" fmla="*/ 0 h 6858000"/>
              <a:gd name="connsiteX881" fmla="*/ 2902823 w 7467600"/>
              <a:gd name="connsiteY881" fmla="*/ 262929 h 6858000"/>
              <a:gd name="connsiteX882" fmla="*/ 2940663 w 7467600"/>
              <a:gd name="connsiteY882" fmla="*/ 140884 h 6858000"/>
              <a:gd name="connsiteX883" fmla="*/ 2947039 w 7467600"/>
              <a:gd name="connsiteY883" fmla="*/ 122524 h 6858000"/>
              <a:gd name="connsiteX884" fmla="*/ 2984316 w 7467600"/>
              <a:gd name="connsiteY884" fmla="*/ 0 h 6858000"/>
              <a:gd name="connsiteX885" fmla="*/ 3016114 w 7467600"/>
              <a:gd name="connsiteY885" fmla="*/ 0 h 6858000"/>
              <a:gd name="connsiteX886" fmla="*/ 2979949 w 7467600"/>
              <a:gd name="connsiteY886" fmla="*/ 119274 h 6858000"/>
              <a:gd name="connsiteX887" fmla="*/ 3023879 w 7467600"/>
              <a:gd name="connsiteY887" fmla="*/ 0 h 6858000"/>
              <a:gd name="connsiteX888" fmla="*/ 3105400 w 7467600"/>
              <a:gd name="connsiteY888" fmla="*/ 0 h 6858000"/>
              <a:gd name="connsiteX889" fmla="*/ 3094669 w 7467600"/>
              <a:gd name="connsiteY889" fmla="*/ 30308 h 6858000"/>
              <a:gd name="connsiteX890" fmla="*/ 2901945 w 7467600"/>
              <a:gd name="connsiteY890" fmla="*/ 466538 h 6858000"/>
              <a:gd name="connsiteX891" fmla="*/ 2815209 w 7467600"/>
              <a:gd name="connsiteY891" fmla="*/ 497361 h 6858000"/>
              <a:gd name="connsiteX892" fmla="*/ 2844845 w 7467600"/>
              <a:gd name="connsiteY892" fmla="*/ 127638 h 6858000"/>
              <a:gd name="connsiteX893" fmla="*/ 2867960 w 7467600"/>
              <a:gd name="connsiteY893" fmla="*/ 0 h 6858000"/>
              <a:gd name="connsiteX894" fmla="*/ 1057230 w 7467600"/>
              <a:gd name="connsiteY894" fmla="*/ 0 h 6858000"/>
              <a:gd name="connsiteX895" fmla="*/ 1111003 w 7467600"/>
              <a:gd name="connsiteY895" fmla="*/ 0 h 6858000"/>
              <a:gd name="connsiteX896" fmla="*/ 1125553 w 7467600"/>
              <a:gd name="connsiteY896" fmla="*/ 52588 h 6858000"/>
              <a:gd name="connsiteX897" fmla="*/ 1304276 w 7467600"/>
              <a:gd name="connsiteY897" fmla="*/ 476275 h 6858000"/>
              <a:gd name="connsiteX898" fmla="*/ 1492066 w 7467600"/>
              <a:gd name="connsiteY898" fmla="*/ 886333 h 6858000"/>
              <a:gd name="connsiteX899" fmla="*/ 1423698 w 7467600"/>
              <a:gd name="connsiteY899" fmla="*/ 710817 h 6858000"/>
              <a:gd name="connsiteX900" fmla="*/ 1357609 w 7467600"/>
              <a:gd name="connsiteY900" fmla="*/ 532892 h 6858000"/>
              <a:gd name="connsiteX901" fmla="*/ 1309550 w 7467600"/>
              <a:gd name="connsiteY901" fmla="*/ 374031 h 6858000"/>
              <a:gd name="connsiteX902" fmla="*/ 1193673 w 7467600"/>
              <a:gd name="connsiteY902" fmla="*/ 49533 h 6858000"/>
              <a:gd name="connsiteX903" fmla="*/ 1164391 w 7467600"/>
              <a:gd name="connsiteY903" fmla="*/ 0 h 6858000"/>
              <a:gd name="connsiteX904" fmla="*/ 1200666 w 7467600"/>
              <a:gd name="connsiteY904" fmla="*/ 0 h 6858000"/>
              <a:gd name="connsiteX905" fmla="*/ 1223408 w 7467600"/>
              <a:gd name="connsiteY905" fmla="*/ 38996 h 6858000"/>
              <a:gd name="connsiteX906" fmla="*/ 1339635 w 7467600"/>
              <a:gd name="connsiteY906" fmla="*/ 365517 h 6858000"/>
              <a:gd name="connsiteX907" fmla="*/ 1387469 w 7467600"/>
              <a:gd name="connsiteY907" fmla="*/ 523079 h 6858000"/>
              <a:gd name="connsiteX908" fmla="*/ 1452685 w 7467600"/>
              <a:gd name="connsiteY908" fmla="*/ 699806 h 6858000"/>
              <a:gd name="connsiteX909" fmla="*/ 1492092 w 7467600"/>
              <a:gd name="connsiteY909" fmla="*/ 800424 h 6858000"/>
              <a:gd name="connsiteX910" fmla="*/ 1455302 w 7467600"/>
              <a:gd name="connsiteY910" fmla="*/ 632913 h 6858000"/>
              <a:gd name="connsiteX911" fmla="*/ 1222336 w 7467600"/>
              <a:gd name="connsiteY911" fmla="*/ 9480 h 6858000"/>
              <a:gd name="connsiteX912" fmla="*/ 1214634 w 7467600"/>
              <a:gd name="connsiteY912" fmla="*/ 0 h 6858000"/>
              <a:gd name="connsiteX913" fmla="*/ 1289827 w 7467600"/>
              <a:gd name="connsiteY913" fmla="*/ 0 h 6858000"/>
              <a:gd name="connsiteX914" fmla="*/ 1321076 w 7467600"/>
              <a:gd name="connsiteY914" fmla="*/ 59722 h 6858000"/>
              <a:gd name="connsiteX915" fmla="*/ 1512579 w 7467600"/>
              <a:gd name="connsiteY915" fmla="*/ 626441 h 6858000"/>
              <a:gd name="connsiteX916" fmla="*/ 1506076 w 7467600"/>
              <a:gd name="connsiteY916" fmla="*/ 1089289 h 6858000"/>
              <a:gd name="connsiteX917" fmla="*/ 1486346 w 7467600"/>
              <a:gd name="connsiteY917" fmla="*/ 1079919 h 6858000"/>
              <a:gd name="connsiteX918" fmla="*/ 1070511 w 7467600"/>
              <a:gd name="connsiteY918" fmla="*/ 48609 h 6858000"/>
              <a:gd name="connsiteX919" fmla="*/ 1057230 w 7467600"/>
              <a:gd name="connsiteY919" fmla="*/ 0 h 6858000"/>
              <a:gd name="connsiteX920" fmla="*/ 43151 w 7467600"/>
              <a:gd name="connsiteY920" fmla="*/ 0 h 6858000"/>
              <a:gd name="connsiteX921" fmla="*/ 95283 w 7467600"/>
              <a:gd name="connsiteY921" fmla="*/ 0 h 6858000"/>
              <a:gd name="connsiteX922" fmla="*/ 300708 w 7467600"/>
              <a:gd name="connsiteY922" fmla="*/ 154571 h 6858000"/>
              <a:gd name="connsiteX923" fmla="*/ 530414 w 7467600"/>
              <a:gd name="connsiteY923" fmla="*/ 354673 h 6858000"/>
              <a:gd name="connsiteX924" fmla="*/ 333785 w 7467600"/>
              <a:gd name="connsiteY924" fmla="*/ 161564 h 6858000"/>
              <a:gd name="connsiteX925" fmla="*/ 147005 w 7467600"/>
              <a:gd name="connsiteY925" fmla="*/ 0 h 6858000"/>
              <a:gd name="connsiteX926" fmla="*/ 272509 w 7467600"/>
              <a:gd name="connsiteY926" fmla="*/ 0 h 6858000"/>
              <a:gd name="connsiteX927" fmla="*/ 326276 w 7467600"/>
              <a:gd name="connsiteY927" fmla="*/ 45847 h 6858000"/>
              <a:gd name="connsiteX928" fmla="*/ 823759 w 7467600"/>
              <a:gd name="connsiteY928" fmla="*/ 574145 h 6858000"/>
              <a:gd name="connsiteX929" fmla="*/ 811254 w 7467600"/>
              <a:gd name="connsiteY929" fmla="*/ 665546 h 6858000"/>
              <a:gd name="connsiteX930" fmla="*/ 154042 w 7467600"/>
              <a:gd name="connsiteY930" fmla="*/ 261522 h 6858000"/>
              <a:gd name="connsiteX931" fmla="*/ 13550 w 7467600"/>
              <a:gd name="connsiteY931" fmla="*/ 158423 h 6858000"/>
              <a:gd name="connsiteX932" fmla="*/ 0 w 7467600"/>
              <a:gd name="connsiteY932" fmla="*/ 146618 h 6858000"/>
              <a:gd name="connsiteX933" fmla="*/ 0 w 7467600"/>
              <a:gd name="connsiteY933" fmla="*/ 59161 h 6858000"/>
              <a:gd name="connsiteX934" fmla="*/ 45427 w 7467600"/>
              <a:gd name="connsiteY934" fmla="*/ 101078 h 6858000"/>
              <a:gd name="connsiteX935" fmla="*/ 630103 w 7467600"/>
              <a:gd name="connsiteY935" fmla="*/ 485885 h 6858000"/>
              <a:gd name="connsiteX936" fmla="*/ 532040 w 7467600"/>
              <a:gd name="connsiteY936" fmla="*/ 399359 h 6858000"/>
              <a:gd name="connsiteX937" fmla="*/ 517618 w 7467600"/>
              <a:gd name="connsiteY937" fmla="*/ 385726 h 6858000"/>
              <a:gd name="connsiteX938" fmla="*/ 285074 w 7467600"/>
              <a:gd name="connsiteY938" fmla="*/ 182755 h 6858000"/>
              <a:gd name="connsiteX939" fmla="*/ 43151 w 7467600"/>
              <a:gd name="connsiteY93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2821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1019354 w 7467600"/>
              <a:gd name="connsiteY7" fmla="*/ 6315006 h 6858000"/>
              <a:gd name="connsiteX8" fmla="*/ 441046 w 7467600"/>
              <a:gd name="connsiteY8" fmla="*/ 6691153 h 6858000"/>
              <a:gd name="connsiteX9" fmla="*/ 1019354 w 7467600"/>
              <a:gd name="connsiteY9" fmla="*/ 6315006 h 6858000"/>
              <a:gd name="connsiteX10" fmla="*/ 991680 w 7467600"/>
              <a:gd name="connsiteY10" fmla="*/ 6298413 h 6858000"/>
              <a:gd name="connsiteX11" fmla="*/ 409060 w 7467600"/>
              <a:gd name="connsiteY11" fmla="*/ 6671470 h 6858000"/>
              <a:gd name="connsiteX12" fmla="*/ 991680 w 7467600"/>
              <a:gd name="connsiteY12" fmla="*/ 6298413 h 6858000"/>
              <a:gd name="connsiteX13" fmla="*/ 103333 w 7467600"/>
              <a:gd name="connsiteY13" fmla="*/ 5699602 h 6858000"/>
              <a:gd name="connsiteX14" fmla="*/ 233938 w 7467600"/>
              <a:gd name="connsiteY14" fmla="*/ 5809416 h 6858000"/>
              <a:gd name="connsiteX15" fmla="*/ 883580 w 7467600"/>
              <a:gd name="connsiteY15" fmla="*/ 6180710 h 6858000"/>
              <a:gd name="connsiteX16" fmla="*/ 487337 w 7467600"/>
              <a:gd name="connsiteY16" fmla="*/ 5950182 h 6858000"/>
              <a:gd name="connsiteX17" fmla="*/ 354051 w 7467600"/>
              <a:gd name="connsiteY17" fmla="*/ 5854912 h 6858000"/>
              <a:gd name="connsiteX18" fmla="*/ 195436 w 7467600"/>
              <a:gd name="connsiteY18" fmla="*/ 5755068 h 6858000"/>
              <a:gd name="connsiteX19" fmla="*/ 103333 w 7467600"/>
              <a:gd name="connsiteY19" fmla="*/ 5699602 h 6858000"/>
              <a:gd name="connsiteX20" fmla="*/ 5539432 w 7467600"/>
              <a:gd name="connsiteY20" fmla="*/ 5642928 h 6858000"/>
              <a:gd name="connsiteX21" fmla="*/ 5555462 w 7467600"/>
              <a:gd name="connsiteY21" fmla="*/ 5694454 h 6858000"/>
              <a:gd name="connsiteX22" fmla="*/ 5828270 w 7467600"/>
              <a:gd name="connsiteY22" fmla="*/ 6320663 h 6858000"/>
              <a:gd name="connsiteX23" fmla="*/ 5947416 w 7467600"/>
              <a:gd name="connsiteY23" fmla="*/ 6574846 h 6858000"/>
              <a:gd name="connsiteX24" fmla="*/ 5539432 w 7467600"/>
              <a:gd name="connsiteY24" fmla="*/ 5642928 h 6858000"/>
              <a:gd name="connsiteX25" fmla="*/ 51253 w 7467600"/>
              <a:gd name="connsiteY25" fmla="*/ 5631825 h 6858000"/>
              <a:gd name="connsiteX26" fmla="*/ 211622 w 7467600"/>
              <a:gd name="connsiteY26" fmla="*/ 5728803 h 6858000"/>
              <a:gd name="connsiteX27" fmla="*/ 371652 w 7467600"/>
              <a:gd name="connsiteY27" fmla="*/ 5829062 h 6858000"/>
              <a:gd name="connsiteX28" fmla="*/ 505903 w 7467600"/>
              <a:gd name="connsiteY28" fmla="*/ 5925221 h 6858000"/>
              <a:gd name="connsiteX29" fmla="*/ 899240 w 7467600"/>
              <a:gd name="connsiteY29" fmla="*/ 6153068 h 6858000"/>
              <a:gd name="connsiteX30" fmla="*/ 988114 w 7467600"/>
              <a:gd name="connsiteY30" fmla="*/ 6174204 h 6858000"/>
              <a:gd name="connsiteX31" fmla="*/ 845971 w 7467600"/>
              <a:gd name="connsiteY31" fmla="*/ 6067177 h 6858000"/>
              <a:gd name="connsiteX32" fmla="*/ 448057 w 7467600"/>
              <a:gd name="connsiteY32" fmla="*/ 5841376 h 6858000"/>
              <a:gd name="connsiteX33" fmla="*/ 51253 w 7467600"/>
              <a:gd name="connsiteY33" fmla="*/ 5631825 h 6858000"/>
              <a:gd name="connsiteX34" fmla="*/ 2606687 w 7467600"/>
              <a:gd name="connsiteY34" fmla="*/ 5630718 h 6858000"/>
              <a:gd name="connsiteX35" fmla="*/ 2645658 w 7467600"/>
              <a:gd name="connsiteY35" fmla="*/ 6640259 h 6858000"/>
              <a:gd name="connsiteX36" fmla="*/ 2606687 w 7467600"/>
              <a:gd name="connsiteY36" fmla="*/ 5630718 h 6858000"/>
              <a:gd name="connsiteX37" fmla="*/ 3642057 w 7467600"/>
              <a:gd name="connsiteY37" fmla="*/ 5573487 h 6858000"/>
              <a:gd name="connsiteX38" fmla="*/ 3632981 w 7467600"/>
              <a:gd name="connsiteY38" fmla="*/ 5579437 h 6858000"/>
              <a:gd name="connsiteX39" fmla="*/ 3382436 w 7467600"/>
              <a:gd name="connsiteY39" fmla="*/ 5952726 h 6858000"/>
              <a:gd name="connsiteX40" fmla="*/ 3191929 w 7467600"/>
              <a:gd name="connsiteY40" fmla="*/ 6662669 h 6858000"/>
              <a:gd name="connsiteX41" fmla="*/ 3369898 w 7467600"/>
              <a:gd name="connsiteY41" fmla="*/ 6081771 h 6858000"/>
              <a:gd name="connsiteX42" fmla="*/ 3642057 w 7467600"/>
              <a:gd name="connsiteY42" fmla="*/ 5573487 h 6858000"/>
              <a:gd name="connsiteX43" fmla="*/ 2650666 w 7467600"/>
              <a:gd name="connsiteY43" fmla="*/ 5530686 h 6858000"/>
              <a:gd name="connsiteX44" fmla="*/ 2650249 w 7467600"/>
              <a:gd name="connsiteY44" fmla="*/ 5532101 h 6858000"/>
              <a:gd name="connsiteX45" fmla="*/ 2663808 w 7467600"/>
              <a:gd name="connsiteY45" fmla="*/ 6535215 h 6858000"/>
              <a:gd name="connsiteX46" fmla="*/ 2665418 w 7467600"/>
              <a:gd name="connsiteY46" fmla="*/ 6132756 h 6858000"/>
              <a:gd name="connsiteX47" fmla="*/ 2650666 w 7467600"/>
              <a:gd name="connsiteY47" fmla="*/ 5530686 h 6858000"/>
              <a:gd name="connsiteX48" fmla="*/ 2680277 w 7467600"/>
              <a:gd name="connsiteY48" fmla="*/ 5479204 h 6858000"/>
              <a:gd name="connsiteX49" fmla="*/ 2678972 w 7467600"/>
              <a:gd name="connsiteY49" fmla="*/ 5481582 h 6858000"/>
              <a:gd name="connsiteX50" fmla="*/ 2696666 w 7467600"/>
              <a:gd name="connsiteY50" fmla="*/ 6133836 h 6858000"/>
              <a:gd name="connsiteX51" fmla="*/ 2695769 w 7467600"/>
              <a:gd name="connsiteY51" fmla="*/ 6390955 h 6858000"/>
              <a:gd name="connsiteX52" fmla="*/ 2739893 w 7467600"/>
              <a:gd name="connsiteY52" fmla="*/ 6108357 h 6858000"/>
              <a:gd name="connsiteX53" fmla="*/ 2680277 w 7467600"/>
              <a:gd name="connsiteY53" fmla="*/ 5479204 h 6858000"/>
              <a:gd name="connsiteX54" fmla="*/ 1132195 w 7467600"/>
              <a:gd name="connsiteY54" fmla="*/ 5467980 h 6858000"/>
              <a:gd name="connsiteX55" fmla="*/ 1679056 w 7467600"/>
              <a:gd name="connsiteY55" fmla="*/ 5516907 h 6858000"/>
              <a:gd name="connsiteX56" fmla="*/ 2128648 w 7467600"/>
              <a:gd name="connsiteY56" fmla="*/ 5474249 h 6858000"/>
              <a:gd name="connsiteX57" fmla="*/ 1825619 w 7467600"/>
              <a:gd name="connsiteY57" fmla="*/ 5478447 h 6858000"/>
              <a:gd name="connsiteX58" fmla="*/ 1737798 w 7467600"/>
              <a:gd name="connsiteY58" fmla="*/ 5483353 h 6858000"/>
              <a:gd name="connsiteX59" fmla="*/ 1132195 w 7467600"/>
              <a:gd name="connsiteY59" fmla="*/ 5467980 h 6858000"/>
              <a:gd name="connsiteX60" fmla="*/ 1456157 w 7467600"/>
              <a:gd name="connsiteY60" fmla="*/ 5371404 h 6858000"/>
              <a:gd name="connsiteX61" fmla="*/ 1244432 w 7467600"/>
              <a:gd name="connsiteY61" fmla="*/ 5385601 h 6858000"/>
              <a:gd name="connsiteX62" fmla="*/ 973990 w 7467600"/>
              <a:gd name="connsiteY62" fmla="*/ 5424940 h 6858000"/>
              <a:gd name="connsiteX63" fmla="*/ 1103809 w 7467600"/>
              <a:gd name="connsiteY63" fmla="*/ 5433720 h 6858000"/>
              <a:gd name="connsiteX64" fmla="*/ 1123454 w 7467600"/>
              <a:gd name="connsiteY64" fmla="*/ 5435727 h 6858000"/>
              <a:gd name="connsiteX65" fmla="*/ 1737017 w 7467600"/>
              <a:gd name="connsiteY65" fmla="*/ 5452183 h 6858000"/>
              <a:gd name="connsiteX66" fmla="*/ 1824397 w 7467600"/>
              <a:gd name="connsiteY66" fmla="*/ 5447757 h 6858000"/>
              <a:gd name="connsiteX67" fmla="*/ 2070059 w 7467600"/>
              <a:gd name="connsiteY67" fmla="*/ 5441660 h 6858000"/>
              <a:gd name="connsiteX68" fmla="*/ 1456157 w 7467600"/>
              <a:gd name="connsiteY68" fmla="*/ 5371404 h 6858000"/>
              <a:gd name="connsiteX69" fmla="*/ 4988186 w 7467600"/>
              <a:gd name="connsiteY69" fmla="*/ 5216467 h 6858000"/>
              <a:gd name="connsiteX70" fmla="*/ 4777334 w 7467600"/>
              <a:gd name="connsiteY70" fmla="*/ 5406072 h 6858000"/>
              <a:gd name="connsiteX71" fmla="*/ 4718341 w 7467600"/>
              <a:gd name="connsiteY71" fmla="*/ 5468043 h 6858000"/>
              <a:gd name="connsiteX72" fmla="*/ 4604655 w 7467600"/>
              <a:gd name="connsiteY72" fmla="*/ 5583434 h 6858000"/>
              <a:gd name="connsiteX73" fmla="*/ 4565074 w 7467600"/>
              <a:gd name="connsiteY73" fmla="*/ 5618550 h 6858000"/>
              <a:gd name="connsiteX74" fmla="*/ 4988186 w 7467600"/>
              <a:gd name="connsiteY74" fmla="*/ 5216467 h 6858000"/>
              <a:gd name="connsiteX75" fmla="*/ 4978032 w 7467600"/>
              <a:gd name="connsiteY75" fmla="*/ 5183809 h 6858000"/>
              <a:gd name="connsiteX76" fmla="*/ 4463413 w 7467600"/>
              <a:gd name="connsiteY76" fmla="*/ 5615162 h 6858000"/>
              <a:gd name="connsiteX77" fmla="*/ 4358134 w 7467600"/>
              <a:gd name="connsiteY77" fmla="*/ 5742791 h 6858000"/>
              <a:gd name="connsiteX78" fmla="*/ 4376219 w 7467600"/>
              <a:gd name="connsiteY78" fmla="*/ 5729027 h 6858000"/>
              <a:gd name="connsiteX79" fmla="*/ 4582340 w 7467600"/>
              <a:gd name="connsiteY79" fmla="*/ 5561037 h 6858000"/>
              <a:gd name="connsiteX80" fmla="*/ 4694684 w 7467600"/>
              <a:gd name="connsiteY80" fmla="*/ 5447098 h 6858000"/>
              <a:gd name="connsiteX81" fmla="*/ 4754123 w 7467600"/>
              <a:gd name="connsiteY81" fmla="*/ 5384643 h 6858000"/>
              <a:gd name="connsiteX82" fmla="*/ 4978032 w 7467600"/>
              <a:gd name="connsiteY82" fmla="*/ 5183809 h 6858000"/>
              <a:gd name="connsiteX83" fmla="*/ 1903353 w 7467600"/>
              <a:gd name="connsiteY83" fmla="*/ 5044827 h 6858000"/>
              <a:gd name="connsiteX84" fmla="*/ 1936931 w 7467600"/>
              <a:gd name="connsiteY84" fmla="*/ 5093954 h 6858000"/>
              <a:gd name="connsiteX85" fmla="*/ 2195868 w 7467600"/>
              <a:gd name="connsiteY85" fmla="*/ 5396574 h 6858000"/>
              <a:gd name="connsiteX86" fmla="*/ 2088852 w 7467600"/>
              <a:gd name="connsiteY86" fmla="*/ 5166123 h 6858000"/>
              <a:gd name="connsiteX87" fmla="*/ 1958241 w 7467600"/>
              <a:gd name="connsiteY87" fmla="*/ 5067955 h 6858000"/>
              <a:gd name="connsiteX88" fmla="*/ 1903353 w 7467600"/>
              <a:gd name="connsiteY88" fmla="*/ 5044827 h 6858000"/>
              <a:gd name="connsiteX89" fmla="*/ 1979378 w 7467600"/>
              <a:gd name="connsiteY89" fmla="*/ 4769504 h 6858000"/>
              <a:gd name="connsiteX90" fmla="*/ 2882120 w 7467600"/>
              <a:gd name="connsiteY90" fmla="*/ 5064547 h 6858000"/>
              <a:gd name="connsiteX91" fmla="*/ 2793103 w 7467600"/>
              <a:gd name="connsiteY91" fmla="*/ 5039699 h 6858000"/>
              <a:gd name="connsiteX92" fmla="*/ 2770041 w 7467600"/>
              <a:gd name="connsiteY92" fmla="*/ 5033634 h 6858000"/>
              <a:gd name="connsiteX93" fmla="*/ 1979378 w 7467600"/>
              <a:gd name="connsiteY93" fmla="*/ 4769504 h 6858000"/>
              <a:gd name="connsiteX94" fmla="*/ 1927410 w 7467600"/>
              <a:gd name="connsiteY94" fmla="*/ 4716164 h 6858000"/>
              <a:gd name="connsiteX95" fmla="*/ 1959587 w 7467600"/>
              <a:gd name="connsiteY95" fmla="*/ 4728849 h 6858000"/>
              <a:gd name="connsiteX96" fmla="*/ 2777707 w 7467600"/>
              <a:gd name="connsiteY96" fmla="*/ 5003991 h 6858000"/>
              <a:gd name="connsiteX97" fmla="*/ 2800768 w 7467600"/>
              <a:gd name="connsiteY97" fmla="*/ 5010056 h 6858000"/>
              <a:gd name="connsiteX98" fmla="*/ 2879408 w 7467600"/>
              <a:gd name="connsiteY98" fmla="*/ 5031590 h 6858000"/>
              <a:gd name="connsiteX99" fmla="*/ 2862295 w 7467600"/>
              <a:gd name="connsiteY99" fmla="*/ 5022958 h 6858000"/>
              <a:gd name="connsiteX100" fmla="*/ 2813343 w 7467600"/>
              <a:gd name="connsiteY100" fmla="*/ 4998369 h 6858000"/>
              <a:gd name="connsiteX101" fmla="*/ 2646245 w 7467600"/>
              <a:gd name="connsiteY101" fmla="*/ 4930999 h 6858000"/>
              <a:gd name="connsiteX102" fmla="*/ 1999243 w 7467600"/>
              <a:gd name="connsiteY102" fmla="*/ 4730524 h 6858000"/>
              <a:gd name="connsiteX103" fmla="*/ 1979527 w 7467600"/>
              <a:gd name="connsiteY103" fmla="*/ 4726651 h 6858000"/>
              <a:gd name="connsiteX104" fmla="*/ 1927410 w 7467600"/>
              <a:gd name="connsiteY104" fmla="*/ 4716164 h 6858000"/>
              <a:gd name="connsiteX105" fmla="*/ 1997014 w 7467600"/>
              <a:gd name="connsiteY105" fmla="*/ 4698007 h 6858000"/>
              <a:gd name="connsiteX106" fmla="*/ 2005458 w 7467600"/>
              <a:gd name="connsiteY106" fmla="*/ 4699540 h 6858000"/>
              <a:gd name="connsiteX107" fmla="*/ 2657186 w 7467600"/>
              <a:gd name="connsiteY107" fmla="*/ 4901687 h 6858000"/>
              <a:gd name="connsiteX108" fmla="*/ 2826662 w 7467600"/>
              <a:gd name="connsiteY108" fmla="*/ 4970362 h 6858000"/>
              <a:gd name="connsiteX109" fmla="*/ 2876100 w 7467600"/>
              <a:gd name="connsiteY109" fmla="*/ 4995397 h 6858000"/>
              <a:gd name="connsiteX110" fmla="*/ 3042600 w 7467600"/>
              <a:gd name="connsiteY110" fmla="*/ 5059532 h 6858000"/>
              <a:gd name="connsiteX111" fmla="*/ 1997014 w 7467600"/>
              <a:gd name="connsiteY111" fmla="*/ 4698007 h 6858000"/>
              <a:gd name="connsiteX112" fmla="*/ 2305292 w 7467600"/>
              <a:gd name="connsiteY112" fmla="*/ 4219492 h 6858000"/>
              <a:gd name="connsiteX113" fmla="*/ 3360922 w 7467600"/>
              <a:gd name="connsiteY113" fmla="*/ 4529373 h 6858000"/>
              <a:gd name="connsiteX114" fmla="*/ 3492420 w 7467600"/>
              <a:gd name="connsiteY114" fmla="*/ 4510145 h 6858000"/>
              <a:gd name="connsiteX115" fmla="*/ 3364086 w 7467600"/>
              <a:gd name="connsiteY115" fmla="*/ 4480340 h 6858000"/>
              <a:gd name="connsiteX116" fmla="*/ 3225818 w 7467600"/>
              <a:gd name="connsiteY116" fmla="*/ 4411822 h 6858000"/>
              <a:gd name="connsiteX117" fmla="*/ 3129696 w 7467600"/>
              <a:gd name="connsiteY117" fmla="*/ 4360704 h 6858000"/>
              <a:gd name="connsiteX118" fmla="*/ 2814545 w 7467600"/>
              <a:gd name="connsiteY118" fmla="*/ 4282955 h 6858000"/>
              <a:gd name="connsiteX119" fmla="*/ 2305292 w 7467600"/>
              <a:gd name="connsiteY119" fmla="*/ 4219492 h 6858000"/>
              <a:gd name="connsiteX120" fmla="*/ 2626982 w 7467600"/>
              <a:gd name="connsiteY120" fmla="*/ 4206450 h 6858000"/>
              <a:gd name="connsiteX121" fmla="*/ 2490617 w 7467600"/>
              <a:gd name="connsiteY121" fmla="*/ 4206951 h 6858000"/>
              <a:gd name="connsiteX122" fmla="*/ 2819869 w 7467600"/>
              <a:gd name="connsiteY122" fmla="*/ 4252936 h 6858000"/>
              <a:gd name="connsiteX123" fmla="*/ 3143018 w 7467600"/>
              <a:gd name="connsiteY123" fmla="*/ 4332698 h 6858000"/>
              <a:gd name="connsiteX124" fmla="*/ 3241520 w 7467600"/>
              <a:gd name="connsiteY124" fmla="*/ 4385112 h 6858000"/>
              <a:gd name="connsiteX125" fmla="*/ 3374575 w 7467600"/>
              <a:gd name="connsiteY125" fmla="*/ 4451517 h 6858000"/>
              <a:gd name="connsiteX126" fmla="*/ 3505221 w 7467600"/>
              <a:gd name="connsiteY126" fmla="*/ 4480757 h 6858000"/>
              <a:gd name="connsiteX127" fmla="*/ 2626982 w 7467600"/>
              <a:gd name="connsiteY127" fmla="*/ 4206450 h 6858000"/>
              <a:gd name="connsiteX128" fmla="*/ 1310106 w 7467600"/>
              <a:gd name="connsiteY128" fmla="*/ 3943217 h 6858000"/>
              <a:gd name="connsiteX129" fmla="*/ 854994 w 7467600"/>
              <a:gd name="connsiteY129" fmla="*/ 4399136 h 6858000"/>
              <a:gd name="connsiteX130" fmla="*/ 742462 w 7467600"/>
              <a:gd name="connsiteY130" fmla="*/ 4594648 h 6858000"/>
              <a:gd name="connsiteX131" fmla="*/ 820602 w 7467600"/>
              <a:gd name="connsiteY131" fmla="*/ 4485915 h 6858000"/>
              <a:gd name="connsiteX132" fmla="*/ 878295 w 7467600"/>
              <a:gd name="connsiteY132" fmla="*/ 4403594 h 6858000"/>
              <a:gd name="connsiteX133" fmla="*/ 1240607 w 7467600"/>
              <a:gd name="connsiteY133" fmla="*/ 4010401 h 6858000"/>
              <a:gd name="connsiteX134" fmla="*/ 1310106 w 7467600"/>
              <a:gd name="connsiteY134" fmla="*/ 3943217 h 6858000"/>
              <a:gd name="connsiteX135" fmla="*/ 1423113 w 7467600"/>
              <a:gd name="connsiteY135" fmla="*/ 3874565 h 6858000"/>
              <a:gd name="connsiteX136" fmla="*/ 1260565 w 7467600"/>
              <a:gd name="connsiteY136" fmla="*/ 4031982 h 6858000"/>
              <a:gd name="connsiteX137" fmla="*/ 901900 w 7467600"/>
              <a:gd name="connsiteY137" fmla="*/ 4421236 h 6858000"/>
              <a:gd name="connsiteX138" fmla="*/ 845044 w 7467600"/>
              <a:gd name="connsiteY138" fmla="*/ 4502436 h 6858000"/>
              <a:gd name="connsiteX139" fmla="*/ 685926 w 7467600"/>
              <a:gd name="connsiteY139" fmla="*/ 4703069 h 6858000"/>
              <a:gd name="connsiteX140" fmla="*/ 684248 w 7467600"/>
              <a:gd name="connsiteY140" fmla="*/ 4706721 h 6858000"/>
              <a:gd name="connsiteX141" fmla="*/ 1423113 w 7467600"/>
              <a:gd name="connsiteY141" fmla="*/ 3874565 h 6858000"/>
              <a:gd name="connsiteX142" fmla="*/ 3316479 w 7467600"/>
              <a:gd name="connsiteY142" fmla="*/ 3872136 h 6858000"/>
              <a:gd name="connsiteX143" fmla="*/ 3546806 w 7467600"/>
              <a:gd name="connsiteY143" fmla="*/ 4356139 h 6858000"/>
              <a:gd name="connsiteX144" fmla="*/ 3364433 w 7467600"/>
              <a:gd name="connsiteY144" fmla="*/ 3953121 h 6858000"/>
              <a:gd name="connsiteX145" fmla="*/ 3316479 w 7467600"/>
              <a:gd name="connsiteY145" fmla="*/ 3872136 h 6858000"/>
              <a:gd name="connsiteX146" fmla="*/ 3291335 w 7467600"/>
              <a:gd name="connsiteY146" fmla="*/ 3767420 h 6858000"/>
              <a:gd name="connsiteX147" fmla="*/ 3390805 w 7467600"/>
              <a:gd name="connsiteY147" fmla="*/ 3937163 h 6858000"/>
              <a:gd name="connsiteX148" fmla="*/ 3579062 w 7467600"/>
              <a:gd name="connsiteY148" fmla="*/ 4359040 h 6858000"/>
              <a:gd name="connsiteX149" fmla="*/ 3467355 w 7467600"/>
              <a:gd name="connsiteY149" fmla="*/ 3988130 h 6858000"/>
              <a:gd name="connsiteX150" fmla="*/ 3310753 w 7467600"/>
              <a:gd name="connsiteY150" fmla="*/ 3787140 h 6858000"/>
              <a:gd name="connsiteX151" fmla="*/ 3291335 w 7467600"/>
              <a:gd name="connsiteY151" fmla="*/ 3767420 h 6858000"/>
              <a:gd name="connsiteX152" fmla="*/ 1635889 w 7467600"/>
              <a:gd name="connsiteY152" fmla="*/ 3709494 h 6858000"/>
              <a:gd name="connsiteX153" fmla="*/ 1634800 w 7467600"/>
              <a:gd name="connsiteY153" fmla="*/ 3731111 h 6858000"/>
              <a:gd name="connsiteX154" fmla="*/ 1635889 w 7467600"/>
              <a:gd name="connsiteY154" fmla="*/ 3709494 h 6858000"/>
              <a:gd name="connsiteX155" fmla="*/ 1510397 w 7467600"/>
              <a:gd name="connsiteY155" fmla="*/ 3684705 h 6858000"/>
              <a:gd name="connsiteX156" fmla="*/ 1146550 w 7467600"/>
              <a:gd name="connsiteY156" fmla="*/ 3802012 h 6858000"/>
              <a:gd name="connsiteX157" fmla="*/ 698834 w 7467600"/>
              <a:gd name="connsiteY157" fmla="*/ 3952272 h 6858000"/>
              <a:gd name="connsiteX158" fmla="*/ 34256 w 7467600"/>
              <a:gd name="connsiteY158" fmla="*/ 4347603 h 6858000"/>
              <a:gd name="connsiteX159" fmla="*/ 527241 w 7467600"/>
              <a:gd name="connsiteY159" fmla="*/ 4065078 h 6858000"/>
              <a:gd name="connsiteX160" fmla="*/ 1510397 w 7467600"/>
              <a:gd name="connsiteY160" fmla="*/ 3684705 h 6858000"/>
              <a:gd name="connsiteX161" fmla="*/ 1313114 w 7467600"/>
              <a:gd name="connsiteY161" fmla="*/ 3655216 h 6858000"/>
              <a:gd name="connsiteX162" fmla="*/ 1109304 w 7467600"/>
              <a:gd name="connsiteY162" fmla="*/ 3669030 h 6858000"/>
              <a:gd name="connsiteX163" fmla="*/ 8129 w 7467600"/>
              <a:gd name="connsiteY163" fmla="*/ 4330519 h 6858000"/>
              <a:gd name="connsiteX164" fmla="*/ 687572 w 7467600"/>
              <a:gd name="connsiteY164" fmla="*/ 3925629 h 6858000"/>
              <a:gd name="connsiteX165" fmla="*/ 1138365 w 7467600"/>
              <a:gd name="connsiteY165" fmla="*/ 3774515 h 6858000"/>
              <a:gd name="connsiteX166" fmla="*/ 1505579 w 7467600"/>
              <a:gd name="connsiteY166" fmla="*/ 3655526 h 6858000"/>
              <a:gd name="connsiteX167" fmla="*/ 1313114 w 7467600"/>
              <a:gd name="connsiteY167" fmla="*/ 3655216 h 6858000"/>
              <a:gd name="connsiteX168" fmla="*/ 3655073 w 7467600"/>
              <a:gd name="connsiteY168" fmla="*/ 3650884 h 6858000"/>
              <a:gd name="connsiteX169" fmla="*/ 3989938 w 7467600"/>
              <a:gd name="connsiteY169" fmla="*/ 3991685 h 6858000"/>
              <a:gd name="connsiteX170" fmla="*/ 4393907 w 7467600"/>
              <a:gd name="connsiteY170" fmla="*/ 4261258 h 6858000"/>
              <a:gd name="connsiteX171" fmla="*/ 4648051 w 7467600"/>
              <a:gd name="connsiteY171" fmla="*/ 4374051 h 6858000"/>
              <a:gd name="connsiteX172" fmla="*/ 4383389 w 7467600"/>
              <a:gd name="connsiteY172" fmla="*/ 4184369 h 6858000"/>
              <a:gd name="connsiteX173" fmla="*/ 4165508 w 7467600"/>
              <a:gd name="connsiteY173" fmla="*/ 4035196 h 6858000"/>
              <a:gd name="connsiteX174" fmla="*/ 4068162 w 7467600"/>
              <a:gd name="connsiteY174" fmla="*/ 3953394 h 6858000"/>
              <a:gd name="connsiteX175" fmla="*/ 3981416 w 7467600"/>
              <a:gd name="connsiteY175" fmla="*/ 3880482 h 6858000"/>
              <a:gd name="connsiteX176" fmla="*/ 3800147 w 7467600"/>
              <a:gd name="connsiteY176" fmla="*/ 3749872 h 6858000"/>
              <a:gd name="connsiteX177" fmla="*/ 3655073 w 7467600"/>
              <a:gd name="connsiteY177" fmla="*/ 3650884 h 6858000"/>
              <a:gd name="connsiteX178" fmla="*/ 3670252 w 7467600"/>
              <a:gd name="connsiteY178" fmla="*/ 3622798 h 6858000"/>
              <a:gd name="connsiteX179" fmla="*/ 3817258 w 7467600"/>
              <a:gd name="connsiteY179" fmla="*/ 3723577 h 6858000"/>
              <a:gd name="connsiteX180" fmla="*/ 4000461 w 7467600"/>
              <a:gd name="connsiteY180" fmla="*/ 3855966 h 6858000"/>
              <a:gd name="connsiteX181" fmla="*/ 4088180 w 7467600"/>
              <a:gd name="connsiteY181" fmla="*/ 3929774 h 6858000"/>
              <a:gd name="connsiteX182" fmla="*/ 4184555 w 7467600"/>
              <a:gd name="connsiteY182" fmla="*/ 4010683 h 6858000"/>
              <a:gd name="connsiteX183" fmla="*/ 4399563 w 7467600"/>
              <a:gd name="connsiteY183" fmla="*/ 4158106 h 6858000"/>
              <a:gd name="connsiteX184" fmla="*/ 4684469 w 7467600"/>
              <a:gd name="connsiteY184" fmla="*/ 4364680 h 6858000"/>
              <a:gd name="connsiteX185" fmla="*/ 4690271 w 7467600"/>
              <a:gd name="connsiteY185" fmla="*/ 4370034 h 6858000"/>
              <a:gd name="connsiteX186" fmla="*/ 4136093 w 7467600"/>
              <a:gd name="connsiteY186" fmla="*/ 3858466 h 6858000"/>
              <a:gd name="connsiteX187" fmla="*/ 3670252 w 7467600"/>
              <a:gd name="connsiteY187" fmla="*/ 3622798 h 6858000"/>
              <a:gd name="connsiteX188" fmla="*/ 4440129 w 7467600"/>
              <a:gd name="connsiteY188" fmla="*/ 3448571 h 6858000"/>
              <a:gd name="connsiteX189" fmla="*/ 4856525 w 7467600"/>
              <a:gd name="connsiteY189" fmla="*/ 3915351 h 6858000"/>
              <a:gd name="connsiteX190" fmla="*/ 5059055 w 7467600"/>
              <a:gd name="connsiteY190" fmla="*/ 4108918 h 6858000"/>
              <a:gd name="connsiteX191" fmla="*/ 5290070 w 7467600"/>
              <a:gd name="connsiteY191" fmla="*/ 4263619 h 6858000"/>
              <a:gd name="connsiteX192" fmla="*/ 4834991 w 7467600"/>
              <a:gd name="connsiteY192" fmla="*/ 3830985 h 6858000"/>
              <a:gd name="connsiteX193" fmla="*/ 4440129 w 7467600"/>
              <a:gd name="connsiteY193" fmla="*/ 3448571 h 6858000"/>
              <a:gd name="connsiteX194" fmla="*/ 4441737 w 7467600"/>
              <a:gd name="connsiteY194" fmla="*/ 3399734 h 6858000"/>
              <a:gd name="connsiteX195" fmla="*/ 4431236 w 7467600"/>
              <a:gd name="connsiteY195" fmla="*/ 3400954 h 6858000"/>
              <a:gd name="connsiteX196" fmla="*/ 4557150 w 7467600"/>
              <a:gd name="connsiteY196" fmla="*/ 3510023 h 6858000"/>
              <a:gd name="connsiteX197" fmla="*/ 4856936 w 7467600"/>
              <a:gd name="connsiteY197" fmla="*/ 3809146 h 6858000"/>
              <a:gd name="connsiteX198" fmla="*/ 5111996 w 7467600"/>
              <a:gd name="connsiteY198" fmla="*/ 4065759 h 6858000"/>
              <a:gd name="connsiteX199" fmla="*/ 5388878 w 7467600"/>
              <a:gd name="connsiteY199" fmla="*/ 4300185 h 6858000"/>
              <a:gd name="connsiteX200" fmla="*/ 5425556 w 7467600"/>
              <a:gd name="connsiteY200" fmla="*/ 4308967 h 6858000"/>
              <a:gd name="connsiteX201" fmla="*/ 4943646 w 7467600"/>
              <a:gd name="connsiteY201" fmla="*/ 3822916 h 6858000"/>
              <a:gd name="connsiteX202" fmla="*/ 4594837 w 7467600"/>
              <a:gd name="connsiteY202" fmla="*/ 3532274 h 6858000"/>
              <a:gd name="connsiteX203" fmla="*/ 4441737 w 7467600"/>
              <a:gd name="connsiteY203" fmla="*/ 3399734 h 6858000"/>
              <a:gd name="connsiteX204" fmla="*/ 5425834 w 7467600"/>
              <a:gd name="connsiteY204" fmla="*/ 3162785 h 6858000"/>
              <a:gd name="connsiteX205" fmla="*/ 5401644 w 7467600"/>
              <a:gd name="connsiteY205" fmla="*/ 3617847 h 6858000"/>
              <a:gd name="connsiteX206" fmla="*/ 5467256 w 7467600"/>
              <a:gd name="connsiteY206" fmla="*/ 4175494 h 6858000"/>
              <a:gd name="connsiteX207" fmla="*/ 5448069 w 7467600"/>
              <a:gd name="connsiteY207" fmla="*/ 3567554 h 6858000"/>
              <a:gd name="connsiteX208" fmla="*/ 5425834 w 7467600"/>
              <a:gd name="connsiteY208" fmla="*/ 3162785 h 6858000"/>
              <a:gd name="connsiteX209" fmla="*/ 1318687 w 7467600"/>
              <a:gd name="connsiteY209" fmla="*/ 3113840 h 6858000"/>
              <a:gd name="connsiteX210" fmla="*/ 1066793 w 7467600"/>
              <a:gd name="connsiteY210" fmla="*/ 3212171 h 6858000"/>
              <a:gd name="connsiteX211" fmla="*/ 993319 w 7467600"/>
              <a:gd name="connsiteY211" fmla="*/ 3247648 h 6858000"/>
              <a:gd name="connsiteX212" fmla="*/ 853081 w 7467600"/>
              <a:gd name="connsiteY212" fmla="*/ 3312410 h 6858000"/>
              <a:gd name="connsiteX213" fmla="*/ 805957 w 7467600"/>
              <a:gd name="connsiteY213" fmla="*/ 3330443 h 6858000"/>
              <a:gd name="connsiteX214" fmla="*/ 1318687 w 7467600"/>
              <a:gd name="connsiteY214" fmla="*/ 3113840 h 6858000"/>
              <a:gd name="connsiteX215" fmla="*/ 5453702 w 7467600"/>
              <a:gd name="connsiteY215" fmla="*/ 3090882 h 6858000"/>
              <a:gd name="connsiteX216" fmla="*/ 5480135 w 7467600"/>
              <a:gd name="connsiteY216" fmla="*/ 3565802 h 6858000"/>
              <a:gd name="connsiteX217" fmla="*/ 5499023 w 7467600"/>
              <a:gd name="connsiteY217" fmla="*/ 4166310 h 6858000"/>
              <a:gd name="connsiteX218" fmla="*/ 5547022 w 7467600"/>
              <a:gd name="connsiteY218" fmla="*/ 3607838 h 6858000"/>
              <a:gd name="connsiteX219" fmla="*/ 5515964 w 7467600"/>
              <a:gd name="connsiteY219" fmla="*/ 3378541 h 6858000"/>
              <a:gd name="connsiteX220" fmla="*/ 5453702 w 7467600"/>
              <a:gd name="connsiteY220" fmla="*/ 3090882 h 6858000"/>
              <a:gd name="connsiteX221" fmla="*/ 1238695 w 7467600"/>
              <a:gd name="connsiteY221" fmla="*/ 3076820 h 6858000"/>
              <a:gd name="connsiteX222" fmla="*/ 716371 w 7467600"/>
              <a:gd name="connsiteY222" fmla="*/ 3293249 h 6858000"/>
              <a:gd name="connsiteX223" fmla="*/ 579522 w 7467600"/>
              <a:gd name="connsiteY223" fmla="*/ 3371759 h 6858000"/>
              <a:gd name="connsiteX224" fmla="*/ 600288 w 7467600"/>
              <a:gd name="connsiteY224" fmla="*/ 3365555 h 6858000"/>
              <a:gd name="connsiteX225" fmla="*/ 840692 w 7467600"/>
              <a:gd name="connsiteY225" fmla="*/ 3284921 h 6858000"/>
              <a:gd name="connsiteX226" fmla="*/ 979248 w 7467600"/>
              <a:gd name="connsiteY226" fmla="*/ 3221003 h 6858000"/>
              <a:gd name="connsiteX227" fmla="*/ 1053282 w 7467600"/>
              <a:gd name="connsiteY227" fmla="*/ 3185247 h 6858000"/>
              <a:gd name="connsiteX228" fmla="*/ 1320603 w 7467600"/>
              <a:gd name="connsiteY228" fmla="*/ 3081281 h 6858000"/>
              <a:gd name="connsiteX229" fmla="*/ 1238695 w 7467600"/>
              <a:gd name="connsiteY229" fmla="*/ 3076820 h 6858000"/>
              <a:gd name="connsiteX230" fmla="*/ 5425627 w 7467600"/>
              <a:gd name="connsiteY230" fmla="*/ 2954192 h 6858000"/>
              <a:gd name="connsiteX231" fmla="*/ 5470770 w 7467600"/>
              <a:gd name="connsiteY231" fmla="*/ 3005435 h 6858000"/>
              <a:gd name="connsiteX232" fmla="*/ 5519779 w 7467600"/>
              <a:gd name="connsiteY232" fmla="*/ 4359223 h 6858000"/>
              <a:gd name="connsiteX233" fmla="*/ 5520293 w 7467600"/>
              <a:gd name="connsiteY233" fmla="*/ 4360602 h 6858000"/>
              <a:gd name="connsiteX234" fmla="*/ 5767221 w 7467600"/>
              <a:gd name="connsiteY234" fmla="*/ 4665564 h 6858000"/>
              <a:gd name="connsiteX235" fmla="*/ 6937169 w 7467600"/>
              <a:gd name="connsiteY235" fmla="*/ 4815941 h 6858000"/>
              <a:gd name="connsiteX236" fmla="*/ 6953922 w 7467600"/>
              <a:gd name="connsiteY236" fmla="*/ 4890068 h 6858000"/>
              <a:gd name="connsiteX237" fmla="*/ 6071359 w 7467600"/>
              <a:gd name="connsiteY237" fmla="*/ 4770770 h 6858000"/>
              <a:gd name="connsiteX238" fmla="*/ 6038839 w 7467600"/>
              <a:gd name="connsiteY238" fmla="*/ 4764474 h 6858000"/>
              <a:gd name="connsiteX239" fmla="*/ 6038706 w 7467600"/>
              <a:gd name="connsiteY239" fmla="*/ 4763847 h 6858000"/>
              <a:gd name="connsiteX240" fmla="*/ 6037784 w 7467600"/>
              <a:gd name="connsiteY240" fmla="*/ 4764270 h 6858000"/>
              <a:gd name="connsiteX241" fmla="*/ 6038839 w 7467600"/>
              <a:gd name="connsiteY241" fmla="*/ 4764474 h 6858000"/>
              <a:gd name="connsiteX242" fmla="*/ 6040338 w 7467600"/>
              <a:gd name="connsiteY242" fmla="*/ 4771418 h 6858000"/>
              <a:gd name="connsiteX243" fmla="*/ 6024488 w 7467600"/>
              <a:gd name="connsiteY243" fmla="*/ 4809903 h 6858000"/>
              <a:gd name="connsiteX244" fmla="*/ 5599771 w 7467600"/>
              <a:gd name="connsiteY244" fmla="*/ 5509652 h 6858000"/>
              <a:gd name="connsiteX245" fmla="*/ 5548843 w 7467600"/>
              <a:gd name="connsiteY245" fmla="*/ 5563845 h 6858000"/>
              <a:gd name="connsiteX246" fmla="*/ 5940952 w 7467600"/>
              <a:gd name="connsiteY246" fmla="*/ 6250028 h 6858000"/>
              <a:gd name="connsiteX247" fmla="*/ 6043441 w 7467600"/>
              <a:gd name="connsiteY247" fmla="*/ 6665847 h 6858000"/>
              <a:gd name="connsiteX248" fmla="*/ 6093432 w 7467600"/>
              <a:gd name="connsiteY248" fmla="*/ 6858000 h 6858000"/>
              <a:gd name="connsiteX249" fmla="*/ 6034344 w 7467600"/>
              <a:gd name="connsiteY249" fmla="*/ 6858000 h 6858000"/>
              <a:gd name="connsiteX250" fmla="*/ 6026679 w 7467600"/>
              <a:gd name="connsiteY250" fmla="*/ 6836959 h 6858000"/>
              <a:gd name="connsiteX251" fmla="*/ 5800441 w 7467600"/>
              <a:gd name="connsiteY251" fmla="*/ 6335286 h 6858000"/>
              <a:gd name="connsiteX252" fmla="*/ 5526562 w 7467600"/>
              <a:gd name="connsiteY252" fmla="*/ 5705388 h 6858000"/>
              <a:gd name="connsiteX253" fmla="*/ 5519640 w 7467600"/>
              <a:gd name="connsiteY253" fmla="*/ 5683774 h 6858000"/>
              <a:gd name="connsiteX254" fmla="*/ 5844559 w 7467600"/>
              <a:gd name="connsiteY254" fmla="*/ 6553349 h 6858000"/>
              <a:gd name="connsiteX255" fmla="*/ 5975994 w 7467600"/>
              <a:gd name="connsiteY255" fmla="*/ 6858000 h 6858000"/>
              <a:gd name="connsiteX256" fmla="*/ 5898547 w 7467600"/>
              <a:gd name="connsiteY256" fmla="*/ 6858000 h 6858000"/>
              <a:gd name="connsiteX257" fmla="*/ 5682041 w 7467600"/>
              <a:gd name="connsiteY257" fmla="*/ 6355860 h 6858000"/>
              <a:gd name="connsiteX258" fmla="*/ 5461758 w 7467600"/>
              <a:gd name="connsiteY258" fmla="*/ 5820220 h 6858000"/>
              <a:gd name="connsiteX259" fmla="*/ 5237282 w 7467600"/>
              <a:gd name="connsiteY259" fmla="*/ 6579086 h 6858000"/>
              <a:gd name="connsiteX260" fmla="*/ 5115009 w 7467600"/>
              <a:gd name="connsiteY260" fmla="*/ 6858000 h 6858000"/>
              <a:gd name="connsiteX261" fmla="*/ 5028074 w 7467600"/>
              <a:gd name="connsiteY261" fmla="*/ 6858000 h 6858000"/>
              <a:gd name="connsiteX262" fmla="*/ 5079508 w 7467600"/>
              <a:gd name="connsiteY262" fmla="*/ 6749074 h 6858000"/>
              <a:gd name="connsiteX263" fmla="*/ 5371846 w 7467600"/>
              <a:gd name="connsiteY263" fmla="*/ 5924413 h 6858000"/>
              <a:gd name="connsiteX264" fmla="*/ 5270512 w 7467600"/>
              <a:gd name="connsiteY264" fmla="*/ 6138975 h 6858000"/>
              <a:gd name="connsiteX265" fmla="*/ 5062409 w 7467600"/>
              <a:gd name="connsiteY265" fmla="*/ 6653544 h 6858000"/>
              <a:gd name="connsiteX266" fmla="*/ 5036628 w 7467600"/>
              <a:gd name="connsiteY266" fmla="*/ 6754247 h 6858000"/>
              <a:gd name="connsiteX267" fmla="*/ 5009112 w 7467600"/>
              <a:gd name="connsiteY267" fmla="*/ 6858000 h 6858000"/>
              <a:gd name="connsiteX268" fmla="*/ 4976679 w 7467600"/>
              <a:gd name="connsiteY268" fmla="*/ 6858000 h 6858000"/>
              <a:gd name="connsiteX269" fmla="*/ 5006537 w 7467600"/>
              <a:gd name="connsiteY269" fmla="*/ 6747068 h 6858000"/>
              <a:gd name="connsiteX270" fmla="*/ 5032723 w 7467600"/>
              <a:gd name="connsiteY270" fmla="*/ 6644957 h 6858000"/>
              <a:gd name="connsiteX271" fmla="*/ 5242949 w 7467600"/>
              <a:gd name="connsiteY271" fmla="*/ 6125175 h 6858000"/>
              <a:gd name="connsiteX272" fmla="*/ 5286321 w 7467600"/>
              <a:gd name="connsiteY272" fmla="*/ 6033555 h 6858000"/>
              <a:gd name="connsiteX273" fmla="*/ 5008210 w 7467600"/>
              <a:gd name="connsiteY273" fmla="*/ 6649194 h 6858000"/>
              <a:gd name="connsiteX274" fmla="*/ 4986321 w 7467600"/>
              <a:gd name="connsiteY274" fmla="*/ 6765687 h 6858000"/>
              <a:gd name="connsiteX275" fmla="*/ 4973474 w 7467600"/>
              <a:gd name="connsiteY275" fmla="*/ 6858000 h 6858000"/>
              <a:gd name="connsiteX276" fmla="*/ 4907178 w 7467600"/>
              <a:gd name="connsiteY276" fmla="*/ 6858000 h 6858000"/>
              <a:gd name="connsiteX277" fmla="*/ 4910810 w 7467600"/>
              <a:gd name="connsiteY277" fmla="*/ 6829660 h 6858000"/>
              <a:gd name="connsiteX278" fmla="*/ 4987461 w 7467600"/>
              <a:gd name="connsiteY278" fmla="*/ 6432994 h 6858000"/>
              <a:gd name="connsiteX279" fmla="*/ 5179262 w 7467600"/>
              <a:gd name="connsiteY279" fmla="*/ 6035044 h 6858000"/>
              <a:gd name="connsiteX280" fmla="*/ 4689678 w 7467600"/>
              <a:gd name="connsiteY280" fmla="*/ 6440241 h 6858000"/>
              <a:gd name="connsiteX281" fmla="*/ 4477543 w 7467600"/>
              <a:gd name="connsiteY281" fmla="*/ 6674836 h 6858000"/>
              <a:gd name="connsiteX282" fmla="*/ 4329957 w 7467600"/>
              <a:gd name="connsiteY282" fmla="*/ 6858000 h 6858000"/>
              <a:gd name="connsiteX283" fmla="*/ 4218595 w 7467600"/>
              <a:gd name="connsiteY283" fmla="*/ 6858000 h 6858000"/>
              <a:gd name="connsiteX284" fmla="*/ 4368888 w 7467600"/>
              <a:gd name="connsiteY284" fmla="*/ 6668412 h 6858000"/>
              <a:gd name="connsiteX285" fmla="*/ 4563091 w 7467600"/>
              <a:gd name="connsiteY285" fmla="*/ 6442508 h 6858000"/>
              <a:gd name="connsiteX286" fmla="*/ 5387324 w 7467600"/>
              <a:gd name="connsiteY286" fmla="*/ 5705830 h 6858000"/>
              <a:gd name="connsiteX287" fmla="*/ 5073620 w 7467600"/>
              <a:gd name="connsiteY287" fmla="*/ 5955437 h 6858000"/>
              <a:gd name="connsiteX288" fmla="*/ 4689789 w 7467600"/>
              <a:gd name="connsiteY288" fmla="*/ 6268382 h 6858000"/>
              <a:gd name="connsiteX289" fmla="*/ 4418722 w 7467600"/>
              <a:gd name="connsiteY289" fmla="*/ 6570886 h 6858000"/>
              <a:gd name="connsiteX290" fmla="*/ 4214944 w 7467600"/>
              <a:gd name="connsiteY290" fmla="*/ 6858000 h 6858000"/>
              <a:gd name="connsiteX291" fmla="*/ 4177898 w 7467600"/>
              <a:gd name="connsiteY291" fmla="*/ 6858000 h 6858000"/>
              <a:gd name="connsiteX292" fmla="*/ 4391597 w 7467600"/>
              <a:gd name="connsiteY292" fmla="*/ 6556370 h 6858000"/>
              <a:gd name="connsiteX293" fmla="*/ 4668889 w 7467600"/>
              <a:gd name="connsiteY293" fmla="*/ 6246399 h 6858000"/>
              <a:gd name="connsiteX294" fmla="*/ 5055427 w 7467600"/>
              <a:gd name="connsiteY294" fmla="*/ 5931476 h 6858000"/>
              <a:gd name="connsiteX295" fmla="*/ 5371814 w 7467600"/>
              <a:gd name="connsiteY295" fmla="*/ 5678975 h 6858000"/>
              <a:gd name="connsiteX296" fmla="*/ 4987918 w 7467600"/>
              <a:gd name="connsiteY296" fmla="*/ 5838701 h 6858000"/>
              <a:gd name="connsiteX297" fmla="*/ 4317146 w 7467600"/>
              <a:gd name="connsiteY297" fmla="*/ 6587716 h 6858000"/>
              <a:gd name="connsiteX298" fmla="*/ 4171627 w 7467600"/>
              <a:gd name="connsiteY298" fmla="*/ 6858000 h 6858000"/>
              <a:gd name="connsiteX299" fmla="*/ 4081585 w 7467600"/>
              <a:gd name="connsiteY299" fmla="*/ 6858000 h 6858000"/>
              <a:gd name="connsiteX300" fmla="*/ 4238603 w 7467600"/>
              <a:gd name="connsiteY300" fmla="*/ 6559341 h 6858000"/>
              <a:gd name="connsiteX301" fmla="*/ 4778333 w 7467600"/>
              <a:gd name="connsiteY301" fmla="*/ 5873626 h 6858000"/>
              <a:gd name="connsiteX302" fmla="*/ 5414185 w 7467600"/>
              <a:gd name="connsiteY302" fmla="*/ 5573882 h 6858000"/>
              <a:gd name="connsiteX303" fmla="*/ 5959648 w 7467600"/>
              <a:gd name="connsiteY303" fmla="*/ 4760797 h 6858000"/>
              <a:gd name="connsiteX304" fmla="*/ 5355019 w 7467600"/>
              <a:gd name="connsiteY304" fmla="*/ 4734672 h 6858000"/>
              <a:gd name="connsiteX305" fmla="*/ 5083565 w 7467600"/>
              <a:gd name="connsiteY305" fmla="*/ 5179121 h 6858000"/>
              <a:gd name="connsiteX306" fmla="*/ 4713577 w 7467600"/>
              <a:gd name="connsiteY306" fmla="*/ 5616803 h 6858000"/>
              <a:gd name="connsiteX307" fmla="*/ 3989559 w 7467600"/>
              <a:gd name="connsiteY307" fmla="*/ 6145945 h 6858000"/>
              <a:gd name="connsiteX308" fmla="*/ 3939824 w 7467600"/>
              <a:gd name="connsiteY308" fmla="*/ 6066900 h 6858000"/>
              <a:gd name="connsiteX309" fmla="*/ 4584537 w 7467600"/>
              <a:gd name="connsiteY309" fmla="*/ 5324826 h 6858000"/>
              <a:gd name="connsiteX310" fmla="*/ 5037105 w 7467600"/>
              <a:gd name="connsiteY310" fmla="*/ 5088765 h 6858000"/>
              <a:gd name="connsiteX311" fmla="*/ 5039930 w 7467600"/>
              <a:gd name="connsiteY311" fmla="*/ 5089585 h 6858000"/>
              <a:gd name="connsiteX312" fmla="*/ 5263764 w 7467600"/>
              <a:gd name="connsiteY312" fmla="*/ 4735525 h 6858000"/>
              <a:gd name="connsiteX313" fmla="*/ 4086300 w 7467600"/>
              <a:gd name="connsiteY313" fmla="*/ 4884599 h 6858000"/>
              <a:gd name="connsiteX314" fmla="*/ 4085485 w 7467600"/>
              <a:gd name="connsiteY314" fmla="*/ 4899070 h 6858000"/>
              <a:gd name="connsiteX315" fmla="*/ 3871915 w 7467600"/>
              <a:gd name="connsiteY315" fmla="*/ 5253645 h 6858000"/>
              <a:gd name="connsiteX316" fmla="*/ 3799374 w 7467600"/>
              <a:gd name="connsiteY316" fmla="*/ 5466127 h 6858000"/>
              <a:gd name="connsiteX317" fmla="*/ 3498850 w 7467600"/>
              <a:gd name="connsiteY317" fmla="*/ 6661888 h 6858000"/>
              <a:gd name="connsiteX318" fmla="*/ 3399216 w 7467600"/>
              <a:gd name="connsiteY318" fmla="*/ 6858000 h 6858000"/>
              <a:gd name="connsiteX319" fmla="*/ 3303688 w 7467600"/>
              <a:gd name="connsiteY319" fmla="*/ 6858000 h 6858000"/>
              <a:gd name="connsiteX320" fmla="*/ 3391774 w 7467600"/>
              <a:gd name="connsiteY320" fmla="*/ 6697181 h 6858000"/>
              <a:gd name="connsiteX321" fmla="*/ 3735540 w 7467600"/>
              <a:gd name="connsiteY321" fmla="*/ 5546923 h 6858000"/>
              <a:gd name="connsiteX322" fmla="*/ 3729438 w 7467600"/>
              <a:gd name="connsiteY322" fmla="*/ 5569058 h 6858000"/>
              <a:gd name="connsiteX323" fmla="*/ 3707782 w 7467600"/>
              <a:gd name="connsiteY323" fmla="*/ 5644908 h 6858000"/>
              <a:gd name="connsiteX324" fmla="*/ 3583827 w 7467600"/>
              <a:gd name="connsiteY324" fmla="*/ 6039215 h 6858000"/>
              <a:gd name="connsiteX325" fmla="*/ 3547861 w 7467600"/>
              <a:gd name="connsiteY325" fmla="*/ 6129609 h 6858000"/>
              <a:gd name="connsiteX326" fmla="*/ 3490905 w 7467600"/>
              <a:gd name="connsiteY326" fmla="*/ 6277660 h 6858000"/>
              <a:gd name="connsiteX327" fmla="*/ 3455859 w 7467600"/>
              <a:gd name="connsiteY327" fmla="*/ 6391301 h 6858000"/>
              <a:gd name="connsiteX328" fmla="*/ 3429112 w 7467600"/>
              <a:gd name="connsiteY328" fmla="*/ 6479469 h 6858000"/>
              <a:gd name="connsiteX329" fmla="*/ 3304862 w 7467600"/>
              <a:gd name="connsiteY329" fmla="*/ 6796476 h 6858000"/>
              <a:gd name="connsiteX330" fmla="*/ 3276071 w 7467600"/>
              <a:gd name="connsiteY330" fmla="*/ 6858000 h 6858000"/>
              <a:gd name="connsiteX331" fmla="*/ 3240805 w 7467600"/>
              <a:gd name="connsiteY331" fmla="*/ 6858000 h 6858000"/>
              <a:gd name="connsiteX332" fmla="*/ 3275917 w 7467600"/>
              <a:gd name="connsiteY332" fmla="*/ 6783192 h 6858000"/>
              <a:gd name="connsiteX333" fmla="*/ 3399358 w 7467600"/>
              <a:gd name="connsiteY333" fmla="*/ 6469011 h 6858000"/>
              <a:gd name="connsiteX334" fmla="*/ 3425650 w 7467600"/>
              <a:gd name="connsiteY334" fmla="*/ 6381333 h 6858000"/>
              <a:gd name="connsiteX335" fmla="*/ 3460661 w 7467600"/>
              <a:gd name="connsiteY335" fmla="*/ 6266763 h 6858000"/>
              <a:gd name="connsiteX336" fmla="*/ 3518021 w 7467600"/>
              <a:gd name="connsiteY336" fmla="*/ 6117298 h 6858000"/>
              <a:gd name="connsiteX337" fmla="*/ 3554035 w 7467600"/>
              <a:gd name="connsiteY337" fmla="*/ 6027832 h 6858000"/>
              <a:gd name="connsiteX338" fmla="*/ 3677174 w 7467600"/>
              <a:gd name="connsiteY338" fmla="*/ 5636351 h 6858000"/>
              <a:gd name="connsiteX339" fmla="*/ 3698819 w 7467600"/>
              <a:gd name="connsiteY339" fmla="*/ 5560503 h 6858000"/>
              <a:gd name="connsiteX340" fmla="*/ 3702094 w 7467600"/>
              <a:gd name="connsiteY340" fmla="*/ 5549194 h 6858000"/>
              <a:gd name="connsiteX341" fmla="*/ 3398355 w 7467600"/>
              <a:gd name="connsiteY341" fmla="*/ 6094603 h 6858000"/>
              <a:gd name="connsiteX342" fmla="*/ 3193941 w 7467600"/>
              <a:gd name="connsiteY342" fmla="*/ 6798775 h 6858000"/>
              <a:gd name="connsiteX343" fmla="*/ 3184140 w 7467600"/>
              <a:gd name="connsiteY343" fmla="*/ 6858000 h 6858000"/>
              <a:gd name="connsiteX344" fmla="*/ 3099978 w 7467600"/>
              <a:gd name="connsiteY344" fmla="*/ 6858000 h 6858000"/>
              <a:gd name="connsiteX345" fmla="*/ 3101556 w 7467600"/>
              <a:gd name="connsiteY345" fmla="*/ 6843337 h 6858000"/>
              <a:gd name="connsiteX346" fmla="*/ 3370162 w 7467600"/>
              <a:gd name="connsiteY346" fmla="*/ 5785550 h 6858000"/>
              <a:gd name="connsiteX347" fmla="*/ 3746477 w 7467600"/>
              <a:gd name="connsiteY347" fmla="*/ 5377889 h 6858000"/>
              <a:gd name="connsiteX348" fmla="*/ 3863399 w 7467600"/>
              <a:gd name="connsiteY348" fmla="*/ 5087257 h 6858000"/>
              <a:gd name="connsiteX349" fmla="*/ 3968712 w 7467600"/>
              <a:gd name="connsiteY349" fmla="*/ 4913989 h 6858000"/>
              <a:gd name="connsiteX350" fmla="*/ 2792390 w 7467600"/>
              <a:gd name="connsiteY350" fmla="*/ 5382974 h 6858000"/>
              <a:gd name="connsiteX351" fmla="*/ 2714982 w 7467600"/>
              <a:gd name="connsiteY351" fmla="*/ 5427051 h 6858000"/>
              <a:gd name="connsiteX352" fmla="*/ 2813361 w 7467600"/>
              <a:gd name="connsiteY352" fmla="*/ 6023912 h 6858000"/>
              <a:gd name="connsiteX353" fmla="*/ 2688430 w 7467600"/>
              <a:gd name="connsiteY353" fmla="*/ 6801564 h 6858000"/>
              <a:gd name="connsiteX354" fmla="*/ 2629626 w 7467600"/>
              <a:gd name="connsiteY354" fmla="*/ 6763394 h 6858000"/>
              <a:gd name="connsiteX355" fmla="*/ 2565328 w 7467600"/>
              <a:gd name="connsiteY355" fmla="*/ 5516399 h 6858000"/>
              <a:gd name="connsiteX356" fmla="*/ 1922999 w 7467600"/>
              <a:gd name="connsiteY356" fmla="*/ 5980343 h 6858000"/>
              <a:gd name="connsiteX357" fmla="*/ 1950261 w 7467600"/>
              <a:gd name="connsiteY357" fmla="*/ 6405858 h 6858000"/>
              <a:gd name="connsiteX358" fmla="*/ 2365554 w 7467600"/>
              <a:gd name="connsiteY358" fmla="*/ 6759107 h 6858000"/>
              <a:gd name="connsiteX359" fmla="*/ 2424142 w 7467600"/>
              <a:gd name="connsiteY359" fmla="*/ 6858000 h 6858000"/>
              <a:gd name="connsiteX360" fmla="*/ 2395994 w 7467600"/>
              <a:gd name="connsiteY360" fmla="*/ 6858000 h 6858000"/>
              <a:gd name="connsiteX361" fmla="*/ 2392863 w 7467600"/>
              <a:gd name="connsiteY361" fmla="*/ 6852964 h 6858000"/>
              <a:gd name="connsiteX362" fmla="*/ 2017589 w 7467600"/>
              <a:gd name="connsiteY362" fmla="*/ 6493982 h 6858000"/>
              <a:gd name="connsiteX363" fmla="*/ 2147336 w 7467600"/>
              <a:gd name="connsiteY363" fmla="*/ 6594052 h 6858000"/>
              <a:gd name="connsiteX364" fmla="*/ 2207047 w 7467600"/>
              <a:gd name="connsiteY364" fmla="*/ 6654540 h 6858000"/>
              <a:gd name="connsiteX365" fmla="*/ 2299106 w 7467600"/>
              <a:gd name="connsiteY365" fmla="*/ 6778931 h 6858000"/>
              <a:gd name="connsiteX366" fmla="*/ 2314430 w 7467600"/>
              <a:gd name="connsiteY366" fmla="*/ 6801144 h 6858000"/>
              <a:gd name="connsiteX367" fmla="*/ 2352406 w 7467600"/>
              <a:gd name="connsiteY367" fmla="*/ 6858000 h 6858000"/>
              <a:gd name="connsiteX368" fmla="*/ 2314492 w 7467600"/>
              <a:gd name="connsiteY368" fmla="*/ 6858000 h 6858000"/>
              <a:gd name="connsiteX369" fmla="*/ 2288095 w 7467600"/>
              <a:gd name="connsiteY369" fmla="*/ 6818030 h 6858000"/>
              <a:gd name="connsiteX370" fmla="*/ 2272768 w 7467600"/>
              <a:gd name="connsiteY370" fmla="*/ 6795822 h 6858000"/>
              <a:gd name="connsiteX371" fmla="*/ 2182715 w 7467600"/>
              <a:gd name="connsiteY371" fmla="*/ 6675071 h 6858000"/>
              <a:gd name="connsiteX372" fmla="*/ 2032061 w 7467600"/>
              <a:gd name="connsiteY372" fmla="*/ 6541380 h 6858000"/>
              <a:gd name="connsiteX373" fmla="*/ 2257220 w 7467600"/>
              <a:gd name="connsiteY373" fmla="*/ 6826257 h 6858000"/>
              <a:gd name="connsiteX374" fmla="*/ 2281324 w 7467600"/>
              <a:gd name="connsiteY374" fmla="*/ 6858000 h 6858000"/>
              <a:gd name="connsiteX375" fmla="*/ 2242860 w 7467600"/>
              <a:gd name="connsiteY375" fmla="*/ 6858000 h 6858000"/>
              <a:gd name="connsiteX376" fmla="*/ 2232818 w 7467600"/>
              <a:gd name="connsiteY376" fmla="*/ 6844926 h 6858000"/>
              <a:gd name="connsiteX377" fmla="*/ 1990172 w 7467600"/>
              <a:gd name="connsiteY377" fmla="*/ 6542121 h 6858000"/>
              <a:gd name="connsiteX378" fmla="*/ 2124090 w 7467600"/>
              <a:gd name="connsiteY378" fmla="*/ 6761017 h 6858000"/>
              <a:gd name="connsiteX379" fmla="*/ 2200380 w 7467600"/>
              <a:gd name="connsiteY379" fmla="*/ 6858000 h 6858000"/>
              <a:gd name="connsiteX380" fmla="*/ 2147507 w 7467600"/>
              <a:gd name="connsiteY380" fmla="*/ 6858000 h 6858000"/>
              <a:gd name="connsiteX381" fmla="*/ 2070668 w 7467600"/>
              <a:gd name="connsiteY381" fmla="*/ 6761520 h 6858000"/>
              <a:gd name="connsiteX382" fmla="*/ 1975142 w 7467600"/>
              <a:gd name="connsiteY382" fmla="*/ 6585570 h 6858000"/>
              <a:gd name="connsiteX383" fmla="*/ 2050035 w 7467600"/>
              <a:gd name="connsiteY383" fmla="*/ 6813345 h 6858000"/>
              <a:gd name="connsiteX384" fmla="*/ 2063025 w 7467600"/>
              <a:gd name="connsiteY384" fmla="*/ 6858000 h 6858000"/>
              <a:gd name="connsiteX385" fmla="*/ 2021675 w 7467600"/>
              <a:gd name="connsiteY385" fmla="*/ 6858000 h 6858000"/>
              <a:gd name="connsiteX386" fmla="*/ 2019308 w 7467600"/>
              <a:gd name="connsiteY386" fmla="*/ 6847118 h 6858000"/>
              <a:gd name="connsiteX387" fmla="*/ 1938835 w 7467600"/>
              <a:gd name="connsiteY387" fmla="*/ 6551160 h 6858000"/>
              <a:gd name="connsiteX388" fmla="*/ 1953230 w 7467600"/>
              <a:gd name="connsiteY388" fmla="*/ 6759699 h 6858000"/>
              <a:gd name="connsiteX389" fmla="*/ 1956763 w 7467600"/>
              <a:gd name="connsiteY389" fmla="*/ 6778191 h 6858000"/>
              <a:gd name="connsiteX390" fmla="*/ 1967925 w 7467600"/>
              <a:gd name="connsiteY390" fmla="*/ 6858000 h 6858000"/>
              <a:gd name="connsiteX391" fmla="*/ 1936622 w 7467600"/>
              <a:gd name="connsiteY391" fmla="*/ 6858000 h 6858000"/>
              <a:gd name="connsiteX392" fmla="*/ 1926261 w 7467600"/>
              <a:gd name="connsiteY392" fmla="*/ 6784064 h 6858000"/>
              <a:gd name="connsiteX393" fmla="*/ 1922724 w 7467600"/>
              <a:gd name="connsiteY393" fmla="*/ 6765577 h 6858000"/>
              <a:gd name="connsiteX394" fmla="*/ 1904650 w 7467600"/>
              <a:gd name="connsiteY394" fmla="*/ 6639616 h 6858000"/>
              <a:gd name="connsiteX395" fmla="*/ 1885273 w 7467600"/>
              <a:gd name="connsiteY395" fmla="*/ 6858000 h 6858000"/>
              <a:gd name="connsiteX396" fmla="*/ 1854363 w 7467600"/>
              <a:gd name="connsiteY396" fmla="*/ 6858000 h 6858000"/>
              <a:gd name="connsiteX397" fmla="*/ 1880391 w 7467600"/>
              <a:gd name="connsiteY397" fmla="*/ 6603796 h 6858000"/>
              <a:gd name="connsiteX398" fmla="*/ 1818273 w 7467600"/>
              <a:gd name="connsiteY398" fmla="*/ 6715729 h 6858000"/>
              <a:gd name="connsiteX399" fmla="*/ 1794691 w 7467600"/>
              <a:gd name="connsiteY399" fmla="*/ 6843239 h 6858000"/>
              <a:gd name="connsiteX400" fmla="*/ 1794914 w 7467600"/>
              <a:gd name="connsiteY400" fmla="*/ 6858000 h 6858000"/>
              <a:gd name="connsiteX401" fmla="*/ 1746128 w 7467600"/>
              <a:gd name="connsiteY401" fmla="*/ 6858000 h 6858000"/>
              <a:gd name="connsiteX402" fmla="*/ 1753934 w 7467600"/>
              <a:gd name="connsiteY402" fmla="*/ 6724796 h 6858000"/>
              <a:gd name="connsiteX403" fmla="*/ 1792053 w 7467600"/>
              <a:gd name="connsiteY403" fmla="*/ 6572396 h 6858000"/>
              <a:gd name="connsiteX404" fmla="*/ 1862248 w 7467600"/>
              <a:gd name="connsiteY404" fmla="*/ 6266397 h 6858000"/>
              <a:gd name="connsiteX405" fmla="*/ 1862250 w 7467600"/>
              <a:gd name="connsiteY405" fmla="*/ 6033531 h 6858000"/>
              <a:gd name="connsiteX406" fmla="*/ 1211999 w 7467600"/>
              <a:gd name="connsiteY406" fmla="*/ 6683610 h 6858000"/>
              <a:gd name="connsiteX407" fmla="*/ 1213266 w 7467600"/>
              <a:gd name="connsiteY407" fmla="*/ 6691947 h 6858000"/>
              <a:gd name="connsiteX408" fmla="*/ 1203370 w 7467600"/>
              <a:gd name="connsiteY408" fmla="*/ 6850676 h 6858000"/>
              <a:gd name="connsiteX409" fmla="*/ 1203671 w 7467600"/>
              <a:gd name="connsiteY409" fmla="*/ 6858000 h 6858000"/>
              <a:gd name="connsiteX410" fmla="*/ 1143180 w 7467600"/>
              <a:gd name="connsiteY410" fmla="*/ 6858000 h 6858000"/>
              <a:gd name="connsiteX411" fmla="*/ 1142176 w 7467600"/>
              <a:gd name="connsiteY411" fmla="*/ 6766045 h 6858000"/>
              <a:gd name="connsiteX412" fmla="*/ 1067484 w 7467600"/>
              <a:gd name="connsiteY412" fmla="*/ 6858000 h 6858000"/>
              <a:gd name="connsiteX413" fmla="*/ 953928 w 7467600"/>
              <a:gd name="connsiteY413" fmla="*/ 6858000 h 6858000"/>
              <a:gd name="connsiteX414" fmla="*/ 959715 w 7467600"/>
              <a:gd name="connsiteY414" fmla="*/ 6850185 h 6858000"/>
              <a:gd name="connsiteX415" fmla="*/ 1483788 w 7467600"/>
              <a:gd name="connsiteY415" fmla="*/ 6259174 h 6858000"/>
              <a:gd name="connsiteX416" fmla="*/ 1100671 w 7467600"/>
              <a:gd name="connsiteY416" fmla="*/ 6252137 h 6858000"/>
              <a:gd name="connsiteX417" fmla="*/ 1090144 w 7467600"/>
              <a:gd name="connsiteY417" fmla="*/ 6256748 h 6858000"/>
              <a:gd name="connsiteX418" fmla="*/ 1095872 w 7467600"/>
              <a:gd name="connsiteY418" fmla="*/ 6271892 h 6858000"/>
              <a:gd name="connsiteX419" fmla="*/ 262785 w 7467600"/>
              <a:gd name="connsiteY419" fmla="*/ 6845450 h 6858000"/>
              <a:gd name="connsiteX420" fmla="*/ 209968 w 7467600"/>
              <a:gd name="connsiteY420" fmla="*/ 6770713 h 6858000"/>
              <a:gd name="connsiteX421" fmla="*/ 873460 w 7467600"/>
              <a:gd name="connsiteY421" fmla="*/ 6253768 h 6858000"/>
              <a:gd name="connsiteX422" fmla="*/ 192686 w 7467600"/>
              <a:gd name="connsiteY422" fmla="*/ 5849257 h 6858000"/>
              <a:gd name="connsiteX423" fmla="*/ 4696 w 7467600"/>
              <a:gd name="connsiteY423" fmla="*/ 5697668 h 6858000"/>
              <a:gd name="connsiteX424" fmla="*/ 0 w 7467600"/>
              <a:gd name="connsiteY424" fmla="*/ 5689984 h 6858000"/>
              <a:gd name="connsiteX425" fmla="*/ 0 w 7467600"/>
              <a:gd name="connsiteY425" fmla="*/ 5513472 h 6858000"/>
              <a:gd name="connsiteX426" fmla="*/ 174101 w 7467600"/>
              <a:gd name="connsiteY426" fmla="*/ 5620277 h 6858000"/>
              <a:gd name="connsiteX427" fmla="*/ 891800 w 7467600"/>
              <a:gd name="connsiteY427" fmla="*/ 6036935 h 6858000"/>
              <a:gd name="connsiteX428" fmla="*/ 1072219 w 7467600"/>
              <a:gd name="connsiteY428" fmla="*/ 6169443 h 6858000"/>
              <a:gd name="connsiteX429" fmla="*/ 1074117 w 7467600"/>
              <a:gd name="connsiteY429" fmla="*/ 6170301 h 6858000"/>
              <a:gd name="connsiteX430" fmla="*/ 1083114 w 7467600"/>
              <a:gd name="connsiteY430" fmla="*/ 6174131 h 6858000"/>
              <a:gd name="connsiteX431" fmla="*/ 1543010 w 7467600"/>
              <a:gd name="connsiteY431" fmla="*/ 6191140 h 6858000"/>
              <a:gd name="connsiteX432" fmla="*/ 1551080 w 7467600"/>
              <a:gd name="connsiteY432" fmla="*/ 6195006 h 6858000"/>
              <a:gd name="connsiteX433" fmla="*/ 2345443 w 7467600"/>
              <a:gd name="connsiteY433" fmla="*/ 5549882 h 6858000"/>
              <a:gd name="connsiteX434" fmla="*/ 1721499 w 7467600"/>
              <a:gd name="connsiteY434" fmla="*/ 5599969 h 6858000"/>
              <a:gd name="connsiteX435" fmla="*/ 767716 w 7467600"/>
              <a:gd name="connsiteY435" fmla="*/ 5472768 h 6858000"/>
              <a:gd name="connsiteX436" fmla="*/ 722147 w 7467600"/>
              <a:gd name="connsiteY436" fmla="*/ 5393091 h 6858000"/>
              <a:gd name="connsiteX437" fmla="*/ 1485552 w 7467600"/>
              <a:gd name="connsiteY437" fmla="*/ 5313202 h 6858000"/>
              <a:gd name="connsiteX438" fmla="*/ 2143004 w 7467600"/>
              <a:gd name="connsiteY438" fmla="*/ 5402420 h 6858000"/>
              <a:gd name="connsiteX439" fmla="*/ 1933391 w 7467600"/>
              <a:gd name="connsiteY439" fmla="*/ 5156971 h 6858000"/>
              <a:gd name="connsiteX440" fmla="*/ 1827118 w 7467600"/>
              <a:gd name="connsiteY440" fmla="*/ 4968410 h 6858000"/>
              <a:gd name="connsiteX441" fmla="*/ 1837349 w 7467600"/>
              <a:gd name="connsiteY441" fmla="*/ 4956357 h 6858000"/>
              <a:gd name="connsiteX442" fmla="*/ 2162835 w 7467600"/>
              <a:gd name="connsiteY442" fmla="*/ 5187853 h 6858000"/>
              <a:gd name="connsiteX443" fmla="*/ 2257167 w 7467600"/>
              <a:gd name="connsiteY443" fmla="*/ 5462123 h 6858000"/>
              <a:gd name="connsiteX444" fmla="*/ 2261598 w 7467600"/>
              <a:gd name="connsiteY444" fmla="*/ 5467998 h 6858000"/>
              <a:gd name="connsiteX445" fmla="*/ 2437177 w 7467600"/>
              <a:gd name="connsiteY445" fmla="*/ 5479608 h 6858000"/>
              <a:gd name="connsiteX446" fmla="*/ 2445247 w 7467600"/>
              <a:gd name="connsiteY446" fmla="*/ 5483476 h 6858000"/>
              <a:gd name="connsiteX447" fmla="*/ 2743626 w 7467600"/>
              <a:gd name="connsiteY447" fmla="*/ 5304819 h 6858000"/>
              <a:gd name="connsiteX448" fmla="*/ 3048102 w 7467600"/>
              <a:gd name="connsiteY448" fmla="*/ 5150595 h 6858000"/>
              <a:gd name="connsiteX449" fmla="*/ 1799414 w 7467600"/>
              <a:gd name="connsiteY449" fmla="*/ 4694732 h 6858000"/>
              <a:gd name="connsiteX450" fmla="*/ 1771735 w 7467600"/>
              <a:gd name="connsiteY450" fmla="*/ 4619929 h 6858000"/>
              <a:gd name="connsiteX451" fmla="*/ 3104273 w 7467600"/>
              <a:gd name="connsiteY451" fmla="*/ 5076159 h 6858000"/>
              <a:gd name="connsiteX452" fmla="*/ 3113245 w 7467600"/>
              <a:gd name="connsiteY452" fmla="*/ 5090705 h 6858000"/>
              <a:gd name="connsiteX453" fmla="*/ 3126294 w 7467600"/>
              <a:gd name="connsiteY453" fmla="*/ 5114400 h 6858000"/>
              <a:gd name="connsiteX454" fmla="*/ 3937433 w 7467600"/>
              <a:gd name="connsiteY454" fmla="*/ 4830473 h 6858000"/>
              <a:gd name="connsiteX455" fmla="*/ 3590475 w 7467600"/>
              <a:gd name="connsiteY455" fmla="*/ 4597974 h 6858000"/>
              <a:gd name="connsiteX456" fmla="*/ 3100264 w 7467600"/>
              <a:gd name="connsiteY456" fmla="*/ 4579845 h 6858000"/>
              <a:gd name="connsiteX457" fmla="*/ 2183576 w 7467600"/>
              <a:gd name="connsiteY457" fmla="*/ 4227150 h 6858000"/>
              <a:gd name="connsiteX458" fmla="*/ 2151029 w 7467600"/>
              <a:gd name="connsiteY458" fmla="*/ 4146947 h 6858000"/>
              <a:gd name="connsiteX459" fmla="*/ 3563434 w 7467600"/>
              <a:gd name="connsiteY459" fmla="*/ 4469115 h 6858000"/>
              <a:gd name="connsiteX460" fmla="*/ 3177952 w 7467600"/>
              <a:gd name="connsiteY460" fmla="*/ 3657386 h 6858000"/>
              <a:gd name="connsiteX461" fmla="*/ 3189263 w 7467600"/>
              <a:gd name="connsiteY461" fmla="*/ 3625726 h 6858000"/>
              <a:gd name="connsiteX462" fmla="*/ 3560912 w 7467600"/>
              <a:gd name="connsiteY462" fmla="*/ 4079863 h 6858000"/>
              <a:gd name="connsiteX463" fmla="*/ 3626636 w 7467600"/>
              <a:gd name="connsiteY463" fmla="*/ 4512230 h 6858000"/>
              <a:gd name="connsiteX464" fmla="*/ 3653088 w 7467600"/>
              <a:gd name="connsiteY464" fmla="*/ 4521417 h 6858000"/>
              <a:gd name="connsiteX465" fmla="*/ 3988128 w 7467600"/>
              <a:gd name="connsiteY465" fmla="*/ 4817267 h 6858000"/>
              <a:gd name="connsiteX466" fmla="*/ 4830582 w 7467600"/>
              <a:gd name="connsiteY466" fmla="*/ 4676000 h 6858000"/>
              <a:gd name="connsiteX467" fmla="*/ 4830100 w 7467600"/>
              <a:gd name="connsiteY467" fmla="*/ 4675554 h 6858000"/>
              <a:gd name="connsiteX468" fmla="*/ 4036318 w 7467600"/>
              <a:gd name="connsiteY468" fmla="*/ 4147013 h 6858000"/>
              <a:gd name="connsiteX469" fmla="*/ 3432098 w 7467600"/>
              <a:gd name="connsiteY469" fmla="*/ 3537312 h 6858000"/>
              <a:gd name="connsiteX470" fmla="*/ 3446761 w 7467600"/>
              <a:gd name="connsiteY470" fmla="*/ 3461278 h 6858000"/>
              <a:gd name="connsiteX471" fmla="*/ 4419733 w 7467600"/>
              <a:gd name="connsiteY471" fmla="*/ 3963555 h 6858000"/>
              <a:gd name="connsiteX472" fmla="*/ 4781371 w 7467600"/>
              <a:gd name="connsiteY472" fmla="*/ 4458604 h 6858000"/>
              <a:gd name="connsiteX473" fmla="*/ 4780440 w 7467600"/>
              <a:gd name="connsiteY473" fmla="*/ 4470290 h 6858000"/>
              <a:gd name="connsiteX474" fmla="*/ 4898954 w 7467600"/>
              <a:gd name="connsiteY474" fmla="*/ 4662092 h 6858000"/>
              <a:gd name="connsiteX475" fmla="*/ 4900699 w 7467600"/>
              <a:gd name="connsiteY475" fmla="*/ 4670867 h 6858000"/>
              <a:gd name="connsiteX476" fmla="*/ 5714511 w 7467600"/>
              <a:gd name="connsiteY476" fmla="*/ 4663483 h 6858000"/>
              <a:gd name="connsiteX477" fmla="*/ 5464793 w 7467600"/>
              <a:gd name="connsiteY477" fmla="*/ 4393556 h 6858000"/>
              <a:gd name="connsiteX478" fmla="*/ 5461897 w 7467600"/>
              <a:gd name="connsiteY478" fmla="*/ 4390879 h 6858000"/>
              <a:gd name="connsiteX479" fmla="*/ 4294126 w 7467600"/>
              <a:gd name="connsiteY479" fmla="*/ 3303048 h 6858000"/>
              <a:gd name="connsiteX480" fmla="*/ 4305321 w 7467600"/>
              <a:gd name="connsiteY480" fmla="*/ 3256953 h 6858000"/>
              <a:gd name="connsiteX481" fmla="*/ 4949299 w 7467600"/>
              <a:gd name="connsiteY481" fmla="*/ 3766336 h 6858000"/>
              <a:gd name="connsiteX482" fmla="*/ 5291452 w 7467600"/>
              <a:gd name="connsiteY482" fmla="*/ 4076801 h 6858000"/>
              <a:gd name="connsiteX483" fmla="*/ 5434998 w 7467600"/>
              <a:gd name="connsiteY483" fmla="*/ 4254100 h 6858000"/>
              <a:gd name="connsiteX484" fmla="*/ 5351015 w 7467600"/>
              <a:gd name="connsiteY484" fmla="*/ 3760989 h 6858000"/>
              <a:gd name="connsiteX485" fmla="*/ 5413780 w 7467600"/>
              <a:gd name="connsiteY485" fmla="*/ 2966265 h 6858000"/>
              <a:gd name="connsiteX486" fmla="*/ 5425627 w 7467600"/>
              <a:gd name="connsiteY486" fmla="*/ 2954192 h 6858000"/>
              <a:gd name="connsiteX487" fmla="*/ 6604735 w 7467600"/>
              <a:gd name="connsiteY487" fmla="*/ 2041381 h 6858000"/>
              <a:gd name="connsiteX488" fmla="*/ 7204487 w 7467600"/>
              <a:gd name="connsiteY488" fmla="*/ 2742112 h 6858000"/>
              <a:gd name="connsiteX489" fmla="*/ 7131592 w 7467600"/>
              <a:gd name="connsiteY489" fmla="*/ 2672096 h 6858000"/>
              <a:gd name="connsiteX490" fmla="*/ 6996344 w 7467600"/>
              <a:gd name="connsiteY490" fmla="*/ 2518310 h 6858000"/>
              <a:gd name="connsiteX491" fmla="*/ 6735495 w 7467600"/>
              <a:gd name="connsiteY491" fmla="*/ 2196890 h 6858000"/>
              <a:gd name="connsiteX492" fmla="*/ 6721901 w 7467600"/>
              <a:gd name="connsiteY492" fmla="*/ 2179274 h 6858000"/>
              <a:gd name="connsiteX493" fmla="*/ 6604735 w 7467600"/>
              <a:gd name="connsiteY493" fmla="*/ 2041381 h 6858000"/>
              <a:gd name="connsiteX494" fmla="*/ 6591670 w 7467600"/>
              <a:gd name="connsiteY494" fmla="*/ 1988277 h 6858000"/>
              <a:gd name="connsiteX495" fmla="*/ 6747349 w 7467600"/>
              <a:gd name="connsiteY495" fmla="*/ 2160069 h 6858000"/>
              <a:gd name="connsiteX496" fmla="*/ 6760943 w 7467600"/>
              <a:gd name="connsiteY496" fmla="*/ 2177686 h 6858000"/>
              <a:gd name="connsiteX497" fmla="*/ 7021065 w 7467600"/>
              <a:gd name="connsiteY497" fmla="*/ 2498102 h 6858000"/>
              <a:gd name="connsiteX498" fmla="*/ 7155223 w 7467600"/>
              <a:gd name="connsiteY498" fmla="*/ 2650386 h 6858000"/>
              <a:gd name="connsiteX499" fmla="*/ 7203167 w 7467600"/>
              <a:gd name="connsiteY499" fmla="*/ 2697288 h 6858000"/>
              <a:gd name="connsiteX500" fmla="*/ 6937703 w 7467600"/>
              <a:gd name="connsiteY500" fmla="*/ 2321981 h 6858000"/>
              <a:gd name="connsiteX501" fmla="*/ 6591670 w 7467600"/>
              <a:gd name="connsiteY501" fmla="*/ 1988277 h 6858000"/>
              <a:gd name="connsiteX502" fmla="*/ 5798671 w 7467600"/>
              <a:gd name="connsiteY502" fmla="*/ 1981601 h 6858000"/>
              <a:gd name="connsiteX503" fmla="*/ 5754709 w 7467600"/>
              <a:gd name="connsiteY503" fmla="*/ 2071454 h 6858000"/>
              <a:gd name="connsiteX504" fmla="*/ 5763044 w 7467600"/>
              <a:gd name="connsiteY504" fmla="*/ 2842206 h 6858000"/>
              <a:gd name="connsiteX505" fmla="*/ 5764974 w 7467600"/>
              <a:gd name="connsiteY505" fmla="*/ 2799609 h 6858000"/>
              <a:gd name="connsiteX506" fmla="*/ 5767665 w 7467600"/>
              <a:gd name="connsiteY506" fmla="*/ 2666409 h 6858000"/>
              <a:gd name="connsiteX507" fmla="*/ 5763055 w 7467600"/>
              <a:gd name="connsiteY507" fmla="*/ 2579705 h 6858000"/>
              <a:gd name="connsiteX508" fmla="*/ 5758079 w 7467600"/>
              <a:gd name="connsiteY508" fmla="*/ 2492508 h 6858000"/>
              <a:gd name="connsiteX509" fmla="*/ 5779325 w 7467600"/>
              <a:gd name="connsiteY509" fmla="*/ 2197069 h 6858000"/>
              <a:gd name="connsiteX510" fmla="*/ 5798671 w 7467600"/>
              <a:gd name="connsiteY510" fmla="*/ 1981601 h 6858000"/>
              <a:gd name="connsiteX511" fmla="*/ 5829202 w 7467600"/>
              <a:gd name="connsiteY511" fmla="*/ 1971679 h 6858000"/>
              <a:gd name="connsiteX512" fmla="*/ 5809558 w 7467600"/>
              <a:gd name="connsiteY512" fmla="*/ 2198043 h 6858000"/>
              <a:gd name="connsiteX513" fmla="*/ 5788653 w 7467600"/>
              <a:gd name="connsiteY513" fmla="*/ 2489430 h 6858000"/>
              <a:gd name="connsiteX514" fmla="*/ 5793439 w 7467600"/>
              <a:gd name="connsiteY514" fmla="*/ 2575235 h 6858000"/>
              <a:gd name="connsiteX515" fmla="*/ 5796837 w 7467600"/>
              <a:gd name="connsiteY515" fmla="*/ 2637633 h 6858000"/>
              <a:gd name="connsiteX516" fmla="*/ 5818614 w 7467600"/>
              <a:gd name="connsiteY516" fmla="*/ 2473055 h 6858000"/>
              <a:gd name="connsiteX517" fmla="*/ 5829202 w 7467600"/>
              <a:gd name="connsiteY517" fmla="*/ 1971679 h 6858000"/>
              <a:gd name="connsiteX518" fmla="*/ 5911389 w 7467600"/>
              <a:gd name="connsiteY518" fmla="*/ 1898371 h 6858000"/>
              <a:gd name="connsiteX519" fmla="*/ 6237627 w 7467600"/>
              <a:gd name="connsiteY519" fmla="*/ 2231921 h 6858000"/>
              <a:gd name="connsiteX520" fmla="*/ 5911389 w 7467600"/>
              <a:gd name="connsiteY520" fmla="*/ 1898371 h 6858000"/>
              <a:gd name="connsiteX521" fmla="*/ 6944437 w 7467600"/>
              <a:gd name="connsiteY521" fmla="*/ 1575402 h 6858000"/>
              <a:gd name="connsiteX522" fmla="*/ 6304730 w 7467600"/>
              <a:gd name="connsiteY522" fmla="*/ 1766654 h 6858000"/>
              <a:gd name="connsiteX523" fmla="*/ 6944437 w 7467600"/>
              <a:gd name="connsiteY523" fmla="*/ 1575402 h 6858000"/>
              <a:gd name="connsiteX524" fmla="*/ 7019523 w 7467600"/>
              <a:gd name="connsiteY524" fmla="*/ 1519450 h 6858000"/>
              <a:gd name="connsiteX525" fmla="*/ 6298091 w 7467600"/>
              <a:gd name="connsiteY525" fmla="*/ 1737122 h 6858000"/>
              <a:gd name="connsiteX526" fmla="*/ 7019523 w 7467600"/>
              <a:gd name="connsiteY526" fmla="*/ 1519450 h 6858000"/>
              <a:gd name="connsiteX527" fmla="*/ 2399523 w 7467600"/>
              <a:gd name="connsiteY527" fmla="*/ 1428234 h 6858000"/>
              <a:gd name="connsiteX528" fmla="*/ 2224982 w 7467600"/>
              <a:gd name="connsiteY528" fmla="*/ 1826201 h 6858000"/>
              <a:gd name="connsiteX529" fmla="*/ 2096099 w 7467600"/>
              <a:gd name="connsiteY529" fmla="*/ 2345900 h 6858000"/>
              <a:gd name="connsiteX530" fmla="*/ 2283317 w 7467600"/>
              <a:gd name="connsiteY530" fmla="*/ 1796925 h 6858000"/>
              <a:gd name="connsiteX531" fmla="*/ 2399523 w 7467600"/>
              <a:gd name="connsiteY531" fmla="*/ 1428234 h 6858000"/>
              <a:gd name="connsiteX532" fmla="*/ 2448558 w 7467600"/>
              <a:gd name="connsiteY532" fmla="*/ 1373435 h 6858000"/>
              <a:gd name="connsiteX533" fmla="*/ 2312521 w 7467600"/>
              <a:gd name="connsiteY533" fmla="*/ 1806140 h 6858000"/>
              <a:gd name="connsiteX534" fmla="*/ 2127533 w 7467600"/>
              <a:gd name="connsiteY534" fmla="*/ 2348380 h 6858000"/>
              <a:gd name="connsiteX535" fmla="*/ 2358080 w 7467600"/>
              <a:gd name="connsiteY535" fmla="*/ 1866134 h 6858000"/>
              <a:gd name="connsiteX536" fmla="*/ 2407436 w 7467600"/>
              <a:gd name="connsiteY536" fmla="*/ 1651070 h 6858000"/>
              <a:gd name="connsiteX537" fmla="*/ 2448558 w 7467600"/>
              <a:gd name="connsiteY537" fmla="*/ 1373435 h 6858000"/>
              <a:gd name="connsiteX538" fmla="*/ 278707 w 7467600"/>
              <a:gd name="connsiteY538" fmla="*/ 1352270 h 6858000"/>
              <a:gd name="connsiteX539" fmla="*/ 321570 w 7467600"/>
              <a:gd name="connsiteY539" fmla="*/ 1861610 h 6858000"/>
              <a:gd name="connsiteX540" fmla="*/ 294281 w 7467600"/>
              <a:gd name="connsiteY540" fmla="*/ 1440658 h 6858000"/>
              <a:gd name="connsiteX541" fmla="*/ 278707 w 7467600"/>
              <a:gd name="connsiteY541" fmla="*/ 1352270 h 6858000"/>
              <a:gd name="connsiteX542" fmla="*/ 1423821 w 7467600"/>
              <a:gd name="connsiteY542" fmla="*/ 1351958 h 6858000"/>
              <a:gd name="connsiteX543" fmla="*/ 1638521 w 7467600"/>
              <a:gd name="connsiteY543" fmla="*/ 1908470 h 6858000"/>
              <a:gd name="connsiteX544" fmla="*/ 1754199 w 7467600"/>
              <a:gd name="connsiteY544" fmla="*/ 2149284 h 6858000"/>
              <a:gd name="connsiteX545" fmla="*/ 1908359 w 7467600"/>
              <a:gd name="connsiteY545" fmla="*/ 2364988 h 6858000"/>
              <a:gd name="connsiteX546" fmla="*/ 1647661 w 7467600"/>
              <a:gd name="connsiteY546" fmla="*/ 1825945 h 6858000"/>
              <a:gd name="connsiteX547" fmla="*/ 1423821 w 7467600"/>
              <a:gd name="connsiteY547" fmla="*/ 1351958 h 6858000"/>
              <a:gd name="connsiteX548" fmla="*/ 1431890 w 7467600"/>
              <a:gd name="connsiteY548" fmla="*/ 1306475 h 6858000"/>
              <a:gd name="connsiteX549" fmla="*/ 1507597 w 7467600"/>
              <a:gd name="connsiteY549" fmla="*/ 1446132 h 6858000"/>
              <a:gd name="connsiteX550" fmla="*/ 1674586 w 7467600"/>
              <a:gd name="connsiteY550" fmla="*/ 1813832 h 6858000"/>
              <a:gd name="connsiteX551" fmla="*/ 1815950 w 7467600"/>
              <a:gd name="connsiteY551" fmla="*/ 2128564 h 6858000"/>
              <a:gd name="connsiteX552" fmla="*/ 1984242 w 7467600"/>
              <a:gd name="connsiteY552" fmla="*/ 2430829 h 6858000"/>
              <a:gd name="connsiteX553" fmla="*/ 2014023 w 7467600"/>
              <a:gd name="connsiteY553" fmla="*/ 2450995 h 6858000"/>
              <a:gd name="connsiteX554" fmla="*/ 1747337 w 7467600"/>
              <a:gd name="connsiteY554" fmla="*/ 1855264 h 6858000"/>
              <a:gd name="connsiteX555" fmla="*/ 1533749 w 7467600"/>
              <a:gd name="connsiteY555" fmla="*/ 1478656 h 6858000"/>
              <a:gd name="connsiteX556" fmla="*/ 1431890 w 7467600"/>
              <a:gd name="connsiteY556" fmla="*/ 1306475 h 6858000"/>
              <a:gd name="connsiteX557" fmla="*/ 5052692 w 7467600"/>
              <a:gd name="connsiteY557" fmla="*/ 1292994 h 6858000"/>
              <a:gd name="connsiteX558" fmla="*/ 5200661 w 7467600"/>
              <a:gd name="connsiteY558" fmla="*/ 1635186 h 6858000"/>
              <a:gd name="connsiteX559" fmla="*/ 5297138 w 7467600"/>
              <a:gd name="connsiteY559" fmla="*/ 1906351 h 6858000"/>
              <a:gd name="connsiteX560" fmla="*/ 5052692 w 7467600"/>
              <a:gd name="connsiteY560" fmla="*/ 1292994 h 6858000"/>
              <a:gd name="connsiteX561" fmla="*/ 5009948 w 7467600"/>
              <a:gd name="connsiteY561" fmla="*/ 1273619 h 6858000"/>
              <a:gd name="connsiteX562" fmla="*/ 5121777 w 7467600"/>
              <a:gd name="connsiteY562" fmla="*/ 1654213 h 6858000"/>
              <a:gd name="connsiteX563" fmla="*/ 5293545 w 7467600"/>
              <a:gd name="connsiteY563" fmla="*/ 2072247 h 6858000"/>
              <a:gd name="connsiteX564" fmla="*/ 5294042 w 7467600"/>
              <a:gd name="connsiteY564" fmla="*/ 2065019 h 6858000"/>
              <a:gd name="connsiteX565" fmla="*/ 5171936 w 7467600"/>
              <a:gd name="connsiteY565" fmla="*/ 1647613 h 6858000"/>
              <a:gd name="connsiteX566" fmla="*/ 5009948 w 7467600"/>
              <a:gd name="connsiteY566" fmla="*/ 1273619 h 6858000"/>
              <a:gd name="connsiteX567" fmla="*/ 655236 w 7467600"/>
              <a:gd name="connsiteY567" fmla="*/ 1268632 h 6858000"/>
              <a:gd name="connsiteX568" fmla="*/ 839521 w 7467600"/>
              <a:gd name="connsiteY568" fmla="*/ 1685315 h 6858000"/>
              <a:gd name="connsiteX569" fmla="*/ 1109416 w 7467600"/>
              <a:gd name="connsiteY569" fmla="*/ 2061663 h 6858000"/>
              <a:gd name="connsiteX570" fmla="*/ 1298300 w 7467600"/>
              <a:gd name="connsiteY570" fmla="*/ 2247742 h 6858000"/>
              <a:gd name="connsiteX571" fmla="*/ 1125871 w 7467600"/>
              <a:gd name="connsiteY571" fmla="*/ 1989513 h 6858000"/>
              <a:gd name="connsiteX572" fmla="*/ 981574 w 7467600"/>
              <a:gd name="connsiteY572" fmla="*/ 1783157 h 6858000"/>
              <a:gd name="connsiteX573" fmla="*/ 922198 w 7467600"/>
              <a:gd name="connsiteY573" fmla="*/ 1677437 h 6858000"/>
              <a:gd name="connsiteX574" fmla="*/ 869293 w 7467600"/>
              <a:gd name="connsiteY574" fmla="*/ 1583214 h 6858000"/>
              <a:gd name="connsiteX575" fmla="*/ 751431 w 7467600"/>
              <a:gd name="connsiteY575" fmla="*/ 1405731 h 6858000"/>
              <a:gd name="connsiteX576" fmla="*/ 655236 w 7467600"/>
              <a:gd name="connsiteY576" fmla="*/ 1268632 h 6858000"/>
              <a:gd name="connsiteX577" fmla="*/ 6516292 w 7467600"/>
              <a:gd name="connsiteY577" fmla="*/ 1263064 h 6858000"/>
              <a:gd name="connsiteX578" fmla="*/ 5736320 w 7467600"/>
              <a:gd name="connsiteY578" fmla="*/ 1501803 h 6858000"/>
              <a:gd name="connsiteX579" fmla="*/ 6516292 w 7467600"/>
              <a:gd name="connsiteY579" fmla="*/ 1263064 h 6858000"/>
              <a:gd name="connsiteX580" fmla="*/ 291466 w 7467600"/>
              <a:gd name="connsiteY580" fmla="*/ 1250369 h 6858000"/>
              <a:gd name="connsiteX581" fmla="*/ 323180 w 7467600"/>
              <a:gd name="connsiteY581" fmla="*/ 1435283 h 6858000"/>
              <a:gd name="connsiteX582" fmla="*/ 349381 w 7467600"/>
              <a:gd name="connsiteY582" fmla="*/ 1875041 h 6858000"/>
              <a:gd name="connsiteX583" fmla="*/ 374363 w 7467600"/>
              <a:gd name="connsiteY583" fmla="*/ 1506494 h 6858000"/>
              <a:gd name="connsiteX584" fmla="*/ 302168 w 7467600"/>
              <a:gd name="connsiteY584" fmla="*/ 1274495 h 6858000"/>
              <a:gd name="connsiteX585" fmla="*/ 291466 w 7467600"/>
              <a:gd name="connsiteY585" fmla="*/ 1250369 h 6858000"/>
              <a:gd name="connsiteX586" fmla="*/ 678222 w 7467600"/>
              <a:gd name="connsiteY586" fmla="*/ 1248670 h 6858000"/>
              <a:gd name="connsiteX587" fmla="*/ 775536 w 7467600"/>
              <a:gd name="connsiteY587" fmla="*/ 1388015 h 6858000"/>
              <a:gd name="connsiteX588" fmla="*/ 894529 w 7467600"/>
              <a:gd name="connsiteY588" fmla="*/ 1567739 h 6858000"/>
              <a:gd name="connsiteX589" fmla="*/ 948000 w 7467600"/>
              <a:gd name="connsiteY589" fmla="*/ 1663088 h 6858000"/>
              <a:gd name="connsiteX590" fmla="*/ 1006812 w 7467600"/>
              <a:gd name="connsiteY590" fmla="*/ 1767683 h 6858000"/>
              <a:gd name="connsiteX591" fmla="*/ 1149133 w 7467600"/>
              <a:gd name="connsiteY591" fmla="*/ 1971513 h 6858000"/>
              <a:gd name="connsiteX592" fmla="*/ 1333952 w 7467600"/>
              <a:gd name="connsiteY592" fmla="*/ 2251620 h 6858000"/>
              <a:gd name="connsiteX593" fmla="*/ 1337329 w 7467600"/>
              <a:gd name="connsiteY593" fmla="*/ 2258350 h 6858000"/>
              <a:gd name="connsiteX594" fmla="*/ 1014726 w 7467600"/>
              <a:gd name="connsiteY594" fmla="*/ 1615556 h 6858000"/>
              <a:gd name="connsiteX595" fmla="*/ 678222 w 7467600"/>
              <a:gd name="connsiteY595" fmla="*/ 1248670 h 6858000"/>
              <a:gd name="connsiteX596" fmla="*/ 6691602 w 7467600"/>
              <a:gd name="connsiteY596" fmla="*/ 1140573 h 6858000"/>
              <a:gd name="connsiteX597" fmla="*/ 6571100 w 7467600"/>
              <a:gd name="connsiteY597" fmla="*/ 1183662 h 6858000"/>
              <a:gd name="connsiteX598" fmla="*/ 6241687 w 7467600"/>
              <a:gd name="connsiteY598" fmla="*/ 1257600 h 6858000"/>
              <a:gd name="connsiteX599" fmla="*/ 5693009 w 7467600"/>
              <a:gd name="connsiteY599" fmla="*/ 1478256 h 6858000"/>
              <a:gd name="connsiteX600" fmla="*/ 6548420 w 7467600"/>
              <a:gd name="connsiteY600" fmla="*/ 1214599 h 6858000"/>
              <a:gd name="connsiteX601" fmla="*/ 6605473 w 7467600"/>
              <a:gd name="connsiteY601" fmla="*/ 1184686 h 6858000"/>
              <a:gd name="connsiteX602" fmla="*/ 6691602 w 7467600"/>
              <a:gd name="connsiteY602" fmla="*/ 1140573 h 6858000"/>
              <a:gd name="connsiteX603" fmla="*/ 4002475 w 7467600"/>
              <a:gd name="connsiteY603" fmla="*/ 1037802 h 6858000"/>
              <a:gd name="connsiteX604" fmla="*/ 4000324 w 7467600"/>
              <a:gd name="connsiteY604" fmla="*/ 1039362 h 6858000"/>
              <a:gd name="connsiteX605" fmla="*/ 4002862 w 7467600"/>
              <a:gd name="connsiteY605" fmla="*/ 1042866 h 6858000"/>
              <a:gd name="connsiteX606" fmla="*/ 4002475 w 7467600"/>
              <a:gd name="connsiteY606" fmla="*/ 1037802 h 6858000"/>
              <a:gd name="connsiteX607" fmla="*/ 506322 w 7467600"/>
              <a:gd name="connsiteY607" fmla="*/ 1020997 h 6858000"/>
              <a:gd name="connsiteX608" fmla="*/ 533068 w 7467600"/>
              <a:gd name="connsiteY608" fmla="*/ 1029409 h 6858000"/>
              <a:gd name="connsiteX609" fmla="*/ 1232525 w 7467600"/>
              <a:gd name="connsiteY609" fmla="*/ 1804675 h 6858000"/>
              <a:gd name="connsiteX610" fmla="*/ 1388858 w 7467600"/>
              <a:gd name="connsiteY610" fmla="*/ 2368011 h 6858000"/>
              <a:gd name="connsiteX611" fmla="*/ 1384098 w 7467600"/>
              <a:gd name="connsiteY611" fmla="*/ 2378125 h 6858000"/>
              <a:gd name="connsiteX612" fmla="*/ 1425393 w 7467600"/>
              <a:gd name="connsiteY612" fmla="*/ 2589124 h 6858000"/>
              <a:gd name="connsiteX613" fmla="*/ 1424001 w 7467600"/>
              <a:gd name="connsiteY613" fmla="*/ 2597541 h 6858000"/>
              <a:gd name="connsiteX614" fmla="*/ 2152729 w 7467600"/>
              <a:gd name="connsiteY614" fmla="*/ 2864487 h 6858000"/>
              <a:gd name="connsiteX615" fmla="*/ 2020609 w 7467600"/>
              <a:gd name="connsiteY615" fmla="*/ 2539671 h 6858000"/>
              <a:gd name="connsiteX616" fmla="*/ 2018920 w 7467600"/>
              <a:gd name="connsiteY616" fmla="*/ 2536309 h 6858000"/>
              <a:gd name="connsiteX617" fmla="*/ 1342441 w 7467600"/>
              <a:gd name="connsiteY617" fmla="*/ 1173017 h 6858000"/>
              <a:gd name="connsiteX618" fmla="*/ 1367925 w 7467600"/>
              <a:gd name="connsiteY618" fmla="*/ 1135648 h 6858000"/>
              <a:gd name="connsiteX619" fmla="*/ 1771401 w 7467600"/>
              <a:gd name="connsiteY619" fmla="*/ 1806673 h 6858000"/>
              <a:gd name="connsiteX620" fmla="*/ 1972385 w 7467600"/>
              <a:gd name="connsiteY620" fmla="*/ 2198735 h 6858000"/>
              <a:gd name="connsiteX621" fmla="*/ 2040892 w 7467600"/>
              <a:gd name="connsiteY621" fmla="*/ 2405205 h 6858000"/>
              <a:gd name="connsiteX622" fmla="*/ 2131689 w 7467600"/>
              <a:gd name="connsiteY622" fmla="*/ 1936926 h 6858000"/>
              <a:gd name="connsiteX623" fmla="*/ 2454820 w 7467600"/>
              <a:gd name="connsiteY623" fmla="*/ 1248808 h 6858000"/>
              <a:gd name="connsiteX624" fmla="*/ 2492512 w 7467600"/>
              <a:gd name="connsiteY624" fmla="*/ 1302920 h 6858000"/>
              <a:gd name="connsiteX625" fmla="*/ 2081216 w 7467600"/>
              <a:gd name="connsiteY625" fmla="*/ 2527513 h 6858000"/>
              <a:gd name="connsiteX626" fmla="*/ 2081211 w 7467600"/>
              <a:gd name="connsiteY626" fmla="*/ 2528916 h 6858000"/>
              <a:gd name="connsiteX627" fmla="*/ 2199067 w 7467600"/>
              <a:gd name="connsiteY627" fmla="*/ 2884061 h 6858000"/>
              <a:gd name="connsiteX628" fmla="*/ 3192586 w 7467600"/>
              <a:gd name="connsiteY628" fmla="*/ 3411496 h 6858000"/>
              <a:gd name="connsiteX629" fmla="*/ 3182620 w 7467600"/>
              <a:gd name="connsiteY629" fmla="*/ 3483279 h 6858000"/>
              <a:gd name="connsiteX630" fmla="*/ 2435119 w 7467600"/>
              <a:gd name="connsiteY630" fmla="*/ 3080173 h 6858000"/>
              <a:gd name="connsiteX631" fmla="*/ 2410152 w 7467600"/>
              <a:gd name="connsiteY631" fmla="*/ 3063751 h 6858000"/>
              <a:gd name="connsiteX632" fmla="*/ 2408099 w 7467600"/>
              <a:gd name="connsiteY632" fmla="*/ 3064403 h 6858000"/>
              <a:gd name="connsiteX633" fmla="*/ 2407218 w 7467600"/>
              <a:gd name="connsiteY633" fmla="*/ 3070324 h 6858000"/>
              <a:gd name="connsiteX634" fmla="*/ 2380138 w 7467600"/>
              <a:gd name="connsiteY634" fmla="*/ 3099341 h 6858000"/>
              <a:gd name="connsiteX635" fmla="*/ 1765923 w 7467600"/>
              <a:gd name="connsiteY635" fmla="*/ 3581043 h 6858000"/>
              <a:gd name="connsiteX636" fmla="*/ 1702258 w 7467600"/>
              <a:gd name="connsiteY636" fmla="*/ 3612286 h 6858000"/>
              <a:gd name="connsiteX637" fmla="*/ 1538370 w 7467600"/>
              <a:gd name="connsiteY637" fmla="*/ 3811804 h 6858000"/>
              <a:gd name="connsiteX638" fmla="*/ 542867 w 7467600"/>
              <a:gd name="connsiteY638" fmla="*/ 4944092 h 6858000"/>
              <a:gd name="connsiteX639" fmla="*/ 515800 w 7467600"/>
              <a:gd name="connsiteY639" fmla="*/ 4862180 h 6858000"/>
              <a:gd name="connsiteX640" fmla="*/ 909145 w 7467600"/>
              <a:gd name="connsiteY640" fmla="*/ 4199225 h 6858000"/>
              <a:gd name="connsiteX641" fmla="*/ 1214067 w 7467600"/>
              <a:gd name="connsiteY641" fmla="*/ 3908561 h 6858000"/>
              <a:gd name="connsiteX642" fmla="*/ 640967 w 7467600"/>
              <a:gd name="connsiteY642" fmla="*/ 4105601 h 6858000"/>
              <a:gd name="connsiteX643" fmla="*/ 112563 w 7467600"/>
              <a:gd name="connsiteY643" fmla="*/ 4396952 h 6858000"/>
              <a:gd name="connsiteX644" fmla="*/ 0 w 7467600"/>
              <a:gd name="connsiteY644" fmla="*/ 4466006 h 6858000"/>
              <a:gd name="connsiteX645" fmla="*/ 0 w 7467600"/>
              <a:gd name="connsiteY645" fmla="*/ 4233763 h 6858000"/>
              <a:gd name="connsiteX646" fmla="*/ 36881 w 7467600"/>
              <a:gd name="connsiteY646" fmla="*/ 4200118 h 6858000"/>
              <a:gd name="connsiteX647" fmla="*/ 910534 w 7467600"/>
              <a:gd name="connsiteY647" fmla="*/ 3629753 h 6858000"/>
              <a:gd name="connsiteX648" fmla="*/ 1578717 w 7467600"/>
              <a:gd name="connsiteY648" fmla="*/ 3575982 h 6858000"/>
              <a:gd name="connsiteX649" fmla="*/ 2338780 w 7467600"/>
              <a:gd name="connsiteY649" fmla="*/ 3033725 h 6858000"/>
              <a:gd name="connsiteX650" fmla="*/ 1807991 w 7467600"/>
              <a:gd name="connsiteY650" fmla="*/ 2807184 h 6858000"/>
              <a:gd name="connsiteX651" fmla="*/ 1416358 w 7467600"/>
              <a:gd name="connsiteY651" fmla="*/ 3112571 h 6858000"/>
              <a:gd name="connsiteX652" fmla="*/ 939066 w 7467600"/>
              <a:gd name="connsiteY652" fmla="*/ 3378798 h 6858000"/>
              <a:gd name="connsiteX653" fmla="*/ 115099 w 7467600"/>
              <a:gd name="connsiteY653" fmla="*/ 3607650 h 6858000"/>
              <a:gd name="connsiteX654" fmla="*/ 97284 w 7467600"/>
              <a:gd name="connsiteY654" fmla="*/ 3520393 h 6858000"/>
              <a:gd name="connsiteX655" fmla="*/ 922050 w 7467600"/>
              <a:gd name="connsiteY655" fmla="*/ 3074867 h 6858000"/>
              <a:gd name="connsiteX656" fmla="*/ 1405265 w 7467600"/>
              <a:gd name="connsiteY656" fmla="*/ 3016319 h 6858000"/>
              <a:gd name="connsiteX657" fmla="*/ 1407512 w 7467600"/>
              <a:gd name="connsiteY657" fmla="*/ 3018001 h 6858000"/>
              <a:gd name="connsiteX658" fmla="*/ 1726266 w 7467600"/>
              <a:gd name="connsiteY658" fmla="*/ 2777274 h 6858000"/>
              <a:gd name="connsiteX659" fmla="*/ 625390 w 7467600"/>
              <a:gd name="connsiteY659" fmla="*/ 2514541 h 6858000"/>
              <a:gd name="connsiteX660" fmla="*/ 619799 w 7467600"/>
              <a:gd name="connsiteY660" fmla="*/ 2527180 h 6858000"/>
              <a:gd name="connsiteX661" fmla="*/ 310030 w 7467600"/>
              <a:gd name="connsiteY661" fmla="*/ 2771818 h 6858000"/>
              <a:gd name="connsiteX662" fmla="*/ 173877 w 7467600"/>
              <a:gd name="connsiteY662" fmla="*/ 2937056 h 6858000"/>
              <a:gd name="connsiteX663" fmla="*/ 77889 w 7467600"/>
              <a:gd name="connsiteY663" fmla="*/ 3138440 h 6858000"/>
              <a:gd name="connsiteX664" fmla="*/ 0 w 7467600"/>
              <a:gd name="connsiteY664" fmla="*/ 3271395 h 6858000"/>
              <a:gd name="connsiteX665" fmla="*/ 0 w 7467600"/>
              <a:gd name="connsiteY665" fmla="*/ 3153002 h 6858000"/>
              <a:gd name="connsiteX666" fmla="*/ 2386 w 7467600"/>
              <a:gd name="connsiteY666" fmla="*/ 3149203 h 6858000"/>
              <a:gd name="connsiteX667" fmla="*/ 89753 w 7467600"/>
              <a:gd name="connsiteY667" fmla="*/ 2987702 h 6858000"/>
              <a:gd name="connsiteX668" fmla="*/ 76869 w 7467600"/>
              <a:gd name="connsiteY668" fmla="*/ 3005404 h 6858000"/>
              <a:gd name="connsiteX669" fmla="*/ 32049 w 7467600"/>
              <a:gd name="connsiteY669" fmla="*/ 3065814 h 6858000"/>
              <a:gd name="connsiteX670" fmla="*/ 0 w 7467600"/>
              <a:gd name="connsiteY670" fmla="*/ 3108744 h 6858000"/>
              <a:gd name="connsiteX671" fmla="*/ 0 w 7467600"/>
              <a:gd name="connsiteY671" fmla="*/ 3058059 h 6858000"/>
              <a:gd name="connsiteX672" fmla="*/ 7610 w 7467600"/>
              <a:gd name="connsiteY672" fmla="*/ 3047889 h 6858000"/>
              <a:gd name="connsiteX673" fmla="*/ 52419 w 7467600"/>
              <a:gd name="connsiteY673" fmla="*/ 2987479 h 6858000"/>
              <a:gd name="connsiteX674" fmla="*/ 59142 w 7467600"/>
              <a:gd name="connsiteY674" fmla="*/ 2978488 h 6858000"/>
              <a:gd name="connsiteX675" fmla="*/ 0 w 7467600"/>
              <a:gd name="connsiteY675" fmla="*/ 3015334 h 6858000"/>
              <a:gd name="connsiteX676" fmla="*/ 0 w 7467600"/>
              <a:gd name="connsiteY676" fmla="*/ 2914286 h 6858000"/>
              <a:gd name="connsiteX677" fmla="*/ 36383 w 7467600"/>
              <a:gd name="connsiteY677" fmla="*/ 2901128 h 6858000"/>
              <a:gd name="connsiteX678" fmla="*/ 156329 w 7467600"/>
              <a:gd name="connsiteY678" fmla="*/ 2840533 h 6858000"/>
              <a:gd name="connsiteX679" fmla="*/ 358355 w 7467600"/>
              <a:gd name="connsiteY679" fmla="*/ 2620471 h 6858000"/>
              <a:gd name="connsiteX680" fmla="*/ 510577 w 7467600"/>
              <a:gd name="connsiteY680" fmla="*/ 2501244 h 6858000"/>
              <a:gd name="connsiteX681" fmla="*/ 211967 w 7467600"/>
              <a:gd name="connsiteY681" fmla="*/ 2479171 h 6858000"/>
              <a:gd name="connsiteX682" fmla="*/ 0 w 7467600"/>
              <a:gd name="connsiteY682" fmla="*/ 2476398 h 6858000"/>
              <a:gd name="connsiteX683" fmla="*/ 0 w 7467600"/>
              <a:gd name="connsiteY683" fmla="*/ 2389189 h 6858000"/>
              <a:gd name="connsiteX684" fmla="*/ 103062 w 7467600"/>
              <a:gd name="connsiteY684" fmla="*/ 2389518 h 6858000"/>
              <a:gd name="connsiteX685" fmla="*/ 510734 w 7467600"/>
              <a:gd name="connsiteY685" fmla="*/ 2416201 h 6858000"/>
              <a:gd name="connsiteX686" fmla="*/ 279257 w 7467600"/>
              <a:gd name="connsiteY686" fmla="*/ 2092102 h 6858000"/>
              <a:gd name="connsiteX687" fmla="*/ 65265 w 7467600"/>
              <a:gd name="connsiteY687" fmla="*/ 2006049 h 6858000"/>
              <a:gd name="connsiteX688" fmla="*/ 0 w 7467600"/>
              <a:gd name="connsiteY688" fmla="*/ 1982532 h 6858000"/>
              <a:gd name="connsiteX689" fmla="*/ 0 w 7467600"/>
              <a:gd name="connsiteY689" fmla="*/ 1912789 h 6858000"/>
              <a:gd name="connsiteX690" fmla="*/ 97460 w 7467600"/>
              <a:gd name="connsiteY690" fmla="*/ 1953725 h 6858000"/>
              <a:gd name="connsiteX691" fmla="*/ 221272 w 7467600"/>
              <a:gd name="connsiteY691" fmla="*/ 1980766 h 6858000"/>
              <a:gd name="connsiteX692" fmla="*/ 116765 w 7467600"/>
              <a:gd name="connsiteY692" fmla="*/ 1911033 h 6858000"/>
              <a:gd name="connsiteX693" fmla="*/ 16405 w 7467600"/>
              <a:gd name="connsiteY693" fmla="*/ 1803412 h 6858000"/>
              <a:gd name="connsiteX694" fmla="*/ 0 w 7467600"/>
              <a:gd name="connsiteY694" fmla="*/ 1784777 h 6858000"/>
              <a:gd name="connsiteX695" fmla="*/ 0 w 7467600"/>
              <a:gd name="connsiteY695" fmla="*/ 1740082 h 6858000"/>
              <a:gd name="connsiteX696" fmla="*/ 39394 w 7467600"/>
              <a:gd name="connsiteY696" fmla="*/ 1784856 h 6858000"/>
              <a:gd name="connsiteX697" fmla="*/ 135813 w 7467600"/>
              <a:gd name="connsiteY697" fmla="*/ 1888838 h 6858000"/>
              <a:gd name="connsiteX698" fmla="*/ 242575 w 7467600"/>
              <a:gd name="connsiteY698" fmla="*/ 1958841 h 6858000"/>
              <a:gd name="connsiteX699" fmla="*/ 82197 w 7467600"/>
              <a:gd name="connsiteY699" fmla="*/ 1754826 h 6858000"/>
              <a:gd name="connsiteX700" fmla="*/ 0 w 7467600"/>
              <a:gd name="connsiteY700" fmla="*/ 1679650 h 6858000"/>
              <a:gd name="connsiteX701" fmla="*/ 0 w 7467600"/>
              <a:gd name="connsiteY701" fmla="*/ 1602463 h 6858000"/>
              <a:gd name="connsiteX702" fmla="*/ 84689 w 7467600"/>
              <a:gd name="connsiteY702" fmla="*/ 1677442 h 6858000"/>
              <a:gd name="connsiteX703" fmla="*/ 298437 w 7467600"/>
              <a:gd name="connsiteY703" fmla="*/ 1968019 h 6858000"/>
              <a:gd name="connsiteX704" fmla="*/ 227269 w 7467600"/>
              <a:gd name="connsiteY704" fmla="*/ 1114064 h 6858000"/>
              <a:gd name="connsiteX705" fmla="*/ 248003 w 7467600"/>
              <a:gd name="connsiteY705" fmla="*/ 1089613 h 6858000"/>
              <a:gd name="connsiteX706" fmla="*/ 427020 w 7467600"/>
              <a:gd name="connsiteY706" fmla="*/ 1619803 h 6858000"/>
              <a:gd name="connsiteX707" fmla="*/ 340345 w 7467600"/>
              <a:gd name="connsiteY707" fmla="*/ 2027739 h 6858000"/>
              <a:gd name="connsiteX708" fmla="*/ 360865 w 7467600"/>
              <a:gd name="connsiteY708" fmla="*/ 2044827 h 6858000"/>
              <a:gd name="connsiteX709" fmla="*/ 560414 w 7467600"/>
              <a:gd name="connsiteY709" fmla="*/ 2421457 h 6858000"/>
              <a:gd name="connsiteX710" fmla="*/ 1359703 w 7467600"/>
              <a:gd name="connsiteY710" fmla="*/ 2578554 h 6858000"/>
              <a:gd name="connsiteX711" fmla="*/ 1359422 w 7467600"/>
              <a:gd name="connsiteY711" fmla="*/ 2577994 h 6858000"/>
              <a:gd name="connsiteX712" fmla="*/ 828701 w 7467600"/>
              <a:gd name="connsiteY712" fmla="*/ 1839520 h 6858000"/>
              <a:gd name="connsiteX713" fmla="*/ 494427 w 7467600"/>
              <a:gd name="connsiteY713" fmla="*/ 1092333 h 6858000"/>
              <a:gd name="connsiteX714" fmla="*/ 506322 w 7467600"/>
              <a:gd name="connsiteY714" fmla="*/ 1020997 h 6858000"/>
              <a:gd name="connsiteX715" fmla="*/ 4570198 w 7467600"/>
              <a:gd name="connsiteY715" fmla="*/ 978081 h 6858000"/>
              <a:gd name="connsiteX716" fmla="*/ 4523691 w 7467600"/>
              <a:gd name="connsiteY716" fmla="*/ 1127776 h 6858000"/>
              <a:gd name="connsiteX717" fmla="*/ 4509875 w 7467600"/>
              <a:gd name="connsiteY717" fmla="*/ 1167552 h 6858000"/>
              <a:gd name="connsiteX718" fmla="*/ 4478168 w 7467600"/>
              <a:gd name="connsiteY718" fmla="*/ 1260735 h 6858000"/>
              <a:gd name="connsiteX719" fmla="*/ 4409309 w 7467600"/>
              <a:gd name="connsiteY719" fmla="*/ 1666996 h 6858000"/>
              <a:gd name="connsiteX720" fmla="*/ 4370031 w 7467600"/>
              <a:gd name="connsiteY720" fmla="*/ 1955666 h 6858000"/>
              <a:gd name="connsiteX721" fmla="*/ 4570198 w 7467600"/>
              <a:gd name="connsiteY721" fmla="*/ 978081 h 6858000"/>
              <a:gd name="connsiteX722" fmla="*/ 4557898 w 7467600"/>
              <a:gd name="connsiteY722" fmla="*/ 900011 h 6858000"/>
              <a:gd name="connsiteX723" fmla="*/ 4344840 w 7467600"/>
              <a:gd name="connsiteY723" fmla="*/ 1922038 h 6858000"/>
              <a:gd name="connsiteX724" fmla="*/ 4378710 w 7467600"/>
              <a:gd name="connsiteY724" fmla="*/ 1665516 h 6858000"/>
              <a:gd name="connsiteX725" fmla="*/ 4448798 w 7467600"/>
              <a:gd name="connsiteY725" fmla="*/ 1253024 h 6858000"/>
              <a:gd name="connsiteX726" fmla="*/ 4480315 w 7467600"/>
              <a:gd name="connsiteY726" fmla="*/ 1158454 h 6858000"/>
              <a:gd name="connsiteX727" fmla="*/ 4494133 w 7467600"/>
              <a:gd name="connsiteY727" fmla="*/ 1118676 h 6858000"/>
              <a:gd name="connsiteX728" fmla="*/ 4557898 w 7467600"/>
              <a:gd name="connsiteY728" fmla="*/ 900011 h 6858000"/>
              <a:gd name="connsiteX729" fmla="*/ 5870151 w 7467600"/>
              <a:gd name="connsiteY729" fmla="*/ 898890 h 6858000"/>
              <a:gd name="connsiteX730" fmla="*/ 5861335 w 7467600"/>
              <a:gd name="connsiteY730" fmla="*/ 899177 h 6858000"/>
              <a:gd name="connsiteX731" fmla="*/ 5843702 w 7467600"/>
              <a:gd name="connsiteY731" fmla="*/ 899748 h 6858000"/>
              <a:gd name="connsiteX732" fmla="*/ 5651107 w 7467600"/>
              <a:gd name="connsiteY732" fmla="*/ 920306 h 6858000"/>
              <a:gd name="connsiteX733" fmla="*/ 5459407 w 7467600"/>
              <a:gd name="connsiteY733" fmla="*/ 940975 h 6858000"/>
              <a:gd name="connsiteX734" fmla="*/ 5374846 w 7467600"/>
              <a:gd name="connsiteY734" fmla="*/ 941988 h 6858000"/>
              <a:gd name="connsiteX735" fmla="*/ 5256105 w 7467600"/>
              <a:gd name="connsiteY735" fmla="*/ 945632 h 6858000"/>
              <a:gd name="connsiteX736" fmla="*/ 5107071 w 7467600"/>
              <a:gd name="connsiteY736" fmla="*/ 969720 h 6858000"/>
              <a:gd name="connsiteX737" fmla="*/ 4998681 w 7467600"/>
              <a:gd name="connsiteY737" fmla="*/ 988771 h 6858000"/>
              <a:gd name="connsiteX738" fmla="*/ 5870151 w 7467600"/>
              <a:gd name="connsiteY738" fmla="*/ 898890 h 6858000"/>
              <a:gd name="connsiteX739" fmla="*/ 5504425 w 7467600"/>
              <a:gd name="connsiteY739" fmla="*/ 848067 h 6858000"/>
              <a:gd name="connsiteX740" fmla="*/ 4968849 w 7467600"/>
              <a:gd name="connsiteY740" fmla="*/ 962318 h 6858000"/>
              <a:gd name="connsiteX741" fmla="*/ 5104039 w 7467600"/>
              <a:gd name="connsiteY741" fmla="*/ 940634 h 6858000"/>
              <a:gd name="connsiteX742" fmla="*/ 5256311 w 7467600"/>
              <a:gd name="connsiteY742" fmla="*/ 916490 h 6858000"/>
              <a:gd name="connsiteX743" fmla="*/ 5377381 w 7467600"/>
              <a:gd name="connsiteY743" fmla="*/ 912671 h 6858000"/>
              <a:gd name="connsiteX744" fmla="*/ 5460148 w 7467600"/>
              <a:gd name="connsiteY744" fmla="*/ 911442 h 6858000"/>
              <a:gd name="connsiteX745" fmla="*/ 5648971 w 7467600"/>
              <a:gd name="connsiteY745" fmla="*/ 891331 h 6858000"/>
              <a:gd name="connsiteX746" fmla="*/ 5844807 w 7467600"/>
              <a:gd name="connsiteY746" fmla="*/ 870718 h 6858000"/>
              <a:gd name="connsiteX747" fmla="*/ 5862975 w 7467600"/>
              <a:gd name="connsiteY747" fmla="*/ 869756 h 6858000"/>
              <a:gd name="connsiteX748" fmla="*/ 5920887 w 7467600"/>
              <a:gd name="connsiteY748" fmla="*/ 865929 h 6858000"/>
              <a:gd name="connsiteX749" fmla="*/ 5504425 w 7467600"/>
              <a:gd name="connsiteY749" fmla="*/ 848067 h 6858000"/>
              <a:gd name="connsiteX750" fmla="*/ 3607114 w 7467600"/>
              <a:gd name="connsiteY750" fmla="*/ 467441 h 6858000"/>
              <a:gd name="connsiteX751" fmla="*/ 3296242 w 7467600"/>
              <a:gd name="connsiteY751" fmla="*/ 807991 h 6858000"/>
              <a:gd name="connsiteX752" fmla="*/ 3174674 w 7467600"/>
              <a:gd name="connsiteY752" fmla="*/ 919759 h 6858000"/>
              <a:gd name="connsiteX753" fmla="*/ 3042978 w 7467600"/>
              <a:gd name="connsiteY753" fmla="*/ 1054894 h 6858000"/>
              <a:gd name="connsiteX754" fmla="*/ 2968914 w 7467600"/>
              <a:gd name="connsiteY754" fmla="*/ 1133756 h 6858000"/>
              <a:gd name="connsiteX755" fmla="*/ 3103823 w 7467600"/>
              <a:gd name="connsiteY755" fmla="*/ 1026814 h 6858000"/>
              <a:gd name="connsiteX756" fmla="*/ 3607114 w 7467600"/>
              <a:gd name="connsiteY756" fmla="*/ 467441 h 6858000"/>
              <a:gd name="connsiteX757" fmla="*/ 3744487 w 7467600"/>
              <a:gd name="connsiteY757" fmla="*/ 383136 h 6858000"/>
              <a:gd name="connsiteX758" fmla="*/ 3970213 w 7467600"/>
              <a:gd name="connsiteY758" fmla="*/ 995559 h 6858000"/>
              <a:gd name="connsiteX759" fmla="*/ 3744487 w 7467600"/>
              <a:gd name="connsiteY759" fmla="*/ 383136 h 6858000"/>
              <a:gd name="connsiteX760" fmla="*/ 3624562 w 7467600"/>
              <a:gd name="connsiteY760" fmla="*/ 367041 h 6858000"/>
              <a:gd name="connsiteX761" fmla="*/ 3489712 w 7467600"/>
              <a:gd name="connsiteY761" fmla="*/ 485386 h 6858000"/>
              <a:gd name="connsiteX762" fmla="*/ 3182994 w 7467600"/>
              <a:gd name="connsiteY762" fmla="*/ 828265 h 6858000"/>
              <a:gd name="connsiteX763" fmla="*/ 2892114 w 7467600"/>
              <a:gd name="connsiteY763" fmla="*/ 1172635 h 6858000"/>
              <a:gd name="connsiteX764" fmla="*/ 3021459 w 7467600"/>
              <a:gd name="connsiteY764" fmla="*/ 1035385 h 6858000"/>
              <a:gd name="connsiteX765" fmla="*/ 3153873 w 7467600"/>
              <a:gd name="connsiteY765" fmla="*/ 898971 h 6858000"/>
              <a:gd name="connsiteX766" fmla="*/ 3276511 w 7467600"/>
              <a:gd name="connsiteY766" fmla="*/ 786423 h 6858000"/>
              <a:gd name="connsiteX767" fmla="*/ 3584154 w 7467600"/>
              <a:gd name="connsiteY767" fmla="*/ 448218 h 6858000"/>
              <a:gd name="connsiteX768" fmla="*/ 3624562 w 7467600"/>
              <a:gd name="connsiteY768" fmla="*/ 367041 h 6858000"/>
              <a:gd name="connsiteX769" fmla="*/ 3766672 w 7467600"/>
              <a:gd name="connsiteY769" fmla="*/ 359429 h 6858000"/>
              <a:gd name="connsiteX770" fmla="*/ 3996338 w 7467600"/>
              <a:gd name="connsiteY770" fmla="*/ 968237 h 6858000"/>
              <a:gd name="connsiteX771" fmla="*/ 3766672 w 7467600"/>
              <a:gd name="connsiteY771" fmla="*/ 359429 h 6858000"/>
              <a:gd name="connsiteX772" fmla="*/ 5805386 w 7467600"/>
              <a:gd name="connsiteY772" fmla="*/ 239240 h 6858000"/>
              <a:gd name="connsiteX773" fmla="*/ 5736947 w 7467600"/>
              <a:gd name="connsiteY773" fmla="*/ 261367 h 6858000"/>
              <a:gd name="connsiteX774" fmla="*/ 5427012 w 7467600"/>
              <a:gd name="connsiteY774" fmla="*/ 311272 h 6858000"/>
              <a:gd name="connsiteX775" fmla="*/ 5147818 w 7467600"/>
              <a:gd name="connsiteY775" fmla="*/ 322112 h 6858000"/>
              <a:gd name="connsiteX776" fmla="*/ 5060854 w 7467600"/>
              <a:gd name="connsiteY776" fmla="*/ 311882 h 6858000"/>
              <a:gd name="connsiteX777" fmla="*/ 4945989 w 7467600"/>
              <a:gd name="connsiteY777" fmla="*/ 300516 h 6858000"/>
              <a:gd name="connsiteX778" fmla="*/ 5410479 w 7467600"/>
              <a:gd name="connsiteY778" fmla="*/ 348434 h 6858000"/>
              <a:gd name="connsiteX779" fmla="*/ 5805386 w 7467600"/>
              <a:gd name="connsiteY779" fmla="*/ 239240 h 6858000"/>
              <a:gd name="connsiteX780" fmla="*/ 5905192 w 7467600"/>
              <a:gd name="connsiteY780" fmla="*/ 163079 h 6858000"/>
              <a:gd name="connsiteX781" fmla="*/ 5865655 w 7467600"/>
              <a:gd name="connsiteY781" fmla="*/ 171901 h 6858000"/>
              <a:gd name="connsiteX782" fmla="*/ 5259740 w 7467600"/>
              <a:gd name="connsiteY782" fmla="*/ 257013 h 6858000"/>
              <a:gd name="connsiteX783" fmla="*/ 5208466 w 7467600"/>
              <a:gd name="connsiteY783" fmla="*/ 257550 h 6858000"/>
              <a:gd name="connsiteX784" fmla="*/ 4980204 w 7467600"/>
              <a:gd name="connsiteY784" fmla="*/ 271903 h 6858000"/>
              <a:gd name="connsiteX785" fmla="*/ 5068068 w 7467600"/>
              <a:gd name="connsiteY785" fmla="*/ 282244 h 6858000"/>
              <a:gd name="connsiteX786" fmla="*/ 5153231 w 7467600"/>
              <a:gd name="connsiteY786" fmla="*/ 292240 h 6858000"/>
              <a:gd name="connsiteX787" fmla="*/ 5426491 w 7467600"/>
              <a:gd name="connsiteY787" fmla="*/ 281128 h 6858000"/>
              <a:gd name="connsiteX788" fmla="*/ 5731212 w 7467600"/>
              <a:gd name="connsiteY788" fmla="*/ 231951 h 6858000"/>
              <a:gd name="connsiteX789" fmla="*/ 5905192 w 7467600"/>
              <a:gd name="connsiteY789" fmla="*/ 163079 h 6858000"/>
              <a:gd name="connsiteX790" fmla="*/ 5944437 w 7467600"/>
              <a:gd name="connsiteY790" fmla="*/ 113829 h 6858000"/>
              <a:gd name="connsiteX791" fmla="*/ 5825032 w 7467600"/>
              <a:gd name="connsiteY791" fmla="*/ 146405 h 6858000"/>
              <a:gd name="connsiteX792" fmla="*/ 4955599 w 7467600"/>
              <a:gd name="connsiteY792" fmla="*/ 247008 h 6858000"/>
              <a:gd name="connsiteX793" fmla="*/ 5210104 w 7467600"/>
              <a:gd name="connsiteY793" fmla="*/ 228123 h 6858000"/>
              <a:gd name="connsiteX794" fmla="*/ 5261015 w 7467600"/>
              <a:gd name="connsiteY794" fmla="*/ 227087 h 6858000"/>
              <a:gd name="connsiteX795" fmla="*/ 5861181 w 7467600"/>
              <a:gd name="connsiteY795" fmla="*/ 143093 h 6858000"/>
              <a:gd name="connsiteX796" fmla="*/ 5961252 w 7467600"/>
              <a:gd name="connsiteY796" fmla="*/ 114820 h 6858000"/>
              <a:gd name="connsiteX797" fmla="*/ 5944437 w 7467600"/>
              <a:gd name="connsiteY797" fmla="*/ 113829 h 6858000"/>
              <a:gd name="connsiteX798" fmla="*/ 3882765 w 7467600"/>
              <a:gd name="connsiteY798" fmla="*/ 0 h 6858000"/>
              <a:gd name="connsiteX799" fmla="*/ 3995099 w 7467600"/>
              <a:gd name="connsiteY799" fmla="*/ 0 h 6858000"/>
              <a:gd name="connsiteX800" fmla="*/ 4163818 w 7467600"/>
              <a:gd name="connsiteY800" fmla="*/ 234104 h 6858000"/>
              <a:gd name="connsiteX801" fmla="*/ 4172099 w 7467600"/>
              <a:gd name="connsiteY801" fmla="*/ 234207 h 6858000"/>
              <a:gd name="connsiteX802" fmla="*/ 4784282 w 7467600"/>
              <a:gd name="connsiteY802" fmla="*/ 276561 h 6858000"/>
              <a:gd name="connsiteX803" fmla="*/ 4801687 w 7467600"/>
              <a:gd name="connsiteY803" fmla="*/ 267764 h 6858000"/>
              <a:gd name="connsiteX804" fmla="*/ 6082788 w 7467600"/>
              <a:gd name="connsiteY804" fmla="*/ 64119 h 6858000"/>
              <a:gd name="connsiteX805" fmla="*/ 6099442 w 7467600"/>
              <a:gd name="connsiteY805" fmla="*/ 82568 h 6858000"/>
              <a:gd name="connsiteX806" fmla="*/ 4804137 w 7467600"/>
              <a:gd name="connsiteY806" fmla="*/ 320931 h 6858000"/>
              <a:gd name="connsiteX807" fmla="*/ 4227047 w 7467600"/>
              <a:gd name="connsiteY807" fmla="*/ 313415 h 6858000"/>
              <a:gd name="connsiteX808" fmla="*/ 4346041 w 7467600"/>
              <a:gd name="connsiteY808" fmla="*/ 456086 h 6858000"/>
              <a:gd name="connsiteX809" fmla="*/ 4870967 w 7467600"/>
              <a:gd name="connsiteY809" fmla="*/ 963061 h 6858000"/>
              <a:gd name="connsiteX810" fmla="*/ 4889647 w 7467600"/>
              <a:gd name="connsiteY810" fmla="*/ 957147 h 6858000"/>
              <a:gd name="connsiteX811" fmla="*/ 5422504 w 7467600"/>
              <a:gd name="connsiteY811" fmla="*/ 805191 h 6858000"/>
              <a:gd name="connsiteX812" fmla="*/ 6087656 w 7467600"/>
              <a:gd name="connsiteY812" fmla="*/ 826703 h 6858000"/>
              <a:gd name="connsiteX813" fmla="*/ 6058717 w 7467600"/>
              <a:gd name="connsiteY813" fmla="*/ 865992 h 6858000"/>
              <a:gd name="connsiteX814" fmla="*/ 4974153 w 7467600"/>
              <a:gd name="connsiteY814" fmla="*/ 1045456 h 6858000"/>
              <a:gd name="connsiteX815" fmla="*/ 5627835 w 7467600"/>
              <a:gd name="connsiteY815" fmla="*/ 1472077 h 6858000"/>
              <a:gd name="connsiteX816" fmla="*/ 5629817 w 7467600"/>
              <a:gd name="connsiteY816" fmla="*/ 1471412 h 6858000"/>
              <a:gd name="connsiteX817" fmla="*/ 5634124 w 7467600"/>
              <a:gd name="connsiteY817" fmla="*/ 1470572 h 6858000"/>
              <a:gd name="connsiteX818" fmla="*/ 5755832 w 7467600"/>
              <a:gd name="connsiteY818" fmla="*/ 1383886 h 6858000"/>
              <a:gd name="connsiteX819" fmla="*/ 6014186 w 7467600"/>
              <a:gd name="connsiteY819" fmla="*/ 1279799 h 6858000"/>
              <a:gd name="connsiteX820" fmla="*/ 6901619 w 7467600"/>
              <a:gd name="connsiteY820" fmla="*/ 1047874 h 6858000"/>
              <a:gd name="connsiteX821" fmla="*/ 6931566 w 7467600"/>
              <a:gd name="connsiteY821" fmla="*/ 1062034 h 6858000"/>
              <a:gd name="connsiteX822" fmla="*/ 5790982 w 7467600"/>
              <a:gd name="connsiteY822" fmla="*/ 1561380 h 6858000"/>
              <a:gd name="connsiteX823" fmla="*/ 6188971 w 7467600"/>
              <a:gd name="connsiteY823" fmla="*/ 1755168 h 6858000"/>
              <a:gd name="connsiteX824" fmla="*/ 6202446 w 7467600"/>
              <a:gd name="connsiteY824" fmla="*/ 1752268 h 6858000"/>
              <a:gd name="connsiteX825" fmla="*/ 7179560 w 7467600"/>
              <a:gd name="connsiteY825" fmla="*/ 1467551 h 6858000"/>
              <a:gd name="connsiteX826" fmla="*/ 7158730 w 7467600"/>
              <a:gd name="connsiteY826" fmla="*/ 1507835 h 6858000"/>
              <a:gd name="connsiteX827" fmla="*/ 6326959 w 7467600"/>
              <a:gd name="connsiteY827" fmla="*/ 1817686 h 6858000"/>
              <a:gd name="connsiteX828" fmla="*/ 6537433 w 7467600"/>
              <a:gd name="connsiteY828" fmla="*/ 1907790 h 6858000"/>
              <a:gd name="connsiteX829" fmla="*/ 6550221 w 7467600"/>
              <a:gd name="connsiteY829" fmla="*/ 1910729 h 6858000"/>
              <a:gd name="connsiteX830" fmla="*/ 6964438 w 7467600"/>
              <a:gd name="connsiteY830" fmla="*/ 2209505 h 6858000"/>
              <a:gd name="connsiteX831" fmla="*/ 7367862 w 7467600"/>
              <a:gd name="connsiteY831" fmla="*/ 2806833 h 6858000"/>
              <a:gd name="connsiteX832" fmla="*/ 7364329 w 7467600"/>
              <a:gd name="connsiteY832" fmla="*/ 2826907 h 6858000"/>
              <a:gd name="connsiteX833" fmla="*/ 7290545 w 7467600"/>
              <a:gd name="connsiteY833" fmla="*/ 2850663 h 6858000"/>
              <a:gd name="connsiteX834" fmla="*/ 6472036 w 7467600"/>
              <a:gd name="connsiteY834" fmla="*/ 1959003 h 6858000"/>
              <a:gd name="connsiteX835" fmla="*/ 5792897 w 7467600"/>
              <a:gd name="connsiteY835" fmla="*/ 1647747 h 6858000"/>
              <a:gd name="connsiteX836" fmla="*/ 5842751 w 7467600"/>
              <a:gd name="connsiteY836" fmla="*/ 1816112 h 6858000"/>
              <a:gd name="connsiteX837" fmla="*/ 5847424 w 7467600"/>
              <a:gd name="connsiteY837" fmla="*/ 1815776 h 6858000"/>
              <a:gd name="connsiteX838" fmla="*/ 6399821 w 7467600"/>
              <a:gd name="connsiteY838" fmla="*/ 2344799 h 6858000"/>
              <a:gd name="connsiteX839" fmla="*/ 6323232 w 7467600"/>
              <a:gd name="connsiteY839" fmla="*/ 2389634 h 6858000"/>
              <a:gd name="connsiteX840" fmla="*/ 5942958 w 7467600"/>
              <a:gd name="connsiteY840" fmla="*/ 2077708 h 6858000"/>
              <a:gd name="connsiteX841" fmla="*/ 5921559 w 7467600"/>
              <a:gd name="connsiteY841" fmla="*/ 2378596 h 6858000"/>
              <a:gd name="connsiteX842" fmla="*/ 5817651 w 7467600"/>
              <a:gd name="connsiteY842" fmla="*/ 3023919 h 6858000"/>
              <a:gd name="connsiteX843" fmla="*/ 5729634 w 7467600"/>
              <a:gd name="connsiteY843" fmla="*/ 3051849 h 6858000"/>
              <a:gd name="connsiteX844" fmla="*/ 5611018 w 7467600"/>
              <a:gd name="connsiteY844" fmla="*/ 2316769 h 6858000"/>
              <a:gd name="connsiteX845" fmla="*/ 5687608 w 7467600"/>
              <a:gd name="connsiteY845" fmla="*/ 2039972 h 6858000"/>
              <a:gd name="connsiteX846" fmla="*/ 5657554 w 7467600"/>
              <a:gd name="connsiteY846" fmla="*/ 1576445 h 6858000"/>
              <a:gd name="connsiteX847" fmla="*/ 5150475 w 7467600"/>
              <a:gd name="connsiteY847" fmla="*/ 1274012 h 6858000"/>
              <a:gd name="connsiteX848" fmla="*/ 5349142 w 7467600"/>
              <a:gd name="connsiteY848" fmla="*/ 2204405 h 6858000"/>
              <a:gd name="connsiteX849" fmla="*/ 5262214 w 7467600"/>
              <a:gd name="connsiteY849" fmla="*/ 2233836 h 6858000"/>
              <a:gd name="connsiteX850" fmla="*/ 4981539 w 7467600"/>
              <a:gd name="connsiteY850" fmla="*/ 1542201 h 6858000"/>
              <a:gd name="connsiteX851" fmla="*/ 4958461 w 7467600"/>
              <a:gd name="connsiteY851" fmla="*/ 1136957 h 6858000"/>
              <a:gd name="connsiteX852" fmla="*/ 4655015 w 7467600"/>
              <a:gd name="connsiteY852" fmla="*/ 891426 h 6858000"/>
              <a:gd name="connsiteX853" fmla="*/ 4348002 w 7467600"/>
              <a:gd name="connsiteY853" fmla="*/ 2205895 h 6858000"/>
              <a:gd name="connsiteX854" fmla="*/ 4262250 w 7467600"/>
              <a:gd name="connsiteY854" fmla="*/ 2219972 h 6858000"/>
              <a:gd name="connsiteX855" fmla="*/ 4550611 w 7467600"/>
              <a:gd name="connsiteY855" fmla="*/ 817540 h 6858000"/>
              <a:gd name="connsiteX856" fmla="*/ 4564418 w 7467600"/>
              <a:gd name="connsiteY856" fmla="*/ 808293 h 6858000"/>
              <a:gd name="connsiteX857" fmla="*/ 4266388 w 7467600"/>
              <a:gd name="connsiteY857" fmla="*/ 500083 h 6858000"/>
              <a:gd name="connsiteX858" fmla="*/ 4032842 w 7467600"/>
              <a:gd name="connsiteY858" fmla="*/ 211809 h 6858000"/>
              <a:gd name="connsiteX859" fmla="*/ 3882765 w 7467600"/>
              <a:gd name="connsiteY859" fmla="*/ 0 h 6858000"/>
              <a:gd name="connsiteX860" fmla="*/ 3721337 w 7467600"/>
              <a:gd name="connsiteY860" fmla="*/ 0 h 6858000"/>
              <a:gd name="connsiteX861" fmla="*/ 3797544 w 7467600"/>
              <a:gd name="connsiteY861" fmla="*/ 0 h 6858000"/>
              <a:gd name="connsiteX862" fmla="*/ 3775734 w 7467600"/>
              <a:gd name="connsiteY862" fmla="*/ 95131 h 6858000"/>
              <a:gd name="connsiteX863" fmla="*/ 3724807 w 7467600"/>
              <a:gd name="connsiteY863" fmla="*/ 272257 h 6858000"/>
              <a:gd name="connsiteX864" fmla="*/ 3726844 w 7467600"/>
              <a:gd name="connsiteY864" fmla="*/ 282988 h 6858000"/>
              <a:gd name="connsiteX865" fmla="*/ 3742664 w 7467600"/>
              <a:gd name="connsiteY865" fmla="*/ 279918 h 6858000"/>
              <a:gd name="connsiteX866" fmla="*/ 4103910 w 7467600"/>
              <a:gd name="connsiteY866" fmla="*/ 1161917 h 6858000"/>
              <a:gd name="connsiteX867" fmla="*/ 4020269 w 7467600"/>
              <a:gd name="connsiteY867" fmla="*/ 1200406 h 6858000"/>
              <a:gd name="connsiteX868" fmla="*/ 3674882 w 7467600"/>
              <a:gd name="connsiteY868" fmla="*/ 488524 h 6858000"/>
              <a:gd name="connsiteX869" fmla="*/ 3132682 w 7467600"/>
              <a:gd name="connsiteY869" fmla="*/ 1072284 h 6858000"/>
              <a:gd name="connsiteX870" fmla="*/ 2716346 w 7467600"/>
              <a:gd name="connsiteY870" fmla="*/ 1276376 h 6858000"/>
              <a:gd name="connsiteX871" fmla="*/ 2716772 w 7467600"/>
              <a:gd name="connsiteY871" fmla="*/ 1255462 h 6858000"/>
              <a:gd name="connsiteX872" fmla="*/ 3471096 w 7467600"/>
              <a:gd name="connsiteY872" fmla="*/ 437072 h 6858000"/>
              <a:gd name="connsiteX873" fmla="*/ 3639057 w 7467600"/>
              <a:gd name="connsiteY873" fmla="*/ 286334 h 6858000"/>
              <a:gd name="connsiteX874" fmla="*/ 3640309 w 7467600"/>
              <a:gd name="connsiteY874" fmla="*/ 284664 h 6858000"/>
              <a:gd name="connsiteX875" fmla="*/ 3646022 w 7467600"/>
              <a:gd name="connsiteY875" fmla="*/ 276711 h 6858000"/>
              <a:gd name="connsiteX876" fmla="*/ 3707943 w 7467600"/>
              <a:gd name="connsiteY876" fmla="*/ 65958 h 6858000"/>
              <a:gd name="connsiteX877" fmla="*/ 3721337 w 7467600"/>
              <a:gd name="connsiteY877" fmla="*/ 0 h 6858000"/>
              <a:gd name="connsiteX878" fmla="*/ 2867960 w 7467600"/>
              <a:gd name="connsiteY878" fmla="*/ 0 h 6858000"/>
              <a:gd name="connsiteX879" fmla="*/ 2926351 w 7467600"/>
              <a:gd name="connsiteY879" fmla="*/ 0 h 6858000"/>
              <a:gd name="connsiteX880" fmla="*/ 2902823 w 7467600"/>
              <a:gd name="connsiteY880" fmla="*/ 262929 h 6858000"/>
              <a:gd name="connsiteX881" fmla="*/ 2940663 w 7467600"/>
              <a:gd name="connsiteY881" fmla="*/ 140884 h 6858000"/>
              <a:gd name="connsiteX882" fmla="*/ 2947039 w 7467600"/>
              <a:gd name="connsiteY882" fmla="*/ 122524 h 6858000"/>
              <a:gd name="connsiteX883" fmla="*/ 2984316 w 7467600"/>
              <a:gd name="connsiteY883" fmla="*/ 0 h 6858000"/>
              <a:gd name="connsiteX884" fmla="*/ 3016114 w 7467600"/>
              <a:gd name="connsiteY884" fmla="*/ 0 h 6858000"/>
              <a:gd name="connsiteX885" fmla="*/ 2979949 w 7467600"/>
              <a:gd name="connsiteY885" fmla="*/ 119274 h 6858000"/>
              <a:gd name="connsiteX886" fmla="*/ 3023879 w 7467600"/>
              <a:gd name="connsiteY886" fmla="*/ 0 h 6858000"/>
              <a:gd name="connsiteX887" fmla="*/ 3105400 w 7467600"/>
              <a:gd name="connsiteY887" fmla="*/ 0 h 6858000"/>
              <a:gd name="connsiteX888" fmla="*/ 3094669 w 7467600"/>
              <a:gd name="connsiteY888" fmla="*/ 30308 h 6858000"/>
              <a:gd name="connsiteX889" fmla="*/ 2901945 w 7467600"/>
              <a:gd name="connsiteY889" fmla="*/ 466538 h 6858000"/>
              <a:gd name="connsiteX890" fmla="*/ 2815209 w 7467600"/>
              <a:gd name="connsiteY890" fmla="*/ 497361 h 6858000"/>
              <a:gd name="connsiteX891" fmla="*/ 2844845 w 7467600"/>
              <a:gd name="connsiteY891" fmla="*/ 127638 h 6858000"/>
              <a:gd name="connsiteX892" fmla="*/ 2867960 w 7467600"/>
              <a:gd name="connsiteY892" fmla="*/ 0 h 6858000"/>
              <a:gd name="connsiteX893" fmla="*/ 1057230 w 7467600"/>
              <a:gd name="connsiteY893" fmla="*/ 0 h 6858000"/>
              <a:gd name="connsiteX894" fmla="*/ 1111003 w 7467600"/>
              <a:gd name="connsiteY894" fmla="*/ 0 h 6858000"/>
              <a:gd name="connsiteX895" fmla="*/ 1125553 w 7467600"/>
              <a:gd name="connsiteY895" fmla="*/ 52588 h 6858000"/>
              <a:gd name="connsiteX896" fmla="*/ 1304276 w 7467600"/>
              <a:gd name="connsiteY896" fmla="*/ 476275 h 6858000"/>
              <a:gd name="connsiteX897" fmla="*/ 1492066 w 7467600"/>
              <a:gd name="connsiteY897" fmla="*/ 886333 h 6858000"/>
              <a:gd name="connsiteX898" fmla="*/ 1423698 w 7467600"/>
              <a:gd name="connsiteY898" fmla="*/ 710817 h 6858000"/>
              <a:gd name="connsiteX899" fmla="*/ 1357609 w 7467600"/>
              <a:gd name="connsiteY899" fmla="*/ 532892 h 6858000"/>
              <a:gd name="connsiteX900" fmla="*/ 1309550 w 7467600"/>
              <a:gd name="connsiteY900" fmla="*/ 374031 h 6858000"/>
              <a:gd name="connsiteX901" fmla="*/ 1193673 w 7467600"/>
              <a:gd name="connsiteY901" fmla="*/ 49533 h 6858000"/>
              <a:gd name="connsiteX902" fmla="*/ 1164391 w 7467600"/>
              <a:gd name="connsiteY902" fmla="*/ 0 h 6858000"/>
              <a:gd name="connsiteX903" fmla="*/ 1200666 w 7467600"/>
              <a:gd name="connsiteY903" fmla="*/ 0 h 6858000"/>
              <a:gd name="connsiteX904" fmla="*/ 1223408 w 7467600"/>
              <a:gd name="connsiteY904" fmla="*/ 38996 h 6858000"/>
              <a:gd name="connsiteX905" fmla="*/ 1339635 w 7467600"/>
              <a:gd name="connsiteY905" fmla="*/ 365517 h 6858000"/>
              <a:gd name="connsiteX906" fmla="*/ 1387469 w 7467600"/>
              <a:gd name="connsiteY906" fmla="*/ 523079 h 6858000"/>
              <a:gd name="connsiteX907" fmla="*/ 1452685 w 7467600"/>
              <a:gd name="connsiteY907" fmla="*/ 699806 h 6858000"/>
              <a:gd name="connsiteX908" fmla="*/ 1492092 w 7467600"/>
              <a:gd name="connsiteY908" fmla="*/ 800424 h 6858000"/>
              <a:gd name="connsiteX909" fmla="*/ 1455302 w 7467600"/>
              <a:gd name="connsiteY909" fmla="*/ 632913 h 6858000"/>
              <a:gd name="connsiteX910" fmla="*/ 1222336 w 7467600"/>
              <a:gd name="connsiteY910" fmla="*/ 9480 h 6858000"/>
              <a:gd name="connsiteX911" fmla="*/ 1214634 w 7467600"/>
              <a:gd name="connsiteY911" fmla="*/ 0 h 6858000"/>
              <a:gd name="connsiteX912" fmla="*/ 1289827 w 7467600"/>
              <a:gd name="connsiteY912" fmla="*/ 0 h 6858000"/>
              <a:gd name="connsiteX913" fmla="*/ 1321076 w 7467600"/>
              <a:gd name="connsiteY913" fmla="*/ 59722 h 6858000"/>
              <a:gd name="connsiteX914" fmla="*/ 1512579 w 7467600"/>
              <a:gd name="connsiteY914" fmla="*/ 626441 h 6858000"/>
              <a:gd name="connsiteX915" fmla="*/ 1506076 w 7467600"/>
              <a:gd name="connsiteY915" fmla="*/ 1089289 h 6858000"/>
              <a:gd name="connsiteX916" fmla="*/ 1486346 w 7467600"/>
              <a:gd name="connsiteY916" fmla="*/ 1079919 h 6858000"/>
              <a:gd name="connsiteX917" fmla="*/ 1070511 w 7467600"/>
              <a:gd name="connsiteY917" fmla="*/ 48609 h 6858000"/>
              <a:gd name="connsiteX918" fmla="*/ 1057230 w 7467600"/>
              <a:gd name="connsiteY918" fmla="*/ 0 h 6858000"/>
              <a:gd name="connsiteX919" fmla="*/ 43151 w 7467600"/>
              <a:gd name="connsiteY919" fmla="*/ 0 h 6858000"/>
              <a:gd name="connsiteX920" fmla="*/ 95283 w 7467600"/>
              <a:gd name="connsiteY920" fmla="*/ 0 h 6858000"/>
              <a:gd name="connsiteX921" fmla="*/ 300708 w 7467600"/>
              <a:gd name="connsiteY921" fmla="*/ 154571 h 6858000"/>
              <a:gd name="connsiteX922" fmla="*/ 530414 w 7467600"/>
              <a:gd name="connsiteY922" fmla="*/ 354673 h 6858000"/>
              <a:gd name="connsiteX923" fmla="*/ 333785 w 7467600"/>
              <a:gd name="connsiteY923" fmla="*/ 161564 h 6858000"/>
              <a:gd name="connsiteX924" fmla="*/ 147005 w 7467600"/>
              <a:gd name="connsiteY924" fmla="*/ 0 h 6858000"/>
              <a:gd name="connsiteX925" fmla="*/ 272509 w 7467600"/>
              <a:gd name="connsiteY925" fmla="*/ 0 h 6858000"/>
              <a:gd name="connsiteX926" fmla="*/ 326276 w 7467600"/>
              <a:gd name="connsiteY926" fmla="*/ 45847 h 6858000"/>
              <a:gd name="connsiteX927" fmla="*/ 823759 w 7467600"/>
              <a:gd name="connsiteY927" fmla="*/ 574145 h 6858000"/>
              <a:gd name="connsiteX928" fmla="*/ 811254 w 7467600"/>
              <a:gd name="connsiteY928" fmla="*/ 665546 h 6858000"/>
              <a:gd name="connsiteX929" fmla="*/ 154042 w 7467600"/>
              <a:gd name="connsiteY929" fmla="*/ 261522 h 6858000"/>
              <a:gd name="connsiteX930" fmla="*/ 13550 w 7467600"/>
              <a:gd name="connsiteY930" fmla="*/ 158423 h 6858000"/>
              <a:gd name="connsiteX931" fmla="*/ 0 w 7467600"/>
              <a:gd name="connsiteY931" fmla="*/ 146618 h 6858000"/>
              <a:gd name="connsiteX932" fmla="*/ 0 w 7467600"/>
              <a:gd name="connsiteY932" fmla="*/ 59161 h 6858000"/>
              <a:gd name="connsiteX933" fmla="*/ 45427 w 7467600"/>
              <a:gd name="connsiteY933" fmla="*/ 101078 h 6858000"/>
              <a:gd name="connsiteX934" fmla="*/ 630103 w 7467600"/>
              <a:gd name="connsiteY934" fmla="*/ 485885 h 6858000"/>
              <a:gd name="connsiteX935" fmla="*/ 532040 w 7467600"/>
              <a:gd name="connsiteY935" fmla="*/ 399359 h 6858000"/>
              <a:gd name="connsiteX936" fmla="*/ 517618 w 7467600"/>
              <a:gd name="connsiteY936" fmla="*/ 385726 h 6858000"/>
              <a:gd name="connsiteX937" fmla="*/ 285074 w 7467600"/>
              <a:gd name="connsiteY937" fmla="*/ 182755 h 6858000"/>
              <a:gd name="connsiteX938" fmla="*/ 43151 w 7467600"/>
              <a:gd name="connsiteY938" fmla="*/ 0 h 6858000"/>
              <a:gd name="connsiteX0" fmla="*/ 369702 w 7369701"/>
              <a:gd name="connsiteY0" fmla="*/ 6712169 h 6858000"/>
              <a:gd name="connsiteX1" fmla="*/ 366575 w 7369701"/>
              <a:gd name="connsiteY1" fmla="*/ 6715556 h 6858000"/>
              <a:gd name="connsiteX2" fmla="*/ 371637 w 7369701"/>
              <a:gd name="connsiteY2" fmla="*/ 6713954 h 6858000"/>
              <a:gd name="connsiteX3" fmla="*/ 369702 w 7369701"/>
              <a:gd name="connsiteY3" fmla="*/ 6712169 h 6858000"/>
              <a:gd name="connsiteX4" fmla="*/ 1019354 w 7369701"/>
              <a:gd name="connsiteY4" fmla="*/ 6315006 h 6858000"/>
              <a:gd name="connsiteX5" fmla="*/ 441046 w 7369701"/>
              <a:gd name="connsiteY5" fmla="*/ 6691153 h 6858000"/>
              <a:gd name="connsiteX6" fmla="*/ 1019354 w 7369701"/>
              <a:gd name="connsiteY6" fmla="*/ 6315006 h 6858000"/>
              <a:gd name="connsiteX7" fmla="*/ 991680 w 7369701"/>
              <a:gd name="connsiteY7" fmla="*/ 6298413 h 6858000"/>
              <a:gd name="connsiteX8" fmla="*/ 409060 w 7369701"/>
              <a:gd name="connsiteY8" fmla="*/ 6671470 h 6858000"/>
              <a:gd name="connsiteX9" fmla="*/ 991680 w 7369701"/>
              <a:gd name="connsiteY9" fmla="*/ 6298413 h 6858000"/>
              <a:gd name="connsiteX10" fmla="*/ 103333 w 7369701"/>
              <a:gd name="connsiteY10" fmla="*/ 5699602 h 6858000"/>
              <a:gd name="connsiteX11" fmla="*/ 233938 w 7369701"/>
              <a:gd name="connsiteY11" fmla="*/ 5809416 h 6858000"/>
              <a:gd name="connsiteX12" fmla="*/ 883580 w 7369701"/>
              <a:gd name="connsiteY12" fmla="*/ 6180710 h 6858000"/>
              <a:gd name="connsiteX13" fmla="*/ 487337 w 7369701"/>
              <a:gd name="connsiteY13" fmla="*/ 5950182 h 6858000"/>
              <a:gd name="connsiteX14" fmla="*/ 354051 w 7369701"/>
              <a:gd name="connsiteY14" fmla="*/ 5854912 h 6858000"/>
              <a:gd name="connsiteX15" fmla="*/ 195436 w 7369701"/>
              <a:gd name="connsiteY15" fmla="*/ 5755068 h 6858000"/>
              <a:gd name="connsiteX16" fmla="*/ 103333 w 7369701"/>
              <a:gd name="connsiteY16" fmla="*/ 5699602 h 6858000"/>
              <a:gd name="connsiteX17" fmla="*/ 5539432 w 7369701"/>
              <a:gd name="connsiteY17" fmla="*/ 5642928 h 6858000"/>
              <a:gd name="connsiteX18" fmla="*/ 5555462 w 7369701"/>
              <a:gd name="connsiteY18" fmla="*/ 5694454 h 6858000"/>
              <a:gd name="connsiteX19" fmla="*/ 5828270 w 7369701"/>
              <a:gd name="connsiteY19" fmla="*/ 6320663 h 6858000"/>
              <a:gd name="connsiteX20" fmla="*/ 5947416 w 7369701"/>
              <a:gd name="connsiteY20" fmla="*/ 6574846 h 6858000"/>
              <a:gd name="connsiteX21" fmla="*/ 5539432 w 7369701"/>
              <a:gd name="connsiteY21" fmla="*/ 5642928 h 6858000"/>
              <a:gd name="connsiteX22" fmla="*/ 51253 w 7369701"/>
              <a:gd name="connsiteY22" fmla="*/ 5631825 h 6858000"/>
              <a:gd name="connsiteX23" fmla="*/ 211622 w 7369701"/>
              <a:gd name="connsiteY23" fmla="*/ 5728803 h 6858000"/>
              <a:gd name="connsiteX24" fmla="*/ 371652 w 7369701"/>
              <a:gd name="connsiteY24" fmla="*/ 5829062 h 6858000"/>
              <a:gd name="connsiteX25" fmla="*/ 505903 w 7369701"/>
              <a:gd name="connsiteY25" fmla="*/ 5925221 h 6858000"/>
              <a:gd name="connsiteX26" fmla="*/ 899240 w 7369701"/>
              <a:gd name="connsiteY26" fmla="*/ 6153068 h 6858000"/>
              <a:gd name="connsiteX27" fmla="*/ 988114 w 7369701"/>
              <a:gd name="connsiteY27" fmla="*/ 6174204 h 6858000"/>
              <a:gd name="connsiteX28" fmla="*/ 845971 w 7369701"/>
              <a:gd name="connsiteY28" fmla="*/ 6067177 h 6858000"/>
              <a:gd name="connsiteX29" fmla="*/ 448057 w 7369701"/>
              <a:gd name="connsiteY29" fmla="*/ 5841376 h 6858000"/>
              <a:gd name="connsiteX30" fmla="*/ 51253 w 7369701"/>
              <a:gd name="connsiteY30" fmla="*/ 5631825 h 6858000"/>
              <a:gd name="connsiteX31" fmla="*/ 2606687 w 7369701"/>
              <a:gd name="connsiteY31" fmla="*/ 5630718 h 6858000"/>
              <a:gd name="connsiteX32" fmla="*/ 2645658 w 7369701"/>
              <a:gd name="connsiteY32" fmla="*/ 6640259 h 6858000"/>
              <a:gd name="connsiteX33" fmla="*/ 2606687 w 7369701"/>
              <a:gd name="connsiteY33" fmla="*/ 5630718 h 6858000"/>
              <a:gd name="connsiteX34" fmla="*/ 3642057 w 7369701"/>
              <a:gd name="connsiteY34" fmla="*/ 5573487 h 6858000"/>
              <a:gd name="connsiteX35" fmla="*/ 3632981 w 7369701"/>
              <a:gd name="connsiteY35" fmla="*/ 5579437 h 6858000"/>
              <a:gd name="connsiteX36" fmla="*/ 3382436 w 7369701"/>
              <a:gd name="connsiteY36" fmla="*/ 5952726 h 6858000"/>
              <a:gd name="connsiteX37" fmla="*/ 3191929 w 7369701"/>
              <a:gd name="connsiteY37" fmla="*/ 6662669 h 6858000"/>
              <a:gd name="connsiteX38" fmla="*/ 3369898 w 7369701"/>
              <a:gd name="connsiteY38" fmla="*/ 6081771 h 6858000"/>
              <a:gd name="connsiteX39" fmla="*/ 3642057 w 7369701"/>
              <a:gd name="connsiteY39" fmla="*/ 5573487 h 6858000"/>
              <a:gd name="connsiteX40" fmla="*/ 2650666 w 7369701"/>
              <a:gd name="connsiteY40" fmla="*/ 5530686 h 6858000"/>
              <a:gd name="connsiteX41" fmla="*/ 2650249 w 7369701"/>
              <a:gd name="connsiteY41" fmla="*/ 5532101 h 6858000"/>
              <a:gd name="connsiteX42" fmla="*/ 2663808 w 7369701"/>
              <a:gd name="connsiteY42" fmla="*/ 6535215 h 6858000"/>
              <a:gd name="connsiteX43" fmla="*/ 2665418 w 7369701"/>
              <a:gd name="connsiteY43" fmla="*/ 6132756 h 6858000"/>
              <a:gd name="connsiteX44" fmla="*/ 2650666 w 7369701"/>
              <a:gd name="connsiteY44" fmla="*/ 5530686 h 6858000"/>
              <a:gd name="connsiteX45" fmla="*/ 2680277 w 7369701"/>
              <a:gd name="connsiteY45" fmla="*/ 5479204 h 6858000"/>
              <a:gd name="connsiteX46" fmla="*/ 2678972 w 7369701"/>
              <a:gd name="connsiteY46" fmla="*/ 5481582 h 6858000"/>
              <a:gd name="connsiteX47" fmla="*/ 2696666 w 7369701"/>
              <a:gd name="connsiteY47" fmla="*/ 6133836 h 6858000"/>
              <a:gd name="connsiteX48" fmla="*/ 2695769 w 7369701"/>
              <a:gd name="connsiteY48" fmla="*/ 6390955 h 6858000"/>
              <a:gd name="connsiteX49" fmla="*/ 2739893 w 7369701"/>
              <a:gd name="connsiteY49" fmla="*/ 6108357 h 6858000"/>
              <a:gd name="connsiteX50" fmla="*/ 2680277 w 7369701"/>
              <a:gd name="connsiteY50" fmla="*/ 5479204 h 6858000"/>
              <a:gd name="connsiteX51" fmla="*/ 1132195 w 7369701"/>
              <a:gd name="connsiteY51" fmla="*/ 5467980 h 6858000"/>
              <a:gd name="connsiteX52" fmla="*/ 1679056 w 7369701"/>
              <a:gd name="connsiteY52" fmla="*/ 5516907 h 6858000"/>
              <a:gd name="connsiteX53" fmla="*/ 2128648 w 7369701"/>
              <a:gd name="connsiteY53" fmla="*/ 5474249 h 6858000"/>
              <a:gd name="connsiteX54" fmla="*/ 1825619 w 7369701"/>
              <a:gd name="connsiteY54" fmla="*/ 5478447 h 6858000"/>
              <a:gd name="connsiteX55" fmla="*/ 1737798 w 7369701"/>
              <a:gd name="connsiteY55" fmla="*/ 5483353 h 6858000"/>
              <a:gd name="connsiteX56" fmla="*/ 1132195 w 7369701"/>
              <a:gd name="connsiteY56" fmla="*/ 5467980 h 6858000"/>
              <a:gd name="connsiteX57" fmla="*/ 1456157 w 7369701"/>
              <a:gd name="connsiteY57" fmla="*/ 5371404 h 6858000"/>
              <a:gd name="connsiteX58" fmla="*/ 1244432 w 7369701"/>
              <a:gd name="connsiteY58" fmla="*/ 5385601 h 6858000"/>
              <a:gd name="connsiteX59" fmla="*/ 973990 w 7369701"/>
              <a:gd name="connsiteY59" fmla="*/ 5424940 h 6858000"/>
              <a:gd name="connsiteX60" fmla="*/ 1103809 w 7369701"/>
              <a:gd name="connsiteY60" fmla="*/ 5433720 h 6858000"/>
              <a:gd name="connsiteX61" fmla="*/ 1123454 w 7369701"/>
              <a:gd name="connsiteY61" fmla="*/ 5435727 h 6858000"/>
              <a:gd name="connsiteX62" fmla="*/ 1737017 w 7369701"/>
              <a:gd name="connsiteY62" fmla="*/ 5452183 h 6858000"/>
              <a:gd name="connsiteX63" fmla="*/ 1824397 w 7369701"/>
              <a:gd name="connsiteY63" fmla="*/ 5447757 h 6858000"/>
              <a:gd name="connsiteX64" fmla="*/ 2070059 w 7369701"/>
              <a:gd name="connsiteY64" fmla="*/ 5441660 h 6858000"/>
              <a:gd name="connsiteX65" fmla="*/ 1456157 w 7369701"/>
              <a:gd name="connsiteY65" fmla="*/ 5371404 h 6858000"/>
              <a:gd name="connsiteX66" fmla="*/ 4988186 w 7369701"/>
              <a:gd name="connsiteY66" fmla="*/ 5216467 h 6858000"/>
              <a:gd name="connsiteX67" fmla="*/ 4777334 w 7369701"/>
              <a:gd name="connsiteY67" fmla="*/ 5406072 h 6858000"/>
              <a:gd name="connsiteX68" fmla="*/ 4718341 w 7369701"/>
              <a:gd name="connsiteY68" fmla="*/ 5468043 h 6858000"/>
              <a:gd name="connsiteX69" fmla="*/ 4604655 w 7369701"/>
              <a:gd name="connsiteY69" fmla="*/ 5583434 h 6858000"/>
              <a:gd name="connsiteX70" fmla="*/ 4565074 w 7369701"/>
              <a:gd name="connsiteY70" fmla="*/ 5618550 h 6858000"/>
              <a:gd name="connsiteX71" fmla="*/ 4988186 w 7369701"/>
              <a:gd name="connsiteY71" fmla="*/ 5216467 h 6858000"/>
              <a:gd name="connsiteX72" fmla="*/ 4978032 w 7369701"/>
              <a:gd name="connsiteY72" fmla="*/ 5183809 h 6858000"/>
              <a:gd name="connsiteX73" fmla="*/ 4463413 w 7369701"/>
              <a:gd name="connsiteY73" fmla="*/ 5615162 h 6858000"/>
              <a:gd name="connsiteX74" fmla="*/ 4358134 w 7369701"/>
              <a:gd name="connsiteY74" fmla="*/ 5742791 h 6858000"/>
              <a:gd name="connsiteX75" fmla="*/ 4376219 w 7369701"/>
              <a:gd name="connsiteY75" fmla="*/ 5729027 h 6858000"/>
              <a:gd name="connsiteX76" fmla="*/ 4582340 w 7369701"/>
              <a:gd name="connsiteY76" fmla="*/ 5561037 h 6858000"/>
              <a:gd name="connsiteX77" fmla="*/ 4694684 w 7369701"/>
              <a:gd name="connsiteY77" fmla="*/ 5447098 h 6858000"/>
              <a:gd name="connsiteX78" fmla="*/ 4754123 w 7369701"/>
              <a:gd name="connsiteY78" fmla="*/ 5384643 h 6858000"/>
              <a:gd name="connsiteX79" fmla="*/ 4978032 w 7369701"/>
              <a:gd name="connsiteY79" fmla="*/ 5183809 h 6858000"/>
              <a:gd name="connsiteX80" fmla="*/ 1903353 w 7369701"/>
              <a:gd name="connsiteY80" fmla="*/ 5044827 h 6858000"/>
              <a:gd name="connsiteX81" fmla="*/ 1936931 w 7369701"/>
              <a:gd name="connsiteY81" fmla="*/ 5093954 h 6858000"/>
              <a:gd name="connsiteX82" fmla="*/ 2195868 w 7369701"/>
              <a:gd name="connsiteY82" fmla="*/ 5396574 h 6858000"/>
              <a:gd name="connsiteX83" fmla="*/ 2088852 w 7369701"/>
              <a:gd name="connsiteY83" fmla="*/ 5166123 h 6858000"/>
              <a:gd name="connsiteX84" fmla="*/ 1958241 w 7369701"/>
              <a:gd name="connsiteY84" fmla="*/ 5067955 h 6858000"/>
              <a:gd name="connsiteX85" fmla="*/ 1903353 w 7369701"/>
              <a:gd name="connsiteY85" fmla="*/ 5044827 h 6858000"/>
              <a:gd name="connsiteX86" fmla="*/ 1979378 w 7369701"/>
              <a:gd name="connsiteY86" fmla="*/ 4769504 h 6858000"/>
              <a:gd name="connsiteX87" fmla="*/ 2882120 w 7369701"/>
              <a:gd name="connsiteY87" fmla="*/ 5064547 h 6858000"/>
              <a:gd name="connsiteX88" fmla="*/ 2793103 w 7369701"/>
              <a:gd name="connsiteY88" fmla="*/ 5039699 h 6858000"/>
              <a:gd name="connsiteX89" fmla="*/ 2770041 w 7369701"/>
              <a:gd name="connsiteY89" fmla="*/ 5033634 h 6858000"/>
              <a:gd name="connsiteX90" fmla="*/ 1979378 w 7369701"/>
              <a:gd name="connsiteY90" fmla="*/ 4769504 h 6858000"/>
              <a:gd name="connsiteX91" fmla="*/ 1927410 w 7369701"/>
              <a:gd name="connsiteY91" fmla="*/ 4716164 h 6858000"/>
              <a:gd name="connsiteX92" fmla="*/ 1959587 w 7369701"/>
              <a:gd name="connsiteY92" fmla="*/ 4728849 h 6858000"/>
              <a:gd name="connsiteX93" fmla="*/ 2777707 w 7369701"/>
              <a:gd name="connsiteY93" fmla="*/ 5003991 h 6858000"/>
              <a:gd name="connsiteX94" fmla="*/ 2800768 w 7369701"/>
              <a:gd name="connsiteY94" fmla="*/ 5010056 h 6858000"/>
              <a:gd name="connsiteX95" fmla="*/ 2879408 w 7369701"/>
              <a:gd name="connsiteY95" fmla="*/ 5031590 h 6858000"/>
              <a:gd name="connsiteX96" fmla="*/ 2862295 w 7369701"/>
              <a:gd name="connsiteY96" fmla="*/ 5022958 h 6858000"/>
              <a:gd name="connsiteX97" fmla="*/ 2813343 w 7369701"/>
              <a:gd name="connsiteY97" fmla="*/ 4998369 h 6858000"/>
              <a:gd name="connsiteX98" fmla="*/ 2646245 w 7369701"/>
              <a:gd name="connsiteY98" fmla="*/ 4930999 h 6858000"/>
              <a:gd name="connsiteX99" fmla="*/ 1999243 w 7369701"/>
              <a:gd name="connsiteY99" fmla="*/ 4730524 h 6858000"/>
              <a:gd name="connsiteX100" fmla="*/ 1979527 w 7369701"/>
              <a:gd name="connsiteY100" fmla="*/ 4726651 h 6858000"/>
              <a:gd name="connsiteX101" fmla="*/ 1927410 w 7369701"/>
              <a:gd name="connsiteY101" fmla="*/ 4716164 h 6858000"/>
              <a:gd name="connsiteX102" fmla="*/ 1997014 w 7369701"/>
              <a:gd name="connsiteY102" fmla="*/ 4698007 h 6858000"/>
              <a:gd name="connsiteX103" fmla="*/ 2005458 w 7369701"/>
              <a:gd name="connsiteY103" fmla="*/ 4699540 h 6858000"/>
              <a:gd name="connsiteX104" fmla="*/ 2657186 w 7369701"/>
              <a:gd name="connsiteY104" fmla="*/ 4901687 h 6858000"/>
              <a:gd name="connsiteX105" fmla="*/ 2826662 w 7369701"/>
              <a:gd name="connsiteY105" fmla="*/ 4970362 h 6858000"/>
              <a:gd name="connsiteX106" fmla="*/ 2876100 w 7369701"/>
              <a:gd name="connsiteY106" fmla="*/ 4995397 h 6858000"/>
              <a:gd name="connsiteX107" fmla="*/ 3042600 w 7369701"/>
              <a:gd name="connsiteY107" fmla="*/ 5059532 h 6858000"/>
              <a:gd name="connsiteX108" fmla="*/ 1997014 w 7369701"/>
              <a:gd name="connsiteY108" fmla="*/ 4698007 h 6858000"/>
              <a:gd name="connsiteX109" fmla="*/ 2305292 w 7369701"/>
              <a:gd name="connsiteY109" fmla="*/ 4219492 h 6858000"/>
              <a:gd name="connsiteX110" fmla="*/ 3360922 w 7369701"/>
              <a:gd name="connsiteY110" fmla="*/ 4529373 h 6858000"/>
              <a:gd name="connsiteX111" fmla="*/ 3492420 w 7369701"/>
              <a:gd name="connsiteY111" fmla="*/ 4510145 h 6858000"/>
              <a:gd name="connsiteX112" fmla="*/ 3364086 w 7369701"/>
              <a:gd name="connsiteY112" fmla="*/ 4480340 h 6858000"/>
              <a:gd name="connsiteX113" fmla="*/ 3225818 w 7369701"/>
              <a:gd name="connsiteY113" fmla="*/ 4411822 h 6858000"/>
              <a:gd name="connsiteX114" fmla="*/ 3129696 w 7369701"/>
              <a:gd name="connsiteY114" fmla="*/ 4360704 h 6858000"/>
              <a:gd name="connsiteX115" fmla="*/ 2814545 w 7369701"/>
              <a:gd name="connsiteY115" fmla="*/ 4282955 h 6858000"/>
              <a:gd name="connsiteX116" fmla="*/ 2305292 w 7369701"/>
              <a:gd name="connsiteY116" fmla="*/ 4219492 h 6858000"/>
              <a:gd name="connsiteX117" fmla="*/ 2626982 w 7369701"/>
              <a:gd name="connsiteY117" fmla="*/ 4206450 h 6858000"/>
              <a:gd name="connsiteX118" fmla="*/ 2490617 w 7369701"/>
              <a:gd name="connsiteY118" fmla="*/ 4206951 h 6858000"/>
              <a:gd name="connsiteX119" fmla="*/ 2819869 w 7369701"/>
              <a:gd name="connsiteY119" fmla="*/ 4252936 h 6858000"/>
              <a:gd name="connsiteX120" fmla="*/ 3143018 w 7369701"/>
              <a:gd name="connsiteY120" fmla="*/ 4332698 h 6858000"/>
              <a:gd name="connsiteX121" fmla="*/ 3241520 w 7369701"/>
              <a:gd name="connsiteY121" fmla="*/ 4385112 h 6858000"/>
              <a:gd name="connsiteX122" fmla="*/ 3374575 w 7369701"/>
              <a:gd name="connsiteY122" fmla="*/ 4451517 h 6858000"/>
              <a:gd name="connsiteX123" fmla="*/ 3505221 w 7369701"/>
              <a:gd name="connsiteY123" fmla="*/ 4480757 h 6858000"/>
              <a:gd name="connsiteX124" fmla="*/ 2626982 w 7369701"/>
              <a:gd name="connsiteY124" fmla="*/ 4206450 h 6858000"/>
              <a:gd name="connsiteX125" fmla="*/ 1310106 w 7369701"/>
              <a:gd name="connsiteY125" fmla="*/ 3943217 h 6858000"/>
              <a:gd name="connsiteX126" fmla="*/ 854994 w 7369701"/>
              <a:gd name="connsiteY126" fmla="*/ 4399136 h 6858000"/>
              <a:gd name="connsiteX127" fmla="*/ 742462 w 7369701"/>
              <a:gd name="connsiteY127" fmla="*/ 4594648 h 6858000"/>
              <a:gd name="connsiteX128" fmla="*/ 820602 w 7369701"/>
              <a:gd name="connsiteY128" fmla="*/ 4485915 h 6858000"/>
              <a:gd name="connsiteX129" fmla="*/ 878295 w 7369701"/>
              <a:gd name="connsiteY129" fmla="*/ 4403594 h 6858000"/>
              <a:gd name="connsiteX130" fmla="*/ 1240607 w 7369701"/>
              <a:gd name="connsiteY130" fmla="*/ 4010401 h 6858000"/>
              <a:gd name="connsiteX131" fmla="*/ 1310106 w 7369701"/>
              <a:gd name="connsiteY131" fmla="*/ 3943217 h 6858000"/>
              <a:gd name="connsiteX132" fmla="*/ 1423113 w 7369701"/>
              <a:gd name="connsiteY132" fmla="*/ 3874565 h 6858000"/>
              <a:gd name="connsiteX133" fmla="*/ 1260565 w 7369701"/>
              <a:gd name="connsiteY133" fmla="*/ 4031982 h 6858000"/>
              <a:gd name="connsiteX134" fmla="*/ 901900 w 7369701"/>
              <a:gd name="connsiteY134" fmla="*/ 4421236 h 6858000"/>
              <a:gd name="connsiteX135" fmla="*/ 845044 w 7369701"/>
              <a:gd name="connsiteY135" fmla="*/ 4502436 h 6858000"/>
              <a:gd name="connsiteX136" fmla="*/ 685926 w 7369701"/>
              <a:gd name="connsiteY136" fmla="*/ 4703069 h 6858000"/>
              <a:gd name="connsiteX137" fmla="*/ 684248 w 7369701"/>
              <a:gd name="connsiteY137" fmla="*/ 4706721 h 6858000"/>
              <a:gd name="connsiteX138" fmla="*/ 1423113 w 7369701"/>
              <a:gd name="connsiteY138" fmla="*/ 3874565 h 6858000"/>
              <a:gd name="connsiteX139" fmla="*/ 3316479 w 7369701"/>
              <a:gd name="connsiteY139" fmla="*/ 3872136 h 6858000"/>
              <a:gd name="connsiteX140" fmla="*/ 3546806 w 7369701"/>
              <a:gd name="connsiteY140" fmla="*/ 4356139 h 6858000"/>
              <a:gd name="connsiteX141" fmla="*/ 3364433 w 7369701"/>
              <a:gd name="connsiteY141" fmla="*/ 3953121 h 6858000"/>
              <a:gd name="connsiteX142" fmla="*/ 3316479 w 7369701"/>
              <a:gd name="connsiteY142" fmla="*/ 3872136 h 6858000"/>
              <a:gd name="connsiteX143" fmla="*/ 3291335 w 7369701"/>
              <a:gd name="connsiteY143" fmla="*/ 3767420 h 6858000"/>
              <a:gd name="connsiteX144" fmla="*/ 3390805 w 7369701"/>
              <a:gd name="connsiteY144" fmla="*/ 3937163 h 6858000"/>
              <a:gd name="connsiteX145" fmla="*/ 3579062 w 7369701"/>
              <a:gd name="connsiteY145" fmla="*/ 4359040 h 6858000"/>
              <a:gd name="connsiteX146" fmla="*/ 3467355 w 7369701"/>
              <a:gd name="connsiteY146" fmla="*/ 3988130 h 6858000"/>
              <a:gd name="connsiteX147" fmla="*/ 3310753 w 7369701"/>
              <a:gd name="connsiteY147" fmla="*/ 3787140 h 6858000"/>
              <a:gd name="connsiteX148" fmla="*/ 3291335 w 7369701"/>
              <a:gd name="connsiteY148" fmla="*/ 3767420 h 6858000"/>
              <a:gd name="connsiteX149" fmla="*/ 1635889 w 7369701"/>
              <a:gd name="connsiteY149" fmla="*/ 3709494 h 6858000"/>
              <a:gd name="connsiteX150" fmla="*/ 1634800 w 7369701"/>
              <a:gd name="connsiteY150" fmla="*/ 3731111 h 6858000"/>
              <a:gd name="connsiteX151" fmla="*/ 1635889 w 7369701"/>
              <a:gd name="connsiteY151" fmla="*/ 3709494 h 6858000"/>
              <a:gd name="connsiteX152" fmla="*/ 1510397 w 7369701"/>
              <a:gd name="connsiteY152" fmla="*/ 3684705 h 6858000"/>
              <a:gd name="connsiteX153" fmla="*/ 1146550 w 7369701"/>
              <a:gd name="connsiteY153" fmla="*/ 3802012 h 6858000"/>
              <a:gd name="connsiteX154" fmla="*/ 698834 w 7369701"/>
              <a:gd name="connsiteY154" fmla="*/ 3952272 h 6858000"/>
              <a:gd name="connsiteX155" fmla="*/ 34256 w 7369701"/>
              <a:gd name="connsiteY155" fmla="*/ 4347603 h 6858000"/>
              <a:gd name="connsiteX156" fmla="*/ 527241 w 7369701"/>
              <a:gd name="connsiteY156" fmla="*/ 4065078 h 6858000"/>
              <a:gd name="connsiteX157" fmla="*/ 1510397 w 7369701"/>
              <a:gd name="connsiteY157" fmla="*/ 3684705 h 6858000"/>
              <a:gd name="connsiteX158" fmla="*/ 1313114 w 7369701"/>
              <a:gd name="connsiteY158" fmla="*/ 3655216 h 6858000"/>
              <a:gd name="connsiteX159" fmla="*/ 1109304 w 7369701"/>
              <a:gd name="connsiteY159" fmla="*/ 3669030 h 6858000"/>
              <a:gd name="connsiteX160" fmla="*/ 8129 w 7369701"/>
              <a:gd name="connsiteY160" fmla="*/ 4330519 h 6858000"/>
              <a:gd name="connsiteX161" fmla="*/ 687572 w 7369701"/>
              <a:gd name="connsiteY161" fmla="*/ 3925629 h 6858000"/>
              <a:gd name="connsiteX162" fmla="*/ 1138365 w 7369701"/>
              <a:gd name="connsiteY162" fmla="*/ 3774515 h 6858000"/>
              <a:gd name="connsiteX163" fmla="*/ 1505579 w 7369701"/>
              <a:gd name="connsiteY163" fmla="*/ 3655526 h 6858000"/>
              <a:gd name="connsiteX164" fmla="*/ 1313114 w 7369701"/>
              <a:gd name="connsiteY164" fmla="*/ 3655216 h 6858000"/>
              <a:gd name="connsiteX165" fmla="*/ 3655073 w 7369701"/>
              <a:gd name="connsiteY165" fmla="*/ 3650884 h 6858000"/>
              <a:gd name="connsiteX166" fmla="*/ 3989938 w 7369701"/>
              <a:gd name="connsiteY166" fmla="*/ 3991685 h 6858000"/>
              <a:gd name="connsiteX167" fmla="*/ 4393907 w 7369701"/>
              <a:gd name="connsiteY167" fmla="*/ 4261258 h 6858000"/>
              <a:gd name="connsiteX168" fmla="*/ 4648051 w 7369701"/>
              <a:gd name="connsiteY168" fmla="*/ 4374051 h 6858000"/>
              <a:gd name="connsiteX169" fmla="*/ 4383389 w 7369701"/>
              <a:gd name="connsiteY169" fmla="*/ 4184369 h 6858000"/>
              <a:gd name="connsiteX170" fmla="*/ 4165508 w 7369701"/>
              <a:gd name="connsiteY170" fmla="*/ 4035196 h 6858000"/>
              <a:gd name="connsiteX171" fmla="*/ 4068162 w 7369701"/>
              <a:gd name="connsiteY171" fmla="*/ 3953394 h 6858000"/>
              <a:gd name="connsiteX172" fmla="*/ 3981416 w 7369701"/>
              <a:gd name="connsiteY172" fmla="*/ 3880482 h 6858000"/>
              <a:gd name="connsiteX173" fmla="*/ 3800147 w 7369701"/>
              <a:gd name="connsiteY173" fmla="*/ 3749872 h 6858000"/>
              <a:gd name="connsiteX174" fmla="*/ 3655073 w 7369701"/>
              <a:gd name="connsiteY174" fmla="*/ 3650884 h 6858000"/>
              <a:gd name="connsiteX175" fmla="*/ 3670252 w 7369701"/>
              <a:gd name="connsiteY175" fmla="*/ 3622798 h 6858000"/>
              <a:gd name="connsiteX176" fmla="*/ 3817258 w 7369701"/>
              <a:gd name="connsiteY176" fmla="*/ 3723577 h 6858000"/>
              <a:gd name="connsiteX177" fmla="*/ 4000461 w 7369701"/>
              <a:gd name="connsiteY177" fmla="*/ 3855966 h 6858000"/>
              <a:gd name="connsiteX178" fmla="*/ 4088180 w 7369701"/>
              <a:gd name="connsiteY178" fmla="*/ 3929774 h 6858000"/>
              <a:gd name="connsiteX179" fmla="*/ 4184555 w 7369701"/>
              <a:gd name="connsiteY179" fmla="*/ 4010683 h 6858000"/>
              <a:gd name="connsiteX180" fmla="*/ 4399563 w 7369701"/>
              <a:gd name="connsiteY180" fmla="*/ 4158106 h 6858000"/>
              <a:gd name="connsiteX181" fmla="*/ 4684469 w 7369701"/>
              <a:gd name="connsiteY181" fmla="*/ 4364680 h 6858000"/>
              <a:gd name="connsiteX182" fmla="*/ 4690271 w 7369701"/>
              <a:gd name="connsiteY182" fmla="*/ 4370034 h 6858000"/>
              <a:gd name="connsiteX183" fmla="*/ 4136093 w 7369701"/>
              <a:gd name="connsiteY183" fmla="*/ 3858466 h 6858000"/>
              <a:gd name="connsiteX184" fmla="*/ 3670252 w 7369701"/>
              <a:gd name="connsiteY184" fmla="*/ 3622798 h 6858000"/>
              <a:gd name="connsiteX185" fmla="*/ 4440129 w 7369701"/>
              <a:gd name="connsiteY185" fmla="*/ 3448571 h 6858000"/>
              <a:gd name="connsiteX186" fmla="*/ 4856525 w 7369701"/>
              <a:gd name="connsiteY186" fmla="*/ 3915351 h 6858000"/>
              <a:gd name="connsiteX187" fmla="*/ 5059055 w 7369701"/>
              <a:gd name="connsiteY187" fmla="*/ 4108918 h 6858000"/>
              <a:gd name="connsiteX188" fmla="*/ 5290070 w 7369701"/>
              <a:gd name="connsiteY188" fmla="*/ 4263619 h 6858000"/>
              <a:gd name="connsiteX189" fmla="*/ 4834991 w 7369701"/>
              <a:gd name="connsiteY189" fmla="*/ 3830985 h 6858000"/>
              <a:gd name="connsiteX190" fmla="*/ 4440129 w 7369701"/>
              <a:gd name="connsiteY190" fmla="*/ 3448571 h 6858000"/>
              <a:gd name="connsiteX191" fmla="*/ 4441737 w 7369701"/>
              <a:gd name="connsiteY191" fmla="*/ 3399734 h 6858000"/>
              <a:gd name="connsiteX192" fmla="*/ 4431236 w 7369701"/>
              <a:gd name="connsiteY192" fmla="*/ 3400954 h 6858000"/>
              <a:gd name="connsiteX193" fmla="*/ 4557150 w 7369701"/>
              <a:gd name="connsiteY193" fmla="*/ 3510023 h 6858000"/>
              <a:gd name="connsiteX194" fmla="*/ 4856936 w 7369701"/>
              <a:gd name="connsiteY194" fmla="*/ 3809146 h 6858000"/>
              <a:gd name="connsiteX195" fmla="*/ 5111996 w 7369701"/>
              <a:gd name="connsiteY195" fmla="*/ 4065759 h 6858000"/>
              <a:gd name="connsiteX196" fmla="*/ 5388878 w 7369701"/>
              <a:gd name="connsiteY196" fmla="*/ 4300185 h 6858000"/>
              <a:gd name="connsiteX197" fmla="*/ 5425556 w 7369701"/>
              <a:gd name="connsiteY197" fmla="*/ 4308967 h 6858000"/>
              <a:gd name="connsiteX198" fmla="*/ 4943646 w 7369701"/>
              <a:gd name="connsiteY198" fmla="*/ 3822916 h 6858000"/>
              <a:gd name="connsiteX199" fmla="*/ 4594837 w 7369701"/>
              <a:gd name="connsiteY199" fmla="*/ 3532274 h 6858000"/>
              <a:gd name="connsiteX200" fmla="*/ 4441737 w 7369701"/>
              <a:gd name="connsiteY200" fmla="*/ 3399734 h 6858000"/>
              <a:gd name="connsiteX201" fmla="*/ 5425834 w 7369701"/>
              <a:gd name="connsiteY201" fmla="*/ 3162785 h 6858000"/>
              <a:gd name="connsiteX202" fmla="*/ 5401644 w 7369701"/>
              <a:gd name="connsiteY202" fmla="*/ 3617847 h 6858000"/>
              <a:gd name="connsiteX203" fmla="*/ 5467256 w 7369701"/>
              <a:gd name="connsiteY203" fmla="*/ 4175494 h 6858000"/>
              <a:gd name="connsiteX204" fmla="*/ 5448069 w 7369701"/>
              <a:gd name="connsiteY204" fmla="*/ 3567554 h 6858000"/>
              <a:gd name="connsiteX205" fmla="*/ 5425834 w 7369701"/>
              <a:gd name="connsiteY205" fmla="*/ 3162785 h 6858000"/>
              <a:gd name="connsiteX206" fmla="*/ 1318687 w 7369701"/>
              <a:gd name="connsiteY206" fmla="*/ 3113840 h 6858000"/>
              <a:gd name="connsiteX207" fmla="*/ 1066793 w 7369701"/>
              <a:gd name="connsiteY207" fmla="*/ 3212171 h 6858000"/>
              <a:gd name="connsiteX208" fmla="*/ 993319 w 7369701"/>
              <a:gd name="connsiteY208" fmla="*/ 3247648 h 6858000"/>
              <a:gd name="connsiteX209" fmla="*/ 853081 w 7369701"/>
              <a:gd name="connsiteY209" fmla="*/ 3312410 h 6858000"/>
              <a:gd name="connsiteX210" fmla="*/ 805957 w 7369701"/>
              <a:gd name="connsiteY210" fmla="*/ 3330443 h 6858000"/>
              <a:gd name="connsiteX211" fmla="*/ 1318687 w 7369701"/>
              <a:gd name="connsiteY211" fmla="*/ 3113840 h 6858000"/>
              <a:gd name="connsiteX212" fmla="*/ 5453702 w 7369701"/>
              <a:gd name="connsiteY212" fmla="*/ 3090882 h 6858000"/>
              <a:gd name="connsiteX213" fmla="*/ 5480135 w 7369701"/>
              <a:gd name="connsiteY213" fmla="*/ 3565802 h 6858000"/>
              <a:gd name="connsiteX214" fmla="*/ 5499023 w 7369701"/>
              <a:gd name="connsiteY214" fmla="*/ 4166310 h 6858000"/>
              <a:gd name="connsiteX215" fmla="*/ 5547022 w 7369701"/>
              <a:gd name="connsiteY215" fmla="*/ 3607838 h 6858000"/>
              <a:gd name="connsiteX216" fmla="*/ 5515964 w 7369701"/>
              <a:gd name="connsiteY216" fmla="*/ 3378541 h 6858000"/>
              <a:gd name="connsiteX217" fmla="*/ 5453702 w 7369701"/>
              <a:gd name="connsiteY217" fmla="*/ 3090882 h 6858000"/>
              <a:gd name="connsiteX218" fmla="*/ 1238695 w 7369701"/>
              <a:gd name="connsiteY218" fmla="*/ 3076820 h 6858000"/>
              <a:gd name="connsiteX219" fmla="*/ 716371 w 7369701"/>
              <a:gd name="connsiteY219" fmla="*/ 3293249 h 6858000"/>
              <a:gd name="connsiteX220" fmla="*/ 579522 w 7369701"/>
              <a:gd name="connsiteY220" fmla="*/ 3371759 h 6858000"/>
              <a:gd name="connsiteX221" fmla="*/ 600288 w 7369701"/>
              <a:gd name="connsiteY221" fmla="*/ 3365555 h 6858000"/>
              <a:gd name="connsiteX222" fmla="*/ 840692 w 7369701"/>
              <a:gd name="connsiteY222" fmla="*/ 3284921 h 6858000"/>
              <a:gd name="connsiteX223" fmla="*/ 979248 w 7369701"/>
              <a:gd name="connsiteY223" fmla="*/ 3221003 h 6858000"/>
              <a:gd name="connsiteX224" fmla="*/ 1053282 w 7369701"/>
              <a:gd name="connsiteY224" fmla="*/ 3185247 h 6858000"/>
              <a:gd name="connsiteX225" fmla="*/ 1320603 w 7369701"/>
              <a:gd name="connsiteY225" fmla="*/ 3081281 h 6858000"/>
              <a:gd name="connsiteX226" fmla="*/ 1238695 w 7369701"/>
              <a:gd name="connsiteY226" fmla="*/ 3076820 h 6858000"/>
              <a:gd name="connsiteX227" fmla="*/ 5425627 w 7369701"/>
              <a:gd name="connsiteY227" fmla="*/ 2954192 h 6858000"/>
              <a:gd name="connsiteX228" fmla="*/ 5470770 w 7369701"/>
              <a:gd name="connsiteY228" fmla="*/ 3005435 h 6858000"/>
              <a:gd name="connsiteX229" fmla="*/ 5519779 w 7369701"/>
              <a:gd name="connsiteY229" fmla="*/ 4359223 h 6858000"/>
              <a:gd name="connsiteX230" fmla="*/ 5520293 w 7369701"/>
              <a:gd name="connsiteY230" fmla="*/ 4360602 h 6858000"/>
              <a:gd name="connsiteX231" fmla="*/ 5767221 w 7369701"/>
              <a:gd name="connsiteY231" fmla="*/ 4665564 h 6858000"/>
              <a:gd name="connsiteX232" fmla="*/ 6937169 w 7369701"/>
              <a:gd name="connsiteY232" fmla="*/ 4815941 h 6858000"/>
              <a:gd name="connsiteX233" fmla="*/ 6953922 w 7369701"/>
              <a:gd name="connsiteY233" fmla="*/ 4890068 h 6858000"/>
              <a:gd name="connsiteX234" fmla="*/ 6071359 w 7369701"/>
              <a:gd name="connsiteY234" fmla="*/ 4770770 h 6858000"/>
              <a:gd name="connsiteX235" fmla="*/ 6038839 w 7369701"/>
              <a:gd name="connsiteY235" fmla="*/ 4764474 h 6858000"/>
              <a:gd name="connsiteX236" fmla="*/ 6038706 w 7369701"/>
              <a:gd name="connsiteY236" fmla="*/ 4763847 h 6858000"/>
              <a:gd name="connsiteX237" fmla="*/ 6037784 w 7369701"/>
              <a:gd name="connsiteY237" fmla="*/ 4764270 h 6858000"/>
              <a:gd name="connsiteX238" fmla="*/ 6038839 w 7369701"/>
              <a:gd name="connsiteY238" fmla="*/ 4764474 h 6858000"/>
              <a:gd name="connsiteX239" fmla="*/ 6040338 w 7369701"/>
              <a:gd name="connsiteY239" fmla="*/ 4771418 h 6858000"/>
              <a:gd name="connsiteX240" fmla="*/ 6024488 w 7369701"/>
              <a:gd name="connsiteY240" fmla="*/ 4809903 h 6858000"/>
              <a:gd name="connsiteX241" fmla="*/ 5599771 w 7369701"/>
              <a:gd name="connsiteY241" fmla="*/ 5509652 h 6858000"/>
              <a:gd name="connsiteX242" fmla="*/ 5548843 w 7369701"/>
              <a:gd name="connsiteY242" fmla="*/ 5563845 h 6858000"/>
              <a:gd name="connsiteX243" fmla="*/ 5940952 w 7369701"/>
              <a:gd name="connsiteY243" fmla="*/ 6250028 h 6858000"/>
              <a:gd name="connsiteX244" fmla="*/ 6043441 w 7369701"/>
              <a:gd name="connsiteY244" fmla="*/ 6665847 h 6858000"/>
              <a:gd name="connsiteX245" fmla="*/ 6093432 w 7369701"/>
              <a:gd name="connsiteY245" fmla="*/ 6858000 h 6858000"/>
              <a:gd name="connsiteX246" fmla="*/ 6034344 w 7369701"/>
              <a:gd name="connsiteY246" fmla="*/ 6858000 h 6858000"/>
              <a:gd name="connsiteX247" fmla="*/ 6026679 w 7369701"/>
              <a:gd name="connsiteY247" fmla="*/ 6836959 h 6858000"/>
              <a:gd name="connsiteX248" fmla="*/ 5800441 w 7369701"/>
              <a:gd name="connsiteY248" fmla="*/ 6335286 h 6858000"/>
              <a:gd name="connsiteX249" fmla="*/ 5526562 w 7369701"/>
              <a:gd name="connsiteY249" fmla="*/ 5705388 h 6858000"/>
              <a:gd name="connsiteX250" fmla="*/ 5519640 w 7369701"/>
              <a:gd name="connsiteY250" fmla="*/ 5683774 h 6858000"/>
              <a:gd name="connsiteX251" fmla="*/ 5844559 w 7369701"/>
              <a:gd name="connsiteY251" fmla="*/ 6553349 h 6858000"/>
              <a:gd name="connsiteX252" fmla="*/ 5975994 w 7369701"/>
              <a:gd name="connsiteY252" fmla="*/ 6858000 h 6858000"/>
              <a:gd name="connsiteX253" fmla="*/ 5898547 w 7369701"/>
              <a:gd name="connsiteY253" fmla="*/ 6858000 h 6858000"/>
              <a:gd name="connsiteX254" fmla="*/ 5682041 w 7369701"/>
              <a:gd name="connsiteY254" fmla="*/ 6355860 h 6858000"/>
              <a:gd name="connsiteX255" fmla="*/ 5461758 w 7369701"/>
              <a:gd name="connsiteY255" fmla="*/ 5820220 h 6858000"/>
              <a:gd name="connsiteX256" fmla="*/ 5237282 w 7369701"/>
              <a:gd name="connsiteY256" fmla="*/ 6579086 h 6858000"/>
              <a:gd name="connsiteX257" fmla="*/ 5115009 w 7369701"/>
              <a:gd name="connsiteY257" fmla="*/ 6858000 h 6858000"/>
              <a:gd name="connsiteX258" fmla="*/ 5028074 w 7369701"/>
              <a:gd name="connsiteY258" fmla="*/ 6858000 h 6858000"/>
              <a:gd name="connsiteX259" fmla="*/ 5079508 w 7369701"/>
              <a:gd name="connsiteY259" fmla="*/ 6749074 h 6858000"/>
              <a:gd name="connsiteX260" fmla="*/ 5371846 w 7369701"/>
              <a:gd name="connsiteY260" fmla="*/ 5924413 h 6858000"/>
              <a:gd name="connsiteX261" fmla="*/ 5270512 w 7369701"/>
              <a:gd name="connsiteY261" fmla="*/ 6138975 h 6858000"/>
              <a:gd name="connsiteX262" fmla="*/ 5062409 w 7369701"/>
              <a:gd name="connsiteY262" fmla="*/ 6653544 h 6858000"/>
              <a:gd name="connsiteX263" fmla="*/ 5036628 w 7369701"/>
              <a:gd name="connsiteY263" fmla="*/ 6754247 h 6858000"/>
              <a:gd name="connsiteX264" fmla="*/ 5009112 w 7369701"/>
              <a:gd name="connsiteY264" fmla="*/ 6858000 h 6858000"/>
              <a:gd name="connsiteX265" fmla="*/ 4976679 w 7369701"/>
              <a:gd name="connsiteY265" fmla="*/ 6858000 h 6858000"/>
              <a:gd name="connsiteX266" fmla="*/ 5006537 w 7369701"/>
              <a:gd name="connsiteY266" fmla="*/ 6747068 h 6858000"/>
              <a:gd name="connsiteX267" fmla="*/ 5032723 w 7369701"/>
              <a:gd name="connsiteY267" fmla="*/ 6644957 h 6858000"/>
              <a:gd name="connsiteX268" fmla="*/ 5242949 w 7369701"/>
              <a:gd name="connsiteY268" fmla="*/ 6125175 h 6858000"/>
              <a:gd name="connsiteX269" fmla="*/ 5286321 w 7369701"/>
              <a:gd name="connsiteY269" fmla="*/ 6033555 h 6858000"/>
              <a:gd name="connsiteX270" fmla="*/ 5008210 w 7369701"/>
              <a:gd name="connsiteY270" fmla="*/ 6649194 h 6858000"/>
              <a:gd name="connsiteX271" fmla="*/ 4986321 w 7369701"/>
              <a:gd name="connsiteY271" fmla="*/ 6765687 h 6858000"/>
              <a:gd name="connsiteX272" fmla="*/ 4973474 w 7369701"/>
              <a:gd name="connsiteY272" fmla="*/ 6858000 h 6858000"/>
              <a:gd name="connsiteX273" fmla="*/ 4907178 w 7369701"/>
              <a:gd name="connsiteY273" fmla="*/ 6858000 h 6858000"/>
              <a:gd name="connsiteX274" fmla="*/ 4910810 w 7369701"/>
              <a:gd name="connsiteY274" fmla="*/ 6829660 h 6858000"/>
              <a:gd name="connsiteX275" fmla="*/ 4987461 w 7369701"/>
              <a:gd name="connsiteY275" fmla="*/ 6432994 h 6858000"/>
              <a:gd name="connsiteX276" fmla="*/ 5179262 w 7369701"/>
              <a:gd name="connsiteY276" fmla="*/ 6035044 h 6858000"/>
              <a:gd name="connsiteX277" fmla="*/ 4689678 w 7369701"/>
              <a:gd name="connsiteY277" fmla="*/ 6440241 h 6858000"/>
              <a:gd name="connsiteX278" fmla="*/ 4477543 w 7369701"/>
              <a:gd name="connsiteY278" fmla="*/ 6674836 h 6858000"/>
              <a:gd name="connsiteX279" fmla="*/ 4329957 w 7369701"/>
              <a:gd name="connsiteY279" fmla="*/ 6858000 h 6858000"/>
              <a:gd name="connsiteX280" fmla="*/ 4218595 w 7369701"/>
              <a:gd name="connsiteY280" fmla="*/ 6858000 h 6858000"/>
              <a:gd name="connsiteX281" fmla="*/ 4368888 w 7369701"/>
              <a:gd name="connsiteY281" fmla="*/ 6668412 h 6858000"/>
              <a:gd name="connsiteX282" fmla="*/ 4563091 w 7369701"/>
              <a:gd name="connsiteY282" fmla="*/ 6442508 h 6858000"/>
              <a:gd name="connsiteX283" fmla="*/ 5387324 w 7369701"/>
              <a:gd name="connsiteY283" fmla="*/ 5705830 h 6858000"/>
              <a:gd name="connsiteX284" fmla="*/ 5073620 w 7369701"/>
              <a:gd name="connsiteY284" fmla="*/ 5955437 h 6858000"/>
              <a:gd name="connsiteX285" fmla="*/ 4689789 w 7369701"/>
              <a:gd name="connsiteY285" fmla="*/ 6268382 h 6858000"/>
              <a:gd name="connsiteX286" fmla="*/ 4418722 w 7369701"/>
              <a:gd name="connsiteY286" fmla="*/ 6570886 h 6858000"/>
              <a:gd name="connsiteX287" fmla="*/ 4214944 w 7369701"/>
              <a:gd name="connsiteY287" fmla="*/ 6858000 h 6858000"/>
              <a:gd name="connsiteX288" fmla="*/ 4177898 w 7369701"/>
              <a:gd name="connsiteY288" fmla="*/ 6858000 h 6858000"/>
              <a:gd name="connsiteX289" fmla="*/ 4391597 w 7369701"/>
              <a:gd name="connsiteY289" fmla="*/ 6556370 h 6858000"/>
              <a:gd name="connsiteX290" fmla="*/ 4668889 w 7369701"/>
              <a:gd name="connsiteY290" fmla="*/ 6246399 h 6858000"/>
              <a:gd name="connsiteX291" fmla="*/ 5055427 w 7369701"/>
              <a:gd name="connsiteY291" fmla="*/ 5931476 h 6858000"/>
              <a:gd name="connsiteX292" fmla="*/ 5371814 w 7369701"/>
              <a:gd name="connsiteY292" fmla="*/ 5678975 h 6858000"/>
              <a:gd name="connsiteX293" fmla="*/ 4987918 w 7369701"/>
              <a:gd name="connsiteY293" fmla="*/ 5838701 h 6858000"/>
              <a:gd name="connsiteX294" fmla="*/ 4317146 w 7369701"/>
              <a:gd name="connsiteY294" fmla="*/ 6587716 h 6858000"/>
              <a:gd name="connsiteX295" fmla="*/ 4171627 w 7369701"/>
              <a:gd name="connsiteY295" fmla="*/ 6858000 h 6858000"/>
              <a:gd name="connsiteX296" fmla="*/ 4081585 w 7369701"/>
              <a:gd name="connsiteY296" fmla="*/ 6858000 h 6858000"/>
              <a:gd name="connsiteX297" fmla="*/ 4238603 w 7369701"/>
              <a:gd name="connsiteY297" fmla="*/ 6559341 h 6858000"/>
              <a:gd name="connsiteX298" fmla="*/ 4778333 w 7369701"/>
              <a:gd name="connsiteY298" fmla="*/ 5873626 h 6858000"/>
              <a:gd name="connsiteX299" fmla="*/ 5414185 w 7369701"/>
              <a:gd name="connsiteY299" fmla="*/ 5573882 h 6858000"/>
              <a:gd name="connsiteX300" fmla="*/ 5959648 w 7369701"/>
              <a:gd name="connsiteY300" fmla="*/ 4760797 h 6858000"/>
              <a:gd name="connsiteX301" fmla="*/ 5355019 w 7369701"/>
              <a:gd name="connsiteY301" fmla="*/ 4734672 h 6858000"/>
              <a:gd name="connsiteX302" fmla="*/ 5083565 w 7369701"/>
              <a:gd name="connsiteY302" fmla="*/ 5179121 h 6858000"/>
              <a:gd name="connsiteX303" fmla="*/ 4713577 w 7369701"/>
              <a:gd name="connsiteY303" fmla="*/ 5616803 h 6858000"/>
              <a:gd name="connsiteX304" fmla="*/ 3989559 w 7369701"/>
              <a:gd name="connsiteY304" fmla="*/ 6145945 h 6858000"/>
              <a:gd name="connsiteX305" fmla="*/ 3939824 w 7369701"/>
              <a:gd name="connsiteY305" fmla="*/ 6066900 h 6858000"/>
              <a:gd name="connsiteX306" fmla="*/ 4584537 w 7369701"/>
              <a:gd name="connsiteY306" fmla="*/ 5324826 h 6858000"/>
              <a:gd name="connsiteX307" fmla="*/ 5037105 w 7369701"/>
              <a:gd name="connsiteY307" fmla="*/ 5088765 h 6858000"/>
              <a:gd name="connsiteX308" fmla="*/ 5039930 w 7369701"/>
              <a:gd name="connsiteY308" fmla="*/ 5089585 h 6858000"/>
              <a:gd name="connsiteX309" fmla="*/ 5263764 w 7369701"/>
              <a:gd name="connsiteY309" fmla="*/ 4735525 h 6858000"/>
              <a:gd name="connsiteX310" fmla="*/ 4086300 w 7369701"/>
              <a:gd name="connsiteY310" fmla="*/ 4884599 h 6858000"/>
              <a:gd name="connsiteX311" fmla="*/ 4085485 w 7369701"/>
              <a:gd name="connsiteY311" fmla="*/ 4899070 h 6858000"/>
              <a:gd name="connsiteX312" fmla="*/ 3871915 w 7369701"/>
              <a:gd name="connsiteY312" fmla="*/ 5253645 h 6858000"/>
              <a:gd name="connsiteX313" fmla="*/ 3799374 w 7369701"/>
              <a:gd name="connsiteY313" fmla="*/ 5466127 h 6858000"/>
              <a:gd name="connsiteX314" fmla="*/ 3498850 w 7369701"/>
              <a:gd name="connsiteY314" fmla="*/ 6661888 h 6858000"/>
              <a:gd name="connsiteX315" fmla="*/ 3399216 w 7369701"/>
              <a:gd name="connsiteY315" fmla="*/ 6858000 h 6858000"/>
              <a:gd name="connsiteX316" fmla="*/ 3303688 w 7369701"/>
              <a:gd name="connsiteY316" fmla="*/ 6858000 h 6858000"/>
              <a:gd name="connsiteX317" fmla="*/ 3391774 w 7369701"/>
              <a:gd name="connsiteY317" fmla="*/ 6697181 h 6858000"/>
              <a:gd name="connsiteX318" fmla="*/ 3735540 w 7369701"/>
              <a:gd name="connsiteY318" fmla="*/ 5546923 h 6858000"/>
              <a:gd name="connsiteX319" fmla="*/ 3729438 w 7369701"/>
              <a:gd name="connsiteY319" fmla="*/ 5569058 h 6858000"/>
              <a:gd name="connsiteX320" fmla="*/ 3707782 w 7369701"/>
              <a:gd name="connsiteY320" fmla="*/ 5644908 h 6858000"/>
              <a:gd name="connsiteX321" fmla="*/ 3583827 w 7369701"/>
              <a:gd name="connsiteY321" fmla="*/ 6039215 h 6858000"/>
              <a:gd name="connsiteX322" fmla="*/ 3547861 w 7369701"/>
              <a:gd name="connsiteY322" fmla="*/ 6129609 h 6858000"/>
              <a:gd name="connsiteX323" fmla="*/ 3490905 w 7369701"/>
              <a:gd name="connsiteY323" fmla="*/ 6277660 h 6858000"/>
              <a:gd name="connsiteX324" fmla="*/ 3455859 w 7369701"/>
              <a:gd name="connsiteY324" fmla="*/ 6391301 h 6858000"/>
              <a:gd name="connsiteX325" fmla="*/ 3429112 w 7369701"/>
              <a:gd name="connsiteY325" fmla="*/ 6479469 h 6858000"/>
              <a:gd name="connsiteX326" fmla="*/ 3304862 w 7369701"/>
              <a:gd name="connsiteY326" fmla="*/ 6796476 h 6858000"/>
              <a:gd name="connsiteX327" fmla="*/ 3276071 w 7369701"/>
              <a:gd name="connsiteY327" fmla="*/ 6858000 h 6858000"/>
              <a:gd name="connsiteX328" fmla="*/ 3240805 w 7369701"/>
              <a:gd name="connsiteY328" fmla="*/ 6858000 h 6858000"/>
              <a:gd name="connsiteX329" fmla="*/ 3275917 w 7369701"/>
              <a:gd name="connsiteY329" fmla="*/ 6783192 h 6858000"/>
              <a:gd name="connsiteX330" fmla="*/ 3399358 w 7369701"/>
              <a:gd name="connsiteY330" fmla="*/ 6469011 h 6858000"/>
              <a:gd name="connsiteX331" fmla="*/ 3425650 w 7369701"/>
              <a:gd name="connsiteY331" fmla="*/ 6381333 h 6858000"/>
              <a:gd name="connsiteX332" fmla="*/ 3460661 w 7369701"/>
              <a:gd name="connsiteY332" fmla="*/ 6266763 h 6858000"/>
              <a:gd name="connsiteX333" fmla="*/ 3518021 w 7369701"/>
              <a:gd name="connsiteY333" fmla="*/ 6117298 h 6858000"/>
              <a:gd name="connsiteX334" fmla="*/ 3554035 w 7369701"/>
              <a:gd name="connsiteY334" fmla="*/ 6027832 h 6858000"/>
              <a:gd name="connsiteX335" fmla="*/ 3677174 w 7369701"/>
              <a:gd name="connsiteY335" fmla="*/ 5636351 h 6858000"/>
              <a:gd name="connsiteX336" fmla="*/ 3698819 w 7369701"/>
              <a:gd name="connsiteY336" fmla="*/ 5560503 h 6858000"/>
              <a:gd name="connsiteX337" fmla="*/ 3702094 w 7369701"/>
              <a:gd name="connsiteY337" fmla="*/ 5549194 h 6858000"/>
              <a:gd name="connsiteX338" fmla="*/ 3398355 w 7369701"/>
              <a:gd name="connsiteY338" fmla="*/ 6094603 h 6858000"/>
              <a:gd name="connsiteX339" fmla="*/ 3193941 w 7369701"/>
              <a:gd name="connsiteY339" fmla="*/ 6798775 h 6858000"/>
              <a:gd name="connsiteX340" fmla="*/ 3184140 w 7369701"/>
              <a:gd name="connsiteY340" fmla="*/ 6858000 h 6858000"/>
              <a:gd name="connsiteX341" fmla="*/ 3099978 w 7369701"/>
              <a:gd name="connsiteY341" fmla="*/ 6858000 h 6858000"/>
              <a:gd name="connsiteX342" fmla="*/ 3101556 w 7369701"/>
              <a:gd name="connsiteY342" fmla="*/ 6843337 h 6858000"/>
              <a:gd name="connsiteX343" fmla="*/ 3370162 w 7369701"/>
              <a:gd name="connsiteY343" fmla="*/ 5785550 h 6858000"/>
              <a:gd name="connsiteX344" fmla="*/ 3746477 w 7369701"/>
              <a:gd name="connsiteY344" fmla="*/ 5377889 h 6858000"/>
              <a:gd name="connsiteX345" fmla="*/ 3863399 w 7369701"/>
              <a:gd name="connsiteY345" fmla="*/ 5087257 h 6858000"/>
              <a:gd name="connsiteX346" fmla="*/ 3968712 w 7369701"/>
              <a:gd name="connsiteY346" fmla="*/ 4913989 h 6858000"/>
              <a:gd name="connsiteX347" fmla="*/ 2792390 w 7369701"/>
              <a:gd name="connsiteY347" fmla="*/ 5382974 h 6858000"/>
              <a:gd name="connsiteX348" fmla="*/ 2714982 w 7369701"/>
              <a:gd name="connsiteY348" fmla="*/ 5427051 h 6858000"/>
              <a:gd name="connsiteX349" fmla="*/ 2813361 w 7369701"/>
              <a:gd name="connsiteY349" fmla="*/ 6023912 h 6858000"/>
              <a:gd name="connsiteX350" fmla="*/ 2688430 w 7369701"/>
              <a:gd name="connsiteY350" fmla="*/ 6801564 h 6858000"/>
              <a:gd name="connsiteX351" fmla="*/ 2629626 w 7369701"/>
              <a:gd name="connsiteY351" fmla="*/ 6763394 h 6858000"/>
              <a:gd name="connsiteX352" fmla="*/ 2565328 w 7369701"/>
              <a:gd name="connsiteY352" fmla="*/ 5516399 h 6858000"/>
              <a:gd name="connsiteX353" fmla="*/ 1922999 w 7369701"/>
              <a:gd name="connsiteY353" fmla="*/ 5980343 h 6858000"/>
              <a:gd name="connsiteX354" fmla="*/ 1950261 w 7369701"/>
              <a:gd name="connsiteY354" fmla="*/ 6405858 h 6858000"/>
              <a:gd name="connsiteX355" fmla="*/ 2365554 w 7369701"/>
              <a:gd name="connsiteY355" fmla="*/ 6759107 h 6858000"/>
              <a:gd name="connsiteX356" fmla="*/ 2424142 w 7369701"/>
              <a:gd name="connsiteY356" fmla="*/ 6858000 h 6858000"/>
              <a:gd name="connsiteX357" fmla="*/ 2395994 w 7369701"/>
              <a:gd name="connsiteY357" fmla="*/ 6858000 h 6858000"/>
              <a:gd name="connsiteX358" fmla="*/ 2392863 w 7369701"/>
              <a:gd name="connsiteY358" fmla="*/ 6852964 h 6858000"/>
              <a:gd name="connsiteX359" fmla="*/ 2017589 w 7369701"/>
              <a:gd name="connsiteY359" fmla="*/ 6493982 h 6858000"/>
              <a:gd name="connsiteX360" fmla="*/ 2147336 w 7369701"/>
              <a:gd name="connsiteY360" fmla="*/ 6594052 h 6858000"/>
              <a:gd name="connsiteX361" fmla="*/ 2207047 w 7369701"/>
              <a:gd name="connsiteY361" fmla="*/ 6654540 h 6858000"/>
              <a:gd name="connsiteX362" fmla="*/ 2299106 w 7369701"/>
              <a:gd name="connsiteY362" fmla="*/ 6778931 h 6858000"/>
              <a:gd name="connsiteX363" fmla="*/ 2314430 w 7369701"/>
              <a:gd name="connsiteY363" fmla="*/ 6801144 h 6858000"/>
              <a:gd name="connsiteX364" fmla="*/ 2352406 w 7369701"/>
              <a:gd name="connsiteY364" fmla="*/ 6858000 h 6858000"/>
              <a:gd name="connsiteX365" fmla="*/ 2314492 w 7369701"/>
              <a:gd name="connsiteY365" fmla="*/ 6858000 h 6858000"/>
              <a:gd name="connsiteX366" fmla="*/ 2288095 w 7369701"/>
              <a:gd name="connsiteY366" fmla="*/ 6818030 h 6858000"/>
              <a:gd name="connsiteX367" fmla="*/ 2272768 w 7369701"/>
              <a:gd name="connsiteY367" fmla="*/ 6795822 h 6858000"/>
              <a:gd name="connsiteX368" fmla="*/ 2182715 w 7369701"/>
              <a:gd name="connsiteY368" fmla="*/ 6675071 h 6858000"/>
              <a:gd name="connsiteX369" fmla="*/ 2032061 w 7369701"/>
              <a:gd name="connsiteY369" fmla="*/ 6541380 h 6858000"/>
              <a:gd name="connsiteX370" fmla="*/ 2257220 w 7369701"/>
              <a:gd name="connsiteY370" fmla="*/ 6826257 h 6858000"/>
              <a:gd name="connsiteX371" fmla="*/ 2281324 w 7369701"/>
              <a:gd name="connsiteY371" fmla="*/ 6858000 h 6858000"/>
              <a:gd name="connsiteX372" fmla="*/ 2242860 w 7369701"/>
              <a:gd name="connsiteY372" fmla="*/ 6858000 h 6858000"/>
              <a:gd name="connsiteX373" fmla="*/ 2232818 w 7369701"/>
              <a:gd name="connsiteY373" fmla="*/ 6844926 h 6858000"/>
              <a:gd name="connsiteX374" fmla="*/ 1990172 w 7369701"/>
              <a:gd name="connsiteY374" fmla="*/ 6542121 h 6858000"/>
              <a:gd name="connsiteX375" fmla="*/ 2124090 w 7369701"/>
              <a:gd name="connsiteY375" fmla="*/ 6761017 h 6858000"/>
              <a:gd name="connsiteX376" fmla="*/ 2200380 w 7369701"/>
              <a:gd name="connsiteY376" fmla="*/ 6858000 h 6858000"/>
              <a:gd name="connsiteX377" fmla="*/ 2147507 w 7369701"/>
              <a:gd name="connsiteY377" fmla="*/ 6858000 h 6858000"/>
              <a:gd name="connsiteX378" fmla="*/ 2070668 w 7369701"/>
              <a:gd name="connsiteY378" fmla="*/ 6761520 h 6858000"/>
              <a:gd name="connsiteX379" fmla="*/ 1975142 w 7369701"/>
              <a:gd name="connsiteY379" fmla="*/ 6585570 h 6858000"/>
              <a:gd name="connsiteX380" fmla="*/ 2050035 w 7369701"/>
              <a:gd name="connsiteY380" fmla="*/ 6813345 h 6858000"/>
              <a:gd name="connsiteX381" fmla="*/ 2063025 w 7369701"/>
              <a:gd name="connsiteY381" fmla="*/ 6858000 h 6858000"/>
              <a:gd name="connsiteX382" fmla="*/ 2021675 w 7369701"/>
              <a:gd name="connsiteY382" fmla="*/ 6858000 h 6858000"/>
              <a:gd name="connsiteX383" fmla="*/ 2019308 w 7369701"/>
              <a:gd name="connsiteY383" fmla="*/ 6847118 h 6858000"/>
              <a:gd name="connsiteX384" fmla="*/ 1938835 w 7369701"/>
              <a:gd name="connsiteY384" fmla="*/ 6551160 h 6858000"/>
              <a:gd name="connsiteX385" fmla="*/ 1953230 w 7369701"/>
              <a:gd name="connsiteY385" fmla="*/ 6759699 h 6858000"/>
              <a:gd name="connsiteX386" fmla="*/ 1956763 w 7369701"/>
              <a:gd name="connsiteY386" fmla="*/ 6778191 h 6858000"/>
              <a:gd name="connsiteX387" fmla="*/ 1967925 w 7369701"/>
              <a:gd name="connsiteY387" fmla="*/ 6858000 h 6858000"/>
              <a:gd name="connsiteX388" fmla="*/ 1936622 w 7369701"/>
              <a:gd name="connsiteY388" fmla="*/ 6858000 h 6858000"/>
              <a:gd name="connsiteX389" fmla="*/ 1926261 w 7369701"/>
              <a:gd name="connsiteY389" fmla="*/ 6784064 h 6858000"/>
              <a:gd name="connsiteX390" fmla="*/ 1922724 w 7369701"/>
              <a:gd name="connsiteY390" fmla="*/ 6765577 h 6858000"/>
              <a:gd name="connsiteX391" fmla="*/ 1904650 w 7369701"/>
              <a:gd name="connsiteY391" fmla="*/ 6639616 h 6858000"/>
              <a:gd name="connsiteX392" fmla="*/ 1885273 w 7369701"/>
              <a:gd name="connsiteY392" fmla="*/ 6858000 h 6858000"/>
              <a:gd name="connsiteX393" fmla="*/ 1854363 w 7369701"/>
              <a:gd name="connsiteY393" fmla="*/ 6858000 h 6858000"/>
              <a:gd name="connsiteX394" fmla="*/ 1880391 w 7369701"/>
              <a:gd name="connsiteY394" fmla="*/ 6603796 h 6858000"/>
              <a:gd name="connsiteX395" fmla="*/ 1818273 w 7369701"/>
              <a:gd name="connsiteY395" fmla="*/ 6715729 h 6858000"/>
              <a:gd name="connsiteX396" fmla="*/ 1794691 w 7369701"/>
              <a:gd name="connsiteY396" fmla="*/ 6843239 h 6858000"/>
              <a:gd name="connsiteX397" fmla="*/ 1794914 w 7369701"/>
              <a:gd name="connsiteY397" fmla="*/ 6858000 h 6858000"/>
              <a:gd name="connsiteX398" fmla="*/ 1746128 w 7369701"/>
              <a:gd name="connsiteY398" fmla="*/ 6858000 h 6858000"/>
              <a:gd name="connsiteX399" fmla="*/ 1753934 w 7369701"/>
              <a:gd name="connsiteY399" fmla="*/ 6724796 h 6858000"/>
              <a:gd name="connsiteX400" fmla="*/ 1792053 w 7369701"/>
              <a:gd name="connsiteY400" fmla="*/ 6572396 h 6858000"/>
              <a:gd name="connsiteX401" fmla="*/ 1862248 w 7369701"/>
              <a:gd name="connsiteY401" fmla="*/ 6266397 h 6858000"/>
              <a:gd name="connsiteX402" fmla="*/ 1862250 w 7369701"/>
              <a:gd name="connsiteY402" fmla="*/ 6033531 h 6858000"/>
              <a:gd name="connsiteX403" fmla="*/ 1211999 w 7369701"/>
              <a:gd name="connsiteY403" fmla="*/ 6683610 h 6858000"/>
              <a:gd name="connsiteX404" fmla="*/ 1213266 w 7369701"/>
              <a:gd name="connsiteY404" fmla="*/ 6691947 h 6858000"/>
              <a:gd name="connsiteX405" fmla="*/ 1203370 w 7369701"/>
              <a:gd name="connsiteY405" fmla="*/ 6850676 h 6858000"/>
              <a:gd name="connsiteX406" fmla="*/ 1203671 w 7369701"/>
              <a:gd name="connsiteY406" fmla="*/ 6858000 h 6858000"/>
              <a:gd name="connsiteX407" fmla="*/ 1143180 w 7369701"/>
              <a:gd name="connsiteY407" fmla="*/ 6858000 h 6858000"/>
              <a:gd name="connsiteX408" fmla="*/ 1142176 w 7369701"/>
              <a:gd name="connsiteY408" fmla="*/ 6766045 h 6858000"/>
              <a:gd name="connsiteX409" fmla="*/ 1067484 w 7369701"/>
              <a:gd name="connsiteY409" fmla="*/ 6858000 h 6858000"/>
              <a:gd name="connsiteX410" fmla="*/ 953928 w 7369701"/>
              <a:gd name="connsiteY410" fmla="*/ 6858000 h 6858000"/>
              <a:gd name="connsiteX411" fmla="*/ 959715 w 7369701"/>
              <a:gd name="connsiteY411" fmla="*/ 6850185 h 6858000"/>
              <a:gd name="connsiteX412" fmla="*/ 1483788 w 7369701"/>
              <a:gd name="connsiteY412" fmla="*/ 6259174 h 6858000"/>
              <a:gd name="connsiteX413" fmla="*/ 1100671 w 7369701"/>
              <a:gd name="connsiteY413" fmla="*/ 6252137 h 6858000"/>
              <a:gd name="connsiteX414" fmla="*/ 1090144 w 7369701"/>
              <a:gd name="connsiteY414" fmla="*/ 6256748 h 6858000"/>
              <a:gd name="connsiteX415" fmla="*/ 1095872 w 7369701"/>
              <a:gd name="connsiteY415" fmla="*/ 6271892 h 6858000"/>
              <a:gd name="connsiteX416" fmla="*/ 262785 w 7369701"/>
              <a:gd name="connsiteY416" fmla="*/ 6845450 h 6858000"/>
              <a:gd name="connsiteX417" fmla="*/ 209968 w 7369701"/>
              <a:gd name="connsiteY417" fmla="*/ 6770713 h 6858000"/>
              <a:gd name="connsiteX418" fmla="*/ 873460 w 7369701"/>
              <a:gd name="connsiteY418" fmla="*/ 6253768 h 6858000"/>
              <a:gd name="connsiteX419" fmla="*/ 192686 w 7369701"/>
              <a:gd name="connsiteY419" fmla="*/ 5849257 h 6858000"/>
              <a:gd name="connsiteX420" fmla="*/ 4696 w 7369701"/>
              <a:gd name="connsiteY420" fmla="*/ 5697668 h 6858000"/>
              <a:gd name="connsiteX421" fmla="*/ 0 w 7369701"/>
              <a:gd name="connsiteY421" fmla="*/ 5689984 h 6858000"/>
              <a:gd name="connsiteX422" fmla="*/ 0 w 7369701"/>
              <a:gd name="connsiteY422" fmla="*/ 5513472 h 6858000"/>
              <a:gd name="connsiteX423" fmla="*/ 174101 w 7369701"/>
              <a:gd name="connsiteY423" fmla="*/ 5620277 h 6858000"/>
              <a:gd name="connsiteX424" fmla="*/ 891800 w 7369701"/>
              <a:gd name="connsiteY424" fmla="*/ 6036935 h 6858000"/>
              <a:gd name="connsiteX425" fmla="*/ 1072219 w 7369701"/>
              <a:gd name="connsiteY425" fmla="*/ 6169443 h 6858000"/>
              <a:gd name="connsiteX426" fmla="*/ 1074117 w 7369701"/>
              <a:gd name="connsiteY426" fmla="*/ 6170301 h 6858000"/>
              <a:gd name="connsiteX427" fmla="*/ 1083114 w 7369701"/>
              <a:gd name="connsiteY427" fmla="*/ 6174131 h 6858000"/>
              <a:gd name="connsiteX428" fmla="*/ 1543010 w 7369701"/>
              <a:gd name="connsiteY428" fmla="*/ 6191140 h 6858000"/>
              <a:gd name="connsiteX429" fmla="*/ 1551080 w 7369701"/>
              <a:gd name="connsiteY429" fmla="*/ 6195006 h 6858000"/>
              <a:gd name="connsiteX430" fmla="*/ 2345443 w 7369701"/>
              <a:gd name="connsiteY430" fmla="*/ 5549882 h 6858000"/>
              <a:gd name="connsiteX431" fmla="*/ 1721499 w 7369701"/>
              <a:gd name="connsiteY431" fmla="*/ 5599969 h 6858000"/>
              <a:gd name="connsiteX432" fmla="*/ 767716 w 7369701"/>
              <a:gd name="connsiteY432" fmla="*/ 5472768 h 6858000"/>
              <a:gd name="connsiteX433" fmla="*/ 722147 w 7369701"/>
              <a:gd name="connsiteY433" fmla="*/ 5393091 h 6858000"/>
              <a:gd name="connsiteX434" fmla="*/ 1485552 w 7369701"/>
              <a:gd name="connsiteY434" fmla="*/ 5313202 h 6858000"/>
              <a:gd name="connsiteX435" fmla="*/ 2143004 w 7369701"/>
              <a:gd name="connsiteY435" fmla="*/ 5402420 h 6858000"/>
              <a:gd name="connsiteX436" fmla="*/ 1933391 w 7369701"/>
              <a:gd name="connsiteY436" fmla="*/ 5156971 h 6858000"/>
              <a:gd name="connsiteX437" fmla="*/ 1827118 w 7369701"/>
              <a:gd name="connsiteY437" fmla="*/ 4968410 h 6858000"/>
              <a:gd name="connsiteX438" fmla="*/ 1837349 w 7369701"/>
              <a:gd name="connsiteY438" fmla="*/ 4956357 h 6858000"/>
              <a:gd name="connsiteX439" fmla="*/ 2162835 w 7369701"/>
              <a:gd name="connsiteY439" fmla="*/ 5187853 h 6858000"/>
              <a:gd name="connsiteX440" fmla="*/ 2257167 w 7369701"/>
              <a:gd name="connsiteY440" fmla="*/ 5462123 h 6858000"/>
              <a:gd name="connsiteX441" fmla="*/ 2261598 w 7369701"/>
              <a:gd name="connsiteY441" fmla="*/ 5467998 h 6858000"/>
              <a:gd name="connsiteX442" fmla="*/ 2437177 w 7369701"/>
              <a:gd name="connsiteY442" fmla="*/ 5479608 h 6858000"/>
              <a:gd name="connsiteX443" fmla="*/ 2445247 w 7369701"/>
              <a:gd name="connsiteY443" fmla="*/ 5483476 h 6858000"/>
              <a:gd name="connsiteX444" fmla="*/ 2743626 w 7369701"/>
              <a:gd name="connsiteY444" fmla="*/ 5304819 h 6858000"/>
              <a:gd name="connsiteX445" fmla="*/ 3048102 w 7369701"/>
              <a:gd name="connsiteY445" fmla="*/ 5150595 h 6858000"/>
              <a:gd name="connsiteX446" fmla="*/ 1799414 w 7369701"/>
              <a:gd name="connsiteY446" fmla="*/ 4694732 h 6858000"/>
              <a:gd name="connsiteX447" fmla="*/ 1771735 w 7369701"/>
              <a:gd name="connsiteY447" fmla="*/ 4619929 h 6858000"/>
              <a:gd name="connsiteX448" fmla="*/ 3104273 w 7369701"/>
              <a:gd name="connsiteY448" fmla="*/ 5076159 h 6858000"/>
              <a:gd name="connsiteX449" fmla="*/ 3113245 w 7369701"/>
              <a:gd name="connsiteY449" fmla="*/ 5090705 h 6858000"/>
              <a:gd name="connsiteX450" fmla="*/ 3126294 w 7369701"/>
              <a:gd name="connsiteY450" fmla="*/ 5114400 h 6858000"/>
              <a:gd name="connsiteX451" fmla="*/ 3937433 w 7369701"/>
              <a:gd name="connsiteY451" fmla="*/ 4830473 h 6858000"/>
              <a:gd name="connsiteX452" fmla="*/ 3590475 w 7369701"/>
              <a:gd name="connsiteY452" fmla="*/ 4597974 h 6858000"/>
              <a:gd name="connsiteX453" fmla="*/ 3100264 w 7369701"/>
              <a:gd name="connsiteY453" fmla="*/ 4579845 h 6858000"/>
              <a:gd name="connsiteX454" fmla="*/ 2183576 w 7369701"/>
              <a:gd name="connsiteY454" fmla="*/ 4227150 h 6858000"/>
              <a:gd name="connsiteX455" fmla="*/ 2151029 w 7369701"/>
              <a:gd name="connsiteY455" fmla="*/ 4146947 h 6858000"/>
              <a:gd name="connsiteX456" fmla="*/ 3563434 w 7369701"/>
              <a:gd name="connsiteY456" fmla="*/ 4469115 h 6858000"/>
              <a:gd name="connsiteX457" fmla="*/ 3177952 w 7369701"/>
              <a:gd name="connsiteY457" fmla="*/ 3657386 h 6858000"/>
              <a:gd name="connsiteX458" fmla="*/ 3189263 w 7369701"/>
              <a:gd name="connsiteY458" fmla="*/ 3625726 h 6858000"/>
              <a:gd name="connsiteX459" fmla="*/ 3560912 w 7369701"/>
              <a:gd name="connsiteY459" fmla="*/ 4079863 h 6858000"/>
              <a:gd name="connsiteX460" fmla="*/ 3626636 w 7369701"/>
              <a:gd name="connsiteY460" fmla="*/ 4512230 h 6858000"/>
              <a:gd name="connsiteX461" fmla="*/ 3653088 w 7369701"/>
              <a:gd name="connsiteY461" fmla="*/ 4521417 h 6858000"/>
              <a:gd name="connsiteX462" fmla="*/ 3988128 w 7369701"/>
              <a:gd name="connsiteY462" fmla="*/ 4817267 h 6858000"/>
              <a:gd name="connsiteX463" fmla="*/ 4830582 w 7369701"/>
              <a:gd name="connsiteY463" fmla="*/ 4676000 h 6858000"/>
              <a:gd name="connsiteX464" fmla="*/ 4830100 w 7369701"/>
              <a:gd name="connsiteY464" fmla="*/ 4675554 h 6858000"/>
              <a:gd name="connsiteX465" fmla="*/ 4036318 w 7369701"/>
              <a:gd name="connsiteY465" fmla="*/ 4147013 h 6858000"/>
              <a:gd name="connsiteX466" fmla="*/ 3432098 w 7369701"/>
              <a:gd name="connsiteY466" fmla="*/ 3537312 h 6858000"/>
              <a:gd name="connsiteX467" fmla="*/ 3446761 w 7369701"/>
              <a:gd name="connsiteY467" fmla="*/ 3461278 h 6858000"/>
              <a:gd name="connsiteX468" fmla="*/ 4419733 w 7369701"/>
              <a:gd name="connsiteY468" fmla="*/ 3963555 h 6858000"/>
              <a:gd name="connsiteX469" fmla="*/ 4781371 w 7369701"/>
              <a:gd name="connsiteY469" fmla="*/ 4458604 h 6858000"/>
              <a:gd name="connsiteX470" fmla="*/ 4780440 w 7369701"/>
              <a:gd name="connsiteY470" fmla="*/ 4470290 h 6858000"/>
              <a:gd name="connsiteX471" fmla="*/ 4898954 w 7369701"/>
              <a:gd name="connsiteY471" fmla="*/ 4662092 h 6858000"/>
              <a:gd name="connsiteX472" fmla="*/ 4900699 w 7369701"/>
              <a:gd name="connsiteY472" fmla="*/ 4670867 h 6858000"/>
              <a:gd name="connsiteX473" fmla="*/ 5714511 w 7369701"/>
              <a:gd name="connsiteY473" fmla="*/ 4663483 h 6858000"/>
              <a:gd name="connsiteX474" fmla="*/ 5464793 w 7369701"/>
              <a:gd name="connsiteY474" fmla="*/ 4393556 h 6858000"/>
              <a:gd name="connsiteX475" fmla="*/ 5461897 w 7369701"/>
              <a:gd name="connsiteY475" fmla="*/ 4390879 h 6858000"/>
              <a:gd name="connsiteX476" fmla="*/ 4294126 w 7369701"/>
              <a:gd name="connsiteY476" fmla="*/ 3303048 h 6858000"/>
              <a:gd name="connsiteX477" fmla="*/ 4305321 w 7369701"/>
              <a:gd name="connsiteY477" fmla="*/ 3256953 h 6858000"/>
              <a:gd name="connsiteX478" fmla="*/ 4949299 w 7369701"/>
              <a:gd name="connsiteY478" fmla="*/ 3766336 h 6858000"/>
              <a:gd name="connsiteX479" fmla="*/ 5291452 w 7369701"/>
              <a:gd name="connsiteY479" fmla="*/ 4076801 h 6858000"/>
              <a:gd name="connsiteX480" fmla="*/ 5434998 w 7369701"/>
              <a:gd name="connsiteY480" fmla="*/ 4254100 h 6858000"/>
              <a:gd name="connsiteX481" fmla="*/ 5351015 w 7369701"/>
              <a:gd name="connsiteY481" fmla="*/ 3760989 h 6858000"/>
              <a:gd name="connsiteX482" fmla="*/ 5413780 w 7369701"/>
              <a:gd name="connsiteY482" fmla="*/ 2966265 h 6858000"/>
              <a:gd name="connsiteX483" fmla="*/ 5425627 w 7369701"/>
              <a:gd name="connsiteY483" fmla="*/ 2954192 h 6858000"/>
              <a:gd name="connsiteX484" fmla="*/ 6604735 w 7369701"/>
              <a:gd name="connsiteY484" fmla="*/ 2041381 h 6858000"/>
              <a:gd name="connsiteX485" fmla="*/ 7204487 w 7369701"/>
              <a:gd name="connsiteY485" fmla="*/ 2742112 h 6858000"/>
              <a:gd name="connsiteX486" fmla="*/ 7131592 w 7369701"/>
              <a:gd name="connsiteY486" fmla="*/ 2672096 h 6858000"/>
              <a:gd name="connsiteX487" fmla="*/ 6996344 w 7369701"/>
              <a:gd name="connsiteY487" fmla="*/ 2518310 h 6858000"/>
              <a:gd name="connsiteX488" fmla="*/ 6735495 w 7369701"/>
              <a:gd name="connsiteY488" fmla="*/ 2196890 h 6858000"/>
              <a:gd name="connsiteX489" fmla="*/ 6721901 w 7369701"/>
              <a:gd name="connsiteY489" fmla="*/ 2179274 h 6858000"/>
              <a:gd name="connsiteX490" fmla="*/ 6604735 w 7369701"/>
              <a:gd name="connsiteY490" fmla="*/ 2041381 h 6858000"/>
              <a:gd name="connsiteX491" fmla="*/ 6591670 w 7369701"/>
              <a:gd name="connsiteY491" fmla="*/ 1988277 h 6858000"/>
              <a:gd name="connsiteX492" fmla="*/ 6747349 w 7369701"/>
              <a:gd name="connsiteY492" fmla="*/ 2160069 h 6858000"/>
              <a:gd name="connsiteX493" fmla="*/ 6760943 w 7369701"/>
              <a:gd name="connsiteY493" fmla="*/ 2177686 h 6858000"/>
              <a:gd name="connsiteX494" fmla="*/ 7021065 w 7369701"/>
              <a:gd name="connsiteY494" fmla="*/ 2498102 h 6858000"/>
              <a:gd name="connsiteX495" fmla="*/ 7155223 w 7369701"/>
              <a:gd name="connsiteY495" fmla="*/ 2650386 h 6858000"/>
              <a:gd name="connsiteX496" fmla="*/ 7203167 w 7369701"/>
              <a:gd name="connsiteY496" fmla="*/ 2697288 h 6858000"/>
              <a:gd name="connsiteX497" fmla="*/ 6937703 w 7369701"/>
              <a:gd name="connsiteY497" fmla="*/ 2321981 h 6858000"/>
              <a:gd name="connsiteX498" fmla="*/ 6591670 w 7369701"/>
              <a:gd name="connsiteY498" fmla="*/ 1988277 h 6858000"/>
              <a:gd name="connsiteX499" fmla="*/ 5798671 w 7369701"/>
              <a:gd name="connsiteY499" fmla="*/ 1981601 h 6858000"/>
              <a:gd name="connsiteX500" fmla="*/ 5754709 w 7369701"/>
              <a:gd name="connsiteY500" fmla="*/ 2071454 h 6858000"/>
              <a:gd name="connsiteX501" fmla="*/ 5763044 w 7369701"/>
              <a:gd name="connsiteY501" fmla="*/ 2842206 h 6858000"/>
              <a:gd name="connsiteX502" fmla="*/ 5764974 w 7369701"/>
              <a:gd name="connsiteY502" fmla="*/ 2799609 h 6858000"/>
              <a:gd name="connsiteX503" fmla="*/ 5767665 w 7369701"/>
              <a:gd name="connsiteY503" fmla="*/ 2666409 h 6858000"/>
              <a:gd name="connsiteX504" fmla="*/ 5763055 w 7369701"/>
              <a:gd name="connsiteY504" fmla="*/ 2579705 h 6858000"/>
              <a:gd name="connsiteX505" fmla="*/ 5758079 w 7369701"/>
              <a:gd name="connsiteY505" fmla="*/ 2492508 h 6858000"/>
              <a:gd name="connsiteX506" fmla="*/ 5779325 w 7369701"/>
              <a:gd name="connsiteY506" fmla="*/ 2197069 h 6858000"/>
              <a:gd name="connsiteX507" fmla="*/ 5798671 w 7369701"/>
              <a:gd name="connsiteY507" fmla="*/ 1981601 h 6858000"/>
              <a:gd name="connsiteX508" fmla="*/ 5829202 w 7369701"/>
              <a:gd name="connsiteY508" fmla="*/ 1971679 h 6858000"/>
              <a:gd name="connsiteX509" fmla="*/ 5809558 w 7369701"/>
              <a:gd name="connsiteY509" fmla="*/ 2198043 h 6858000"/>
              <a:gd name="connsiteX510" fmla="*/ 5788653 w 7369701"/>
              <a:gd name="connsiteY510" fmla="*/ 2489430 h 6858000"/>
              <a:gd name="connsiteX511" fmla="*/ 5793439 w 7369701"/>
              <a:gd name="connsiteY511" fmla="*/ 2575235 h 6858000"/>
              <a:gd name="connsiteX512" fmla="*/ 5796837 w 7369701"/>
              <a:gd name="connsiteY512" fmla="*/ 2637633 h 6858000"/>
              <a:gd name="connsiteX513" fmla="*/ 5818614 w 7369701"/>
              <a:gd name="connsiteY513" fmla="*/ 2473055 h 6858000"/>
              <a:gd name="connsiteX514" fmla="*/ 5829202 w 7369701"/>
              <a:gd name="connsiteY514" fmla="*/ 1971679 h 6858000"/>
              <a:gd name="connsiteX515" fmla="*/ 5911389 w 7369701"/>
              <a:gd name="connsiteY515" fmla="*/ 1898371 h 6858000"/>
              <a:gd name="connsiteX516" fmla="*/ 6237627 w 7369701"/>
              <a:gd name="connsiteY516" fmla="*/ 2231921 h 6858000"/>
              <a:gd name="connsiteX517" fmla="*/ 5911389 w 7369701"/>
              <a:gd name="connsiteY517" fmla="*/ 1898371 h 6858000"/>
              <a:gd name="connsiteX518" fmla="*/ 6944437 w 7369701"/>
              <a:gd name="connsiteY518" fmla="*/ 1575402 h 6858000"/>
              <a:gd name="connsiteX519" fmla="*/ 6304730 w 7369701"/>
              <a:gd name="connsiteY519" fmla="*/ 1766654 h 6858000"/>
              <a:gd name="connsiteX520" fmla="*/ 6944437 w 7369701"/>
              <a:gd name="connsiteY520" fmla="*/ 1575402 h 6858000"/>
              <a:gd name="connsiteX521" fmla="*/ 7019523 w 7369701"/>
              <a:gd name="connsiteY521" fmla="*/ 1519450 h 6858000"/>
              <a:gd name="connsiteX522" fmla="*/ 6298091 w 7369701"/>
              <a:gd name="connsiteY522" fmla="*/ 1737122 h 6858000"/>
              <a:gd name="connsiteX523" fmla="*/ 7019523 w 7369701"/>
              <a:gd name="connsiteY523" fmla="*/ 1519450 h 6858000"/>
              <a:gd name="connsiteX524" fmla="*/ 2399523 w 7369701"/>
              <a:gd name="connsiteY524" fmla="*/ 1428234 h 6858000"/>
              <a:gd name="connsiteX525" fmla="*/ 2224982 w 7369701"/>
              <a:gd name="connsiteY525" fmla="*/ 1826201 h 6858000"/>
              <a:gd name="connsiteX526" fmla="*/ 2096099 w 7369701"/>
              <a:gd name="connsiteY526" fmla="*/ 2345900 h 6858000"/>
              <a:gd name="connsiteX527" fmla="*/ 2283317 w 7369701"/>
              <a:gd name="connsiteY527" fmla="*/ 1796925 h 6858000"/>
              <a:gd name="connsiteX528" fmla="*/ 2399523 w 7369701"/>
              <a:gd name="connsiteY528" fmla="*/ 1428234 h 6858000"/>
              <a:gd name="connsiteX529" fmla="*/ 2448558 w 7369701"/>
              <a:gd name="connsiteY529" fmla="*/ 1373435 h 6858000"/>
              <a:gd name="connsiteX530" fmla="*/ 2312521 w 7369701"/>
              <a:gd name="connsiteY530" fmla="*/ 1806140 h 6858000"/>
              <a:gd name="connsiteX531" fmla="*/ 2127533 w 7369701"/>
              <a:gd name="connsiteY531" fmla="*/ 2348380 h 6858000"/>
              <a:gd name="connsiteX532" fmla="*/ 2358080 w 7369701"/>
              <a:gd name="connsiteY532" fmla="*/ 1866134 h 6858000"/>
              <a:gd name="connsiteX533" fmla="*/ 2407436 w 7369701"/>
              <a:gd name="connsiteY533" fmla="*/ 1651070 h 6858000"/>
              <a:gd name="connsiteX534" fmla="*/ 2448558 w 7369701"/>
              <a:gd name="connsiteY534" fmla="*/ 1373435 h 6858000"/>
              <a:gd name="connsiteX535" fmla="*/ 278707 w 7369701"/>
              <a:gd name="connsiteY535" fmla="*/ 1352270 h 6858000"/>
              <a:gd name="connsiteX536" fmla="*/ 321570 w 7369701"/>
              <a:gd name="connsiteY536" fmla="*/ 1861610 h 6858000"/>
              <a:gd name="connsiteX537" fmla="*/ 294281 w 7369701"/>
              <a:gd name="connsiteY537" fmla="*/ 1440658 h 6858000"/>
              <a:gd name="connsiteX538" fmla="*/ 278707 w 7369701"/>
              <a:gd name="connsiteY538" fmla="*/ 1352270 h 6858000"/>
              <a:gd name="connsiteX539" fmla="*/ 1423821 w 7369701"/>
              <a:gd name="connsiteY539" fmla="*/ 1351958 h 6858000"/>
              <a:gd name="connsiteX540" fmla="*/ 1638521 w 7369701"/>
              <a:gd name="connsiteY540" fmla="*/ 1908470 h 6858000"/>
              <a:gd name="connsiteX541" fmla="*/ 1754199 w 7369701"/>
              <a:gd name="connsiteY541" fmla="*/ 2149284 h 6858000"/>
              <a:gd name="connsiteX542" fmla="*/ 1908359 w 7369701"/>
              <a:gd name="connsiteY542" fmla="*/ 2364988 h 6858000"/>
              <a:gd name="connsiteX543" fmla="*/ 1647661 w 7369701"/>
              <a:gd name="connsiteY543" fmla="*/ 1825945 h 6858000"/>
              <a:gd name="connsiteX544" fmla="*/ 1423821 w 7369701"/>
              <a:gd name="connsiteY544" fmla="*/ 1351958 h 6858000"/>
              <a:gd name="connsiteX545" fmla="*/ 1431890 w 7369701"/>
              <a:gd name="connsiteY545" fmla="*/ 1306475 h 6858000"/>
              <a:gd name="connsiteX546" fmla="*/ 1507597 w 7369701"/>
              <a:gd name="connsiteY546" fmla="*/ 1446132 h 6858000"/>
              <a:gd name="connsiteX547" fmla="*/ 1674586 w 7369701"/>
              <a:gd name="connsiteY547" fmla="*/ 1813832 h 6858000"/>
              <a:gd name="connsiteX548" fmla="*/ 1815950 w 7369701"/>
              <a:gd name="connsiteY548" fmla="*/ 2128564 h 6858000"/>
              <a:gd name="connsiteX549" fmla="*/ 1984242 w 7369701"/>
              <a:gd name="connsiteY549" fmla="*/ 2430829 h 6858000"/>
              <a:gd name="connsiteX550" fmla="*/ 2014023 w 7369701"/>
              <a:gd name="connsiteY550" fmla="*/ 2450995 h 6858000"/>
              <a:gd name="connsiteX551" fmla="*/ 1747337 w 7369701"/>
              <a:gd name="connsiteY551" fmla="*/ 1855264 h 6858000"/>
              <a:gd name="connsiteX552" fmla="*/ 1533749 w 7369701"/>
              <a:gd name="connsiteY552" fmla="*/ 1478656 h 6858000"/>
              <a:gd name="connsiteX553" fmla="*/ 1431890 w 7369701"/>
              <a:gd name="connsiteY553" fmla="*/ 1306475 h 6858000"/>
              <a:gd name="connsiteX554" fmla="*/ 5052692 w 7369701"/>
              <a:gd name="connsiteY554" fmla="*/ 1292994 h 6858000"/>
              <a:gd name="connsiteX555" fmla="*/ 5200661 w 7369701"/>
              <a:gd name="connsiteY555" fmla="*/ 1635186 h 6858000"/>
              <a:gd name="connsiteX556" fmla="*/ 5297138 w 7369701"/>
              <a:gd name="connsiteY556" fmla="*/ 1906351 h 6858000"/>
              <a:gd name="connsiteX557" fmla="*/ 5052692 w 7369701"/>
              <a:gd name="connsiteY557" fmla="*/ 1292994 h 6858000"/>
              <a:gd name="connsiteX558" fmla="*/ 5009948 w 7369701"/>
              <a:gd name="connsiteY558" fmla="*/ 1273619 h 6858000"/>
              <a:gd name="connsiteX559" fmla="*/ 5121777 w 7369701"/>
              <a:gd name="connsiteY559" fmla="*/ 1654213 h 6858000"/>
              <a:gd name="connsiteX560" fmla="*/ 5293545 w 7369701"/>
              <a:gd name="connsiteY560" fmla="*/ 2072247 h 6858000"/>
              <a:gd name="connsiteX561" fmla="*/ 5294042 w 7369701"/>
              <a:gd name="connsiteY561" fmla="*/ 2065019 h 6858000"/>
              <a:gd name="connsiteX562" fmla="*/ 5171936 w 7369701"/>
              <a:gd name="connsiteY562" fmla="*/ 1647613 h 6858000"/>
              <a:gd name="connsiteX563" fmla="*/ 5009948 w 7369701"/>
              <a:gd name="connsiteY563" fmla="*/ 1273619 h 6858000"/>
              <a:gd name="connsiteX564" fmla="*/ 655236 w 7369701"/>
              <a:gd name="connsiteY564" fmla="*/ 1268632 h 6858000"/>
              <a:gd name="connsiteX565" fmla="*/ 839521 w 7369701"/>
              <a:gd name="connsiteY565" fmla="*/ 1685315 h 6858000"/>
              <a:gd name="connsiteX566" fmla="*/ 1109416 w 7369701"/>
              <a:gd name="connsiteY566" fmla="*/ 2061663 h 6858000"/>
              <a:gd name="connsiteX567" fmla="*/ 1298300 w 7369701"/>
              <a:gd name="connsiteY567" fmla="*/ 2247742 h 6858000"/>
              <a:gd name="connsiteX568" fmla="*/ 1125871 w 7369701"/>
              <a:gd name="connsiteY568" fmla="*/ 1989513 h 6858000"/>
              <a:gd name="connsiteX569" fmla="*/ 981574 w 7369701"/>
              <a:gd name="connsiteY569" fmla="*/ 1783157 h 6858000"/>
              <a:gd name="connsiteX570" fmla="*/ 922198 w 7369701"/>
              <a:gd name="connsiteY570" fmla="*/ 1677437 h 6858000"/>
              <a:gd name="connsiteX571" fmla="*/ 869293 w 7369701"/>
              <a:gd name="connsiteY571" fmla="*/ 1583214 h 6858000"/>
              <a:gd name="connsiteX572" fmla="*/ 751431 w 7369701"/>
              <a:gd name="connsiteY572" fmla="*/ 1405731 h 6858000"/>
              <a:gd name="connsiteX573" fmla="*/ 655236 w 7369701"/>
              <a:gd name="connsiteY573" fmla="*/ 1268632 h 6858000"/>
              <a:gd name="connsiteX574" fmla="*/ 6516292 w 7369701"/>
              <a:gd name="connsiteY574" fmla="*/ 1263064 h 6858000"/>
              <a:gd name="connsiteX575" fmla="*/ 5736320 w 7369701"/>
              <a:gd name="connsiteY575" fmla="*/ 1501803 h 6858000"/>
              <a:gd name="connsiteX576" fmla="*/ 6516292 w 7369701"/>
              <a:gd name="connsiteY576" fmla="*/ 1263064 h 6858000"/>
              <a:gd name="connsiteX577" fmla="*/ 291466 w 7369701"/>
              <a:gd name="connsiteY577" fmla="*/ 1250369 h 6858000"/>
              <a:gd name="connsiteX578" fmla="*/ 323180 w 7369701"/>
              <a:gd name="connsiteY578" fmla="*/ 1435283 h 6858000"/>
              <a:gd name="connsiteX579" fmla="*/ 349381 w 7369701"/>
              <a:gd name="connsiteY579" fmla="*/ 1875041 h 6858000"/>
              <a:gd name="connsiteX580" fmla="*/ 374363 w 7369701"/>
              <a:gd name="connsiteY580" fmla="*/ 1506494 h 6858000"/>
              <a:gd name="connsiteX581" fmla="*/ 302168 w 7369701"/>
              <a:gd name="connsiteY581" fmla="*/ 1274495 h 6858000"/>
              <a:gd name="connsiteX582" fmla="*/ 291466 w 7369701"/>
              <a:gd name="connsiteY582" fmla="*/ 1250369 h 6858000"/>
              <a:gd name="connsiteX583" fmla="*/ 678222 w 7369701"/>
              <a:gd name="connsiteY583" fmla="*/ 1248670 h 6858000"/>
              <a:gd name="connsiteX584" fmla="*/ 775536 w 7369701"/>
              <a:gd name="connsiteY584" fmla="*/ 1388015 h 6858000"/>
              <a:gd name="connsiteX585" fmla="*/ 894529 w 7369701"/>
              <a:gd name="connsiteY585" fmla="*/ 1567739 h 6858000"/>
              <a:gd name="connsiteX586" fmla="*/ 948000 w 7369701"/>
              <a:gd name="connsiteY586" fmla="*/ 1663088 h 6858000"/>
              <a:gd name="connsiteX587" fmla="*/ 1006812 w 7369701"/>
              <a:gd name="connsiteY587" fmla="*/ 1767683 h 6858000"/>
              <a:gd name="connsiteX588" fmla="*/ 1149133 w 7369701"/>
              <a:gd name="connsiteY588" fmla="*/ 1971513 h 6858000"/>
              <a:gd name="connsiteX589" fmla="*/ 1333952 w 7369701"/>
              <a:gd name="connsiteY589" fmla="*/ 2251620 h 6858000"/>
              <a:gd name="connsiteX590" fmla="*/ 1337329 w 7369701"/>
              <a:gd name="connsiteY590" fmla="*/ 2258350 h 6858000"/>
              <a:gd name="connsiteX591" fmla="*/ 1014726 w 7369701"/>
              <a:gd name="connsiteY591" fmla="*/ 1615556 h 6858000"/>
              <a:gd name="connsiteX592" fmla="*/ 678222 w 7369701"/>
              <a:gd name="connsiteY592" fmla="*/ 1248670 h 6858000"/>
              <a:gd name="connsiteX593" fmla="*/ 6691602 w 7369701"/>
              <a:gd name="connsiteY593" fmla="*/ 1140573 h 6858000"/>
              <a:gd name="connsiteX594" fmla="*/ 6571100 w 7369701"/>
              <a:gd name="connsiteY594" fmla="*/ 1183662 h 6858000"/>
              <a:gd name="connsiteX595" fmla="*/ 6241687 w 7369701"/>
              <a:gd name="connsiteY595" fmla="*/ 1257600 h 6858000"/>
              <a:gd name="connsiteX596" fmla="*/ 5693009 w 7369701"/>
              <a:gd name="connsiteY596" fmla="*/ 1478256 h 6858000"/>
              <a:gd name="connsiteX597" fmla="*/ 6548420 w 7369701"/>
              <a:gd name="connsiteY597" fmla="*/ 1214599 h 6858000"/>
              <a:gd name="connsiteX598" fmla="*/ 6605473 w 7369701"/>
              <a:gd name="connsiteY598" fmla="*/ 1184686 h 6858000"/>
              <a:gd name="connsiteX599" fmla="*/ 6691602 w 7369701"/>
              <a:gd name="connsiteY599" fmla="*/ 1140573 h 6858000"/>
              <a:gd name="connsiteX600" fmla="*/ 4002475 w 7369701"/>
              <a:gd name="connsiteY600" fmla="*/ 1037802 h 6858000"/>
              <a:gd name="connsiteX601" fmla="*/ 4000324 w 7369701"/>
              <a:gd name="connsiteY601" fmla="*/ 1039362 h 6858000"/>
              <a:gd name="connsiteX602" fmla="*/ 4002862 w 7369701"/>
              <a:gd name="connsiteY602" fmla="*/ 1042866 h 6858000"/>
              <a:gd name="connsiteX603" fmla="*/ 4002475 w 7369701"/>
              <a:gd name="connsiteY603" fmla="*/ 1037802 h 6858000"/>
              <a:gd name="connsiteX604" fmla="*/ 506322 w 7369701"/>
              <a:gd name="connsiteY604" fmla="*/ 1020997 h 6858000"/>
              <a:gd name="connsiteX605" fmla="*/ 533068 w 7369701"/>
              <a:gd name="connsiteY605" fmla="*/ 1029409 h 6858000"/>
              <a:gd name="connsiteX606" fmla="*/ 1232525 w 7369701"/>
              <a:gd name="connsiteY606" fmla="*/ 1804675 h 6858000"/>
              <a:gd name="connsiteX607" fmla="*/ 1388858 w 7369701"/>
              <a:gd name="connsiteY607" fmla="*/ 2368011 h 6858000"/>
              <a:gd name="connsiteX608" fmla="*/ 1384098 w 7369701"/>
              <a:gd name="connsiteY608" fmla="*/ 2378125 h 6858000"/>
              <a:gd name="connsiteX609" fmla="*/ 1425393 w 7369701"/>
              <a:gd name="connsiteY609" fmla="*/ 2589124 h 6858000"/>
              <a:gd name="connsiteX610" fmla="*/ 1424001 w 7369701"/>
              <a:gd name="connsiteY610" fmla="*/ 2597541 h 6858000"/>
              <a:gd name="connsiteX611" fmla="*/ 2152729 w 7369701"/>
              <a:gd name="connsiteY611" fmla="*/ 2864487 h 6858000"/>
              <a:gd name="connsiteX612" fmla="*/ 2020609 w 7369701"/>
              <a:gd name="connsiteY612" fmla="*/ 2539671 h 6858000"/>
              <a:gd name="connsiteX613" fmla="*/ 2018920 w 7369701"/>
              <a:gd name="connsiteY613" fmla="*/ 2536309 h 6858000"/>
              <a:gd name="connsiteX614" fmla="*/ 1342441 w 7369701"/>
              <a:gd name="connsiteY614" fmla="*/ 1173017 h 6858000"/>
              <a:gd name="connsiteX615" fmla="*/ 1367925 w 7369701"/>
              <a:gd name="connsiteY615" fmla="*/ 1135648 h 6858000"/>
              <a:gd name="connsiteX616" fmla="*/ 1771401 w 7369701"/>
              <a:gd name="connsiteY616" fmla="*/ 1806673 h 6858000"/>
              <a:gd name="connsiteX617" fmla="*/ 1972385 w 7369701"/>
              <a:gd name="connsiteY617" fmla="*/ 2198735 h 6858000"/>
              <a:gd name="connsiteX618" fmla="*/ 2040892 w 7369701"/>
              <a:gd name="connsiteY618" fmla="*/ 2405205 h 6858000"/>
              <a:gd name="connsiteX619" fmla="*/ 2131689 w 7369701"/>
              <a:gd name="connsiteY619" fmla="*/ 1936926 h 6858000"/>
              <a:gd name="connsiteX620" fmla="*/ 2454820 w 7369701"/>
              <a:gd name="connsiteY620" fmla="*/ 1248808 h 6858000"/>
              <a:gd name="connsiteX621" fmla="*/ 2492512 w 7369701"/>
              <a:gd name="connsiteY621" fmla="*/ 1302920 h 6858000"/>
              <a:gd name="connsiteX622" fmla="*/ 2081216 w 7369701"/>
              <a:gd name="connsiteY622" fmla="*/ 2527513 h 6858000"/>
              <a:gd name="connsiteX623" fmla="*/ 2081211 w 7369701"/>
              <a:gd name="connsiteY623" fmla="*/ 2528916 h 6858000"/>
              <a:gd name="connsiteX624" fmla="*/ 2199067 w 7369701"/>
              <a:gd name="connsiteY624" fmla="*/ 2884061 h 6858000"/>
              <a:gd name="connsiteX625" fmla="*/ 3192586 w 7369701"/>
              <a:gd name="connsiteY625" fmla="*/ 3411496 h 6858000"/>
              <a:gd name="connsiteX626" fmla="*/ 3182620 w 7369701"/>
              <a:gd name="connsiteY626" fmla="*/ 3483279 h 6858000"/>
              <a:gd name="connsiteX627" fmla="*/ 2435119 w 7369701"/>
              <a:gd name="connsiteY627" fmla="*/ 3080173 h 6858000"/>
              <a:gd name="connsiteX628" fmla="*/ 2410152 w 7369701"/>
              <a:gd name="connsiteY628" fmla="*/ 3063751 h 6858000"/>
              <a:gd name="connsiteX629" fmla="*/ 2408099 w 7369701"/>
              <a:gd name="connsiteY629" fmla="*/ 3064403 h 6858000"/>
              <a:gd name="connsiteX630" fmla="*/ 2407218 w 7369701"/>
              <a:gd name="connsiteY630" fmla="*/ 3070324 h 6858000"/>
              <a:gd name="connsiteX631" fmla="*/ 2380138 w 7369701"/>
              <a:gd name="connsiteY631" fmla="*/ 3099341 h 6858000"/>
              <a:gd name="connsiteX632" fmla="*/ 1765923 w 7369701"/>
              <a:gd name="connsiteY632" fmla="*/ 3581043 h 6858000"/>
              <a:gd name="connsiteX633" fmla="*/ 1702258 w 7369701"/>
              <a:gd name="connsiteY633" fmla="*/ 3612286 h 6858000"/>
              <a:gd name="connsiteX634" fmla="*/ 1538370 w 7369701"/>
              <a:gd name="connsiteY634" fmla="*/ 3811804 h 6858000"/>
              <a:gd name="connsiteX635" fmla="*/ 542867 w 7369701"/>
              <a:gd name="connsiteY635" fmla="*/ 4944092 h 6858000"/>
              <a:gd name="connsiteX636" fmla="*/ 515800 w 7369701"/>
              <a:gd name="connsiteY636" fmla="*/ 4862180 h 6858000"/>
              <a:gd name="connsiteX637" fmla="*/ 909145 w 7369701"/>
              <a:gd name="connsiteY637" fmla="*/ 4199225 h 6858000"/>
              <a:gd name="connsiteX638" fmla="*/ 1214067 w 7369701"/>
              <a:gd name="connsiteY638" fmla="*/ 3908561 h 6858000"/>
              <a:gd name="connsiteX639" fmla="*/ 640967 w 7369701"/>
              <a:gd name="connsiteY639" fmla="*/ 4105601 h 6858000"/>
              <a:gd name="connsiteX640" fmla="*/ 112563 w 7369701"/>
              <a:gd name="connsiteY640" fmla="*/ 4396952 h 6858000"/>
              <a:gd name="connsiteX641" fmla="*/ 0 w 7369701"/>
              <a:gd name="connsiteY641" fmla="*/ 4466006 h 6858000"/>
              <a:gd name="connsiteX642" fmla="*/ 0 w 7369701"/>
              <a:gd name="connsiteY642" fmla="*/ 4233763 h 6858000"/>
              <a:gd name="connsiteX643" fmla="*/ 36881 w 7369701"/>
              <a:gd name="connsiteY643" fmla="*/ 4200118 h 6858000"/>
              <a:gd name="connsiteX644" fmla="*/ 910534 w 7369701"/>
              <a:gd name="connsiteY644" fmla="*/ 3629753 h 6858000"/>
              <a:gd name="connsiteX645" fmla="*/ 1578717 w 7369701"/>
              <a:gd name="connsiteY645" fmla="*/ 3575982 h 6858000"/>
              <a:gd name="connsiteX646" fmla="*/ 2338780 w 7369701"/>
              <a:gd name="connsiteY646" fmla="*/ 3033725 h 6858000"/>
              <a:gd name="connsiteX647" fmla="*/ 1807991 w 7369701"/>
              <a:gd name="connsiteY647" fmla="*/ 2807184 h 6858000"/>
              <a:gd name="connsiteX648" fmla="*/ 1416358 w 7369701"/>
              <a:gd name="connsiteY648" fmla="*/ 3112571 h 6858000"/>
              <a:gd name="connsiteX649" fmla="*/ 939066 w 7369701"/>
              <a:gd name="connsiteY649" fmla="*/ 3378798 h 6858000"/>
              <a:gd name="connsiteX650" fmla="*/ 115099 w 7369701"/>
              <a:gd name="connsiteY650" fmla="*/ 3607650 h 6858000"/>
              <a:gd name="connsiteX651" fmla="*/ 97284 w 7369701"/>
              <a:gd name="connsiteY651" fmla="*/ 3520393 h 6858000"/>
              <a:gd name="connsiteX652" fmla="*/ 922050 w 7369701"/>
              <a:gd name="connsiteY652" fmla="*/ 3074867 h 6858000"/>
              <a:gd name="connsiteX653" fmla="*/ 1405265 w 7369701"/>
              <a:gd name="connsiteY653" fmla="*/ 3016319 h 6858000"/>
              <a:gd name="connsiteX654" fmla="*/ 1407512 w 7369701"/>
              <a:gd name="connsiteY654" fmla="*/ 3018001 h 6858000"/>
              <a:gd name="connsiteX655" fmla="*/ 1726266 w 7369701"/>
              <a:gd name="connsiteY655" fmla="*/ 2777274 h 6858000"/>
              <a:gd name="connsiteX656" fmla="*/ 625390 w 7369701"/>
              <a:gd name="connsiteY656" fmla="*/ 2514541 h 6858000"/>
              <a:gd name="connsiteX657" fmla="*/ 619799 w 7369701"/>
              <a:gd name="connsiteY657" fmla="*/ 2527180 h 6858000"/>
              <a:gd name="connsiteX658" fmla="*/ 310030 w 7369701"/>
              <a:gd name="connsiteY658" fmla="*/ 2771818 h 6858000"/>
              <a:gd name="connsiteX659" fmla="*/ 173877 w 7369701"/>
              <a:gd name="connsiteY659" fmla="*/ 2937056 h 6858000"/>
              <a:gd name="connsiteX660" fmla="*/ 77889 w 7369701"/>
              <a:gd name="connsiteY660" fmla="*/ 3138440 h 6858000"/>
              <a:gd name="connsiteX661" fmla="*/ 0 w 7369701"/>
              <a:gd name="connsiteY661" fmla="*/ 3271395 h 6858000"/>
              <a:gd name="connsiteX662" fmla="*/ 0 w 7369701"/>
              <a:gd name="connsiteY662" fmla="*/ 3153002 h 6858000"/>
              <a:gd name="connsiteX663" fmla="*/ 2386 w 7369701"/>
              <a:gd name="connsiteY663" fmla="*/ 3149203 h 6858000"/>
              <a:gd name="connsiteX664" fmla="*/ 89753 w 7369701"/>
              <a:gd name="connsiteY664" fmla="*/ 2987702 h 6858000"/>
              <a:gd name="connsiteX665" fmla="*/ 76869 w 7369701"/>
              <a:gd name="connsiteY665" fmla="*/ 3005404 h 6858000"/>
              <a:gd name="connsiteX666" fmla="*/ 32049 w 7369701"/>
              <a:gd name="connsiteY666" fmla="*/ 3065814 h 6858000"/>
              <a:gd name="connsiteX667" fmla="*/ 0 w 7369701"/>
              <a:gd name="connsiteY667" fmla="*/ 3108744 h 6858000"/>
              <a:gd name="connsiteX668" fmla="*/ 0 w 7369701"/>
              <a:gd name="connsiteY668" fmla="*/ 3058059 h 6858000"/>
              <a:gd name="connsiteX669" fmla="*/ 7610 w 7369701"/>
              <a:gd name="connsiteY669" fmla="*/ 3047889 h 6858000"/>
              <a:gd name="connsiteX670" fmla="*/ 52419 w 7369701"/>
              <a:gd name="connsiteY670" fmla="*/ 2987479 h 6858000"/>
              <a:gd name="connsiteX671" fmla="*/ 59142 w 7369701"/>
              <a:gd name="connsiteY671" fmla="*/ 2978488 h 6858000"/>
              <a:gd name="connsiteX672" fmla="*/ 0 w 7369701"/>
              <a:gd name="connsiteY672" fmla="*/ 3015334 h 6858000"/>
              <a:gd name="connsiteX673" fmla="*/ 0 w 7369701"/>
              <a:gd name="connsiteY673" fmla="*/ 2914286 h 6858000"/>
              <a:gd name="connsiteX674" fmla="*/ 36383 w 7369701"/>
              <a:gd name="connsiteY674" fmla="*/ 2901128 h 6858000"/>
              <a:gd name="connsiteX675" fmla="*/ 156329 w 7369701"/>
              <a:gd name="connsiteY675" fmla="*/ 2840533 h 6858000"/>
              <a:gd name="connsiteX676" fmla="*/ 358355 w 7369701"/>
              <a:gd name="connsiteY676" fmla="*/ 2620471 h 6858000"/>
              <a:gd name="connsiteX677" fmla="*/ 510577 w 7369701"/>
              <a:gd name="connsiteY677" fmla="*/ 2501244 h 6858000"/>
              <a:gd name="connsiteX678" fmla="*/ 211967 w 7369701"/>
              <a:gd name="connsiteY678" fmla="*/ 2479171 h 6858000"/>
              <a:gd name="connsiteX679" fmla="*/ 0 w 7369701"/>
              <a:gd name="connsiteY679" fmla="*/ 2476398 h 6858000"/>
              <a:gd name="connsiteX680" fmla="*/ 0 w 7369701"/>
              <a:gd name="connsiteY680" fmla="*/ 2389189 h 6858000"/>
              <a:gd name="connsiteX681" fmla="*/ 103062 w 7369701"/>
              <a:gd name="connsiteY681" fmla="*/ 2389518 h 6858000"/>
              <a:gd name="connsiteX682" fmla="*/ 510734 w 7369701"/>
              <a:gd name="connsiteY682" fmla="*/ 2416201 h 6858000"/>
              <a:gd name="connsiteX683" fmla="*/ 279257 w 7369701"/>
              <a:gd name="connsiteY683" fmla="*/ 2092102 h 6858000"/>
              <a:gd name="connsiteX684" fmla="*/ 65265 w 7369701"/>
              <a:gd name="connsiteY684" fmla="*/ 2006049 h 6858000"/>
              <a:gd name="connsiteX685" fmla="*/ 0 w 7369701"/>
              <a:gd name="connsiteY685" fmla="*/ 1982532 h 6858000"/>
              <a:gd name="connsiteX686" fmla="*/ 0 w 7369701"/>
              <a:gd name="connsiteY686" fmla="*/ 1912789 h 6858000"/>
              <a:gd name="connsiteX687" fmla="*/ 97460 w 7369701"/>
              <a:gd name="connsiteY687" fmla="*/ 1953725 h 6858000"/>
              <a:gd name="connsiteX688" fmla="*/ 221272 w 7369701"/>
              <a:gd name="connsiteY688" fmla="*/ 1980766 h 6858000"/>
              <a:gd name="connsiteX689" fmla="*/ 116765 w 7369701"/>
              <a:gd name="connsiteY689" fmla="*/ 1911033 h 6858000"/>
              <a:gd name="connsiteX690" fmla="*/ 16405 w 7369701"/>
              <a:gd name="connsiteY690" fmla="*/ 1803412 h 6858000"/>
              <a:gd name="connsiteX691" fmla="*/ 0 w 7369701"/>
              <a:gd name="connsiteY691" fmla="*/ 1784777 h 6858000"/>
              <a:gd name="connsiteX692" fmla="*/ 0 w 7369701"/>
              <a:gd name="connsiteY692" fmla="*/ 1740082 h 6858000"/>
              <a:gd name="connsiteX693" fmla="*/ 39394 w 7369701"/>
              <a:gd name="connsiteY693" fmla="*/ 1784856 h 6858000"/>
              <a:gd name="connsiteX694" fmla="*/ 135813 w 7369701"/>
              <a:gd name="connsiteY694" fmla="*/ 1888838 h 6858000"/>
              <a:gd name="connsiteX695" fmla="*/ 242575 w 7369701"/>
              <a:gd name="connsiteY695" fmla="*/ 1958841 h 6858000"/>
              <a:gd name="connsiteX696" fmla="*/ 82197 w 7369701"/>
              <a:gd name="connsiteY696" fmla="*/ 1754826 h 6858000"/>
              <a:gd name="connsiteX697" fmla="*/ 0 w 7369701"/>
              <a:gd name="connsiteY697" fmla="*/ 1679650 h 6858000"/>
              <a:gd name="connsiteX698" fmla="*/ 0 w 7369701"/>
              <a:gd name="connsiteY698" fmla="*/ 1602463 h 6858000"/>
              <a:gd name="connsiteX699" fmla="*/ 84689 w 7369701"/>
              <a:gd name="connsiteY699" fmla="*/ 1677442 h 6858000"/>
              <a:gd name="connsiteX700" fmla="*/ 298437 w 7369701"/>
              <a:gd name="connsiteY700" fmla="*/ 1968019 h 6858000"/>
              <a:gd name="connsiteX701" fmla="*/ 227269 w 7369701"/>
              <a:gd name="connsiteY701" fmla="*/ 1114064 h 6858000"/>
              <a:gd name="connsiteX702" fmla="*/ 248003 w 7369701"/>
              <a:gd name="connsiteY702" fmla="*/ 1089613 h 6858000"/>
              <a:gd name="connsiteX703" fmla="*/ 427020 w 7369701"/>
              <a:gd name="connsiteY703" fmla="*/ 1619803 h 6858000"/>
              <a:gd name="connsiteX704" fmla="*/ 340345 w 7369701"/>
              <a:gd name="connsiteY704" fmla="*/ 2027739 h 6858000"/>
              <a:gd name="connsiteX705" fmla="*/ 360865 w 7369701"/>
              <a:gd name="connsiteY705" fmla="*/ 2044827 h 6858000"/>
              <a:gd name="connsiteX706" fmla="*/ 560414 w 7369701"/>
              <a:gd name="connsiteY706" fmla="*/ 2421457 h 6858000"/>
              <a:gd name="connsiteX707" fmla="*/ 1359703 w 7369701"/>
              <a:gd name="connsiteY707" fmla="*/ 2578554 h 6858000"/>
              <a:gd name="connsiteX708" fmla="*/ 1359422 w 7369701"/>
              <a:gd name="connsiteY708" fmla="*/ 2577994 h 6858000"/>
              <a:gd name="connsiteX709" fmla="*/ 828701 w 7369701"/>
              <a:gd name="connsiteY709" fmla="*/ 1839520 h 6858000"/>
              <a:gd name="connsiteX710" fmla="*/ 494427 w 7369701"/>
              <a:gd name="connsiteY710" fmla="*/ 1092333 h 6858000"/>
              <a:gd name="connsiteX711" fmla="*/ 506322 w 7369701"/>
              <a:gd name="connsiteY711" fmla="*/ 1020997 h 6858000"/>
              <a:gd name="connsiteX712" fmla="*/ 4570198 w 7369701"/>
              <a:gd name="connsiteY712" fmla="*/ 978081 h 6858000"/>
              <a:gd name="connsiteX713" fmla="*/ 4523691 w 7369701"/>
              <a:gd name="connsiteY713" fmla="*/ 1127776 h 6858000"/>
              <a:gd name="connsiteX714" fmla="*/ 4509875 w 7369701"/>
              <a:gd name="connsiteY714" fmla="*/ 1167552 h 6858000"/>
              <a:gd name="connsiteX715" fmla="*/ 4478168 w 7369701"/>
              <a:gd name="connsiteY715" fmla="*/ 1260735 h 6858000"/>
              <a:gd name="connsiteX716" fmla="*/ 4409309 w 7369701"/>
              <a:gd name="connsiteY716" fmla="*/ 1666996 h 6858000"/>
              <a:gd name="connsiteX717" fmla="*/ 4370031 w 7369701"/>
              <a:gd name="connsiteY717" fmla="*/ 1955666 h 6858000"/>
              <a:gd name="connsiteX718" fmla="*/ 4570198 w 7369701"/>
              <a:gd name="connsiteY718" fmla="*/ 978081 h 6858000"/>
              <a:gd name="connsiteX719" fmla="*/ 4557898 w 7369701"/>
              <a:gd name="connsiteY719" fmla="*/ 900011 h 6858000"/>
              <a:gd name="connsiteX720" fmla="*/ 4344840 w 7369701"/>
              <a:gd name="connsiteY720" fmla="*/ 1922038 h 6858000"/>
              <a:gd name="connsiteX721" fmla="*/ 4378710 w 7369701"/>
              <a:gd name="connsiteY721" fmla="*/ 1665516 h 6858000"/>
              <a:gd name="connsiteX722" fmla="*/ 4448798 w 7369701"/>
              <a:gd name="connsiteY722" fmla="*/ 1253024 h 6858000"/>
              <a:gd name="connsiteX723" fmla="*/ 4480315 w 7369701"/>
              <a:gd name="connsiteY723" fmla="*/ 1158454 h 6858000"/>
              <a:gd name="connsiteX724" fmla="*/ 4494133 w 7369701"/>
              <a:gd name="connsiteY724" fmla="*/ 1118676 h 6858000"/>
              <a:gd name="connsiteX725" fmla="*/ 4557898 w 7369701"/>
              <a:gd name="connsiteY725" fmla="*/ 900011 h 6858000"/>
              <a:gd name="connsiteX726" fmla="*/ 5870151 w 7369701"/>
              <a:gd name="connsiteY726" fmla="*/ 898890 h 6858000"/>
              <a:gd name="connsiteX727" fmla="*/ 5861335 w 7369701"/>
              <a:gd name="connsiteY727" fmla="*/ 899177 h 6858000"/>
              <a:gd name="connsiteX728" fmla="*/ 5843702 w 7369701"/>
              <a:gd name="connsiteY728" fmla="*/ 899748 h 6858000"/>
              <a:gd name="connsiteX729" fmla="*/ 5651107 w 7369701"/>
              <a:gd name="connsiteY729" fmla="*/ 920306 h 6858000"/>
              <a:gd name="connsiteX730" fmla="*/ 5459407 w 7369701"/>
              <a:gd name="connsiteY730" fmla="*/ 940975 h 6858000"/>
              <a:gd name="connsiteX731" fmla="*/ 5374846 w 7369701"/>
              <a:gd name="connsiteY731" fmla="*/ 941988 h 6858000"/>
              <a:gd name="connsiteX732" fmla="*/ 5256105 w 7369701"/>
              <a:gd name="connsiteY732" fmla="*/ 945632 h 6858000"/>
              <a:gd name="connsiteX733" fmla="*/ 5107071 w 7369701"/>
              <a:gd name="connsiteY733" fmla="*/ 969720 h 6858000"/>
              <a:gd name="connsiteX734" fmla="*/ 4998681 w 7369701"/>
              <a:gd name="connsiteY734" fmla="*/ 988771 h 6858000"/>
              <a:gd name="connsiteX735" fmla="*/ 5870151 w 7369701"/>
              <a:gd name="connsiteY735" fmla="*/ 898890 h 6858000"/>
              <a:gd name="connsiteX736" fmla="*/ 5504425 w 7369701"/>
              <a:gd name="connsiteY736" fmla="*/ 848067 h 6858000"/>
              <a:gd name="connsiteX737" fmla="*/ 4968849 w 7369701"/>
              <a:gd name="connsiteY737" fmla="*/ 962318 h 6858000"/>
              <a:gd name="connsiteX738" fmla="*/ 5104039 w 7369701"/>
              <a:gd name="connsiteY738" fmla="*/ 940634 h 6858000"/>
              <a:gd name="connsiteX739" fmla="*/ 5256311 w 7369701"/>
              <a:gd name="connsiteY739" fmla="*/ 916490 h 6858000"/>
              <a:gd name="connsiteX740" fmla="*/ 5377381 w 7369701"/>
              <a:gd name="connsiteY740" fmla="*/ 912671 h 6858000"/>
              <a:gd name="connsiteX741" fmla="*/ 5460148 w 7369701"/>
              <a:gd name="connsiteY741" fmla="*/ 911442 h 6858000"/>
              <a:gd name="connsiteX742" fmla="*/ 5648971 w 7369701"/>
              <a:gd name="connsiteY742" fmla="*/ 891331 h 6858000"/>
              <a:gd name="connsiteX743" fmla="*/ 5844807 w 7369701"/>
              <a:gd name="connsiteY743" fmla="*/ 870718 h 6858000"/>
              <a:gd name="connsiteX744" fmla="*/ 5862975 w 7369701"/>
              <a:gd name="connsiteY744" fmla="*/ 869756 h 6858000"/>
              <a:gd name="connsiteX745" fmla="*/ 5920887 w 7369701"/>
              <a:gd name="connsiteY745" fmla="*/ 865929 h 6858000"/>
              <a:gd name="connsiteX746" fmla="*/ 5504425 w 7369701"/>
              <a:gd name="connsiteY746" fmla="*/ 848067 h 6858000"/>
              <a:gd name="connsiteX747" fmla="*/ 3607114 w 7369701"/>
              <a:gd name="connsiteY747" fmla="*/ 467441 h 6858000"/>
              <a:gd name="connsiteX748" fmla="*/ 3296242 w 7369701"/>
              <a:gd name="connsiteY748" fmla="*/ 807991 h 6858000"/>
              <a:gd name="connsiteX749" fmla="*/ 3174674 w 7369701"/>
              <a:gd name="connsiteY749" fmla="*/ 919759 h 6858000"/>
              <a:gd name="connsiteX750" fmla="*/ 3042978 w 7369701"/>
              <a:gd name="connsiteY750" fmla="*/ 1054894 h 6858000"/>
              <a:gd name="connsiteX751" fmla="*/ 2968914 w 7369701"/>
              <a:gd name="connsiteY751" fmla="*/ 1133756 h 6858000"/>
              <a:gd name="connsiteX752" fmla="*/ 3103823 w 7369701"/>
              <a:gd name="connsiteY752" fmla="*/ 1026814 h 6858000"/>
              <a:gd name="connsiteX753" fmla="*/ 3607114 w 7369701"/>
              <a:gd name="connsiteY753" fmla="*/ 467441 h 6858000"/>
              <a:gd name="connsiteX754" fmla="*/ 3744487 w 7369701"/>
              <a:gd name="connsiteY754" fmla="*/ 383136 h 6858000"/>
              <a:gd name="connsiteX755" fmla="*/ 3970213 w 7369701"/>
              <a:gd name="connsiteY755" fmla="*/ 995559 h 6858000"/>
              <a:gd name="connsiteX756" fmla="*/ 3744487 w 7369701"/>
              <a:gd name="connsiteY756" fmla="*/ 383136 h 6858000"/>
              <a:gd name="connsiteX757" fmla="*/ 3624562 w 7369701"/>
              <a:gd name="connsiteY757" fmla="*/ 367041 h 6858000"/>
              <a:gd name="connsiteX758" fmla="*/ 3489712 w 7369701"/>
              <a:gd name="connsiteY758" fmla="*/ 485386 h 6858000"/>
              <a:gd name="connsiteX759" fmla="*/ 3182994 w 7369701"/>
              <a:gd name="connsiteY759" fmla="*/ 828265 h 6858000"/>
              <a:gd name="connsiteX760" fmla="*/ 2892114 w 7369701"/>
              <a:gd name="connsiteY760" fmla="*/ 1172635 h 6858000"/>
              <a:gd name="connsiteX761" fmla="*/ 3021459 w 7369701"/>
              <a:gd name="connsiteY761" fmla="*/ 1035385 h 6858000"/>
              <a:gd name="connsiteX762" fmla="*/ 3153873 w 7369701"/>
              <a:gd name="connsiteY762" fmla="*/ 898971 h 6858000"/>
              <a:gd name="connsiteX763" fmla="*/ 3276511 w 7369701"/>
              <a:gd name="connsiteY763" fmla="*/ 786423 h 6858000"/>
              <a:gd name="connsiteX764" fmla="*/ 3584154 w 7369701"/>
              <a:gd name="connsiteY764" fmla="*/ 448218 h 6858000"/>
              <a:gd name="connsiteX765" fmla="*/ 3624562 w 7369701"/>
              <a:gd name="connsiteY765" fmla="*/ 367041 h 6858000"/>
              <a:gd name="connsiteX766" fmla="*/ 3766672 w 7369701"/>
              <a:gd name="connsiteY766" fmla="*/ 359429 h 6858000"/>
              <a:gd name="connsiteX767" fmla="*/ 3996338 w 7369701"/>
              <a:gd name="connsiteY767" fmla="*/ 968237 h 6858000"/>
              <a:gd name="connsiteX768" fmla="*/ 3766672 w 7369701"/>
              <a:gd name="connsiteY768" fmla="*/ 359429 h 6858000"/>
              <a:gd name="connsiteX769" fmla="*/ 5805386 w 7369701"/>
              <a:gd name="connsiteY769" fmla="*/ 239240 h 6858000"/>
              <a:gd name="connsiteX770" fmla="*/ 5736947 w 7369701"/>
              <a:gd name="connsiteY770" fmla="*/ 261367 h 6858000"/>
              <a:gd name="connsiteX771" fmla="*/ 5427012 w 7369701"/>
              <a:gd name="connsiteY771" fmla="*/ 311272 h 6858000"/>
              <a:gd name="connsiteX772" fmla="*/ 5147818 w 7369701"/>
              <a:gd name="connsiteY772" fmla="*/ 322112 h 6858000"/>
              <a:gd name="connsiteX773" fmla="*/ 5060854 w 7369701"/>
              <a:gd name="connsiteY773" fmla="*/ 311882 h 6858000"/>
              <a:gd name="connsiteX774" fmla="*/ 4945989 w 7369701"/>
              <a:gd name="connsiteY774" fmla="*/ 300516 h 6858000"/>
              <a:gd name="connsiteX775" fmla="*/ 5410479 w 7369701"/>
              <a:gd name="connsiteY775" fmla="*/ 348434 h 6858000"/>
              <a:gd name="connsiteX776" fmla="*/ 5805386 w 7369701"/>
              <a:gd name="connsiteY776" fmla="*/ 239240 h 6858000"/>
              <a:gd name="connsiteX777" fmla="*/ 5905192 w 7369701"/>
              <a:gd name="connsiteY777" fmla="*/ 163079 h 6858000"/>
              <a:gd name="connsiteX778" fmla="*/ 5865655 w 7369701"/>
              <a:gd name="connsiteY778" fmla="*/ 171901 h 6858000"/>
              <a:gd name="connsiteX779" fmla="*/ 5259740 w 7369701"/>
              <a:gd name="connsiteY779" fmla="*/ 257013 h 6858000"/>
              <a:gd name="connsiteX780" fmla="*/ 5208466 w 7369701"/>
              <a:gd name="connsiteY780" fmla="*/ 257550 h 6858000"/>
              <a:gd name="connsiteX781" fmla="*/ 4980204 w 7369701"/>
              <a:gd name="connsiteY781" fmla="*/ 271903 h 6858000"/>
              <a:gd name="connsiteX782" fmla="*/ 5068068 w 7369701"/>
              <a:gd name="connsiteY782" fmla="*/ 282244 h 6858000"/>
              <a:gd name="connsiteX783" fmla="*/ 5153231 w 7369701"/>
              <a:gd name="connsiteY783" fmla="*/ 292240 h 6858000"/>
              <a:gd name="connsiteX784" fmla="*/ 5426491 w 7369701"/>
              <a:gd name="connsiteY784" fmla="*/ 281128 h 6858000"/>
              <a:gd name="connsiteX785" fmla="*/ 5731212 w 7369701"/>
              <a:gd name="connsiteY785" fmla="*/ 231951 h 6858000"/>
              <a:gd name="connsiteX786" fmla="*/ 5905192 w 7369701"/>
              <a:gd name="connsiteY786" fmla="*/ 163079 h 6858000"/>
              <a:gd name="connsiteX787" fmla="*/ 5944437 w 7369701"/>
              <a:gd name="connsiteY787" fmla="*/ 113829 h 6858000"/>
              <a:gd name="connsiteX788" fmla="*/ 5825032 w 7369701"/>
              <a:gd name="connsiteY788" fmla="*/ 146405 h 6858000"/>
              <a:gd name="connsiteX789" fmla="*/ 4955599 w 7369701"/>
              <a:gd name="connsiteY789" fmla="*/ 247008 h 6858000"/>
              <a:gd name="connsiteX790" fmla="*/ 5210104 w 7369701"/>
              <a:gd name="connsiteY790" fmla="*/ 228123 h 6858000"/>
              <a:gd name="connsiteX791" fmla="*/ 5261015 w 7369701"/>
              <a:gd name="connsiteY791" fmla="*/ 227087 h 6858000"/>
              <a:gd name="connsiteX792" fmla="*/ 5861181 w 7369701"/>
              <a:gd name="connsiteY792" fmla="*/ 143093 h 6858000"/>
              <a:gd name="connsiteX793" fmla="*/ 5961252 w 7369701"/>
              <a:gd name="connsiteY793" fmla="*/ 114820 h 6858000"/>
              <a:gd name="connsiteX794" fmla="*/ 5944437 w 7369701"/>
              <a:gd name="connsiteY794" fmla="*/ 113829 h 6858000"/>
              <a:gd name="connsiteX795" fmla="*/ 3882765 w 7369701"/>
              <a:gd name="connsiteY795" fmla="*/ 0 h 6858000"/>
              <a:gd name="connsiteX796" fmla="*/ 3995099 w 7369701"/>
              <a:gd name="connsiteY796" fmla="*/ 0 h 6858000"/>
              <a:gd name="connsiteX797" fmla="*/ 4163818 w 7369701"/>
              <a:gd name="connsiteY797" fmla="*/ 234104 h 6858000"/>
              <a:gd name="connsiteX798" fmla="*/ 4172099 w 7369701"/>
              <a:gd name="connsiteY798" fmla="*/ 234207 h 6858000"/>
              <a:gd name="connsiteX799" fmla="*/ 4784282 w 7369701"/>
              <a:gd name="connsiteY799" fmla="*/ 276561 h 6858000"/>
              <a:gd name="connsiteX800" fmla="*/ 4801687 w 7369701"/>
              <a:gd name="connsiteY800" fmla="*/ 267764 h 6858000"/>
              <a:gd name="connsiteX801" fmla="*/ 6082788 w 7369701"/>
              <a:gd name="connsiteY801" fmla="*/ 64119 h 6858000"/>
              <a:gd name="connsiteX802" fmla="*/ 6099442 w 7369701"/>
              <a:gd name="connsiteY802" fmla="*/ 82568 h 6858000"/>
              <a:gd name="connsiteX803" fmla="*/ 4804137 w 7369701"/>
              <a:gd name="connsiteY803" fmla="*/ 320931 h 6858000"/>
              <a:gd name="connsiteX804" fmla="*/ 4227047 w 7369701"/>
              <a:gd name="connsiteY804" fmla="*/ 313415 h 6858000"/>
              <a:gd name="connsiteX805" fmla="*/ 4346041 w 7369701"/>
              <a:gd name="connsiteY805" fmla="*/ 456086 h 6858000"/>
              <a:gd name="connsiteX806" fmla="*/ 4870967 w 7369701"/>
              <a:gd name="connsiteY806" fmla="*/ 963061 h 6858000"/>
              <a:gd name="connsiteX807" fmla="*/ 4889647 w 7369701"/>
              <a:gd name="connsiteY807" fmla="*/ 957147 h 6858000"/>
              <a:gd name="connsiteX808" fmla="*/ 5422504 w 7369701"/>
              <a:gd name="connsiteY808" fmla="*/ 805191 h 6858000"/>
              <a:gd name="connsiteX809" fmla="*/ 6087656 w 7369701"/>
              <a:gd name="connsiteY809" fmla="*/ 826703 h 6858000"/>
              <a:gd name="connsiteX810" fmla="*/ 6058717 w 7369701"/>
              <a:gd name="connsiteY810" fmla="*/ 865992 h 6858000"/>
              <a:gd name="connsiteX811" fmla="*/ 4974153 w 7369701"/>
              <a:gd name="connsiteY811" fmla="*/ 1045456 h 6858000"/>
              <a:gd name="connsiteX812" fmla="*/ 5627835 w 7369701"/>
              <a:gd name="connsiteY812" fmla="*/ 1472077 h 6858000"/>
              <a:gd name="connsiteX813" fmla="*/ 5629817 w 7369701"/>
              <a:gd name="connsiteY813" fmla="*/ 1471412 h 6858000"/>
              <a:gd name="connsiteX814" fmla="*/ 5634124 w 7369701"/>
              <a:gd name="connsiteY814" fmla="*/ 1470572 h 6858000"/>
              <a:gd name="connsiteX815" fmla="*/ 5755832 w 7369701"/>
              <a:gd name="connsiteY815" fmla="*/ 1383886 h 6858000"/>
              <a:gd name="connsiteX816" fmla="*/ 6014186 w 7369701"/>
              <a:gd name="connsiteY816" fmla="*/ 1279799 h 6858000"/>
              <a:gd name="connsiteX817" fmla="*/ 6901619 w 7369701"/>
              <a:gd name="connsiteY817" fmla="*/ 1047874 h 6858000"/>
              <a:gd name="connsiteX818" fmla="*/ 6931566 w 7369701"/>
              <a:gd name="connsiteY818" fmla="*/ 1062034 h 6858000"/>
              <a:gd name="connsiteX819" fmla="*/ 5790982 w 7369701"/>
              <a:gd name="connsiteY819" fmla="*/ 1561380 h 6858000"/>
              <a:gd name="connsiteX820" fmla="*/ 6188971 w 7369701"/>
              <a:gd name="connsiteY820" fmla="*/ 1755168 h 6858000"/>
              <a:gd name="connsiteX821" fmla="*/ 6202446 w 7369701"/>
              <a:gd name="connsiteY821" fmla="*/ 1752268 h 6858000"/>
              <a:gd name="connsiteX822" fmla="*/ 7179560 w 7369701"/>
              <a:gd name="connsiteY822" fmla="*/ 1467551 h 6858000"/>
              <a:gd name="connsiteX823" fmla="*/ 7158730 w 7369701"/>
              <a:gd name="connsiteY823" fmla="*/ 1507835 h 6858000"/>
              <a:gd name="connsiteX824" fmla="*/ 6326959 w 7369701"/>
              <a:gd name="connsiteY824" fmla="*/ 1817686 h 6858000"/>
              <a:gd name="connsiteX825" fmla="*/ 6537433 w 7369701"/>
              <a:gd name="connsiteY825" fmla="*/ 1907790 h 6858000"/>
              <a:gd name="connsiteX826" fmla="*/ 6550221 w 7369701"/>
              <a:gd name="connsiteY826" fmla="*/ 1910729 h 6858000"/>
              <a:gd name="connsiteX827" fmla="*/ 6964438 w 7369701"/>
              <a:gd name="connsiteY827" fmla="*/ 2209505 h 6858000"/>
              <a:gd name="connsiteX828" fmla="*/ 7367862 w 7369701"/>
              <a:gd name="connsiteY828" fmla="*/ 2806833 h 6858000"/>
              <a:gd name="connsiteX829" fmla="*/ 7364329 w 7369701"/>
              <a:gd name="connsiteY829" fmla="*/ 2826907 h 6858000"/>
              <a:gd name="connsiteX830" fmla="*/ 7290545 w 7369701"/>
              <a:gd name="connsiteY830" fmla="*/ 2850663 h 6858000"/>
              <a:gd name="connsiteX831" fmla="*/ 6472036 w 7369701"/>
              <a:gd name="connsiteY831" fmla="*/ 1959003 h 6858000"/>
              <a:gd name="connsiteX832" fmla="*/ 5792897 w 7369701"/>
              <a:gd name="connsiteY832" fmla="*/ 1647747 h 6858000"/>
              <a:gd name="connsiteX833" fmla="*/ 5842751 w 7369701"/>
              <a:gd name="connsiteY833" fmla="*/ 1816112 h 6858000"/>
              <a:gd name="connsiteX834" fmla="*/ 5847424 w 7369701"/>
              <a:gd name="connsiteY834" fmla="*/ 1815776 h 6858000"/>
              <a:gd name="connsiteX835" fmla="*/ 6399821 w 7369701"/>
              <a:gd name="connsiteY835" fmla="*/ 2344799 h 6858000"/>
              <a:gd name="connsiteX836" fmla="*/ 6323232 w 7369701"/>
              <a:gd name="connsiteY836" fmla="*/ 2389634 h 6858000"/>
              <a:gd name="connsiteX837" fmla="*/ 5942958 w 7369701"/>
              <a:gd name="connsiteY837" fmla="*/ 2077708 h 6858000"/>
              <a:gd name="connsiteX838" fmla="*/ 5921559 w 7369701"/>
              <a:gd name="connsiteY838" fmla="*/ 2378596 h 6858000"/>
              <a:gd name="connsiteX839" fmla="*/ 5817651 w 7369701"/>
              <a:gd name="connsiteY839" fmla="*/ 3023919 h 6858000"/>
              <a:gd name="connsiteX840" fmla="*/ 5729634 w 7369701"/>
              <a:gd name="connsiteY840" fmla="*/ 3051849 h 6858000"/>
              <a:gd name="connsiteX841" fmla="*/ 5611018 w 7369701"/>
              <a:gd name="connsiteY841" fmla="*/ 2316769 h 6858000"/>
              <a:gd name="connsiteX842" fmla="*/ 5687608 w 7369701"/>
              <a:gd name="connsiteY842" fmla="*/ 2039972 h 6858000"/>
              <a:gd name="connsiteX843" fmla="*/ 5657554 w 7369701"/>
              <a:gd name="connsiteY843" fmla="*/ 1576445 h 6858000"/>
              <a:gd name="connsiteX844" fmla="*/ 5150475 w 7369701"/>
              <a:gd name="connsiteY844" fmla="*/ 1274012 h 6858000"/>
              <a:gd name="connsiteX845" fmla="*/ 5349142 w 7369701"/>
              <a:gd name="connsiteY845" fmla="*/ 2204405 h 6858000"/>
              <a:gd name="connsiteX846" fmla="*/ 5262214 w 7369701"/>
              <a:gd name="connsiteY846" fmla="*/ 2233836 h 6858000"/>
              <a:gd name="connsiteX847" fmla="*/ 4981539 w 7369701"/>
              <a:gd name="connsiteY847" fmla="*/ 1542201 h 6858000"/>
              <a:gd name="connsiteX848" fmla="*/ 4958461 w 7369701"/>
              <a:gd name="connsiteY848" fmla="*/ 1136957 h 6858000"/>
              <a:gd name="connsiteX849" fmla="*/ 4655015 w 7369701"/>
              <a:gd name="connsiteY849" fmla="*/ 891426 h 6858000"/>
              <a:gd name="connsiteX850" fmla="*/ 4348002 w 7369701"/>
              <a:gd name="connsiteY850" fmla="*/ 2205895 h 6858000"/>
              <a:gd name="connsiteX851" fmla="*/ 4262250 w 7369701"/>
              <a:gd name="connsiteY851" fmla="*/ 2219972 h 6858000"/>
              <a:gd name="connsiteX852" fmla="*/ 4550611 w 7369701"/>
              <a:gd name="connsiteY852" fmla="*/ 817540 h 6858000"/>
              <a:gd name="connsiteX853" fmla="*/ 4564418 w 7369701"/>
              <a:gd name="connsiteY853" fmla="*/ 808293 h 6858000"/>
              <a:gd name="connsiteX854" fmla="*/ 4266388 w 7369701"/>
              <a:gd name="connsiteY854" fmla="*/ 500083 h 6858000"/>
              <a:gd name="connsiteX855" fmla="*/ 4032842 w 7369701"/>
              <a:gd name="connsiteY855" fmla="*/ 211809 h 6858000"/>
              <a:gd name="connsiteX856" fmla="*/ 3882765 w 7369701"/>
              <a:gd name="connsiteY856" fmla="*/ 0 h 6858000"/>
              <a:gd name="connsiteX857" fmla="*/ 3721337 w 7369701"/>
              <a:gd name="connsiteY857" fmla="*/ 0 h 6858000"/>
              <a:gd name="connsiteX858" fmla="*/ 3797544 w 7369701"/>
              <a:gd name="connsiteY858" fmla="*/ 0 h 6858000"/>
              <a:gd name="connsiteX859" fmla="*/ 3775734 w 7369701"/>
              <a:gd name="connsiteY859" fmla="*/ 95131 h 6858000"/>
              <a:gd name="connsiteX860" fmla="*/ 3724807 w 7369701"/>
              <a:gd name="connsiteY860" fmla="*/ 272257 h 6858000"/>
              <a:gd name="connsiteX861" fmla="*/ 3726844 w 7369701"/>
              <a:gd name="connsiteY861" fmla="*/ 282988 h 6858000"/>
              <a:gd name="connsiteX862" fmla="*/ 3742664 w 7369701"/>
              <a:gd name="connsiteY862" fmla="*/ 279918 h 6858000"/>
              <a:gd name="connsiteX863" fmla="*/ 4103910 w 7369701"/>
              <a:gd name="connsiteY863" fmla="*/ 1161917 h 6858000"/>
              <a:gd name="connsiteX864" fmla="*/ 4020269 w 7369701"/>
              <a:gd name="connsiteY864" fmla="*/ 1200406 h 6858000"/>
              <a:gd name="connsiteX865" fmla="*/ 3674882 w 7369701"/>
              <a:gd name="connsiteY865" fmla="*/ 488524 h 6858000"/>
              <a:gd name="connsiteX866" fmla="*/ 3132682 w 7369701"/>
              <a:gd name="connsiteY866" fmla="*/ 1072284 h 6858000"/>
              <a:gd name="connsiteX867" fmla="*/ 2716346 w 7369701"/>
              <a:gd name="connsiteY867" fmla="*/ 1276376 h 6858000"/>
              <a:gd name="connsiteX868" fmla="*/ 2716772 w 7369701"/>
              <a:gd name="connsiteY868" fmla="*/ 1255462 h 6858000"/>
              <a:gd name="connsiteX869" fmla="*/ 3471096 w 7369701"/>
              <a:gd name="connsiteY869" fmla="*/ 437072 h 6858000"/>
              <a:gd name="connsiteX870" fmla="*/ 3639057 w 7369701"/>
              <a:gd name="connsiteY870" fmla="*/ 286334 h 6858000"/>
              <a:gd name="connsiteX871" fmla="*/ 3640309 w 7369701"/>
              <a:gd name="connsiteY871" fmla="*/ 284664 h 6858000"/>
              <a:gd name="connsiteX872" fmla="*/ 3646022 w 7369701"/>
              <a:gd name="connsiteY872" fmla="*/ 276711 h 6858000"/>
              <a:gd name="connsiteX873" fmla="*/ 3707943 w 7369701"/>
              <a:gd name="connsiteY873" fmla="*/ 65958 h 6858000"/>
              <a:gd name="connsiteX874" fmla="*/ 3721337 w 7369701"/>
              <a:gd name="connsiteY874" fmla="*/ 0 h 6858000"/>
              <a:gd name="connsiteX875" fmla="*/ 2867960 w 7369701"/>
              <a:gd name="connsiteY875" fmla="*/ 0 h 6858000"/>
              <a:gd name="connsiteX876" fmla="*/ 2926351 w 7369701"/>
              <a:gd name="connsiteY876" fmla="*/ 0 h 6858000"/>
              <a:gd name="connsiteX877" fmla="*/ 2902823 w 7369701"/>
              <a:gd name="connsiteY877" fmla="*/ 262929 h 6858000"/>
              <a:gd name="connsiteX878" fmla="*/ 2940663 w 7369701"/>
              <a:gd name="connsiteY878" fmla="*/ 140884 h 6858000"/>
              <a:gd name="connsiteX879" fmla="*/ 2947039 w 7369701"/>
              <a:gd name="connsiteY879" fmla="*/ 122524 h 6858000"/>
              <a:gd name="connsiteX880" fmla="*/ 2984316 w 7369701"/>
              <a:gd name="connsiteY880" fmla="*/ 0 h 6858000"/>
              <a:gd name="connsiteX881" fmla="*/ 3016114 w 7369701"/>
              <a:gd name="connsiteY881" fmla="*/ 0 h 6858000"/>
              <a:gd name="connsiteX882" fmla="*/ 2979949 w 7369701"/>
              <a:gd name="connsiteY882" fmla="*/ 119274 h 6858000"/>
              <a:gd name="connsiteX883" fmla="*/ 3023879 w 7369701"/>
              <a:gd name="connsiteY883" fmla="*/ 0 h 6858000"/>
              <a:gd name="connsiteX884" fmla="*/ 3105400 w 7369701"/>
              <a:gd name="connsiteY884" fmla="*/ 0 h 6858000"/>
              <a:gd name="connsiteX885" fmla="*/ 3094669 w 7369701"/>
              <a:gd name="connsiteY885" fmla="*/ 30308 h 6858000"/>
              <a:gd name="connsiteX886" fmla="*/ 2901945 w 7369701"/>
              <a:gd name="connsiteY886" fmla="*/ 466538 h 6858000"/>
              <a:gd name="connsiteX887" fmla="*/ 2815209 w 7369701"/>
              <a:gd name="connsiteY887" fmla="*/ 497361 h 6858000"/>
              <a:gd name="connsiteX888" fmla="*/ 2844845 w 7369701"/>
              <a:gd name="connsiteY888" fmla="*/ 127638 h 6858000"/>
              <a:gd name="connsiteX889" fmla="*/ 2867960 w 7369701"/>
              <a:gd name="connsiteY889" fmla="*/ 0 h 6858000"/>
              <a:gd name="connsiteX890" fmla="*/ 1057230 w 7369701"/>
              <a:gd name="connsiteY890" fmla="*/ 0 h 6858000"/>
              <a:gd name="connsiteX891" fmla="*/ 1111003 w 7369701"/>
              <a:gd name="connsiteY891" fmla="*/ 0 h 6858000"/>
              <a:gd name="connsiteX892" fmla="*/ 1125553 w 7369701"/>
              <a:gd name="connsiteY892" fmla="*/ 52588 h 6858000"/>
              <a:gd name="connsiteX893" fmla="*/ 1304276 w 7369701"/>
              <a:gd name="connsiteY893" fmla="*/ 476275 h 6858000"/>
              <a:gd name="connsiteX894" fmla="*/ 1492066 w 7369701"/>
              <a:gd name="connsiteY894" fmla="*/ 886333 h 6858000"/>
              <a:gd name="connsiteX895" fmla="*/ 1423698 w 7369701"/>
              <a:gd name="connsiteY895" fmla="*/ 710817 h 6858000"/>
              <a:gd name="connsiteX896" fmla="*/ 1357609 w 7369701"/>
              <a:gd name="connsiteY896" fmla="*/ 532892 h 6858000"/>
              <a:gd name="connsiteX897" fmla="*/ 1309550 w 7369701"/>
              <a:gd name="connsiteY897" fmla="*/ 374031 h 6858000"/>
              <a:gd name="connsiteX898" fmla="*/ 1193673 w 7369701"/>
              <a:gd name="connsiteY898" fmla="*/ 49533 h 6858000"/>
              <a:gd name="connsiteX899" fmla="*/ 1164391 w 7369701"/>
              <a:gd name="connsiteY899" fmla="*/ 0 h 6858000"/>
              <a:gd name="connsiteX900" fmla="*/ 1200666 w 7369701"/>
              <a:gd name="connsiteY900" fmla="*/ 0 h 6858000"/>
              <a:gd name="connsiteX901" fmla="*/ 1223408 w 7369701"/>
              <a:gd name="connsiteY901" fmla="*/ 38996 h 6858000"/>
              <a:gd name="connsiteX902" fmla="*/ 1339635 w 7369701"/>
              <a:gd name="connsiteY902" fmla="*/ 365517 h 6858000"/>
              <a:gd name="connsiteX903" fmla="*/ 1387469 w 7369701"/>
              <a:gd name="connsiteY903" fmla="*/ 523079 h 6858000"/>
              <a:gd name="connsiteX904" fmla="*/ 1452685 w 7369701"/>
              <a:gd name="connsiteY904" fmla="*/ 699806 h 6858000"/>
              <a:gd name="connsiteX905" fmla="*/ 1492092 w 7369701"/>
              <a:gd name="connsiteY905" fmla="*/ 800424 h 6858000"/>
              <a:gd name="connsiteX906" fmla="*/ 1455302 w 7369701"/>
              <a:gd name="connsiteY906" fmla="*/ 632913 h 6858000"/>
              <a:gd name="connsiteX907" fmla="*/ 1222336 w 7369701"/>
              <a:gd name="connsiteY907" fmla="*/ 9480 h 6858000"/>
              <a:gd name="connsiteX908" fmla="*/ 1214634 w 7369701"/>
              <a:gd name="connsiteY908" fmla="*/ 0 h 6858000"/>
              <a:gd name="connsiteX909" fmla="*/ 1289827 w 7369701"/>
              <a:gd name="connsiteY909" fmla="*/ 0 h 6858000"/>
              <a:gd name="connsiteX910" fmla="*/ 1321076 w 7369701"/>
              <a:gd name="connsiteY910" fmla="*/ 59722 h 6858000"/>
              <a:gd name="connsiteX911" fmla="*/ 1512579 w 7369701"/>
              <a:gd name="connsiteY911" fmla="*/ 626441 h 6858000"/>
              <a:gd name="connsiteX912" fmla="*/ 1506076 w 7369701"/>
              <a:gd name="connsiteY912" fmla="*/ 1089289 h 6858000"/>
              <a:gd name="connsiteX913" fmla="*/ 1486346 w 7369701"/>
              <a:gd name="connsiteY913" fmla="*/ 1079919 h 6858000"/>
              <a:gd name="connsiteX914" fmla="*/ 1070511 w 7369701"/>
              <a:gd name="connsiteY914" fmla="*/ 48609 h 6858000"/>
              <a:gd name="connsiteX915" fmla="*/ 1057230 w 7369701"/>
              <a:gd name="connsiteY915" fmla="*/ 0 h 6858000"/>
              <a:gd name="connsiteX916" fmla="*/ 43151 w 7369701"/>
              <a:gd name="connsiteY916" fmla="*/ 0 h 6858000"/>
              <a:gd name="connsiteX917" fmla="*/ 95283 w 7369701"/>
              <a:gd name="connsiteY917" fmla="*/ 0 h 6858000"/>
              <a:gd name="connsiteX918" fmla="*/ 300708 w 7369701"/>
              <a:gd name="connsiteY918" fmla="*/ 154571 h 6858000"/>
              <a:gd name="connsiteX919" fmla="*/ 530414 w 7369701"/>
              <a:gd name="connsiteY919" fmla="*/ 354673 h 6858000"/>
              <a:gd name="connsiteX920" fmla="*/ 333785 w 7369701"/>
              <a:gd name="connsiteY920" fmla="*/ 161564 h 6858000"/>
              <a:gd name="connsiteX921" fmla="*/ 147005 w 7369701"/>
              <a:gd name="connsiteY921" fmla="*/ 0 h 6858000"/>
              <a:gd name="connsiteX922" fmla="*/ 272509 w 7369701"/>
              <a:gd name="connsiteY922" fmla="*/ 0 h 6858000"/>
              <a:gd name="connsiteX923" fmla="*/ 326276 w 7369701"/>
              <a:gd name="connsiteY923" fmla="*/ 45847 h 6858000"/>
              <a:gd name="connsiteX924" fmla="*/ 823759 w 7369701"/>
              <a:gd name="connsiteY924" fmla="*/ 574145 h 6858000"/>
              <a:gd name="connsiteX925" fmla="*/ 811254 w 7369701"/>
              <a:gd name="connsiteY925" fmla="*/ 665546 h 6858000"/>
              <a:gd name="connsiteX926" fmla="*/ 154042 w 7369701"/>
              <a:gd name="connsiteY926" fmla="*/ 261522 h 6858000"/>
              <a:gd name="connsiteX927" fmla="*/ 13550 w 7369701"/>
              <a:gd name="connsiteY927" fmla="*/ 158423 h 6858000"/>
              <a:gd name="connsiteX928" fmla="*/ 0 w 7369701"/>
              <a:gd name="connsiteY928" fmla="*/ 146618 h 6858000"/>
              <a:gd name="connsiteX929" fmla="*/ 0 w 7369701"/>
              <a:gd name="connsiteY929" fmla="*/ 59161 h 6858000"/>
              <a:gd name="connsiteX930" fmla="*/ 45427 w 7369701"/>
              <a:gd name="connsiteY930" fmla="*/ 101078 h 6858000"/>
              <a:gd name="connsiteX931" fmla="*/ 630103 w 7369701"/>
              <a:gd name="connsiteY931" fmla="*/ 485885 h 6858000"/>
              <a:gd name="connsiteX932" fmla="*/ 532040 w 7369701"/>
              <a:gd name="connsiteY932" fmla="*/ 399359 h 6858000"/>
              <a:gd name="connsiteX933" fmla="*/ 517618 w 7369701"/>
              <a:gd name="connsiteY933" fmla="*/ 385726 h 6858000"/>
              <a:gd name="connsiteX934" fmla="*/ 285074 w 7369701"/>
              <a:gd name="connsiteY934" fmla="*/ 182755 h 6858000"/>
              <a:gd name="connsiteX935" fmla="*/ 43151 w 7369701"/>
              <a:gd name="connsiteY93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</a:cxnLst>
            <a:rect l="l" t="t" r="r" b="b"/>
            <a:pathLst>
              <a:path w="7369701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lnTo>
                  <a:pt x="369702" y="6712169"/>
                </a:ln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lnTo>
                  <a:pt x="103333" y="5699602"/>
                </a:ln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2" y="6488842"/>
                  <a:pt x="5947416" y="6574846"/>
                </a:cubicBezTo>
                <a:cubicBezTo>
                  <a:pt x="5894674" y="6327329"/>
                  <a:pt x="5793018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cubicBezTo>
                  <a:pt x="2664345" y="6401062"/>
                  <a:pt x="2664881" y="6266909"/>
                  <a:pt x="2665418" y="6132756"/>
                </a:cubicBez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lnTo>
                  <a:pt x="1824397" y="5447757"/>
                </a:ln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lnTo>
                  <a:pt x="4376219" y="5729027"/>
                </a:ln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lnTo>
                  <a:pt x="2879408" y="5031590"/>
                </a:ln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lnTo>
                  <a:pt x="1927410" y="4716164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lnTo>
                  <a:pt x="1310106" y="3943217"/>
                </a:ln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lnTo>
                  <a:pt x="3316479" y="3872136"/>
                </a:ln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99925" y="4149276"/>
                  <a:pt x="5291490" y="4229096"/>
                  <a:pt x="5388878" y="4300185"/>
                </a:cubicBezTo>
                <a:cubicBezTo>
                  <a:pt x="5401114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lnTo>
                  <a:pt x="5425834" y="3162785"/>
                </a:ln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lnTo>
                  <a:pt x="993319" y="3247648"/>
                </a:ln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lnTo>
                  <a:pt x="600288" y="3365555"/>
                </a:ln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lnTo>
                  <a:pt x="1053282" y="3185247"/>
                </a:ln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cubicBezTo>
                  <a:pt x="6038795" y="4764265"/>
                  <a:pt x="6038750" y="4764056"/>
                  <a:pt x="6038706" y="4763847"/>
                </a:cubicBezTo>
                <a:lnTo>
                  <a:pt x="6037784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1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7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3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8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4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7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lnTo>
                  <a:pt x="2714982" y="5427051"/>
                </a:ln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cubicBezTo>
                  <a:pt x="1794765" y="6848159"/>
                  <a:pt x="1794840" y="6853080"/>
                  <a:pt x="1794914" y="6858000"/>
                </a:cubicBez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cubicBezTo>
                  <a:pt x="1203470" y="6853117"/>
                  <a:pt x="1203571" y="6855559"/>
                  <a:pt x="1203671" y="6858000"/>
                </a:cubicBezTo>
                <a:lnTo>
                  <a:pt x="1143180" y="6858000"/>
                </a:lnTo>
                <a:cubicBezTo>
                  <a:pt x="1142845" y="6827348"/>
                  <a:pt x="1142511" y="6796697"/>
                  <a:pt x="1142176" y="6766045"/>
                </a:cubicBez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cubicBezTo>
                  <a:pt x="5763687" y="2828007"/>
                  <a:pt x="5764331" y="2813808"/>
                  <a:pt x="5764974" y="2799609"/>
                </a:cubicBez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lnTo>
                  <a:pt x="2399523" y="1428234"/>
                </a:ln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lnTo>
                  <a:pt x="278707" y="1352270"/>
                </a:ln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lnTo>
                  <a:pt x="655236" y="1268632"/>
                </a:ln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lnTo>
                  <a:pt x="6605473" y="1184686"/>
                </a:ln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lnTo>
                  <a:pt x="4000324" y="1039362"/>
                </a:lnTo>
                <a:lnTo>
                  <a:pt x="4002862" y="1042866"/>
                </a:ln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lnTo>
                  <a:pt x="5460148" y="911442"/>
                </a:ln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lnTo>
                  <a:pt x="5208466" y="257550"/>
                </a:ln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lnTo>
                  <a:pt x="5261015" y="227087"/>
                </a:ln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lnTo>
                  <a:pt x="6537433" y="1907790"/>
                </a:ln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lnTo>
                  <a:pt x="3882765" y="0"/>
                </a:ln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lnTo>
                  <a:pt x="3721337" y="0"/>
                </a:ln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lnTo>
                  <a:pt x="2867960" y="0"/>
                </a:ln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lnTo>
                  <a:pt x="1057230" y="0"/>
                </a:ln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lnTo>
                  <a:pt x="43151" y="0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990600"/>
            <a:ext cx="8458200" cy="48768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08A6B9-6404-55F4-AFE6-C389C864F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1676400"/>
            <a:ext cx="2857500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Browser History Recovery Tool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9D0319-939E-A397-0F23-4357E372B852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886203" y="1676400"/>
            <a:ext cx="4229097" cy="35052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100">
              <a:solidFill>
                <a:schemeClr val="tx1">
                  <a:alpha val="5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100">
              <a:solidFill>
                <a:schemeClr val="tx1">
                  <a:alpha val="5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100">
              <a:solidFill>
                <a:schemeClr val="tx1">
                  <a:alpha val="5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Mohit Chaudhary                        </a:t>
            </a:r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22BIS70053</a:t>
            </a:r>
            <a:endParaRPr lang="en-US" sz="2100">
              <a:solidFill>
                <a:srgbClr val="000000">
                  <a:alpha val="55000"/>
                </a:srgbClr>
              </a:solidFill>
              <a:latin typeface="+mn-lt"/>
              <a:ea typeface="+mn-ea"/>
              <a:cs typeface="+mn-cs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Anushka</a:t>
            </a:r>
            <a:r>
              <a:rPr lang="en-US" sz="210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                              </a:t>
            </a:r>
            <a:r>
              <a:rPr lang="en-US" sz="21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22BIS70114</a:t>
            </a:r>
            <a:endParaRPr lang="en-US" sz="2100" dirty="0">
              <a:solidFill>
                <a:srgbClr val="000000">
                  <a:alpha val="55000"/>
                </a:srgb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6987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256032"/>
            <a:ext cx="7879842" cy="10149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indent="0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4" name="PlaceHolder 2">
            <a:extLst>
              <a:ext uri="{FF2B5EF4-FFF2-40B4-BE49-F238E27FC236}">
                <a16:creationId xmlns:a16="http://schemas.microsoft.com/office/drawing/2014/main" id="{858D2385-2D36-2B4C-AF6D-277863C514E5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425844600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DA1F35B-C8F7-4A5A-9339-7DA4D785B3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2D4AD41-40DA-4A81-92F5-B6E3BA1ED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746107">
            <a:off x="6131316" y="457951"/>
            <a:ext cx="2240924" cy="2987899"/>
          </a:xfrm>
          <a:prstGeom prst="arc">
            <a:avLst>
              <a:gd name="adj1" fmla="val 14612914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 idx="4294967295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Objective</a:t>
            </a:r>
          </a:p>
        </p:txBody>
      </p:sp>
      <p:graphicFrame>
        <p:nvGraphicFramePr>
          <p:cNvPr id="46" name="PlaceHolder 2">
            <a:extLst>
              <a:ext uri="{FF2B5EF4-FFF2-40B4-BE49-F238E27FC236}">
                <a16:creationId xmlns:a16="http://schemas.microsoft.com/office/drawing/2014/main" id="{C09598D7-5AC8-0695-7E24-799A01D2F311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104031335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7DA1F35B-C8F7-4A5A-9339-7DA4D785B3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B2D4AD41-40DA-4A81-92F5-B6E3BA1ED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746107">
            <a:off x="6131316" y="457951"/>
            <a:ext cx="2240924" cy="2987899"/>
          </a:xfrm>
          <a:prstGeom prst="arc">
            <a:avLst>
              <a:gd name="adj1" fmla="val 14612914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 idx="4294967295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Methodology</a:t>
            </a:r>
          </a:p>
        </p:txBody>
      </p:sp>
      <p:graphicFrame>
        <p:nvGraphicFramePr>
          <p:cNvPr id="48" name="PlaceHolder 2">
            <a:extLst>
              <a:ext uri="{FF2B5EF4-FFF2-40B4-BE49-F238E27FC236}">
                <a16:creationId xmlns:a16="http://schemas.microsoft.com/office/drawing/2014/main" id="{5B88C1BF-3E1A-DF0F-6D93-B41C15316ACF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504162073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256032"/>
            <a:ext cx="7879842" cy="10149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indent="0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Implementation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6" name="PlaceHolder 2">
            <a:extLst>
              <a:ext uri="{FF2B5EF4-FFF2-40B4-BE49-F238E27FC236}">
                <a16:creationId xmlns:a16="http://schemas.microsoft.com/office/drawing/2014/main" id="{9811F10B-AA31-2B01-1D1C-8563B8E60701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78808161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256032"/>
            <a:ext cx="7879842" cy="10149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indent="0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Preliminary Results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2" name="PlaceHolder 2">
            <a:extLst>
              <a:ext uri="{FF2B5EF4-FFF2-40B4-BE49-F238E27FC236}">
                <a16:creationId xmlns:a16="http://schemas.microsoft.com/office/drawing/2014/main" id="{964AC26B-04E7-C09E-39C3-82F9EB58F917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351802005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256032"/>
            <a:ext cx="7879842" cy="10149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indent="0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&amp; Solutions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4" name="PlaceHolder 2">
            <a:extLst>
              <a:ext uri="{FF2B5EF4-FFF2-40B4-BE49-F238E27FC236}">
                <a16:creationId xmlns:a16="http://schemas.microsoft.com/office/drawing/2014/main" id="{451474DC-582C-59CB-B6E0-FD38EFF4B5F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98668748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256032"/>
            <a:ext cx="7879842" cy="10149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indent="0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7" name="PlaceHolder 2">
            <a:extLst>
              <a:ext uri="{FF2B5EF4-FFF2-40B4-BE49-F238E27FC236}">
                <a16:creationId xmlns:a16="http://schemas.microsoft.com/office/drawing/2014/main" id="{4B179B7C-13DA-5263-5A8E-703154BDA7BD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88912885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256032"/>
            <a:ext cx="7879842" cy="10149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indent="0"/>
            <a:r>
              <a:rPr lang="en-US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Performance Evaluation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3" name="PlaceHolder 2">
            <a:extLst>
              <a:ext uri="{FF2B5EF4-FFF2-40B4-BE49-F238E27FC236}">
                <a16:creationId xmlns:a16="http://schemas.microsoft.com/office/drawing/2014/main" id="{8129B480-73F3-369F-188D-13747418D258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60564304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laceHolder 1"/>
          <p:cNvSpPr>
            <a:spLocks noGrp="1"/>
          </p:cNvSpPr>
          <p:nvPr>
            <p:ph type="title" idx="4294967295"/>
          </p:nvPr>
        </p:nvSpPr>
        <p:spPr>
          <a:xfrm>
            <a:off x="630936" y="334644"/>
            <a:ext cx="7882128" cy="1076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/>
            <a:r>
              <a:rPr lang="en-US" sz="3500" b="0" strike="noStrike" kern="1200" spc="-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Future Scope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079" y="0"/>
            <a:ext cx="7879842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36" y="1512994"/>
            <a:ext cx="787984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0" name="PlaceHolder 2">
            <a:extLst>
              <a:ext uri="{FF2B5EF4-FFF2-40B4-BE49-F238E27FC236}">
                <a16:creationId xmlns:a16="http://schemas.microsoft.com/office/drawing/2014/main" id="{46E02D66-D7C2-10D9-BCDB-B324328CCD2A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720803863"/>
              </p:ext>
            </p:extLst>
          </p:nvPr>
        </p:nvGraphicFramePr>
        <p:xfrm>
          <a:off x="628650" y="1737360"/>
          <a:ext cx="7879842" cy="4535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620</Words>
  <Application>Microsoft Office PowerPoint</Application>
  <PresentationFormat>On-screen Show (4:3)</PresentationFormat>
  <Paragraphs>72</Paragraphs>
  <Slides>10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Browser History Recovery Tool</vt:lpstr>
      <vt:lpstr>Introduction</vt:lpstr>
      <vt:lpstr>Objective</vt:lpstr>
      <vt:lpstr>Methodology</vt:lpstr>
      <vt:lpstr>Implementation</vt:lpstr>
      <vt:lpstr>Preliminary Results</vt:lpstr>
      <vt:lpstr>Challenges &amp; Solutions</vt:lpstr>
      <vt:lpstr>Conclusion</vt:lpstr>
      <vt:lpstr>Performance Evaluation</vt:lpstr>
      <vt:lpstr>Future Scope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HP</dc:creator>
  <dc:description>generated using python-pptx</dc:description>
  <cp:lastModifiedBy/>
  <cp:revision>52</cp:revision>
  <dcterms:created xsi:type="dcterms:W3CDTF">2013-01-27T09:14:16Z</dcterms:created>
  <dcterms:modified xsi:type="dcterms:W3CDTF">2025-03-19T22:21:27Z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11</vt:i4>
  </property>
</Properties>
</file>